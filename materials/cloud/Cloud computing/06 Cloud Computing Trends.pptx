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media/image24.jpg" ContentType="image/png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9" r:id="rId4"/>
    <p:sldMasterId id="2147483876" r:id="rId5"/>
    <p:sldMasterId id="2147483894" r:id="rId6"/>
  </p:sldMasterIdLst>
  <p:notesMasterIdLst>
    <p:notesMasterId r:id="rId48"/>
  </p:notesMasterIdLst>
  <p:handoutMasterIdLst>
    <p:handoutMasterId r:id="rId49"/>
  </p:handoutMasterIdLst>
  <p:sldIdLst>
    <p:sldId id="1425" r:id="rId7"/>
    <p:sldId id="1319" r:id="rId8"/>
    <p:sldId id="1320" r:id="rId9"/>
    <p:sldId id="1377" r:id="rId10"/>
    <p:sldId id="1322" r:id="rId11"/>
    <p:sldId id="1388" r:id="rId12"/>
    <p:sldId id="1387" r:id="rId13"/>
    <p:sldId id="1389" r:id="rId14"/>
    <p:sldId id="1390" r:id="rId15"/>
    <p:sldId id="1391" r:id="rId16"/>
    <p:sldId id="1392" r:id="rId17"/>
    <p:sldId id="1393" r:id="rId18"/>
    <p:sldId id="1427" r:id="rId19"/>
    <p:sldId id="1405" r:id="rId20"/>
    <p:sldId id="1407" r:id="rId21"/>
    <p:sldId id="1420" r:id="rId22"/>
    <p:sldId id="1409" r:id="rId23"/>
    <p:sldId id="1410" r:id="rId24"/>
    <p:sldId id="1428" r:id="rId25"/>
    <p:sldId id="1412" r:id="rId26"/>
    <p:sldId id="1413" r:id="rId27"/>
    <p:sldId id="1414" r:id="rId28"/>
    <p:sldId id="1415" r:id="rId29"/>
    <p:sldId id="1416" r:id="rId30"/>
    <p:sldId id="1421" r:id="rId31"/>
    <p:sldId id="1417" r:id="rId32"/>
    <p:sldId id="1422" r:id="rId33"/>
    <p:sldId id="1395" r:id="rId34"/>
    <p:sldId id="1396" r:id="rId35"/>
    <p:sldId id="1397" r:id="rId36"/>
    <p:sldId id="1398" r:id="rId37"/>
    <p:sldId id="1399" r:id="rId38"/>
    <p:sldId id="1400" r:id="rId39"/>
    <p:sldId id="1401" r:id="rId40"/>
    <p:sldId id="1404" r:id="rId41"/>
    <p:sldId id="1402" r:id="rId42"/>
    <p:sldId id="1403" r:id="rId43"/>
    <p:sldId id="1330" r:id="rId44"/>
    <p:sldId id="1380" r:id="rId45"/>
    <p:sldId id="1424" r:id="rId46"/>
    <p:sldId id="1204" r:id="rId47"/>
  </p:sldIdLst>
  <p:sldSz cx="12192000" cy="6858000"/>
  <p:notesSz cx="7099300" cy="10234613"/>
  <p:defaultTextStyle>
    <a:defPPr>
      <a:defRPr lang="zh-CN"/>
    </a:defPPr>
    <a:lvl1pPr algn="l" rtl="0" fontAlgn="t">
      <a:spcBef>
        <a:spcPct val="0"/>
      </a:spcBef>
      <a:spcAft>
        <a:spcPct val="0"/>
      </a:spcAft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1pPr>
    <a:lvl2pPr marL="457200" algn="l" rtl="0" fontAlgn="t">
      <a:spcBef>
        <a:spcPct val="0"/>
      </a:spcBef>
      <a:spcAft>
        <a:spcPct val="0"/>
      </a:spcAft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2pPr>
    <a:lvl3pPr marL="914400" algn="l" rtl="0" fontAlgn="t">
      <a:spcBef>
        <a:spcPct val="0"/>
      </a:spcBef>
      <a:spcAft>
        <a:spcPct val="0"/>
      </a:spcAft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3pPr>
    <a:lvl4pPr marL="1371600" algn="l" rtl="0" fontAlgn="t">
      <a:spcBef>
        <a:spcPct val="0"/>
      </a:spcBef>
      <a:spcAft>
        <a:spcPct val="0"/>
      </a:spcAft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4pPr>
    <a:lvl5pPr marL="1828800" algn="l" rtl="0" fontAlgn="t">
      <a:spcBef>
        <a:spcPct val="0"/>
      </a:spcBef>
      <a:spcAft>
        <a:spcPct val="0"/>
      </a:spcAft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FrutigerNext LT Regular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2" orient="horz" pos="482" userDrawn="1">
          <p15:clr>
            <a:srgbClr val="A4A3A4"/>
          </p15:clr>
        </p15:guide>
        <p15:guide id="3" orient="horz" pos="2908" userDrawn="1">
          <p15:clr>
            <a:srgbClr val="A4A3A4"/>
          </p15:clr>
        </p15:guide>
        <p15:guide id="4" orient="horz" pos="5967">
          <p15:clr>
            <a:srgbClr val="A4A3A4"/>
          </p15:clr>
        </p15:guide>
        <p15:guide id="6" pos="2440">
          <p15:clr>
            <a:srgbClr val="A4A3A4"/>
          </p15:clr>
        </p15:guide>
        <p15:guide id="7" pos="431" userDrawn="1">
          <p15:clr>
            <a:srgbClr val="A4A3A4"/>
          </p15:clr>
        </p15:guide>
        <p15:guide id="8" pos="4028">
          <p15:clr>
            <a:srgbClr val="A4A3A4"/>
          </p15:clr>
        </p15:guide>
        <p15:guide id="9" pos="626">
          <p15:clr>
            <a:srgbClr val="A4A3A4"/>
          </p15:clr>
        </p15:guide>
        <p15:guide id="10" pos="384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00280246" initials="w" lastIdx="13" clrIdx="0"/>
  <p:cmAuthor id="1" name="huangwenyong" initials="h" lastIdx="22" clrIdx="1"/>
  <p:cmAuthor id="2" name="c00224892" initials="CML" lastIdx="2" clrIdx="2"/>
  <p:cmAuthor id="3" name="Liqian (A)" initials="L(" lastIdx="4" clrIdx="3">
    <p:extLst>
      <p:ext uri="{19B8F6BF-5375-455C-9EA6-DF929625EA0E}">
        <p15:presenceInfo xmlns:p15="http://schemas.microsoft.com/office/powerpoint/2012/main" userId="S-1-5-21-147214757-305610072-1517763936-624664" providerId="AD"/>
      </p:ext>
    </p:extLst>
  </p:cmAuthor>
  <p:cmAuthor id="4" name="Leo Gallagher" initials="LG" lastIdx="13" clrIdx="4">
    <p:extLst>
      <p:ext uri="{19B8F6BF-5375-455C-9EA6-DF929625EA0E}">
        <p15:presenceInfo xmlns:p15="http://schemas.microsoft.com/office/powerpoint/2012/main" userId="Leo Gallagh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BAE"/>
    <a:srgbClr val="60C9CC"/>
    <a:srgbClr val="02CCCC"/>
    <a:srgbClr val="48908E"/>
    <a:srgbClr val="3CB7BA"/>
    <a:srgbClr val="41BDC1"/>
    <a:srgbClr val="36A5A8"/>
    <a:srgbClr val="C00000"/>
    <a:srgbClr val="73BBB9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57" autoAdjust="0"/>
    <p:restoredTop sz="96310" autoAdjust="0"/>
  </p:normalViewPr>
  <p:slideViewPr>
    <p:cSldViewPr showGuides="1">
      <p:cViewPr varScale="1">
        <p:scale>
          <a:sx n="59" d="100"/>
          <a:sy n="59" d="100"/>
        </p:scale>
        <p:origin x="56" y="344"/>
      </p:cViewPr>
      <p:guideLst>
        <p:guide pos="3840"/>
        <p:guide orient="horz" pos="2183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3576"/>
    </p:cViewPr>
  </p:sorterViewPr>
  <p:notesViewPr>
    <p:cSldViewPr showGuides="1">
      <p:cViewPr varScale="1">
        <p:scale>
          <a:sx n="48" d="100"/>
          <a:sy n="48" d="100"/>
        </p:scale>
        <p:origin x="2898" y="60"/>
      </p:cViewPr>
      <p:guideLst>
        <p:guide orient="horz" pos="482"/>
        <p:guide orient="horz" pos="2908"/>
        <p:guide orient="horz" pos="5967"/>
        <p:guide pos="2440"/>
        <p:guide pos="431"/>
        <p:guide pos="4028"/>
        <p:guide pos="626"/>
        <p:guide pos="384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33F2D5-86BD-4FAA-B032-70209B20B48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C2FF35-88FB-4F90-8718-757A13FF9654}">
      <dgm:prSet phldrT="[文本]" custT="1"/>
      <dgm:spPr>
        <a:solidFill>
          <a:srgbClr val="78CCCC"/>
        </a:solidFill>
      </dgm:spPr>
      <dgm:t>
        <a:bodyPr lIns="108000" rIns="0"/>
        <a:lstStyle/>
        <a:p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Independent deployment, flexible scalability</a:t>
          </a:r>
        </a:p>
      </dgm:t>
    </dgm:pt>
    <dgm:pt modelId="{18218231-946F-4E17-B4F2-74F564BF8537}" type="parTrans" cxnId="{1A7BA978-694D-4A3A-97AD-C619B9E85078}">
      <dgm:prSet/>
      <dgm:spPr/>
      <dgm:t>
        <a:bodyPr/>
        <a:lstStyle/>
        <a:p>
          <a:endParaRPr lang="zh-CN" altLang="en-US"/>
        </a:p>
      </dgm:t>
    </dgm:pt>
    <dgm:pt modelId="{7CC51230-85AB-4123-BC32-FF9B21F1B911}" type="sibTrans" cxnId="{1A7BA978-694D-4A3A-97AD-C619B9E85078}">
      <dgm:prSet/>
      <dgm:spPr/>
      <dgm:t>
        <a:bodyPr/>
        <a:lstStyle/>
        <a:p>
          <a:endParaRPr lang="zh-CN" altLang="en-US"/>
        </a:p>
      </dgm:t>
    </dgm:pt>
    <dgm:pt modelId="{0845C32B-725A-45C7-9DB8-B23F0688585C}">
      <dgm:prSet phldrT="[文本]" custT="1"/>
      <dgm:spPr>
        <a:solidFill>
          <a:srgbClr val="99CCCC"/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Effective resource isolation</a:t>
          </a:r>
        </a:p>
      </dgm:t>
    </dgm:pt>
    <dgm:pt modelId="{C8DBD464-9035-4FDB-B3A2-8BB085A3FE9B}" type="parTrans" cxnId="{4293A330-841E-429B-B520-1644C5766EA0}">
      <dgm:prSet/>
      <dgm:spPr/>
      <dgm:t>
        <a:bodyPr/>
        <a:lstStyle/>
        <a:p>
          <a:endParaRPr lang="zh-CN" altLang="en-US"/>
        </a:p>
      </dgm:t>
    </dgm:pt>
    <dgm:pt modelId="{91FEA965-4B33-4A6E-9C20-4A51C36D8EB5}" type="sibTrans" cxnId="{4293A330-841E-429B-B520-1644C5766EA0}">
      <dgm:prSet/>
      <dgm:spPr/>
      <dgm:t>
        <a:bodyPr/>
        <a:lstStyle/>
        <a:p>
          <a:endParaRPr lang="zh-CN" altLang="en-US"/>
        </a:p>
      </dgm:t>
    </dgm:pt>
    <dgm:pt modelId="{CC434836-3D38-44F3-91F4-984F9A77D999}">
      <dgm:prSet phldrT="[文本]" custT="1"/>
      <dgm:spPr>
        <a:solidFill>
          <a:srgbClr val="B4CCCC"/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Optimized </a:t>
          </a:r>
          <a:r>
            <a:rPr lang="en-US" sz="1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development </a:t>
          </a:r>
          <a:r>
            <a: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teams</a:t>
          </a:r>
        </a:p>
      </dgm:t>
    </dgm:pt>
    <dgm:pt modelId="{204CD0AC-C53B-4D4A-90CF-06EE389DD6A7}" type="parTrans" cxnId="{3C8891E8-65A4-4C81-86E4-0E61B337255A}">
      <dgm:prSet/>
      <dgm:spPr/>
      <dgm:t>
        <a:bodyPr/>
        <a:lstStyle/>
        <a:p>
          <a:endParaRPr lang="zh-CN" altLang="en-US"/>
        </a:p>
      </dgm:t>
    </dgm:pt>
    <dgm:pt modelId="{DDF151BF-0F7C-4B53-84A1-6A83D65D036C}" type="sibTrans" cxnId="{3C8891E8-65A4-4C81-86E4-0E61B337255A}">
      <dgm:prSet/>
      <dgm:spPr/>
      <dgm:t>
        <a:bodyPr/>
        <a:lstStyle/>
        <a:p>
          <a:endParaRPr lang="zh-CN" altLang="en-US"/>
        </a:p>
      </dgm:t>
    </dgm:pt>
    <dgm:pt modelId="{4DA548EC-5723-4D1D-8D92-D160017B9D64}" type="pres">
      <dgm:prSet presAssocID="{A533F2D5-86BD-4FAA-B032-70209B20B48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83E843A-E0B5-4A8F-9425-49DC2959DEAF}" type="pres">
      <dgm:prSet presAssocID="{79C2FF35-88FB-4F90-8718-757A13FF9654}" presName="parentLin" presStyleCnt="0"/>
      <dgm:spPr/>
    </dgm:pt>
    <dgm:pt modelId="{EB0F4A34-5376-4BFA-A8F2-CBF42FF96AEC}" type="pres">
      <dgm:prSet presAssocID="{79C2FF35-88FB-4F90-8718-757A13FF9654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AE1EB295-8EDD-43E1-8E6B-7097A194BFA6}" type="pres">
      <dgm:prSet presAssocID="{79C2FF35-88FB-4F90-8718-757A13FF9654}" presName="parentText" presStyleLbl="node1" presStyleIdx="0" presStyleCnt="3" custScaleX="112423" custScaleY="71584" custLinFactNeighborX="15942" custLinFactNeighborY="-741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2128344-16EA-46FB-8F04-362EBE4B1CBD}" type="pres">
      <dgm:prSet presAssocID="{79C2FF35-88FB-4F90-8718-757A13FF9654}" presName="negativeSpace" presStyleCnt="0"/>
      <dgm:spPr/>
    </dgm:pt>
    <dgm:pt modelId="{06DC95C4-31DB-47E1-AD0D-CD97E9ED77D5}" type="pres">
      <dgm:prSet presAssocID="{79C2FF35-88FB-4F90-8718-757A13FF9654}" presName="childText" presStyleLbl="conFgAcc1" presStyleIdx="0" presStyleCnt="3" custLinFactY="-21932" custLinFactNeighborX="63333" custLinFactNeighborY="-100000">
        <dgm:presLayoutVars>
          <dgm:bulletEnabled val="1"/>
        </dgm:presLayoutVars>
      </dgm:prSet>
      <dgm:spPr>
        <a:ln>
          <a:solidFill>
            <a:srgbClr val="41BDC1"/>
          </a:solidFill>
        </a:ln>
      </dgm:spPr>
    </dgm:pt>
    <dgm:pt modelId="{228936BB-9A33-47D7-B0EB-17D5B87E507D}" type="pres">
      <dgm:prSet presAssocID="{7CC51230-85AB-4123-BC32-FF9B21F1B911}" presName="spaceBetweenRectangles" presStyleCnt="0"/>
      <dgm:spPr/>
    </dgm:pt>
    <dgm:pt modelId="{3A38B45C-C200-434C-A650-3AB1DCD8515B}" type="pres">
      <dgm:prSet presAssocID="{0845C32B-725A-45C7-9DB8-B23F0688585C}" presName="parentLin" presStyleCnt="0"/>
      <dgm:spPr/>
    </dgm:pt>
    <dgm:pt modelId="{767E67CD-391E-4F83-B1FC-BD60AA81223C}" type="pres">
      <dgm:prSet presAssocID="{0845C32B-725A-45C7-9DB8-B23F0688585C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6DB5C102-FD84-46F1-853E-92B97C1DC5FA}" type="pres">
      <dgm:prSet presAssocID="{0845C32B-725A-45C7-9DB8-B23F0688585C}" presName="parentText" presStyleLbl="node1" presStyleIdx="1" presStyleCnt="3" custScaleX="111387" custScaleY="8626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99884EC-C57B-4ABA-9F1E-BCE45EF325E4}" type="pres">
      <dgm:prSet presAssocID="{0845C32B-725A-45C7-9DB8-B23F0688585C}" presName="negativeSpace" presStyleCnt="0"/>
      <dgm:spPr/>
    </dgm:pt>
    <dgm:pt modelId="{B37F5C47-2F0B-4AA7-99FF-642DAA741EAA}" type="pres">
      <dgm:prSet presAssocID="{0845C32B-725A-45C7-9DB8-B23F0688585C}" presName="childText" presStyleLbl="conFgAcc1" presStyleIdx="1" presStyleCnt="3">
        <dgm:presLayoutVars>
          <dgm:bulletEnabled val="1"/>
        </dgm:presLayoutVars>
      </dgm:prSet>
      <dgm:spPr>
        <a:ln>
          <a:solidFill>
            <a:srgbClr val="41BDC1"/>
          </a:solidFill>
        </a:ln>
      </dgm:spPr>
    </dgm:pt>
    <dgm:pt modelId="{815BCA8D-253B-42B6-A26F-8996AD79462D}" type="pres">
      <dgm:prSet presAssocID="{91FEA965-4B33-4A6E-9C20-4A51C36D8EB5}" presName="spaceBetweenRectangles" presStyleCnt="0"/>
      <dgm:spPr/>
    </dgm:pt>
    <dgm:pt modelId="{50B9710A-4035-4802-83FB-ED669F8C1B5E}" type="pres">
      <dgm:prSet presAssocID="{CC434836-3D38-44F3-91F4-984F9A77D999}" presName="parentLin" presStyleCnt="0"/>
      <dgm:spPr/>
    </dgm:pt>
    <dgm:pt modelId="{6B97E47A-B737-4F85-B11C-D5509EAF9FD5}" type="pres">
      <dgm:prSet presAssocID="{CC434836-3D38-44F3-91F4-984F9A77D999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C02366E9-C56C-4D31-9E5B-4D69C1E8B4EB}" type="pres">
      <dgm:prSet presAssocID="{CC434836-3D38-44F3-91F4-984F9A77D999}" presName="parentText" presStyleLbl="node1" presStyleIdx="2" presStyleCnt="3" custScaleX="111387" custScaleY="8531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AAD62A-7263-4EF9-87B5-E98F67E5F3D3}" type="pres">
      <dgm:prSet presAssocID="{CC434836-3D38-44F3-91F4-984F9A77D999}" presName="negativeSpace" presStyleCnt="0"/>
      <dgm:spPr/>
    </dgm:pt>
    <dgm:pt modelId="{2646179E-C5EB-440F-8E76-53F18F26F51E}" type="pres">
      <dgm:prSet presAssocID="{CC434836-3D38-44F3-91F4-984F9A77D999}" presName="childText" presStyleLbl="conFgAcc1" presStyleIdx="2" presStyleCnt="3">
        <dgm:presLayoutVars>
          <dgm:bulletEnabled val="1"/>
        </dgm:presLayoutVars>
      </dgm:prSet>
      <dgm:spPr>
        <a:ln>
          <a:solidFill>
            <a:srgbClr val="41BDC1"/>
          </a:solidFill>
        </a:ln>
      </dgm:spPr>
    </dgm:pt>
  </dgm:ptLst>
  <dgm:cxnLst>
    <dgm:cxn modelId="{C50F0847-2B4A-4921-9444-525442908C55}" type="presOf" srcId="{CC434836-3D38-44F3-91F4-984F9A77D999}" destId="{6B97E47A-B737-4F85-B11C-D5509EAF9FD5}" srcOrd="0" destOrd="0" presId="urn:microsoft.com/office/officeart/2005/8/layout/list1"/>
    <dgm:cxn modelId="{5A3B280A-9050-43C1-97E3-B3EBF7769F5E}" type="presOf" srcId="{A533F2D5-86BD-4FAA-B032-70209B20B488}" destId="{4DA548EC-5723-4D1D-8D92-D160017B9D64}" srcOrd="0" destOrd="0" presId="urn:microsoft.com/office/officeart/2005/8/layout/list1"/>
    <dgm:cxn modelId="{4F42C2F6-BAC5-49A9-8394-512844A7000B}" type="presOf" srcId="{0845C32B-725A-45C7-9DB8-B23F0688585C}" destId="{767E67CD-391E-4F83-B1FC-BD60AA81223C}" srcOrd="0" destOrd="0" presId="urn:microsoft.com/office/officeart/2005/8/layout/list1"/>
    <dgm:cxn modelId="{3C8891E8-65A4-4C81-86E4-0E61B337255A}" srcId="{A533F2D5-86BD-4FAA-B032-70209B20B488}" destId="{CC434836-3D38-44F3-91F4-984F9A77D999}" srcOrd="2" destOrd="0" parTransId="{204CD0AC-C53B-4D4A-90CF-06EE389DD6A7}" sibTransId="{DDF151BF-0F7C-4B53-84A1-6A83D65D036C}"/>
    <dgm:cxn modelId="{DE9B858E-4F84-491E-8447-7435520E3ED2}" type="presOf" srcId="{79C2FF35-88FB-4F90-8718-757A13FF9654}" destId="{EB0F4A34-5376-4BFA-A8F2-CBF42FF96AEC}" srcOrd="0" destOrd="0" presId="urn:microsoft.com/office/officeart/2005/8/layout/list1"/>
    <dgm:cxn modelId="{EAAA3F82-EA49-46C7-9F46-7B0EE3E85A13}" type="presOf" srcId="{0845C32B-725A-45C7-9DB8-B23F0688585C}" destId="{6DB5C102-FD84-46F1-853E-92B97C1DC5FA}" srcOrd="1" destOrd="0" presId="urn:microsoft.com/office/officeart/2005/8/layout/list1"/>
    <dgm:cxn modelId="{46C1C79F-D747-4F06-B20B-E02C49CFF75A}" type="presOf" srcId="{CC434836-3D38-44F3-91F4-984F9A77D999}" destId="{C02366E9-C56C-4D31-9E5B-4D69C1E8B4EB}" srcOrd="1" destOrd="0" presId="urn:microsoft.com/office/officeart/2005/8/layout/list1"/>
    <dgm:cxn modelId="{1A7BA978-694D-4A3A-97AD-C619B9E85078}" srcId="{A533F2D5-86BD-4FAA-B032-70209B20B488}" destId="{79C2FF35-88FB-4F90-8718-757A13FF9654}" srcOrd="0" destOrd="0" parTransId="{18218231-946F-4E17-B4F2-74F564BF8537}" sibTransId="{7CC51230-85AB-4123-BC32-FF9B21F1B911}"/>
    <dgm:cxn modelId="{1D72D25D-E746-4C13-A61D-4B2C45A0CF28}" type="presOf" srcId="{79C2FF35-88FB-4F90-8718-757A13FF9654}" destId="{AE1EB295-8EDD-43E1-8E6B-7097A194BFA6}" srcOrd="1" destOrd="0" presId="urn:microsoft.com/office/officeart/2005/8/layout/list1"/>
    <dgm:cxn modelId="{4293A330-841E-429B-B520-1644C5766EA0}" srcId="{A533F2D5-86BD-4FAA-B032-70209B20B488}" destId="{0845C32B-725A-45C7-9DB8-B23F0688585C}" srcOrd="1" destOrd="0" parTransId="{C8DBD464-9035-4FDB-B3A2-8BB085A3FE9B}" sibTransId="{91FEA965-4B33-4A6E-9C20-4A51C36D8EB5}"/>
    <dgm:cxn modelId="{3509C0EF-E226-4BAC-B3FD-789098614854}" type="presParOf" srcId="{4DA548EC-5723-4D1D-8D92-D160017B9D64}" destId="{983E843A-E0B5-4A8F-9425-49DC2959DEAF}" srcOrd="0" destOrd="0" presId="urn:microsoft.com/office/officeart/2005/8/layout/list1"/>
    <dgm:cxn modelId="{56D0BFA5-5A4D-49F5-B86A-4D81793BD544}" type="presParOf" srcId="{983E843A-E0B5-4A8F-9425-49DC2959DEAF}" destId="{EB0F4A34-5376-4BFA-A8F2-CBF42FF96AEC}" srcOrd="0" destOrd="0" presId="urn:microsoft.com/office/officeart/2005/8/layout/list1"/>
    <dgm:cxn modelId="{7E9B9B19-8E36-4E73-9FB1-9C89EB6A0288}" type="presParOf" srcId="{983E843A-E0B5-4A8F-9425-49DC2959DEAF}" destId="{AE1EB295-8EDD-43E1-8E6B-7097A194BFA6}" srcOrd="1" destOrd="0" presId="urn:microsoft.com/office/officeart/2005/8/layout/list1"/>
    <dgm:cxn modelId="{BBE8582F-9941-4090-B027-6196FA9A43EC}" type="presParOf" srcId="{4DA548EC-5723-4D1D-8D92-D160017B9D64}" destId="{E2128344-16EA-46FB-8F04-362EBE4B1CBD}" srcOrd="1" destOrd="0" presId="urn:microsoft.com/office/officeart/2005/8/layout/list1"/>
    <dgm:cxn modelId="{355812BE-9799-4B4E-85EF-CF2323BFABC3}" type="presParOf" srcId="{4DA548EC-5723-4D1D-8D92-D160017B9D64}" destId="{06DC95C4-31DB-47E1-AD0D-CD97E9ED77D5}" srcOrd="2" destOrd="0" presId="urn:microsoft.com/office/officeart/2005/8/layout/list1"/>
    <dgm:cxn modelId="{A97E2AF0-B7A5-47F2-BBBD-E3E9BBACDFDB}" type="presParOf" srcId="{4DA548EC-5723-4D1D-8D92-D160017B9D64}" destId="{228936BB-9A33-47D7-B0EB-17D5B87E507D}" srcOrd="3" destOrd="0" presId="urn:microsoft.com/office/officeart/2005/8/layout/list1"/>
    <dgm:cxn modelId="{05C8F831-A6DC-473E-A6D0-E6F3DE056398}" type="presParOf" srcId="{4DA548EC-5723-4D1D-8D92-D160017B9D64}" destId="{3A38B45C-C200-434C-A650-3AB1DCD8515B}" srcOrd="4" destOrd="0" presId="urn:microsoft.com/office/officeart/2005/8/layout/list1"/>
    <dgm:cxn modelId="{44B14235-9084-4A49-98EA-D66487710967}" type="presParOf" srcId="{3A38B45C-C200-434C-A650-3AB1DCD8515B}" destId="{767E67CD-391E-4F83-B1FC-BD60AA81223C}" srcOrd="0" destOrd="0" presId="urn:microsoft.com/office/officeart/2005/8/layout/list1"/>
    <dgm:cxn modelId="{7A18B1DC-F11C-4E92-88AD-DC14DD49F3B9}" type="presParOf" srcId="{3A38B45C-C200-434C-A650-3AB1DCD8515B}" destId="{6DB5C102-FD84-46F1-853E-92B97C1DC5FA}" srcOrd="1" destOrd="0" presId="urn:microsoft.com/office/officeart/2005/8/layout/list1"/>
    <dgm:cxn modelId="{F1C31562-0D06-4AFF-A513-7EA3CCCB4CDD}" type="presParOf" srcId="{4DA548EC-5723-4D1D-8D92-D160017B9D64}" destId="{999884EC-C57B-4ABA-9F1E-BCE45EF325E4}" srcOrd="5" destOrd="0" presId="urn:microsoft.com/office/officeart/2005/8/layout/list1"/>
    <dgm:cxn modelId="{960D5AF4-6B47-49E1-8CF2-BC0C7F80F5BA}" type="presParOf" srcId="{4DA548EC-5723-4D1D-8D92-D160017B9D64}" destId="{B37F5C47-2F0B-4AA7-99FF-642DAA741EAA}" srcOrd="6" destOrd="0" presId="urn:microsoft.com/office/officeart/2005/8/layout/list1"/>
    <dgm:cxn modelId="{BB8FB567-6C82-43CF-AA22-3B8FBDCBB826}" type="presParOf" srcId="{4DA548EC-5723-4D1D-8D92-D160017B9D64}" destId="{815BCA8D-253B-42B6-A26F-8996AD79462D}" srcOrd="7" destOrd="0" presId="urn:microsoft.com/office/officeart/2005/8/layout/list1"/>
    <dgm:cxn modelId="{A9B2A8B5-6B5A-40D8-A731-6B046E4F54E9}" type="presParOf" srcId="{4DA548EC-5723-4D1D-8D92-D160017B9D64}" destId="{50B9710A-4035-4802-83FB-ED669F8C1B5E}" srcOrd="8" destOrd="0" presId="urn:microsoft.com/office/officeart/2005/8/layout/list1"/>
    <dgm:cxn modelId="{DFA755C2-C77E-4718-8BF4-B30AF1B86226}" type="presParOf" srcId="{50B9710A-4035-4802-83FB-ED669F8C1B5E}" destId="{6B97E47A-B737-4F85-B11C-D5509EAF9FD5}" srcOrd="0" destOrd="0" presId="urn:microsoft.com/office/officeart/2005/8/layout/list1"/>
    <dgm:cxn modelId="{F1CB88EA-0A14-4B48-B755-B9217B5A2278}" type="presParOf" srcId="{50B9710A-4035-4802-83FB-ED669F8C1B5E}" destId="{C02366E9-C56C-4D31-9E5B-4D69C1E8B4EB}" srcOrd="1" destOrd="0" presId="urn:microsoft.com/office/officeart/2005/8/layout/list1"/>
    <dgm:cxn modelId="{5CE60604-B033-43E0-9BB5-528C2AA2087E}" type="presParOf" srcId="{4DA548EC-5723-4D1D-8D92-D160017B9D64}" destId="{C8AAD62A-7263-4EF9-87B5-E98F67E5F3D3}" srcOrd="9" destOrd="0" presId="urn:microsoft.com/office/officeart/2005/8/layout/list1"/>
    <dgm:cxn modelId="{C76CE73D-0CA5-4B78-A7DA-A0FFBC33726C}" type="presParOf" srcId="{4DA548EC-5723-4D1D-8D92-D160017B9D64}" destId="{2646179E-C5EB-440F-8E76-53F18F26F51E}" srcOrd="10" destOrd="0" presId="urn:microsoft.com/office/officeart/2005/8/layout/list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C95C4-31DB-47E1-AD0D-CD97E9ED77D5}">
      <dsp:nvSpPr>
        <dsp:cNvPr id="0" name=""/>
        <dsp:cNvSpPr/>
      </dsp:nvSpPr>
      <dsp:spPr>
        <a:xfrm>
          <a:off x="0" y="0"/>
          <a:ext cx="496855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41BDC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EB295-8EDD-43E1-8E6B-7097A194BFA6}">
      <dsp:nvSpPr>
        <dsp:cNvPr id="0" name=""/>
        <dsp:cNvSpPr/>
      </dsp:nvSpPr>
      <dsp:spPr>
        <a:xfrm>
          <a:off x="288031" y="0"/>
          <a:ext cx="3910056" cy="612816"/>
        </a:xfrm>
        <a:prstGeom prst="roundRect">
          <a:avLst/>
        </a:prstGeom>
        <a:solidFill>
          <a:srgbClr val="78CC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00" tIns="0" rIns="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Independent deployment, flexible scalability</a:t>
          </a:r>
        </a:p>
      </dsp:txBody>
      <dsp:txXfrm>
        <a:off x="317946" y="29915"/>
        <a:ext cx="3850226" cy="552986"/>
      </dsp:txXfrm>
    </dsp:sp>
    <dsp:sp modelId="{B37F5C47-2F0B-4AA7-99FF-642DAA741EAA}">
      <dsp:nvSpPr>
        <dsp:cNvPr id="0" name=""/>
        <dsp:cNvSpPr/>
      </dsp:nvSpPr>
      <dsp:spPr>
        <a:xfrm>
          <a:off x="0" y="1432577"/>
          <a:ext cx="496855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41BDC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5C102-FD84-46F1-853E-92B97C1DC5FA}">
      <dsp:nvSpPr>
        <dsp:cNvPr id="0" name=""/>
        <dsp:cNvSpPr/>
      </dsp:nvSpPr>
      <dsp:spPr>
        <a:xfrm>
          <a:off x="248427" y="1122137"/>
          <a:ext cx="3874024" cy="738480"/>
        </a:xfrm>
        <a:prstGeom prst="roundRect">
          <a:avLst/>
        </a:prstGeom>
        <a:solidFill>
          <a:srgbClr val="99CC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460" tIns="0" rIns="13146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Effective resource isolation</a:t>
          </a:r>
        </a:p>
      </dsp:txBody>
      <dsp:txXfrm>
        <a:off x="284477" y="1158187"/>
        <a:ext cx="3801924" cy="666380"/>
      </dsp:txXfrm>
    </dsp:sp>
    <dsp:sp modelId="{2646179E-C5EB-440F-8E76-53F18F26F51E}">
      <dsp:nvSpPr>
        <dsp:cNvPr id="0" name=""/>
        <dsp:cNvSpPr/>
      </dsp:nvSpPr>
      <dsp:spPr>
        <a:xfrm>
          <a:off x="0" y="2622293"/>
          <a:ext cx="496855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41BDC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366E9-C56C-4D31-9E5B-4D69C1E8B4EB}">
      <dsp:nvSpPr>
        <dsp:cNvPr id="0" name=""/>
        <dsp:cNvSpPr/>
      </dsp:nvSpPr>
      <dsp:spPr>
        <a:xfrm>
          <a:off x="248427" y="2319977"/>
          <a:ext cx="3874024" cy="730356"/>
        </a:xfrm>
        <a:prstGeom prst="roundRect">
          <a:avLst/>
        </a:prstGeom>
        <a:solidFill>
          <a:srgbClr val="B4CC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460" tIns="0" rIns="131460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Optimized </a:t>
          </a:r>
          <a:r>
            <a:rPr lang="en-US" sz="1400" kern="12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development </a:t>
          </a:r>
          <a:r>
            <a:rPr lang="en-US" sz="14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teams</a:t>
          </a:r>
        </a:p>
      </dsp:txBody>
      <dsp:txXfrm>
        <a:off x="284080" y="2355630"/>
        <a:ext cx="3802718" cy="65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91" tIns="48396" rIns="96791" bIns="48396" numCol="1" anchor="t" anchorCtr="0" compatLnSpc="1">
            <a:prstTxWarp prst="textNoShape">
              <a:avLst/>
            </a:prstTxWarp>
          </a:bodyPr>
          <a:lstStyle>
            <a:lvl1pPr defTabSz="968375" fontAlgn="base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>
                <a:latin typeface="Arial" panose="020B0604020202020204" pitchFamily="34" charset="0"/>
              </a:rPr>
              <a:t>请将此处改为本章标题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91" tIns="48396" rIns="96791" bIns="48396" numCol="1" anchor="t" anchorCtr="0" compatLnSpc="1">
            <a:prstTxWarp prst="textNoShape">
              <a:avLst/>
            </a:prstTxWarp>
          </a:bodyPr>
          <a:lstStyle>
            <a:lvl1pPr algn="r" defTabSz="968375" fontAlgn="base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91" tIns="48396" rIns="96791" bIns="48396" numCol="1" anchor="b" anchorCtr="0" compatLnSpc="1">
            <a:prstTxWarp prst="textNoShape">
              <a:avLst/>
            </a:prstTxWarp>
          </a:bodyPr>
          <a:lstStyle>
            <a:lvl1pPr defTabSz="968375" fontAlgn="base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12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91" tIns="48396" rIns="96791" bIns="48396" numCol="1" anchor="b" anchorCtr="0" compatLnSpc="1">
            <a:prstTxWarp prst="textNoShape">
              <a:avLst/>
            </a:prstTxWarp>
          </a:bodyPr>
          <a:lstStyle>
            <a:lvl1pPr algn="r" defTabSz="968375" fontAlgn="base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FB0E886-5559-4133-9D2D-4B2631545D0E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7443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83903" y="4616450"/>
            <a:ext cx="5931494" cy="5109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91" tIns="48396" rIns="96791" bIns="483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dirty="0" smtClean="0"/>
              <a:t>Click here to add content</a:t>
            </a:r>
            <a:endParaRPr lang="en-US" altLang="zh-CN" noProof="0" dirty="0"/>
          </a:p>
          <a:p>
            <a:pPr lvl="1"/>
            <a:r>
              <a:rPr lang="en-US" altLang="zh-CN" noProof="0" dirty="0"/>
              <a:t>Click here to add content</a:t>
            </a:r>
          </a:p>
          <a:p>
            <a:pPr lvl="2"/>
            <a:r>
              <a:rPr lang="en-US" altLang="zh-CN" noProof="0" dirty="0"/>
              <a:t>Click here to add content</a:t>
            </a:r>
          </a:p>
        </p:txBody>
      </p:sp>
      <p:sp>
        <p:nvSpPr>
          <p:cNvPr id="6861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83903" y="765609"/>
            <a:ext cx="5931493" cy="333698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881672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180975" indent="-180975" algn="l" rtl="0" eaLnBrk="1" fontAlgn="base" hangingPunct="1">
      <a:lnSpc>
        <a:spcPct val="125000"/>
      </a:lnSpc>
      <a:spcBef>
        <a:spcPct val="0"/>
      </a:spcBef>
      <a:spcAft>
        <a:spcPts val="600"/>
      </a:spcAft>
      <a:buSzPct val="60000"/>
      <a:buFont typeface="Wingdings" pitchFamily="2" charset="2"/>
      <a:buChar char="l"/>
      <a:defRPr sz="11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541338" indent="-180975" algn="l" rtl="0" eaLnBrk="1" fontAlgn="base" hangingPunct="1">
      <a:lnSpc>
        <a:spcPct val="125000"/>
      </a:lnSpc>
      <a:spcBef>
        <a:spcPct val="0"/>
      </a:spcBef>
      <a:spcAft>
        <a:spcPts val="600"/>
      </a:spcAft>
      <a:buSzPct val="50000"/>
      <a:buFont typeface="Wingdings" pitchFamily="2" charset="2"/>
      <a:buChar char="p"/>
      <a:defRPr sz="11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895350" indent="-174625" algn="l" rtl="0" eaLnBrk="1" fontAlgn="base" hangingPunct="1">
      <a:lnSpc>
        <a:spcPct val="125000"/>
      </a:lnSpc>
      <a:spcBef>
        <a:spcPct val="0"/>
      </a:spcBef>
      <a:spcAft>
        <a:spcPts val="600"/>
      </a:spcAft>
      <a:buSzPct val="50000"/>
      <a:buFont typeface="Wingdings" pitchFamily="2" charset="2"/>
      <a:buChar char="n"/>
      <a:defRPr sz="11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600200" indent="-228600" algn="just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FrutigerNext LT Regular" pitchFamily="34" charset="0"/>
        <a:ea typeface="华文细黑" pitchFamily="2" charset="-122"/>
        <a:cs typeface="+mn-cs"/>
      </a:defRPr>
    </a:lvl4pPr>
    <a:lvl5pPr marL="2057400" indent="-228600" algn="just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FrutigerNext LT Regular" pitchFamily="34" charset="0"/>
        <a:ea typeface="华文细黑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1" orient="horz" pos="482" userDrawn="1">
          <p15:clr>
            <a:srgbClr val="F26B43"/>
          </p15:clr>
        </p15:guide>
        <p15:guide id="2" orient="horz" pos="290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备注占位符 2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</p:spTree>
    <p:extLst>
      <p:ext uri="{BB962C8B-B14F-4D97-AF65-F5344CB8AC3E}">
        <p14:creationId xmlns:p14="http://schemas.microsoft.com/office/powerpoint/2010/main" val="374652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幻灯片图像占位符 8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10" name="备注占位符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" name="备注占位符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088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160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722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993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975" marR="0" lvl="0" indent="-18097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ts val="600"/>
              </a:spcAft>
              <a:buClrTx/>
              <a:buSzPct val="60000"/>
              <a:buFont typeface="Wingdings" pitchFamily="2" charset="2"/>
              <a:buChar char="l"/>
              <a:tabLst/>
              <a:defRPr/>
            </a:pPr>
            <a:endParaRPr lang="zh-CN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32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489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784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31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</a:rPr>
              <a:t>参考答案：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lvl="1"/>
            <a:r>
              <a:rPr lang="en-US" altLang="zh-CN" dirty="0" smtClean="0">
                <a:latin typeface="Arial" panose="020B0604020202020204" pitchFamily="34" charset="0"/>
              </a:rPr>
              <a:t>BD</a:t>
            </a:r>
            <a:r>
              <a:rPr lang="zh-CN" altLang="en-US" dirty="0" smtClean="0">
                <a:latin typeface="Arial" panose="020B0604020202020204" pitchFamily="34" charset="0"/>
              </a:rPr>
              <a:t>。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lvl="1"/>
            <a:r>
              <a:rPr lang="en-US" altLang="zh-CN" dirty="0" smtClean="0">
                <a:latin typeface="Arial" panose="020B0604020202020204" pitchFamily="34" charset="0"/>
              </a:rPr>
              <a:t>B</a:t>
            </a:r>
            <a:r>
              <a:rPr lang="zh-CN" altLang="en-US" dirty="0" smtClean="0">
                <a:latin typeface="Arial" panose="020B0604020202020204" pitchFamily="34" charset="0"/>
              </a:rPr>
              <a:t>。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lvl="1"/>
            <a:endParaRPr lang="en-US" altLang="zh-CN" dirty="0" smtClean="0">
              <a:latin typeface="Arial" panose="020B0604020202020204" pitchFamily="34" charset="0"/>
            </a:endParaRPr>
          </a:p>
          <a:p>
            <a:pPr lvl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</p:spTree>
    <p:extLst>
      <p:ext uri="{BB962C8B-B14F-4D97-AF65-F5344CB8AC3E}">
        <p14:creationId xmlns:p14="http://schemas.microsoft.com/office/powerpoint/2010/main" val="2477380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268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584200" y="765175"/>
            <a:ext cx="5930900" cy="3336925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651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77508034"/>
              </p:ext>
            </p:extLst>
          </p:nvPr>
        </p:nvGraphicFramePr>
        <p:xfrm>
          <a:off x="1007533" y="1254489"/>
          <a:ext cx="10464801" cy="1082675"/>
        </p:xfrm>
        <a:graphic>
          <a:graphicData uri="http://schemas.openxmlformats.org/drawingml/2006/table">
            <a:tbl>
              <a:tblPr/>
              <a:tblGrid>
                <a:gridCol w="31202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82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43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519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课程编码</a:t>
                      </a:r>
                    </a:p>
                  </a:txBody>
                  <a:tcPr marL="102699" marR="10269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适用产品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产品版本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85112825"/>
              </p:ext>
            </p:extLst>
          </p:nvPr>
        </p:nvGraphicFramePr>
        <p:xfrm>
          <a:off x="1007533" y="2776901"/>
          <a:ext cx="10464800" cy="3038475"/>
        </p:xfrm>
        <a:graphic>
          <a:graphicData uri="http://schemas.openxmlformats.org/drawingml/2006/table">
            <a:tbl>
              <a:tblPr/>
              <a:tblGrid>
                <a:gridCol w="31202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82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43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519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工号</a:t>
                      </a:r>
                    </a:p>
                  </a:txBody>
                  <a:tcPr marL="102699" marR="10269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时间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工号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533" y="1825691"/>
            <a:ext cx="3120248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3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7781" y="1825691"/>
            <a:ext cx="1968219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3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1825691"/>
            <a:ext cx="3024336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3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20336" y="1825691"/>
            <a:ext cx="2351997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4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435" y="3373862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44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7781" y="3373862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45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3373862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46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20336" y="3337858"/>
            <a:ext cx="2352261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63" name="Rectangle 2"/>
          <p:cNvSpPr>
            <a:spLocks noChangeArrowheads="1"/>
          </p:cNvSpPr>
          <p:nvPr userDrawn="1"/>
        </p:nvSpPr>
        <p:spPr bwMode="auto">
          <a:xfrm>
            <a:off x="952501" y="368660"/>
            <a:ext cx="2803239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58" tIns="39127" rIns="78258" bIns="39127" anchor="ctr"/>
          <a:lstStyle/>
          <a:p>
            <a:pPr algn="l" defTabSz="1001624" rtl="0" eaLnBrk="0" fontAlgn="t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5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修订记录</a:t>
            </a:r>
          </a:p>
        </p:txBody>
      </p:sp>
      <p:sp>
        <p:nvSpPr>
          <p:cNvPr id="64" name="Text Box 58"/>
          <p:cNvSpPr txBox="1">
            <a:spLocks noChangeArrowheads="1"/>
          </p:cNvSpPr>
          <p:nvPr userDrawn="1"/>
        </p:nvSpPr>
        <p:spPr bwMode="auto">
          <a:xfrm>
            <a:off x="8904312" y="296652"/>
            <a:ext cx="2772308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本页不打印</a:t>
            </a:r>
          </a:p>
        </p:txBody>
      </p:sp>
      <p:sp>
        <p:nvSpPr>
          <p:cNvPr id="39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435" y="3877918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40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7781" y="3877918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41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3877918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42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20336" y="3841914"/>
            <a:ext cx="2352261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65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435" y="4345970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66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7781" y="4345970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67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345970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68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20336" y="4345970"/>
            <a:ext cx="2352261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69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435" y="4886030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70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7781" y="4886030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71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6000" y="4886030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72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20336" y="4886030"/>
            <a:ext cx="2352261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73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435" y="5354082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74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7781" y="5354082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75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6000" y="5354082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76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20336" y="5354082"/>
            <a:ext cx="2352261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84"/>
            <a:ext cx="12192000" cy="710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1031295" y="4957156"/>
            <a:ext cx="10441567" cy="831600"/>
          </a:xfrm>
          <a:ln algn="ctr"/>
        </p:spPr>
        <p:txBody>
          <a:bodyPr lIns="87802" tIns="43901" rIns="87802" bIns="43901"/>
          <a:lstStyle>
            <a:lvl1pPr algn="l" defTabSz="801688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300" b="1" kern="1200" dirty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</a:t>
            </a:r>
            <a:r>
              <a:rPr lang="zh-CN" altLang="en-US" dirty="0" smtClean="0"/>
              <a:t>样式</a:t>
            </a:r>
            <a:endParaRPr lang="zh-CN" altLang="en-US" dirty="0"/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0"/>
          </p:nvPr>
        </p:nvSpPr>
        <p:spPr>
          <a:xfrm>
            <a:off x="1031295" y="5816120"/>
            <a:ext cx="6912000" cy="493200"/>
          </a:xfrm>
        </p:spPr>
        <p:txBody>
          <a:bodyPr/>
          <a:lstStyle>
            <a:lvl1pPr marL="0" indent="0" algn="l" defTabSz="801688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zh-CN" altLang="en-US" sz="2000" kern="1200" dirty="0" smtClean="0">
                <a:solidFill>
                  <a:srgbClr val="0070C0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="" xmlns:a16="http://schemas.microsoft.com/office/drawing/2014/main" id="{2078FA11-5569-4994-AEB7-1AF5CAC76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7428" y="6500581"/>
            <a:ext cx="3469788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101" tIns="40052" rIns="80101" bIns="40052">
            <a:spAutoFit/>
          </a:bodyPr>
          <a:lstStyle/>
          <a:p>
            <a:pPr marL="0" marR="0" lvl="0" indent="0" algn="l" defTabSz="8016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Copyright © Huawei Technologies Co., Ltd. 2019</a:t>
            </a:r>
            <a:endParaRPr lang="zh-CN" altLang="en-US" sz="1800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889" y="251069"/>
            <a:ext cx="1965600" cy="430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#前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4" y="1233488"/>
            <a:ext cx="10558800" cy="4679788"/>
          </a:xfrm>
        </p:spPr>
        <p:txBody>
          <a:bodyPr/>
          <a:lstStyle>
            <a:lvl1pPr algn="just">
              <a:defRPr>
                <a:latin typeface="+mn-ea"/>
                <a:ea typeface="+mn-ea"/>
                <a:cs typeface="Arial" panose="020B0604020202020204" pitchFamily="34" charset="0"/>
              </a:defRPr>
            </a:lvl1pPr>
            <a:lvl5pPr>
              <a:buNone/>
              <a:defRPr/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9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0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335360" y="498828"/>
            <a:ext cx="628158" cy="459460"/>
            <a:chOff x="3275013" y="1363663"/>
            <a:chExt cx="5645150" cy="4129087"/>
          </a:xfrm>
          <a:solidFill>
            <a:schemeClr val="bg1"/>
          </a:solidFill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3275013" y="1363663"/>
              <a:ext cx="5645150" cy="4129087"/>
            </a:xfrm>
            <a:custGeom>
              <a:avLst/>
              <a:gdLst>
                <a:gd name="T0" fmla="*/ 1410 w 1505"/>
                <a:gd name="T1" fmla="*/ 250 h 1101"/>
                <a:gd name="T2" fmla="*/ 780 w 1505"/>
                <a:gd name="T3" fmla="*/ 250 h 1101"/>
                <a:gd name="T4" fmla="*/ 780 w 1505"/>
                <a:gd name="T5" fmla="*/ 81 h 1101"/>
                <a:gd name="T6" fmla="*/ 699 w 1505"/>
                <a:gd name="T7" fmla="*/ 0 h 1101"/>
                <a:gd name="T8" fmla="*/ 81 w 1505"/>
                <a:gd name="T9" fmla="*/ 0 h 1101"/>
                <a:gd name="T10" fmla="*/ 0 w 1505"/>
                <a:gd name="T11" fmla="*/ 81 h 1101"/>
                <a:gd name="T12" fmla="*/ 0 w 1505"/>
                <a:gd name="T13" fmla="*/ 464 h 1101"/>
                <a:gd name="T14" fmla="*/ 81 w 1505"/>
                <a:gd name="T15" fmla="*/ 545 h 1101"/>
                <a:gd name="T16" fmla="*/ 124 w 1505"/>
                <a:gd name="T17" fmla="*/ 545 h 1101"/>
                <a:gd name="T18" fmla="*/ 124 w 1505"/>
                <a:gd name="T19" fmla="*/ 668 h 1101"/>
                <a:gd name="T20" fmla="*/ 137 w 1505"/>
                <a:gd name="T21" fmla="*/ 688 h 1101"/>
                <a:gd name="T22" fmla="*/ 147 w 1505"/>
                <a:gd name="T23" fmla="*/ 690 h 1101"/>
                <a:gd name="T24" fmla="*/ 161 w 1505"/>
                <a:gd name="T25" fmla="*/ 685 h 1101"/>
                <a:gd name="T26" fmla="*/ 316 w 1505"/>
                <a:gd name="T27" fmla="*/ 554 h 1101"/>
                <a:gd name="T28" fmla="*/ 341 w 1505"/>
                <a:gd name="T29" fmla="*/ 545 h 1101"/>
                <a:gd name="T30" fmla="*/ 542 w 1505"/>
                <a:gd name="T31" fmla="*/ 545 h 1101"/>
                <a:gd name="T32" fmla="*/ 542 w 1505"/>
                <a:gd name="T33" fmla="*/ 824 h 1101"/>
                <a:gd name="T34" fmla="*/ 637 w 1505"/>
                <a:gd name="T35" fmla="*/ 919 h 1101"/>
                <a:gd name="T36" fmla="*/ 1084 w 1505"/>
                <a:gd name="T37" fmla="*/ 919 h 1101"/>
                <a:gd name="T38" fmla="*/ 1120 w 1505"/>
                <a:gd name="T39" fmla="*/ 932 h 1101"/>
                <a:gd name="T40" fmla="*/ 1313 w 1505"/>
                <a:gd name="T41" fmla="*/ 1096 h 1101"/>
                <a:gd name="T42" fmla="*/ 1328 w 1505"/>
                <a:gd name="T43" fmla="*/ 1101 h 1101"/>
                <a:gd name="T44" fmla="*/ 1337 w 1505"/>
                <a:gd name="T45" fmla="*/ 1099 h 1101"/>
                <a:gd name="T46" fmla="*/ 1350 w 1505"/>
                <a:gd name="T47" fmla="*/ 1078 h 1101"/>
                <a:gd name="T48" fmla="*/ 1350 w 1505"/>
                <a:gd name="T49" fmla="*/ 919 h 1101"/>
                <a:gd name="T50" fmla="*/ 1410 w 1505"/>
                <a:gd name="T51" fmla="*/ 919 h 1101"/>
                <a:gd name="T52" fmla="*/ 1505 w 1505"/>
                <a:gd name="T53" fmla="*/ 824 h 1101"/>
                <a:gd name="T54" fmla="*/ 1505 w 1505"/>
                <a:gd name="T55" fmla="*/ 345 h 1101"/>
                <a:gd name="T56" fmla="*/ 1410 w 1505"/>
                <a:gd name="T57" fmla="*/ 250 h 1101"/>
                <a:gd name="T58" fmla="*/ 341 w 1505"/>
                <a:gd name="T59" fmla="*/ 500 h 1101"/>
                <a:gd name="T60" fmla="*/ 287 w 1505"/>
                <a:gd name="T61" fmla="*/ 520 h 1101"/>
                <a:gd name="T62" fmla="*/ 169 w 1505"/>
                <a:gd name="T63" fmla="*/ 619 h 1101"/>
                <a:gd name="T64" fmla="*/ 169 w 1505"/>
                <a:gd name="T65" fmla="*/ 535 h 1101"/>
                <a:gd name="T66" fmla="*/ 133 w 1505"/>
                <a:gd name="T67" fmla="*/ 500 h 1101"/>
                <a:gd name="T68" fmla="*/ 81 w 1505"/>
                <a:gd name="T69" fmla="*/ 500 h 1101"/>
                <a:gd name="T70" fmla="*/ 45 w 1505"/>
                <a:gd name="T71" fmla="*/ 464 h 1101"/>
                <a:gd name="T72" fmla="*/ 45 w 1505"/>
                <a:gd name="T73" fmla="*/ 81 h 1101"/>
                <a:gd name="T74" fmla="*/ 81 w 1505"/>
                <a:gd name="T75" fmla="*/ 45 h 1101"/>
                <a:gd name="T76" fmla="*/ 699 w 1505"/>
                <a:gd name="T77" fmla="*/ 45 h 1101"/>
                <a:gd name="T78" fmla="*/ 735 w 1505"/>
                <a:gd name="T79" fmla="*/ 81 h 1101"/>
                <a:gd name="T80" fmla="*/ 735 w 1505"/>
                <a:gd name="T81" fmla="*/ 250 h 1101"/>
                <a:gd name="T82" fmla="*/ 637 w 1505"/>
                <a:gd name="T83" fmla="*/ 250 h 1101"/>
                <a:gd name="T84" fmla="*/ 542 w 1505"/>
                <a:gd name="T85" fmla="*/ 345 h 1101"/>
                <a:gd name="T86" fmla="*/ 542 w 1505"/>
                <a:gd name="T87" fmla="*/ 500 h 1101"/>
                <a:gd name="T88" fmla="*/ 341 w 1505"/>
                <a:gd name="T89" fmla="*/ 500 h 1101"/>
                <a:gd name="T90" fmla="*/ 1460 w 1505"/>
                <a:gd name="T91" fmla="*/ 824 h 1101"/>
                <a:gd name="T92" fmla="*/ 1410 w 1505"/>
                <a:gd name="T93" fmla="*/ 874 h 1101"/>
                <a:gd name="T94" fmla="*/ 1344 w 1505"/>
                <a:gd name="T95" fmla="*/ 874 h 1101"/>
                <a:gd name="T96" fmla="*/ 1305 w 1505"/>
                <a:gd name="T97" fmla="*/ 913 h 1101"/>
                <a:gd name="T98" fmla="*/ 1305 w 1505"/>
                <a:gd name="T99" fmla="*/ 1030 h 1101"/>
                <a:gd name="T100" fmla="*/ 1149 w 1505"/>
                <a:gd name="T101" fmla="*/ 898 h 1101"/>
                <a:gd name="T102" fmla="*/ 1084 w 1505"/>
                <a:gd name="T103" fmla="*/ 874 h 1101"/>
                <a:gd name="T104" fmla="*/ 637 w 1505"/>
                <a:gd name="T105" fmla="*/ 874 h 1101"/>
                <a:gd name="T106" fmla="*/ 587 w 1505"/>
                <a:gd name="T107" fmla="*/ 824 h 1101"/>
                <a:gd name="T108" fmla="*/ 587 w 1505"/>
                <a:gd name="T109" fmla="*/ 345 h 1101"/>
                <a:gd name="T110" fmla="*/ 637 w 1505"/>
                <a:gd name="T111" fmla="*/ 295 h 1101"/>
                <a:gd name="T112" fmla="*/ 1410 w 1505"/>
                <a:gd name="T113" fmla="*/ 295 h 1101"/>
                <a:gd name="T114" fmla="*/ 1460 w 1505"/>
                <a:gd name="T115" fmla="*/ 345 h 1101"/>
                <a:gd name="T116" fmla="*/ 1460 w 1505"/>
                <a:gd name="T117" fmla="*/ 824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05" h="1101">
                  <a:moveTo>
                    <a:pt x="1410" y="250"/>
                  </a:moveTo>
                  <a:cubicBezTo>
                    <a:pt x="780" y="250"/>
                    <a:pt x="780" y="250"/>
                    <a:pt x="780" y="250"/>
                  </a:cubicBezTo>
                  <a:cubicBezTo>
                    <a:pt x="780" y="81"/>
                    <a:pt x="780" y="81"/>
                    <a:pt x="780" y="81"/>
                  </a:cubicBezTo>
                  <a:cubicBezTo>
                    <a:pt x="780" y="37"/>
                    <a:pt x="743" y="0"/>
                    <a:pt x="699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36" y="0"/>
                    <a:pt x="0" y="37"/>
                    <a:pt x="0" y="81"/>
                  </a:cubicBezTo>
                  <a:cubicBezTo>
                    <a:pt x="0" y="464"/>
                    <a:pt x="0" y="464"/>
                    <a:pt x="0" y="464"/>
                  </a:cubicBezTo>
                  <a:cubicBezTo>
                    <a:pt x="0" y="509"/>
                    <a:pt x="36" y="545"/>
                    <a:pt x="81" y="545"/>
                  </a:cubicBezTo>
                  <a:cubicBezTo>
                    <a:pt x="124" y="545"/>
                    <a:pt x="124" y="545"/>
                    <a:pt x="124" y="545"/>
                  </a:cubicBezTo>
                  <a:cubicBezTo>
                    <a:pt x="124" y="668"/>
                    <a:pt x="124" y="668"/>
                    <a:pt x="124" y="668"/>
                  </a:cubicBezTo>
                  <a:cubicBezTo>
                    <a:pt x="124" y="676"/>
                    <a:pt x="129" y="684"/>
                    <a:pt x="137" y="688"/>
                  </a:cubicBezTo>
                  <a:cubicBezTo>
                    <a:pt x="140" y="689"/>
                    <a:pt x="143" y="690"/>
                    <a:pt x="147" y="690"/>
                  </a:cubicBezTo>
                  <a:cubicBezTo>
                    <a:pt x="152" y="690"/>
                    <a:pt x="157" y="688"/>
                    <a:pt x="161" y="685"/>
                  </a:cubicBezTo>
                  <a:cubicBezTo>
                    <a:pt x="316" y="554"/>
                    <a:pt x="316" y="554"/>
                    <a:pt x="316" y="554"/>
                  </a:cubicBezTo>
                  <a:cubicBezTo>
                    <a:pt x="323" y="548"/>
                    <a:pt x="332" y="545"/>
                    <a:pt x="341" y="545"/>
                  </a:cubicBezTo>
                  <a:cubicBezTo>
                    <a:pt x="542" y="545"/>
                    <a:pt x="542" y="545"/>
                    <a:pt x="542" y="545"/>
                  </a:cubicBezTo>
                  <a:cubicBezTo>
                    <a:pt x="542" y="824"/>
                    <a:pt x="542" y="824"/>
                    <a:pt x="542" y="824"/>
                  </a:cubicBezTo>
                  <a:cubicBezTo>
                    <a:pt x="542" y="877"/>
                    <a:pt x="585" y="919"/>
                    <a:pt x="637" y="919"/>
                  </a:cubicBezTo>
                  <a:cubicBezTo>
                    <a:pt x="1084" y="919"/>
                    <a:pt x="1084" y="919"/>
                    <a:pt x="1084" y="919"/>
                  </a:cubicBezTo>
                  <a:cubicBezTo>
                    <a:pt x="1097" y="919"/>
                    <a:pt x="1110" y="924"/>
                    <a:pt x="1120" y="932"/>
                  </a:cubicBezTo>
                  <a:cubicBezTo>
                    <a:pt x="1313" y="1096"/>
                    <a:pt x="1313" y="1096"/>
                    <a:pt x="1313" y="1096"/>
                  </a:cubicBezTo>
                  <a:cubicBezTo>
                    <a:pt x="1317" y="1099"/>
                    <a:pt x="1322" y="1101"/>
                    <a:pt x="1328" y="1101"/>
                  </a:cubicBezTo>
                  <a:cubicBezTo>
                    <a:pt x="1331" y="1101"/>
                    <a:pt x="1334" y="1100"/>
                    <a:pt x="1337" y="1099"/>
                  </a:cubicBezTo>
                  <a:cubicBezTo>
                    <a:pt x="1345" y="1095"/>
                    <a:pt x="1350" y="1087"/>
                    <a:pt x="1350" y="1078"/>
                  </a:cubicBezTo>
                  <a:cubicBezTo>
                    <a:pt x="1350" y="919"/>
                    <a:pt x="1350" y="919"/>
                    <a:pt x="1350" y="919"/>
                  </a:cubicBezTo>
                  <a:cubicBezTo>
                    <a:pt x="1410" y="919"/>
                    <a:pt x="1410" y="919"/>
                    <a:pt x="1410" y="919"/>
                  </a:cubicBezTo>
                  <a:cubicBezTo>
                    <a:pt x="1463" y="919"/>
                    <a:pt x="1505" y="877"/>
                    <a:pt x="1505" y="824"/>
                  </a:cubicBezTo>
                  <a:cubicBezTo>
                    <a:pt x="1505" y="345"/>
                    <a:pt x="1505" y="345"/>
                    <a:pt x="1505" y="345"/>
                  </a:cubicBezTo>
                  <a:cubicBezTo>
                    <a:pt x="1505" y="293"/>
                    <a:pt x="1463" y="250"/>
                    <a:pt x="1410" y="250"/>
                  </a:cubicBezTo>
                  <a:close/>
                  <a:moveTo>
                    <a:pt x="341" y="500"/>
                  </a:moveTo>
                  <a:cubicBezTo>
                    <a:pt x="322" y="500"/>
                    <a:pt x="302" y="507"/>
                    <a:pt x="287" y="520"/>
                  </a:cubicBezTo>
                  <a:cubicBezTo>
                    <a:pt x="169" y="619"/>
                    <a:pt x="169" y="619"/>
                    <a:pt x="169" y="619"/>
                  </a:cubicBezTo>
                  <a:cubicBezTo>
                    <a:pt x="169" y="535"/>
                    <a:pt x="169" y="535"/>
                    <a:pt x="169" y="535"/>
                  </a:cubicBezTo>
                  <a:cubicBezTo>
                    <a:pt x="169" y="516"/>
                    <a:pt x="153" y="500"/>
                    <a:pt x="133" y="500"/>
                  </a:cubicBezTo>
                  <a:cubicBezTo>
                    <a:pt x="81" y="500"/>
                    <a:pt x="81" y="500"/>
                    <a:pt x="81" y="500"/>
                  </a:cubicBezTo>
                  <a:cubicBezTo>
                    <a:pt x="61" y="500"/>
                    <a:pt x="45" y="484"/>
                    <a:pt x="45" y="464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5" y="61"/>
                    <a:pt x="61" y="45"/>
                    <a:pt x="81" y="45"/>
                  </a:cubicBezTo>
                  <a:cubicBezTo>
                    <a:pt x="699" y="45"/>
                    <a:pt x="699" y="45"/>
                    <a:pt x="699" y="45"/>
                  </a:cubicBezTo>
                  <a:cubicBezTo>
                    <a:pt x="719" y="45"/>
                    <a:pt x="735" y="61"/>
                    <a:pt x="735" y="81"/>
                  </a:cubicBezTo>
                  <a:cubicBezTo>
                    <a:pt x="735" y="250"/>
                    <a:pt x="735" y="250"/>
                    <a:pt x="735" y="250"/>
                  </a:cubicBezTo>
                  <a:cubicBezTo>
                    <a:pt x="637" y="250"/>
                    <a:pt x="637" y="250"/>
                    <a:pt x="637" y="250"/>
                  </a:cubicBezTo>
                  <a:cubicBezTo>
                    <a:pt x="585" y="250"/>
                    <a:pt x="542" y="293"/>
                    <a:pt x="542" y="345"/>
                  </a:cubicBezTo>
                  <a:cubicBezTo>
                    <a:pt x="542" y="500"/>
                    <a:pt x="542" y="500"/>
                    <a:pt x="542" y="500"/>
                  </a:cubicBezTo>
                  <a:lnTo>
                    <a:pt x="341" y="500"/>
                  </a:lnTo>
                  <a:close/>
                  <a:moveTo>
                    <a:pt x="1460" y="824"/>
                  </a:moveTo>
                  <a:cubicBezTo>
                    <a:pt x="1460" y="852"/>
                    <a:pt x="1438" y="874"/>
                    <a:pt x="1410" y="874"/>
                  </a:cubicBezTo>
                  <a:cubicBezTo>
                    <a:pt x="1344" y="874"/>
                    <a:pt x="1344" y="874"/>
                    <a:pt x="1344" y="874"/>
                  </a:cubicBezTo>
                  <a:cubicBezTo>
                    <a:pt x="1323" y="874"/>
                    <a:pt x="1305" y="892"/>
                    <a:pt x="1305" y="913"/>
                  </a:cubicBezTo>
                  <a:cubicBezTo>
                    <a:pt x="1305" y="1030"/>
                    <a:pt x="1305" y="1030"/>
                    <a:pt x="1305" y="1030"/>
                  </a:cubicBezTo>
                  <a:cubicBezTo>
                    <a:pt x="1149" y="898"/>
                    <a:pt x="1149" y="898"/>
                    <a:pt x="1149" y="898"/>
                  </a:cubicBezTo>
                  <a:cubicBezTo>
                    <a:pt x="1131" y="883"/>
                    <a:pt x="1108" y="874"/>
                    <a:pt x="1084" y="874"/>
                  </a:cubicBezTo>
                  <a:cubicBezTo>
                    <a:pt x="637" y="874"/>
                    <a:pt x="637" y="874"/>
                    <a:pt x="637" y="874"/>
                  </a:cubicBezTo>
                  <a:cubicBezTo>
                    <a:pt x="610" y="874"/>
                    <a:pt x="587" y="852"/>
                    <a:pt x="587" y="824"/>
                  </a:cubicBezTo>
                  <a:cubicBezTo>
                    <a:pt x="587" y="345"/>
                    <a:pt x="587" y="345"/>
                    <a:pt x="587" y="345"/>
                  </a:cubicBezTo>
                  <a:cubicBezTo>
                    <a:pt x="587" y="318"/>
                    <a:pt x="610" y="295"/>
                    <a:pt x="637" y="295"/>
                  </a:cubicBezTo>
                  <a:cubicBezTo>
                    <a:pt x="1410" y="295"/>
                    <a:pt x="1410" y="295"/>
                    <a:pt x="1410" y="295"/>
                  </a:cubicBezTo>
                  <a:cubicBezTo>
                    <a:pt x="1438" y="295"/>
                    <a:pt x="1460" y="318"/>
                    <a:pt x="1460" y="345"/>
                  </a:cubicBezTo>
                  <a:lnTo>
                    <a:pt x="1460" y="8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6208713" y="3227388"/>
              <a:ext cx="1833563" cy="173037"/>
            </a:xfrm>
            <a:custGeom>
              <a:avLst/>
              <a:gdLst>
                <a:gd name="T0" fmla="*/ 489 w 489"/>
                <a:gd name="T1" fmla="*/ 23 h 46"/>
                <a:gd name="T2" fmla="*/ 467 w 489"/>
                <a:gd name="T3" fmla="*/ 46 h 46"/>
                <a:gd name="T4" fmla="*/ 23 w 489"/>
                <a:gd name="T5" fmla="*/ 46 h 46"/>
                <a:gd name="T6" fmla="*/ 0 w 489"/>
                <a:gd name="T7" fmla="*/ 23 h 46"/>
                <a:gd name="T8" fmla="*/ 23 w 489"/>
                <a:gd name="T9" fmla="*/ 0 h 46"/>
                <a:gd name="T10" fmla="*/ 467 w 489"/>
                <a:gd name="T11" fmla="*/ 0 h 46"/>
                <a:gd name="T12" fmla="*/ 489 w 489"/>
                <a:gd name="T13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9" h="46">
                  <a:moveTo>
                    <a:pt x="489" y="23"/>
                  </a:moveTo>
                  <a:cubicBezTo>
                    <a:pt x="489" y="35"/>
                    <a:pt x="479" y="46"/>
                    <a:pt x="467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5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79" y="0"/>
                    <a:pt x="489" y="10"/>
                    <a:pt x="489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6208713" y="3786188"/>
              <a:ext cx="1833563" cy="168275"/>
            </a:xfrm>
            <a:custGeom>
              <a:avLst/>
              <a:gdLst>
                <a:gd name="T0" fmla="*/ 489 w 489"/>
                <a:gd name="T1" fmla="*/ 22 h 45"/>
                <a:gd name="T2" fmla="*/ 467 w 489"/>
                <a:gd name="T3" fmla="*/ 45 h 45"/>
                <a:gd name="T4" fmla="*/ 23 w 489"/>
                <a:gd name="T5" fmla="*/ 45 h 45"/>
                <a:gd name="T6" fmla="*/ 0 w 489"/>
                <a:gd name="T7" fmla="*/ 22 h 45"/>
                <a:gd name="T8" fmla="*/ 23 w 489"/>
                <a:gd name="T9" fmla="*/ 0 h 45"/>
                <a:gd name="T10" fmla="*/ 467 w 489"/>
                <a:gd name="T11" fmla="*/ 0 h 45"/>
                <a:gd name="T12" fmla="*/ 489 w 489"/>
                <a:gd name="T1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9" h="45">
                  <a:moveTo>
                    <a:pt x="489" y="22"/>
                  </a:moveTo>
                  <a:cubicBezTo>
                    <a:pt x="489" y="35"/>
                    <a:pt x="479" y="45"/>
                    <a:pt x="467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0" y="45"/>
                    <a:pt x="0" y="35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79" y="0"/>
                    <a:pt x="489" y="10"/>
                    <a:pt x="48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3924301" y="1936750"/>
              <a:ext cx="1593850" cy="169862"/>
            </a:xfrm>
            <a:custGeom>
              <a:avLst/>
              <a:gdLst>
                <a:gd name="T0" fmla="*/ 425 w 425"/>
                <a:gd name="T1" fmla="*/ 22 h 45"/>
                <a:gd name="T2" fmla="*/ 403 w 425"/>
                <a:gd name="T3" fmla="*/ 45 h 45"/>
                <a:gd name="T4" fmla="*/ 23 w 425"/>
                <a:gd name="T5" fmla="*/ 45 h 45"/>
                <a:gd name="T6" fmla="*/ 0 w 425"/>
                <a:gd name="T7" fmla="*/ 22 h 45"/>
                <a:gd name="T8" fmla="*/ 23 w 425"/>
                <a:gd name="T9" fmla="*/ 0 h 45"/>
                <a:gd name="T10" fmla="*/ 403 w 425"/>
                <a:gd name="T11" fmla="*/ 0 h 45"/>
                <a:gd name="T12" fmla="*/ 425 w 425"/>
                <a:gd name="T1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5">
                  <a:moveTo>
                    <a:pt x="425" y="22"/>
                  </a:moveTo>
                  <a:cubicBezTo>
                    <a:pt x="425" y="35"/>
                    <a:pt x="415" y="45"/>
                    <a:pt x="403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1" y="45"/>
                    <a:pt x="0" y="35"/>
                    <a:pt x="0" y="22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415" y="0"/>
                    <a:pt x="425" y="10"/>
                    <a:pt x="425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3924301" y="2371725"/>
              <a:ext cx="1136650" cy="169862"/>
            </a:xfrm>
            <a:custGeom>
              <a:avLst/>
              <a:gdLst>
                <a:gd name="T0" fmla="*/ 303 w 303"/>
                <a:gd name="T1" fmla="*/ 23 h 45"/>
                <a:gd name="T2" fmla="*/ 281 w 303"/>
                <a:gd name="T3" fmla="*/ 45 h 45"/>
                <a:gd name="T4" fmla="*/ 23 w 303"/>
                <a:gd name="T5" fmla="*/ 45 h 45"/>
                <a:gd name="T6" fmla="*/ 0 w 303"/>
                <a:gd name="T7" fmla="*/ 23 h 45"/>
                <a:gd name="T8" fmla="*/ 23 w 303"/>
                <a:gd name="T9" fmla="*/ 0 h 45"/>
                <a:gd name="T10" fmla="*/ 281 w 303"/>
                <a:gd name="T11" fmla="*/ 0 h 45"/>
                <a:gd name="T12" fmla="*/ 303 w 303"/>
                <a:gd name="T13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3" h="45">
                  <a:moveTo>
                    <a:pt x="303" y="23"/>
                  </a:moveTo>
                  <a:cubicBezTo>
                    <a:pt x="303" y="35"/>
                    <a:pt x="293" y="45"/>
                    <a:pt x="281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1" y="45"/>
                    <a:pt x="0" y="35"/>
                    <a:pt x="0" y="23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281" y="0"/>
                    <a:pt x="281" y="0"/>
                    <a:pt x="281" y="0"/>
                  </a:cubicBezTo>
                  <a:cubicBezTo>
                    <a:pt x="293" y="0"/>
                    <a:pt x="303" y="10"/>
                    <a:pt x="30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  <p:sp>
        <p:nvSpPr>
          <p:cNvPr id="18" name="Freeform 6"/>
          <p:cNvSpPr>
            <a:spLocks/>
          </p:cNvSpPr>
          <p:nvPr userDrawn="1"/>
        </p:nvSpPr>
        <p:spPr bwMode="auto">
          <a:xfrm>
            <a:off x="3213039" y="296368"/>
            <a:ext cx="8978961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" fmla="*/ 7021 w 10000"/>
              <a:gd name="connsiteY0" fmla="*/ 0 h 10000"/>
              <a:gd name="connsiteX1" fmla="*/ 0 w 10000"/>
              <a:gd name="connsiteY1" fmla="*/ 0 h 10000"/>
              <a:gd name="connsiteX2" fmla="*/ 197 w 10000"/>
              <a:gd name="connsiteY2" fmla="*/ 5024 h 10000"/>
              <a:gd name="connsiteX3" fmla="*/ 0 w 10000"/>
              <a:gd name="connsiteY3" fmla="*/ 10000 h 10000"/>
              <a:gd name="connsiteX4" fmla="*/ 10000 w 10000"/>
              <a:gd name="connsiteY4" fmla="*/ 10000 h 10000"/>
              <a:gd name="connsiteX5" fmla="*/ 7736 w 10000"/>
              <a:gd name="connsiteY5" fmla="*/ 5574 h 10000"/>
              <a:gd name="connsiteX6" fmla="*/ 7021 w 10000"/>
              <a:gd name="connsiteY6" fmla="*/ 0 h 10000"/>
              <a:gd name="connsiteX0" fmla="*/ 7021 w 7736"/>
              <a:gd name="connsiteY0" fmla="*/ 0 h 10038"/>
              <a:gd name="connsiteX1" fmla="*/ 0 w 7736"/>
              <a:gd name="connsiteY1" fmla="*/ 0 h 10038"/>
              <a:gd name="connsiteX2" fmla="*/ 197 w 7736"/>
              <a:gd name="connsiteY2" fmla="*/ 5024 h 10038"/>
              <a:gd name="connsiteX3" fmla="*/ 0 w 7736"/>
              <a:gd name="connsiteY3" fmla="*/ 10000 h 10038"/>
              <a:gd name="connsiteX4" fmla="*/ 7017 w 7736"/>
              <a:gd name="connsiteY4" fmla="*/ 10038 h 10038"/>
              <a:gd name="connsiteX5" fmla="*/ 7736 w 7736"/>
              <a:gd name="connsiteY5" fmla="*/ 5574 h 10038"/>
              <a:gd name="connsiteX6" fmla="*/ 7021 w 7736"/>
              <a:gd name="connsiteY6" fmla="*/ 0 h 10038"/>
              <a:gd name="connsiteX0" fmla="*/ 9076 w 9316"/>
              <a:gd name="connsiteY0" fmla="*/ 0 h 10000"/>
              <a:gd name="connsiteX1" fmla="*/ 0 w 9316"/>
              <a:gd name="connsiteY1" fmla="*/ 0 h 10000"/>
              <a:gd name="connsiteX2" fmla="*/ 255 w 9316"/>
              <a:gd name="connsiteY2" fmla="*/ 5005 h 10000"/>
              <a:gd name="connsiteX3" fmla="*/ 0 w 9316"/>
              <a:gd name="connsiteY3" fmla="*/ 9962 h 10000"/>
              <a:gd name="connsiteX4" fmla="*/ 9071 w 9316"/>
              <a:gd name="connsiteY4" fmla="*/ 10000 h 10000"/>
              <a:gd name="connsiteX5" fmla="*/ 9316 w 9316"/>
              <a:gd name="connsiteY5" fmla="*/ 5668 h 10000"/>
              <a:gd name="connsiteX6" fmla="*/ 9076 w 9316"/>
              <a:gd name="connsiteY6" fmla="*/ 0 h 10000"/>
              <a:gd name="connsiteX0" fmla="*/ 9742 w 10000"/>
              <a:gd name="connsiteY0" fmla="*/ 0 h 10000"/>
              <a:gd name="connsiteX1" fmla="*/ 0 w 10000"/>
              <a:gd name="connsiteY1" fmla="*/ 0 h 10000"/>
              <a:gd name="connsiteX2" fmla="*/ 274 w 10000"/>
              <a:gd name="connsiteY2" fmla="*/ 5005 h 10000"/>
              <a:gd name="connsiteX3" fmla="*/ 0 w 10000"/>
              <a:gd name="connsiteY3" fmla="*/ 9962 h 10000"/>
              <a:gd name="connsiteX4" fmla="*/ 9737 w 10000"/>
              <a:gd name="connsiteY4" fmla="*/ 10000 h 10000"/>
              <a:gd name="connsiteX5" fmla="*/ 10000 w 10000"/>
              <a:gd name="connsiteY5" fmla="*/ 5668 h 10000"/>
              <a:gd name="connsiteX6" fmla="*/ 9742 w 10000"/>
              <a:gd name="connsiteY6" fmla="*/ 0 h 10000"/>
              <a:gd name="connsiteX0" fmla="*/ 9742 w 9877"/>
              <a:gd name="connsiteY0" fmla="*/ 0 h 10000"/>
              <a:gd name="connsiteX1" fmla="*/ 0 w 9877"/>
              <a:gd name="connsiteY1" fmla="*/ 0 h 10000"/>
              <a:gd name="connsiteX2" fmla="*/ 274 w 9877"/>
              <a:gd name="connsiteY2" fmla="*/ 5005 h 10000"/>
              <a:gd name="connsiteX3" fmla="*/ 0 w 9877"/>
              <a:gd name="connsiteY3" fmla="*/ 9962 h 10000"/>
              <a:gd name="connsiteX4" fmla="*/ 9737 w 9877"/>
              <a:gd name="connsiteY4" fmla="*/ 10000 h 10000"/>
              <a:gd name="connsiteX5" fmla="*/ 9738 w 9877"/>
              <a:gd name="connsiteY5" fmla="*/ 5783 h 10000"/>
              <a:gd name="connsiteX6" fmla="*/ 9742 w 9877"/>
              <a:gd name="connsiteY6" fmla="*/ 0 h 10000"/>
              <a:gd name="connsiteX0" fmla="*/ 9863 w 9991"/>
              <a:gd name="connsiteY0" fmla="*/ 0 h 10000"/>
              <a:gd name="connsiteX1" fmla="*/ 0 w 9991"/>
              <a:gd name="connsiteY1" fmla="*/ 0 h 10000"/>
              <a:gd name="connsiteX2" fmla="*/ 277 w 9991"/>
              <a:gd name="connsiteY2" fmla="*/ 5005 h 10000"/>
              <a:gd name="connsiteX3" fmla="*/ 0 w 9991"/>
              <a:gd name="connsiteY3" fmla="*/ 9962 h 10000"/>
              <a:gd name="connsiteX4" fmla="*/ 9858 w 9991"/>
              <a:gd name="connsiteY4" fmla="*/ 10000 h 10000"/>
              <a:gd name="connsiteX5" fmla="*/ 9817 w 9991"/>
              <a:gd name="connsiteY5" fmla="*/ 5783 h 10000"/>
              <a:gd name="connsiteX6" fmla="*/ 9863 w 9991"/>
              <a:gd name="connsiteY6" fmla="*/ 0 h 10000"/>
              <a:gd name="connsiteX0" fmla="*/ 9872 w 10014"/>
              <a:gd name="connsiteY0" fmla="*/ 0 h 10000"/>
              <a:gd name="connsiteX1" fmla="*/ 0 w 10014"/>
              <a:gd name="connsiteY1" fmla="*/ 0 h 10000"/>
              <a:gd name="connsiteX2" fmla="*/ 277 w 10014"/>
              <a:gd name="connsiteY2" fmla="*/ 5005 h 10000"/>
              <a:gd name="connsiteX3" fmla="*/ 0 w 10014"/>
              <a:gd name="connsiteY3" fmla="*/ 9962 h 10000"/>
              <a:gd name="connsiteX4" fmla="*/ 9867 w 10014"/>
              <a:gd name="connsiteY4" fmla="*/ 10000 h 10000"/>
              <a:gd name="connsiteX5" fmla="*/ 9890 w 10014"/>
              <a:gd name="connsiteY5" fmla="*/ 5745 h 10000"/>
              <a:gd name="connsiteX6" fmla="*/ 9872 w 10014"/>
              <a:gd name="connsiteY6" fmla="*/ 0 h 10000"/>
              <a:gd name="connsiteX0" fmla="*/ 9872 w 10030"/>
              <a:gd name="connsiteY0" fmla="*/ 0 h 10000"/>
              <a:gd name="connsiteX1" fmla="*/ 0 w 10030"/>
              <a:gd name="connsiteY1" fmla="*/ 0 h 10000"/>
              <a:gd name="connsiteX2" fmla="*/ 277 w 10030"/>
              <a:gd name="connsiteY2" fmla="*/ 5005 h 10000"/>
              <a:gd name="connsiteX3" fmla="*/ 0 w 10030"/>
              <a:gd name="connsiteY3" fmla="*/ 9962 h 10000"/>
              <a:gd name="connsiteX4" fmla="*/ 9867 w 10030"/>
              <a:gd name="connsiteY4" fmla="*/ 10000 h 10000"/>
              <a:gd name="connsiteX5" fmla="*/ 9890 w 10030"/>
              <a:gd name="connsiteY5" fmla="*/ 5745 h 10000"/>
              <a:gd name="connsiteX6" fmla="*/ 9872 w 10030"/>
              <a:gd name="connsiteY6" fmla="*/ 0 h 10000"/>
              <a:gd name="connsiteX0" fmla="*/ 9872 w 9921"/>
              <a:gd name="connsiteY0" fmla="*/ 0 h 10000"/>
              <a:gd name="connsiteX1" fmla="*/ 0 w 9921"/>
              <a:gd name="connsiteY1" fmla="*/ 0 h 10000"/>
              <a:gd name="connsiteX2" fmla="*/ 277 w 9921"/>
              <a:gd name="connsiteY2" fmla="*/ 5005 h 10000"/>
              <a:gd name="connsiteX3" fmla="*/ 0 w 9921"/>
              <a:gd name="connsiteY3" fmla="*/ 9962 h 10000"/>
              <a:gd name="connsiteX4" fmla="*/ 9867 w 9921"/>
              <a:gd name="connsiteY4" fmla="*/ 10000 h 10000"/>
              <a:gd name="connsiteX5" fmla="*/ 9890 w 9921"/>
              <a:gd name="connsiteY5" fmla="*/ 5745 h 10000"/>
              <a:gd name="connsiteX6" fmla="*/ 9872 w 9921"/>
              <a:gd name="connsiteY6" fmla="*/ 0 h 10000"/>
              <a:gd name="connsiteX0" fmla="*/ 9951 w 9974"/>
              <a:gd name="connsiteY0" fmla="*/ 0 h 10000"/>
              <a:gd name="connsiteX1" fmla="*/ 0 w 9974"/>
              <a:gd name="connsiteY1" fmla="*/ 0 h 10000"/>
              <a:gd name="connsiteX2" fmla="*/ 279 w 9974"/>
              <a:gd name="connsiteY2" fmla="*/ 5005 h 10000"/>
              <a:gd name="connsiteX3" fmla="*/ 0 w 9974"/>
              <a:gd name="connsiteY3" fmla="*/ 9962 h 10000"/>
              <a:gd name="connsiteX4" fmla="*/ 9946 w 9974"/>
              <a:gd name="connsiteY4" fmla="*/ 10000 h 10000"/>
              <a:gd name="connsiteX5" fmla="*/ 9969 w 9974"/>
              <a:gd name="connsiteY5" fmla="*/ 5745 h 10000"/>
              <a:gd name="connsiteX6" fmla="*/ 9951 w 9974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9995"/>
              <a:gd name="connsiteY0" fmla="*/ 0 h 10000"/>
              <a:gd name="connsiteX1" fmla="*/ 0 w 9995"/>
              <a:gd name="connsiteY1" fmla="*/ 0 h 10000"/>
              <a:gd name="connsiteX2" fmla="*/ 280 w 9995"/>
              <a:gd name="connsiteY2" fmla="*/ 5005 h 10000"/>
              <a:gd name="connsiteX3" fmla="*/ 0 w 9995"/>
              <a:gd name="connsiteY3" fmla="*/ 9962 h 10000"/>
              <a:gd name="connsiteX4" fmla="*/ 9972 w 9995"/>
              <a:gd name="connsiteY4" fmla="*/ 10000 h 10000"/>
              <a:gd name="connsiteX5" fmla="*/ 9995 w 9995"/>
              <a:gd name="connsiteY5" fmla="*/ 5745 h 10000"/>
              <a:gd name="connsiteX6" fmla="*/ 9977 w 9995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9977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9999 w 10004"/>
              <a:gd name="connsiteY0" fmla="*/ 0 h 10000"/>
              <a:gd name="connsiteX1" fmla="*/ 0 w 10004"/>
              <a:gd name="connsiteY1" fmla="*/ 0 h 10000"/>
              <a:gd name="connsiteX2" fmla="*/ 280 w 10004"/>
              <a:gd name="connsiteY2" fmla="*/ 5005 h 10000"/>
              <a:gd name="connsiteX3" fmla="*/ 0 w 10004"/>
              <a:gd name="connsiteY3" fmla="*/ 9962 h 10000"/>
              <a:gd name="connsiteX4" fmla="*/ 10000 w 10004"/>
              <a:gd name="connsiteY4" fmla="*/ 10000 h 10000"/>
              <a:gd name="connsiteX5" fmla="*/ 10000 w 10004"/>
              <a:gd name="connsiteY5" fmla="*/ 5745 h 10000"/>
              <a:gd name="connsiteX6" fmla="*/ 9999 w 10004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10000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14796 w 14796"/>
              <a:gd name="connsiteY0" fmla="*/ 0 h 10000"/>
              <a:gd name="connsiteX1" fmla="*/ 0 w 14796"/>
              <a:gd name="connsiteY1" fmla="*/ 0 h 10000"/>
              <a:gd name="connsiteX2" fmla="*/ 280 w 14796"/>
              <a:gd name="connsiteY2" fmla="*/ 5005 h 10000"/>
              <a:gd name="connsiteX3" fmla="*/ 0 w 14796"/>
              <a:gd name="connsiteY3" fmla="*/ 9962 h 10000"/>
              <a:gd name="connsiteX4" fmla="*/ 10000 w 14796"/>
              <a:gd name="connsiteY4" fmla="*/ 10000 h 10000"/>
              <a:gd name="connsiteX5" fmla="*/ 10000 w 14796"/>
              <a:gd name="connsiteY5" fmla="*/ 5745 h 10000"/>
              <a:gd name="connsiteX6" fmla="*/ 14796 w 14796"/>
              <a:gd name="connsiteY6" fmla="*/ 0 h 10000"/>
              <a:gd name="connsiteX0" fmla="*/ 14796 w 14796"/>
              <a:gd name="connsiteY0" fmla="*/ 0 h 9968"/>
              <a:gd name="connsiteX1" fmla="*/ 0 w 14796"/>
              <a:gd name="connsiteY1" fmla="*/ 0 h 9968"/>
              <a:gd name="connsiteX2" fmla="*/ 280 w 14796"/>
              <a:gd name="connsiteY2" fmla="*/ 5005 h 9968"/>
              <a:gd name="connsiteX3" fmla="*/ 0 w 14796"/>
              <a:gd name="connsiteY3" fmla="*/ 9962 h 9968"/>
              <a:gd name="connsiteX4" fmla="*/ 14788 w 14796"/>
              <a:gd name="connsiteY4" fmla="*/ 9968 h 9968"/>
              <a:gd name="connsiteX5" fmla="*/ 10000 w 14796"/>
              <a:gd name="connsiteY5" fmla="*/ 5745 h 9968"/>
              <a:gd name="connsiteX6" fmla="*/ 14796 w 14796"/>
              <a:gd name="connsiteY6" fmla="*/ 0 h 9968"/>
              <a:gd name="connsiteX0" fmla="*/ 10000 w 10000"/>
              <a:gd name="connsiteY0" fmla="*/ 0 h 10000"/>
              <a:gd name="connsiteX1" fmla="*/ 0 w 10000"/>
              <a:gd name="connsiteY1" fmla="*/ 0 h 10000"/>
              <a:gd name="connsiteX2" fmla="*/ 189 w 10000"/>
              <a:gd name="connsiteY2" fmla="*/ 5021 h 10000"/>
              <a:gd name="connsiteX3" fmla="*/ 0 w 10000"/>
              <a:gd name="connsiteY3" fmla="*/ 9994 h 10000"/>
              <a:gd name="connsiteX4" fmla="*/ 9995 w 10000"/>
              <a:gd name="connsiteY4" fmla="*/ 10000 h 10000"/>
              <a:gd name="connsiteX5" fmla="*/ 9998 w 10000"/>
              <a:gd name="connsiteY5" fmla="*/ 6152 h 10000"/>
              <a:gd name="connsiteX6" fmla="*/ 10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9" name="Freeform 11"/>
          <p:cNvSpPr>
            <a:spLocks/>
          </p:cNvSpPr>
          <p:nvPr userDrawn="1"/>
        </p:nvSpPr>
        <p:spPr bwMode="auto">
          <a:xfrm>
            <a:off x="310766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2556284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algn="l" defTabSz="1001624" eaLnBrk="0" hangingPunct="0"/>
            <a:r>
              <a:rPr lang="en-US" altLang="zh-CN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Foreword</a:t>
            </a:r>
            <a:endParaRPr lang="zh-CN" altLang="en-US" sz="35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3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#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912284" y="1233487"/>
            <a:ext cx="10558800" cy="4680000"/>
          </a:xfrm>
        </p:spPr>
        <p:txBody>
          <a:bodyPr/>
          <a:lstStyle>
            <a:lvl1pPr marL="301625" marR="0" indent="-301625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Char char="l"/>
              <a:tabLst/>
              <a:defRPr>
                <a:latin typeface="+mn-ea"/>
                <a:ea typeface="+mn-ea"/>
                <a:cs typeface="Arial" panose="020B0604020202020204" pitchFamily="34" charset="0"/>
              </a:defRPr>
            </a:lvl1pPr>
            <a:lvl2pPr algn="just" eaLnBrk="1" hangingPunct="1">
              <a:defRPr>
                <a:latin typeface="+mn-ea"/>
                <a:ea typeface="+mn-ea"/>
                <a:cs typeface="Arial" panose="020B0604020202020204" pitchFamily="34" charset="0"/>
              </a:defRPr>
            </a:lvl2pPr>
            <a:lvl3pPr algn="just" eaLnBrk="1" hangingPunct="1">
              <a:defRPr>
                <a:latin typeface="+mn-ea"/>
                <a:ea typeface="+mn-ea"/>
                <a:cs typeface="Arial" panose="020B0604020202020204" pitchFamily="34" charset="0"/>
              </a:defRPr>
            </a:lvl3pPr>
            <a:lvl4pPr algn="just" eaLnBrk="1" hangingPunct="1">
              <a:defRPr>
                <a:latin typeface="+mn-ea"/>
                <a:ea typeface="+mn-ea"/>
                <a:cs typeface="Arial" panose="020B0604020202020204" pitchFamily="34" charset="0"/>
              </a:defRPr>
            </a:lvl4pPr>
            <a:lvl5pPr algn="just" eaLnBrk="1" hangingPunct="1">
              <a:defRPr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marL="301625" marR="0" lvl="0" indent="-301625" algn="l" defTabSz="801688" rtl="0" eaLnBrk="0" fontAlgn="base" latinLnBrk="0" hangingPunct="0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Char char="l"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学完本课程后，您将能够：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9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443372" y="440668"/>
            <a:ext cx="533970" cy="533470"/>
            <a:chOff x="2960687" y="4865687"/>
            <a:chExt cx="1698626" cy="1697038"/>
          </a:xfrm>
          <a:solidFill>
            <a:schemeClr val="bg1"/>
          </a:solidFill>
        </p:grpSpPr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2960687" y="5251450"/>
              <a:ext cx="1311275" cy="1311275"/>
            </a:xfrm>
            <a:custGeom>
              <a:avLst/>
              <a:gdLst>
                <a:gd name="T0" fmla="*/ 1114 w 1293"/>
                <a:gd name="T1" fmla="*/ 294 h 1293"/>
                <a:gd name="T2" fmla="*/ 1233 w 1293"/>
                <a:gd name="T3" fmla="*/ 647 h 1293"/>
                <a:gd name="T4" fmla="*/ 647 w 1293"/>
                <a:gd name="T5" fmla="*/ 1233 h 1293"/>
                <a:gd name="T6" fmla="*/ 60 w 1293"/>
                <a:gd name="T7" fmla="*/ 647 h 1293"/>
                <a:gd name="T8" fmla="*/ 647 w 1293"/>
                <a:gd name="T9" fmla="*/ 60 h 1293"/>
                <a:gd name="T10" fmla="*/ 1001 w 1293"/>
                <a:gd name="T11" fmla="*/ 180 h 1293"/>
                <a:gd name="T12" fmla="*/ 1044 w 1293"/>
                <a:gd name="T13" fmla="*/ 137 h 1293"/>
                <a:gd name="T14" fmla="*/ 647 w 1293"/>
                <a:gd name="T15" fmla="*/ 0 h 1293"/>
                <a:gd name="T16" fmla="*/ 0 w 1293"/>
                <a:gd name="T17" fmla="*/ 647 h 1293"/>
                <a:gd name="T18" fmla="*/ 647 w 1293"/>
                <a:gd name="T19" fmla="*/ 1293 h 1293"/>
                <a:gd name="T20" fmla="*/ 1293 w 1293"/>
                <a:gd name="T21" fmla="*/ 647 h 1293"/>
                <a:gd name="T22" fmla="*/ 1157 w 1293"/>
                <a:gd name="T23" fmla="*/ 251 h 1293"/>
                <a:gd name="T24" fmla="*/ 1114 w 1293"/>
                <a:gd name="T25" fmla="*/ 294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3" h="1293">
                  <a:moveTo>
                    <a:pt x="1114" y="294"/>
                  </a:moveTo>
                  <a:cubicBezTo>
                    <a:pt x="1189" y="392"/>
                    <a:pt x="1233" y="514"/>
                    <a:pt x="1233" y="647"/>
                  </a:cubicBezTo>
                  <a:cubicBezTo>
                    <a:pt x="1233" y="970"/>
                    <a:pt x="970" y="1233"/>
                    <a:pt x="647" y="1233"/>
                  </a:cubicBezTo>
                  <a:cubicBezTo>
                    <a:pt x="323" y="1233"/>
                    <a:pt x="60" y="970"/>
                    <a:pt x="60" y="647"/>
                  </a:cubicBezTo>
                  <a:cubicBezTo>
                    <a:pt x="60" y="323"/>
                    <a:pt x="323" y="60"/>
                    <a:pt x="647" y="60"/>
                  </a:cubicBezTo>
                  <a:cubicBezTo>
                    <a:pt x="780" y="60"/>
                    <a:pt x="903" y="105"/>
                    <a:pt x="1001" y="180"/>
                  </a:cubicBezTo>
                  <a:cubicBezTo>
                    <a:pt x="1044" y="137"/>
                    <a:pt x="1044" y="137"/>
                    <a:pt x="1044" y="137"/>
                  </a:cubicBezTo>
                  <a:cubicBezTo>
                    <a:pt x="934" y="52"/>
                    <a:pt x="796" y="0"/>
                    <a:pt x="647" y="0"/>
                  </a:cubicBezTo>
                  <a:cubicBezTo>
                    <a:pt x="290" y="0"/>
                    <a:pt x="0" y="290"/>
                    <a:pt x="0" y="647"/>
                  </a:cubicBezTo>
                  <a:cubicBezTo>
                    <a:pt x="0" y="1003"/>
                    <a:pt x="290" y="1293"/>
                    <a:pt x="647" y="1293"/>
                  </a:cubicBezTo>
                  <a:cubicBezTo>
                    <a:pt x="1003" y="1293"/>
                    <a:pt x="1293" y="1003"/>
                    <a:pt x="1293" y="647"/>
                  </a:cubicBezTo>
                  <a:cubicBezTo>
                    <a:pt x="1293" y="498"/>
                    <a:pt x="1242" y="360"/>
                    <a:pt x="1157" y="251"/>
                  </a:cubicBezTo>
                  <a:lnTo>
                    <a:pt x="1114" y="2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168650" y="5459413"/>
              <a:ext cx="895350" cy="895350"/>
            </a:xfrm>
            <a:custGeom>
              <a:avLst/>
              <a:gdLst>
                <a:gd name="T0" fmla="*/ 762 w 883"/>
                <a:gd name="T1" fmla="*/ 235 h 883"/>
                <a:gd name="T2" fmla="*/ 823 w 883"/>
                <a:gd name="T3" fmla="*/ 442 h 883"/>
                <a:gd name="T4" fmla="*/ 442 w 883"/>
                <a:gd name="T5" fmla="*/ 823 h 883"/>
                <a:gd name="T6" fmla="*/ 60 w 883"/>
                <a:gd name="T7" fmla="*/ 442 h 883"/>
                <a:gd name="T8" fmla="*/ 442 w 883"/>
                <a:gd name="T9" fmla="*/ 60 h 883"/>
                <a:gd name="T10" fmla="*/ 649 w 883"/>
                <a:gd name="T11" fmla="*/ 122 h 883"/>
                <a:gd name="T12" fmla="*/ 692 w 883"/>
                <a:gd name="T13" fmla="*/ 78 h 883"/>
                <a:gd name="T14" fmla="*/ 442 w 883"/>
                <a:gd name="T15" fmla="*/ 0 h 883"/>
                <a:gd name="T16" fmla="*/ 0 w 883"/>
                <a:gd name="T17" fmla="*/ 442 h 883"/>
                <a:gd name="T18" fmla="*/ 442 w 883"/>
                <a:gd name="T19" fmla="*/ 883 h 883"/>
                <a:gd name="T20" fmla="*/ 883 w 883"/>
                <a:gd name="T21" fmla="*/ 442 h 883"/>
                <a:gd name="T22" fmla="*/ 806 w 883"/>
                <a:gd name="T23" fmla="*/ 192 h 883"/>
                <a:gd name="T24" fmla="*/ 762 w 883"/>
                <a:gd name="T25" fmla="*/ 235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3" h="883">
                  <a:moveTo>
                    <a:pt x="762" y="235"/>
                  </a:moveTo>
                  <a:cubicBezTo>
                    <a:pt x="801" y="295"/>
                    <a:pt x="823" y="366"/>
                    <a:pt x="823" y="442"/>
                  </a:cubicBezTo>
                  <a:cubicBezTo>
                    <a:pt x="823" y="652"/>
                    <a:pt x="652" y="823"/>
                    <a:pt x="442" y="823"/>
                  </a:cubicBezTo>
                  <a:cubicBezTo>
                    <a:pt x="231" y="823"/>
                    <a:pt x="60" y="652"/>
                    <a:pt x="60" y="442"/>
                  </a:cubicBezTo>
                  <a:cubicBezTo>
                    <a:pt x="60" y="231"/>
                    <a:pt x="231" y="60"/>
                    <a:pt x="442" y="60"/>
                  </a:cubicBezTo>
                  <a:cubicBezTo>
                    <a:pt x="518" y="60"/>
                    <a:pt x="589" y="83"/>
                    <a:pt x="649" y="122"/>
                  </a:cubicBezTo>
                  <a:cubicBezTo>
                    <a:pt x="692" y="78"/>
                    <a:pt x="692" y="78"/>
                    <a:pt x="692" y="78"/>
                  </a:cubicBezTo>
                  <a:cubicBezTo>
                    <a:pt x="621" y="29"/>
                    <a:pt x="535" y="0"/>
                    <a:pt x="442" y="0"/>
                  </a:cubicBezTo>
                  <a:cubicBezTo>
                    <a:pt x="198" y="0"/>
                    <a:pt x="0" y="198"/>
                    <a:pt x="0" y="442"/>
                  </a:cubicBezTo>
                  <a:cubicBezTo>
                    <a:pt x="0" y="685"/>
                    <a:pt x="198" y="883"/>
                    <a:pt x="442" y="883"/>
                  </a:cubicBezTo>
                  <a:cubicBezTo>
                    <a:pt x="685" y="883"/>
                    <a:pt x="883" y="685"/>
                    <a:pt x="883" y="442"/>
                  </a:cubicBezTo>
                  <a:cubicBezTo>
                    <a:pt x="883" y="349"/>
                    <a:pt x="855" y="263"/>
                    <a:pt x="806" y="192"/>
                  </a:cubicBezTo>
                  <a:lnTo>
                    <a:pt x="762" y="2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3384550" y="5675313"/>
              <a:ext cx="463550" cy="463550"/>
            </a:xfrm>
            <a:custGeom>
              <a:avLst/>
              <a:gdLst>
                <a:gd name="T0" fmla="*/ 390 w 457"/>
                <a:gd name="T1" fmla="*/ 181 h 457"/>
                <a:gd name="T2" fmla="*/ 397 w 457"/>
                <a:gd name="T3" fmla="*/ 229 h 457"/>
                <a:gd name="T4" fmla="*/ 229 w 457"/>
                <a:gd name="T5" fmla="*/ 397 h 457"/>
                <a:gd name="T6" fmla="*/ 60 w 457"/>
                <a:gd name="T7" fmla="*/ 229 h 457"/>
                <a:gd name="T8" fmla="*/ 229 w 457"/>
                <a:gd name="T9" fmla="*/ 60 h 457"/>
                <a:gd name="T10" fmla="*/ 277 w 457"/>
                <a:gd name="T11" fmla="*/ 67 h 457"/>
                <a:gd name="T12" fmla="*/ 324 w 457"/>
                <a:gd name="T13" fmla="*/ 21 h 457"/>
                <a:gd name="T14" fmla="*/ 229 w 457"/>
                <a:gd name="T15" fmla="*/ 0 h 457"/>
                <a:gd name="T16" fmla="*/ 0 w 457"/>
                <a:gd name="T17" fmla="*/ 229 h 457"/>
                <a:gd name="T18" fmla="*/ 229 w 457"/>
                <a:gd name="T19" fmla="*/ 457 h 457"/>
                <a:gd name="T20" fmla="*/ 457 w 457"/>
                <a:gd name="T21" fmla="*/ 229 h 457"/>
                <a:gd name="T22" fmla="*/ 437 w 457"/>
                <a:gd name="T23" fmla="*/ 134 h 457"/>
                <a:gd name="T24" fmla="*/ 390 w 457"/>
                <a:gd name="T25" fmla="*/ 181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7" h="457">
                  <a:moveTo>
                    <a:pt x="390" y="181"/>
                  </a:moveTo>
                  <a:cubicBezTo>
                    <a:pt x="395" y="196"/>
                    <a:pt x="397" y="212"/>
                    <a:pt x="397" y="229"/>
                  </a:cubicBezTo>
                  <a:cubicBezTo>
                    <a:pt x="397" y="322"/>
                    <a:pt x="322" y="397"/>
                    <a:pt x="229" y="397"/>
                  </a:cubicBezTo>
                  <a:cubicBezTo>
                    <a:pt x="136" y="397"/>
                    <a:pt x="60" y="322"/>
                    <a:pt x="60" y="229"/>
                  </a:cubicBezTo>
                  <a:cubicBezTo>
                    <a:pt x="60" y="136"/>
                    <a:pt x="136" y="60"/>
                    <a:pt x="229" y="60"/>
                  </a:cubicBezTo>
                  <a:cubicBezTo>
                    <a:pt x="245" y="60"/>
                    <a:pt x="262" y="63"/>
                    <a:pt x="277" y="67"/>
                  </a:cubicBezTo>
                  <a:cubicBezTo>
                    <a:pt x="324" y="21"/>
                    <a:pt x="324" y="21"/>
                    <a:pt x="324" y="21"/>
                  </a:cubicBezTo>
                  <a:cubicBezTo>
                    <a:pt x="295" y="8"/>
                    <a:pt x="263" y="0"/>
                    <a:pt x="229" y="0"/>
                  </a:cubicBezTo>
                  <a:cubicBezTo>
                    <a:pt x="103" y="0"/>
                    <a:pt x="0" y="103"/>
                    <a:pt x="0" y="229"/>
                  </a:cubicBezTo>
                  <a:cubicBezTo>
                    <a:pt x="0" y="355"/>
                    <a:pt x="103" y="457"/>
                    <a:pt x="229" y="457"/>
                  </a:cubicBezTo>
                  <a:cubicBezTo>
                    <a:pt x="355" y="457"/>
                    <a:pt x="457" y="355"/>
                    <a:pt x="457" y="229"/>
                  </a:cubicBezTo>
                  <a:cubicBezTo>
                    <a:pt x="457" y="195"/>
                    <a:pt x="450" y="163"/>
                    <a:pt x="437" y="134"/>
                  </a:cubicBezTo>
                  <a:lnTo>
                    <a:pt x="390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4" name="Freeform 9"/>
            <p:cNvSpPr>
              <a:spLocks/>
            </p:cNvSpPr>
            <p:nvPr/>
          </p:nvSpPr>
          <p:spPr bwMode="auto">
            <a:xfrm>
              <a:off x="3582988" y="5092700"/>
              <a:ext cx="850900" cy="844550"/>
            </a:xfrm>
            <a:custGeom>
              <a:avLst/>
              <a:gdLst>
                <a:gd name="T0" fmla="*/ 33 w 839"/>
                <a:gd name="T1" fmla="*/ 834 h 834"/>
                <a:gd name="T2" fmla="*/ 11 w 839"/>
                <a:gd name="T3" fmla="*/ 825 h 834"/>
                <a:gd name="T4" fmla="*/ 11 w 839"/>
                <a:gd name="T5" fmla="*/ 782 h 834"/>
                <a:gd name="T6" fmla="*/ 785 w 839"/>
                <a:gd name="T7" fmla="*/ 12 h 834"/>
                <a:gd name="T8" fmla="*/ 827 w 839"/>
                <a:gd name="T9" fmla="*/ 12 h 834"/>
                <a:gd name="T10" fmla="*/ 827 w 839"/>
                <a:gd name="T11" fmla="*/ 54 h 834"/>
                <a:gd name="T12" fmla="*/ 54 w 839"/>
                <a:gd name="T13" fmla="*/ 825 h 834"/>
                <a:gd name="T14" fmla="*/ 33 w 839"/>
                <a:gd name="T15" fmla="*/ 834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9" h="834">
                  <a:moveTo>
                    <a:pt x="33" y="834"/>
                  </a:moveTo>
                  <a:cubicBezTo>
                    <a:pt x="25" y="834"/>
                    <a:pt x="17" y="831"/>
                    <a:pt x="11" y="825"/>
                  </a:cubicBezTo>
                  <a:cubicBezTo>
                    <a:pt x="0" y="813"/>
                    <a:pt x="0" y="794"/>
                    <a:pt x="11" y="782"/>
                  </a:cubicBezTo>
                  <a:cubicBezTo>
                    <a:pt x="785" y="12"/>
                    <a:pt x="785" y="12"/>
                    <a:pt x="785" y="12"/>
                  </a:cubicBezTo>
                  <a:cubicBezTo>
                    <a:pt x="796" y="0"/>
                    <a:pt x="815" y="0"/>
                    <a:pt x="827" y="12"/>
                  </a:cubicBezTo>
                  <a:cubicBezTo>
                    <a:pt x="839" y="24"/>
                    <a:pt x="839" y="43"/>
                    <a:pt x="827" y="54"/>
                  </a:cubicBezTo>
                  <a:cubicBezTo>
                    <a:pt x="54" y="825"/>
                    <a:pt x="54" y="825"/>
                    <a:pt x="54" y="825"/>
                  </a:cubicBezTo>
                  <a:cubicBezTo>
                    <a:pt x="48" y="831"/>
                    <a:pt x="40" y="834"/>
                    <a:pt x="33" y="8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5" name="Freeform 10"/>
            <p:cNvSpPr>
              <a:spLocks noEditPoints="1"/>
            </p:cNvSpPr>
            <p:nvPr/>
          </p:nvSpPr>
          <p:spPr bwMode="auto">
            <a:xfrm>
              <a:off x="4140200" y="4865687"/>
              <a:ext cx="301625" cy="500063"/>
            </a:xfrm>
            <a:custGeom>
              <a:avLst/>
              <a:gdLst>
                <a:gd name="T0" fmla="*/ 50 w 298"/>
                <a:gd name="T1" fmla="*/ 492 h 492"/>
                <a:gd name="T2" fmla="*/ 40 w 298"/>
                <a:gd name="T3" fmla="*/ 490 h 492"/>
                <a:gd name="T4" fmla="*/ 20 w 298"/>
                <a:gd name="T5" fmla="*/ 464 h 492"/>
                <a:gd name="T6" fmla="*/ 1 w 298"/>
                <a:gd name="T7" fmla="*/ 252 h 492"/>
                <a:gd name="T8" fmla="*/ 10 w 298"/>
                <a:gd name="T9" fmla="*/ 228 h 492"/>
                <a:gd name="T10" fmla="*/ 227 w 298"/>
                <a:gd name="T11" fmla="*/ 11 h 492"/>
                <a:gd name="T12" fmla="*/ 259 w 298"/>
                <a:gd name="T13" fmla="*/ 4 h 492"/>
                <a:gd name="T14" fmla="*/ 278 w 298"/>
                <a:gd name="T15" fmla="*/ 29 h 492"/>
                <a:gd name="T16" fmla="*/ 297 w 298"/>
                <a:gd name="T17" fmla="*/ 242 h 492"/>
                <a:gd name="T18" fmla="*/ 289 w 298"/>
                <a:gd name="T19" fmla="*/ 266 h 492"/>
                <a:gd name="T20" fmla="*/ 71 w 298"/>
                <a:gd name="T21" fmla="*/ 483 h 492"/>
                <a:gd name="T22" fmla="*/ 50 w 298"/>
                <a:gd name="T23" fmla="*/ 492 h 492"/>
                <a:gd name="T24" fmla="*/ 62 w 298"/>
                <a:gd name="T25" fmla="*/ 260 h 492"/>
                <a:gd name="T26" fmla="*/ 74 w 298"/>
                <a:gd name="T27" fmla="*/ 395 h 492"/>
                <a:gd name="T28" fmla="*/ 236 w 298"/>
                <a:gd name="T29" fmla="*/ 233 h 492"/>
                <a:gd name="T30" fmla="*/ 224 w 298"/>
                <a:gd name="T31" fmla="*/ 99 h 492"/>
                <a:gd name="T32" fmla="*/ 62 w 298"/>
                <a:gd name="T33" fmla="*/ 26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8" h="492">
                  <a:moveTo>
                    <a:pt x="50" y="492"/>
                  </a:moveTo>
                  <a:cubicBezTo>
                    <a:pt x="46" y="492"/>
                    <a:pt x="43" y="491"/>
                    <a:pt x="40" y="490"/>
                  </a:cubicBezTo>
                  <a:cubicBezTo>
                    <a:pt x="29" y="486"/>
                    <a:pt x="21" y="476"/>
                    <a:pt x="20" y="464"/>
                  </a:cubicBezTo>
                  <a:cubicBezTo>
                    <a:pt x="1" y="252"/>
                    <a:pt x="1" y="252"/>
                    <a:pt x="1" y="252"/>
                  </a:cubicBezTo>
                  <a:cubicBezTo>
                    <a:pt x="0" y="243"/>
                    <a:pt x="3" y="234"/>
                    <a:pt x="10" y="228"/>
                  </a:cubicBezTo>
                  <a:cubicBezTo>
                    <a:pt x="227" y="11"/>
                    <a:pt x="227" y="11"/>
                    <a:pt x="227" y="11"/>
                  </a:cubicBezTo>
                  <a:cubicBezTo>
                    <a:pt x="235" y="2"/>
                    <a:pt x="248" y="0"/>
                    <a:pt x="259" y="4"/>
                  </a:cubicBezTo>
                  <a:cubicBezTo>
                    <a:pt x="270" y="7"/>
                    <a:pt x="277" y="17"/>
                    <a:pt x="278" y="29"/>
                  </a:cubicBezTo>
                  <a:cubicBezTo>
                    <a:pt x="297" y="242"/>
                    <a:pt x="297" y="242"/>
                    <a:pt x="297" y="242"/>
                  </a:cubicBezTo>
                  <a:cubicBezTo>
                    <a:pt x="298" y="251"/>
                    <a:pt x="295" y="259"/>
                    <a:pt x="289" y="266"/>
                  </a:cubicBezTo>
                  <a:cubicBezTo>
                    <a:pt x="71" y="483"/>
                    <a:pt x="71" y="483"/>
                    <a:pt x="71" y="483"/>
                  </a:cubicBezTo>
                  <a:cubicBezTo>
                    <a:pt x="65" y="489"/>
                    <a:pt x="58" y="492"/>
                    <a:pt x="50" y="492"/>
                  </a:cubicBezTo>
                  <a:close/>
                  <a:moveTo>
                    <a:pt x="62" y="260"/>
                  </a:moveTo>
                  <a:cubicBezTo>
                    <a:pt x="74" y="395"/>
                    <a:pt x="74" y="395"/>
                    <a:pt x="74" y="395"/>
                  </a:cubicBezTo>
                  <a:cubicBezTo>
                    <a:pt x="236" y="233"/>
                    <a:pt x="236" y="233"/>
                    <a:pt x="236" y="233"/>
                  </a:cubicBezTo>
                  <a:cubicBezTo>
                    <a:pt x="224" y="99"/>
                    <a:pt x="224" y="99"/>
                    <a:pt x="224" y="99"/>
                  </a:cubicBezTo>
                  <a:lnTo>
                    <a:pt x="62" y="2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6" name="Freeform 11"/>
            <p:cNvSpPr>
              <a:spLocks noEditPoints="1"/>
            </p:cNvSpPr>
            <p:nvPr/>
          </p:nvSpPr>
          <p:spPr bwMode="auto">
            <a:xfrm>
              <a:off x="4157663" y="5083175"/>
              <a:ext cx="501650" cy="301625"/>
            </a:xfrm>
            <a:custGeom>
              <a:avLst/>
              <a:gdLst>
                <a:gd name="T0" fmla="*/ 245 w 494"/>
                <a:gd name="T1" fmla="*/ 297 h 297"/>
                <a:gd name="T2" fmla="*/ 242 w 494"/>
                <a:gd name="T3" fmla="*/ 296 h 297"/>
                <a:gd name="T4" fmla="*/ 29 w 494"/>
                <a:gd name="T5" fmla="*/ 278 h 297"/>
                <a:gd name="T6" fmla="*/ 4 w 494"/>
                <a:gd name="T7" fmla="*/ 258 h 297"/>
                <a:gd name="T8" fmla="*/ 11 w 494"/>
                <a:gd name="T9" fmla="*/ 226 h 297"/>
                <a:gd name="T10" fmla="*/ 228 w 494"/>
                <a:gd name="T11" fmla="*/ 9 h 297"/>
                <a:gd name="T12" fmla="*/ 252 w 494"/>
                <a:gd name="T13" fmla="*/ 0 h 297"/>
                <a:gd name="T14" fmla="*/ 464 w 494"/>
                <a:gd name="T15" fmla="*/ 19 h 297"/>
                <a:gd name="T16" fmla="*/ 490 w 494"/>
                <a:gd name="T17" fmla="*/ 39 h 297"/>
                <a:gd name="T18" fmla="*/ 483 w 494"/>
                <a:gd name="T19" fmla="*/ 70 h 297"/>
                <a:gd name="T20" fmla="*/ 266 w 494"/>
                <a:gd name="T21" fmla="*/ 288 h 297"/>
                <a:gd name="T22" fmla="*/ 245 w 494"/>
                <a:gd name="T23" fmla="*/ 297 h 297"/>
                <a:gd name="T24" fmla="*/ 99 w 494"/>
                <a:gd name="T25" fmla="*/ 223 h 297"/>
                <a:gd name="T26" fmla="*/ 233 w 494"/>
                <a:gd name="T27" fmla="*/ 235 h 297"/>
                <a:gd name="T28" fmla="*/ 395 w 494"/>
                <a:gd name="T29" fmla="*/ 73 h 297"/>
                <a:gd name="T30" fmla="*/ 261 w 494"/>
                <a:gd name="T31" fmla="*/ 62 h 297"/>
                <a:gd name="T32" fmla="*/ 99 w 494"/>
                <a:gd name="T33" fmla="*/ 223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4" h="297">
                  <a:moveTo>
                    <a:pt x="245" y="297"/>
                  </a:moveTo>
                  <a:cubicBezTo>
                    <a:pt x="244" y="297"/>
                    <a:pt x="243" y="297"/>
                    <a:pt x="242" y="296"/>
                  </a:cubicBezTo>
                  <a:cubicBezTo>
                    <a:pt x="29" y="278"/>
                    <a:pt x="29" y="278"/>
                    <a:pt x="29" y="278"/>
                  </a:cubicBezTo>
                  <a:cubicBezTo>
                    <a:pt x="18" y="277"/>
                    <a:pt x="8" y="269"/>
                    <a:pt x="4" y="258"/>
                  </a:cubicBezTo>
                  <a:cubicBezTo>
                    <a:pt x="0" y="247"/>
                    <a:pt x="2" y="235"/>
                    <a:pt x="11" y="226"/>
                  </a:cubicBezTo>
                  <a:cubicBezTo>
                    <a:pt x="228" y="9"/>
                    <a:pt x="228" y="9"/>
                    <a:pt x="228" y="9"/>
                  </a:cubicBezTo>
                  <a:cubicBezTo>
                    <a:pt x="234" y="3"/>
                    <a:pt x="243" y="0"/>
                    <a:pt x="252" y="0"/>
                  </a:cubicBezTo>
                  <a:cubicBezTo>
                    <a:pt x="464" y="19"/>
                    <a:pt x="464" y="19"/>
                    <a:pt x="464" y="19"/>
                  </a:cubicBezTo>
                  <a:cubicBezTo>
                    <a:pt x="476" y="20"/>
                    <a:pt x="486" y="28"/>
                    <a:pt x="490" y="39"/>
                  </a:cubicBezTo>
                  <a:cubicBezTo>
                    <a:pt x="494" y="50"/>
                    <a:pt x="491" y="62"/>
                    <a:pt x="483" y="70"/>
                  </a:cubicBezTo>
                  <a:cubicBezTo>
                    <a:pt x="266" y="288"/>
                    <a:pt x="266" y="288"/>
                    <a:pt x="266" y="288"/>
                  </a:cubicBezTo>
                  <a:cubicBezTo>
                    <a:pt x="260" y="293"/>
                    <a:pt x="252" y="297"/>
                    <a:pt x="245" y="297"/>
                  </a:cubicBezTo>
                  <a:close/>
                  <a:moveTo>
                    <a:pt x="99" y="223"/>
                  </a:moveTo>
                  <a:cubicBezTo>
                    <a:pt x="233" y="235"/>
                    <a:pt x="233" y="235"/>
                    <a:pt x="233" y="235"/>
                  </a:cubicBezTo>
                  <a:cubicBezTo>
                    <a:pt x="395" y="73"/>
                    <a:pt x="395" y="73"/>
                    <a:pt x="395" y="73"/>
                  </a:cubicBezTo>
                  <a:cubicBezTo>
                    <a:pt x="261" y="62"/>
                    <a:pt x="261" y="62"/>
                    <a:pt x="261" y="62"/>
                  </a:cubicBezTo>
                  <a:lnTo>
                    <a:pt x="99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  <p:sp>
        <p:nvSpPr>
          <p:cNvPr id="18" name="Freeform 6"/>
          <p:cNvSpPr>
            <a:spLocks/>
          </p:cNvSpPr>
          <p:nvPr userDrawn="1"/>
        </p:nvSpPr>
        <p:spPr bwMode="auto">
          <a:xfrm>
            <a:off x="3213039" y="296368"/>
            <a:ext cx="8978961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" fmla="*/ 7021 w 10000"/>
              <a:gd name="connsiteY0" fmla="*/ 0 h 10000"/>
              <a:gd name="connsiteX1" fmla="*/ 0 w 10000"/>
              <a:gd name="connsiteY1" fmla="*/ 0 h 10000"/>
              <a:gd name="connsiteX2" fmla="*/ 197 w 10000"/>
              <a:gd name="connsiteY2" fmla="*/ 5024 h 10000"/>
              <a:gd name="connsiteX3" fmla="*/ 0 w 10000"/>
              <a:gd name="connsiteY3" fmla="*/ 10000 h 10000"/>
              <a:gd name="connsiteX4" fmla="*/ 10000 w 10000"/>
              <a:gd name="connsiteY4" fmla="*/ 10000 h 10000"/>
              <a:gd name="connsiteX5" fmla="*/ 7736 w 10000"/>
              <a:gd name="connsiteY5" fmla="*/ 5574 h 10000"/>
              <a:gd name="connsiteX6" fmla="*/ 7021 w 10000"/>
              <a:gd name="connsiteY6" fmla="*/ 0 h 10000"/>
              <a:gd name="connsiteX0" fmla="*/ 7021 w 7736"/>
              <a:gd name="connsiteY0" fmla="*/ 0 h 10038"/>
              <a:gd name="connsiteX1" fmla="*/ 0 w 7736"/>
              <a:gd name="connsiteY1" fmla="*/ 0 h 10038"/>
              <a:gd name="connsiteX2" fmla="*/ 197 w 7736"/>
              <a:gd name="connsiteY2" fmla="*/ 5024 h 10038"/>
              <a:gd name="connsiteX3" fmla="*/ 0 w 7736"/>
              <a:gd name="connsiteY3" fmla="*/ 10000 h 10038"/>
              <a:gd name="connsiteX4" fmla="*/ 7017 w 7736"/>
              <a:gd name="connsiteY4" fmla="*/ 10038 h 10038"/>
              <a:gd name="connsiteX5" fmla="*/ 7736 w 7736"/>
              <a:gd name="connsiteY5" fmla="*/ 5574 h 10038"/>
              <a:gd name="connsiteX6" fmla="*/ 7021 w 7736"/>
              <a:gd name="connsiteY6" fmla="*/ 0 h 10038"/>
              <a:gd name="connsiteX0" fmla="*/ 9076 w 9316"/>
              <a:gd name="connsiteY0" fmla="*/ 0 h 10000"/>
              <a:gd name="connsiteX1" fmla="*/ 0 w 9316"/>
              <a:gd name="connsiteY1" fmla="*/ 0 h 10000"/>
              <a:gd name="connsiteX2" fmla="*/ 255 w 9316"/>
              <a:gd name="connsiteY2" fmla="*/ 5005 h 10000"/>
              <a:gd name="connsiteX3" fmla="*/ 0 w 9316"/>
              <a:gd name="connsiteY3" fmla="*/ 9962 h 10000"/>
              <a:gd name="connsiteX4" fmla="*/ 9071 w 9316"/>
              <a:gd name="connsiteY4" fmla="*/ 10000 h 10000"/>
              <a:gd name="connsiteX5" fmla="*/ 9316 w 9316"/>
              <a:gd name="connsiteY5" fmla="*/ 5668 h 10000"/>
              <a:gd name="connsiteX6" fmla="*/ 9076 w 9316"/>
              <a:gd name="connsiteY6" fmla="*/ 0 h 10000"/>
              <a:gd name="connsiteX0" fmla="*/ 9742 w 10000"/>
              <a:gd name="connsiteY0" fmla="*/ 0 h 10000"/>
              <a:gd name="connsiteX1" fmla="*/ 0 w 10000"/>
              <a:gd name="connsiteY1" fmla="*/ 0 h 10000"/>
              <a:gd name="connsiteX2" fmla="*/ 274 w 10000"/>
              <a:gd name="connsiteY2" fmla="*/ 5005 h 10000"/>
              <a:gd name="connsiteX3" fmla="*/ 0 w 10000"/>
              <a:gd name="connsiteY3" fmla="*/ 9962 h 10000"/>
              <a:gd name="connsiteX4" fmla="*/ 9737 w 10000"/>
              <a:gd name="connsiteY4" fmla="*/ 10000 h 10000"/>
              <a:gd name="connsiteX5" fmla="*/ 10000 w 10000"/>
              <a:gd name="connsiteY5" fmla="*/ 5668 h 10000"/>
              <a:gd name="connsiteX6" fmla="*/ 9742 w 10000"/>
              <a:gd name="connsiteY6" fmla="*/ 0 h 10000"/>
              <a:gd name="connsiteX0" fmla="*/ 9742 w 9877"/>
              <a:gd name="connsiteY0" fmla="*/ 0 h 10000"/>
              <a:gd name="connsiteX1" fmla="*/ 0 w 9877"/>
              <a:gd name="connsiteY1" fmla="*/ 0 h 10000"/>
              <a:gd name="connsiteX2" fmla="*/ 274 w 9877"/>
              <a:gd name="connsiteY2" fmla="*/ 5005 h 10000"/>
              <a:gd name="connsiteX3" fmla="*/ 0 w 9877"/>
              <a:gd name="connsiteY3" fmla="*/ 9962 h 10000"/>
              <a:gd name="connsiteX4" fmla="*/ 9737 w 9877"/>
              <a:gd name="connsiteY4" fmla="*/ 10000 h 10000"/>
              <a:gd name="connsiteX5" fmla="*/ 9738 w 9877"/>
              <a:gd name="connsiteY5" fmla="*/ 5783 h 10000"/>
              <a:gd name="connsiteX6" fmla="*/ 9742 w 9877"/>
              <a:gd name="connsiteY6" fmla="*/ 0 h 10000"/>
              <a:gd name="connsiteX0" fmla="*/ 9863 w 9991"/>
              <a:gd name="connsiteY0" fmla="*/ 0 h 10000"/>
              <a:gd name="connsiteX1" fmla="*/ 0 w 9991"/>
              <a:gd name="connsiteY1" fmla="*/ 0 h 10000"/>
              <a:gd name="connsiteX2" fmla="*/ 277 w 9991"/>
              <a:gd name="connsiteY2" fmla="*/ 5005 h 10000"/>
              <a:gd name="connsiteX3" fmla="*/ 0 w 9991"/>
              <a:gd name="connsiteY3" fmla="*/ 9962 h 10000"/>
              <a:gd name="connsiteX4" fmla="*/ 9858 w 9991"/>
              <a:gd name="connsiteY4" fmla="*/ 10000 h 10000"/>
              <a:gd name="connsiteX5" fmla="*/ 9817 w 9991"/>
              <a:gd name="connsiteY5" fmla="*/ 5783 h 10000"/>
              <a:gd name="connsiteX6" fmla="*/ 9863 w 9991"/>
              <a:gd name="connsiteY6" fmla="*/ 0 h 10000"/>
              <a:gd name="connsiteX0" fmla="*/ 9872 w 10014"/>
              <a:gd name="connsiteY0" fmla="*/ 0 h 10000"/>
              <a:gd name="connsiteX1" fmla="*/ 0 w 10014"/>
              <a:gd name="connsiteY1" fmla="*/ 0 h 10000"/>
              <a:gd name="connsiteX2" fmla="*/ 277 w 10014"/>
              <a:gd name="connsiteY2" fmla="*/ 5005 h 10000"/>
              <a:gd name="connsiteX3" fmla="*/ 0 w 10014"/>
              <a:gd name="connsiteY3" fmla="*/ 9962 h 10000"/>
              <a:gd name="connsiteX4" fmla="*/ 9867 w 10014"/>
              <a:gd name="connsiteY4" fmla="*/ 10000 h 10000"/>
              <a:gd name="connsiteX5" fmla="*/ 9890 w 10014"/>
              <a:gd name="connsiteY5" fmla="*/ 5745 h 10000"/>
              <a:gd name="connsiteX6" fmla="*/ 9872 w 10014"/>
              <a:gd name="connsiteY6" fmla="*/ 0 h 10000"/>
              <a:gd name="connsiteX0" fmla="*/ 9872 w 10030"/>
              <a:gd name="connsiteY0" fmla="*/ 0 h 10000"/>
              <a:gd name="connsiteX1" fmla="*/ 0 w 10030"/>
              <a:gd name="connsiteY1" fmla="*/ 0 h 10000"/>
              <a:gd name="connsiteX2" fmla="*/ 277 w 10030"/>
              <a:gd name="connsiteY2" fmla="*/ 5005 h 10000"/>
              <a:gd name="connsiteX3" fmla="*/ 0 w 10030"/>
              <a:gd name="connsiteY3" fmla="*/ 9962 h 10000"/>
              <a:gd name="connsiteX4" fmla="*/ 9867 w 10030"/>
              <a:gd name="connsiteY4" fmla="*/ 10000 h 10000"/>
              <a:gd name="connsiteX5" fmla="*/ 9890 w 10030"/>
              <a:gd name="connsiteY5" fmla="*/ 5745 h 10000"/>
              <a:gd name="connsiteX6" fmla="*/ 9872 w 10030"/>
              <a:gd name="connsiteY6" fmla="*/ 0 h 10000"/>
              <a:gd name="connsiteX0" fmla="*/ 9872 w 9921"/>
              <a:gd name="connsiteY0" fmla="*/ 0 h 10000"/>
              <a:gd name="connsiteX1" fmla="*/ 0 w 9921"/>
              <a:gd name="connsiteY1" fmla="*/ 0 h 10000"/>
              <a:gd name="connsiteX2" fmla="*/ 277 w 9921"/>
              <a:gd name="connsiteY2" fmla="*/ 5005 h 10000"/>
              <a:gd name="connsiteX3" fmla="*/ 0 w 9921"/>
              <a:gd name="connsiteY3" fmla="*/ 9962 h 10000"/>
              <a:gd name="connsiteX4" fmla="*/ 9867 w 9921"/>
              <a:gd name="connsiteY4" fmla="*/ 10000 h 10000"/>
              <a:gd name="connsiteX5" fmla="*/ 9890 w 9921"/>
              <a:gd name="connsiteY5" fmla="*/ 5745 h 10000"/>
              <a:gd name="connsiteX6" fmla="*/ 9872 w 9921"/>
              <a:gd name="connsiteY6" fmla="*/ 0 h 10000"/>
              <a:gd name="connsiteX0" fmla="*/ 9951 w 9974"/>
              <a:gd name="connsiteY0" fmla="*/ 0 h 10000"/>
              <a:gd name="connsiteX1" fmla="*/ 0 w 9974"/>
              <a:gd name="connsiteY1" fmla="*/ 0 h 10000"/>
              <a:gd name="connsiteX2" fmla="*/ 279 w 9974"/>
              <a:gd name="connsiteY2" fmla="*/ 5005 h 10000"/>
              <a:gd name="connsiteX3" fmla="*/ 0 w 9974"/>
              <a:gd name="connsiteY3" fmla="*/ 9962 h 10000"/>
              <a:gd name="connsiteX4" fmla="*/ 9946 w 9974"/>
              <a:gd name="connsiteY4" fmla="*/ 10000 h 10000"/>
              <a:gd name="connsiteX5" fmla="*/ 9969 w 9974"/>
              <a:gd name="connsiteY5" fmla="*/ 5745 h 10000"/>
              <a:gd name="connsiteX6" fmla="*/ 9951 w 9974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9995"/>
              <a:gd name="connsiteY0" fmla="*/ 0 h 10000"/>
              <a:gd name="connsiteX1" fmla="*/ 0 w 9995"/>
              <a:gd name="connsiteY1" fmla="*/ 0 h 10000"/>
              <a:gd name="connsiteX2" fmla="*/ 280 w 9995"/>
              <a:gd name="connsiteY2" fmla="*/ 5005 h 10000"/>
              <a:gd name="connsiteX3" fmla="*/ 0 w 9995"/>
              <a:gd name="connsiteY3" fmla="*/ 9962 h 10000"/>
              <a:gd name="connsiteX4" fmla="*/ 9972 w 9995"/>
              <a:gd name="connsiteY4" fmla="*/ 10000 h 10000"/>
              <a:gd name="connsiteX5" fmla="*/ 9995 w 9995"/>
              <a:gd name="connsiteY5" fmla="*/ 5745 h 10000"/>
              <a:gd name="connsiteX6" fmla="*/ 9977 w 9995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9977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9999 w 10004"/>
              <a:gd name="connsiteY0" fmla="*/ 0 h 10000"/>
              <a:gd name="connsiteX1" fmla="*/ 0 w 10004"/>
              <a:gd name="connsiteY1" fmla="*/ 0 h 10000"/>
              <a:gd name="connsiteX2" fmla="*/ 280 w 10004"/>
              <a:gd name="connsiteY2" fmla="*/ 5005 h 10000"/>
              <a:gd name="connsiteX3" fmla="*/ 0 w 10004"/>
              <a:gd name="connsiteY3" fmla="*/ 9962 h 10000"/>
              <a:gd name="connsiteX4" fmla="*/ 10000 w 10004"/>
              <a:gd name="connsiteY4" fmla="*/ 10000 h 10000"/>
              <a:gd name="connsiteX5" fmla="*/ 10000 w 10004"/>
              <a:gd name="connsiteY5" fmla="*/ 5745 h 10000"/>
              <a:gd name="connsiteX6" fmla="*/ 9999 w 10004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10000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14796 w 14796"/>
              <a:gd name="connsiteY0" fmla="*/ 0 h 10000"/>
              <a:gd name="connsiteX1" fmla="*/ 0 w 14796"/>
              <a:gd name="connsiteY1" fmla="*/ 0 h 10000"/>
              <a:gd name="connsiteX2" fmla="*/ 280 w 14796"/>
              <a:gd name="connsiteY2" fmla="*/ 5005 h 10000"/>
              <a:gd name="connsiteX3" fmla="*/ 0 w 14796"/>
              <a:gd name="connsiteY3" fmla="*/ 9962 h 10000"/>
              <a:gd name="connsiteX4" fmla="*/ 10000 w 14796"/>
              <a:gd name="connsiteY4" fmla="*/ 10000 h 10000"/>
              <a:gd name="connsiteX5" fmla="*/ 10000 w 14796"/>
              <a:gd name="connsiteY5" fmla="*/ 5745 h 10000"/>
              <a:gd name="connsiteX6" fmla="*/ 14796 w 14796"/>
              <a:gd name="connsiteY6" fmla="*/ 0 h 10000"/>
              <a:gd name="connsiteX0" fmla="*/ 14796 w 14796"/>
              <a:gd name="connsiteY0" fmla="*/ 0 h 9968"/>
              <a:gd name="connsiteX1" fmla="*/ 0 w 14796"/>
              <a:gd name="connsiteY1" fmla="*/ 0 h 9968"/>
              <a:gd name="connsiteX2" fmla="*/ 280 w 14796"/>
              <a:gd name="connsiteY2" fmla="*/ 5005 h 9968"/>
              <a:gd name="connsiteX3" fmla="*/ 0 w 14796"/>
              <a:gd name="connsiteY3" fmla="*/ 9962 h 9968"/>
              <a:gd name="connsiteX4" fmla="*/ 14788 w 14796"/>
              <a:gd name="connsiteY4" fmla="*/ 9968 h 9968"/>
              <a:gd name="connsiteX5" fmla="*/ 10000 w 14796"/>
              <a:gd name="connsiteY5" fmla="*/ 5745 h 9968"/>
              <a:gd name="connsiteX6" fmla="*/ 14796 w 14796"/>
              <a:gd name="connsiteY6" fmla="*/ 0 h 9968"/>
              <a:gd name="connsiteX0" fmla="*/ 10000 w 10000"/>
              <a:gd name="connsiteY0" fmla="*/ 0 h 10000"/>
              <a:gd name="connsiteX1" fmla="*/ 0 w 10000"/>
              <a:gd name="connsiteY1" fmla="*/ 0 h 10000"/>
              <a:gd name="connsiteX2" fmla="*/ 189 w 10000"/>
              <a:gd name="connsiteY2" fmla="*/ 5021 h 10000"/>
              <a:gd name="connsiteX3" fmla="*/ 0 w 10000"/>
              <a:gd name="connsiteY3" fmla="*/ 9994 h 10000"/>
              <a:gd name="connsiteX4" fmla="*/ 9995 w 10000"/>
              <a:gd name="connsiteY4" fmla="*/ 10000 h 10000"/>
              <a:gd name="connsiteX5" fmla="*/ 9998 w 10000"/>
              <a:gd name="connsiteY5" fmla="*/ 6152 h 10000"/>
              <a:gd name="connsiteX6" fmla="*/ 10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9" name="Freeform 11"/>
          <p:cNvSpPr>
            <a:spLocks/>
          </p:cNvSpPr>
          <p:nvPr userDrawn="1"/>
        </p:nvSpPr>
        <p:spPr bwMode="auto">
          <a:xfrm>
            <a:off x="310766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2556284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en-US" altLang="zh-CN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Objectives</a:t>
            </a:r>
            <a:endParaRPr lang="en-US" altLang="zh-CN" sz="35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#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3" y="1233487"/>
            <a:ext cx="10558800" cy="4680000"/>
          </a:xfr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>
                <a:latin typeface="+mn-ea"/>
                <a:ea typeface="+mn-ea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p"/>
              <a:defRPr/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9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587388" y="515379"/>
            <a:ext cx="358335" cy="426359"/>
            <a:chOff x="3295650" y="230188"/>
            <a:chExt cx="936625" cy="1114426"/>
          </a:xfrm>
          <a:solidFill>
            <a:schemeClr val="bg1"/>
          </a:solidFill>
        </p:grpSpPr>
        <p:sp>
          <p:nvSpPr>
            <p:cNvPr id="11" name="Rectangle 16"/>
            <p:cNvSpPr>
              <a:spLocks noChangeArrowheads="1"/>
            </p:cNvSpPr>
            <p:nvPr/>
          </p:nvSpPr>
          <p:spPr bwMode="auto">
            <a:xfrm>
              <a:off x="3959225" y="876301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Rectangle 17"/>
            <p:cNvSpPr>
              <a:spLocks noChangeArrowheads="1"/>
            </p:cNvSpPr>
            <p:nvPr/>
          </p:nvSpPr>
          <p:spPr bwMode="auto">
            <a:xfrm>
              <a:off x="3959225" y="777876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4" name="Rectangle 18"/>
            <p:cNvSpPr>
              <a:spLocks noChangeArrowheads="1"/>
            </p:cNvSpPr>
            <p:nvPr/>
          </p:nvSpPr>
          <p:spPr bwMode="auto">
            <a:xfrm>
              <a:off x="3959225" y="677863"/>
              <a:ext cx="182563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3959225" y="582613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3676650" y="1101726"/>
              <a:ext cx="469900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3676650" y="1198563"/>
              <a:ext cx="469900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auto">
            <a:xfrm>
              <a:off x="3590925" y="482601"/>
              <a:ext cx="641350" cy="862013"/>
            </a:xfrm>
            <a:custGeom>
              <a:avLst/>
              <a:gdLst>
                <a:gd name="T0" fmla="*/ 229 w 404"/>
                <a:gd name="T1" fmla="*/ 0 h 543"/>
                <a:gd name="T2" fmla="*/ 229 w 404"/>
                <a:gd name="T3" fmla="*/ 30 h 543"/>
                <a:gd name="T4" fmla="*/ 373 w 404"/>
                <a:gd name="T5" fmla="*/ 30 h 543"/>
                <a:gd name="T6" fmla="*/ 373 w 404"/>
                <a:gd name="T7" fmla="*/ 513 h 543"/>
                <a:gd name="T8" fmla="*/ 33 w 404"/>
                <a:gd name="T9" fmla="*/ 513 h 543"/>
                <a:gd name="T10" fmla="*/ 31 w 404"/>
                <a:gd name="T11" fmla="*/ 387 h 543"/>
                <a:gd name="T12" fmla="*/ 0 w 404"/>
                <a:gd name="T13" fmla="*/ 387 h 543"/>
                <a:gd name="T14" fmla="*/ 0 w 404"/>
                <a:gd name="T15" fmla="*/ 543 h 543"/>
                <a:gd name="T16" fmla="*/ 404 w 404"/>
                <a:gd name="T17" fmla="*/ 543 h 543"/>
                <a:gd name="T18" fmla="*/ 404 w 404"/>
                <a:gd name="T19" fmla="*/ 0 h 543"/>
                <a:gd name="T20" fmla="*/ 229 w 404"/>
                <a:gd name="T21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4" h="543">
                  <a:moveTo>
                    <a:pt x="229" y="0"/>
                  </a:moveTo>
                  <a:lnTo>
                    <a:pt x="229" y="30"/>
                  </a:lnTo>
                  <a:lnTo>
                    <a:pt x="373" y="30"/>
                  </a:lnTo>
                  <a:lnTo>
                    <a:pt x="373" y="513"/>
                  </a:lnTo>
                  <a:lnTo>
                    <a:pt x="33" y="513"/>
                  </a:lnTo>
                  <a:lnTo>
                    <a:pt x="31" y="387"/>
                  </a:lnTo>
                  <a:lnTo>
                    <a:pt x="0" y="387"/>
                  </a:lnTo>
                  <a:lnTo>
                    <a:pt x="0" y="543"/>
                  </a:lnTo>
                  <a:lnTo>
                    <a:pt x="404" y="543"/>
                  </a:lnTo>
                  <a:lnTo>
                    <a:pt x="404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9" name="Rectangle 23"/>
            <p:cNvSpPr>
              <a:spLocks noChangeArrowheads="1"/>
            </p:cNvSpPr>
            <p:nvPr/>
          </p:nvSpPr>
          <p:spPr bwMode="auto">
            <a:xfrm>
              <a:off x="3959225" y="989013"/>
              <a:ext cx="182563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0" name="Freeform 24"/>
            <p:cNvSpPr>
              <a:spLocks noEditPoints="1"/>
            </p:cNvSpPr>
            <p:nvPr/>
          </p:nvSpPr>
          <p:spPr bwMode="auto">
            <a:xfrm>
              <a:off x="3295650" y="230188"/>
              <a:ext cx="639763" cy="852488"/>
            </a:xfrm>
            <a:custGeom>
              <a:avLst/>
              <a:gdLst>
                <a:gd name="T0" fmla="*/ 403 w 403"/>
                <a:gd name="T1" fmla="*/ 0 h 537"/>
                <a:gd name="T2" fmla="*/ 0 w 403"/>
                <a:gd name="T3" fmla="*/ 0 h 537"/>
                <a:gd name="T4" fmla="*/ 0 w 403"/>
                <a:gd name="T5" fmla="*/ 447 h 537"/>
                <a:gd name="T6" fmla="*/ 92 w 403"/>
                <a:gd name="T7" fmla="*/ 537 h 537"/>
                <a:gd name="T8" fmla="*/ 403 w 403"/>
                <a:gd name="T9" fmla="*/ 537 h 537"/>
                <a:gd name="T10" fmla="*/ 403 w 403"/>
                <a:gd name="T11" fmla="*/ 0 h 537"/>
                <a:gd name="T12" fmla="*/ 373 w 403"/>
                <a:gd name="T13" fmla="*/ 508 h 537"/>
                <a:gd name="T14" fmla="*/ 108 w 403"/>
                <a:gd name="T15" fmla="*/ 508 h 537"/>
                <a:gd name="T16" fmla="*/ 108 w 403"/>
                <a:gd name="T17" fmla="*/ 433 h 537"/>
                <a:gd name="T18" fmla="*/ 30 w 403"/>
                <a:gd name="T19" fmla="*/ 433 h 537"/>
                <a:gd name="T20" fmla="*/ 30 w 403"/>
                <a:gd name="T21" fmla="*/ 31 h 537"/>
                <a:gd name="T22" fmla="*/ 373 w 403"/>
                <a:gd name="T23" fmla="*/ 31 h 537"/>
                <a:gd name="T24" fmla="*/ 373 w 403"/>
                <a:gd name="T25" fmla="*/ 50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3" h="537">
                  <a:moveTo>
                    <a:pt x="403" y="0"/>
                  </a:moveTo>
                  <a:lnTo>
                    <a:pt x="0" y="0"/>
                  </a:lnTo>
                  <a:lnTo>
                    <a:pt x="0" y="447"/>
                  </a:lnTo>
                  <a:lnTo>
                    <a:pt x="92" y="537"/>
                  </a:lnTo>
                  <a:lnTo>
                    <a:pt x="403" y="537"/>
                  </a:lnTo>
                  <a:lnTo>
                    <a:pt x="403" y="0"/>
                  </a:lnTo>
                  <a:close/>
                  <a:moveTo>
                    <a:pt x="373" y="508"/>
                  </a:moveTo>
                  <a:lnTo>
                    <a:pt x="108" y="508"/>
                  </a:lnTo>
                  <a:lnTo>
                    <a:pt x="108" y="433"/>
                  </a:lnTo>
                  <a:lnTo>
                    <a:pt x="30" y="433"/>
                  </a:lnTo>
                  <a:lnTo>
                    <a:pt x="30" y="31"/>
                  </a:lnTo>
                  <a:lnTo>
                    <a:pt x="373" y="31"/>
                  </a:lnTo>
                  <a:lnTo>
                    <a:pt x="373" y="5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1" name="Rectangle 25"/>
            <p:cNvSpPr>
              <a:spLocks noChangeArrowheads="1"/>
            </p:cNvSpPr>
            <p:nvPr/>
          </p:nvSpPr>
          <p:spPr bwMode="auto">
            <a:xfrm>
              <a:off x="3441700" y="376238"/>
              <a:ext cx="176213" cy="3238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2" name="Rectangle 26"/>
            <p:cNvSpPr>
              <a:spLocks noChangeArrowheads="1"/>
            </p:cNvSpPr>
            <p:nvPr/>
          </p:nvSpPr>
          <p:spPr bwMode="auto">
            <a:xfrm>
              <a:off x="3411538" y="755651"/>
              <a:ext cx="438150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3" name="Rectangle 27"/>
            <p:cNvSpPr>
              <a:spLocks noChangeArrowheads="1"/>
            </p:cNvSpPr>
            <p:nvPr/>
          </p:nvSpPr>
          <p:spPr bwMode="auto">
            <a:xfrm>
              <a:off x="3670300" y="565151"/>
              <a:ext cx="17938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4" name="Rectangle 28"/>
            <p:cNvSpPr>
              <a:spLocks noChangeArrowheads="1"/>
            </p:cNvSpPr>
            <p:nvPr/>
          </p:nvSpPr>
          <p:spPr bwMode="auto">
            <a:xfrm>
              <a:off x="3670300" y="658813"/>
              <a:ext cx="179388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5" name="Rectangle 29"/>
            <p:cNvSpPr>
              <a:spLocks noChangeArrowheads="1"/>
            </p:cNvSpPr>
            <p:nvPr/>
          </p:nvSpPr>
          <p:spPr bwMode="auto">
            <a:xfrm>
              <a:off x="3670300" y="471488"/>
              <a:ext cx="17938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6" name="Rectangle 30"/>
            <p:cNvSpPr>
              <a:spLocks noChangeArrowheads="1"/>
            </p:cNvSpPr>
            <p:nvPr/>
          </p:nvSpPr>
          <p:spPr bwMode="auto">
            <a:xfrm>
              <a:off x="3670300" y="376238"/>
              <a:ext cx="179388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7" name="Rectangle 31"/>
            <p:cNvSpPr>
              <a:spLocks noChangeArrowheads="1"/>
            </p:cNvSpPr>
            <p:nvPr/>
          </p:nvSpPr>
          <p:spPr bwMode="auto">
            <a:xfrm>
              <a:off x="3411538" y="842963"/>
              <a:ext cx="438150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  <p:sp>
        <p:nvSpPr>
          <p:cNvPr id="29" name="Freeform 6"/>
          <p:cNvSpPr>
            <a:spLocks/>
          </p:cNvSpPr>
          <p:nvPr userDrawn="1"/>
        </p:nvSpPr>
        <p:spPr bwMode="auto">
          <a:xfrm>
            <a:off x="3213039" y="296368"/>
            <a:ext cx="8978961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" fmla="*/ 7021 w 10000"/>
              <a:gd name="connsiteY0" fmla="*/ 0 h 10000"/>
              <a:gd name="connsiteX1" fmla="*/ 0 w 10000"/>
              <a:gd name="connsiteY1" fmla="*/ 0 h 10000"/>
              <a:gd name="connsiteX2" fmla="*/ 197 w 10000"/>
              <a:gd name="connsiteY2" fmla="*/ 5024 h 10000"/>
              <a:gd name="connsiteX3" fmla="*/ 0 w 10000"/>
              <a:gd name="connsiteY3" fmla="*/ 10000 h 10000"/>
              <a:gd name="connsiteX4" fmla="*/ 10000 w 10000"/>
              <a:gd name="connsiteY4" fmla="*/ 10000 h 10000"/>
              <a:gd name="connsiteX5" fmla="*/ 7736 w 10000"/>
              <a:gd name="connsiteY5" fmla="*/ 5574 h 10000"/>
              <a:gd name="connsiteX6" fmla="*/ 7021 w 10000"/>
              <a:gd name="connsiteY6" fmla="*/ 0 h 10000"/>
              <a:gd name="connsiteX0" fmla="*/ 7021 w 7736"/>
              <a:gd name="connsiteY0" fmla="*/ 0 h 10038"/>
              <a:gd name="connsiteX1" fmla="*/ 0 w 7736"/>
              <a:gd name="connsiteY1" fmla="*/ 0 h 10038"/>
              <a:gd name="connsiteX2" fmla="*/ 197 w 7736"/>
              <a:gd name="connsiteY2" fmla="*/ 5024 h 10038"/>
              <a:gd name="connsiteX3" fmla="*/ 0 w 7736"/>
              <a:gd name="connsiteY3" fmla="*/ 10000 h 10038"/>
              <a:gd name="connsiteX4" fmla="*/ 7017 w 7736"/>
              <a:gd name="connsiteY4" fmla="*/ 10038 h 10038"/>
              <a:gd name="connsiteX5" fmla="*/ 7736 w 7736"/>
              <a:gd name="connsiteY5" fmla="*/ 5574 h 10038"/>
              <a:gd name="connsiteX6" fmla="*/ 7021 w 7736"/>
              <a:gd name="connsiteY6" fmla="*/ 0 h 10038"/>
              <a:gd name="connsiteX0" fmla="*/ 9076 w 9316"/>
              <a:gd name="connsiteY0" fmla="*/ 0 h 10000"/>
              <a:gd name="connsiteX1" fmla="*/ 0 w 9316"/>
              <a:gd name="connsiteY1" fmla="*/ 0 h 10000"/>
              <a:gd name="connsiteX2" fmla="*/ 255 w 9316"/>
              <a:gd name="connsiteY2" fmla="*/ 5005 h 10000"/>
              <a:gd name="connsiteX3" fmla="*/ 0 w 9316"/>
              <a:gd name="connsiteY3" fmla="*/ 9962 h 10000"/>
              <a:gd name="connsiteX4" fmla="*/ 9071 w 9316"/>
              <a:gd name="connsiteY4" fmla="*/ 10000 h 10000"/>
              <a:gd name="connsiteX5" fmla="*/ 9316 w 9316"/>
              <a:gd name="connsiteY5" fmla="*/ 5668 h 10000"/>
              <a:gd name="connsiteX6" fmla="*/ 9076 w 9316"/>
              <a:gd name="connsiteY6" fmla="*/ 0 h 10000"/>
              <a:gd name="connsiteX0" fmla="*/ 9742 w 10000"/>
              <a:gd name="connsiteY0" fmla="*/ 0 h 10000"/>
              <a:gd name="connsiteX1" fmla="*/ 0 w 10000"/>
              <a:gd name="connsiteY1" fmla="*/ 0 h 10000"/>
              <a:gd name="connsiteX2" fmla="*/ 274 w 10000"/>
              <a:gd name="connsiteY2" fmla="*/ 5005 h 10000"/>
              <a:gd name="connsiteX3" fmla="*/ 0 w 10000"/>
              <a:gd name="connsiteY3" fmla="*/ 9962 h 10000"/>
              <a:gd name="connsiteX4" fmla="*/ 9737 w 10000"/>
              <a:gd name="connsiteY4" fmla="*/ 10000 h 10000"/>
              <a:gd name="connsiteX5" fmla="*/ 10000 w 10000"/>
              <a:gd name="connsiteY5" fmla="*/ 5668 h 10000"/>
              <a:gd name="connsiteX6" fmla="*/ 9742 w 10000"/>
              <a:gd name="connsiteY6" fmla="*/ 0 h 10000"/>
              <a:gd name="connsiteX0" fmla="*/ 9742 w 9877"/>
              <a:gd name="connsiteY0" fmla="*/ 0 h 10000"/>
              <a:gd name="connsiteX1" fmla="*/ 0 w 9877"/>
              <a:gd name="connsiteY1" fmla="*/ 0 h 10000"/>
              <a:gd name="connsiteX2" fmla="*/ 274 w 9877"/>
              <a:gd name="connsiteY2" fmla="*/ 5005 h 10000"/>
              <a:gd name="connsiteX3" fmla="*/ 0 w 9877"/>
              <a:gd name="connsiteY3" fmla="*/ 9962 h 10000"/>
              <a:gd name="connsiteX4" fmla="*/ 9737 w 9877"/>
              <a:gd name="connsiteY4" fmla="*/ 10000 h 10000"/>
              <a:gd name="connsiteX5" fmla="*/ 9738 w 9877"/>
              <a:gd name="connsiteY5" fmla="*/ 5783 h 10000"/>
              <a:gd name="connsiteX6" fmla="*/ 9742 w 9877"/>
              <a:gd name="connsiteY6" fmla="*/ 0 h 10000"/>
              <a:gd name="connsiteX0" fmla="*/ 9863 w 9991"/>
              <a:gd name="connsiteY0" fmla="*/ 0 h 10000"/>
              <a:gd name="connsiteX1" fmla="*/ 0 w 9991"/>
              <a:gd name="connsiteY1" fmla="*/ 0 h 10000"/>
              <a:gd name="connsiteX2" fmla="*/ 277 w 9991"/>
              <a:gd name="connsiteY2" fmla="*/ 5005 h 10000"/>
              <a:gd name="connsiteX3" fmla="*/ 0 w 9991"/>
              <a:gd name="connsiteY3" fmla="*/ 9962 h 10000"/>
              <a:gd name="connsiteX4" fmla="*/ 9858 w 9991"/>
              <a:gd name="connsiteY4" fmla="*/ 10000 h 10000"/>
              <a:gd name="connsiteX5" fmla="*/ 9817 w 9991"/>
              <a:gd name="connsiteY5" fmla="*/ 5783 h 10000"/>
              <a:gd name="connsiteX6" fmla="*/ 9863 w 9991"/>
              <a:gd name="connsiteY6" fmla="*/ 0 h 10000"/>
              <a:gd name="connsiteX0" fmla="*/ 9872 w 10014"/>
              <a:gd name="connsiteY0" fmla="*/ 0 h 10000"/>
              <a:gd name="connsiteX1" fmla="*/ 0 w 10014"/>
              <a:gd name="connsiteY1" fmla="*/ 0 h 10000"/>
              <a:gd name="connsiteX2" fmla="*/ 277 w 10014"/>
              <a:gd name="connsiteY2" fmla="*/ 5005 h 10000"/>
              <a:gd name="connsiteX3" fmla="*/ 0 w 10014"/>
              <a:gd name="connsiteY3" fmla="*/ 9962 h 10000"/>
              <a:gd name="connsiteX4" fmla="*/ 9867 w 10014"/>
              <a:gd name="connsiteY4" fmla="*/ 10000 h 10000"/>
              <a:gd name="connsiteX5" fmla="*/ 9890 w 10014"/>
              <a:gd name="connsiteY5" fmla="*/ 5745 h 10000"/>
              <a:gd name="connsiteX6" fmla="*/ 9872 w 10014"/>
              <a:gd name="connsiteY6" fmla="*/ 0 h 10000"/>
              <a:gd name="connsiteX0" fmla="*/ 9872 w 10030"/>
              <a:gd name="connsiteY0" fmla="*/ 0 h 10000"/>
              <a:gd name="connsiteX1" fmla="*/ 0 w 10030"/>
              <a:gd name="connsiteY1" fmla="*/ 0 h 10000"/>
              <a:gd name="connsiteX2" fmla="*/ 277 w 10030"/>
              <a:gd name="connsiteY2" fmla="*/ 5005 h 10000"/>
              <a:gd name="connsiteX3" fmla="*/ 0 w 10030"/>
              <a:gd name="connsiteY3" fmla="*/ 9962 h 10000"/>
              <a:gd name="connsiteX4" fmla="*/ 9867 w 10030"/>
              <a:gd name="connsiteY4" fmla="*/ 10000 h 10000"/>
              <a:gd name="connsiteX5" fmla="*/ 9890 w 10030"/>
              <a:gd name="connsiteY5" fmla="*/ 5745 h 10000"/>
              <a:gd name="connsiteX6" fmla="*/ 9872 w 10030"/>
              <a:gd name="connsiteY6" fmla="*/ 0 h 10000"/>
              <a:gd name="connsiteX0" fmla="*/ 9872 w 9921"/>
              <a:gd name="connsiteY0" fmla="*/ 0 h 10000"/>
              <a:gd name="connsiteX1" fmla="*/ 0 w 9921"/>
              <a:gd name="connsiteY1" fmla="*/ 0 h 10000"/>
              <a:gd name="connsiteX2" fmla="*/ 277 w 9921"/>
              <a:gd name="connsiteY2" fmla="*/ 5005 h 10000"/>
              <a:gd name="connsiteX3" fmla="*/ 0 w 9921"/>
              <a:gd name="connsiteY3" fmla="*/ 9962 h 10000"/>
              <a:gd name="connsiteX4" fmla="*/ 9867 w 9921"/>
              <a:gd name="connsiteY4" fmla="*/ 10000 h 10000"/>
              <a:gd name="connsiteX5" fmla="*/ 9890 w 9921"/>
              <a:gd name="connsiteY5" fmla="*/ 5745 h 10000"/>
              <a:gd name="connsiteX6" fmla="*/ 9872 w 9921"/>
              <a:gd name="connsiteY6" fmla="*/ 0 h 10000"/>
              <a:gd name="connsiteX0" fmla="*/ 9951 w 9974"/>
              <a:gd name="connsiteY0" fmla="*/ 0 h 10000"/>
              <a:gd name="connsiteX1" fmla="*/ 0 w 9974"/>
              <a:gd name="connsiteY1" fmla="*/ 0 h 10000"/>
              <a:gd name="connsiteX2" fmla="*/ 279 w 9974"/>
              <a:gd name="connsiteY2" fmla="*/ 5005 h 10000"/>
              <a:gd name="connsiteX3" fmla="*/ 0 w 9974"/>
              <a:gd name="connsiteY3" fmla="*/ 9962 h 10000"/>
              <a:gd name="connsiteX4" fmla="*/ 9946 w 9974"/>
              <a:gd name="connsiteY4" fmla="*/ 10000 h 10000"/>
              <a:gd name="connsiteX5" fmla="*/ 9969 w 9974"/>
              <a:gd name="connsiteY5" fmla="*/ 5745 h 10000"/>
              <a:gd name="connsiteX6" fmla="*/ 9951 w 9974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9995"/>
              <a:gd name="connsiteY0" fmla="*/ 0 h 10000"/>
              <a:gd name="connsiteX1" fmla="*/ 0 w 9995"/>
              <a:gd name="connsiteY1" fmla="*/ 0 h 10000"/>
              <a:gd name="connsiteX2" fmla="*/ 280 w 9995"/>
              <a:gd name="connsiteY2" fmla="*/ 5005 h 10000"/>
              <a:gd name="connsiteX3" fmla="*/ 0 w 9995"/>
              <a:gd name="connsiteY3" fmla="*/ 9962 h 10000"/>
              <a:gd name="connsiteX4" fmla="*/ 9972 w 9995"/>
              <a:gd name="connsiteY4" fmla="*/ 10000 h 10000"/>
              <a:gd name="connsiteX5" fmla="*/ 9995 w 9995"/>
              <a:gd name="connsiteY5" fmla="*/ 5745 h 10000"/>
              <a:gd name="connsiteX6" fmla="*/ 9977 w 9995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9977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9999 w 10004"/>
              <a:gd name="connsiteY0" fmla="*/ 0 h 10000"/>
              <a:gd name="connsiteX1" fmla="*/ 0 w 10004"/>
              <a:gd name="connsiteY1" fmla="*/ 0 h 10000"/>
              <a:gd name="connsiteX2" fmla="*/ 280 w 10004"/>
              <a:gd name="connsiteY2" fmla="*/ 5005 h 10000"/>
              <a:gd name="connsiteX3" fmla="*/ 0 w 10004"/>
              <a:gd name="connsiteY3" fmla="*/ 9962 h 10000"/>
              <a:gd name="connsiteX4" fmla="*/ 10000 w 10004"/>
              <a:gd name="connsiteY4" fmla="*/ 10000 h 10000"/>
              <a:gd name="connsiteX5" fmla="*/ 10000 w 10004"/>
              <a:gd name="connsiteY5" fmla="*/ 5745 h 10000"/>
              <a:gd name="connsiteX6" fmla="*/ 9999 w 10004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10000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14796 w 14796"/>
              <a:gd name="connsiteY0" fmla="*/ 0 h 10000"/>
              <a:gd name="connsiteX1" fmla="*/ 0 w 14796"/>
              <a:gd name="connsiteY1" fmla="*/ 0 h 10000"/>
              <a:gd name="connsiteX2" fmla="*/ 280 w 14796"/>
              <a:gd name="connsiteY2" fmla="*/ 5005 h 10000"/>
              <a:gd name="connsiteX3" fmla="*/ 0 w 14796"/>
              <a:gd name="connsiteY3" fmla="*/ 9962 h 10000"/>
              <a:gd name="connsiteX4" fmla="*/ 10000 w 14796"/>
              <a:gd name="connsiteY4" fmla="*/ 10000 h 10000"/>
              <a:gd name="connsiteX5" fmla="*/ 10000 w 14796"/>
              <a:gd name="connsiteY5" fmla="*/ 5745 h 10000"/>
              <a:gd name="connsiteX6" fmla="*/ 14796 w 14796"/>
              <a:gd name="connsiteY6" fmla="*/ 0 h 10000"/>
              <a:gd name="connsiteX0" fmla="*/ 14796 w 14796"/>
              <a:gd name="connsiteY0" fmla="*/ 0 h 9968"/>
              <a:gd name="connsiteX1" fmla="*/ 0 w 14796"/>
              <a:gd name="connsiteY1" fmla="*/ 0 h 9968"/>
              <a:gd name="connsiteX2" fmla="*/ 280 w 14796"/>
              <a:gd name="connsiteY2" fmla="*/ 5005 h 9968"/>
              <a:gd name="connsiteX3" fmla="*/ 0 w 14796"/>
              <a:gd name="connsiteY3" fmla="*/ 9962 h 9968"/>
              <a:gd name="connsiteX4" fmla="*/ 14788 w 14796"/>
              <a:gd name="connsiteY4" fmla="*/ 9968 h 9968"/>
              <a:gd name="connsiteX5" fmla="*/ 10000 w 14796"/>
              <a:gd name="connsiteY5" fmla="*/ 5745 h 9968"/>
              <a:gd name="connsiteX6" fmla="*/ 14796 w 14796"/>
              <a:gd name="connsiteY6" fmla="*/ 0 h 9968"/>
              <a:gd name="connsiteX0" fmla="*/ 10000 w 10000"/>
              <a:gd name="connsiteY0" fmla="*/ 0 h 10000"/>
              <a:gd name="connsiteX1" fmla="*/ 0 w 10000"/>
              <a:gd name="connsiteY1" fmla="*/ 0 h 10000"/>
              <a:gd name="connsiteX2" fmla="*/ 189 w 10000"/>
              <a:gd name="connsiteY2" fmla="*/ 5021 h 10000"/>
              <a:gd name="connsiteX3" fmla="*/ 0 w 10000"/>
              <a:gd name="connsiteY3" fmla="*/ 9994 h 10000"/>
              <a:gd name="connsiteX4" fmla="*/ 9995 w 10000"/>
              <a:gd name="connsiteY4" fmla="*/ 10000 h 10000"/>
              <a:gd name="connsiteX5" fmla="*/ 9998 w 10000"/>
              <a:gd name="connsiteY5" fmla="*/ 6152 h 10000"/>
              <a:gd name="connsiteX6" fmla="*/ 10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30" name="Freeform 11"/>
          <p:cNvSpPr>
            <a:spLocks/>
          </p:cNvSpPr>
          <p:nvPr userDrawn="1"/>
        </p:nvSpPr>
        <p:spPr bwMode="auto">
          <a:xfrm>
            <a:off x="310766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2340260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en-US" altLang="zh-CN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Contents</a:t>
            </a:r>
            <a:endParaRPr lang="zh-CN" altLang="en-US" sz="35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#本节概述和学习目标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0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>
                <a:latin typeface="+mn-ea"/>
                <a:ea typeface="+mn-ea"/>
                <a:cs typeface="Arial" panose="020B0604020202020204" pitchFamily="34" charset="0"/>
              </a:defRPr>
            </a:lvl1pPr>
            <a:lvl2pPr algn="just">
              <a:defRPr>
                <a:latin typeface="+mn-ea"/>
                <a:ea typeface="+mn-ea"/>
                <a:cs typeface="Arial" panose="020B0604020202020204" pitchFamily="34" charset="0"/>
              </a:defRPr>
            </a:lvl2pPr>
            <a:lvl3pPr algn="just">
              <a:defRPr>
                <a:latin typeface="+mn-ea"/>
                <a:ea typeface="+mn-ea"/>
                <a:cs typeface="Arial" panose="020B0604020202020204" pitchFamily="34" charset="0"/>
              </a:defRPr>
            </a:lvl3pPr>
            <a:lvl4pPr algn="just">
              <a:defRPr>
                <a:latin typeface="+mn-ea"/>
                <a:ea typeface="+mn-ea"/>
                <a:cs typeface="Arial" panose="020B0604020202020204" pitchFamily="34" charset="0"/>
              </a:defRPr>
            </a:lvl4pPr>
            <a:lvl5pPr algn="just">
              <a:defRPr>
                <a:latin typeface="+mn-ea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9829738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本节概述和学习目标</a:t>
            </a:r>
            <a:endParaRPr lang="zh-CN" altLang="en-US" sz="35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0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87388" y="505779"/>
            <a:ext cx="374708" cy="445558"/>
            <a:chOff x="-1647825" y="2492375"/>
            <a:chExt cx="1947863" cy="2316163"/>
          </a:xfrm>
          <a:solidFill>
            <a:schemeClr val="bg1"/>
          </a:solidFill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-1647825" y="2492375"/>
              <a:ext cx="1947863" cy="2316163"/>
            </a:xfrm>
            <a:custGeom>
              <a:avLst/>
              <a:gdLst>
                <a:gd name="T0" fmla="*/ 301 w 2739"/>
                <a:gd name="T1" fmla="*/ 181 h 3258"/>
                <a:gd name="T2" fmla="*/ 182 w 2739"/>
                <a:gd name="T3" fmla="*/ 301 h 3258"/>
                <a:gd name="T4" fmla="*/ 182 w 2739"/>
                <a:gd name="T5" fmla="*/ 2955 h 3258"/>
                <a:gd name="T6" fmla="*/ 262 w 2739"/>
                <a:gd name="T7" fmla="*/ 3068 h 3258"/>
                <a:gd name="T8" fmla="*/ 863 w 2739"/>
                <a:gd name="T9" fmla="*/ 2756 h 3258"/>
                <a:gd name="T10" fmla="*/ 1377 w 2739"/>
                <a:gd name="T11" fmla="*/ 3046 h 3258"/>
                <a:gd name="T12" fmla="*/ 1950 w 2739"/>
                <a:gd name="T13" fmla="*/ 2756 h 3258"/>
                <a:gd name="T14" fmla="*/ 2482 w 2739"/>
                <a:gd name="T15" fmla="*/ 3066 h 3258"/>
                <a:gd name="T16" fmla="*/ 2557 w 2739"/>
                <a:gd name="T17" fmla="*/ 2955 h 3258"/>
                <a:gd name="T18" fmla="*/ 2557 w 2739"/>
                <a:gd name="T19" fmla="*/ 301 h 3258"/>
                <a:gd name="T20" fmla="*/ 2438 w 2739"/>
                <a:gd name="T21" fmla="*/ 181 h 3258"/>
                <a:gd name="T22" fmla="*/ 301 w 2739"/>
                <a:gd name="T23" fmla="*/ 181 h 3258"/>
                <a:gd name="T24" fmla="*/ 2449 w 2739"/>
                <a:gd name="T25" fmla="*/ 3258 h 3258"/>
                <a:gd name="T26" fmla="*/ 1944 w 2739"/>
                <a:gd name="T27" fmla="*/ 2963 h 3258"/>
                <a:gd name="T28" fmla="*/ 1372 w 2739"/>
                <a:gd name="T29" fmla="*/ 3252 h 3258"/>
                <a:gd name="T30" fmla="*/ 860 w 2739"/>
                <a:gd name="T31" fmla="*/ 2963 h 3258"/>
                <a:gd name="T32" fmla="*/ 291 w 2739"/>
                <a:gd name="T33" fmla="*/ 3257 h 3258"/>
                <a:gd name="T34" fmla="*/ 264 w 2739"/>
                <a:gd name="T35" fmla="*/ 3254 h 3258"/>
                <a:gd name="T36" fmla="*/ 0 w 2739"/>
                <a:gd name="T37" fmla="*/ 2955 h 3258"/>
                <a:gd name="T38" fmla="*/ 0 w 2739"/>
                <a:gd name="T39" fmla="*/ 301 h 3258"/>
                <a:gd name="T40" fmla="*/ 301 w 2739"/>
                <a:gd name="T41" fmla="*/ 0 h 3258"/>
                <a:gd name="T42" fmla="*/ 2438 w 2739"/>
                <a:gd name="T43" fmla="*/ 0 h 3258"/>
                <a:gd name="T44" fmla="*/ 2739 w 2739"/>
                <a:gd name="T45" fmla="*/ 301 h 3258"/>
                <a:gd name="T46" fmla="*/ 2739 w 2739"/>
                <a:gd name="T47" fmla="*/ 2955 h 3258"/>
                <a:gd name="T48" fmla="*/ 2480 w 2739"/>
                <a:gd name="T49" fmla="*/ 3253 h 3258"/>
                <a:gd name="T50" fmla="*/ 2449 w 2739"/>
                <a:gd name="T51" fmla="*/ 3258 h 3258"/>
                <a:gd name="T52" fmla="*/ 2449 w 2739"/>
                <a:gd name="T53" fmla="*/ 3258 h 3258"/>
                <a:gd name="T54" fmla="*/ 2449 w 2739"/>
                <a:gd name="T55" fmla="*/ 3258 h 3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39" h="3258">
                  <a:moveTo>
                    <a:pt x="301" y="181"/>
                  </a:moveTo>
                  <a:cubicBezTo>
                    <a:pt x="235" y="182"/>
                    <a:pt x="182" y="235"/>
                    <a:pt x="182" y="301"/>
                  </a:cubicBezTo>
                  <a:cubicBezTo>
                    <a:pt x="182" y="2955"/>
                    <a:pt x="182" y="2955"/>
                    <a:pt x="182" y="2955"/>
                  </a:cubicBezTo>
                  <a:cubicBezTo>
                    <a:pt x="182" y="3007"/>
                    <a:pt x="215" y="3052"/>
                    <a:pt x="262" y="3068"/>
                  </a:cubicBezTo>
                  <a:cubicBezTo>
                    <a:pt x="863" y="2756"/>
                    <a:pt x="863" y="2756"/>
                    <a:pt x="863" y="2756"/>
                  </a:cubicBezTo>
                  <a:cubicBezTo>
                    <a:pt x="1377" y="3046"/>
                    <a:pt x="1377" y="3046"/>
                    <a:pt x="1377" y="3046"/>
                  </a:cubicBezTo>
                  <a:cubicBezTo>
                    <a:pt x="1950" y="2756"/>
                    <a:pt x="1950" y="2756"/>
                    <a:pt x="1950" y="2756"/>
                  </a:cubicBezTo>
                  <a:cubicBezTo>
                    <a:pt x="2482" y="3066"/>
                    <a:pt x="2482" y="3066"/>
                    <a:pt x="2482" y="3066"/>
                  </a:cubicBezTo>
                  <a:cubicBezTo>
                    <a:pt x="2527" y="3048"/>
                    <a:pt x="2557" y="3004"/>
                    <a:pt x="2557" y="2955"/>
                  </a:cubicBezTo>
                  <a:cubicBezTo>
                    <a:pt x="2557" y="301"/>
                    <a:pt x="2557" y="301"/>
                    <a:pt x="2557" y="301"/>
                  </a:cubicBezTo>
                  <a:cubicBezTo>
                    <a:pt x="2557" y="235"/>
                    <a:pt x="2504" y="182"/>
                    <a:pt x="2438" y="181"/>
                  </a:cubicBezTo>
                  <a:lnTo>
                    <a:pt x="301" y="181"/>
                  </a:lnTo>
                  <a:close/>
                  <a:moveTo>
                    <a:pt x="2449" y="3258"/>
                  </a:moveTo>
                  <a:cubicBezTo>
                    <a:pt x="1944" y="2963"/>
                    <a:pt x="1944" y="2963"/>
                    <a:pt x="1944" y="2963"/>
                  </a:cubicBezTo>
                  <a:cubicBezTo>
                    <a:pt x="1372" y="3252"/>
                    <a:pt x="1372" y="3252"/>
                    <a:pt x="1372" y="3252"/>
                  </a:cubicBezTo>
                  <a:cubicBezTo>
                    <a:pt x="860" y="2963"/>
                    <a:pt x="860" y="2963"/>
                    <a:pt x="860" y="2963"/>
                  </a:cubicBezTo>
                  <a:cubicBezTo>
                    <a:pt x="291" y="3257"/>
                    <a:pt x="291" y="3257"/>
                    <a:pt x="291" y="3257"/>
                  </a:cubicBezTo>
                  <a:cubicBezTo>
                    <a:pt x="264" y="3254"/>
                    <a:pt x="264" y="3254"/>
                    <a:pt x="264" y="3254"/>
                  </a:cubicBezTo>
                  <a:cubicBezTo>
                    <a:pt x="113" y="3235"/>
                    <a:pt x="0" y="3107"/>
                    <a:pt x="0" y="2955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135"/>
                    <a:pt x="135" y="0"/>
                    <a:pt x="301" y="0"/>
                  </a:cubicBezTo>
                  <a:cubicBezTo>
                    <a:pt x="2438" y="0"/>
                    <a:pt x="2438" y="0"/>
                    <a:pt x="2438" y="0"/>
                  </a:cubicBezTo>
                  <a:cubicBezTo>
                    <a:pt x="2604" y="0"/>
                    <a:pt x="2739" y="135"/>
                    <a:pt x="2739" y="301"/>
                  </a:cubicBezTo>
                  <a:cubicBezTo>
                    <a:pt x="2739" y="2955"/>
                    <a:pt x="2739" y="2955"/>
                    <a:pt x="2739" y="2955"/>
                  </a:cubicBezTo>
                  <a:cubicBezTo>
                    <a:pt x="2739" y="3105"/>
                    <a:pt x="2628" y="3233"/>
                    <a:pt x="2480" y="3253"/>
                  </a:cubicBezTo>
                  <a:lnTo>
                    <a:pt x="2449" y="3258"/>
                  </a:lnTo>
                  <a:close/>
                  <a:moveTo>
                    <a:pt x="2449" y="3258"/>
                  </a:moveTo>
                  <a:cubicBezTo>
                    <a:pt x="2449" y="3258"/>
                    <a:pt x="2449" y="3258"/>
                    <a:pt x="2449" y="32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-1155700" y="2941638"/>
              <a:ext cx="963613" cy="893763"/>
            </a:xfrm>
            <a:custGeom>
              <a:avLst/>
              <a:gdLst>
                <a:gd name="T0" fmla="*/ 1267 w 1353"/>
                <a:gd name="T1" fmla="*/ 182 h 1256"/>
                <a:gd name="T2" fmla="*/ 87 w 1353"/>
                <a:gd name="T3" fmla="*/ 182 h 1256"/>
                <a:gd name="T4" fmla="*/ 0 w 1353"/>
                <a:gd name="T5" fmla="*/ 91 h 1256"/>
                <a:gd name="T6" fmla="*/ 87 w 1353"/>
                <a:gd name="T7" fmla="*/ 0 h 1256"/>
                <a:gd name="T8" fmla="*/ 1267 w 1353"/>
                <a:gd name="T9" fmla="*/ 0 h 1256"/>
                <a:gd name="T10" fmla="*/ 1353 w 1353"/>
                <a:gd name="T11" fmla="*/ 91 h 1256"/>
                <a:gd name="T12" fmla="*/ 1267 w 1353"/>
                <a:gd name="T13" fmla="*/ 182 h 1256"/>
                <a:gd name="T14" fmla="*/ 1267 w 1353"/>
                <a:gd name="T15" fmla="*/ 719 h 1256"/>
                <a:gd name="T16" fmla="*/ 87 w 1353"/>
                <a:gd name="T17" fmla="*/ 719 h 1256"/>
                <a:gd name="T18" fmla="*/ 0 w 1353"/>
                <a:gd name="T19" fmla="*/ 628 h 1256"/>
                <a:gd name="T20" fmla="*/ 87 w 1353"/>
                <a:gd name="T21" fmla="*/ 537 h 1256"/>
                <a:gd name="T22" fmla="*/ 1267 w 1353"/>
                <a:gd name="T23" fmla="*/ 537 h 1256"/>
                <a:gd name="T24" fmla="*/ 1353 w 1353"/>
                <a:gd name="T25" fmla="*/ 628 h 1256"/>
                <a:gd name="T26" fmla="*/ 1267 w 1353"/>
                <a:gd name="T27" fmla="*/ 719 h 1256"/>
                <a:gd name="T28" fmla="*/ 1267 w 1353"/>
                <a:gd name="T29" fmla="*/ 1256 h 1256"/>
                <a:gd name="T30" fmla="*/ 87 w 1353"/>
                <a:gd name="T31" fmla="*/ 1256 h 1256"/>
                <a:gd name="T32" fmla="*/ 1 w 1353"/>
                <a:gd name="T33" fmla="*/ 1165 h 1256"/>
                <a:gd name="T34" fmla="*/ 87 w 1353"/>
                <a:gd name="T35" fmla="*/ 1075 h 1256"/>
                <a:gd name="T36" fmla="*/ 1267 w 1353"/>
                <a:gd name="T37" fmla="*/ 1075 h 1256"/>
                <a:gd name="T38" fmla="*/ 1352 w 1353"/>
                <a:gd name="T39" fmla="*/ 1165 h 1256"/>
                <a:gd name="T40" fmla="*/ 1267 w 1353"/>
                <a:gd name="T41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56">
                  <a:moveTo>
                    <a:pt x="1267" y="182"/>
                  </a:moveTo>
                  <a:cubicBezTo>
                    <a:pt x="87" y="182"/>
                    <a:pt x="87" y="182"/>
                    <a:pt x="87" y="182"/>
                  </a:cubicBezTo>
                  <a:cubicBezTo>
                    <a:pt x="38" y="180"/>
                    <a:pt x="0" y="140"/>
                    <a:pt x="0" y="91"/>
                  </a:cubicBezTo>
                  <a:cubicBezTo>
                    <a:pt x="0" y="42"/>
                    <a:pt x="38" y="2"/>
                    <a:pt x="87" y="0"/>
                  </a:cubicBezTo>
                  <a:cubicBezTo>
                    <a:pt x="1267" y="0"/>
                    <a:pt x="1267" y="0"/>
                    <a:pt x="1267" y="0"/>
                  </a:cubicBezTo>
                  <a:cubicBezTo>
                    <a:pt x="1315" y="2"/>
                    <a:pt x="1353" y="42"/>
                    <a:pt x="1353" y="91"/>
                  </a:cubicBezTo>
                  <a:cubicBezTo>
                    <a:pt x="1353" y="140"/>
                    <a:pt x="1315" y="180"/>
                    <a:pt x="1267" y="182"/>
                  </a:cubicBezTo>
                  <a:moveTo>
                    <a:pt x="1267" y="719"/>
                  </a:moveTo>
                  <a:cubicBezTo>
                    <a:pt x="87" y="719"/>
                    <a:pt x="87" y="719"/>
                    <a:pt x="87" y="719"/>
                  </a:cubicBezTo>
                  <a:cubicBezTo>
                    <a:pt x="38" y="717"/>
                    <a:pt x="0" y="677"/>
                    <a:pt x="0" y="628"/>
                  </a:cubicBezTo>
                  <a:cubicBezTo>
                    <a:pt x="0" y="580"/>
                    <a:pt x="38" y="540"/>
                    <a:pt x="87" y="537"/>
                  </a:cubicBezTo>
                  <a:cubicBezTo>
                    <a:pt x="1267" y="537"/>
                    <a:pt x="1267" y="537"/>
                    <a:pt x="1267" y="537"/>
                  </a:cubicBezTo>
                  <a:cubicBezTo>
                    <a:pt x="1315" y="540"/>
                    <a:pt x="1353" y="580"/>
                    <a:pt x="1353" y="628"/>
                  </a:cubicBezTo>
                  <a:cubicBezTo>
                    <a:pt x="1353" y="677"/>
                    <a:pt x="1315" y="717"/>
                    <a:pt x="1267" y="719"/>
                  </a:cubicBezTo>
                  <a:moveTo>
                    <a:pt x="1267" y="1256"/>
                  </a:moveTo>
                  <a:cubicBezTo>
                    <a:pt x="87" y="1256"/>
                    <a:pt x="87" y="1256"/>
                    <a:pt x="87" y="1256"/>
                  </a:cubicBezTo>
                  <a:cubicBezTo>
                    <a:pt x="39" y="1253"/>
                    <a:pt x="1" y="1213"/>
                    <a:pt x="1" y="1165"/>
                  </a:cubicBezTo>
                  <a:cubicBezTo>
                    <a:pt x="1" y="1117"/>
                    <a:pt x="39" y="1077"/>
                    <a:pt x="87" y="1075"/>
                  </a:cubicBezTo>
                  <a:cubicBezTo>
                    <a:pt x="1267" y="1075"/>
                    <a:pt x="1267" y="1075"/>
                    <a:pt x="1267" y="1075"/>
                  </a:cubicBezTo>
                  <a:cubicBezTo>
                    <a:pt x="1314" y="1077"/>
                    <a:pt x="1352" y="1117"/>
                    <a:pt x="1352" y="1165"/>
                  </a:cubicBezTo>
                  <a:cubicBezTo>
                    <a:pt x="1352" y="1213"/>
                    <a:pt x="1314" y="1253"/>
                    <a:pt x="1267" y="12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4800" y="410400"/>
            <a:ext cx="9831600" cy="640800"/>
          </a:xfrm>
        </p:spPr>
        <p:txBody>
          <a:bodyPr lIns="100800" tIns="50400" rIns="100800" bIns="50400" anchor="t" anchorCtr="0"/>
          <a:lstStyle>
            <a:lvl1pPr>
              <a:defRPr b="1">
                <a:latin typeface="+mn-ea"/>
                <a:ea typeface="+mn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4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87388" y="505779"/>
            <a:ext cx="374708" cy="445558"/>
            <a:chOff x="-1647825" y="2492375"/>
            <a:chExt cx="1947863" cy="2316163"/>
          </a:xfrm>
          <a:solidFill>
            <a:schemeClr val="bg1"/>
          </a:solidFill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-1647825" y="2492375"/>
              <a:ext cx="1947863" cy="2316163"/>
            </a:xfrm>
            <a:custGeom>
              <a:avLst/>
              <a:gdLst>
                <a:gd name="T0" fmla="*/ 301 w 2739"/>
                <a:gd name="T1" fmla="*/ 181 h 3258"/>
                <a:gd name="T2" fmla="*/ 182 w 2739"/>
                <a:gd name="T3" fmla="*/ 301 h 3258"/>
                <a:gd name="T4" fmla="*/ 182 w 2739"/>
                <a:gd name="T5" fmla="*/ 2955 h 3258"/>
                <a:gd name="T6" fmla="*/ 262 w 2739"/>
                <a:gd name="T7" fmla="*/ 3068 h 3258"/>
                <a:gd name="T8" fmla="*/ 863 w 2739"/>
                <a:gd name="T9" fmla="*/ 2756 h 3258"/>
                <a:gd name="T10" fmla="*/ 1377 w 2739"/>
                <a:gd name="T11" fmla="*/ 3046 h 3258"/>
                <a:gd name="T12" fmla="*/ 1950 w 2739"/>
                <a:gd name="T13" fmla="*/ 2756 h 3258"/>
                <a:gd name="T14" fmla="*/ 2482 w 2739"/>
                <a:gd name="T15" fmla="*/ 3066 h 3258"/>
                <a:gd name="T16" fmla="*/ 2557 w 2739"/>
                <a:gd name="T17" fmla="*/ 2955 h 3258"/>
                <a:gd name="T18" fmla="*/ 2557 w 2739"/>
                <a:gd name="T19" fmla="*/ 301 h 3258"/>
                <a:gd name="T20" fmla="*/ 2438 w 2739"/>
                <a:gd name="T21" fmla="*/ 181 h 3258"/>
                <a:gd name="T22" fmla="*/ 301 w 2739"/>
                <a:gd name="T23" fmla="*/ 181 h 3258"/>
                <a:gd name="T24" fmla="*/ 2449 w 2739"/>
                <a:gd name="T25" fmla="*/ 3258 h 3258"/>
                <a:gd name="T26" fmla="*/ 1944 w 2739"/>
                <a:gd name="T27" fmla="*/ 2963 h 3258"/>
                <a:gd name="T28" fmla="*/ 1372 w 2739"/>
                <a:gd name="T29" fmla="*/ 3252 h 3258"/>
                <a:gd name="T30" fmla="*/ 860 w 2739"/>
                <a:gd name="T31" fmla="*/ 2963 h 3258"/>
                <a:gd name="T32" fmla="*/ 291 w 2739"/>
                <a:gd name="T33" fmla="*/ 3257 h 3258"/>
                <a:gd name="T34" fmla="*/ 264 w 2739"/>
                <a:gd name="T35" fmla="*/ 3254 h 3258"/>
                <a:gd name="T36" fmla="*/ 0 w 2739"/>
                <a:gd name="T37" fmla="*/ 2955 h 3258"/>
                <a:gd name="T38" fmla="*/ 0 w 2739"/>
                <a:gd name="T39" fmla="*/ 301 h 3258"/>
                <a:gd name="T40" fmla="*/ 301 w 2739"/>
                <a:gd name="T41" fmla="*/ 0 h 3258"/>
                <a:gd name="T42" fmla="*/ 2438 w 2739"/>
                <a:gd name="T43" fmla="*/ 0 h 3258"/>
                <a:gd name="T44" fmla="*/ 2739 w 2739"/>
                <a:gd name="T45" fmla="*/ 301 h 3258"/>
                <a:gd name="T46" fmla="*/ 2739 w 2739"/>
                <a:gd name="T47" fmla="*/ 2955 h 3258"/>
                <a:gd name="T48" fmla="*/ 2480 w 2739"/>
                <a:gd name="T49" fmla="*/ 3253 h 3258"/>
                <a:gd name="T50" fmla="*/ 2449 w 2739"/>
                <a:gd name="T51" fmla="*/ 3258 h 3258"/>
                <a:gd name="T52" fmla="*/ 2449 w 2739"/>
                <a:gd name="T53" fmla="*/ 3258 h 3258"/>
                <a:gd name="T54" fmla="*/ 2449 w 2739"/>
                <a:gd name="T55" fmla="*/ 3258 h 3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39" h="3258">
                  <a:moveTo>
                    <a:pt x="301" y="181"/>
                  </a:moveTo>
                  <a:cubicBezTo>
                    <a:pt x="235" y="182"/>
                    <a:pt x="182" y="235"/>
                    <a:pt x="182" y="301"/>
                  </a:cubicBezTo>
                  <a:cubicBezTo>
                    <a:pt x="182" y="2955"/>
                    <a:pt x="182" y="2955"/>
                    <a:pt x="182" y="2955"/>
                  </a:cubicBezTo>
                  <a:cubicBezTo>
                    <a:pt x="182" y="3007"/>
                    <a:pt x="215" y="3052"/>
                    <a:pt x="262" y="3068"/>
                  </a:cubicBezTo>
                  <a:cubicBezTo>
                    <a:pt x="863" y="2756"/>
                    <a:pt x="863" y="2756"/>
                    <a:pt x="863" y="2756"/>
                  </a:cubicBezTo>
                  <a:cubicBezTo>
                    <a:pt x="1377" y="3046"/>
                    <a:pt x="1377" y="3046"/>
                    <a:pt x="1377" y="3046"/>
                  </a:cubicBezTo>
                  <a:cubicBezTo>
                    <a:pt x="1950" y="2756"/>
                    <a:pt x="1950" y="2756"/>
                    <a:pt x="1950" y="2756"/>
                  </a:cubicBezTo>
                  <a:cubicBezTo>
                    <a:pt x="2482" y="3066"/>
                    <a:pt x="2482" y="3066"/>
                    <a:pt x="2482" y="3066"/>
                  </a:cubicBezTo>
                  <a:cubicBezTo>
                    <a:pt x="2527" y="3048"/>
                    <a:pt x="2557" y="3004"/>
                    <a:pt x="2557" y="2955"/>
                  </a:cubicBezTo>
                  <a:cubicBezTo>
                    <a:pt x="2557" y="301"/>
                    <a:pt x="2557" y="301"/>
                    <a:pt x="2557" y="301"/>
                  </a:cubicBezTo>
                  <a:cubicBezTo>
                    <a:pt x="2557" y="235"/>
                    <a:pt x="2504" y="182"/>
                    <a:pt x="2438" y="181"/>
                  </a:cubicBezTo>
                  <a:lnTo>
                    <a:pt x="301" y="181"/>
                  </a:lnTo>
                  <a:close/>
                  <a:moveTo>
                    <a:pt x="2449" y="3258"/>
                  </a:moveTo>
                  <a:cubicBezTo>
                    <a:pt x="1944" y="2963"/>
                    <a:pt x="1944" y="2963"/>
                    <a:pt x="1944" y="2963"/>
                  </a:cubicBezTo>
                  <a:cubicBezTo>
                    <a:pt x="1372" y="3252"/>
                    <a:pt x="1372" y="3252"/>
                    <a:pt x="1372" y="3252"/>
                  </a:cubicBezTo>
                  <a:cubicBezTo>
                    <a:pt x="860" y="2963"/>
                    <a:pt x="860" y="2963"/>
                    <a:pt x="860" y="2963"/>
                  </a:cubicBezTo>
                  <a:cubicBezTo>
                    <a:pt x="291" y="3257"/>
                    <a:pt x="291" y="3257"/>
                    <a:pt x="291" y="3257"/>
                  </a:cubicBezTo>
                  <a:cubicBezTo>
                    <a:pt x="264" y="3254"/>
                    <a:pt x="264" y="3254"/>
                    <a:pt x="264" y="3254"/>
                  </a:cubicBezTo>
                  <a:cubicBezTo>
                    <a:pt x="113" y="3235"/>
                    <a:pt x="0" y="3107"/>
                    <a:pt x="0" y="2955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135"/>
                    <a:pt x="135" y="0"/>
                    <a:pt x="301" y="0"/>
                  </a:cubicBezTo>
                  <a:cubicBezTo>
                    <a:pt x="2438" y="0"/>
                    <a:pt x="2438" y="0"/>
                    <a:pt x="2438" y="0"/>
                  </a:cubicBezTo>
                  <a:cubicBezTo>
                    <a:pt x="2604" y="0"/>
                    <a:pt x="2739" y="135"/>
                    <a:pt x="2739" y="301"/>
                  </a:cubicBezTo>
                  <a:cubicBezTo>
                    <a:pt x="2739" y="2955"/>
                    <a:pt x="2739" y="2955"/>
                    <a:pt x="2739" y="2955"/>
                  </a:cubicBezTo>
                  <a:cubicBezTo>
                    <a:pt x="2739" y="3105"/>
                    <a:pt x="2628" y="3233"/>
                    <a:pt x="2480" y="3253"/>
                  </a:cubicBezTo>
                  <a:lnTo>
                    <a:pt x="2449" y="3258"/>
                  </a:lnTo>
                  <a:close/>
                  <a:moveTo>
                    <a:pt x="2449" y="3258"/>
                  </a:moveTo>
                  <a:cubicBezTo>
                    <a:pt x="2449" y="3258"/>
                    <a:pt x="2449" y="3258"/>
                    <a:pt x="2449" y="32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7" name="Freeform 7"/>
            <p:cNvSpPr>
              <a:spLocks noEditPoints="1"/>
            </p:cNvSpPr>
            <p:nvPr/>
          </p:nvSpPr>
          <p:spPr bwMode="auto">
            <a:xfrm>
              <a:off x="-1155700" y="2941638"/>
              <a:ext cx="963613" cy="893763"/>
            </a:xfrm>
            <a:custGeom>
              <a:avLst/>
              <a:gdLst>
                <a:gd name="T0" fmla="*/ 1267 w 1353"/>
                <a:gd name="T1" fmla="*/ 182 h 1256"/>
                <a:gd name="T2" fmla="*/ 87 w 1353"/>
                <a:gd name="T3" fmla="*/ 182 h 1256"/>
                <a:gd name="T4" fmla="*/ 0 w 1353"/>
                <a:gd name="T5" fmla="*/ 91 h 1256"/>
                <a:gd name="T6" fmla="*/ 87 w 1353"/>
                <a:gd name="T7" fmla="*/ 0 h 1256"/>
                <a:gd name="T8" fmla="*/ 1267 w 1353"/>
                <a:gd name="T9" fmla="*/ 0 h 1256"/>
                <a:gd name="T10" fmla="*/ 1353 w 1353"/>
                <a:gd name="T11" fmla="*/ 91 h 1256"/>
                <a:gd name="T12" fmla="*/ 1267 w 1353"/>
                <a:gd name="T13" fmla="*/ 182 h 1256"/>
                <a:gd name="T14" fmla="*/ 1267 w 1353"/>
                <a:gd name="T15" fmla="*/ 719 h 1256"/>
                <a:gd name="T16" fmla="*/ 87 w 1353"/>
                <a:gd name="T17" fmla="*/ 719 h 1256"/>
                <a:gd name="T18" fmla="*/ 0 w 1353"/>
                <a:gd name="T19" fmla="*/ 628 h 1256"/>
                <a:gd name="T20" fmla="*/ 87 w 1353"/>
                <a:gd name="T21" fmla="*/ 537 h 1256"/>
                <a:gd name="T22" fmla="*/ 1267 w 1353"/>
                <a:gd name="T23" fmla="*/ 537 h 1256"/>
                <a:gd name="T24" fmla="*/ 1353 w 1353"/>
                <a:gd name="T25" fmla="*/ 628 h 1256"/>
                <a:gd name="T26" fmla="*/ 1267 w 1353"/>
                <a:gd name="T27" fmla="*/ 719 h 1256"/>
                <a:gd name="T28" fmla="*/ 1267 w 1353"/>
                <a:gd name="T29" fmla="*/ 1256 h 1256"/>
                <a:gd name="T30" fmla="*/ 87 w 1353"/>
                <a:gd name="T31" fmla="*/ 1256 h 1256"/>
                <a:gd name="T32" fmla="*/ 1 w 1353"/>
                <a:gd name="T33" fmla="*/ 1165 h 1256"/>
                <a:gd name="T34" fmla="*/ 87 w 1353"/>
                <a:gd name="T35" fmla="*/ 1075 h 1256"/>
                <a:gd name="T36" fmla="*/ 1267 w 1353"/>
                <a:gd name="T37" fmla="*/ 1075 h 1256"/>
                <a:gd name="T38" fmla="*/ 1352 w 1353"/>
                <a:gd name="T39" fmla="*/ 1165 h 1256"/>
                <a:gd name="T40" fmla="*/ 1267 w 1353"/>
                <a:gd name="T41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56">
                  <a:moveTo>
                    <a:pt x="1267" y="182"/>
                  </a:moveTo>
                  <a:cubicBezTo>
                    <a:pt x="87" y="182"/>
                    <a:pt x="87" y="182"/>
                    <a:pt x="87" y="182"/>
                  </a:cubicBezTo>
                  <a:cubicBezTo>
                    <a:pt x="38" y="180"/>
                    <a:pt x="0" y="140"/>
                    <a:pt x="0" y="91"/>
                  </a:cubicBezTo>
                  <a:cubicBezTo>
                    <a:pt x="0" y="42"/>
                    <a:pt x="38" y="2"/>
                    <a:pt x="87" y="0"/>
                  </a:cubicBezTo>
                  <a:cubicBezTo>
                    <a:pt x="1267" y="0"/>
                    <a:pt x="1267" y="0"/>
                    <a:pt x="1267" y="0"/>
                  </a:cubicBezTo>
                  <a:cubicBezTo>
                    <a:pt x="1315" y="2"/>
                    <a:pt x="1353" y="42"/>
                    <a:pt x="1353" y="91"/>
                  </a:cubicBezTo>
                  <a:cubicBezTo>
                    <a:pt x="1353" y="140"/>
                    <a:pt x="1315" y="180"/>
                    <a:pt x="1267" y="182"/>
                  </a:cubicBezTo>
                  <a:moveTo>
                    <a:pt x="1267" y="719"/>
                  </a:moveTo>
                  <a:cubicBezTo>
                    <a:pt x="87" y="719"/>
                    <a:pt x="87" y="719"/>
                    <a:pt x="87" y="719"/>
                  </a:cubicBezTo>
                  <a:cubicBezTo>
                    <a:pt x="38" y="717"/>
                    <a:pt x="0" y="677"/>
                    <a:pt x="0" y="628"/>
                  </a:cubicBezTo>
                  <a:cubicBezTo>
                    <a:pt x="0" y="580"/>
                    <a:pt x="38" y="540"/>
                    <a:pt x="87" y="537"/>
                  </a:cubicBezTo>
                  <a:cubicBezTo>
                    <a:pt x="1267" y="537"/>
                    <a:pt x="1267" y="537"/>
                    <a:pt x="1267" y="537"/>
                  </a:cubicBezTo>
                  <a:cubicBezTo>
                    <a:pt x="1315" y="540"/>
                    <a:pt x="1353" y="580"/>
                    <a:pt x="1353" y="628"/>
                  </a:cubicBezTo>
                  <a:cubicBezTo>
                    <a:pt x="1353" y="677"/>
                    <a:pt x="1315" y="717"/>
                    <a:pt x="1267" y="719"/>
                  </a:cubicBezTo>
                  <a:moveTo>
                    <a:pt x="1267" y="1256"/>
                  </a:moveTo>
                  <a:cubicBezTo>
                    <a:pt x="87" y="1256"/>
                    <a:pt x="87" y="1256"/>
                    <a:pt x="87" y="1256"/>
                  </a:cubicBezTo>
                  <a:cubicBezTo>
                    <a:pt x="39" y="1253"/>
                    <a:pt x="1" y="1213"/>
                    <a:pt x="1" y="1165"/>
                  </a:cubicBezTo>
                  <a:cubicBezTo>
                    <a:pt x="1" y="1117"/>
                    <a:pt x="39" y="1077"/>
                    <a:pt x="87" y="1075"/>
                  </a:cubicBezTo>
                  <a:cubicBezTo>
                    <a:pt x="1267" y="1075"/>
                    <a:pt x="1267" y="1075"/>
                    <a:pt x="1267" y="1075"/>
                  </a:cubicBezTo>
                  <a:cubicBezTo>
                    <a:pt x="1314" y="1077"/>
                    <a:pt x="1352" y="1117"/>
                    <a:pt x="1352" y="1165"/>
                  </a:cubicBezTo>
                  <a:cubicBezTo>
                    <a:pt x="1352" y="1213"/>
                    <a:pt x="1314" y="1253"/>
                    <a:pt x="1267" y="12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8"/>
            <a:ext cx="10560048" cy="4680000"/>
          </a:xfrm>
        </p:spPr>
        <p:txBody>
          <a:bodyPr/>
          <a:lstStyle>
            <a:lvl1pPr algn="just">
              <a:defRPr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08156854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#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1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2" name="Freeform 12"/>
          <p:cNvSpPr>
            <a:spLocks noEditPoints="1"/>
          </p:cNvSpPr>
          <p:nvPr userDrawn="1"/>
        </p:nvSpPr>
        <p:spPr bwMode="auto">
          <a:xfrm>
            <a:off x="479376" y="474075"/>
            <a:ext cx="508162" cy="508967"/>
          </a:xfrm>
          <a:custGeom>
            <a:avLst/>
            <a:gdLst>
              <a:gd name="T0" fmla="*/ 1433 w 2867"/>
              <a:gd name="T1" fmla="*/ 0 h 2867"/>
              <a:gd name="T2" fmla="*/ 0 w 2867"/>
              <a:gd name="T3" fmla="*/ 1433 h 2867"/>
              <a:gd name="T4" fmla="*/ 1433 w 2867"/>
              <a:gd name="T5" fmla="*/ 2867 h 2867"/>
              <a:gd name="T6" fmla="*/ 2867 w 2867"/>
              <a:gd name="T7" fmla="*/ 1433 h 2867"/>
              <a:gd name="T8" fmla="*/ 1433 w 2867"/>
              <a:gd name="T9" fmla="*/ 0 h 2867"/>
              <a:gd name="T10" fmla="*/ 1433 w 2867"/>
              <a:gd name="T11" fmla="*/ 2662 h 2867"/>
              <a:gd name="T12" fmla="*/ 205 w 2867"/>
              <a:gd name="T13" fmla="*/ 1433 h 2867"/>
              <a:gd name="T14" fmla="*/ 1433 w 2867"/>
              <a:gd name="T15" fmla="*/ 205 h 2867"/>
              <a:gd name="T16" fmla="*/ 2662 w 2867"/>
              <a:gd name="T17" fmla="*/ 1433 h 2867"/>
              <a:gd name="T18" fmla="*/ 1433 w 2867"/>
              <a:gd name="T19" fmla="*/ 2662 h 2867"/>
              <a:gd name="T20" fmla="*/ 2336 w 2867"/>
              <a:gd name="T21" fmla="*/ 2066 h 2867"/>
              <a:gd name="T22" fmla="*/ 523 w 2867"/>
              <a:gd name="T23" fmla="*/ 2066 h 2867"/>
              <a:gd name="T24" fmla="*/ 976 w 2867"/>
              <a:gd name="T25" fmla="*/ 1432 h 2867"/>
              <a:gd name="T26" fmla="*/ 1255 w 2867"/>
              <a:gd name="T27" fmla="*/ 1810 h 2867"/>
              <a:gd name="T28" fmla="*/ 1792 w 2867"/>
              <a:gd name="T29" fmla="*/ 1069 h 2867"/>
              <a:gd name="T30" fmla="*/ 2336 w 2867"/>
              <a:gd name="T31" fmla="*/ 2066 h 2867"/>
              <a:gd name="T32" fmla="*/ 704 w 2867"/>
              <a:gd name="T33" fmla="*/ 978 h 2867"/>
              <a:gd name="T34" fmla="*/ 886 w 2867"/>
              <a:gd name="T35" fmla="*/ 797 h 2867"/>
              <a:gd name="T36" fmla="*/ 1067 w 2867"/>
              <a:gd name="T37" fmla="*/ 978 h 2867"/>
              <a:gd name="T38" fmla="*/ 886 w 2867"/>
              <a:gd name="T39" fmla="*/ 1160 h 2867"/>
              <a:gd name="T40" fmla="*/ 704 w 2867"/>
              <a:gd name="T41" fmla="*/ 978 h 2867"/>
              <a:gd name="T42" fmla="*/ 704 w 2867"/>
              <a:gd name="T43" fmla="*/ 978 h 2867"/>
              <a:gd name="T44" fmla="*/ 704 w 2867"/>
              <a:gd name="T45" fmla="*/ 978 h 2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67" h="2867">
                <a:moveTo>
                  <a:pt x="1433" y="0"/>
                </a:moveTo>
                <a:cubicBezTo>
                  <a:pt x="643" y="0"/>
                  <a:pt x="0" y="643"/>
                  <a:pt x="0" y="1433"/>
                </a:cubicBezTo>
                <a:cubicBezTo>
                  <a:pt x="0" y="2224"/>
                  <a:pt x="643" y="2867"/>
                  <a:pt x="1433" y="2867"/>
                </a:cubicBezTo>
                <a:cubicBezTo>
                  <a:pt x="2224" y="2867"/>
                  <a:pt x="2867" y="2224"/>
                  <a:pt x="2867" y="1433"/>
                </a:cubicBezTo>
                <a:cubicBezTo>
                  <a:pt x="2867" y="643"/>
                  <a:pt x="2224" y="0"/>
                  <a:pt x="1433" y="0"/>
                </a:cubicBezTo>
                <a:close/>
                <a:moveTo>
                  <a:pt x="1433" y="2662"/>
                </a:moveTo>
                <a:cubicBezTo>
                  <a:pt x="756" y="2662"/>
                  <a:pt x="205" y="2111"/>
                  <a:pt x="205" y="1433"/>
                </a:cubicBezTo>
                <a:cubicBezTo>
                  <a:pt x="205" y="756"/>
                  <a:pt x="756" y="205"/>
                  <a:pt x="1433" y="205"/>
                </a:cubicBezTo>
                <a:cubicBezTo>
                  <a:pt x="2111" y="205"/>
                  <a:pt x="2662" y="756"/>
                  <a:pt x="2662" y="1433"/>
                </a:cubicBezTo>
                <a:cubicBezTo>
                  <a:pt x="2662" y="2111"/>
                  <a:pt x="2111" y="2662"/>
                  <a:pt x="1433" y="2662"/>
                </a:cubicBezTo>
                <a:close/>
                <a:moveTo>
                  <a:pt x="2336" y="2066"/>
                </a:moveTo>
                <a:cubicBezTo>
                  <a:pt x="523" y="2066"/>
                  <a:pt x="523" y="2066"/>
                  <a:pt x="523" y="2066"/>
                </a:cubicBezTo>
                <a:cubicBezTo>
                  <a:pt x="976" y="1432"/>
                  <a:pt x="976" y="1432"/>
                  <a:pt x="976" y="1432"/>
                </a:cubicBezTo>
                <a:cubicBezTo>
                  <a:pt x="1255" y="1810"/>
                  <a:pt x="1255" y="1810"/>
                  <a:pt x="1255" y="1810"/>
                </a:cubicBezTo>
                <a:cubicBezTo>
                  <a:pt x="1792" y="1069"/>
                  <a:pt x="1792" y="1069"/>
                  <a:pt x="1792" y="1069"/>
                </a:cubicBezTo>
                <a:lnTo>
                  <a:pt x="2336" y="2066"/>
                </a:lnTo>
                <a:close/>
                <a:moveTo>
                  <a:pt x="704" y="978"/>
                </a:moveTo>
                <a:cubicBezTo>
                  <a:pt x="704" y="878"/>
                  <a:pt x="786" y="797"/>
                  <a:pt x="886" y="797"/>
                </a:cubicBezTo>
                <a:cubicBezTo>
                  <a:pt x="986" y="797"/>
                  <a:pt x="1067" y="878"/>
                  <a:pt x="1067" y="978"/>
                </a:cubicBezTo>
                <a:cubicBezTo>
                  <a:pt x="1067" y="1079"/>
                  <a:pt x="986" y="1160"/>
                  <a:pt x="886" y="1160"/>
                </a:cubicBezTo>
                <a:cubicBezTo>
                  <a:pt x="786" y="1160"/>
                  <a:pt x="704" y="1079"/>
                  <a:pt x="704" y="978"/>
                </a:cubicBezTo>
                <a:close/>
                <a:moveTo>
                  <a:pt x="704" y="978"/>
                </a:moveTo>
                <a:cubicBezTo>
                  <a:pt x="704" y="978"/>
                  <a:pt x="704" y="978"/>
                  <a:pt x="704" y="97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594800" y="410400"/>
            <a:ext cx="9831600" cy="640800"/>
          </a:xfrm>
        </p:spPr>
        <p:txBody>
          <a:bodyPr lIns="100800" tIns="50400" rIns="100800" bIns="50400" anchor="t" anchorCtr="0"/>
          <a:lstStyle>
            <a:lvl1pPr>
              <a:defRPr b="1">
                <a:latin typeface="+mn-ea"/>
                <a:ea typeface="+mn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8545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+mj-lt"/>
              <a:buAutoNum type="arabicPeriod"/>
              <a:tabLst/>
              <a:defRPr sz="2000">
                <a:latin typeface="+mn-ea"/>
                <a:ea typeface="+mn-ea"/>
                <a:cs typeface="Arial" panose="020B0604020202020204" pitchFamily="34" charset="0"/>
              </a:defRPr>
            </a:lvl1pPr>
            <a:lvl2pPr marL="401637" indent="0" algn="just">
              <a:buSzPct val="100000"/>
              <a:buFont typeface="+mj-lt"/>
              <a:buNone/>
              <a:defRPr sz="1800"/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</a:t>
            </a:r>
            <a:r>
              <a:rPr lang="zh-CN" altLang="en-US" dirty="0" smtClean="0"/>
              <a:t>）</a:t>
            </a:r>
            <a:endParaRPr lang="en-US" altLang="zh-CN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1665402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en-US" altLang="zh-CN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Quiz</a:t>
            </a:r>
            <a:endParaRPr lang="zh-CN" altLang="en-US" sz="35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9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479376" y="424270"/>
            <a:ext cx="495619" cy="592462"/>
            <a:chOff x="5554662" y="2422526"/>
            <a:chExt cx="690564" cy="825500"/>
          </a:xfrm>
          <a:solidFill>
            <a:schemeClr val="bg1"/>
          </a:solidFill>
        </p:grpSpPr>
        <p:sp>
          <p:nvSpPr>
            <p:cNvPr id="11" name="Freeform 30"/>
            <p:cNvSpPr>
              <a:spLocks/>
            </p:cNvSpPr>
            <p:nvPr/>
          </p:nvSpPr>
          <p:spPr bwMode="auto">
            <a:xfrm>
              <a:off x="5554662" y="2487613"/>
              <a:ext cx="258763" cy="760413"/>
            </a:xfrm>
            <a:custGeom>
              <a:avLst/>
              <a:gdLst>
                <a:gd name="T0" fmla="*/ 233 w 245"/>
                <a:gd name="T1" fmla="*/ 722 h 722"/>
                <a:gd name="T2" fmla="*/ 245 w 245"/>
                <a:gd name="T3" fmla="*/ 710 h 722"/>
                <a:gd name="T4" fmla="*/ 245 w 245"/>
                <a:gd name="T5" fmla="*/ 614 h 722"/>
                <a:gd name="T6" fmla="*/ 187 w 245"/>
                <a:gd name="T7" fmla="*/ 559 h 722"/>
                <a:gd name="T8" fmla="*/ 93 w 245"/>
                <a:gd name="T9" fmla="*/ 499 h 722"/>
                <a:gd name="T10" fmla="*/ 93 w 245"/>
                <a:gd name="T11" fmla="*/ 401 h 722"/>
                <a:gd name="T12" fmla="*/ 82 w 245"/>
                <a:gd name="T13" fmla="*/ 398 h 722"/>
                <a:gd name="T14" fmla="*/ 38 w 245"/>
                <a:gd name="T15" fmla="*/ 381 h 722"/>
                <a:gd name="T16" fmla="*/ 102 w 245"/>
                <a:gd name="T17" fmla="*/ 255 h 722"/>
                <a:gd name="T18" fmla="*/ 106 w 245"/>
                <a:gd name="T19" fmla="*/ 250 h 722"/>
                <a:gd name="T20" fmla="*/ 105 w 245"/>
                <a:gd name="T21" fmla="*/ 244 h 722"/>
                <a:gd name="T22" fmla="*/ 218 w 245"/>
                <a:gd name="T23" fmla="*/ 31 h 722"/>
                <a:gd name="T24" fmla="*/ 225 w 245"/>
                <a:gd name="T25" fmla="*/ 15 h 722"/>
                <a:gd name="T26" fmla="*/ 222 w 245"/>
                <a:gd name="T27" fmla="*/ 9 h 722"/>
                <a:gd name="T28" fmla="*/ 207 w 245"/>
                <a:gd name="T29" fmla="*/ 3 h 722"/>
                <a:gd name="T30" fmla="*/ 86 w 245"/>
                <a:gd name="T31" fmla="*/ 148 h 722"/>
                <a:gd name="T32" fmla="*/ 75 w 245"/>
                <a:gd name="T33" fmla="*/ 240 h 722"/>
                <a:gd name="T34" fmla="*/ 8 w 245"/>
                <a:gd name="T35" fmla="*/ 390 h 722"/>
                <a:gd name="T36" fmla="*/ 8 w 245"/>
                <a:gd name="T37" fmla="*/ 391 h 722"/>
                <a:gd name="T38" fmla="*/ 8 w 245"/>
                <a:gd name="T39" fmla="*/ 393 h 722"/>
                <a:gd name="T40" fmla="*/ 63 w 245"/>
                <a:gd name="T41" fmla="*/ 424 h 722"/>
                <a:gd name="T42" fmla="*/ 63 w 245"/>
                <a:gd name="T43" fmla="*/ 500 h 722"/>
                <a:gd name="T44" fmla="*/ 179 w 245"/>
                <a:gd name="T45" fmla="*/ 588 h 722"/>
                <a:gd name="T46" fmla="*/ 215 w 245"/>
                <a:gd name="T47" fmla="*/ 612 h 722"/>
                <a:gd name="T48" fmla="*/ 215 w 245"/>
                <a:gd name="T49" fmla="*/ 614 h 722"/>
                <a:gd name="T50" fmla="*/ 215 w 245"/>
                <a:gd name="T51" fmla="*/ 710 h 722"/>
                <a:gd name="T52" fmla="*/ 227 w 245"/>
                <a:gd name="T53" fmla="*/ 722 h 722"/>
                <a:gd name="T54" fmla="*/ 233 w 245"/>
                <a:gd name="T55" fmla="*/ 722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5" h="722">
                  <a:moveTo>
                    <a:pt x="233" y="722"/>
                  </a:moveTo>
                  <a:cubicBezTo>
                    <a:pt x="240" y="722"/>
                    <a:pt x="245" y="717"/>
                    <a:pt x="245" y="710"/>
                  </a:cubicBezTo>
                  <a:cubicBezTo>
                    <a:pt x="245" y="614"/>
                    <a:pt x="245" y="614"/>
                    <a:pt x="245" y="614"/>
                  </a:cubicBezTo>
                  <a:cubicBezTo>
                    <a:pt x="245" y="605"/>
                    <a:pt x="242" y="574"/>
                    <a:pt x="187" y="559"/>
                  </a:cubicBezTo>
                  <a:cubicBezTo>
                    <a:pt x="128" y="543"/>
                    <a:pt x="94" y="522"/>
                    <a:pt x="93" y="499"/>
                  </a:cubicBezTo>
                  <a:cubicBezTo>
                    <a:pt x="93" y="401"/>
                    <a:pt x="93" y="401"/>
                    <a:pt x="93" y="401"/>
                  </a:cubicBezTo>
                  <a:cubicBezTo>
                    <a:pt x="82" y="398"/>
                    <a:pt x="82" y="398"/>
                    <a:pt x="82" y="398"/>
                  </a:cubicBezTo>
                  <a:cubicBezTo>
                    <a:pt x="64" y="393"/>
                    <a:pt x="45" y="385"/>
                    <a:pt x="38" y="381"/>
                  </a:cubicBezTo>
                  <a:cubicBezTo>
                    <a:pt x="38" y="369"/>
                    <a:pt x="44" y="325"/>
                    <a:pt x="102" y="255"/>
                  </a:cubicBezTo>
                  <a:cubicBezTo>
                    <a:pt x="106" y="250"/>
                    <a:pt x="106" y="250"/>
                    <a:pt x="106" y="250"/>
                  </a:cubicBezTo>
                  <a:cubicBezTo>
                    <a:pt x="105" y="244"/>
                    <a:pt x="105" y="244"/>
                    <a:pt x="105" y="244"/>
                  </a:cubicBezTo>
                  <a:cubicBezTo>
                    <a:pt x="105" y="237"/>
                    <a:pt x="92" y="92"/>
                    <a:pt x="218" y="31"/>
                  </a:cubicBezTo>
                  <a:cubicBezTo>
                    <a:pt x="224" y="28"/>
                    <a:pt x="227" y="21"/>
                    <a:pt x="225" y="15"/>
                  </a:cubicBezTo>
                  <a:cubicBezTo>
                    <a:pt x="222" y="9"/>
                    <a:pt x="222" y="9"/>
                    <a:pt x="222" y="9"/>
                  </a:cubicBezTo>
                  <a:cubicBezTo>
                    <a:pt x="220" y="3"/>
                    <a:pt x="213" y="0"/>
                    <a:pt x="207" y="3"/>
                  </a:cubicBezTo>
                  <a:cubicBezTo>
                    <a:pt x="147" y="31"/>
                    <a:pt x="105" y="81"/>
                    <a:pt x="86" y="148"/>
                  </a:cubicBezTo>
                  <a:cubicBezTo>
                    <a:pt x="74" y="189"/>
                    <a:pt x="74" y="226"/>
                    <a:pt x="75" y="240"/>
                  </a:cubicBezTo>
                  <a:cubicBezTo>
                    <a:pt x="0" y="333"/>
                    <a:pt x="7" y="385"/>
                    <a:pt x="8" y="390"/>
                  </a:cubicBezTo>
                  <a:cubicBezTo>
                    <a:pt x="8" y="391"/>
                    <a:pt x="8" y="391"/>
                    <a:pt x="8" y="391"/>
                  </a:cubicBezTo>
                  <a:cubicBezTo>
                    <a:pt x="8" y="393"/>
                    <a:pt x="8" y="393"/>
                    <a:pt x="8" y="393"/>
                  </a:cubicBezTo>
                  <a:cubicBezTo>
                    <a:pt x="10" y="397"/>
                    <a:pt x="14" y="409"/>
                    <a:pt x="63" y="424"/>
                  </a:cubicBezTo>
                  <a:cubicBezTo>
                    <a:pt x="63" y="500"/>
                    <a:pt x="63" y="500"/>
                    <a:pt x="63" y="500"/>
                  </a:cubicBezTo>
                  <a:cubicBezTo>
                    <a:pt x="65" y="539"/>
                    <a:pt x="104" y="569"/>
                    <a:pt x="179" y="588"/>
                  </a:cubicBezTo>
                  <a:cubicBezTo>
                    <a:pt x="213" y="597"/>
                    <a:pt x="215" y="611"/>
                    <a:pt x="215" y="612"/>
                  </a:cubicBezTo>
                  <a:cubicBezTo>
                    <a:pt x="215" y="614"/>
                    <a:pt x="215" y="614"/>
                    <a:pt x="215" y="614"/>
                  </a:cubicBezTo>
                  <a:cubicBezTo>
                    <a:pt x="215" y="710"/>
                    <a:pt x="215" y="710"/>
                    <a:pt x="215" y="710"/>
                  </a:cubicBezTo>
                  <a:cubicBezTo>
                    <a:pt x="215" y="717"/>
                    <a:pt x="220" y="722"/>
                    <a:pt x="227" y="722"/>
                  </a:cubicBezTo>
                  <a:lnTo>
                    <a:pt x="233" y="7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2" name="Freeform 31"/>
            <p:cNvSpPr>
              <a:spLocks/>
            </p:cNvSpPr>
            <p:nvPr/>
          </p:nvSpPr>
          <p:spPr bwMode="auto">
            <a:xfrm>
              <a:off x="6029325" y="2752726"/>
              <a:ext cx="169863" cy="495300"/>
            </a:xfrm>
            <a:custGeom>
              <a:avLst/>
              <a:gdLst>
                <a:gd name="T0" fmla="*/ 21 w 162"/>
                <a:gd name="T1" fmla="*/ 470 h 470"/>
                <a:gd name="T2" fmla="*/ 33 w 162"/>
                <a:gd name="T3" fmla="*/ 458 h 470"/>
                <a:gd name="T4" fmla="*/ 33 w 162"/>
                <a:gd name="T5" fmla="*/ 361 h 470"/>
                <a:gd name="T6" fmla="*/ 108 w 162"/>
                <a:gd name="T7" fmla="*/ 168 h 470"/>
                <a:gd name="T8" fmla="*/ 162 w 162"/>
                <a:gd name="T9" fmla="*/ 13 h 470"/>
                <a:gd name="T10" fmla="*/ 151 w 162"/>
                <a:gd name="T11" fmla="*/ 1 h 470"/>
                <a:gd name="T12" fmla="*/ 144 w 162"/>
                <a:gd name="T13" fmla="*/ 0 h 470"/>
                <a:gd name="T14" fmla="*/ 131 w 162"/>
                <a:gd name="T15" fmla="*/ 12 h 470"/>
                <a:gd name="T16" fmla="*/ 84 w 162"/>
                <a:gd name="T17" fmla="*/ 149 h 470"/>
                <a:gd name="T18" fmla="*/ 3 w 162"/>
                <a:gd name="T19" fmla="*/ 362 h 470"/>
                <a:gd name="T20" fmla="*/ 3 w 162"/>
                <a:gd name="T21" fmla="*/ 458 h 470"/>
                <a:gd name="T22" fmla="*/ 15 w 162"/>
                <a:gd name="T23" fmla="*/ 470 h 470"/>
                <a:gd name="T24" fmla="*/ 21 w 162"/>
                <a:gd name="T25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2" h="470">
                  <a:moveTo>
                    <a:pt x="21" y="470"/>
                  </a:moveTo>
                  <a:cubicBezTo>
                    <a:pt x="28" y="470"/>
                    <a:pt x="33" y="465"/>
                    <a:pt x="33" y="458"/>
                  </a:cubicBezTo>
                  <a:cubicBezTo>
                    <a:pt x="33" y="361"/>
                    <a:pt x="33" y="361"/>
                    <a:pt x="33" y="361"/>
                  </a:cubicBezTo>
                  <a:cubicBezTo>
                    <a:pt x="33" y="360"/>
                    <a:pt x="29" y="262"/>
                    <a:pt x="108" y="168"/>
                  </a:cubicBezTo>
                  <a:cubicBezTo>
                    <a:pt x="137" y="133"/>
                    <a:pt x="157" y="75"/>
                    <a:pt x="162" y="13"/>
                  </a:cubicBezTo>
                  <a:cubicBezTo>
                    <a:pt x="162" y="7"/>
                    <a:pt x="157" y="1"/>
                    <a:pt x="151" y="1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38" y="0"/>
                    <a:pt x="132" y="5"/>
                    <a:pt x="131" y="12"/>
                  </a:cubicBezTo>
                  <a:cubicBezTo>
                    <a:pt x="127" y="67"/>
                    <a:pt x="110" y="119"/>
                    <a:pt x="84" y="149"/>
                  </a:cubicBezTo>
                  <a:cubicBezTo>
                    <a:pt x="0" y="249"/>
                    <a:pt x="3" y="353"/>
                    <a:pt x="3" y="362"/>
                  </a:cubicBezTo>
                  <a:cubicBezTo>
                    <a:pt x="3" y="458"/>
                    <a:pt x="3" y="458"/>
                    <a:pt x="3" y="458"/>
                  </a:cubicBezTo>
                  <a:cubicBezTo>
                    <a:pt x="3" y="465"/>
                    <a:pt x="8" y="470"/>
                    <a:pt x="15" y="470"/>
                  </a:cubicBezTo>
                  <a:lnTo>
                    <a:pt x="21" y="4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32"/>
            <p:cNvSpPr>
              <a:spLocks/>
            </p:cNvSpPr>
            <p:nvPr/>
          </p:nvSpPr>
          <p:spPr bwMode="auto">
            <a:xfrm>
              <a:off x="5851525" y="2489201"/>
              <a:ext cx="325437" cy="406401"/>
            </a:xfrm>
            <a:custGeom>
              <a:avLst/>
              <a:gdLst>
                <a:gd name="T0" fmla="*/ 155 w 309"/>
                <a:gd name="T1" fmla="*/ 386 h 386"/>
                <a:gd name="T2" fmla="*/ 189 w 309"/>
                <a:gd name="T3" fmla="*/ 363 h 386"/>
                <a:gd name="T4" fmla="*/ 208 w 309"/>
                <a:gd name="T5" fmla="*/ 363 h 386"/>
                <a:gd name="T6" fmla="*/ 232 w 309"/>
                <a:gd name="T7" fmla="*/ 353 h 386"/>
                <a:gd name="T8" fmla="*/ 242 w 309"/>
                <a:gd name="T9" fmla="*/ 329 h 386"/>
                <a:gd name="T10" fmla="*/ 242 w 309"/>
                <a:gd name="T11" fmla="*/ 308 h 386"/>
                <a:gd name="T12" fmla="*/ 212 w 309"/>
                <a:gd name="T13" fmla="*/ 308 h 386"/>
                <a:gd name="T14" fmla="*/ 212 w 309"/>
                <a:gd name="T15" fmla="*/ 329 h 386"/>
                <a:gd name="T16" fmla="*/ 210 w 309"/>
                <a:gd name="T17" fmla="*/ 332 h 386"/>
                <a:gd name="T18" fmla="*/ 208 w 309"/>
                <a:gd name="T19" fmla="*/ 333 h 386"/>
                <a:gd name="T20" fmla="*/ 162 w 309"/>
                <a:gd name="T21" fmla="*/ 333 h 386"/>
                <a:gd name="T22" fmla="*/ 162 w 309"/>
                <a:gd name="T23" fmla="*/ 348 h 386"/>
                <a:gd name="T24" fmla="*/ 155 w 309"/>
                <a:gd name="T25" fmla="*/ 356 h 386"/>
                <a:gd name="T26" fmla="*/ 147 w 309"/>
                <a:gd name="T27" fmla="*/ 348 h 386"/>
                <a:gd name="T28" fmla="*/ 147 w 309"/>
                <a:gd name="T29" fmla="*/ 333 h 386"/>
                <a:gd name="T30" fmla="*/ 101 w 309"/>
                <a:gd name="T31" fmla="*/ 333 h 386"/>
                <a:gd name="T32" fmla="*/ 98 w 309"/>
                <a:gd name="T33" fmla="*/ 329 h 386"/>
                <a:gd name="T34" fmla="*/ 98 w 309"/>
                <a:gd name="T35" fmla="*/ 266 h 386"/>
                <a:gd name="T36" fmla="*/ 90 w 309"/>
                <a:gd name="T37" fmla="*/ 262 h 386"/>
                <a:gd name="T38" fmla="*/ 30 w 309"/>
                <a:gd name="T39" fmla="*/ 155 h 386"/>
                <a:gd name="T40" fmla="*/ 155 w 309"/>
                <a:gd name="T41" fmla="*/ 31 h 386"/>
                <a:gd name="T42" fmla="*/ 279 w 309"/>
                <a:gd name="T43" fmla="*/ 155 h 386"/>
                <a:gd name="T44" fmla="*/ 222 w 309"/>
                <a:gd name="T45" fmla="*/ 260 h 386"/>
                <a:gd name="T46" fmla="*/ 174 w 309"/>
                <a:gd name="T47" fmla="*/ 259 h 386"/>
                <a:gd name="T48" fmla="*/ 170 w 309"/>
                <a:gd name="T49" fmla="*/ 255 h 386"/>
                <a:gd name="T50" fmla="*/ 170 w 309"/>
                <a:gd name="T51" fmla="*/ 188 h 386"/>
                <a:gd name="T52" fmla="*/ 139 w 309"/>
                <a:gd name="T53" fmla="*/ 188 h 386"/>
                <a:gd name="T54" fmla="*/ 139 w 309"/>
                <a:gd name="T55" fmla="*/ 255 h 386"/>
                <a:gd name="T56" fmla="*/ 174 w 309"/>
                <a:gd name="T57" fmla="*/ 290 h 386"/>
                <a:gd name="T58" fmla="*/ 231 w 309"/>
                <a:gd name="T59" fmla="*/ 290 h 386"/>
                <a:gd name="T60" fmla="*/ 235 w 309"/>
                <a:gd name="T61" fmla="*/ 288 h 386"/>
                <a:gd name="T62" fmla="*/ 309 w 309"/>
                <a:gd name="T63" fmla="*/ 155 h 386"/>
                <a:gd name="T64" fmla="*/ 155 w 309"/>
                <a:gd name="T65" fmla="*/ 0 h 386"/>
                <a:gd name="T66" fmla="*/ 0 w 309"/>
                <a:gd name="T67" fmla="*/ 155 h 386"/>
                <a:gd name="T68" fmla="*/ 67 w 309"/>
                <a:gd name="T69" fmla="*/ 283 h 386"/>
                <a:gd name="T70" fmla="*/ 67 w 309"/>
                <a:gd name="T71" fmla="*/ 329 h 386"/>
                <a:gd name="T72" fmla="*/ 101 w 309"/>
                <a:gd name="T73" fmla="*/ 363 h 386"/>
                <a:gd name="T74" fmla="*/ 120 w 309"/>
                <a:gd name="T75" fmla="*/ 363 h 386"/>
                <a:gd name="T76" fmla="*/ 155 w 309"/>
                <a:gd name="T7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9" h="386">
                  <a:moveTo>
                    <a:pt x="155" y="386"/>
                  </a:moveTo>
                  <a:cubicBezTo>
                    <a:pt x="170" y="386"/>
                    <a:pt x="184" y="377"/>
                    <a:pt x="189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17" y="363"/>
                    <a:pt x="226" y="360"/>
                    <a:pt x="232" y="353"/>
                  </a:cubicBezTo>
                  <a:cubicBezTo>
                    <a:pt x="238" y="347"/>
                    <a:pt x="242" y="338"/>
                    <a:pt x="242" y="329"/>
                  </a:cubicBezTo>
                  <a:cubicBezTo>
                    <a:pt x="242" y="308"/>
                    <a:pt x="242" y="308"/>
                    <a:pt x="242" y="308"/>
                  </a:cubicBezTo>
                  <a:cubicBezTo>
                    <a:pt x="212" y="308"/>
                    <a:pt x="212" y="308"/>
                    <a:pt x="212" y="308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30"/>
                    <a:pt x="211" y="331"/>
                    <a:pt x="210" y="332"/>
                  </a:cubicBezTo>
                  <a:cubicBezTo>
                    <a:pt x="210" y="332"/>
                    <a:pt x="209" y="333"/>
                    <a:pt x="208" y="333"/>
                  </a:cubicBezTo>
                  <a:cubicBezTo>
                    <a:pt x="162" y="333"/>
                    <a:pt x="162" y="333"/>
                    <a:pt x="162" y="333"/>
                  </a:cubicBezTo>
                  <a:cubicBezTo>
                    <a:pt x="162" y="348"/>
                    <a:pt x="162" y="348"/>
                    <a:pt x="162" y="348"/>
                  </a:cubicBezTo>
                  <a:cubicBezTo>
                    <a:pt x="162" y="352"/>
                    <a:pt x="159" y="356"/>
                    <a:pt x="155" y="356"/>
                  </a:cubicBezTo>
                  <a:cubicBezTo>
                    <a:pt x="150" y="356"/>
                    <a:pt x="147" y="352"/>
                    <a:pt x="147" y="348"/>
                  </a:cubicBezTo>
                  <a:cubicBezTo>
                    <a:pt x="147" y="333"/>
                    <a:pt x="147" y="333"/>
                    <a:pt x="147" y="333"/>
                  </a:cubicBezTo>
                  <a:cubicBezTo>
                    <a:pt x="101" y="333"/>
                    <a:pt x="101" y="333"/>
                    <a:pt x="101" y="333"/>
                  </a:cubicBezTo>
                  <a:cubicBezTo>
                    <a:pt x="99" y="333"/>
                    <a:pt x="98" y="331"/>
                    <a:pt x="98" y="329"/>
                  </a:cubicBezTo>
                  <a:cubicBezTo>
                    <a:pt x="98" y="266"/>
                    <a:pt x="98" y="266"/>
                    <a:pt x="98" y="266"/>
                  </a:cubicBezTo>
                  <a:cubicBezTo>
                    <a:pt x="90" y="262"/>
                    <a:pt x="90" y="262"/>
                    <a:pt x="90" y="262"/>
                  </a:cubicBezTo>
                  <a:cubicBezTo>
                    <a:pt x="53" y="239"/>
                    <a:pt x="30" y="199"/>
                    <a:pt x="30" y="155"/>
                  </a:cubicBezTo>
                  <a:cubicBezTo>
                    <a:pt x="30" y="87"/>
                    <a:pt x="86" y="31"/>
                    <a:pt x="155" y="31"/>
                  </a:cubicBezTo>
                  <a:cubicBezTo>
                    <a:pt x="223" y="31"/>
                    <a:pt x="279" y="87"/>
                    <a:pt x="279" y="155"/>
                  </a:cubicBezTo>
                  <a:cubicBezTo>
                    <a:pt x="279" y="198"/>
                    <a:pt x="258" y="236"/>
                    <a:pt x="222" y="260"/>
                  </a:cubicBezTo>
                  <a:cubicBezTo>
                    <a:pt x="174" y="259"/>
                    <a:pt x="174" y="259"/>
                    <a:pt x="174" y="259"/>
                  </a:cubicBezTo>
                  <a:cubicBezTo>
                    <a:pt x="172" y="259"/>
                    <a:pt x="170" y="258"/>
                    <a:pt x="170" y="255"/>
                  </a:cubicBezTo>
                  <a:cubicBezTo>
                    <a:pt x="170" y="188"/>
                    <a:pt x="170" y="188"/>
                    <a:pt x="170" y="188"/>
                  </a:cubicBezTo>
                  <a:cubicBezTo>
                    <a:pt x="139" y="188"/>
                    <a:pt x="139" y="188"/>
                    <a:pt x="139" y="188"/>
                  </a:cubicBezTo>
                  <a:cubicBezTo>
                    <a:pt x="139" y="255"/>
                    <a:pt x="139" y="255"/>
                    <a:pt x="139" y="255"/>
                  </a:cubicBezTo>
                  <a:cubicBezTo>
                    <a:pt x="139" y="274"/>
                    <a:pt x="155" y="290"/>
                    <a:pt x="174" y="290"/>
                  </a:cubicBezTo>
                  <a:cubicBezTo>
                    <a:pt x="231" y="290"/>
                    <a:pt x="231" y="290"/>
                    <a:pt x="231" y="290"/>
                  </a:cubicBezTo>
                  <a:cubicBezTo>
                    <a:pt x="235" y="288"/>
                    <a:pt x="235" y="288"/>
                    <a:pt x="235" y="288"/>
                  </a:cubicBezTo>
                  <a:cubicBezTo>
                    <a:pt x="281" y="259"/>
                    <a:pt x="309" y="210"/>
                    <a:pt x="309" y="155"/>
                  </a:cubicBezTo>
                  <a:cubicBezTo>
                    <a:pt x="309" y="70"/>
                    <a:pt x="240" y="0"/>
                    <a:pt x="155" y="0"/>
                  </a:cubicBezTo>
                  <a:cubicBezTo>
                    <a:pt x="69" y="0"/>
                    <a:pt x="0" y="70"/>
                    <a:pt x="0" y="155"/>
                  </a:cubicBezTo>
                  <a:cubicBezTo>
                    <a:pt x="0" y="207"/>
                    <a:pt x="25" y="254"/>
                    <a:pt x="67" y="283"/>
                  </a:cubicBezTo>
                  <a:cubicBezTo>
                    <a:pt x="67" y="329"/>
                    <a:pt x="67" y="329"/>
                    <a:pt x="67" y="329"/>
                  </a:cubicBezTo>
                  <a:cubicBezTo>
                    <a:pt x="67" y="348"/>
                    <a:pt x="83" y="363"/>
                    <a:pt x="101" y="363"/>
                  </a:cubicBezTo>
                  <a:cubicBezTo>
                    <a:pt x="120" y="363"/>
                    <a:pt x="120" y="363"/>
                    <a:pt x="120" y="363"/>
                  </a:cubicBezTo>
                  <a:cubicBezTo>
                    <a:pt x="126" y="377"/>
                    <a:pt x="139" y="386"/>
                    <a:pt x="155" y="3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4" name="Freeform 33"/>
            <p:cNvSpPr>
              <a:spLocks noEditPoints="1"/>
            </p:cNvSpPr>
            <p:nvPr/>
          </p:nvSpPr>
          <p:spPr bwMode="auto">
            <a:xfrm>
              <a:off x="5956300" y="2597151"/>
              <a:ext cx="114300" cy="114300"/>
            </a:xfrm>
            <a:custGeom>
              <a:avLst/>
              <a:gdLst>
                <a:gd name="T0" fmla="*/ 55 w 109"/>
                <a:gd name="T1" fmla="*/ 108 h 108"/>
                <a:gd name="T2" fmla="*/ 109 w 109"/>
                <a:gd name="T3" fmla="*/ 54 h 108"/>
                <a:gd name="T4" fmla="*/ 55 w 109"/>
                <a:gd name="T5" fmla="*/ 0 h 108"/>
                <a:gd name="T6" fmla="*/ 0 w 109"/>
                <a:gd name="T7" fmla="*/ 54 h 108"/>
                <a:gd name="T8" fmla="*/ 55 w 109"/>
                <a:gd name="T9" fmla="*/ 108 h 108"/>
                <a:gd name="T10" fmla="*/ 55 w 109"/>
                <a:gd name="T11" fmla="*/ 30 h 108"/>
                <a:gd name="T12" fmla="*/ 78 w 109"/>
                <a:gd name="T13" fmla="*/ 54 h 108"/>
                <a:gd name="T14" fmla="*/ 55 w 109"/>
                <a:gd name="T15" fmla="*/ 78 h 108"/>
                <a:gd name="T16" fmla="*/ 31 w 109"/>
                <a:gd name="T17" fmla="*/ 54 h 108"/>
                <a:gd name="T18" fmla="*/ 55 w 109"/>
                <a:gd name="T19" fmla="*/ 3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08">
                  <a:moveTo>
                    <a:pt x="55" y="108"/>
                  </a:moveTo>
                  <a:cubicBezTo>
                    <a:pt x="84" y="108"/>
                    <a:pt x="109" y="84"/>
                    <a:pt x="109" y="54"/>
                  </a:cubicBezTo>
                  <a:cubicBezTo>
                    <a:pt x="109" y="24"/>
                    <a:pt x="84" y="0"/>
                    <a:pt x="55" y="0"/>
                  </a:cubicBezTo>
                  <a:cubicBezTo>
                    <a:pt x="25" y="0"/>
                    <a:pt x="0" y="24"/>
                    <a:pt x="0" y="54"/>
                  </a:cubicBezTo>
                  <a:cubicBezTo>
                    <a:pt x="0" y="84"/>
                    <a:pt x="25" y="108"/>
                    <a:pt x="55" y="108"/>
                  </a:cubicBezTo>
                  <a:close/>
                  <a:moveTo>
                    <a:pt x="55" y="30"/>
                  </a:moveTo>
                  <a:cubicBezTo>
                    <a:pt x="68" y="30"/>
                    <a:pt x="78" y="41"/>
                    <a:pt x="78" y="54"/>
                  </a:cubicBezTo>
                  <a:cubicBezTo>
                    <a:pt x="78" y="67"/>
                    <a:pt x="68" y="78"/>
                    <a:pt x="55" y="78"/>
                  </a:cubicBezTo>
                  <a:cubicBezTo>
                    <a:pt x="41" y="78"/>
                    <a:pt x="31" y="67"/>
                    <a:pt x="31" y="54"/>
                  </a:cubicBezTo>
                  <a:cubicBezTo>
                    <a:pt x="31" y="41"/>
                    <a:pt x="41" y="30"/>
                    <a:pt x="55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5" name="Rectangle 34"/>
            <p:cNvSpPr>
              <a:spLocks noChangeArrowheads="1"/>
            </p:cNvSpPr>
            <p:nvPr/>
          </p:nvSpPr>
          <p:spPr bwMode="auto">
            <a:xfrm>
              <a:off x="5997575" y="2422526"/>
              <a:ext cx="333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6" name="Freeform 35"/>
            <p:cNvSpPr>
              <a:spLocks/>
            </p:cNvSpPr>
            <p:nvPr/>
          </p:nvSpPr>
          <p:spPr bwMode="auto">
            <a:xfrm>
              <a:off x="6132513" y="2479676"/>
              <a:ext cx="57150" cy="55563"/>
            </a:xfrm>
            <a:custGeom>
              <a:avLst/>
              <a:gdLst>
                <a:gd name="T0" fmla="*/ 14 w 36"/>
                <a:gd name="T1" fmla="*/ 35 h 35"/>
                <a:gd name="T2" fmla="*/ 36 w 36"/>
                <a:gd name="T3" fmla="*/ 14 h 35"/>
                <a:gd name="T4" fmla="*/ 21 w 36"/>
                <a:gd name="T5" fmla="*/ 0 h 35"/>
                <a:gd name="T6" fmla="*/ 0 w 36"/>
                <a:gd name="T7" fmla="*/ 21 h 35"/>
                <a:gd name="T8" fmla="*/ 14 w 36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5">
                  <a:moveTo>
                    <a:pt x="14" y="35"/>
                  </a:moveTo>
                  <a:lnTo>
                    <a:pt x="36" y="14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14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7" name="Rectangle 36"/>
            <p:cNvSpPr>
              <a:spLocks noChangeArrowheads="1"/>
            </p:cNvSpPr>
            <p:nvPr/>
          </p:nvSpPr>
          <p:spPr bwMode="auto">
            <a:xfrm>
              <a:off x="6196013" y="2638426"/>
              <a:ext cx="49213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8" name="Rectangle 37"/>
            <p:cNvSpPr>
              <a:spLocks noChangeArrowheads="1"/>
            </p:cNvSpPr>
            <p:nvPr/>
          </p:nvSpPr>
          <p:spPr bwMode="auto">
            <a:xfrm>
              <a:off x="5783263" y="2638426"/>
              <a:ext cx="47625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9" name="Freeform 38"/>
            <p:cNvSpPr>
              <a:spLocks/>
            </p:cNvSpPr>
            <p:nvPr/>
          </p:nvSpPr>
          <p:spPr bwMode="auto">
            <a:xfrm>
              <a:off x="5840413" y="2479676"/>
              <a:ext cx="55563" cy="55563"/>
            </a:xfrm>
            <a:custGeom>
              <a:avLst/>
              <a:gdLst>
                <a:gd name="T0" fmla="*/ 21 w 35"/>
                <a:gd name="T1" fmla="*/ 35 h 35"/>
                <a:gd name="T2" fmla="*/ 35 w 35"/>
                <a:gd name="T3" fmla="*/ 21 h 35"/>
                <a:gd name="T4" fmla="*/ 14 w 35"/>
                <a:gd name="T5" fmla="*/ 0 h 35"/>
                <a:gd name="T6" fmla="*/ 0 w 35"/>
                <a:gd name="T7" fmla="*/ 14 h 35"/>
                <a:gd name="T8" fmla="*/ 21 w 35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5">
                  <a:moveTo>
                    <a:pt x="21" y="35"/>
                  </a:moveTo>
                  <a:lnTo>
                    <a:pt x="35" y="21"/>
                  </a:lnTo>
                  <a:lnTo>
                    <a:pt x="14" y="0"/>
                  </a:lnTo>
                  <a:lnTo>
                    <a:pt x="0" y="14"/>
                  </a:lnTo>
                  <a:lnTo>
                    <a:pt x="21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0" name="Freeform 39"/>
            <p:cNvSpPr>
              <a:spLocks/>
            </p:cNvSpPr>
            <p:nvPr/>
          </p:nvSpPr>
          <p:spPr bwMode="auto">
            <a:xfrm>
              <a:off x="5913438" y="2433638"/>
              <a:ext cx="47625" cy="55563"/>
            </a:xfrm>
            <a:custGeom>
              <a:avLst/>
              <a:gdLst>
                <a:gd name="T0" fmla="*/ 11 w 30"/>
                <a:gd name="T1" fmla="*/ 35 h 35"/>
                <a:gd name="T2" fmla="*/ 30 w 30"/>
                <a:gd name="T3" fmla="*/ 28 h 35"/>
                <a:gd name="T4" fmla="*/ 19 w 30"/>
                <a:gd name="T5" fmla="*/ 0 h 35"/>
                <a:gd name="T6" fmla="*/ 0 w 30"/>
                <a:gd name="T7" fmla="*/ 7 h 35"/>
                <a:gd name="T8" fmla="*/ 11 w 30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5">
                  <a:moveTo>
                    <a:pt x="11" y="35"/>
                  </a:moveTo>
                  <a:lnTo>
                    <a:pt x="30" y="28"/>
                  </a:lnTo>
                  <a:lnTo>
                    <a:pt x="19" y="0"/>
                  </a:lnTo>
                  <a:lnTo>
                    <a:pt x="0" y="7"/>
                  </a:lnTo>
                  <a:lnTo>
                    <a:pt x="11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1" name="Freeform 40"/>
            <p:cNvSpPr>
              <a:spLocks/>
            </p:cNvSpPr>
            <p:nvPr/>
          </p:nvSpPr>
          <p:spPr bwMode="auto">
            <a:xfrm>
              <a:off x="6070600" y="2435226"/>
              <a:ext cx="49213" cy="57150"/>
            </a:xfrm>
            <a:custGeom>
              <a:avLst/>
              <a:gdLst>
                <a:gd name="T0" fmla="*/ 19 w 31"/>
                <a:gd name="T1" fmla="*/ 36 h 36"/>
                <a:gd name="T2" fmla="*/ 31 w 31"/>
                <a:gd name="T3" fmla="*/ 8 h 36"/>
                <a:gd name="T4" fmla="*/ 12 w 31"/>
                <a:gd name="T5" fmla="*/ 0 h 36"/>
                <a:gd name="T6" fmla="*/ 0 w 31"/>
                <a:gd name="T7" fmla="*/ 28 h 36"/>
                <a:gd name="T8" fmla="*/ 19 w 31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6">
                  <a:moveTo>
                    <a:pt x="19" y="36"/>
                  </a:moveTo>
                  <a:lnTo>
                    <a:pt x="31" y="8"/>
                  </a:lnTo>
                  <a:lnTo>
                    <a:pt x="12" y="0"/>
                  </a:lnTo>
                  <a:lnTo>
                    <a:pt x="0" y="28"/>
                  </a:lnTo>
                  <a:lnTo>
                    <a:pt x="19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2" name="Freeform 41"/>
            <p:cNvSpPr>
              <a:spLocks/>
            </p:cNvSpPr>
            <p:nvPr/>
          </p:nvSpPr>
          <p:spPr bwMode="auto">
            <a:xfrm>
              <a:off x="6176963" y="2554288"/>
              <a:ext cx="57150" cy="47625"/>
            </a:xfrm>
            <a:custGeom>
              <a:avLst/>
              <a:gdLst>
                <a:gd name="T0" fmla="*/ 8 w 36"/>
                <a:gd name="T1" fmla="*/ 30 h 30"/>
                <a:gd name="T2" fmla="*/ 36 w 36"/>
                <a:gd name="T3" fmla="*/ 18 h 30"/>
                <a:gd name="T4" fmla="*/ 29 w 36"/>
                <a:gd name="T5" fmla="*/ 0 h 30"/>
                <a:gd name="T6" fmla="*/ 0 w 36"/>
                <a:gd name="T7" fmla="*/ 11 h 30"/>
                <a:gd name="T8" fmla="*/ 8 w 3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0">
                  <a:moveTo>
                    <a:pt x="8" y="30"/>
                  </a:moveTo>
                  <a:lnTo>
                    <a:pt x="36" y="18"/>
                  </a:lnTo>
                  <a:lnTo>
                    <a:pt x="29" y="0"/>
                  </a:lnTo>
                  <a:lnTo>
                    <a:pt x="0" y="11"/>
                  </a:lnTo>
                  <a:lnTo>
                    <a:pt x="8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3" name="Freeform 42"/>
            <p:cNvSpPr>
              <a:spLocks/>
            </p:cNvSpPr>
            <p:nvPr/>
          </p:nvSpPr>
          <p:spPr bwMode="auto">
            <a:xfrm>
              <a:off x="5795963" y="2547938"/>
              <a:ext cx="57150" cy="47625"/>
            </a:xfrm>
            <a:custGeom>
              <a:avLst/>
              <a:gdLst>
                <a:gd name="T0" fmla="*/ 28 w 36"/>
                <a:gd name="T1" fmla="*/ 30 h 30"/>
                <a:gd name="T2" fmla="*/ 36 w 36"/>
                <a:gd name="T3" fmla="*/ 12 h 30"/>
                <a:gd name="T4" fmla="*/ 8 w 36"/>
                <a:gd name="T5" fmla="*/ 0 h 30"/>
                <a:gd name="T6" fmla="*/ 0 w 36"/>
                <a:gd name="T7" fmla="*/ 18 h 30"/>
                <a:gd name="T8" fmla="*/ 28 w 3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0">
                  <a:moveTo>
                    <a:pt x="28" y="30"/>
                  </a:moveTo>
                  <a:lnTo>
                    <a:pt x="36" y="12"/>
                  </a:lnTo>
                  <a:lnTo>
                    <a:pt x="8" y="0"/>
                  </a:lnTo>
                  <a:lnTo>
                    <a:pt x="0" y="18"/>
                  </a:lnTo>
                  <a:lnTo>
                    <a:pt x="28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  <p:sp>
        <p:nvSpPr>
          <p:cNvPr id="25" name="Freeform 6"/>
          <p:cNvSpPr>
            <a:spLocks/>
          </p:cNvSpPr>
          <p:nvPr userDrawn="1"/>
        </p:nvSpPr>
        <p:spPr bwMode="auto">
          <a:xfrm>
            <a:off x="3213039" y="296368"/>
            <a:ext cx="8978961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" fmla="*/ 7021 w 10000"/>
              <a:gd name="connsiteY0" fmla="*/ 0 h 10000"/>
              <a:gd name="connsiteX1" fmla="*/ 0 w 10000"/>
              <a:gd name="connsiteY1" fmla="*/ 0 h 10000"/>
              <a:gd name="connsiteX2" fmla="*/ 197 w 10000"/>
              <a:gd name="connsiteY2" fmla="*/ 5024 h 10000"/>
              <a:gd name="connsiteX3" fmla="*/ 0 w 10000"/>
              <a:gd name="connsiteY3" fmla="*/ 10000 h 10000"/>
              <a:gd name="connsiteX4" fmla="*/ 10000 w 10000"/>
              <a:gd name="connsiteY4" fmla="*/ 10000 h 10000"/>
              <a:gd name="connsiteX5" fmla="*/ 7736 w 10000"/>
              <a:gd name="connsiteY5" fmla="*/ 5574 h 10000"/>
              <a:gd name="connsiteX6" fmla="*/ 7021 w 10000"/>
              <a:gd name="connsiteY6" fmla="*/ 0 h 10000"/>
              <a:gd name="connsiteX0" fmla="*/ 7021 w 7736"/>
              <a:gd name="connsiteY0" fmla="*/ 0 h 10038"/>
              <a:gd name="connsiteX1" fmla="*/ 0 w 7736"/>
              <a:gd name="connsiteY1" fmla="*/ 0 h 10038"/>
              <a:gd name="connsiteX2" fmla="*/ 197 w 7736"/>
              <a:gd name="connsiteY2" fmla="*/ 5024 h 10038"/>
              <a:gd name="connsiteX3" fmla="*/ 0 w 7736"/>
              <a:gd name="connsiteY3" fmla="*/ 10000 h 10038"/>
              <a:gd name="connsiteX4" fmla="*/ 7017 w 7736"/>
              <a:gd name="connsiteY4" fmla="*/ 10038 h 10038"/>
              <a:gd name="connsiteX5" fmla="*/ 7736 w 7736"/>
              <a:gd name="connsiteY5" fmla="*/ 5574 h 10038"/>
              <a:gd name="connsiteX6" fmla="*/ 7021 w 7736"/>
              <a:gd name="connsiteY6" fmla="*/ 0 h 10038"/>
              <a:gd name="connsiteX0" fmla="*/ 9076 w 9316"/>
              <a:gd name="connsiteY0" fmla="*/ 0 h 10000"/>
              <a:gd name="connsiteX1" fmla="*/ 0 w 9316"/>
              <a:gd name="connsiteY1" fmla="*/ 0 h 10000"/>
              <a:gd name="connsiteX2" fmla="*/ 255 w 9316"/>
              <a:gd name="connsiteY2" fmla="*/ 5005 h 10000"/>
              <a:gd name="connsiteX3" fmla="*/ 0 w 9316"/>
              <a:gd name="connsiteY3" fmla="*/ 9962 h 10000"/>
              <a:gd name="connsiteX4" fmla="*/ 9071 w 9316"/>
              <a:gd name="connsiteY4" fmla="*/ 10000 h 10000"/>
              <a:gd name="connsiteX5" fmla="*/ 9316 w 9316"/>
              <a:gd name="connsiteY5" fmla="*/ 5668 h 10000"/>
              <a:gd name="connsiteX6" fmla="*/ 9076 w 9316"/>
              <a:gd name="connsiteY6" fmla="*/ 0 h 10000"/>
              <a:gd name="connsiteX0" fmla="*/ 9742 w 10000"/>
              <a:gd name="connsiteY0" fmla="*/ 0 h 10000"/>
              <a:gd name="connsiteX1" fmla="*/ 0 w 10000"/>
              <a:gd name="connsiteY1" fmla="*/ 0 h 10000"/>
              <a:gd name="connsiteX2" fmla="*/ 274 w 10000"/>
              <a:gd name="connsiteY2" fmla="*/ 5005 h 10000"/>
              <a:gd name="connsiteX3" fmla="*/ 0 w 10000"/>
              <a:gd name="connsiteY3" fmla="*/ 9962 h 10000"/>
              <a:gd name="connsiteX4" fmla="*/ 9737 w 10000"/>
              <a:gd name="connsiteY4" fmla="*/ 10000 h 10000"/>
              <a:gd name="connsiteX5" fmla="*/ 10000 w 10000"/>
              <a:gd name="connsiteY5" fmla="*/ 5668 h 10000"/>
              <a:gd name="connsiteX6" fmla="*/ 9742 w 10000"/>
              <a:gd name="connsiteY6" fmla="*/ 0 h 10000"/>
              <a:gd name="connsiteX0" fmla="*/ 9742 w 9877"/>
              <a:gd name="connsiteY0" fmla="*/ 0 h 10000"/>
              <a:gd name="connsiteX1" fmla="*/ 0 w 9877"/>
              <a:gd name="connsiteY1" fmla="*/ 0 h 10000"/>
              <a:gd name="connsiteX2" fmla="*/ 274 w 9877"/>
              <a:gd name="connsiteY2" fmla="*/ 5005 h 10000"/>
              <a:gd name="connsiteX3" fmla="*/ 0 w 9877"/>
              <a:gd name="connsiteY3" fmla="*/ 9962 h 10000"/>
              <a:gd name="connsiteX4" fmla="*/ 9737 w 9877"/>
              <a:gd name="connsiteY4" fmla="*/ 10000 h 10000"/>
              <a:gd name="connsiteX5" fmla="*/ 9738 w 9877"/>
              <a:gd name="connsiteY5" fmla="*/ 5783 h 10000"/>
              <a:gd name="connsiteX6" fmla="*/ 9742 w 9877"/>
              <a:gd name="connsiteY6" fmla="*/ 0 h 10000"/>
              <a:gd name="connsiteX0" fmla="*/ 9863 w 9991"/>
              <a:gd name="connsiteY0" fmla="*/ 0 h 10000"/>
              <a:gd name="connsiteX1" fmla="*/ 0 w 9991"/>
              <a:gd name="connsiteY1" fmla="*/ 0 h 10000"/>
              <a:gd name="connsiteX2" fmla="*/ 277 w 9991"/>
              <a:gd name="connsiteY2" fmla="*/ 5005 h 10000"/>
              <a:gd name="connsiteX3" fmla="*/ 0 w 9991"/>
              <a:gd name="connsiteY3" fmla="*/ 9962 h 10000"/>
              <a:gd name="connsiteX4" fmla="*/ 9858 w 9991"/>
              <a:gd name="connsiteY4" fmla="*/ 10000 h 10000"/>
              <a:gd name="connsiteX5" fmla="*/ 9817 w 9991"/>
              <a:gd name="connsiteY5" fmla="*/ 5783 h 10000"/>
              <a:gd name="connsiteX6" fmla="*/ 9863 w 9991"/>
              <a:gd name="connsiteY6" fmla="*/ 0 h 10000"/>
              <a:gd name="connsiteX0" fmla="*/ 9872 w 10014"/>
              <a:gd name="connsiteY0" fmla="*/ 0 h 10000"/>
              <a:gd name="connsiteX1" fmla="*/ 0 w 10014"/>
              <a:gd name="connsiteY1" fmla="*/ 0 h 10000"/>
              <a:gd name="connsiteX2" fmla="*/ 277 w 10014"/>
              <a:gd name="connsiteY2" fmla="*/ 5005 h 10000"/>
              <a:gd name="connsiteX3" fmla="*/ 0 w 10014"/>
              <a:gd name="connsiteY3" fmla="*/ 9962 h 10000"/>
              <a:gd name="connsiteX4" fmla="*/ 9867 w 10014"/>
              <a:gd name="connsiteY4" fmla="*/ 10000 h 10000"/>
              <a:gd name="connsiteX5" fmla="*/ 9890 w 10014"/>
              <a:gd name="connsiteY5" fmla="*/ 5745 h 10000"/>
              <a:gd name="connsiteX6" fmla="*/ 9872 w 10014"/>
              <a:gd name="connsiteY6" fmla="*/ 0 h 10000"/>
              <a:gd name="connsiteX0" fmla="*/ 9872 w 10030"/>
              <a:gd name="connsiteY0" fmla="*/ 0 h 10000"/>
              <a:gd name="connsiteX1" fmla="*/ 0 w 10030"/>
              <a:gd name="connsiteY1" fmla="*/ 0 h 10000"/>
              <a:gd name="connsiteX2" fmla="*/ 277 w 10030"/>
              <a:gd name="connsiteY2" fmla="*/ 5005 h 10000"/>
              <a:gd name="connsiteX3" fmla="*/ 0 w 10030"/>
              <a:gd name="connsiteY3" fmla="*/ 9962 h 10000"/>
              <a:gd name="connsiteX4" fmla="*/ 9867 w 10030"/>
              <a:gd name="connsiteY4" fmla="*/ 10000 h 10000"/>
              <a:gd name="connsiteX5" fmla="*/ 9890 w 10030"/>
              <a:gd name="connsiteY5" fmla="*/ 5745 h 10000"/>
              <a:gd name="connsiteX6" fmla="*/ 9872 w 10030"/>
              <a:gd name="connsiteY6" fmla="*/ 0 h 10000"/>
              <a:gd name="connsiteX0" fmla="*/ 9872 w 9921"/>
              <a:gd name="connsiteY0" fmla="*/ 0 h 10000"/>
              <a:gd name="connsiteX1" fmla="*/ 0 w 9921"/>
              <a:gd name="connsiteY1" fmla="*/ 0 h 10000"/>
              <a:gd name="connsiteX2" fmla="*/ 277 w 9921"/>
              <a:gd name="connsiteY2" fmla="*/ 5005 h 10000"/>
              <a:gd name="connsiteX3" fmla="*/ 0 w 9921"/>
              <a:gd name="connsiteY3" fmla="*/ 9962 h 10000"/>
              <a:gd name="connsiteX4" fmla="*/ 9867 w 9921"/>
              <a:gd name="connsiteY4" fmla="*/ 10000 h 10000"/>
              <a:gd name="connsiteX5" fmla="*/ 9890 w 9921"/>
              <a:gd name="connsiteY5" fmla="*/ 5745 h 10000"/>
              <a:gd name="connsiteX6" fmla="*/ 9872 w 9921"/>
              <a:gd name="connsiteY6" fmla="*/ 0 h 10000"/>
              <a:gd name="connsiteX0" fmla="*/ 9951 w 9974"/>
              <a:gd name="connsiteY0" fmla="*/ 0 h 10000"/>
              <a:gd name="connsiteX1" fmla="*/ 0 w 9974"/>
              <a:gd name="connsiteY1" fmla="*/ 0 h 10000"/>
              <a:gd name="connsiteX2" fmla="*/ 279 w 9974"/>
              <a:gd name="connsiteY2" fmla="*/ 5005 h 10000"/>
              <a:gd name="connsiteX3" fmla="*/ 0 w 9974"/>
              <a:gd name="connsiteY3" fmla="*/ 9962 h 10000"/>
              <a:gd name="connsiteX4" fmla="*/ 9946 w 9974"/>
              <a:gd name="connsiteY4" fmla="*/ 10000 h 10000"/>
              <a:gd name="connsiteX5" fmla="*/ 9969 w 9974"/>
              <a:gd name="connsiteY5" fmla="*/ 5745 h 10000"/>
              <a:gd name="connsiteX6" fmla="*/ 9951 w 9974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10001"/>
              <a:gd name="connsiteY0" fmla="*/ 0 h 10000"/>
              <a:gd name="connsiteX1" fmla="*/ 0 w 10001"/>
              <a:gd name="connsiteY1" fmla="*/ 0 h 10000"/>
              <a:gd name="connsiteX2" fmla="*/ 280 w 10001"/>
              <a:gd name="connsiteY2" fmla="*/ 5005 h 10000"/>
              <a:gd name="connsiteX3" fmla="*/ 0 w 10001"/>
              <a:gd name="connsiteY3" fmla="*/ 9962 h 10000"/>
              <a:gd name="connsiteX4" fmla="*/ 9972 w 10001"/>
              <a:gd name="connsiteY4" fmla="*/ 10000 h 10000"/>
              <a:gd name="connsiteX5" fmla="*/ 9995 w 10001"/>
              <a:gd name="connsiteY5" fmla="*/ 5745 h 10000"/>
              <a:gd name="connsiteX6" fmla="*/ 9977 w 10001"/>
              <a:gd name="connsiteY6" fmla="*/ 0 h 10000"/>
              <a:gd name="connsiteX0" fmla="*/ 9977 w 9995"/>
              <a:gd name="connsiteY0" fmla="*/ 0 h 10000"/>
              <a:gd name="connsiteX1" fmla="*/ 0 w 9995"/>
              <a:gd name="connsiteY1" fmla="*/ 0 h 10000"/>
              <a:gd name="connsiteX2" fmla="*/ 280 w 9995"/>
              <a:gd name="connsiteY2" fmla="*/ 5005 h 10000"/>
              <a:gd name="connsiteX3" fmla="*/ 0 w 9995"/>
              <a:gd name="connsiteY3" fmla="*/ 9962 h 10000"/>
              <a:gd name="connsiteX4" fmla="*/ 9972 w 9995"/>
              <a:gd name="connsiteY4" fmla="*/ 10000 h 10000"/>
              <a:gd name="connsiteX5" fmla="*/ 9995 w 9995"/>
              <a:gd name="connsiteY5" fmla="*/ 5745 h 10000"/>
              <a:gd name="connsiteX6" fmla="*/ 9977 w 9995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9977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9999 w 10004"/>
              <a:gd name="connsiteY0" fmla="*/ 0 h 10000"/>
              <a:gd name="connsiteX1" fmla="*/ 0 w 10004"/>
              <a:gd name="connsiteY1" fmla="*/ 0 h 10000"/>
              <a:gd name="connsiteX2" fmla="*/ 280 w 10004"/>
              <a:gd name="connsiteY2" fmla="*/ 5005 h 10000"/>
              <a:gd name="connsiteX3" fmla="*/ 0 w 10004"/>
              <a:gd name="connsiteY3" fmla="*/ 9962 h 10000"/>
              <a:gd name="connsiteX4" fmla="*/ 10000 w 10004"/>
              <a:gd name="connsiteY4" fmla="*/ 10000 h 10000"/>
              <a:gd name="connsiteX5" fmla="*/ 10000 w 10004"/>
              <a:gd name="connsiteY5" fmla="*/ 5745 h 10000"/>
              <a:gd name="connsiteX6" fmla="*/ 9999 w 10004"/>
              <a:gd name="connsiteY6" fmla="*/ 0 h 10000"/>
              <a:gd name="connsiteX0" fmla="*/ 9999 w 10000"/>
              <a:gd name="connsiteY0" fmla="*/ 0 h 10000"/>
              <a:gd name="connsiteX1" fmla="*/ 0 w 10000"/>
              <a:gd name="connsiteY1" fmla="*/ 0 h 10000"/>
              <a:gd name="connsiteX2" fmla="*/ 280 w 10000"/>
              <a:gd name="connsiteY2" fmla="*/ 5005 h 10000"/>
              <a:gd name="connsiteX3" fmla="*/ 0 w 10000"/>
              <a:gd name="connsiteY3" fmla="*/ 9962 h 10000"/>
              <a:gd name="connsiteX4" fmla="*/ 10000 w 10000"/>
              <a:gd name="connsiteY4" fmla="*/ 10000 h 10000"/>
              <a:gd name="connsiteX5" fmla="*/ 10000 w 10000"/>
              <a:gd name="connsiteY5" fmla="*/ 5745 h 10000"/>
              <a:gd name="connsiteX6" fmla="*/ 9999 w 10000"/>
              <a:gd name="connsiteY6" fmla="*/ 0 h 10000"/>
              <a:gd name="connsiteX0" fmla="*/ 14796 w 14796"/>
              <a:gd name="connsiteY0" fmla="*/ 0 h 10000"/>
              <a:gd name="connsiteX1" fmla="*/ 0 w 14796"/>
              <a:gd name="connsiteY1" fmla="*/ 0 h 10000"/>
              <a:gd name="connsiteX2" fmla="*/ 280 w 14796"/>
              <a:gd name="connsiteY2" fmla="*/ 5005 h 10000"/>
              <a:gd name="connsiteX3" fmla="*/ 0 w 14796"/>
              <a:gd name="connsiteY3" fmla="*/ 9962 h 10000"/>
              <a:gd name="connsiteX4" fmla="*/ 10000 w 14796"/>
              <a:gd name="connsiteY4" fmla="*/ 10000 h 10000"/>
              <a:gd name="connsiteX5" fmla="*/ 10000 w 14796"/>
              <a:gd name="connsiteY5" fmla="*/ 5745 h 10000"/>
              <a:gd name="connsiteX6" fmla="*/ 14796 w 14796"/>
              <a:gd name="connsiteY6" fmla="*/ 0 h 10000"/>
              <a:gd name="connsiteX0" fmla="*/ 14796 w 14796"/>
              <a:gd name="connsiteY0" fmla="*/ 0 h 9968"/>
              <a:gd name="connsiteX1" fmla="*/ 0 w 14796"/>
              <a:gd name="connsiteY1" fmla="*/ 0 h 9968"/>
              <a:gd name="connsiteX2" fmla="*/ 280 w 14796"/>
              <a:gd name="connsiteY2" fmla="*/ 5005 h 9968"/>
              <a:gd name="connsiteX3" fmla="*/ 0 w 14796"/>
              <a:gd name="connsiteY3" fmla="*/ 9962 h 9968"/>
              <a:gd name="connsiteX4" fmla="*/ 14788 w 14796"/>
              <a:gd name="connsiteY4" fmla="*/ 9968 h 9968"/>
              <a:gd name="connsiteX5" fmla="*/ 10000 w 14796"/>
              <a:gd name="connsiteY5" fmla="*/ 5745 h 9968"/>
              <a:gd name="connsiteX6" fmla="*/ 14796 w 14796"/>
              <a:gd name="connsiteY6" fmla="*/ 0 h 9968"/>
              <a:gd name="connsiteX0" fmla="*/ 10000 w 10000"/>
              <a:gd name="connsiteY0" fmla="*/ 0 h 10000"/>
              <a:gd name="connsiteX1" fmla="*/ 0 w 10000"/>
              <a:gd name="connsiteY1" fmla="*/ 0 h 10000"/>
              <a:gd name="connsiteX2" fmla="*/ 189 w 10000"/>
              <a:gd name="connsiteY2" fmla="*/ 5021 h 10000"/>
              <a:gd name="connsiteX3" fmla="*/ 0 w 10000"/>
              <a:gd name="connsiteY3" fmla="*/ 9994 h 10000"/>
              <a:gd name="connsiteX4" fmla="*/ 9995 w 10000"/>
              <a:gd name="connsiteY4" fmla="*/ 10000 h 10000"/>
              <a:gd name="connsiteX5" fmla="*/ 9998 w 10000"/>
              <a:gd name="connsiteY5" fmla="*/ 6152 h 10000"/>
              <a:gd name="connsiteX6" fmla="*/ 10000 w 10000"/>
              <a:gd name="connsiteY6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26" name="Freeform 11"/>
          <p:cNvSpPr>
            <a:spLocks/>
          </p:cNvSpPr>
          <p:nvPr userDrawn="1"/>
        </p:nvSpPr>
        <p:spPr bwMode="auto">
          <a:xfrm>
            <a:off x="310766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>
                <a:latin typeface="+mn-ea"/>
                <a:ea typeface="+mn-ea"/>
                <a:cs typeface="Arial" panose="020B0604020202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此版式用于每一节的</a:t>
            </a:r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2016224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本节小结</a:t>
            </a:r>
            <a:endParaRPr lang="zh-CN" altLang="en-US" sz="35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0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15380" y="490848"/>
            <a:ext cx="470694" cy="475421"/>
            <a:chOff x="5540375" y="2868613"/>
            <a:chExt cx="1106488" cy="1117600"/>
          </a:xfrm>
          <a:solidFill>
            <a:schemeClr val="bg1"/>
          </a:solidFill>
        </p:grpSpPr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5970588" y="3251201"/>
              <a:ext cx="676275" cy="517525"/>
            </a:xfrm>
            <a:custGeom>
              <a:avLst/>
              <a:gdLst>
                <a:gd name="T0" fmla="*/ 40 w 180"/>
                <a:gd name="T1" fmla="*/ 42 h 138"/>
                <a:gd name="T2" fmla="*/ 27 w 180"/>
                <a:gd name="T3" fmla="*/ 42 h 138"/>
                <a:gd name="T4" fmla="*/ 3 w 180"/>
                <a:gd name="T5" fmla="*/ 66 h 138"/>
                <a:gd name="T6" fmla="*/ 3 w 180"/>
                <a:gd name="T7" fmla="*/ 79 h 138"/>
                <a:gd name="T8" fmla="*/ 59 w 180"/>
                <a:gd name="T9" fmla="*/ 135 h 138"/>
                <a:gd name="T10" fmla="*/ 72 w 180"/>
                <a:gd name="T11" fmla="*/ 135 h 138"/>
                <a:gd name="T12" fmla="*/ 176 w 180"/>
                <a:gd name="T13" fmla="*/ 31 h 138"/>
                <a:gd name="T14" fmla="*/ 176 w 180"/>
                <a:gd name="T15" fmla="*/ 18 h 138"/>
                <a:gd name="T16" fmla="*/ 162 w 180"/>
                <a:gd name="T17" fmla="*/ 4 h 138"/>
                <a:gd name="T18" fmla="*/ 149 w 180"/>
                <a:gd name="T19" fmla="*/ 3 h 138"/>
                <a:gd name="T20" fmla="*/ 74 w 180"/>
                <a:gd name="T21" fmla="*/ 66 h 138"/>
                <a:gd name="T22" fmla="*/ 60 w 180"/>
                <a:gd name="T23" fmla="*/ 65 h 138"/>
                <a:gd name="T24" fmla="*/ 40 w 180"/>
                <a:gd name="T25" fmla="*/ 4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0" h="138">
                  <a:moveTo>
                    <a:pt x="40" y="42"/>
                  </a:moveTo>
                  <a:cubicBezTo>
                    <a:pt x="36" y="39"/>
                    <a:pt x="30" y="38"/>
                    <a:pt x="27" y="42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0" y="69"/>
                    <a:pt x="0" y="75"/>
                    <a:pt x="3" y="79"/>
                  </a:cubicBezTo>
                  <a:cubicBezTo>
                    <a:pt x="59" y="135"/>
                    <a:pt x="59" y="135"/>
                    <a:pt x="59" y="135"/>
                  </a:cubicBezTo>
                  <a:cubicBezTo>
                    <a:pt x="63" y="138"/>
                    <a:pt x="69" y="138"/>
                    <a:pt x="72" y="135"/>
                  </a:cubicBezTo>
                  <a:cubicBezTo>
                    <a:pt x="176" y="31"/>
                    <a:pt x="176" y="31"/>
                    <a:pt x="176" y="31"/>
                  </a:cubicBezTo>
                  <a:cubicBezTo>
                    <a:pt x="179" y="27"/>
                    <a:pt x="180" y="21"/>
                    <a:pt x="176" y="18"/>
                  </a:cubicBezTo>
                  <a:cubicBezTo>
                    <a:pt x="162" y="4"/>
                    <a:pt x="162" y="4"/>
                    <a:pt x="162" y="4"/>
                  </a:cubicBezTo>
                  <a:cubicBezTo>
                    <a:pt x="159" y="0"/>
                    <a:pt x="153" y="0"/>
                    <a:pt x="149" y="3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0" y="69"/>
                    <a:pt x="64" y="68"/>
                    <a:pt x="60" y="65"/>
                  </a:cubicBezTo>
                  <a:lnTo>
                    <a:pt x="4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5540375" y="2868613"/>
              <a:ext cx="941388" cy="1117600"/>
            </a:xfrm>
            <a:custGeom>
              <a:avLst/>
              <a:gdLst>
                <a:gd name="T0" fmla="*/ 233 w 251"/>
                <a:gd name="T1" fmla="*/ 279 h 298"/>
                <a:gd name="T2" fmla="*/ 19 w 251"/>
                <a:gd name="T3" fmla="*/ 279 h 298"/>
                <a:gd name="T4" fmla="*/ 19 w 251"/>
                <a:gd name="T5" fmla="*/ 38 h 298"/>
                <a:gd name="T6" fmla="*/ 44 w 251"/>
                <a:gd name="T7" fmla="*/ 38 h 298"/>
                <a:gd name="T8" fmla="*/ 44 w 251"/>
                <a:gd name="T9" fmla="*/ 47 h 298"/>
                <a:gd name="T10" fmla="*/ 54 w 251"/>
                <a:gd name="T11" fmla="*/ 57 h 298"/>
                <a:gd name="T12" fmla="*/ 56 w 251"/>
                <a:gd name="T13" fmla="*/ 57 h 298"/>
                <a:gd name="T14" fmla="*/ 65 w 251"/>
                <a:gd name="T15" fmla="*/ 47 h 298"/>
                <a:gd name="T16" fmla="*/ 65 w 251"/>
                <a:gd name="T17" fmla="*/ 38 h 298"/>
                <a:gd name="T18" fmla="*/ 92 w 251"/>
                <a:gd name="T19" fmla="*/ 38 h 298"/>
                <a:gd name="T20" fmla="*/ 92 w 251"/>
                <a:gd name="T21" fmla="*/ 47 h 298"/>
                <a:gd name="T22" fmla="*/ 102 w 251"/>
                <a:gd name="T23" fmla="*/ 57 h 298"/>
                <a:gd name="T24" fmla="*/ 104 w 251"/>
                <a:gd name="T25" fmla="*/ 57 h 298"/>
                <a:gd name="T26" fmla="*/ 113 w 251"/>
                <a:gd name="T27" fmla="*/ 47 h 298"/>
                <a:gd name="T28" fmla="*/ 113 w 251"/>
                <a:gd name="T29" fmla="*/ 38 h 298"/>
                <a:gd name="T30" fmla="*/ 140 w 251"/>
                <a:gd name="T31" fmla="*/ 38 h 298"/>
                <a:gd name="T32" fmla="*/ 140 w 251"/>
                <a:gd name="T33" fmla="*/ 47 h 298"/>
                <a:gd name="T34" fmla="*/ 150 w 251"/>
                <a:gd name="T35" fmla="*/ 57 h 298"/>
                <a:gd name="T36" fmla="*/ 152 w 251"/>
                <a:gd name="T37" fmla="*/ 57 h 298"/>
                <a:gd name="T38" fmla="*/ 161 w 251"/>
                <a:gd name="T39" fmla="*/ 47 h 298"/>
                <a:gd name="T40" fmla="*/ 161 w 251"/>
                <a:gd name="T41" fmla="*/ 38 h 298"/>
                <a:gd name="T42" fmla="*/ 189 w 251"/>
                <a:gd name="T43" fmla="*/ 38 h 298"/>
                <a:gd name="T44" fmla="*/ 189 w 251"/>
                <a:gd name="T45" fmla="*/ 47 h 298"/>
                <a:gd name="T46" fmla="*/ 198 w 251"/>
                <a:gd name="T47" fmla="*/ 57 h 298"/>
                <a:gd name="T48" fmla="*/ 200 w 251"/>
                <a:gd name="T49" fmla="*/ 57 h 298"/>
                <a:gd name="T50" fmla="*/ 210 w 251"/>
                <a:gd name="T51" fmla="*/ 47 h 298"/>
                <a:gd name="T52" fmla="*/ 210 w 251"/>
                <a:gd name="T53" fmla="*/ 38 h 298"/>
                <a:gd name="T54" fmla="*/ 215 w 251"/>
                <a:gd name="T55" fmla="*/ 38 h 298"/>
                <a:gd name="T56" fmla="*/ 233 w 251"/>
                <a:gd name="T57" fmla="*/ 55 h 298"/>
                <a:gd name="T58" fmla="*/ 233 w 251"/>
                <a:gd name="T59" fmla="*/ 114 h 298"/>
                <a:gd name="T60" fmla="*/ 251 w 251"/>
                <a:gd name="T61" fmla="*/ 98 h 298"/>
                <a:gd name="T62" fmla="*/ 251 w 251"/>
                <a:gd name="T63" fmla="*/ 47 h 298"/>
                <a:gd name="T64" fmla="*/ 223 w 251"/>
                <a:gd name="T65" fmla="*/ 19 h 298"/>
                <a:gd name="T66" fmla="*/ 210 w 251"/>
                <a:gd name="T67" fmla="*/ 19 h 298"/>
                <a:gd name="T68" fmla="*/ 210 w 251"/>
                <a:gd name="T69" fmla="*/ 10 h 298"/>
                <a:gd name="T70" fmla="*/ 200 w 251"/>
                <a:gd name="T71" fmla="*/ 0 h 298"/>
                <a:gd name="T72" fmla="*/ 198 w 251"/>
                <a:gd name="T73" fmla="*/ 0 h 298"/>
                <a:gd name="T74" fmla="*/ 189 w 251"/>
                <a:gd name="T75" fmla="*/ 10 h 298"/>
                <a:gd name="T76" fmla="*/ 189 w 251"/>
                <a:gd name="T77" fmla="*/ 19 h 298"/>
                <a:gd name="T78" fmla="*/ 161 w 251"/>
                <a:gd name="T79" fmla="*/ 19 h 298"/>
                <a:gd name="T80" fmla="*/ 161 w 251"/>
                <a:gd name="T81" fmla="*/ 10 h 298"/>
                <a:gd name="T82" fmla="*/ 152 w 251"/>
                <a:gd name="T83" fmla="*/ 0 h 298"/>
                <a:gd name="T84" fmla="*/ 150 w 251"/>
                <a:gd name="T85" fmla="*/ 0 h 298"/>
                <a:gd name="T86" fmla="*/ 140 w 251"/>
                <a:gd name="T87" fmla="*/ 10 h 298"/>
                <a:gd name="T88" fmla="*/ 140 w 251"/>
                <a:gd name="T89" fmla="*/ 19 h 298"/>
                <a:gd name="T90" fmla="*/ 113 w 251"/>
                <a:gd name="T91" fmla="*/ 19 h 298"/>
                <a:gd name="T92" fmla="*/ 113 w 251"/>
                <a:gd name="T93" fmla="*/ 10 h 298"/>
                <a:gd name="T94" fmla="*/ 104 w 251"/>
                <a:gd name="T95" fmla="*/ 0 h 298"/>
                <a:gd name="T96" fmla="*/ 102 w 251"/>
                <a:gd name="T97" fmla="*/ 0 h 298"/>
                <a:gd name="T98" fmla="*/ 92 w 251"/>
                <a:gd name="T99" fmla="*/ 10 h 298"/>
                <a:gd name="T100" fmla="*/ 92 w 251"/>
                <a:gd name="T101" fmla="*/ 19 h 298"/>
                <a:gd name="T102" fmla="*/ 65 w 251"/>
                <a:gd name="T103" fmla="*/ 19 h 298"/>
                <a:gd name="T104" fmla="*/ 65 w 251"/>
                <a:gd name="T105" fmla="*/ 10 h 298"/>
                <a:gd name="T106" fmla="*/ 56 w 251"/>
                <a:gd name="T107" fmla="*/ 0 h 298"/>
                <a:gd name="T108" fmla="*/ 54 w 251"/>
                <a:gd name="T109" fmla="*/ 0 h 298"/>
                <a:gd name="T110" fmla="*/ 44 w 251"/>
                <a:gd name="T111" fmla="*/ 10 h 298"/>
                <a:gd name="T112" fmla="*/ 44 w 251"/>
                <a:gd name="T113" fmla="*/ 19 h 298"/>
                <a:gd name="T114" fmla="*/ 0 w 251"/>
                <a:gd name="T115" fmla="*/ 19 h 298"/>
                <a:gd name="T116" fmla="*/ 0 w 251"/>
                <a:gd name="T117" fmla="*/ 298 h 298"/>
                <a:gd name="T118" fmla="*/ 251 w 251"/>
                <a:gd name="T119" fmla="*/ 298 h 298"/>
                <a:gd name="T120" fmla="*/ 251 w 251"/>
                <a:gd name="T121" fmla="*/ 199 h 298"/>
                <a:gd name="T122" fmla="*/ 233 w 251"/>
                <a:gd name="T123" fmla="*/ 218 h 298"/>
                <a:gd name="T124" fmla="*/ 233 w 251"/>
                <a:gd name="T125" fmla="*/ 27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1" h="298">
                  <a:moveTo>
                    <a:pt x="233" y="279"/>
                  </a:moveTo>
                  <a:cubicBezTo>
                    <a:pt x="19" y="279"/>
                    <a:pt x="19" y="279"/>
                    <a:pt x="19" y="279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52"/>
                    <a:pt x="48" y="57"/>
                    <a:pt x="54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61" y="57"/>
                    <a:pt x="65" y="52"/>
                    <a:pt x="65" y="4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52"/>
                    <a:pt x="97" y="57"/>
                    <a:pt x="102" y="57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9" y="57"/>
                    <a:pt x="113" y="52"/>
                    <a:pt x="113" y="4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0" y="52"/>
                    <a:pt x="145" y="57"/>
                    <a:pt x="150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7" y="57"/>
                    <a:pt x="161" y="52"/>
                    <a:pt x="161" y="47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89" y="52"/>
                    <a:pt x="193" y="57"/>
                    <a:pt x="198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5" y="57"/>
                    <a:pt x="210" y="52"/>
                    <a:pt x="210" y="47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3" y="114"/>
                    <a:pt x="233" y="114"/>
                    <a:pt x="233" y="114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0" y="4"/>
                    <a:pt x="205" y="0"/>
                    <a:pt x="200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0"/>
                    <a:pt x="189" y="4"/>
                    <a:pt x="189" y="10"/>
                  </a:cubicBezTo>
                  <a:cubicBezTo>
                    <a:pt x="189" y="19"/>
                    <a:pt x="189" y="19"/>
                    <a:pt x="189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10"/>
                    <a:pt x="161" y="10"/>
                    <a:pt x="161" y="10"/>
                  </a:cubicBezTo>
                  <a:cubicBezTo>
                    <a:pt x="161" y="4"/>
                    <a:pt x="157" y="0"/>
                    <a:pt x="152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45" y="0"/>
                    <a:pt x="140" y="4"/>
                    <a:pt x="140" y="1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4"/>
                    <a:pt x="109" y="0"/>
                    <a:pt x="104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97" y="0"/>
                    <a:pt x="92" y="4"/>
                    <a:pt x="92" y="10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4"/>
                    <a:pt x="61" y="0"/>
                    <a:pt x="5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8" y="0"/>
                    <a:pt x="44" y="4"/>
                    <a:pt x="44" y="1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251" y="298"/>
                    <a:pt x="251" y="298"/>
                    <a:pt x="251" y="298"/>
                  </a:cubicBezTo>
                  <a:cubicBezTo>
                    <a:pt x="251" y="199"/>
                    <a:pt x="251" y="199"/>
                    <a:pt x="251" y="199"/>
                  </a:cubicBezTo>
                  <a:cubicBezTo>
                    <a:pt x="233" y="218"/>
                    <a:pt x="233" y="218"/>
                    <a:pt x="233" y="218"/>
                  </a:cubicBezTo>
                  <a:lnTo>
                    <a:pt x="233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2484276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en-US" altLang="zh-CN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Summary</a:t>
            </a:r>
            <a:endParaRPr lang="zh-CN" altLang="en-US" sz="35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0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15380" y="490848"/>
            <a:ext cx="470694" cy="475421"/>
            <a:chOff x="5540375" y="2868613"/>
            <a:chExt cx="1106488" cy="1117600"/>
          </a:xfrm>
          <a:solidFill>
            <a:schemeClr val="bg1"/>
          </a:solidFill>
        </p:grpSpPr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5970588" y="3251201"/>
              <a:ext cx="676275" cy="517525"/>
            </a:xfrm>
            <a:custGeom>
              <a:avLst/>
              <a:gdLst>
                <a:gd name="T0" fmla="*/ 40 w 180"/>
                <a:gd name="T1" fmla="*/ 42 h 138"/>
                <a:gd name="T2" fmla="*/ 27 w 180"/>
                <a:gd name="T3" fmla="*/ 42 h 138"/>
                <a:gd name="T4" fmla="*/ 3 w 180"/>
                <a:gd name="T5" fmla="*/ 66 h 138"/>
                <a:gd name="T6" fmla="*/ 3 w 180"/>
                <a:gd name="T7" fmla="*/ 79 h 138"/>
                <a:gd name="T8" fmla="*/ 59 w 180"/>
                <a:gd name="T9" fmla="*/ 135 h 138"/>
                <a:gd name="T10" fmla="*/ 72 w 180"/>
                <a:gd name="T11" fmla="*/ 135 h 138"/>
                <a:gd name="T12" fmla="*/ 176 w 180"/>
                <a:gd name="T13" fmla="*/ 31 h 138"/>
                <a:gd name="T14" fmla="*/ 176 w 180"/>
                <a:gd name="T15" fmla="*/ 18 h 138"/>
                <a:gd name="T16" fmla="*/ 162 w 180"/>
                <a:gd name="T17" fmla="*/ 4 h 138"/>
                <a:gd name="T18" fmla="*/ 149 w 180"/>
                <a:gd name="T19" fmla="*/ 3 h 138"/>
                <a:gd name="T20" fmla="*/ 74 w 180"/>
                <a:gd name="T21" fmla="*/ 66 h 138"/>
                <a:gd name="T22" fmla="*/ 60 w 180"/>
                <a:gd name="T23" fmla="*/ 65 h 138"/>
                <a:gd name="T24" fmla="*/ 40 w 180"/>
                <a:gd name="T25" fmla="*/ 4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0" h="138">
                  <a:moveTo>
                    <a:pt x="40" y="42"/>
                  </a:moveTo>
                  <a:cubicBezTo>
                    <a:pt x="36" y="39"/>
                    <a:pt x="30" y="38"/>
                    <a:pt x="27" y="42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0" y="69"/>
                    <a:pt x="0" y="75"/>
                    <a:pt x="3" y="79"/>
                  </a:cubicBezTo>
                  <a:cubicBezTo>
                    <a:pt x="59" y="135"/>
                    <a:pt x="59" y="135"/>
                    <a:pt x="59" y="135"/>
                  </a:cubicBezTo>
                  <a:cubicBezTo>
                    <a:pt x="63" y="138"/>
                    <a:pt x="69" y="138"/>
                    <a:pt x="72" y="135"/>
                  </a:cubicBezTo>
                  <a:cubicBezTo>
                    <a:pt x="176" y="31"/>
                    <a:pt x="176" y="31"/>
                    <a:pt x="176" y="31"/>
                  </a:cubicBezTo>
                  <a:cubicBezTo>
                    <a:pt x="179" y="27"/>
                    <a:pt x="180" y="21"/>
                    <a:pt x="176" y="18"/>
                  </a:cubicBezTo>
                  <a:cubicBezTo>
                    <a:pt x="162" y="4"/>
                    <a:pt x="162" y="4"/>
                    <a:pt x="162" y="4"/>
                  </a:cubicBezTo>
                  <a:cubicBezTo>
                    <a:pt x="159" y="0"/>
                    <a:pt x="153" y="0"/>
                    <a:pt x="149" y="3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0" y="69"/>
                    <a:pt x="64" y="68"/>
                    <a:pt x="60" y="65"/>
                  </a:cubicBezTo>
                  <a:lnTo>
                    <a:pt x="4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5540375" y="2868613"/>
              <a:ext cx="941388" cy="1117600"/>
            </a:xfrm>
            <a:custGeom>
              <a:avLst/>
              <a:gdLst>
                <a:gd name="T0" fmla="*/ 233 w 251"/>
                <a:gd name="T1" fmla="*/ 279 h 298"/>
                <a:gd name="T2" fmla="*/ 19 w 251"/>
                <a:gd name="T3" fmla="*/ 279 h 298"/>
                <a:gd name="T4" fmla="*/ 19 w 251"/>
                <a:gd name="T5" fmla="*/ 38 h 298"/>
                <a:gd name="T6" fmla="*/ 44 w 251"/>
                <a:gd name="T7" fmla="*/ 38 h 298"/>
                <a:gd name="T8" fmla="*/ 44 w 251"/>
                <a:gd name="T9" fmla="*/ 47 h 298"/>
                <a:gd name="T10" fmla="*/ 54 w 251"/>
                <a:gd name="T11" fmla="*/ 57 h 298"/>
                <a:gd name="T12" fmla="*/ 56 w 251"/>
                <a:gd name="T13" fmla="*/ 57 h 298"/>
                <a:gd name="T14" fmla="*/ 65 w 251"/>
                <a:gd name="T15" fmla="*/ 47 h 298"/>
                <a:gd name="T16" fmla="*/ 65 w 251"/>
                <a:gd name="T17" fmla="*/ 38 h 298"/>
                <a:gd name="T18" fmla="*/ 92 w 251"/>
                <a:gd name="T19" fmla="*/ 38 h 298"/>
                <a:gd name="T20" fmla="*/ 92 w 251"/>
                <a:gd name="T21" fmla="*/ 47 h 298"/>
                <a:gd name="T22" fmla="*/ 102 w 251"/>
                <a:gd name="T23" fmla="*/ 57 h 298"/>
                <a:gd name="T24" fmla="*/ 104 w 251"/>
                <a:gd name="T25" fmla="*/ 57 h 298"/>
                <a:gd name="T26" fmla="*/ 113 w 251"/>
                <a:gd name="T27" fmla="*/ 47 h 298"/>
                <a:gd name="T28" fmla="*/ 113 w 251"/>
                <a:gd name="T29" fmla="*/ 38 h 298"/>
                <a:gd name="T30" fmla="*/ 140 w 251"/>
                <a:gd name="T31" fmla="*/ 38 h 298"/>
                <a:gd name="T32" fmla="*/ 140 w 251"/>
                <a:gd name="T33" fmla="*/ 47 h 298"/>
                <a:gd name="T34" fmla="*/ 150 w 251"/>
                <a:gd name="T35" fmla="*/ 57 h 298"/>
                <a:gd name="T36" fmla="*/ 152 w 251"/>
                <a:gd name="T37" fmla="*/ 57 h 298"/>
                <a:gd name="T38" fmla="*/ 161 w 251"/>
                <a:gd name="T39" fmla="*/ 47 h 298"/>
                <a:gd name="T40" fmla="*/ 161 w 251"/>
                <a:gd name="T41" fmla="*/ 38 h 298"/>
                <a:gd name="T42" fmla="*/ 189 w 251"/>
                <a:gd name="T43" fmla="*/ 38 h 298"/>
                <a:gd name="T44" fmla="*/ 189 w 251"/>
                <a:gd name="T45" fmla="*/ 47 h 298"/>
                <a:gd name="T46" fmla="*/ 198 w 251"/>
                <a:gd name="T47" fmla="*/ 57 h 298"/>
                <a:gd name="T48" fmla="*/ 200 w 251"/>
                <a:gd name="T49" fmla="*/ 57 h 298"/>
                <a:gd name="T50" fmla="*/ 210 w 251"/>
                <a:gd name="T51" fmla="*/ 47 h 298"/>
                <a:gd name="T52" fmla="*/ 210 w 251"/>
                <a:gd name="T53" fmla="*/ 38 h 298"/>
                <a:gd name="T54" fmla="*/ 215 w 251"/>
                <a:gd name="T55" fmla="*/ 38 h 298"/>
                <a:gd name="T56" fmla="*/ 233 w 251"/>
                <a:gd name="T57" fmla="*/ 55 h 298"/>
                <a:gd name="T58" fmla="*/ 233 w 251"/>
                <a:gd name="T59" fmla="*/ 114 h 298"/>
                <a:gd name="T60" fmla="*/ 251 w 251"/>
                <a:gd name="T61" fmla="*/ 98 h 298"/>
                <a:gd name="T62" fmla="*/ 251 w 251"/>
                <a:gd name="T63" fmla="*/ 47 h 298"/>
                <a:gd name="T64" fmla="*/ 223 w 251"/>
                <a:gd name="T65" fmla="*/ 19 h 298"/>
                <a:gd name="T66" fmla="*/ 210 w 251"/>
                <a:gd name="T67" fmla="*/ 19 h 298"/>
                <a:gd name="T68" fmla="*/ 210 w 251"/>
                <a:gd name="T69" fmla="*/ 10 h 298"/>
                <a:gd name="T70" fmla="*/ 200 w 251"/>
                <a:gd name="T71" fmla="*/ 0 h 298"/>
                <a:gd name="T72" fmla="*/ 198 w 251"/>
                <a:gd name="T73" fmla="*/ 0 h 298"/>
                <a:gd name="T74" fmla="*/ 189 w 251"/>
                <a:gd name="T75" fmla="*/ 10 h 298"/>
                <a:gd name="T76" fmla="*/ 189 w 251"/>
                <a:gd name="T77" fmla="*/ 19 h 298"/>
                <a:gd name="T78" fmla="*/ 161 w 251"/>
                <a:gd name="T79" fmla="*/ 19 h 298"/>
                <a:gd name="T80" fmla="*/ 161 w 251"/>
                <a:gd name="T81" fmla="*/ 10 h 298"/>
                <a:gd name="T82" fmla="*/ 152 w 251"/>
                <a:gd name="T83" fmla="*/ 0 h 298"/>
                <a:gd name="T84" fmla="*/ 150 w 251"/>
                <a:gd name="T85" fmla="*/ 0 h 298"/>
                <a:gd name="T86" fmla="*/ 140 w 251"/>
                <a:gd name="T87" fmla="*/ 10 h 298"/>
                <a:gd name="T88" fmla="*/ 140 w 251"/>
                <a:gd name="T89" fmla="*/ 19 h 298"/>
                <a:gd name="T90" fmla="*/ 113 w 251"/>
                <a:gd name="T91" fmla="*/ 19 h 298"/>
                <a:gd name="T92" fmla="*/ 113 w 251"/>
                <a:gd name="T93" fmla="*/ 10 h 298"/>
                <a:gd name="T94" fmla="*/ 104 w 251"/>
                <a:gd name="T95" fmla="*/ 0 h 298"/>
                <a:gd name="T96" fmla="*/ 102 w 251"/>
                <a:gd name="T97" fmla="*/ 0 h 298"/>
                <a:gd name="T98" fmla="*/ 92 w 251"/>
                <a:gd name="T99" fmla="*/ 10 h 298"/>
                <a:gd name="T100" fmla="*/ 92 w 251"/>
                <a:gd name="T101" fmla="*/ 19 h 298"/>
                <a:gd name="T102" fmla="*/ 65 w 251"/>
                <a:gd name="T103" fmla="*/ 19 h 298"/>
                <a:gd name="T104" fmla="*/ 65 w 251"/>
                <a:gd name="T105" fmla="*/ 10 h 298"/>
                <a:gd name="T106" fmla="*/ 56 w 251"/>
                <a:gd name="T107" fmla="*/ 0 h 298"/>
                <a:gd name="T108" fmla="*/ 54 w 251"/>
                <a:gd name="T109" fmla="*/ 0 h 298"/>
                <a:gd name="T110" fmla="*/ 44 w 251"/>
                <a:gd name="T111" fmla="*/ 10 h 298"/>
                <a:gd name="T112" fmla="*/ 44 w 251"/>
                <a:gd name="T113" fmla="*/ 19 h 298"/>
                <a:gd name="T114" fmla="*/ 0 w 251"/>
                <a:gd name="T115" fmla="*/ 19 h 298"/>
                <a:gd name="T116" fmla="*/ 0 w 251"/>
                <a:gd name="T117" fmla="*/ 298 h 298"/>
                <a:gd name="T118" fmla="*/ 251 w 251"/>
                <a:gd name="T119" fmla="*/ 298 h 298"/>
                <a:gd name="T120" fmla="*/ 251 w 251"/>
                <a:gd name="T121" fmla="*/ 199 h 298"/>
                <a:gd name="T122" fmla="*/ 233 w 251"/>
                <a:gd name="T123" fmla="*/ 218 h 298"/>
                <a:gd name="T124" fmla="*/ 233 w 251"/>
                <a:gd name="T125" fmla="*/ 27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1" h="298">
                  <a:moveTo>
                    <a:pt x="233" y="279"/>
                  </a:moveTo>
                  <a:cubicBezTo>
                    <a:pt x="19" y="279"/>
                    <a:pt x="19" y="279"/>
                    <a:pt x="19" y="279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52"/>
                    <a:pt x="48" y="57"/>
                    <a:pt x="54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61" y="57"/>
                    <a:pt x="65" y="52"/>
                    <a:pt x="65" y="4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52"/>
                    <a:pt x="97" y="57"/>
                    <a:pt x="102" y="57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9" y="57"/>
                    <a:pt x="113" y="52"/>
                    <a:pt x="113" y="4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0" y="52"/>
                    <a:pt x="145" y="57"/>
                    <a:pt x="150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7" y="57"/>
                    <a:pt x="161" y="52"/>
                    <a:pt x="161" y="47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89" y="52"/>
                    <a:pt x="193" y="57"/>
                    <a:pt x="198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5" y="57"/>
                    <a:pt x="210" y="52"/>
                    <a:pt x="210" y="47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3" y="114"/>
                    <a:pt x="233" y="114"/>
                    <a:pt x="233" y="114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0" y="4"/>
                    <a:pt x="205" y="0"/>
                    <a:pt x="200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0"/>
                    <a:pt x="189" y="4"/>
                    <a:pt x="189" y="10"/>
                  </a:cubicBezTo>
                  <a:cubicBezTo>
                    <a:pt x="189" y="19"/>
                    <a:pt x="189" y="19"/>
                    <a:pt x="189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10"/>
                    <a:pt x="161" y="10"/>
                    <a:pt x="161" y="10"/>
                  </a:cubicBezTo>
                  <a:cubicBezTo>
                    <a:pt x="161" y="4"/>
                    <a:pt x="157" y="0"/>
                    <a:pt x="152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45" y="0"/>
                    <a:pt x="140" y="4"/>
                    <a:pt x="140" y="1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4"/>
                    <a:pt x="109" y="0"/>
                    <a:pt x="104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97" y="0"/>
                    <a:pt x="92" y="4"/>
                    <a:pt x="92" y="10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4"/>
                    <a:pt x="61" y="0"/>
                    <a:pt x="5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8" y="0"/>
                    <a:pt x="44" y="4"/>
                    <a:pt x="44" y="1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251" y="298"/>
                    <a:pt x="251" y="298"/>
                    <a:pt x="251" y="298"/>
                  </a:cubicBezTo>
                  <a:cubicBezTo>
                    <a:pt x="251" y="199"/>
                    <a:pt x="251" y="199"/>
                    <a:pt x="251" y="199"/>
                  </a:cubicBezTo>
                  <a:cubicBezTo>
                    <a:pt x="233" y="218"/>
                    <a:pt x="233" y="218"/>
                    <a:pt x="233" y="218"/>
                  </a:cubicBezTo>
                  <a:lnTo>
                    <a:pt x="233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  <p:sp>
        <p:nvSpPr>
          <p:cNvPr id="14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911424" y="1232756"/>
            <a:ext cx="10560049" cy="4680000"/>
          </a:xfrm>
        </p:spPr>
        <p:txBody>
          <a:bodyPr/>
          <a:lstStyle>
            <a:lvl1pPr algn="just">
              <a:defRPr>
                <a:latin typeface="+mn-ea"/>
                <a:ea typeface="+mn-ea"/>
                <a:cs typeface="Arial" panose="020B0604020202020204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>
                <a:latin typeface="+mn-ea"/>
                <a:ea typeface="+mn-ea"/>
                <a:cs typeface="Arial" panose="020B0604020202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5040560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更多信息</a:t>
            </a:r>
          </a:p>
        </p:txBody>
      </p:sp>
      <p:sp>
        <p:nvSpPr>
          <p:cNvPr id="6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0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479376" y="480268"/>
            <a:ext cx="496581" cy="496581"/>
            <a:chOff x="4485904" y="3429000"/>
            <a:chExt cx="2003425" cy="2003425"/>
          </a:xfrm>
          <a:solidFill>
            <a:schemeClr val="bg1"/>
          </a:solidFill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4485904" y="3429000"/>
              <a:ext cx="2003425" cy="2003425"/>
            </a:xfrm>
            <a:custGeom>
              <a:avLst/>
              <a:gdLst>
                <a:gd name="T0" fmla="*/ 669 w 1338"/>
                <a:gd name="T1" fmla="*/ 0 h 1338"/>
                <a:gd name="T2" fmla="*/ 1338 w 1338"/>
                <a:gd name="T3" fmla="*/ 669 h 1338"/>
                <a:gd name="T4" fmla="*/ 669 w 1338"/>
                <a:gd name="T5" fmla="*/ 1338 h 1338"/>
                <a:gd name="T6" fmla="*/ 0 w 1338"/>
                <a:gd name="T7" fmla="*/ 669 h 1338"/>
                <a:gd name="T8" fmla="*/ 669 w 1338"/>
                <a:gd name="T9" fmla="*/ 0 h 1338"/>
                <a:gd name="T10" fmla="*/ 669 w 1338"/>
                <a:gd name="T11" fmla="*/ 92 h 1338"/>
                <a:gd name="T12" fmla="*/ 1246 w 1338"/>
                <a:gd name="T13" fmla="*/ 669 h 1338"/>
                <a:gd name="T14" fmla="*/ 669 w 1338"/>
                <a:gd name="T15" fmla="*/ 1246 h 1338"/>
                <a:gd name="T16" fmla="*/ 92 w 1338"/>
                <a:gd name="T17" fmla="*/ 669 h 1338"/>
                <a:gd name="T18" fmla="*/ 669 w 1338"/>
                <a:gd name="T19" fmla="*/ 92 h 1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8" h="1338">
                  <a:moveTo>
                    <a:pt x="669" y="0"/>
                  </a:moveTo>
                  <a:cubicBezTo>
                    <a:pt x="1039" y="0"/>
                    <a:pt x="1338" y="299"/>
                    <a:pt x="1338" y="669"/>
                  </a:cubicBezTo>
                  <a:cubicBezTo>
                    <a:pt x="1338" y="1039"/>
                    <a:pt x="1039" y="1338"/>
                    <a:pt x="669" y="1338"/>
                  </a:cubicBezTo>
                  <a:cubicBezTo>
                    <a:pt x="299" y="1338"/>
                    <a:pt x="0" y="1039"/>
                    <a:pt x="0" y="669"/>
                  </a:cubicBezTo>
                  <a:cubicBezTo>
                    <a:pt x="0" y="299"/>
                    <a:pt x="299" y="0"/>
                    <a:pt x="669" y="0"/>
                  </a:cubicBezTo>
                  <a:close/>
                  <a:moveTo>
                    <a:pt x="669" y="92"/>
                  </a:moveTo>
                  <a:cubicBezTo>
                    <a:pt x="988" y="92"/>
                    <a:pt x="1246" y="350"/>
                    <a:pt x="1246" y="669"/>
                  </a:cubicBezTo>
                  <a:cubicBezTo>
                    <a:pt x="1246" y="988"/>
                    <a:pt x="988" y="1246"/>
                    <a:pt x="669" y="1246"/>
                  </a:cubicBezTo>
                  <a:cubicBezTo>
                    <a:pt x="350" y="1246"/>
                    <a:pt x="92" y="988"/>
                    <a:pt x="92" y="669"/>
                  </a:cubicBezTo>
                  <a:cubicBezTo>
                    <a:pt x="92" y="350"/>
                    <a:pt x="350" y="92"/>
                    <a:pt x="669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4978029" y="4324350"/>
              <a:ext cx="212725" cy="212725"/>
            </a:xfrm>
            <a:custGeom>
              <a:avLst/>
              <a:gdLst>
                <a:gd name="T0" fmla="*/ 0 w 142"/>
                <a:gd name="T1" fmla="*/ 72 h 142"/>
                <a:gd name="T2" fmla="*/ 0 w 142"/>
                <a:gd name="T3" fmla="*/ 70 h 142"/>
                <a:gd name="T4" fmla="*/ 71 w 142"/>
                <a:gd name="T5" fmla="*/ 0 h 142"/>
                <a:gd name="T6" fmla="*/ 71 w 142"/>
                <a:gd name="T7" fmla="*/ 0 h 142"/>
                <a:gd name="T8" fmla="*/ 142 w 142"/>
                <a:gd name="T9" fmla="*/ 70 h 142"/>
                <a:gd name="T10" fmla="*/ 142 w 142"/>
                <a:gd name="T11" fmla="*/ 72 h 142"/>
                <a:gd name="T12" fmla="*/ 71 w 142"/>
                <a:gd name="T13" fmla="*/ 142 h 142"/>
                <a:gd name="T14" fmla="*/ 71 w 142"/>
                <a:gd name="T15" fmla="*/ 142 h 142"/>
                <a:gd name="T16" fmla="*/ 0 w 142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2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0" y="0"/>
                    <a:pt x="142" y="32"/>
                    <a:pt x="142" y="70"/>
                  </a:cubicBezTo>
                  <a:cubicBezTo>
                    <a:pt x="142" y="72"/>
                    <a:pt x="142" y="72"/>
                    <a:pt x="142" y="72"/>
                  </a:cubicBezTo>
                  <a:cubicBezTo>
                    <a:pt x="142" y="110"/>
                    <a:pt x="110" y="142"/>
                    <a:pt x="71" y="142"/>
                  </a:cubicBezTo>
                  <a:cubicBezTo>
                    <a:pt x="71" y="142"/>
                    <a:pt x="71" y="142"/>
                    <a:pt x="71" y="142"/>
                  </a:cubicBezTo>
                  <a:cubicBezTo>
                    <a:pt x="32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5395542" y="4324350"/>
              <a:ext cx="211138" cy="212725"/>
            </a:xfrm>
            <a:custGeom>
              <a:avLst/>
              <a:gdLst>
                <a:gd name="T0" fmla="*/ 0 w 141"/>
                <a:gd name="T1" fmla="*/ 72 h 142"/>
                <a:gd name="T2" fmla="*/ 0 w 141"/>
                <a:gd name="T3" fmla="*/ 70 h 142"/>
                <a:gd name="T4" fmla="*/ 70 w 141"/>
                <a:gd name="T5" fmla="*/ 0 h 142"/>
                <a:gd name="T6" fmla="*/ 70 w 141"/>
                <a:gd name="T7" fmla="*/ 0 h 142"/>
                <a:gd name="T8" fmla="*/ 141 w 141"/>
                <a:gd name="T9" fmla="*/ 70 h 142"/>
                <a:gd name="T10" fmla="*/ 141 w 141"/>
                <a:gd name="T11" fmla="*/ 72 h 142"/>
                <a:gd name="T12" fmla="*/ 70 w 141"/>
                <a:gd name="T13" fmla="*/ 142 h 142"/>
                <a:gd name="T14" fmla="*/ 70 w 141"/>
                <a:gd name="T15" fmla="*/ 142 h 142"/>
                <a:gd name="T16" fmla="*/ 0 w 141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1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9" y="0"/>
                    <a:pt x="141" y="32"/>
                    <a:pt x="141" y="70"/>
                  </a:cubicBezTo>
                  <a:cubicBezTo>
                    <a:pt x="141" y="72"/>
                    <a:pt x="141" y="72"/>
                    <a:pt x="141" y="72"/>
                  </a:cubicBezTo>
                  <a:cubicBezTo>
                    <a:pt x="141" y="110"/>
                    <a:pt x="109" y="142"/>
                    <a:pt x="70" y="142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31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5809879" y="4324350"/>
              <a:ext cx="211138" cy="212725"/>
            </a:xfrm>
            <a:custGeom>
              <a:avLst/>
              <a:gdLst>
                <a:gd name="T0" fmla="*/ 0 w 141"/>
                <a:gd name="T1" fmla="*/ 72 h 142"/>
                <a:gd name="T2" fmla="*/ 0 w 141"/>
                <a:gd name="T3" fmla="*/ 70 h 142"/>
                <a:gd name="T4" fmla="*/ 70 w 141"/>
                <a:gd name="T5" fmla="*/ 0 h 142"/>
                <a:gd name="T6" fmla="*/ 70 w 141"/>
                <a:gd name="T7" fmla="*/ 0 h 142"/>
                <a:gd name="T8" fmla="*/ 141 w 141"/>
                <a:gd name="T9" fmla="*/ 70 h 142"/>
                <a:gd name="T10" fmla="*/ 141 w 141"/>
                <a:gd name="T11" fmla="*/ 72 h 142"/>
                <a:gd name="T12" fmla="*/ 70 w 141"/>
                <a:gd name="T13" fmla="*/ 142 h 142"/>
                <a:gd name="T14" fmla="*/ 70 w 141"/>
                <a:gd name="T15" fmla="*/ 142 h 142"/>
                <a:gd name="T16" fmla="*/ 0 w 141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2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9" y="0"/>
                    <a:pt x="141" y="32"/>
                    <a:pt x="141" y="70"/>
                  </a:cubicBezTo>
                  <a:cubicBezTo>
                    <a:pt x="141" y="72"/>
                    <a:pt x="141" y="72"/>
                    <a:pt x="141" y="72"/>
                  </a:cubicBezTo>
                  <a:cubicBezTo>
                    <a:pt x="141" y="110"/>
                    <a:pt x="109" y="142"/>
                    <a:pt x="70" y="142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32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xmlns="" id="{18ED692C-39CB-4AC0-81F6-D21CDD086EE4}"/>
              </a:ext>
            </a:extLst>
          </p:cNvPr>
          <p:cNvSpPr txBox="1"/>
          <p:nvPr userDrawn="1"/>
        </p:nvSpPr>
        <p:spPr bwMode="auto">
          <a:xfrm>
            <a:off x="1595500" y="408779"/>
            <a:ext cx="5040560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en-US" altLang="zh-CN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Recommendations</a:t>
            </a:r>
            <a:endParaRPr lang="zh-CN" altLang="en-US" sz="35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Freeform 9"/>
          <p:cNvSpPr>
            <a:spLocks/>
          </p:cNvSpPr>
          <p:nvPr userDrawn="1"/>
        </p:nvSpPr>
        <p:spPr bwMode="auto">
          <a:xfrm>
            <a:off x="3113" y="296368"/>
            <a:ext cx="1376363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sp>
        <p:nvSpPr>
          <p:cNvPr id="10" name="Freeform 11"/>
          <p:cNvSpPr>
            <a:spLocks/>
          </p:cNvSpPr>
          <p:nvPr userDrawn="1"/>
        </p:nvSpPr>
        <p:spPr bwMode="auto">
          <a:xfrm>
            <a:off x="1246188" y="296368"/>
            <a:ext cx="233363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15380" y="456929"/>
            <a:ext cx="461963" cy="485190"/>
            <a:chOff x="-779463" y="1835151"/>
            <a:chExt cx="1136650" cy="1193799"/>
          </a:xfrm>
          <a:solidFill>
            <a:schemeClr val="bg1"/>
          </a:solidFill>
        </p:grpSpPr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-727075" y="2262188"/>
              <a:ext cx="1031875" cy="625475"/>
            </a:xfrm>
            <a:custGeom>
              <a:avLst/>
              <a:gdLst>
                <a:gd name="T0" fmla="*/ 946 w 968"/>
                <a:gd name="T1" fmla="*/ 587 h 587"/>
                <a:gd name="T2" fmla="*/ 22 w 968"/>
                <a:gd name="T3" fmla="*/ 587 h 587"/>
                <a:gd name="T4" fmla="*/ 0 w 968"/>
                <a:gd name="T5" fmla="*/ 565 h 587"/>
                <a:gd name="T6" fmla="*/ 0 w 968"/>
                <a:gd name="T7" fmla="*/ 63 h 587"/>
                <a:gd name="T8" fmla="*/ 62 w 968"/>
                <a:gd name="T9" fmla="*/ 0 h 587"/>
                <a:gd name="T10" fmla="*/ 104 w 968"/>
                <a:gd name="T11" fmla="*/ 0 h 587"/>
                <a:gd name="T12" fmla="*/ 126 w 968"/>
                <a:gd name="T13" fmla="*/ 22 h 587"/>
                <a:gd name="T14" fmla="*/ 104 w 968"/>
                <a:gd name="T15" fmla="*/ 43 h 587"/>
                <a:gd name="T16" fmla="*/ 62 w 968"/>
                <a:gd name="T17" fmla="*/ 43 h 587"/>
                <a:gd name="T18" fmla="*/ 43 w 968"/>
                <a:gd name="T19" fmla="*/ 63 h 587"/>
                <a:gd name="T20" fmla="*/ 43 w 968"/>
                <a:gd name="T21" fmla="*/ 544 h 587"/>
                <a:gd name="T22" fmla="*/ 925 w 968"/>
                <a:gd name="T23" fmla="*/ 544 h 587"/>
                <a:gd name="T24" fmla="*/ 925 w 968"/>
                <a:gd name="T25" fmla="*/ 63 h 587"/>
                <a:gd name="T26" fmla="*/ 906 w 968"/>
                <a:gd name="T27" fmla="*/ 43 h 587"/>
                <a:gd name="T28" fmla="*/ 859 w 968"/>
                <a:gd name="T29" fmla="*/ 43 h 587"/>
                <a:gd name="T30" fmla="*/ 837 w 968"/>
                <a:gd name="T31" fmla="*/ 22 h 587"/>
                <a:gd name="T32" fmla="*/ 859 w 968"/>
                <a:gd name="T33" fmla="*/ 0 h 587"/>
                <a:gd name="T34" fmla="*/ 906 w 968"/>
                <a:gd name="T35" fmla="*/ 0 h 587"/>
                <a:gd name="T36" fmla="*/ 968 w 968"/>
                <a:gd name="T37" fmla="*/ 63 h 587"/>
                <a:gd name="T38" fmla="*/ 968 w 968"/>
                <a:gd name="T39" fmla="*/ 565 h 587"/>
                <a:gd name="T40" fmla="*/ 946 w 968"/>
                <a:gd name="T41" fmla="*/ 587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8" h="587">
                  <a:moveTo>
                    <a:pt x="946" y="587"/>
                  </a:moveTo>
                  <a:cubicBezTo>
                    <a:pt x="22" y="587"/>
                    <a:pt x="22" y="587"/>
                    <a:pt x="22" y="587"/>
                  </a:cubicBezTo>
                  <a:cubicBezTo>
                    <a:pt x="10" y="587"/>
                    <a:pt x="0" y="577"/>
                    <a:pt x="0" y="565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8" y="0"/>
                    <a:pt x="62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16" y="0"/>
                    <a:pt x="126" y="10"/>
                    <a:pt x="126" y="22"/>
                  </a:cubicBezTo>
                  <a:cubicBezTo>
                    <a:pt x="126" y="34"/>
                    <a:pt x="116" y="43"/>
                    <a:pt x="104" y="43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2" y="43"/>
                    <a:pt x="43" y="52"/>
                    <a:pt x="43" y="63"/>
                  </a:cubicBezTo>
                  <a:cubicBezTo>
                    <a:pt x="43" y="544"/>
                    <a:pt x="43" y="544"/>
                    <a:pt x="43" y="544"/>
                  </a:cubicBezTo>
                  <a:cubicBezTo>
                    <a:pt x="925" y="544"/>
                    <a:pt x="925" y="544"/>
                    <a:pt x="925" y="544"/>
                  </a:cubicBezTo>
                  <a:cubicBezTo>
                    <a:pt x="925" y="63"/>
                    <a:pt x="925" y="63"/>
                    <a:pt x="925" y="63"/>
                  </a:cubicBezTo>
                  <a:cubicBezTo>
                    <a:pt x="925" y="52"/>
                    <a:pt x="916" y="43"/>
                    <a:pt x="906" y="43"/>
                  </a:cubicBezTo>
                  <a:cubicBezTo>
                    <a:pt x="859" y="43"/>
                    <a:pt x="859" y="43"/>
                    <a:pt x="859" y="43"/>
                  </a:cubicBezTo>
                  <a:cubicBezTo>
                    <a:pt x="847" y="43"/>
                    <a:pt x="837" y="34"/>
                    <a:pt x="837" y="22"/>
                  </a:cubicBezTo>
                  <a:cubicBezTo>
                    <a:pt x="837" y="10"/>
                    <a:pt x="847" y="0"/>
                    <a:pt x="859" y="0"/>
                  </a:cubicBezTo>
                  <a:cubicBezTo>
                    <a:pt x="906" y="0"/>
                    <a:pt x="906" y="0"/>
                    <a:pt x="906" y="0"/>
                  </a:cubicBezTo>
                  <a:cubicBezTo>
                    <a:pt x="940" y="0"/>
                    <a:pt x="968" y="28"/>
                    <a:pt x="968" y="63"/>
                  </a:cubicBezTo>
                  <a:cubicBezTo>
                    <a:pt x="968" y="565"/>
                    <a:pt x="968" y="565"/>
                    <a:pt x="968" y="565"/>
                  </a:cubicBezTo>
                  <a:cubicBezTo>
                    <a:pt x="968" y="577"/>
                    <a:pt x="958" y="587"/>
                    <a:pt x="946" y="5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-779463" y="2841625"/>
              <a:ext cx="1136650" cy="187325"/>
            </a:xfrm>
            <a:custGeom>
              <a:avLst/>
              <a:gdLst>
                <a:gd name="T0" fmla="*/ 1024 w 1066"/>
                <a:gd name="T1" fmla="*/ 176 h 176"/>
                <a:gd name="T2" fmla="*/ 42 w 1066"/>
                <a:gd name="T3" fmla="*/ 176 h 176"/>
                <a:gd name="T4" fmla="*/ 0 w 1066"/>
                <a:gd name="T5" fmla="*/ 134 h 176"/>
                <a:gd name="T6" fmla="*/ 0 w 1066"/>
                <a:gd name="T7" fmla="*/ 42 h 176"/>
                <a:gd name="T8" fmla="*/ 42 w 1066"/>
                <a:gd name="T9" fmla="*/ 0 h 176"/>
                <a:gd name="T10" fmla="*/ 1024 w 1066"/>
                <a:gd name="T11" fmla="*/ 0 h 176"/>
                <a:gd name="T12" fmla="*/ 1066 w 1066"/>
                <a:gd name="T13" fmla="*/ 42 h 176"/>
                <a:gd name="T14" fmla="*/ 1066 w 1066"/>
                <a:gd name="T15" fmla="*/ 134 h 176"/>
                <a:gd name="T16" fmla="*/ 1024 w 1066"/>
                <a:gd name="T17" fmla="*/ 176 h 176"/>
                <a:gd name="T18" fmla="*/ 1023 w 1066"/>
                <a:gd name="T19" fmla="*/ 42 h 176"/>
                <a:gd name="T20" fmla="*/ 42 w 1066"/>
                <a:gd name="T21" fmla="*/ 43 h 176"/>
                <a:gd name="T22" fmla="*/ 43 w 1066"/>
                <a:gd name="T23" fmla="*/ 134 h 176"/>
                <a:gd name="T24" fmla="*/ 1023 w 1066"/>
                <a:gd name="T25" fmla="*/ 133 h 176"/>
                <a:gd name="T26" fmla="*/ 1023 w 1066"/>
                <a:gd name="T27" fmla="*/ 4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6" h="176">
                  <a:moveTo>
                    <a:pt x="1024" y="176"/>
                  </a:moveTo>
                  <a:cubicBezTo>
                    <a:pt x="42" y="176"/>
                    <a:pt x="42" y="176"/>
                    <a:pt x="42" y="176"/>
                  </a:cubicBezTo>
                  <a:cubicBezTo>
                    <a:pt x="19" y="176"/>
                    <a:pt x="0" y="157"/>
                    <a:pt x="0" y="134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1024" y="0"/>
                    <a:pt x="1024" y="0"/>
                    <a:pt x="1024" y="0"/>
                  </a:cubicBezTo>
                  <a:cubicBezTo>
                    <a:pt x="1047" y="0"/>
                    <a:pt x="1066" y="18"/>
                    <a:pt x="1066" y="42"/>
                  </a:cubicBezTo>
                  <a:cubicBezTo>
                    <a:pt x="1066" y="134"/>
                    <a:pt x="1066" y="134"/>
                    <a:pt x="1066" y="134"/>
                  </a:cubicBezTo>
                  <a:cubicBezTo>
                    <a:pt x="1066" y="157"/>
                    <a:pt x="1047" y="176"/>
                    <a:pt x="1024" y="176"/>
                  </a:cubicBezTo>
                  <a:close/>
                  <a:moveTo>
                    <a:pt x="1023" y="42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1023" y="133"/>
                    <a:pt x="1023" y="133"/>
                    <a:pt x="1023" y="133"/>
                  </a:cubicBezTo>
                  <a:lnTo>
                    <a:pt x="1023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-303213" y="2911475"/>
              <a:ext cx="184150" cy="46037"/>
            </a:xfrm>
            <a:custGeom>
              <a:avLst/>
              <a:gdLst>
                <a:gd name="T0" fmla="*/ 151 w 172"/>
                <a:gd name="T1" fmla="*/ 43 h 43"/>
                <a:gd name="T2" fmla="*/ 21 w 172"/>
                <a:gd name="T3" fmla="*/ 43 h 43"/>
                <a:gd name="T4" fmla="*/ 0 w 172"/>
                <a:gd name="T5" fmla="*/ 22 h 43"/>
                <a:gd name="T6" fmla="*/ 21 w 172"/>
                <a:gd name="T7" fmla="*/ 0 h 43"/>
                <a:gd name="T8" fmla="*/ 151 w 172"/>
                <a:gd name="T9" fmla="*/ 0 h 43"/>
                <a:gd name="T10" fmla="*/ 172 w 172"/>
                <a:gd name="T11" fmla="*/ 22 h 43"/>
                <a:gd name="T12" fmla="*/ 151 w 172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2" h="43">
                  <a:moveTo>
                    <a:pt x="151" y="43"/>
                  </a:moveTo>
                  <a:cubicBezTo>
                    <a:pt x="21" y="43"/>
                    <a:pt x="21" y="43"/>
                    <a:pt x="21" y="43"/>
                  </a:cubicBezTo>
                  <a:cubicBezTo>
                    <a:pt x="10" y="43"/>
                    <a:pt x="0" y="34"/>
                    <a:pt x="0" y="22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62" y="0"/>
                    <a:pt x="172" y="10"/>
                    <a:pt x="172" y="22"/>
                  </a:cubicBezTo>
                  <a:cubicBezTo>
                    <a:pt x="172" y="34"/>
                    <a:pt x="162" y="43"/>
                    <a:pt x="15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-568325" y="1835151"/>
              <a:ext cx="712788" cy="852487"/>
            </a:xfrm>
            <a:custGeom>
              <a:avLst/>
              <a:gdLst>
                <a:gd name="T0" fmla="*/ 335 w 668"/>
                <a:gd name="T1" fmla="*/ 800 h 800"/>
                <a:gd name="T2" fmla="*/ 316 w 668"/>
                <a:gd name="T3" fmla="*/ 789 h 800"/>
                <a:gd name="T4" fmla="*/ 246 w 668"/>
                <a:gd name="T5" fmla="*/ 662 h 800"/>
                <a:gd name="T6" fmla="*/ 57 w 668"/>
                <a:gd name="T7" fmla="*/ 508 h 800"/>
                <a:gd name="T8" fmla="*/ 49 w 668"/>
                <a:gd name="T9" fmla="*/ 492 h 800"/>
                <a:gd name="T10" fmla="*/ 84 w 668"/>
                <a:gd name="T11" fmla="*/ 168 h 800"/>
                <a:gd name="T12" fmla="*/ 202 w 668"/>
                <a:gd name="T13" fmla="*/ 73 h 800"/>
                <a:gd name="T14" fmla="*/ 621 w 668"/>
                <a:gd name="T15" fmla="*/ 226 h 800"/>
                <a:gd name="T16" fmla="*/ 621 w 668"/>
                <a:gd name="T17" fmla="*/ 226 h 800"/>
                <a:gd name="T18" fmla="*/ 594 w 668"/>
                <a:gd name="T19" fmla="*/ 538 h 800"/>
                <a:gd name="T20" fmla="*/ 468 w 668"/>
                <a:gd name="T21" fmla="*/ 645 h 800"/>
                <a:gd name="T22" fmla="*/ 412 w 668"/>
                <a:gd name="T23" fmla="*/ 665 h 800"/>
                <a:gd name="T24" fmla="*/ 355 w 668"/>
                <a:gd name="T25" fmla="*/ 787 h 800"/>
                <a:gd name="T26" fmla="*/ 336 w 668"/>
                <a:gd name="T27" fmla="*/ 800 h 800"/>
                <a:gd name="T28" fmla="*/ 335 w 668"/>
                <a:gd name="T29" fmla="*/ 800 h 800"/>
                <a:gd name="T30" fmla="*/ 334 w 668"/>
                <a:gd name="T31" fmla="*/ 87 h 800"/>
                <a:gd name="T32" fmla="*/ 220 w 668"/>
                <a:gd name="T33" fmla="*/ 112 h 800"/>
                <a:gd name="T34" fmla="*/ 119 w 668"/>
                <a:gd name="T35" fmla="*/ 194 h 800"/>
                <a:gd name="T36" fmla="*/ 88 w 668"/>
                <a:gd name="T37" fmla="*/ 474 h 800"/>
                <a:gd name="T38" fmla="*/ 95 w 668"/>
                <a:gd name="T39" fmla="*/ 487 h 800"/>
                <a:gd name="T40" fmla="*/ 266 w 668"/>
                <a:gd name="T41" fmla="*/ 622 h 800"/>
                <a:gd name="T42" fmla="*/ 280 w 668"/>
                <a:gd name="T43" fmla="*/ 633 h 800"/>
                <a:gd name="T44" fmla="*/ 333 w 668"/>
                <a:gd name="T45" fmla="*/ 731 h 800"/>
                <a:gd name="T46" fmla="*/ 377 w 668"/>
                <a:gd name="T47" fmla="*/ 637 h 800"/>
                <a:gd name="T48" fmla="*/ 392 w 668"/>
                <a:gd name="T49" fmla="*/ 625 h 800"/>
                <a:gd name="T50" fmla="*/ 450 w 668"/>
                <a:gd name="T51" fmla="*/ 606 h 800"/>
                <a:gd name="T52" fmla="*/ 559 w 668"/>
                <a:gd name="T53" fmla="*/ 514 h 800"/>
                <a:gd name="T54" fmla="*/ 582 w 668"/>
                <a:gd name="T55" fmla="*/ 244 h 800"/>
                <a:gd name="T56" fmla="*/ 582 w 668"/>
                <a:gd name="T57" fmla="*/ 244 h 800"/>
                <a:gd name="T58" fmla="*/ 334 w 668"/>
                <a:gd name="T59" fmla="*/ 87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68" h="800">
                  <a:moveTo>
                    <a:pt x="335" y="800"/>
                  </a:moveTo>
                  <a:cubicBezTo>
                    <a:pt x="327" y="800"/>
                    <a:pt x="320" y="796"/>
                    <a:pt x="316" y="789"/>
                  </a:cubicBezTo>
                  <a:cubicBezTo>
                    <a:pt x="246" y="662"/>
                    <a:pt x="246" y="662"/>
                    <a:pt x="246" y="662"/>
                  </a:cubicBezTo>
                  <a:cubicBezTo>
                    <a:pt x="165" y="638"/>
                    <a:pt x="97" y="582"/>
                    <a:pt x="57" y="508"/>
                  </a:cubicBezTo>
                  <a:cubicBezTo>
                    <a:pt x="54" y="502"/>
                    <a:pt x="52" y="497"/>
                    <a:pt x="49" y="492"/>
                  </a:cubicBezTo>
                  <a:cubicBezTo>
                    <a:pt x="0" y="385"/>
                    <a:pt x="13" y="261"/>
                    <a:pt x="84" y="168"/>
                  </a:cubicBezTo>
                  <a:cubicBezTo>
                    <a:pt x="115" y="127"/>
                    <a:pt x="155" y="95"/>
                    <a:pt x="202" y="73"/>
                  </a:cubicBezTo>
                  <a:cubicBezTo>
                    <a:pt x="360" y="0"/>
                    <a:pt x="548" y="69"/>
                    <a:pt x="621" y="226"/>
                  </a:cubicBezTo>
                  <a:cubicBezTo>
                    <a:pt x="621" y="226"/>
                    <a:pt x="621" y="226"/>
                    <a:pt x="621" y="226"/>
                  </a:cubicBezTo>
                  <a:cubicBezTo>
                    <a:pt x="668" y="327"/>
                    <a:pt x="658" y="447"/>
                    <a:pt x="594" y="538"/>
                  </a:cubicBezTo>
                  <a:cubicBezTo>
                    <a:pt x="563" y="584"/>
                    <a:pt x="519" y="621"/>
                    <a:pt x="468" y="645"/>
                  </a:cubicBezTo>
                  <a:cubicBezTo>
                    <a:pt x="450" y="653"/>
                    <a:pt x="431" y="660"/>
                    <a:pt x="412" y="665"/>
                  </a:cubicBezTo>
                  <a:cubicBezTo>
                    <a:pt x="355" y="787"/>
                    <a:pt x="355" y="787"/>
                    <a:pt x="355" y="787"/>
                  </a:cubicBezTo>
                  <a:cubicBezTo>
                    <a:pt x="351" y="795"/>
                    <a:pt x="344" y="800"/>
                    <a:pt x="336" y="800"/>
                  </a:cubicBezTo>
                  <a:cubicBezTo>
                    <a:pt x="335" y="800"/>
                    <a:pt x="335" y="800"/>
                    <a:pt x="335" y="800"/>
                  </a:cubicBezTo>
                  <a:close/>
                  <a:moveTo>
                    <a:pt x="334" y="87"/>
                  </a:moveTo>
                  <a:cubicBezTo>
                    <a:pt x="296" y="87"/>
                    <a:pt x="257" y="95"/>
                    <a:pt x="220" y="112"/>
                  </a:cubicBezTo>
                  <a:cubicBezTo>
                    <a:pt x="180" y="131"/>
                    <a:pt x="145" y="159"/>
                    <a:pt x="119" y="194"/>
                  </a:cubicBezTo>
                  <a:cubicBezTo>
                    <a:pt x="57" y="275"/>
                    <a:pt x="45" y="382"/>
                    <a:pt x="88" y="474"/>
                  </a:cubicBezTo>
                  <a:cubicBezTo>
                    <a:pt x="90" y="478"/>
                    <a:pt x="92" y="483"/>
                    <a:pt x="95" y="487"/>
                  </a:cubicBezTo>
                  <a:cubicBezTo>
                    <a:pt x="130" y="554"/>
                    <a:pt x="193" y="603"/>
                    <a:pt x="266" y="622"/>
                  </a:cubicBezTo>
                  <a:cubicBezTo>
                    <a:pt x="272" y="624"/>
                    <a:pt x="277" y="628"/>
                    <a:pt x="280" y="633"/>
                  </a:cubicBezTo>
                  <a:cubicBezTo>
                    <a:pt x="333" y="731"/>
                    <a:pt x="333" y="731"/>
                    <a:pt x="333" y="731"/>
                  </a:cubicBezTo>
                  <a:cubicBezTo>
                    <a:pt x="377" y="637"/>
                    <a:pt x="377" y="637"/>
                    <a:pt x="377" y="637"/>
                  </a:cubicBezTo>
                  <a:cubicBezTo>
                    <a:pt x="380" y="631"/>
                    <a:pt x="386" y="626"/>
                    <a:pt x="392" y="625"/>
                  </a:cubicBezTo>
                  <a:cubicBezTo>
                    <a:pt x="413" y="621"/>
                    <a:pt x="432" y="614"/>
                    <a:pt x="450" y="606"/>
                  </a:cubicBezTo>
                  <a:cubicBezTo>
                    <a:pt x="494" y="585"/>
                    <a:pt x="532" y="554"/>
                    <a:pt x="559" y="514"/>
                  </a:cubicBezTo>
                  <a:cubicBezTo>
                    <a:pt x="613" y="435"/>
                    <a:pt x="622" y="331"/>
                    <a:pt x="582" y="244"/>
                  </a:cubicBezTo>
                  <a:cubicBezTo>
                    <a:pt x="582" y="244"/>
                    <a:pt x="582" y="244"/>
                    <a:pt x="582" y="244"/>
                  </a:cubicBezTo>
                  <a:cubicBezTo>
                    <a:pt x="536" y="145"/>
                    <a:pt x="437" y="87"/>
                    <a:pt x="334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-354013" y="2181225"/>
              <a:ext cx="280988" cy="187325"/>
            </a:xfrm>
            <a:custGeom>
              <a:avLst/>
              <a:gdLst>
                <a:gd name="T0" fmla="*/ 140 w 263"/>
                <a:gd name="T1" fmla="*/ 177 h 177"/>
                <a:gd name="T2" fmla="*/ 130 w 263"/>
                <a:gd name="T3" fmla="*/ 177 h 177"/>
                <a:gd name="T4" fmla="*/ 2 w 263"/>
                <a:gd name="T5" fmla="*/ 115 h 177"/>
                <a:gd name="T6" fmla="*/ 3 w 263"/>
                <a:gd name="T7" fmla="*/ 21 h 177"/>
                <a:gd name="T8" fmla="*/ 25 w 263"/>
                <a:gd name="T9" fmla="*/ 0 h 177"/>
                <a:gd name="T10" fmla="*/ 46 w 263"/>
                <a:gd name="T11" fmla="*/ 21 h 177"/>
                <a:gd name="T12" fmla="*/ 45 w 263"/>
                <a:gd name="T13" fmla="*/ 113 h 177"/>
                <a:gd name="T14" fmla="*/ 131 w 263"/>
                <a:gd name="T15" fmla="*/ 134 h 177"/>
                <a:gd name="T16" fmla="*/ 218 w 263"/>
                <a:gd name="T17" fmla="*/ 119 h 177"/>
                <a:gd name="T18" fmla="*/ 220 w 263"/>
                <a:gd name="T19" fmla="*/ 27 h 177"/>
                <a:gd name="T20" fmla="*/ 242 w 263"/>
                <a:gd name="T21" fmla="*/ 6 h 177"/>
                <a:gd name="T22" fmla="*/ 263 w 263"/>
                <a:gd name="T23" fmla="*/ 28 h 177"/>
                <a:gd name="T24" fmla="*/ 261 w 263"/>
                <a:gd name="T25" fmla="*/ 122 h 177"/>
                <a:gd name="T26" fmla="*/ 214 w 263"/>
                <a:gd name="T27" fmla="*/ 168 h 177"/>
                <a:gd name="T28" fmla="*/ 140 w 263"/>
                <a:gd name="T29" fmla="*/ 177 h 177"/>
                <a:gd name="T30" fmla="*/ 45 w 263"/>
                <a:gd name="T31" fmla="*/ 116 h 177"/>
                <a:gd name="T32" fmla="*/ 45 w 263"/>
                <a:gd name="T33" fmla="*/ 116 h 177"/>
                <a:gd name="T34" fmla="*/ 45 w 263"/>
                <a:gd name="T35" fmla="*/ 116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3" h="177">
                  <a:moveTo>
                    <a:pt x="140" y="177"/>
                  </a:moveTo>
                  <a:cubicBezTo>
                    <a:pt x="137" y="177"/>
                    <a:pt x="133" y="177"/>
                    <a:pt x="130" y="177"/>
                  </a:cubicBezTo>
                  <a:cubicBezTo>
                    <a:pt x="65" y="175"/>
                    <a:pt x="0" y="155"/>
                    <a:pt x="2" y="115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9"/>
                    <a:pt x="14" y="0"/>
                    <a:pt x="25" y="0"/>
                  </a:cubicBezTo>
                  <a:cubicBezTo>
                    <a:pt x="37" y="0"/>
                    <a:pt x="47" y="10"/>
                    <a:pt x="46" y="21"/>
                  </a:cubicBezTo>
                  <a:cubicBezTo>
                    <a:pt x="45" y="113"/>
                    <a:pt x="45" y="113"/>
                    <a:pt x="45" y="113"/>
                  </a:cubicBezTo>
                  <a:cubicBezTo>
                    <a:pt x="51" y="120"/>
                    <a:pt x="82" y="133"/>
                    <a:pt x="131" y="134"/>
                  </a:cubicBezTo>
                  <a:cubicBezTo>
                    <a:pt x="180" y="136"/>
                    <a:pt x="211" y="125"/>
                    <a:pt x="218" y="119"/>
                  </a:cubicBezTo>
                  <a:cubicBezTo>
                    <a:pt x="220" y="27"/>
                    <a:pt x="220" y="27"/>
                    <a:pt x="220" y="27"/>
                  </a:cubicBezTo>
                  <a:cubicBezTo>
                    <a:pt x="220" y="15"/>
                    <a:pt x="231" y="5"/>
                    <a:pt x="242" y="6"/>
                  </a:cubicBezTo>
                  <a:cubicBezTo>
                    <a:pt x="254" y="6"/>
                    <a:pt x="263" y="16"/>
                    <a:pt x="263" y="28"/>
                  </a:cubicBezTo>
                  <a:cubicBezTo>
                    <a:pt x="261" y="122"/>
                    <a:pt x="261" y="122"/>
                    <a:pt x="261" y="122"/>
                  </a:cubicBezTo>
                  <a:cubicBezTo>
                    <a:pt x="261" y="136"/>
                    <a:pt x="252" y="156"/>
                    <a:pt x="214" y="168"/>
                  </a:cubicBezTo>
                  <a:cubicBezTo>
                    <a:pt x="193" y="174"/>
                    <a:pt x="167" y="177"/>
                    <a:pt x="140" y="177"/>
                  </a:cubicBezTo>
                  <a:close/>
                  <a:moveTo>
                    <a:pt x="45" y="116"/>
                  </a:moveTo>
                  <a:cubicBezTo>
                    <a:pt x="45" y="116"/>
                    <a:pt x="45" y="116"/>
                    <a:pt x="45" y="116"/>
                  </a:cubicBezTo>
                  <a:cubicBezTo>
                    <a:pt x="45" y="116"/>
                    <a:pt x="45" y="116"/>
                    <a:pt x="45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auto">
            <a:xfrm>
              <a:off x="-420688" y="2066925"/>
              <a:ext cx="419100" cy="209550"/>
            </a:xfrm>
            <a:custGeom>
              <a:avLst/>
              <a:gdLst>
                <a:gd name="T0" fmla="*/ 195 w 394"/>
                <a:gd name="T1" fmla="*/ 197 h 197"/>
                <a:gd name="T2" fmla="*/ 186 w 394"/>
                <a:gd name="T3" fmla="*/ 195 h 197"/>
                <a:gd name="T4" fmla="*/ 13 w 394"/>
                <a:gd name="T5" fmla="*/ 117 h 197"/>
                <a:gd name="T6" fmla="*/ 0 w 394"/>
                <a:gd name="T7" fmla="*/ 97 h 197"/>
                <a:gd name="T8" fmla="*/ 14 w 394"/>
                <a:gd name="T9" fmla="*/ 77 h 197"/>
                <a:gd name="T10" fmla="*/ 191 w 394"/>
                <a:gd name="T11" fmla="*/ 2 h 197"/>
                <a:gd name="T12" fmla="*/ 209 w 394"/>
                <a:gd name="T13" fmla="*/ 3 h 197"/>
                <a:gd name="T14" fmla="*/ 382 w 394"/>
                <a:gd name="T15" fmla="*/ 88 h 197"/>
                <a:gd name="T16" fmla="*/ 394 w 394"/>
                <a:gd name="T17" fmla="*/ 108 h 197"/>
                <a:gd name="T18" fmla="*/ 380 w 394"/>
                <a:gd name="T19" fmla="*/ 128 h 197"/>
                <a:gd name="T20" fmla="*/ 203 w 394"/>
                <a:gd name="T21" fmla="*/ 195 h 197"/>
                <a:gd name="T22" fmla="*/ 195 w 394"/>
                <a:gd name="T23" fmla="*/ 197 h 197"/>
                <a:gd name="T24" fmla="*/ 76 w 394"/>
                <a:gd name="T25" fmla="*/ 98 h 197"/>
                <a:gd name="T26" fmla="*/ 196 w 394"/>
                <a:gd name="T27" fmla="*/ 152 h 197"/>
                <a:gd name="T28" fmla="*/ 318 w 394"/>
                <a:gd name="T29" fmla="*/ 105 h 197"/>
                <a:gd name="T30" fmla="*/ 199 w 394"/>
                <a:gd name="T31" fmla="*/ 46 h 197"/>
                <a:gd name="T32" fmla="*/ 76 w 394"/>
                <a:gd name="T33" fmla="*/ 9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197">
                  <a:moveTo>
                    <a:pt x="195" y="197"/>
                  </a:moveTo>
                  <a:cubicBezTo>
                    <a:pt x="192" y="197"/>
                    <a:pt x="189" y="196"/>
                    <a:pt x="186" y="195"/>
                  </a:cubicBezTo>
                  <a:cubicBezTo>
                    <a:pt x="13" y="117"/>
                    <a:pt x="13" y="117"/>
                    <a:pt x="13" y="117"/>
                  </a:cubicBezTo>
                  <a:cubicBezTo>
                    <a:pt x="5" y="113"/>
                    <a:pt x="0" y="105"/>
                    <a:pt x="0" y="97"/>
                  </a:cubicBezTo>
                  <a:cubicBezTo>
                    <a:pt x="1" y="88"/>
                    <a:pt x="6" y="80"/>
                    <a:pt x="14" y="77"/>
                  </a:cubicBezTo>
                  <a:cubicBezTo>
                    <a:pt x="191" y="2"/>
                    <a:pt x="191" y="2"/>
                    <a:pt x="191" y="2"/>
                  </a:cubicBezTo>
                  <a:cubicBezTo>
                    <a:pt x="197" y="0"/>
                    <a:pt x="203" y="0"/>
                    <a:pt x="209" y="3"/>
                  </a:cubicBezTo>
                  <a:cubicBezTo>
                    <a:pt x="382" y="88"/>
                    <a:pt x="382" y="88"/>
                    <a:pt x="382" y="88"/>
                  </a:cubicBezTo>
                  <a:cubicBezTo>
                    <a:pt x="389" y="92"/>
                    <a:pt x="394" y="100"/>
                    <a:pt x="394" y="108"/>
                  </a:cubicBezTo>
                  <a:cubicBezTo>
                    <a:pt x="393" y="117"/>
                    <a:pt x="388" y="124"/>
                    <a:pt x="380" y="128"/>
                  </a:cubicBezTo>
                  <a:cubicBezTo>
                    <a:pt x="203" y="195"/>
                    <a:pt x="203" y="195"/>
                    <a:pt x="203" y="195"/>
                  </a:cubicBezTo>
                  <a:cubicBezTo>
                    <a:pt x="200" y="196"/>
                    <a:pt x="197" y="197"/>
                    <a:pt x="195" y="197"/>
                  </a:cubicBezTo>
                  <a:close/>
                  <a:moveTo>
                    <a:pt x="76" y="98"/>
                  </a:moveTo>
                  <a:cubicBezTo>
                    <a:pt x="196" y="152"/>
                    <a:pt x="196" y="152"/>
                    <a:pt x="196" y="152"/>
                  </a:cubicBezTo>
                  <a:cubicBezTo>
                    <a:pt x="318" y="105"/>
                    <a:pt x="318" y="105"/>
                    <a:pt x="318" y="105"/>
                  </a:cubicBezTo>
                  <a:cubicBezTo>
                    <a:pt x="199" y="46"/>
                    <a:pt x="199" y="46"/>
                    <a:pt x="199" y="46"/>
                  </a:cubicBezTo>
                  <a:lnTo>
                    <a:pt x="76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#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201207257配图\培训\shutterstock_242224906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896" b="10658"/>
          <a:stretch/>
        </p:blipFill>
        <p:spPr bwMode="auto">
          <a:xfrm>
            <a:off x="0" y="0"/>
            <a:ext cx="121936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 userDrawn="1"/>
        </p:nvSpPr>
        <p:spPr bwMode="auto">
          <a:xfrm>
            <a:off x="1664" y="0"/>
            <a:ext cx="12192000" cy="6858000"/>
          </a:xfrm>
          <a:prstGeom prst="rect">
            <a:avLst/>
          </a:prstGeom>
          <a:solidFill>
            <a:srgbClr val="003C78">
              <a:alpha val="4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234241" y="2642208"/>
            <a:ext cx="3971726" cy="1573584"/>
            <a:chOff x="4826327" y="2503488"/>
            <a:chExt cx="3971726" cy="1573584"/>
          </a:xfrm>
        </p:grpSpPr>
        <p:sp>
          <p:nvSpPr>
            <p:cNvPr id="5" name="Text Box 9">
              <a:extLst>
                <a:ext uri="{FF2B5EF4-FFF2-40B4-BE49-F238E27FC236}">
                  <a16:creationId xmlns:a16="http://schemas.microsoft.com/office/drawing/2014/main" xmlns="" id="{9D36E720-0E25-41AB-8346-B547D8B86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6327" y="3443951"/>
              <a:ext cx="3971726" cy="633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78358" tIns="39179" rIns="78358" bIns="39179">
              <a:spAutoFit/>
            </a:bodyPr>
            <a:lstStyle/>
            <a:p>
              <a:pPr defTabSz="784225" eaLnBrk="0" hangingPunct="0">
                <a:buSzPct val="100000"/>
                <a:defRPr/>
              </a:pPr>
              <a:r>
                <a:rPr lang="zh-CN" altLang="zh-CN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FrutigerNext LT Regular" pitchFamily="34" charset="0"/>
                </a:rPr>
                <a:t>www.huawei.com</a:t>
              </a:r>
            </a:p>
          </p:txBody>
        </p:sp>
        <p:sp>
          <p:nvSpPr>
            <p:cNvPr id="6" name="Text Box 8">
              <a:extLst>
                <a:ext uri="{FF2B5EF4-FFF2-40B4-BE49-F238E27FC236}">
                  <a16:creationId xmlns:a16="http://schemas.microsoft.com/office/drawing/2014/main" xmlns="" id="{11ED55EC-FD16-4B98-B04D-4605D3C0D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0680" y="2503488"/>
              <a:ext cx="3593610" cy="910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78358" tIns="39179" rIns="78358" bIns="39179">
              <a:spAutoFit/>
            </a:bodyPr>
            <a:lstStyle/>
            <a:p>
              <a:pPr defTabSz="784225" eaLnBrk="0" fontAlgn="base" hangingPunct="0">
                <a:buSzPct val="100000"/>
                <a:defRPr/>
              </a:pPr>
              <a:r>
                <a:rPr lang="en-US" altLang="zh-CN" sz="54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+mn-ea"/>
                  <a:sym typeface="FrutigerNext LT Regular" pitchFamily="34" charset="0"/>
                </a:rPr>
                <a:t>Thank</a:t>
              </a:r>
              <a:r>
                <a:rPr lang="en-US" altLang="zh-CN" sz="5400" baseline="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+mn-ea"/>
                  <a:sym typeface="FrutigerNext LT Regular" pitchFamily="34" charset="0"/>
                </a:rPr>
                <a:t> You</a:t>
              </a:r>
              <a:endParaRPr lang="zh-CN" altLang="zh-CN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sym typeface="FrutigerNext LT Regular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1019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"/>
          <p:cNvSpPr>
            <a:spLocks noChangeArrowheads="1"/>
          </p:cNvSpPr>
          <p:nvPr userDrawn="1"/>
        </p:nvSpPr>
        <p:spPr bwMode="auto">
          <a:xfrm>
            <a:off x="952501" y="368660"/>
            <a:ext cx="420739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58" tIns="39127" rIns="78258" bIns="39127" anchor="ctr"/>
          <a:lstStyle/>
          <a:p>
            <a:pPr marL="0" marR="0" lvl="0" indent="0" algn="l" defTabSz="1001624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</a:rPr>
              <a:t>Revision Record</a:t>
            </a:r>
            <a:endParaRPr lang="zh-CN" altLang="en-US" sz="3500" b="1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31" name="Text Box 58"/>
          <p:cNvSpPr txBox="1">
            <a:spLocks noChangeArrowheads="1"/>
          </p:cNvSpPr>
          <p:nvPr userDrawn="1"/>
        </p:nvSpPr>
        <p:spPr bwMode="auto">
          <a:xfrm>
            <a:off x="7487791" y="368660"/>
            <a:ext cx="399644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kern="1200" dirty="0" smtClean="0">
                <a:solidFill>
                  <a:srgbClr val="4D4D4D"/>
                </a:solidFill>
                <a:latin typeface="Arial" panose="020B0604020202020204" pitchFamily="34" charset="0"/>
                <a:ea typeface="+mn-ea"/>
                <a:cs typeface="+mn-cs"/>
              </a:rPr>
              <a:t>Do Not Print this Page</a:t>
            </a:r>
            <a:endParaRPr lang="zh-CN" altLang="en-US" sz="2800" kern="1200" dirty="0">
              <a:solidFill>
                <a:srgbClr val="4D4D4D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32" name="Group 3"/>
          <p:cNvGraphicFramePr>
            <a:graphicFrameLocks noGrp="1"/>
          </p:cNvGraphicFramePr>
          <p:nvPr userDrawn="1">
            <p:extLst/>
          </p:nvPr>
        </p:nvGraphicFramePr>
        <p:xfrm>
          <a:off x="1007534" y="1232756"/>
          <a:ext cx="10464802" cy="1082675"/>
        </p:xfrm>
        <a:graphic>
          <a:graphicData uri="http://schemas.openxmlformats.org/drawingml/2006/table">
            <a:tbl>
              <a:tblPr/>
              <a:tblGrid>
                <a:gridCol w="30590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554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7392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7642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Course Code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Product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Product Version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Course Version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Group 21"/>
          <p:cNvGraphicFramePr>
            <a:graphicFrameLocks noGrp="1"/>
          </p:cNvGraphicFramePr>
          <p:nvPr userDrawn="1">
            <p:extLst/>
          </p:nvPr>
        </p:nvGraphicFramePr>
        <p:xfrm>
          <a:off x="1007533" y="2529867"/>
          <a:ext cx="10464800" cy="3527425"/>
        </p:xfrm>
        <a:graphic>
          <a:graphicData uri="http://schemas.openxmlformats.org/drawingml/2006/table">
            <a:tbl>
              <a:tblPr/>
              <a:tblGrid>
                <a:gridCol w="30858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559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1212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109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Author/ID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Date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Reviewer/ID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New</a:t>
                      </a:r>
                      <a:r>
                        <a:rPr kumimoji="1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/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 Update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70491851"/>
                  </a:ext>
                </a:extLst>
              </a:tr>
            </a:tbl>
          </a:graphicData>
        </a:graphic>
      </p:graphicFrame>
      <p:sp>
        <p:nvSpPr>
          <p:cNvPr id="34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535" y="1803960"/>
            <a:ext cx="3024237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Course Code</a:t>
            </a:r>
          </a:p>
        </p:txBody>
      </p:sp>
      <p:sp>
        <p:nvSpPr>
          <p:cNvPr id="47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079776" y="1803960"/>
            <a:ext cx="2110008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Product</a:t>
            </a:r>
          </a:p>
        </p:txBody>
      </p:sp>
      <p:sp>
        <p:nvSpPr>
          <p:cNvPr id="48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239934" y="1803960"/>
            <a:ext cx="2844398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 smtClean="0"/>
              <a:t>V5R2</a:t>
            </a:r>
            <a:endParaRPr lang="en-US" altLang="zh-CN" dirty="0"/>
          </a:p>
        </p:txBody>
      </p:sp>
      <p:sp>
        <p:nvSpPr>
          <p:cNvPr id="49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084332" y="1803960"/>
            <a:ext cx="2388001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 smtClean="0"/>
              <a:t>V1R1</a:t>
            </a:r>
            <a:endParaRPr lang="en-US" altLang="zh-CN" dirty="0"/>
          </a:p>
        </p:txBody>
      </p:sp>
      <p:sp>
        <p:nvSpPr>
          <p:cNvPr id="50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533" y="3089025"/>
            <a:ext cx="3071784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Author/ID</a:t>
            </a:r>
          </a:p>
        </p:txBody>
      </p:sp>
      <p:sp>
        <p:nvSpPr>
          <p:cNvPr id="51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079776" y="3089025"/>
            <a:ext cx="2160157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52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239933" y="3089025"/>
            <a:ext cx="2928408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Reviewer/ID</a:t>
            </a:r>
          </a:p>
        </p:txBody>
      </p:sp>
      <p:sp>
        <p:nvSpPr>
          <p:cNvPr id="53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68341" y="3089025"/>
            <a:ext cx="2303992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Type</a:t>
            </a:r>
            <a:endParaRPr lang="zh-CN" altLang="en-US" dirty="0"/>
          </a:p>
        </p:txBody>
      </p:sp>
      <p:sp>
        <p:nvSpPr>
          <p:cNvPr id="54" name="文本占位符 7">
            <a:extLst>
              <a:ext uri="{FF2B5EF4-FFF2-40B4-BE49-F238E27FC236}">
                <a16:creationId xmlns="" xmlns:a16="http://schemas.microsoft.com/office/drawing/2014/main" id="{44F86C3E-C49E-485B-8EB0-960F412822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9436" y="3608189"/>
            <a:ext cx="3071784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Author/ID</a:t>
            </a:r>
          </a:p>
        </p:txBody>
      </p:sp>
      <p:sp>
        <p:nvSpPr>
          <p:cNvPr id="55" name="文本占位符 7">
            <a:extLst>
              <a:ext uri="{FF2B5EF4-FFF2-40B4-BE49-F238E27FC236}">
                <a16:creationId xmlns="" xmlns:a16="http://schemas.microsoft.com/office/drawing/2014/main" id="{DB3D228B-4BFD-4782-B68D-12F66EA8C5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91679" y="3608189"/>
            <a:ext cx="2160157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56" name="文本占位符 7">
            <a:extLst>
              <a:ext uri="{FF2B5EF4-FFF2-40B4-BE49-F238E27FC236}">
                <a16:creationId xmlns="" xmlns:a16="http://schemas.microsoft.com/office/drawing/2014/main" id="{FECCD724-6B1F-4104-8A9B-6B6764A3F8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1836" y="3608189"/>
            <a:ext cx="2928408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Reviewer/ID</a:t>
            </a:r>
          </a:p>
        </p:txBody>
      </p:sp>
      <p:sp>
        <p:nvSpPr>
          <p:cNvPr id="57" name="文本占位符 7">
            <a:extLst>
              <a:ext uri="{FF2B5EF4-FFF2-40B4-BE49-F238E27FC236}">
                <a16:creationId xmlns="" xmlns:a16="http://schemas.microsoft.com/office/drawing/2014/main" id="{57E1C633-41F6-4A25-9DB3-D6799CE610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0244" y="3608189"/>
            <a:ext cx="2303992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Type</a:t>
            </a:r>
            <a:endParaRPr lang="zh-CN" altLang="en-US" dirty="0"/>
          </a:p>
        </p:txBody>
      </p:sp>
      <p:sp>
        <p:nvSpPr>
          <p:cNvPr id="58" name="文本占位符 7">
            <a:extLst>
              <a:ext uri="{FF2B5EF4-FFF2-40B4-BE49-F238E27FC236}">
                <a16:creationId xmlns="" xmlns:a16="http://schemas.microsoft.com/office/drawing/2014/main" id="{C68CBD59-B896-4217-9781-389A1B11CE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796" y="4077072"/>
            <a:ext cx="3071784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Author/ID</a:t>
            </a:r>
          </a:p>
        </p:txBody>
      </p:sp>
      <p:sp>
        <p:nvSpPr>
          <p:cNvPr id="59" name="文本占位符 7">
            <a:extLst>
              <a:ext uri="{FF2B5EF4-FFF2-40B4-BE49-F238E27FC236}">
                <a16:creationId xmlns="" xmlns:a16="http://schemas.microsoft.com/office/drawing/2014/main" id="{791E82EE-AF55-486C-953D-3BD5CEE81C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68039" y="4077072"/>
            <a:ext cx="2160157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60" name="文本占位符 7">
            <a:extLst>
              <a:ext uri="{FF2B5EF4-FFF2-40B4-BE49-F238E27FC236}">
                <a16:creationId xmlns="" xmlns:a16="http://schemas.microsoft.com/office/drawing/2014/main" id="{0F4FBCD0-2E04-4942-AFAF-B2774F425F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28196" y="4077072"/>
            <a:ext cx="2928408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Reviewer/ID</a:t>
            </a:r>
          </a:p>
        </p:txBody>
      </p:sp>
      <p:sp>
        <p:nvSpPr>
          <p:cNvPr id="61" name="文本占位符 7">
            <a:extLst>
              <a:ext uri="{FF2B5EF4-FFF2-40B4-BE49-F238E27FC236}">
                <a16:creationId xmlns="" xmlns:a16="http://schemas.microsoft.com/office/drawing/2014/main" id="{701F8BDF-8D3E-4528-8B32-92CDA38CF2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56604" y="4077072"/>
            <a:ext cx="2303992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Type</a:t>
            </a:r>
            <a:endParaRPr lang="zh-CN" altLang="en-US" dirty="0"/>
          </a:p>
        </p:txBody>
      </p:sp>
      <p:sp>
        <p:nvSpPr>
          <p:cNvPr id="62" name="文本占位符 7">
            <a:extLst>
              <a:ext uri="{FF2B5EF4-FFF2-40B4-BE49-F238E27FC236}">
                <a16:creationId xmlns="" xmlns:a16="http://schemas.microsoft.com/office/drawing/2014/main" id="{2DAE044E-F1B2-424B-BDD0-3E92A10C46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9436" y="4581128"/>
            <a:ext cx="3071784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Author/ID</a:t>
            </a:r>
          </a:p>
        </p:txBody>
      </p:sp>
      <p:sp>
        <p:nvSpPr>
          <p:cNvPr id="77" name="文本占位符 7">
            <a:extLst>
              <a:ext uri="{FF2B5EF4-FFF2-40B4-BE49-F238E27FC236}">
                <a16:creationId xmlns="" xmlns:a16="http://schemas.microsoft.com/office/drawing/2014/main" id="{19929436-360F-44DC-A864-1DA42B5919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91679" y="4581128"/>
            <a:ext cx="2160157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78" name="文本占位符 7">
            <a:extLst>
              <a:ext uri="{FF2B5EF4-FFF2-40B4-BE49-F238E27FC236}">
                <a16:creationId xmlns="" xmlns:a16="http://schemas.microsoft.com/office/drawing/2014/main" id="{E3F04EDE-0D87-45F2-9033-289878AAF2F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51836" y="4581128"/>
            <a:ext cx="2928408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Reviewer/ID</a:t>
            </a:r>
          </a:p>
        </p:txBody>
      </p:sp>
      <p:sp>
        <p:nvSpPr>
          <p:cNvPr id="79" name="文本占位符 7">
            <a:extLst>
              <a:ext uri="{FF2B5EF4-FFF2-40B4-BE49-F238E27FC236}">
                <a16:creationId xmlns="" xmlns:a16="http://schemas.microsoft.com/office/drawing/2014/main" id="{3F9FD2BB-87FB-42F0-8418-F87E96763F6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80244" y="4581128"/>
            <a:ext cx="2303992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Type</a:t>
            </a:r>
            <a:endParaRPr lang="zh-CN" altLang="en-US" dirty="0"/>
          </a:p>
        </p:txBody>
      </p:sp>
      <p:sp>
        <p:nvSpPr>
          <p:cNvPr id="80" name="文本占位符 7">
            <a:extLst>
              <a:ext uri="{FF2B5EF4-FFF2-40B4-BE49-F238E27FC236}">
                <a16:creationId xmlns="" xmlns:a16="http://schemas.microsoft.com/office/drawing/2014/main" id="{450C36C1-EC46-4EAC-8A54-EFB2EF58F7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5796" y="5049180"/>
            <a:ext cx="3071784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Author/ID</a:t>
            </a:r>
          </a:p>
        </p:txBody>
      </p:sp>
      <p:sp>
        <p:nvSpPr>
          <p:cNvPr id="81" name="文本占位符 7">
            <a:extLst>
              <a:ext uri="{FF2B5EF4-FFF2-40B4-BE49-F238E27FC236}">
                <a16:creationId xmlns="" xmlns:a16="http://schemas.microsoft.com/office/drawing/2014/main" id="{06E305FB-6351-4BDD-B27A-CA91C0B554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68039" y="5049180"/>
            <a:ext cx="2160157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82" name="文本占位符 7">
            <a:extLst>
              <a:ext uri="{FF2B5EF4-FFF2-40B4-BE49-F238E27FC236}">
                <a16:creationId xmlns="" xmlns:a16="http://schemas.microsoft.com/office/drawing/2014/main" id="{986CE630-9BBE-44AB-B3AC-29A48255E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28196" y="5049180"/>
            <a:ext cx="2928408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Reviewer/ID</a:t>
            </a:r>
          </a:p>
        </p:txBody>
      </p:sp>
      <p:sp>
        <p:nvSpPr>
          <p:cNvPr id="83" name="文本占位符 7">
            <a:extLst>
              <a:ext uri="{FF2B5EF4-FFF2-40B4-BE49-F238E27FC236}">
                <a16:creationId xmlns="" xmlns:a16="http://schemas.microsoft.com/office/drawing/2014/main" id="{4DDD786F-E21B-4BBC-A377-D2EC3EE506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56604" y="5049180"/>
            <a:ext cx="2303992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Type</a:t>
            </a:r>
            <a:endParaRPr lang="zh-CN" altLang="en-US" dirty="0"/>
          </a:p>
        </p:txBody>
      </p:sp>
      <p:sp>
        <p:nvSpPr>
          <p:cNvPr id="84" name="文本占位符 7">
            <a:extLst>
              <a:ext uri="{FF2B5EF4-FFF2-40B4-BE49-F238E27FC236}">
                <a16:creationId xmlns="" xmlns:a16="http://schemas.microsoft.com/office/drawing/2014/main" id="{EE728293-3BC5-4224-A4F0-27996EC76EA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9436" y="5553236"/>
            <a:ext cx="3071784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Author/ID</a:t>
            </a:r>
          </a:p>
        </p:txBody>
      </p:sp>
      <p:sp>
        <p:nvSpPr>
          <p:cNvPr id="85" name="文本占位符 7">
            <a:extLst>
              <a:ext uri="{FF2B5EF4-FFF2-40B4-BE49-F238E27FC236}">
                <a16:creationId xmlns="" xmlns:a16="http://schemas.microsoft.com/office/drawing/2014/main" id="{84C5C924-BCE5-46C8-9041-30EDC3D85E5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91679" y="5553236"/>
            <a:ext cx="2160157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86" name="文本占位符 7">
            <a:extLst>
              <a:ext uri="{FF2B5EF4-FFF2-40B4-BE49-F238E27FC236}">
                <a16:creationId xmlns="" xmlns:a16="http://schemas.microsoft.com/office/drawing/2014/main" id="{1DBD4C29-C885-4339-873D-B55FBD81DD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51836" y="5553236"/>
            <a:ext cx="2928408" cy="504887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None/>
              <a:tabLst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Reviewer/ID</a:t>
            </a:r>
          </a:p>
        </p:txBody>
      </p:sp>
      <p:sp>
        <p:nvSpPr>
          <p:cNvPr id="87" name="文本占位符 7">
            <a:extLst>
              <a:ext uri="{FF2B5EF4-FFF2-40B4-BE49-F238E27FC236}">
                <a16:creationId xmlns="" xmlns:a16="http://schemas.microsoft.com/office/drawing/2014/main" id="{6D84506C-645A-472E-A06C-3A65A77443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80244" y="5553236"/>
            <a:ext cx="2303992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ea"/>
                <a:ea typeface="+mn-ea"/>
              </a:defRPr>
            </a:lvl1pPr>
          </a:lstStyle>
          <a:p>
            <a:pPr lvl="0"/>
            <a:r>
              <a:rPr lang="en-US" altLang="zh-CN" dirty="0"/>
              <a:t>Type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78174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roup 3"/>
          <p:cNvGraphicFramePr>
            <a:graphicFrameLocks noGrp="1"/>
          </p:cNvGraphicFramePr>
          <p:nvPr userDrawn="1">
            <p:extLst/>
          </p:nvPr>
        </p:nvGraphicFramePr>
        <p:xfrm>
          <a:off x="1007533" y="1254489"/>
          <a:ext cx="10464801" cy="1082675"/>
        </p:xfrm>
        <a:graphic>
          <a:graphicData uri="http://schemas.openxmlformats.org/drawingml/2006/table">
            <a:tbl>
              <a:tblPr/>
              <a:tblGrid>
                <a:gridCol w="31202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82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43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519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课程编码</a:t>
                      </a:r>
                    </a:p>
                  </a:txBody>
                  <a:tcPr marL="102699" marR="10269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适用产品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产品版本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21"/>
          <p:cNvGraphicFramePr>
            <a:graphicFrameLocks noGrp="1"/>
          </p:cNvGraphicFramePr>
          <p:nvPr userDrawn="1">
            <p:extLst/>
          </p:nvPr>
        </p:nvGraphicFramePr>
        <p:xfrm>
          <a:off x="1007533" y="2776901"/>
          <a:ext cx="10464800" cy="3038475"/>
        </p:xfrm>
        <a:graphic>
          <a:graphicData uri="http://schemas.openxmlformats.org/drawingml/2006/table">
            <a:tbl>
              <a:tblPr/>
              <a:tblGrid>
                <a:gridCol w="31202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82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43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519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工号</a:t>
                      </a:r>
                    </a:p>
                  </a:txBody>
                  <a:tcPr marL="102699" marR="10269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时间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工号</a:t>
                      </a: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utigerNext LT Regular" pitchFamily="34" charset="0"/>
                          <a:ea typeface="华文细黑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2699" marR="10269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104344" marR="104344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533" y="1825691"/>
            <a:ext cx="3120248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3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7781" y="1825691"/>
            <a:ext cx="1968219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3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1825691"/>
            <a:ext cx="3024336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3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20336" y="1825691"/>
            <a:ext cx="2351997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4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435" y="3373862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44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7781" y="3373862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45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3373862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46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20336" y="3337858"/>
            <a:ext cx="2352261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63" name="Rectangle 2"/>
          <p:cNvSpPr>
            <a:spLocks noChangeArrowheads="1"/>
          </p:cNvSpPr>
          <p:nvPr userDrawn="1"/>
        </p:nvSpPr>
        <p:spPr bwMode="auto">
          <a:xfrm>
            <a:off x="952501" y="368660"/>
            <a:ext cx="2803239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58" tIns="39127" rIns="78258" bIns="39127" anchor="ctr"/>
          <a:lstStyle/>
          <a:p>
            <a:pPr defTabSz="801688" fontAlgn="base"/>
            <a:r>
              <a:rPr lang="zh-CN" altLang="en-US" sz="3500" dirty="0">
                <a:solidFill>
                  <a:srgbClr val="990000"/>
                </a:solidFill>
                <a:latin typeface="FrutigerNext LT Medium" pitchFamily="34" charset="0"/>
                <a:ea typeface="黑体" pitchFamily="2" charset="-122"/>
              </a:rPr>
              <a:t>修订记录</a:t>
            </a:r>
          </a:p>
        </p:txBody>
      </p:sp>
      <p:sp>
        <p:nvSpPr>
          <p:cNvPr id="64" name="Text Box 58"/>
          <p:cNvSpPr txBox="1">
            <a:spLocks noChangeArrowheads="1"/>
          </p:cNvSpPr>
          <p:nvPr userDrawn="1"/>
        </p:nvSpPr>
        <p:spPr bwMode="auto">
          <a:xfrm>
            <a:off x="8904312" y="296652"/>
            <a:ext cx="2772308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CCCCCC">
                    <a:lumMod val="50000"/>
                  </a:srgbClr>
                </a:solidFill>
                <a:latin typeface="黑体"/>
                <a:ea typeface="黑体"/>
              </a:rPr>
              <a:t>本页不打印</a:t>
            </a:r>
          </a:p>
        </p:txBody>
      </p:sp>
      <p:sp>
        <p:nvSpPr>
          <p:cNvPr id="39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435" y="3877918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40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7781" y="3877918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41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3877918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42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20336" y="3841914"/>
            <a:ext cx="2352261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65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435" y="4345970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66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7781" y="4345970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67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345970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68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20336" y="4345970"/>
            <a:ext cx="2352261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69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435" y="4886030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70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7781" y="4886030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71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6000" y="4886030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72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20336" y="4886030"/>
            <a:ext cx="2352261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73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435" y="5354082"/>
            <a:ext cx="3120347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74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7781" y="5354082"/>
            <a:ext cx="1968219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75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6000" y="5354082"/>
            <a:ext cx="3024336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76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20336" y="5354082"/>
            <a:ext cx="2352261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13035777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854" y="5265204"/>
            <a:ext cx="1072800" cy="1093042"/>
          </a:xfrm>
          <a:prstGeom prst="rect">
            <a:avLst/>
          </a:prstGeom>
        </p:spPr>
      </p:pic>
      <p:sp>
        <p:nvSpPr>
          <p:cNvPr id="11" name="Rectangle 14">
            <a:extLst>
              <a:ext uri="{FF2B5EF4-FFF2-40B4-BE49-F238E27FC236}">
                <a16:creationId xmlns="" xmlns:a16="http://schemas.microsoft.com/office/drawing/2014/main" id="{7FCECA8A-EA62-43C7-BD6B-A4B3D88BC6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7428" y="6151780"/>
            <a:ext cx="2547035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101" tIns="40052" rIns="80101" bIns="40052">
            <a:spAutoFit/>
          </a:bodyPr>
          <a:lstStyle/>
          <a:p>
            <a:pPr defTabSz="801668" eaLnBrk="0" fontAlgn="base" hangingPunct="0">
              <a:defRPr/>
            </a:pPr>
            <a:r>
              <a:rPr lang="zh-CN" altLang="en-US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版权所有</a:t>
            </a:r>
            <a:r>
              <a:rPr lang="en-US" altLang="zh-CN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© 2018 </a:t>
            </a:r>
            <a:r>
              <a:rPr lang="zh-CN" altLang="en-US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华为技术有限公司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674E87BC-2FB1-46C6-94AD-3FA338657A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82638"/>
            <a:ext cx="12192000" cy="3719908"/>
          </a:xfrm>
          <a:prstGeom prst="rect">
            <a:avLst/>
          </a:prstGeom>
        </p:spPr>
      </p:pic>
      <p:sp>
        <p:nvSpPr>
          <p:cNvPr id="1414185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1007533" y="1233488"/>
            <a:ext cx="8016792" cy="2482850"/>
          </a:xfrm>
          <a:ln algn="ctr"/>
        </p:spPr>
        <p:txBody>
          <a:bodyPr lIns="87802" tIns="43901" rIns="87802" bIns="43901"/>
          <a:lstStyle>
            <a:lvl1pPr defTabSz="784225" eaLnBrk="0" hangingPunct="0">
              <a:defRPr sz="43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Text Box 48">
            <a:extLst>
              <a:ext uri="{FF2B5EF4-FFF2-40B4-BE49-F238E27FC236}">
                <a16:creationId xmlns="" xmlns:a16="http://schemas.microsoft.com/office/drawing/2014/main" id="{43616404-BDDF-47BC-8674-A34119DD1C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265828" y="4094164"/>
            <a:ext cx="1338784" cy="265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0115" tIns="40059" rIns="80115" bIns="40059">
            <a:spAutoFit/>
          </a:bodyPr>
          <a:lstStyle/>
          <a:p>
            <a:pPr defTabSz="801668" eaLnBrk="0" fontAlgn="base" hangingPunct="0">
              <a:defRPr/>
            </a:pPr>
            <a:r>
              <a:rPr lang="en-US" altLang="zh-CN" sz="1200" dirty="0">
                <a:solidFill>
                  <a:srgbClr val="FFFFFF"/>
                </a:solidFill>
                <a:ea typeface="MS PGothic" pitchFamily="34" charset="-128"/>
              </a:rPr>
              <a:t>www.huawei.com</a:t>
            </a:r>
          </a:p>
        </p:txBody>
      </p:sp>
    </p:spTree>
    <p:extLst>
      <p:ext uri="{BB962C8B-B14F-4D97-AF65-F5344CB8AC3E}">
        <p14:creationId xmlns:p14="http://schemas.microsoft.com/office/powerpoint/2010/main" val="2991099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#前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4" y="1233488"/>
            <a:ext cx="10558800" cy="4679788"/>
          </a:xfrm>
        </p:spPr>
        <p:txBody>
          <a:bodyPr/>
          <a:lstStyle>
            <a:lvl1pPr algn="just">
              <a:defRPr/>
            </a:lvl1pPr>
            <a:lvl5pPr>
              <a:buNone/>
              <a:defRPr/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  <a:endParaRPr lang="zh-CN" altLang="en-US" dirty="0"/>
          </a:p>
        </p:txBody>
      </p:sp>
      <p:pic>
        <p:nvPicPr>
          <p:cNvPr id="5" name="Picture 4" descr="前言 copy">
            <a:extLst>
              <a:ext uri="{FF2B5EF4-FFF2-40B4-BE49-F238E27FC236}">
                <a16:creationId xmlns="" xmlns:a16="http://schemas.microsoft.com/office/drawing/2014/main" id="{68F7798A-9C96-4DD9-B4BE-8E04160DA5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550" y="424188"/>
            <a:ext cx="615950" cy="61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0">
            <a:extLst>
              <a:ext uri="{FF2B5EF4-FFF2-40B4-BE49-F238E27FC236}">
                <a16:creationId xmlns="" xmlns:a16="http://schemas.microsoft.com/office/drawing/2014/main" id="{18ED692C-39CB-4AC0-81F6-D21CDD086EE4}"/>
              </a:ext>
            </a:extLst>
          </p:cNvPr>
          <p:cNvSpPr txBox="1"/>
          <p:nvPr userDrawn="1"/>
        </p:nvSpPr>
        <p:spPr bwMode="auto">
          <a:xfrm>
            <a:off x="1775521" y="449181"/>
            <a:ext cx="3696411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3896619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#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912284" y="1233487"/>
            <a:ext cx="10558800" cy="4680000"/>
          </a:xfrm>
        </p:spPr>
        <p:txBody>
          <a:bodyPr/>
          <a:lstStyle>
            <a:lvl1pPr marL="301625" marR="0" indent="-301625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Char char="l"/>
              <a:tabLst/>
              <a:defRPr/>
            </a:lvl1pPr>
            <a:lvl2pPr algn="just" eaLnBrk="1" hangingPunct="1">
              <a:defRPr/>
            </a:lvl2pPr>
            <a:lvl3pPr algn="just" eaLnBrk="1" hangingPunct="1">
              <a:defRPr/>
            </a:lvl3pPr>
            <a:lvl4pPr algn="just" eaLnBrk="1" hangingPunct="1">
              <a:defRPr/>
            </a:lvl4pPr>
            <a:lvl5pPr algn="just" eaLnBrk="1" hangingPunct="1">
              <a:defRPr/>
            </a:lvl5pPr>
          </a:lstStyle>
          <a:p>
            <a:pPr marL="301625" marR="0" lvl="0" indent="-301625" algn="l" defTabSz="801688" rtl="0" eaLnBrk="0" fontAlgn="base" latinLnBrk="0" hangingPunct="0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  <a:buFont typeface="Wingdings" pitchFamily="2" charset="2"/>
              <a:buChar char="l"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学完本课程后，您将能够：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5" name="Picture 14" descr="目标 copy">
            <a:extLst>
              <a:ext uri="{FF2B5EF4-FFF2-40B4-BE49-F238E27FC236}">
                <a16:creationId xmlns="" xmlns:a16="http://schemas.microsoft.com/office/drawing/2014/main" id="{7762BAFB-835F-4D24-A2FA-F5CB87D7D2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3200" y="415675"/>
            <a:ext cx="6223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0">
            <a:extLst>
              <a:ext uri="{FF2B5EF4-FFF2-40B4-BE49-F238E27FC236}">
                <a16:creationId xmlns="" xmlns:a16="http://schemas.microsoft.com/office/drawing/2014/main" id="{F55F8CC2-E849-4E11-B308-49CD54DC2F7C}"/>
              </a:ext>
            </a:extLst>
          </p:cNvPr>
          <p:cNvSpPr txBox="1"/>
          <p:nvPr userDrawn="1"/>
        </p:nvSpPr>
        <p:spPr bwMode="auto">
          <a:xfrm>
            <a:off x="1775521" y="449181"/>
            <a:ext cx="3696411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 anchor="ctr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目标</a:t>
            </a:r>
            <a:endParaRPr lang="en-US" altLang="zh-CN" sz="3500" dirty="0">
              <a:solidFill>
                <a:srgbClr val="990000"/>
              </a:solidFill>
              <a:latin typeface="FrutigerNext LT Medium"/>
              <a:ea typeface="黑体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4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#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3" y="1233487"/>
            <a:ext cx="10558800" cy="4680000"/>
          </a:xfr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/>
            </a:lvl1pPr>
            <a:lvl2pPr>
              <a:buFont typeface="Wingdings" pitchFamily="2" charset="2"/>
              <a:buChar char="p"/>
              <a:defRPr/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Picture 18" descr="目录 copy">
            <a:extLst>
              <a:ext uri="{FF2B5EF4-FFF2-40B4-BE49-F238E27FC236}">
                <a16:creationId xmlns="" xmlns:a16="http://schemas.microsoft.com/office/drawing/2014/main" id="{2B1B693B-E291-46EA-98D5-35EC97F8C8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550" y="415675"/>
            <a:ext cx="620713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0">
            <a:extLst>
              <a:ext uri="{FF2B5EF4-FFF2-40B4-BE49-F238E27FC236}">
                <a16:creationId xmlns="" xmlns:a16="http://schemas.microsoft.com/office/drawing/2014/main" id="{20B98358-2290-4967-8898-E7A36303E1AE}"/>
              </a:ext>
            </a:extLst>
          </p:cNvPr>
          <p:cNvSpPr txBox="1"/>
          <p:nvPr userDrawn="1"/>
        </p:nvSpPr>
        <p:spPr bwMode="auto">
          <a:xfrm>
            <a:off x="1775521" y="449181"/>
            <a:ext cx="3696411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 anchor="ctr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目录</a:t>
            </a:r>
            <a:endParaRPr lang="en-US" altLang="zh-CN" sz="3500" dirty="0">
              <a:solidFill>
                <a:srgbClr val="990000"/>
              </a:solidFill>
              <a:latin typeface="FrutigerNext LT Medium"/>
              <a:ea typeface="黑体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698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#本节概述和学习目标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0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5" name="Picture 14" descr="目标 copy">
            <a:extLst>
              <a:ext uri="{FF2B5EF4-FFF2-40B4-BE49-F238E27FC236}">
                <a16:creationId xmlns="" xmlns:a16="http://schemas.microsoft.com/office/drawing/2014/main" id="{494581DE-2BBE-4BB4-A9F4-D8FA010709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550" y="415675"/>
            <a:ext cx="6223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10">
            <a:extLst>
              <a:ext uri="{FF2B5EF4-FFF2-40B4-BE49-F238E27FC236}">
                <a16:creationId xmlns="" xmlns:a16="http://schemas.microsoft.com/office/drawing/2014/main" id="{A5D844C3-5B53-43D5-B14B-8CFF0F5DFEFC}"/>
              </a:ext>
            </a:extLst>
          </p:cNvPr>
          <p:cNvSpPr txBox="1"/>
          <p:nvPr userDrawn="1"/>
        </p:nvSpPr>
        <p:spPr bwMode="auto">
          <a:xfrm>
            <a:off x="1775521" y="449181"/>
            <a:ext cx="9696814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27217817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286" y="292385"/>
            <a:ext cx="10560048" cy="8683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8"/>
            <a:ext cx="10560048" cy="4680000"/>
          </a:xfrm>
        </p:spPr>
        <p:txBody>
          <a:bodyPr/>
          <a:lstStyle>
            <a:lvl1pPr algn="just">
              <a:defRPr/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656981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#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="" xmlns:a16="http://schemas.microsoft.com/office/drawing/2014/main" id="{02C8A129-DD37-44CB-B437-ED62693A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286" y="292385"/>
            <a:ext cx="10560048" cy="8683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947567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4226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+mj-lt"/>
              <a:buAutoNum type="arabicPeriod"/>
              <a:tabLst/>
              <a:defRPr sz="2000"/>
            </a:lvl1pPr>
            <a:lvl2pPr marL="858837" indent="-457200" algn="just">
              <a:buSzPct val="100000"/>
              <a:buFont typeface="+mj-lt"/>
              <a:buAutoNum type="alphaUcPeriod"/>
              <a:defRPr sz="1800"/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pPr marL="457200" indent="-457200">
              <a:buSzPct val="100000"/>
              <a:buFont typeface="+mj-lt"/>
              <a:buAutoNum type="arabicPeriod"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Picture 4" descr="问题 copy">
            <a:extLst>
              <a:ext uri="{FF2B5EF4-FFF2-40B4-BE49-F238E27FC236}">
                <a16:creationId xmlns="" xmlns:a16="http://schemas.microsoft.com/office/drawing/2014/main" id="{A7B98D42-5F44-4A20-9EF6-FF5A1E326A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550" y="415675"/>
            <a:ext cx="615950" cy="61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0">
            <a:extLst>
              <a:ext uri="{FF2B5EF4-FFF2-40B4-BE49-F238E27FC236}">
                <a16:creationId xmlns="" xmlns:a16="http://schemas.microsoft.com/office/drawing/2014/main" id="{5AF6123D-B191-48C9-9375-2C34FD0C85B3}"/>
              </a:ext>
            </a:extLst>
          </p:cNvPr>
          <p:cNvSpPr txBox="1"/>
          <p:nvPr userDrawn="1"/>
        </p:nvSpPr>
        <p:spPr bwMode="auto">
          <a:xfrm>
            <a:off x="1775521" y="449181"/>
            <a:ext cx="3696411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2754514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/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此版式用于每一节的总结</a:t>
            </a:r>
            <a:r>
              <a:rPr lang="en-US" altLang="zh-CN" dirty="0"/>
              <a:t>-201501</a:t>
            </a:r>
            <a:endParaRPr lang="zh-CN" altLang="en-US" dirty="0"/>
          </a:p>
        </p:txBody>
      </p:sp>
      <p:pic>
        <p:nvPicPr>
          <p:cNvPr id="6" name="Picture 8" descr="总结 copy">
            <a:extLst>
              <a:ext uri="{FF2B5EF4-FFF2-40B4-BE49-F238E27FC236}">
                <a16:creationId xmlns="" xmlns:a16="http://schemas.microsoft.com/office/drawing/2014/main" id="{66AB9E4D-5661-42EC-BDBA-1BCD79973B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550" y="415675"/>
            <a:ext cx="617538" cy="61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0">
            <a:extLst>
              <a:ext uri="{FF2B5EF4-FFF2-40B4-BE49-F238E27FC236}">
                <a16:creationId xmlns="" xmlns:a16="http://schemas.microsoft.com/office/drawing/2014/main" id="{E187E84D-CF55-4DE7-B007-1DDD3194162E}"/>
              </a:ext>
            </a:extLst>
          </p:cNvPr>
          <p:cNvSpPr txBox="1"/>
          <p:nvPr userDrawn="1"/>
        </p:nvSpPr>
        <p:spPr bwMode="auto">
          <a:xfrm>
            <a:off x="1775521" y="449181"/>
            <a:ext cx="3696411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225725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0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6" name="Picture 8" descr="总结 copy">
            <a:extLst>
              <a:ext uri="{FF2B5EF4-FFF2-40B4-BE49-F238E27FC236}">
                <a16:creationId xmlns="" xmlns:a16="http://schemas.microsoft.com/office/drawing/2014/main" id="{3C67497D-F0E4-4A0D-9AA0-7356A62173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550" y="415675"/>
            <a:ext cx="617538" cy="61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10">
            <a:extLst>
              <a:ext uri="{FF2B5EF4-FFF2-40B4-BE49-F238E27FC236}">
                <a16:creationId xmlns="" xmlns:a16="http://schemas.microsoft.com/office/drawing/2014/main" id="{24FF79AE-8F43-494A-9EFD-B2997124C174}"/>
              </a:ext>
            </a:extLst>
          </p:cNvPr>
          <p:cNvSpPr txBox="1"/>
          <p:nvPr userDrawn="1"/>
        </p:nvSpPr>
        <p:spPr bwMode="auto">
          <a:xfrm>
            <a:off x="1775521" y="449181"/>
            <a:ext cx="3696411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27304750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/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pic>
        <p:nvPicPr>
          <p:cNvPr id="7" name="Picture 19" descr="前言 copy">
            <a:extLst>
              <a:ext uri="{FF2B5EF4-FFF2-40B4-BE49-F238E27FC236}">
                <a16:creationId xmlns="" xmlns:a16="http://schemas.microsoft.com/office/drawing/2014/main" id="{96E39D07-8685-4500-9B2C-88296F21E0AC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550" y="415675"/>
            <a:ext cx="622300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10">
            <a:extLst>
              <a:ext uri="{FF2B5EF4-FFF2-40B4-BE49-F238E27FC236}">
                <a16:creationId xmlns="" xmlns:a16="http://schemas.microsoft.com/office/drawing/2014/main" id="{1CE45B71-243A-4C38-84B4-A2CA99334E25}"/>
              </a:ext>
            </a:extLst>
          </p:cNvPr>
          <p:cNvSpPr txBox="1"/>
          <p:nvPr userDrawn="1"/>
        </p:nvSpPr>
        <p:spPr bwMode="auto">
          <a:xfrm>
            <a:off x="1775521" y="449181"/>
            <a:ext cx="3696411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2791644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912285" y="1233487"/>
            <a:ext cx="10560049" cy="4680000"/>
          </a:xfrm>
        </p:spPr>
        <p:txBody>
          <a:bodyPr/>
          <a:lstStyle>
            <a:lvl1pPr algn="just">
              <a:defRPr/>
            </a:lvl1pPr>
          </a:lstStyle>
          <a:p>
            <a:endParaRPr lang="zh-CN" altLang="en-US" dirty="0"/>
          </a:p>
        </p:txBody>
      </p:sp>
      <p:pic>
        <p:nvPicPr>
          <p:cNvPr id="5" name="Picture 19" descr="前言 copy">
            <a:extLst>
              <a:ext uri="{FF2B5EF4-FFF2-40B4-BE49-F238E27FC236}">
                <a16:creationId xmlns="" xmlns:a16="http://schemas.microsoft.com/office/drawing/2014/main" id="{4DFEBF03-22C8-4735-B4D5-61DDB493E106}"/>
              </a:ext>
            </a:extLst>
          </p:cNvPr>
          <p:cNvPicPr preferRelativeResize="0"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550" y="415675"/>
            <a:ext cx="622300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0">
            <a:extLst>
              <a:ext uri="{FF2B5EF4-FFF2-40B4-BE49-F238E27FC236}">
                <a16:creationId xmlns="" xmlns:a16="http://schemas.microsoft.com/office/drawing/2014/main" id="{67D92142-EE08-489C-AA2D-030FB70F89E2}"/>
              </a:ext>
            </a:extLst>
          </p:cNvPr>
          <p:cNvSpPr txBox="1"/>
          <p:nvPr userDrawn="1"/>
        </p:nvSpPr>
        <p:spPr bwMode="auto">
          <a:xfrm>
            <a:off x="1775521" y="440668"/>
            <a:ext cx="5400599" cy="639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7" rIns="99980" bIns="49987" rtlCol="0">
            <a:spAutoFit/>
          </a:bodyPr>
          <a:lstStyle/>
          <a:p>
            <a:pPr defTabSz="1001624" eaLnBrk="0" hangingPunct="0"/>
            <a:r>
              <a:rPr lang="zh-CN" altLang="en-US" sz="3500" dirty="0">
                <a:solidFill>
                  <a:srgbClr val="990000"/>
                </a:solidFill>
                <a:latin typeface="FrutigerNext LT Medium"/>
                <a:ea typeface="黑体"/>
                <a:cs typeface="Arial" pitchFamily="34" charset="0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5689030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#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>
            <a:extLst>
              <a:ext uri="{FF2B5EF4-FFF2-40B4-BE49-F238E27FC236}">
                <a16:creationId xmlns="" xmlns:a16="http://schemas.microsoft.com/office/drawing/2014/main" id="{9D36E720-0E25-41AB-8346-B547D8B8600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26327" y="3189288"/>
            <a:ext cx="2539347" cy="448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8358" tIns="39179" rIns="78358" bIns="39179">
            <a:spAutoFit/>
          </a:bodyPr>
          <a:lstStyle/>
          <a:p>
            <a:pPr defTabSz="784225" eaLnBrk="0" hangingPunct="0">
              <a:buSzPct val="100000"/>
              <a:defRPr/>
            </a:pPr>
            <a:r>
              <a:rPr lang="zh-CN" altLang="zh-CN" sz="2400" dirty="0">
                <a:solidFill>
                  <a:srgbClr val="666666"/>
                </a:solidFill>
                <a:latin typeface="Arial" pitchFamily="34" charset="0"/>
                <a:ea typeface="MS PGothic" pitchFamily="34" charset="-128"/>
                <a:sym typeface="FrutigerNext LT Regular" pitchFamily="34" charset="0"/>
              </a:rPr>
              <a:t>www.huawei.com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="" xmlns:a16="http://schemas.microsoft.com/office/drawing/2014/main" id="{11ED55EC-FD16-4B98-B04D-4605D3C0D7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91092" y="2503488"/>
            <a:ext cx="1209816" cy="71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8358" tIns="39179" rIns="78358" bIns="39179">
            <a:spAutoFit/>
          </a:bodyPr>
          <a:lstStyle/>
          <a:p>
            <a:pPr defTabSz="784225" eaLnBrk="0" fontAlgn="base" hangingPunct="0">
              <a:buSzPct val="100000"/>
              <a:defRPr/>
            </a:pPr>
            <a:r>
              <a:rPr lang="zh-CN" altLang="en-US" sz="4100" dirty="0">
                <a:solidFill>
                  <a:srgbClr val="990000"/>
                </a:solidFill>
                <a:latin typeface="Arial" charset="0"/>
                <a:ea typeface="华文细黑" pitchFamily="2" charset="-122"/>
                <a:sym typeface="FrutigerNext LT Regular" pitchFamily="34" charset="0"/>
              </a:rPr>
              <a:t>谢谢</a:t>
            </a:r>
            <a:endParaRPr lang="zh-CN" altLang="zh-CN" sz="4100" dirty="0">
              <a:solidFill>
                <a:srgbClr val="990000"/>
              </a:solidFill>
              <a:latin typeface="Arial" charset="0"/>
              <a:ea typeface="华文细黑" pitchFamily="2" charset="-122"/>
              <a:sym typeface="FrutigerNext LT Regular" pitchFamily="34" charset="0"/>
            </a:endParaRPr>
          </a:p>
        </p:txBody>
      </p:sp>
      <p:pic>
        <p:nvPicPr>
          <p:cNvPr id="5" name="Picture 7" descr="5">
            <a:extLst>
              <a:ext uri="{FF2B5EF4-FFF2-40B4-BE49-F238E27FC236}">
                <a16:creationId xmlns="" xmlns:a16="http://schemas.microsoft.com/office/drawing/2014/main" id="{97CBA8DB-94D7-4EC0-9F40-4E718A6A23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943601"/>
            <a:ext cx="1219200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79274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331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5382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5497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9493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3090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410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85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584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4003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623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3840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2142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2923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2286" y="292385"/>
            <a:ext cx="10560048" cy="8683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912285" y="1233488"/>
            <a:ext cx="10560048" cy="4680000"/>
          </a:xfrm>
        </p:spPr>
        <p:txBody>
          <a:bodyPr/>
          <a:lstStyle>
            <a:lvl1pPr algn="just">
              <a:defRPr/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85062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69951" y="260648"/>
            <a:ext cx="10327216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28" tIns="40064" rIns="80128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7173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1" y="1248073"/>
            <a:ext cx="10572749" cy="419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" name="Rectangle 69">
            <a:extLst>
              <a:ext uri="{FF2B5EF4-FFF2-40B4-BE49-F238E27FC236}">
                <a16:creationId xmlns="" xmlns:a16="http://schemas.microsoft.com/office/drawing/2014/main" id="{6ED2DBAA-9261-44D2-836C-78E5FB250B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340" y="6500581"/>
            <a:ext cx="768792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101" tIns="40052" rIns="80101" bIns="40052">
            <a:spAutoFit/>
          </a:bodyPr>
          <a:lstStyle/>
          <a:p>
            <a:pPr defTabSz="801668" eaLnBrk="0" fontAlgn="base" hangingPunct="0">
              <a:defRPr/>
            </a:pPr>
            <a:r>
              <a:rPr lang="en-US" altLang="zh-CN" sz="1200" baseline="0" dirty="0" smtClean="0">
                <a:latin typeface="Arial" panose="020B0604020202020204" pitchFamily="34" charset="0"/>
                <a:ea typeface="黑体" panose="02010609060101010101" pitchFamily="49" charset="-122"/>
                <a:cs typeface="Arial" pitchFamily="34" charset="0"/>
              </a:rPr>
              <a:t>Page </a:t>
            </a:r>
            <a:fld id="{2F2CF7F5-F178-4429-B6CA-28062DF31937}" type="slidenum">
              <a:rPr lang="en-US" altLang="zh-CN" sz="1200" smtClean="0">
                <a:latin typeface="Arial" panose="020B0604020202020204" pitchFamily="34" charset="0"/>
                <a:ea typeface="黑体" panose="02010609060101010101" pitchFamily="49" charset="-122"/>
                <a:cs typeface="Arial" pitchFamily="34" charset="0"/>
              </a:rPr>
              <a:pPr defTabSz="801668" eaLnBrk="0" fontAlgn="base" hangingPunct="0">
                <a:defRPr/>
              </a:pPr>
              <a:t>‹#›</a:t>
            </a:fld>
            <a:endParaRPr lang="en-US" altLang="zh-CN" sz="1200" dirty="0">
              <a:latin typeface="Arial" panose="020B0604020202020204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3" name="Rectangle 54">
            <a:extLst>
              <a:ext uri="{FF2B5EF4-FFF2-40B4-BE49-F238E27FC236}">
                <a16:creationId xmlns="" xmlns:a16="http://schemas.microsoft.com/office/drawing/2014/main" id="{2078FA11-5569-4994-AEB7-1AF5CAC76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7428" y="6500581"/>
            <a:ext cx="3469788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101" tIns="40052" rIns="80101" bIns="40052">
            <a:spAutoFit/>
          </a:bodyPr>
          <a:lstStyle/>
          <a:p>
            <a:pPr marL="0" marR="0" lvl="0" indent="0" algn="l" defTabSz="80166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Copyright © Huawei Technologies Co., Ltd. 2019</a:t>
            </a:r>
            <a:endParaRPr lang="zh-CN" altLang="en-US" sz="1800" kern="1200" baseline="0" dirty="0" smtClean="0">
              <a:solidFill>
                <a:schemeClr val="tx1"/>
              </a:solidFill>
              <a:latin typeface="Arial" panose="020B0604020202020204" pitchFamily="34" charset="0"/>
              <a:ea typeface="宋体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829" y="6504031"/>
            <a:ext cx="1249200" cy="2733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30" r:id="rId2"/>
    <p:sldLayoutId id="2147483846" r:id="rId3"/>
    <p:sldLayoutId id="2147483826" r:id="rId4"/>
    <p:sldLayoutId id="2147483848" r:id="rId5"/>
    <p:sldLayoutId id="2147483849" r:id="rId6"/>
    <p:sldLayoutId id="2147483874" r:id="rId7"/>
    <p:sldLayoutId id="2147483873" r:id="rId8"/>
    <p:sldLayoutId id="2147483863" r:id="rId9"/>
    <p:sldLayoutId id="2147483862" r:id="rId10"/>
    <p:sldLayoutId id="2147483851" r:id="rId11"/>
    <p:sldLayoutId id="2147483852" r:id="rId12"/>
    <p:sldLayoutId id="2147483850" r:id="rId13"/>
    <p:sldLayoutId id="2147483861" r:id="rId14"/>
    <p:sldLayoutId id="2147483866" r:id="rId15"/>
    <p:sldLayoutId id="2147483875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  <a:lvl2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2pPr>
      <a:lvl3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3pPr>
      <a:lvl4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4pPr>
      <a:lvl5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5pPr>
      <a:lvl6pPr marL="457200" algn="l" defTabSz="801688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6pPr>
      <a:lvl7pPr marL="914400" algn="l" defTabSz="801688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7pPr>
      <a:lvl8pPr marL="1371600" algn="l" defTabSz="801688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8pPr>
      <a:lvl9pPr marL="1828800" algn="l" defTabSz="801688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9pPr>
    </p:titleStyle>
    <p:bodyStyle>
      <a:lvl1pPr marL="301625" indent="-301625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Clr>
          <a:schemeClr val="bg1">
            <a:lumMod val="50000"/>
          </a:schemeClr>
        </a:buClr>
        <a:buSzPct val="60000"/>
        <a:buFont typeface="Wingdings" pitchFamily="2" charset="2"/>
        <a:buChar char="l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54050" indent="-252413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p"/>
        <a:defRPr sz="2000">
          <a:solidFill>
            <a:schemeClr val="tx1"/>
          </a:solidFill>
          <a:latin typeface="+mn-lt"/>
          <a:ea typeface="+mn-ea"/>
        </a:defRPr>
      </a:lvl2pPr>
      <a:lvl3pPr marL="1003300" indent="-201613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SzPct val="50000"/>
        <a:buFont typeface="Wingdings" pitchFamily="2" charset="2"/>
        <a:buChar char="n"/>
        <a:defRPr>
          <a:solidFill>
            <a:schemeClr val="tx1"/>
          </a:solidFill>
          <a:latin typeface="FrutigerNext LT Light" pitchFamily="34" charset="0"/>
          <a:ea typeface="+mn-ea"/>
        </a:defRPr>
      </a:lvl3pPr>
      <a:lvl4pPr marL="1400175" indent="-198438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  <a:ea typeface="+mn-ea"/>
        </a:defRPr>
      </a:lvl4pPr>
      <a:lvl5pPr marL="1801813" indent="-201613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5pPr>
      <a:lvl6pPr marL="2259013" indent="-201613" algn="l" defTabSz="801688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6pPr>
      <a:lvl7pPr marL="2716213" indent="-201613" algn="l" defTabSz="801688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7pPr>
      <a:lvl8pPr marL="3173413" indent="-201613" algn="l" defTabSz="801688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8pPr>
      <a:lvl9pPr marL="3630613" indent="-201613" algn="l" defTabSz="801688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35" userDrawn="1">
          <p15:clr>
            <a:srgbClr val="F26B43"/>
          </p15:clr>
        </p15:guide>
        <p15:guide id="2" pos="7227" userDrawn="1">
          <p15:clr>
            <a:srgbClr val="F26B43"/>
          </p15:clr>
        </p15:guide>
        <p15:guide id="3" orient="horz" pos="777" userDrawn="1">
          <p15:clr>
            <a:srgbClr val="F26B43"/>
          </p15:clr>
        </p15:guide>
        <p15:guide id="4" orient="horz" pos="4020" userDrawn="1">
          <p15:clr>
            <a:srgbClr val="F26B43"/>
          </p15:clr>
        </p15:guide>
        <p15:guide id="6" orient="horz" pos="234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69951" y="260648"/>
            <a:ext cx="10327216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28" tIns="40064" rIns="80128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3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1" y="1248073"/>
            <a:ext cx="10572749" cy="419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3C5EF733-EAE7-4C3C-B05D-ADF02108C240}"/>
              </a:ext>
            </a:extLst>
          </p:cNvPr>
          <p:cNvPicPr>
            <a:picLocks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6390000"/>
            <a:ext cx="12192000" cy="468000"/>
          </a:xfrm>
          <a:prstGeom prst="rect">
            <a:avLst/>
          </a:prstGeom>
        </p:spPr>
      </p:pic>
      <p:sp>
        <p:nvSpPr>
          <p:cNvPr id="12" name="Rectangle 69">
            <a:extLst>
              <a:ext uri="{FF2B5EF4-FFF2-40B4-BE49-F238E27FC236}">
                <a16:creationId xmlns="" xmlns:a16="http://schemas.microsoft.com/office/drawing/2014/main" id="{6ED2DBAA-9261-44D2-836C-78E5FB250B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08368" y="6500581"/>
            <a:ext cx="642667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101" tIns="40052" rIns="80101" bIns="40052">
            <a:spAutoFit/>
          </a:bodyPr>
          <a:lstStyle/>
          <a:p>
            <a:pPr defTabSz="801668" eaLnBrk="0" fontAlgn="base" hangingPunct="0">
              <a:defRPr/>
            </a:pPr>
            <a:r>
              <a:rPr lang="zh-CN" altLang="en-US" sz="1200" dirty="0">
                <a:solidFill>
                  <a:srgbClr val="000000"/>
                </a:solidFill>
                <a:latin typeface="FrutigerNext LT Medium"/>
                <a:ea typeface="华文细黑"/>
                <a:cs typeface="Arial" pitchFamily="34" charset="0"/>
              </a:rPr>
              <a:t>第</a:t>
            </a:r>
            <a:fld id="{2F2CF7F5-F178-4429-B6CA-28062DF31937}" type="slidenum">
              <a:rPr lang="en-US" altLang="zh-CN" sz="1200" smtClean="0">
                <a:solidFill>
                  <a:srgbClr val="000000"/>
                </a:solidFill>
                <a:latin typeface="FrutigerNext LT Medium"/>
                <a:ea typeface="华文细黑"/>
                <a:cs typeface="Arial" pitchFamily="34" charset="0"/>
              </a:rPr>
              <a:pPr defTabSz="801668" eaLnBrk="0" fontAlgn="base" hangingPunct="0">
                <a:defRPr/>
              </a:pPr>
              <a:t>‹#›</a:t>
            </a:fld>
            <a:r>
              <a:rPr lang="zh-CN" altLang="en-US" sz="1200" dirty="0">
                <a:solidFill>
                  <a:srgbClr val="000000"/>
                </a:solidFill>
                <a:latin typeface="FrutigerNext LT Medium"/>
                <a:ea typeface="华文细黑"/>
                <a:cs typeface="Arial" pitchFamily="34" charset="0"/>
              </a:rPr>
              <a:t>页</a:t>
            </a:r>
            <a:endParaRPr lang="en-US" altLang="zh-CN" sz="1200" dirty="0">
              <a:solidFill>
                <a:srgbClr val="000000"/>
              </a:solidFill>
              <a:latin typeface="FrutigerNext LT Medium"/>
              <a:ea typeface="华文细黑"/>
              <a:cs typeface="Arial" pitchFamily="34" charset="0"/>
            </a:endParaRPr>
          </a:p>
        </p:txBody>
      </p:sp>
      <p:sp>
        <p:nvSpPr>
          <p:cNvPr id="13" name="Rectangle 54">
            <a:extLst>
              <a:ext uri="{FF2B5EF4-FFF2-40B4-BE49-F238E27FC236}">
                <a16:creationId xmlns="" xmlns:a16="http://schemas.microsoft.com/office/drawing/2014/main" id="{2078FA11-5569-4994-AEB7-1AF5CAC76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7428" y="6500581"/>
            <a:ext cx="2561462" cy="265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101" tIns="40052" rIns="80101" bIns="40052">
            <a:spAutoFit/>
          </a:bodyPr>
          <a:lstStyle/>
          <a:p>
            <a:pPr defTabSz="801668" eaLnBrk="0" fontAlgn="base" hangingPunct="0">
              <a:defRPr/>
            </a:pPr>
            <a:r>
              <a:rPr lang="zh-CN" altLang="en-US" sz="1200" dirty="0">
                <a:solidFill>
                  <a:srgbClr val="000000"/>
                </a:solidFill>
                <a:latin typeface="FrutigerNext LT Regular"/>
                <a:ea typeface="华文细黑"/>
                <a:cs typeface="Arial" pitchFamily="34" charset="0"/>
              </a:rPr>
              <a:t>版权所有</a:t>
            </a:r>
            <a:r>
              <a:rPr lang="en-US" altLang="zh-CN" sz="1200" dirty="0">
                <a:solidFill>
                  <a:srgbClr val="000000"/>
                </a:solidFill>
                <a:latin typeface="FrutigerNext LT Regular"/>
                <a:ea typeface="华文细黑"/>
                <a:cs typeface="Arial" pitchFamily="34" charset="0"/>
              </a:rPr>
              <a:t>© 2018 </a:t>
            </a:r>
            <a:r>
              <a:rPr lang="zh-CN" altLang="en-US" sz="1200" dirty="0">
                <a:solidFill>
                  <a:srgbClr val="000000"/>
                </a:solidFill>
                <a:latin typeface="FrutigerNext LT Regular"/>
                <a:ea typeface="华文细黑"/>
                <a:cs typeface="Arial" pitchFamily="34" charset="0"/>
              </a:rPr>
              <a:t>华为技术有限公司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829" y="6504031"/>
            <a:ext cx="1249200" cy="27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8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+mj-lt"/>
          <a:ea typeface="+mj-ea"/>
          <a:cs typeface="+mj-cs"/>
        </a:defRPr>
      </a:lvl1pPr>
      <a:lvl2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2pPr>
      <a:lvl3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3pPr>
      <a:lvl4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4pPr>
      <a:lvl5pPr algn="l" defTabSz="801688" rtl="0" eaLnBrk="0" fontAlgn="base" hangingPunct="0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5pPr>
      <a:lvl6pPr marL="457200" algn="l" defTabSz="801688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6pPr>
      <a:lvl7pPr marL="914400" algn="l" defTabSz="801688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7pPr>
      <a:lvl8pPr marL="1371600" algn="l" defTabSz="801688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8pPr>
      <a:lvl9pPr marL="1828800" algn="l" defTabSz="801688" rtl="0" fontAlgn="base">
        <a:spcBef>
          <a:spcPct val="0"/>
        </a:spcBef>
        <a:spcAft>
          <a:spcPct val="0"/>
        </a:spcAft>
        <a:defRPr sz="3500">
          <a:solidFill>
            <a:srgbClr val="990000"/>
          </a:solidFill>
          <a:latin typeface="FrutigerNext LT Medium" pitchFamily="34" charset="0"/>
          <a:ea typeface="黑体" pitchFamily="2" charset="-122"/>
        </a:defRPr>
      </a:lvl9pPr>
    </p:titleStyle>
    <p:bodyStyle>
      <a:lvl1pPr marL="301625" indent="-301625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Clr>
          <a:schemeClr val="bg1">
            <a:lumMod val="50000"/>
          </a:schemeClr>
        </a:buClr>
        <a:buSzPct val="60000"/>
        <a:buFont typeface="Wingdings" pitchFamily="2" charset="2"/>
        <a:buChar char="l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54050" indent="-252413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p"/>
        <a:defRPr sz="2000">
          <a:solidFill>
            <a:schemeClr val="tx1"/>
          </a:solidFill>
          <a:latin typeface="+mn-lt"/>
          <a:ea typeface="+mn-ea"/>
        </a:defRPr>
      </a:lvl2pPr>
      <a:lvl3pPr marL="1003300" indent="-201613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SzPct val="50000"/>
        <a:buFont typeface="Wingdings" pitchFamily="2" charset="2"/>
        <a:buChar char="n"/>
        <a:defRPr>
          <a:solidFill>
            <a:schemeClr val="tx1"/>
          </a:solidFill>
          <a:latin typeface="FrutigerNext LT Light" pitchFamily="34" charset="0"/>
          <a:ea typeface="+mn-ea"/>
        </a:defRPr>
      </a:lvl3pPr>
      <a:lvl4pPr marL="1400175" indent="-198438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  <a:ea typeface="+mn-ea"/>
        </a:defRPr>
      </a:lvl4pPr>
      <a:lvl5pPr marL="1801813" indent="-201613" algn="l" defTabSz="801688" rtl="0" eaLnBrk="1" fontAlgn="base" hangingPunct="1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5pPr>
      <a:lvl6pPr marL="2259013" indent="-201613" algn="l" defTabSz="801688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6pPr>
      <a:lvl7pPr marL="2716213" indent="-201613" algn="l" defTabSz="801688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7pPr>
      <a:lvl8pPr marL="3173413" indent="-201613" algn="l" defTabSz="801688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8pPr>
      <a:lvl9pPr marL="3630613" indent="-201613" algn="l" defTabSz="801688" rtl="0" fontAlgn="base">
        <a:lnSpc>
          <a:spcPct val="140000"/>
        </a:lnSpc>
        <a:spcBef>
          <a:spcPct val="30000"/>
        </a:spcBef>
        <a:spcAft>
          <a:spcPct val="0"/>
        </a:spcAft>
        <a:buFont typeface="FrutigerNext LT Medium" pitchFamily="34" charset="0"/>
        <a:buChar char="~"/>
        <a:defRPr sz="16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35">
          <p15:clr>
            <a:srgbClr val="F26B43"/>
          </p15:clr>
        </p15:guide>
        <p15:guide id="2" pos="7227">
          <p15:clr>
            <a:srgbClr val="F26B43"/>
          </p15:clr>
        </p15:guide>
        <p15:guide id="3" orient="horz" pos="777">
          <p15:clr>
            <a:srgbClr val="F26B43"/>
          </p15:clr>
        </p15:guide>
        <p15:guide id="4" orient="horz" pos="4020">
          <p15:clr>
            <a:srgbClr val="F26B43"/>
          </p15:clr>
        </p15:guide>
        <p15:guide id="5" orient="horz" pos="2341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1CBBFE7D-14CA-4380-864C-1CB08EFCD65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2019/4/24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8FD170EA-119D-4913-B315-23F3CC0DD0CE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081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f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文本占位符 151"/>
          <p:cNvSpPr>
            <a:spLocks noGrp="1"/>
          </p:cNvSpPr>
          <p:nvPr>
            <p:ph type="body" sz="quarter" idx="4294967295"/>
          </p:nvPr>
        </p:nvSpPr>
        <p:spPr>
          <a:xfrm>
            <a:off x="6168008" y="1825691"/>
            <a:ext cx="3024336" cy="504887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V5R2</a:t>
            </a:r>
          </a:p>
        </p:txBody>
      </p:sp>
      <p:sp>
        <p:nvSpPr>
          <p:cNvPr id="153" name="文本占位符 152"/>
          <p:cNvSpPr>
            <a:spLocks noGrp="1"/>
          </p:cNvSpPr>
          <p:nvPr>
            <p:ph type="body" sz="quarter" idx="4294967295"/>
          </p:nvPr>
        </p:nvSpPr>
        <p:spPr>
          <a:xfrm>
            <a:off x="9108599" y="1808820"/>
            <a:ext cx="2351997" cy="504887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V1R1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1059" y="3083172"/>
            <a:ext cx="2970725" cy="597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 Fengyu (Employee ID: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wx352239)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51784" y="3171455"/>
            <a:ext cx="20522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Mar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01,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9258483" y="3171455"/>
            <a:ext cx="20522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6484123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DtsShapeName" descr="8CE5295821885C70CB254E5500C4G505083E@F83E@PB26513!!!!!!BIHO@]b26513!!!!@5E19B011306188854E31!籽吓纪撑泞变/qqu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!1!1" hidden="1"/>
          <p:cNvSpPr>
            <a:spLocks noChangeArrowheads="1"/>
          </p:cNvSpPr>
          <p:nvPr/>
        </p:nvSpPr>
        <p:spPr bwMode="auto">
          <a:xfrm>
            <a:off x="1524000" y="0"/>
            <a:ext cx="1588" cy="1588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3 w 21600"/>
              <a:gd name="T13" fmla="*/ 2272 h 21600"/>
              <a:gd name="T14" fmla="*/ 16554 w 21600"/>
              <a:gd name="T15" fmla="*/ 1368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Cloud Computing Trends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Cloud computing has become the foundation of a range of </a:t>
            </a:r>
            <a:r>
              <a:rPr lang="en-US" dirty="0" smtClean="0">
                <a:latin typeface="Arial" panose="020B0604020202020204" pitchFamily="34" charset="0"/>
              </a:rPr>
              <a:t>important applications. At the same time</a:t>
            </a:r>
            <a:r>
              <a:rPr lang="en-US" dirty="0">
                <a:latin typeface="Arial" panose="020B0604020202020204" pitchFamily="34" charset="0"/>
              </a:rPr>
              <a:t>, other technologies are also driving </a:t>
            </a:r>
            <a:r>
              <a:rPr lang="en-US" dirty="0" smtClean="0">
                <a:latin typeface="Arial" panose="020B0604020202020204" pitchFamily="34" charset="0"/>
              </a:rPr>
              <a:t>the further </a:t>
            </a:r>
            <a:r>
              <a:rPr lang="en-US" dirty="0">
                <a:latin typeface="Arial" panose="020B0604020202020204" pitchFamily="34" charset="0"/>
              </a:rPr>
              <a:t>advancement of cloud computing. This chapter focuses on the relationship between cloud computing </a:t>
            </a:r>
            <a:r>
              <a:rPr lang="en-US" dirty="0" smtClean="0">
                <a:latin typeface="Arial" panose="020B0604020202020204" pitchFamily="34" charset="0"/>
              </a:rPr>
              <a:t>and </a:t>
            </a:r>
            <a:r>
              <a:rPr lang="en-US" dirty="0">
                <a:latin typeface="Arial" panose="020B0604020202020204" pitchFamily="34" charset="0"/>
              </a:rPr>
              <a:t>related fields, and introduces you to some of the new technologies related to cloud computing.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Upon completion of this course, you </a:t>
            </a:r>
            <a:r>
              <a:rPr lang="en-US" dirty="0" smtClean="0">
                <a:latin typeface="Arial" panose="020B0604020202020204" pitchFamily="34" charset="0"/>
              </a:rPr>
              <a:t>will:</a:t>
            </a:r>
            <a:endParaRPr lang="en-US" dirty="0">
              <a:latin typeface="Arial" panose="020B0604020202020204" pitchFamily="34" charset="0"/>
            </a:endParaRPr>
          </a:p>
          <a:p>
            <a:pPr lvl="1"/>
            <a:r>
              <a:rPr lang="en-US" dirty="0" smtClean="0">
                <a:latin typeface="Arial" panose="020B0604020202020204" pitchFamily="34" charset="0"/>
              </a:rPr>
              <a:t>Be able to describe </a:t>
            </a:r>
            <a:r>
              <a:rPr lang="en-US" dirty="0">
                <a:latin typeface="Arial" panose="020B0604020202020204" pitchFamily="34" charset="0"/>
              </a:rPr>
              <a:t>key technologies that underpin cloud computing.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Understand the relationship between cloud computing and other </a:t>
            </a:r>
            <a:r>
              <a:rPr lang="en-US" dirty="0" smtClean="0">
                <a:latin typeface="Arial" panose="020B0604020202020204" pitchFamily="34" charset="0"/>
              </a:rPr>
              <a:t>fields</a:t>
            </a:r>
            <a:r>
              <a:rPr lang="en-US" dirty="0">
                <a:latin typeface="Arial" panose="020B0604020202020204" pitchFamily="34" charset="0"/>
              </a:rPr>
              <a:t>.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Understand some of the most prominent cloud computing trends.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</a:rPr>
              <a:t>Fields Related to Cloud Computing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Cloud Computing Technologies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Cloud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Computing Trends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Other Emerging Technologies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72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IoT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912285" y="1160748"/>
            <a:ext cx="10560048" cy="4680000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</a:rPr>
              <a:t>Internet of Things (IoT) is the concept of connecting everything </a:t>
            </a:r>
            <a:r>
              <a:rPr lang="en-US" dirty="0" smtClean="0">
                <a:latin typeface="Arial" panose="020B0604020202020204" pitchFamily="34" charset="0"/>
              </a:rPr>
              <a:t>through the Internet, </a:t>
            </a:r>
            <a:r>
              <a:rPr lang="en-US" dirty="0">
                <a:latin typeface="Arial" panose="020B0604020202020204" pitchFamily="34" charset="0"/>
              </a:rPr>
              <a:t>including </a:t>
            </a:r>
            <a:r>
              <a:rPr lang="en-US" dirty="0" smtClean="0">
                <a:latin typeface="Arial" panose="020B0604020202020204" pitchFamily="34" charset="0"/>
              </a:rPr>
              <a:t>all sorts of communication </a:t>
            </a:r>
            <a:r>
              <a:rPr lang="en-US" dirty="0">
                <a:latin typeface="Arial" panose="020B0604020202020204" pitchFamily="34" charset="0"/>
              </a:rPr>
              <a:t>and </a:t>
            </a:r>
            <a:r>
              <a:rPr lang="en-US" dirty="0" smtClean="0">
                <a:latin typeface="Arial" panose="020B0604020202020204" pitchFamily="34" charset="0"/>
              </a:rPr>
              <a:t>interaction: </a:t>
            </a:r>
            <a:r>
              <a:rPr lang="en-US" dirty="0">
                <a:latin typeface="Arial" panose="020B0604020202020204" pitchFamily="34" charset="0"/>
              </a:rPr>
              <a:t>people-people, people-things, and things-things.</a:t>
            </a:r>
          </a:p>
          <a:p>
            <a:pPr marL="0" indent="0"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958962" y="2789777"/>
            <a:ext cx="6466695" cy="3555547"/>
            <a:chOff x="3287688" y="2312876"/>
            <a:chExt cx="6466695" cy="3555547"/>
          </a:xfrm>
        </p:grpSpPr>
        <p:sp>
          <p:nvSpPr>
            <p:cNvPr id="5" name="íšľí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83ED719-F7F0-488B-A88A-9E6781DA9533}"/>
                </a:ext>
              </a:extLst>
            </p:cNvPr>
            <p:cNvSpPr/>
            <p:nvPr/>
          </p:nvSpPr>
          <p:spPr bwMode="auto">
            <a:xfrm>
              <a:off x="4997134" y="3683181"/>
              <a:ext cx="2665668" cy="1484839"/>
            </a:xfrm>
            <a:custGeom>
              <a:avLst/>
              <a:gdLst>
                <a:gd name="T0" fmla="*/ 414 w 454"/>
                <a:gd name="T1" fmla="*/ 144 h 288"/>
                <a:gd name="T2" fmla="*/ 420 w 454"/>
                <a:gd name="T3" fmla="*/ 107 h 288"/>
                <a:gd name="T4" fmla="*/ 313 w 454"/>
                <a:gd name="T5" fmla="*/ 0 h 288"/>
                <a:gd name="T6" fmla="*/ 215 w 454"/>
                <a:gd name="T7" fmla="*/ 65 h 288"/>
                <a:gd name="T8" fmla="*/ 188 w 454"/>
                <a:gd name="T9" fmla="*/ 60 h 288"/>
                <a:gd name="T10" fmla="*/ 106 w 454"/>
                <a:gd name="T11" fmla="*/ 135 h 288"/>
                <a:gd name="T12" fmla="*/ 0 w 454"/>
                <a:gd name="T13" fmla="*/ 210 h 288"/>
                <a:gd name="T14" fmla="*/ 86 w 454"/>
                <a:gd name="T15" fmla="*/ 288 h 288"/>
                <a:gd name="T16" fmla="*/ 367 w 454"/>
                <a:gd name="T17" fmla="*/ 288 h 288"/>
                <a:gd name="T18" fmla="*/ 454 w 454"/>
                <a:gd name="T19" fmla="*/ 210 h 288"/>
                <a:gd name="T20" fmla="*/ 414 w 454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4" h="288">
                  <a:moveTo>
                    <a:pt x="414" y="144"/>
                  </a:moveTo>
                  <a:cubicBezTo>
                    <a:pt x="418" y="133"/>
                    <a:pt x="420" y="120"/>
                    <a:pt x="420" y="107"/>
                  </a:cubicBezTo>
                  <a:cubicBezTo>
                    <a:pt x="420" y="48"/>
                    <a:pt x="372" y="0"/>
                    <a:pt x="313" y="0"/>
                  </a:cubicBezTo>
                  <a:cubicBezTo>
                    <a:pt x="269" y="0"/>
                    <a:pt x="232" y="27"/>
                    <a:pt x="215" y="65"/>
                  </a:cubicBezTo>
                  <a:cubicBezTo>
                    <a:pt x="207" y="62"/>
                    <a:pt x="197" y="60"/>
                    <a:pt x="188" y="60"/>
                  </a:cubicBezTo>
                  <a:cubicBezTo>
                    <a:pt x="162" y="60"/>
                    <a:pt x="109" y="83"/>
                    <a:pt x="106" y="135"/>
                  </a:cubicBezTo>
                  <a:cubicBezTo>
                    <a:pt x="34" y="135"/>
                    <a:pt x="0" y="174"/>
                    <a:pt x="0" y="210"/>
                  </a:cubicBezTo>
                  <a:cubicBezTo>
                    <a:pt x="0" y="253"/>
                    <a:pt x="39" y="288"/>
                    <a:pt x="86" y="288"/>
                  </a:cubicBezTo>
                  <a:cubicBezTo>
                    <a:pt x="367" y="288"/>
                    <a:pt x="367" y="288"/>
                    <a:pt x="367" y="288"/>
                  </a:cubicBezTo>
                  <a:cubicBezTo>
                    <a:pt x="415" y="288"/>
                    <a:pt x="454" y="253"/>
                    <a:pt x="454" y="210"/>
                  </a:cubicBezTo>
                  <a:cubicBezTo>
                    <a:pt x="454" y="182"/>
                    <a:pt x="438" y="158"/>
                    <a:pt x="414" y="144"/>
                  </a:cubicBezTo>
                  <a:close/>
                </a:path>
              </a:pathLst>
            </a:custGeom>
            <a:noFill/>
            <a:ln w="38100">
              <a:solidFill>
                <a:srgbClr val="41BDC1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369900" y="4026946"/>
              <a:ext cx="2292903" cy="126188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600" b="1" cap="none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41BDC1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  <a:latin typeface="Arial" panose="020B0604020202020204" pitchFamily="34" charset="0"/>
                </a:rPr>
                <a:t>Internet</a:t>
              </a:r>
              <a:r>
                <a:rPr lang="en-US" sz="2800" b="1" cap="none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41BDC1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  <a:latin typeface="Arial" panose="020B0604020202020204" pitchFamily="34" charset="0"/>
                </a:rPr>
                <a:t> </a:t>
              </a:r>
            </a:p>
            <a:p>
              <a:pPr algn="ctr"/>
              <a:r>
                <a:rPr lang="en-US" sz="4000" b="1" cap="none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41BDC1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  <a:latin typeface="Arial" panose="020B0604020202020204" pitchFamily="34" charset="0"/>
                </a:rPr>
                <a:t>Of</a:t>
              </a:r>
              <a:r>
                <a:rPr lang="en-US" sz="2800" b="1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41BDC1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  <a:latin typeface="Arial" panose="020B0604020202020204" pitchFamily="34" charset="0"/>
                </a:rPr>
                <a:t> </a:t>
              </a:r>
              <a:r>
                <a:rPr lang="en-US" sz="2800" b="1" cap="none" dirty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FFC00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  <a:latin typeface="Arial" panose="020B0604020202020204" pitchFamily="34" charset="0"/>
                </a:rPr>
                <a:t>things</a:t>
              </a:r>
            </a:p>
          </p:txBody>
        </p:sp>
        <p:grpSp>
          <p:nvGrpSpPr>
            <p:cNvPr id="8" name="组合 18660"/>
            <p:cNvGrpSpPr/>
            <p:nvPr/>
          </p:nvGrpSpPr>
          <p:grpSpPr>
            <a:xfrm>
              <a:off x="6572206" y="2429846"/>
              <a:ext cx="592122" cy="369725"/>
              <a:chOff x="2805113" y="2913063"/>
              <a:chExt cx="466725" cy="333375"/>
            </a:xfrm>
            <a:solidFill>
              <a:srgbClr val="41BDC1"/>
            </a:solidFill>
          </p:grpSpPr>
          <p:sp>
            <p:nvSpPr>
              <p:cNvPr id="79" name="Freeform 200"/>
              <p:cNvSpPr>
                <a:spLocks noEditPoints="1"/>
              </p:cNvSpPr>
              <p:nvPr/>
            </p:nvSpPr>
            <p:spPr bwMode="auto">
              <a:xfrm>
                <a:off x="2805113" y="2913063"/>
                <a:ext cx="466725" cy="311150"/>
              </a:xfrm>
              <a:custGeom>
                <a:avLst/>
                <a:gdLst>
                  <a:gd name="T0" fmla="*/ 278 w 550"/>
                  <a:gd name="T1" fmla="*/ 233 h 366"/>
                  <a:gd name="T2" fmla="*/ 364 w 550"/>
                  <a:gd name="T3" fmla="*/ 185 h 366"/>
                  <a:gd name="T4" fmla="*/ 321 w 550"/>
                  <a:gd name="T5" fmla="*/ 277 h 366"/>
                  <a:gd name="T6" fmla="*/ 185 w 550"/>
                  <a:gd name="T7" fmla="*/ 192 h 366"/>
                  <a:gd name="T8" fmla="*/ 183 w 550"/>
                  <a:gd name="T9" fmla="*/ 131 h 366"/>
                  <a:gd name="T10" fmla="*/ 465 w 550"/>
                  <a:gd name="T11" fmla="*/ 144 h 366"/>
                  <a:gd name="T12" fmla="*/ 375 w 550"/>
                  <a:gd name="T13" fmla="*/ 158 h 366"/>
                  <a:gd name="T14" fmla="*/ 264 w 550"/>
                  <a:gd name="T15" fmla="*/ 177 h 366"/>
                  <a:gd name="T16" fmla="*/ 264 w 550"/>
                  <a:gd name="T17" fmla="*/ 177 h 366"/>
                  <a:gd name="T18" fmla="*/ 113 w 550"/>
                  <a:gd name="T19" fmla="*/ 191 h 366"/>
                  <a:gd name="T20" fmla="*/ 96 w 550"/>
                  <a:gd name="T21" fmla="*/ 137 h 366"/>
                  <a:gd name="T22" fmla="*/ 111 w 550"/>
                  <a:gd name="T23" fmla="*/ 146 h 366"/>
                  <a:gd name="T24" fmla="*/ 162 w 550"/>
                  <a:gd name="T25" fmla="*/ 180 h 366"/>
                  <a:gd name="T26" fmla="*/ 149 w 550"/>
                  <a:gd name="T27" fmla="*/ 199 h 366"/>
                  <a:gd name="T28" fmla="*/ 516 w 550"/>
                  <a:gd name="T29" fmla="*/ 26 h 366"/>
                  <a:gd name="T30" fmla="*/ 521 w 550"/>
                  <a:gd name="T31" fmla="*/ 31 h 366"/>
                  <a:gd name="T32" fmla="*/ 139 w 550"/>
                  <a:gd name="T33" fmla="*/ 112 h 366"/>
                  <a:gd name="T34" fmla="*/ 59 w 550"/>
                  <a:gd name="T35" fmla="*/ 105 h 366"/>
                  <a:gd name="T36" fmla="*/ 161 w 550"/>
                  <a:gd name="T37" fmla="*/ 148 h 366"/>
                  <a:gd name="T38" fmla="*/ 149 w 550"/>
                  <a:gd name="T39" fmla="*/ 158 h 366"/>
                  <a:gd name="T40" fmla="*/ 140 w 550"/>
                  <a:gd name="T41" fmla="*/ 137 h 366"/>
                  <a:gd name="T42" fmla="*/ 158 w 550"/>
                  <a:gd name="T43" fmla="*/ 134 h 366"/>
                  <a:gd name="T44" fmla="*/ 388 w 550"/>
                  <a:gd name="T45" fmla="*/ 315 h 366"/>
                  <a:gd name="T46" fmla="*/ 366 w 550"/>
                  <a:gd name="T47" fmla="*/ 327 h 366"/>
                  <a:gd name="T48" fmla="*/ 389 w 550"/>
                  <a:gd name="T49" fmla="*/ 233 h 366"/>
                  <a:gd name="T50" fmla="*/ 470 w 550"/>
                  <a:gd name="T51" fmla="*/ 168 h 366"/>
                  <a:gd name="T52" fmla="*/ 534 w 550"/>
                  <a:gd name="T53" fmla="*/ 64 h 366"/>
                  <a:gd name="T54" fmla="*/ 544 w 550"/>
                  <a:gd name="T55" fmla="*/ 23 h 366"/>
                  <a:gd name="T56" fmla="*/ 515 w 550"/>
                  <a:gd name="T57" fmla="*/ 1 h 366"/>
                  <a:gd name="T58" fmla="*/ 1 w 550"/>
                  <a:gd name="T59" fmla="*/ 99 h 366"/>
                  <a:gd name="T60" fmla="*/ 71 w 550"/>
                  <a:gd name="T61" fmla="*/ 134 h 366"/>
                  <a:gd name="T62" fmla="*/ 138 w 550"/>
                  <a:gd name="T63" fmla="*/ 224 h 366"/>
                  <a:gd name="T64" fmla="*/ 155 w 550"/>
                  <a:gd name="T65" fmla="*/ 223 h 366"/>
                  <a:gd name="T66" fmla="*/ 254 w 550"/>
                  <a:gd name="T67" fmla="*/ 204 h 366"/>
                  <a:gd name="T68" fmla="*/ 310 w 550"/>
                  <a:gd name="T69" fmla="*/ 300 h 366"/>
                  <a:gd name="T70" fmla="*/ 388 w 550"/>
                  <a:gd name="T71" fmla="*/ 366 h 366"/>
                  <a:gd name="T72" fmla="*/ 388 w 550"/>
                  <a:gd name="T73" fmla="*/ 31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50" h="366">
                    <a:moveTo>
                      <a:pt x="278" y="233"/>
                    </a:moveTo>
                    <a:lnTo>
                      <a:pt x="278" y="233"/>
                    </a:lnTo>
                    <a:lnTo>
                      <a:pt x="278" y="200"/>
                    </a:lnTo>
                    <a:lnTo>
                      <a:pt x="364" y="185"/>
                    </a:lnTo>
                    <a:lnTo>
                      <a:pt x="364" y="233"/>
                    </a:lnTo>
                    <a:cubicBezTo>
                      <a:pt x="364" y="257"/>
                      <a:pt x="345" y="277"/>
                      <a:pt x="321" y="277"/>
                    </a:cubicBezTo>
                    <a:cubicBezTo>
                      <a:pt x="298" y="277"/>
                      <a:pt x="278" y="257"/>
                      <a:pt x="278" y="233"/>
                    </a:cubicBezTo>
                    <a:close/>
                    <a:moveTo>
                      <a:pt x="185" y="192"/>
                    </a:moveTo>
                    <a:lnTo>
                      <a:pt x="185" y="192"/>
                    </a:lnTo>
                    <a:cubicBezTo>
                      <a:pt x="191" y="172"/>
                      <a:pt x="187" y="147"/>
                      <a:pt x="183" y="131"/>
                    </a:cubicBezTo>
                    <a:lnTo>
                      <a:pt x="510" y="69"/>
                    </a:lnTo>
                    <a:cubicBezTo>
                      <a:pt x="517" y="122"/>
                      <a:pt x="472" y="141"/>
                      <a:pt x="465" y="144"/>
                    </a:cubicBezTo>
                    <a:lnTo>
                      <a:pt x="375" y="158"/>
                    </a:lnTo>
                    <a:cubicBezTo>
                      <a:pt x="375" y="158"/>
                      <a:pt x="375" y="158"/>
                      <a:pt x="375" y="158"/>
                    </a:cubicBezTo>
                    <a:cubicBezTo>
                      <a:pt x="375" y="158"/>
                      <a:pt x="375" y="158"/>
                      <a:pt x="375" y="158"/>
                    </a:cubicBezTo>
                    <a:lnTo>
                      <a:pt x="264" y="177"/>
                    </a:lnTo>
                    <a:cubicBezTo>
                      <a:pt x="264" y="177"/>
                      <a:pt x="264" y="177"/>
                      <a:pt x="264" y="177"/>
                    </a:cubicBezTo>
                    <a:cubicBezTo>
                      <a:pt x="264" y="177"/>
                      <a:pt x="264" y="177"/>
                      <a:pt x="264" y="177"/>
                    </a:cubicBezTo>
                    <a:lnTo>
                      <a:pt x="185" y="192"/>
                    </a:lnTo>
                    <a:close/>
                    <a:moveTo>
                      <a:pt x="113" y="191"/>
                    </a:moveTo>
                    <a:lnTo>
                      <a:pt x="113" y="191"/>
                    </a:lnTo>
                    <a:cubicBezTo>
                      <a:pt x="100" y="178"/>
                      <a:pt x="96" y="154"/>
                      <a:pt x="96" y="137"/>
                    </a:cubicBezTo>
                    <a:cubicBezTo>
                      <a:pt x="101" y="138"/>
                      <a:pt x="107" y="138"/>
                      <a:pt x="112" y="138"/>
                    </a:cubicBezTo>
                    <a:cubicBezTo>
                      <a:pt x="112" y="141"/>
                      <a:pt x="111" y="143"/>
                      <a:pt x="111" y="146"/>
                    </a:cubicBezTo>
                    <a:cubicBezTo>
                      <a:pt x="111" y="166"/>
                      <a:pt x="128" y="183"/>
                      <a:pt x="149" y="183"/>
                    </a:cubicBezTo>
                    <a:cubicBezTo>
                      <a:pt x="154" y="183"/>
                      <a:pt x="158" y="182"/>
                      <a:pt x="162" y="180"/>
                    </a:cubicBezTo>
                    <a:cubicBezTo>
                      <a:pt x="162" y="183"/>
                      <a:pt x="161" y="186"/>
                      <a:pt x="160" y="189"/>
                    </a:cubicBezTo>
                    <a:cubicBezTo>
                      <a:pt x="157" y="194"/>
                      <a:pt x="154" y="197"/>
                      <a:pt x="149" y="199"/>
                    </a:cubicBezTo>
                    <a:cubicBezTo>
                      <a:pt x="133" y="201"/>
                      <a:pt x="122" y="199"/>
                      <a:pt x="113" y="191"/>
                    </a:cubicBezTo>
                    <a:close/>
                    <a:moveTo>
                      <a:pt x="516" y="26"/>
                    </a:moveTo>
                    <a:lnTo>
                      <a:pt x="516" y="26"/>
                    </a:lnTo>
                    <a:cubicBezTo>
                      <a:pt x="520" y="28"/>
                      <a:pt x="521" y="30"/>
                      <a:pt x="521" y="31"/>
                    </a:cubicBezTo>
                    <a:cubicBezTo>
                      <a:pt x="522" y="34"/>
                      <a:pt x="521" y="38"/>
                      <a:pt x="520" y="42"/>
                    </a:cubicBezTo>
                    <a:lnTo>
                      <a:pt x="139" y="112"/>
                    </a:lnTo>
                    <a:cubicBezTo>
                      <a:pt x="131" y="113"/>
                      <a:pt x="123" y="114"/>
                      <a:pt x="115" y="114"/>
                    </a:cubicBezTo>
                    <a:cubicBezTo>
                      <a:pt x="94" y="114"/>
                      <a:pt x="74" y="110"/>
                      <a:pt x="59" y="105"/>
                    </a:cubicBezTo>
                    <a:lnTo>
                      <a:pt x="516" y="26"/>
                    </a:lnTo>
                    <a:close/>
                    <a:moveTo>
                      <a:pt x="161" y="148"/>
                    </a:moveTo>
                    <a:lnTo>
                      <a:pt x="161" y="148"/>
                    </a:lnTo>
                    <a:cubicBezTo>
                      <a:pt x="160" y="154"/>
                      <a:pt x="155" y="158"/>
                      <a:pt x="149" y="158"/>
                    </a:cubicBezTo>
                    <a:cubicBezTo>
                      <a:pt x="142" y="158"/>
                      <a:pt x="136" y="153"/>
                      <a:pt x="136" y="146"/>
                    </a:cubicBezTo>
                    <a:cubicBezTo>
                      <a:pt x="136" y="142"/>
                      <a:pt x="138" y="139"/>
                      <a:pt x="140" y="137"/>
                    </a:cubicBezTo>
                    <a:cubicBezTo>
                      <a:pt x="141" y="136"/>
                      <a:pt x="142" y="136"/>
                      <a:pt x="143" y="136"/>
                    </a:cubicBezTo>
                    <a:lnTo>
                      <a:pt x="158" y="134"/>
                    </a:lnTo>
                    <a:cubicBezTo>
                      <a:pt x="159" y="138"/>
                      <a:pt x="160" y="143"/>
                      <a:pt x="161" y="148"/>
                    </a:cubicBezTo>
                    <a:close/>
                    <a:moveTo>
                      <a:pt x="388" y="315"/>
                    </a:moveTo>
                    <a:lnTo>
                      <a:pt x="388" y="315"/>
                    </a:lnTo>
                    <a:cubicBezTo>
                      <a:pt x="379" y="315"/>
                      <a:pt x="371" y="320"/>
                      <a:pt x="366" y="327"/>
                    </a:cubicBezTo>
                    <a:cubicBezTo>
                      <a:pt x="343" y="322"/>
                      <a:pt x="336" y="310"/>
                      <a:pt x="334" y="300"/>
                    </a:cubicBezTo>
                    <a:cubicBezTo>
                      <a:pt x="366" y="294"/>
                      <a:pt x="389" y="266"/>
                      <a:pt x="389" y="233"/>
                    </a:cubicBezTo>
                    <a:lnTo>
                      <a:pt x="389" y="181"/>
                    </a:lnTo>
                    <a:lnTo>
                      <a:pt x="470" y="168"/>
                    </a:lnTo>
                    <a:cubicBezTo>
                      <a:pt x="471" y="168"/>
                      <a:pt x="472" y="168"/>
                      <a:pt x="472" y="168"/>
                    </a:cubicBezTo>
                    <a:cubicBezTo>
                      <a:pt x="499" y="159"/>
                      <a:pt x="543" y="125"/>
                      <a:pt x="534" y="64"/>
                    </a:cubicBezTo>
                    <a:cubicBezTo>
                      <a:pt x="536" y="62"/>
                      <a:pt x="538" y="61"/>
                      <a:pt x="539" y="59"/>
                    </a:cubicBezTo>
                    <a:cubicBezTo>
                      <a:pt x="540" y="57"/>
                      <a:pt x="550" y="40"/>
                      <a:pt x="544" y="23"/>
                    </a:cubicBezTo>
                    <a:cubicBezTo>
                      <a:pt x="542" y="16"/>
                      <a:pt x="536" y="7"/>
                      <a:pt x="522" y="1"/>
                    </a:cubicBezTo>
                    <a:cubicBezTo>
                      <a:pt x="520" y="0"/>
                      <a:pt x="518" y="0"/>
                      <a:pt x="515" y="1"/>
                    </a:cubicBezTo>
                    <a:lnTo>
                      <a:pt x="11" y="89"/>
                    </a:lnTo>
                    <a:cubicBezTo>
                      <a:pt x="6" y="89"/>
                      <a:pt x="2" y="94"/>
                      <a:pt x="1" y="99"/>
                    </a:cubicBezTo>
                    <a:cubicBezTo>
                      <a:pt x="0" y="104"/>
                      <a:pt x="3" y="109"/>
                      <a:pt x="7" y="111"/>
                    </a:cubicBezTo>
                    <a:cubicBezTo>
                      <a:pt x="9" y="112"/>
                      <a:pt x="34" y="126"/>
                      <a:pt x="71" y="134"/>
                    </a:cubicBezTo>
                    <a:cubicBezTo>
                      <a:pt x="71" y="152"/>
                      <a:pt x="74" y="188"/>
                      <a:pt x="96" y="209"/>
                    </a:cubicBezTo>
                    <a:cubicBezTo>
                      <a:pt x="107" y="219"/>
                      <a:pt x="121" y="224"/>
                      <a:pt x="138" y="224"/>
                    </a:cubicBezTo>
                    <a:cubicBezTo>
                      <a:pt x="143" y="224"/>
                      <a:pt x="149" y="224"/>
                      <a:pt x="155" y="223"/>
                    </a:cubicBezTo>
                    <a:cubicBezTo>
                      <a:pt x="155" y="223"/>
                      <a:pt x="155" y="223"/>
                      <a:pt x="155" y="223"/>
                    </a:cubicBezTo>
                    <a:cubicBezTo>
                      <a:pt x="155" y="223"/>
                      <a:pt x="155" y="223"/>
                      <a:pt x="155" y="223"/>
                    </a:cubicBezTo>
                    <a:lnTo>
                      <a:pt x="254" y="204"/>
                    </a:lnTo>
                    <a:lnTo>
                      <a:pt x="254" y="233"/>
                    </a:lnTo>
                    <a:cubicBezTo>
                      <a:pt x="254" y="267"/>
                      <a:pt x="278" y="295"/>
                      <a:pt x="310" y="300"/>
                    </a:cubicBezTo>
                    <a:cubicBezTo>
                      <a:pt x="314" y="328"/>
                      <a:pt x="332" y="346"/>
                      <a:pt x="364" y="351"/>
                    </a:cubicBezTo>
                    <a:cubicBezTo>
                      <a:pt x="368" y="360"/>
                      <a:pt x="377" y="366"/>
                      <a:pt x="388" y="366"/>
                    </a:cubicBezTo>
                    <a:cubicBezTo>
                      <a:pt x="402" y="366"/>
                      <a:pt x="413" y="355"/>
                      <a:pt x="413" y="341"/>
                    </a:cubicBezTo>
                    <a:cubicBezTo>
                      <a:pt x="413" y="327"/>
                      <a:pt x="402" y="315"/>
                      <a:pt x="388" y="31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0" name="Freeform 249"/>
              <p:cNvSpPr>
                <a:spLocks/>
              </p:cNvSpPr>
              <p:nvPr/>
            </p:nvSpPr>
            <p:spPr bwMode="auto">
              <a:xfrm>
                <a:off x="3178175" y="3160713"/>
                <a:ext cx="93662" cy="85725"/>
              </a:xfrm>
              <a:custGeom>
                <a:avLst/>
                <a:gdLst>
                  <a:gd name="T0" fmla="*/ 94 w 109"/>
                  <a:gd name="T1" fmla="*/ 0 h 100"/>
                  <a:gd name="T2" fmla="*/ 94 w 109"/>
                  <a:gd name="T3" fmla="*/ 0 h 100"/>
                  <a:gd name="T4" fmla="*/ 79 w 109"/>
                  <a:gd name="T5" fmla="*/ 37 h 100"/>
                  <a:gd name="T6" fmla="*/ 48 w 109"/>
                  <a:gd name="T7" fmla="*/ 37 h 100"/>
                  <a:gd name="T8" fmla="*/ 26 w 109"/>
                  <a:gd name="T9" fmla="*/ 24 h 100"/>
                  <a:gd name="T10" fmla="*/ 0 w 109"/>
                  <a:gd name="T11" fmla="*/ 50 h 100"/>
                  <a:gd name="T12" fmla="*/ 26 w 109"/>
                  <a:gd name="T13" fmla="*/ 75 h 100"/>
                  <a:gd name="T14" fmla="*/ 48 w 109"/>
                  <a:gd name="T15" fmla="*/ 62 h 100"/>
                  <a:gd name="T16" fmla="*/ 79 w 109"/>
                  <a:gd name="T17" fmla="*/ 62 h 100"/>
                  <a:gd name="T18" fmla="*/ 94 w 109"/>
                  <a:gd name="T19" fmla="*/ 100 h 100"/>
                  <a:gd name="T20" fmla="*/ 109 w 109"/>
                  <a:gd name="T21" fmla="*/ 50 h 100"/>
                  <a:gd name="T22" fmla="*/ 94 w 109"/>
                  <a:gd name="T2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9" h="100">
                    <a:moveTo>
                      <a:pt x="94" y="0"/>
                    </a:moveTo>
                    <a:lnTo>
                      <a:pt x="94" y="0"/>
                    </a:lnTo>
                    <a:cubicBezTo>
                      <a:pt x="87" y="0"/>
                      <a:pt x="81" y="16"/>
                      <a:pt x="79" y="37"/>
                    </a:cubicBezTo>
                    <a:lnTo>
                      <a:pt x="48" y="37"/>
                    </a:lnTo>
                    <a:cubicBezTo>
                      <a:pt x="44" y="30"/>
                      <a:pt x="35" y="24"/>
                      <a:pt x="26" y="24"/>
                    </a:cubicBezTo>
                    <a:cubicBezTo>
                      <a:pt x="12" y="24"/>
                      <a:pt x="0" y="36"/>
                      <a:pt x="0" y="50"/>
                    </a:cubicBezTo>
                    <a:cubicBezTo>
                      <a:pt x="0" y="64"/>
                      <a:pt x="12" y="75"/>
                      <a:pt x="26" y="75"/>
                    </a:cubicBezTo>
                    <a:cubicBezTo>
                      <a:pt x="35" y="75"/>
                      <a:pt x="44" y="70"/>
                      <a:pt x="48" y="62"/>
                    </a:cubicBezTo>
                    <a:lnTo>
                      <a:pt x="79" y="62"/>
                    </a:lnTo>
                    <a:cubicBezTo>
                      <a:pt x="81" y="84"/>
                      <a:pt x="87" y="100"/>
                      <a:pt x="94" y="100"/>
                    </a:cubicBezTo>
                    <a:cubicBezTo>
                      <a:pt x="102" y="100"/>
                      <a:pt x="109" y="77"/>
                      <a:pt x="109" y="50"/>
                    </a:cubicBezTo>
                    <a:cubicBezTo>
                      <a:pt x="109" y="22"/>
                      <a:pt x="102" y="0"/>
                      <a:pt x="94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7791892" y="2907887"/>
              <a:ext cx="466969" cy="310594"/>
              <a:chOff x="8893175" y="3751263"/>
              <a:chExt cx="584200" cy="444499"/>
            </a:xfrm>
            <a:solidFill>
              <a:srgbClr val="41BDC1"/>
            </a:solidFill>
          </p:grpSpPr>
          <p:sp>
            <p:nvSpPr>
              <p:cNvPr id="70" name="Freeform 120"/>
              <p:cNvSpPr>
                <a:spLocks/>
              </p:cNvSpPr>
              <p:nvPr/>
            </p:nvSpPr>
            <p:spPr bwMode="auto">
              <a:xfrm>
                <a:off x="9228138" y="3805238"/>
                <a:ext cx="79375" cy="106362"/>
              </a:xfrm>
              <a:custGeom>
                <a:avLst/>
                <a:gdLst>
                  <a:gd name="T0" fmla="*/ 17 w 50"/>
                  <a:gd name="T1" fmla="*/ 67 h 67"/>
                  <a:gd name="T2" fmla="*/ 34 w 50"/>
                  <a:gd name="T3" fmla="*/ 67 h 67"/>
                  <a:gd name="T4" fmla="*/ 34 w 50"/>
                  <a:gd name="T5" fmla="*/ 12 h 67"/>
                  <a:gd name="T6" fmla="*/ 50 w 50"/>
                  <a:gd name="T7" fmla="*/ 12 h 67"/>
                  <a:gd name="T8" fmla="*/ 50 w 50"/>
                  <a:gd name="T9" fmla="*/ 0 h 67"/>
                  <a:gd name="T10" fmla="*/ 0 w 50"/>
                  <a:gd name="T11" fmla="*/ 0 h 67"/>
                  <a:gd name="T12" fmla="*/ 0 w 50"/>
                  <a:gd name="T13" fmla="*/ 12 h 67"/>
                  <a:gd name="T14" fmla="*/ 17 w 50"/>
                  <a:gd name="T15" fmla="*/ 12 h 67"/>
                  <a:gd name="T16" fmla="*/ 17 w 50"/>
                  <a:gd name="T17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" h="67">
                    <a:moveTo>
                      <a:pt x="17" y="67"/>
                    </a:moveTo>
                    <a:lnTo>
                      <a:pt x="34" y="67"/>
                    </a:lnTo>
                    <a:lnTo>
                      <a:pt x="34" y="12"/>
                    </a:lnTo>
                    <a:lnTo>
                      <a:pt x="50" y="12"/>
                    </a:lnTo>
                    <a:lnTo>
                      <a:pt x="5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7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Freeform 121"/>
              <p:cNvSpPr>
                <a:spLocks/>
              </p:cNvSpPr>
              <p:nvPr/>
            </p:nvSpPr>
            <p:spPr bwMode="auto">
              <a:xfrm>
                <a:off x="9315450" y="3805238"/>
                <a:ext cx="98425" cy="106362"/>
              </a:xfrm>
              <a:custGeom>
                <a:avLst/>
                <a:gdLst>
                  <a:gd name="T0" fmla="*/ 16 w 26"/>
                  <a:gd name="T1" fmla="*/ 28 h 28"/>
                  <a:gd name="T2" fmla="*/ 26 w 26"/>
                  <a:gd name="T3" fmla="*/ 0 h 28"/>
                  <a:gd name="T4" fmla="*/ 19 w 26"/>
                  <a:gd name="T5" fmla="*/ 0 h 28"/>
                  <a:gd name="T6" fmla="*/ 15 w 26"/>
                  <a:gd name="T7" fmla="*/ 12 h 28"/>
                  <a:gd name="T8" fmla="*/ 13 w 26"/>
                  <a:gd name="T9" fmla="*/ 22 h 28"/>
                  <a:gd name="T10" fmla="*/ 13 w 26"/>
                  <a:gd name="T11" fmla="*/ 22 h 28"/>
                  <a:gd name="T12" fmla="*/ 10 w 26"/>
                  <a:gd name="T13" fmla="*/ 12 h 28"/>
                  <a:gd name="T14" fmla="*/ 7 w 26"/>
                  <a:gd name="T15" fmla="*/ 0 h 28"/>
                  <a:gd name="T16" fmla="*/ 0 w 26"/>
                  <a:gd name="T17" fmla="*/ 0 h 28"/>
                  <a:gd name="T18" fmla="*/ 9 w 26"/>
                  <a:gd name="T19" fmla="*/ 28 h 28"/>
                  <a:gd name="T20" fmla="*/ 16 w 26"/>
                  <a:gd name="T2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28">
                    <a:moveTo>
                      <a:pt x="16" y="28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4" y="15"/>
                      <a:pt x="14" y="18"/>
                      <a:pt x="13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2" y="18"/>
                      <a:pt x="11" y="15"/>
                      <a:pt x="10" y="12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28"/>
                      <a:pt x="9" y="28"/>
                      <a:pt x="9" y="28"/>
                    </a:cubicBezTo>
                    <a:lnTo>
                      <a:pt x="16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Freeform 128"/>
              <p:cNvSpPr>
                <a:spLocks noEditPoints="1"/>
              </p:cNvSpPr>
              <p:nvPr/>
            </p:nvSpPr>
            <p:spPr bwMode="auto">
              <a:xfrm>
                <a:off x="8893175" y="3751263"/>
                <a:ext cx="584200" cy="384175"/>
              </a:xfrm>
              <a:custGeom>
                <a:avLst/>
                <a:gdLst>
                  <a:gd name="T0" fmla="*/ 147 w 155"/>
                  <a:gd name="T1" fmla="*/ 100 h 100"/>
                  <a:gd name="T2" fmla="*/ 8 w 155"/>
                  <a:gd name="T3" fmla="*/ 100 h 100"/>
                  <a:gd name="T4" fmla="*/ 0 w 155"/>
                  <a:gd name="T5" fmla="*/ 92 h 100"/>
                  <a:gd name="T6" fmla="*/ 0 w 155"/>
                  <a:gd name="T7" fmla="*/ 8 h 100"/>
                  <a:gd name="T8" fmla="*/ 8 w 155"/>
                  <a:gd name="T9" fmla="*/ 0 h 100"/>
                  <a:gd name="T10" fmla="*/ 147 w 155"/>
                  <a:gd name="T11" fmla="*/ 0 h 100"/>
                  <a:gd name="T12" fmla="*/ 155 w 155"/>
                  <a:gd name="T13" fmla="*/ 8 h 100"/>
                  <a:gd name="T14" fmla="*/ 155 w 155"/>
                  <a:gd name="T15" fmla="*/ 92 h 100"/>
                  <a:gd name="T16" fmla="*/ 147 w 155"/>
                  <a:gd name="T17" fmla="*/ 100 h 100"/>
                  <a:gd name="T18" fmla="*/ 147 w 155"/>
                  <a:gd name="T19" fmla="*/ 7 h 100"/>
                  <a:gd name="T20" fmla="*/ 8 w 155"/>
                  <a:gd name="T21" fmla="*/ 7 h 100"/>
                  <a:gd name="T22" fmla="*/ 7 w 155"/>
                  <a:gd name="T23" fmla="*/ 8 h 100"/>
                  <a:gd name="T24" fmla="*/ 7 w 155"/>
                  <a:gd name="T25" fmla="*/ 92 h 100"/>
                  <a:gd name="T26" fmla="*/ 8 w 155"/>
                  <a:gd name="T27" fmla="*/ 93 h 100"/>
                  <a:gd name="T28" fmla="*/ 147 w 155"/>
                  <a:gd name="T29" fmla="*/ 93 h 100"/>
                  <a:gd name="T30" fmla="*/ 148 w 155"/>
                  <a:gd name="T31" fmla="*/ 92 h 100"/>
                  <a:gd name="T32" fmla="*/ 148 w 155"/>
                  <a:gd name="T33" fmla="*/ 8 h 100"/>
                  <a:gd name="T34" fmla="*/ 147 w 155"/>
                  <a:gd name="T35" fmla="*/ 7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5" h="100">
                    <a:moveTo>
                      <a:pt x="147" y="100"/>
                    </a:moveTo>
                    <a:cubicBezTo>
                      <a:pt x="8" y="100"/>
                      <a:pt x="8" y="100"/>
                      <a:pt x="8" y="100"/>
                    </a:cubicBezTo>
                    <a:cubicBezTo>
                      <a:pt x="4" y="100"/>
                      <a:pt x="0" y="96"/>
                      <a:pt x="0" y="92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51" y="0"/>
                      <a:pt x="155" y="3"/>
                      <a:pt x="155" y="8"/>
                    </a:cubicBezTo>
                    <a:cubicBezTo>
                      <a:pt x="155" y="92"/>
                      <a:pt x="155" y="92"/>
                      <a:pt x="155" y="92"/>
                    </a:cubicBezTo>
                    <a:cubicBezTo>
                      <a:pt x="155" y="96"/>
                      <a:pt x="151" y="100"/>
                      <a:pt x="147" y="100"/>
                    </a:cubicBezTo>
                    <a:close/>
                    <a:moveTo>
                      <a:pt x="147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7" y="7"/>
                      <a:pt x="7" y="8"/>
                    </a:cubicBezTo>
                    <a:cubicBezTo>
                      <a:pt x="7" y="92"/>
                      <a:pt x="7" y="92"/>
                      <a:pt x="7" y="92"/>
                    </a:cubicBezTo>
                    <a:cubicBezTo>
                      <a:pt x="7" y="92"/>
                      <a:pt x="8" y="92"/>
                      <a:pt x="8" y="93"/>
                    </a:cubicBezTo>
                    <a:cubicBezTo>
                      <a:pt x="147" y="93"/>
                      <a:pt x="147" y="93"/>
                      <a:pt x="147" y="93"/>
                    </a:cubicBezTo>
                    <a:cubicBezTo>
                      <a:pt x="147" y="92"/>
                      <a:pt x="148" y="92"/>
                      <a:pt x="148" y="92"/>
                    </a:cubicBezTo>
                    <a:cubicBezTo>
                      <a:pt x="148" y="8"/>
                      <a:pt x="148" y="8"/>
                      <a:pt x="148" y="8"/>
                    </a:cubicBezTo>
                    <a:cubicBezTo>
                      <a:pt x="148" y="7"/>
                      <a:pt x="147" y="7"/>
                      <a:pt x="14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Freeform 129"/>
              <p:cNvSpPr>
                <a:spLocks/>
              </p:cNvSpPr>
              <p:nvPr/>
            </p:nvSpPr>
            <p:spPr bwMode="auto">
              <a:xfrm>
                <a:off x="9040813" y="4181475"/>
                <a:ext cx="288925" cy="0"/>
              </a:xfrm>
              <a:custGeom>
                <a:avLst/>
                <a:gdLst>
                  <a:gd name="T0" fmla="*/ 0 w 182"/>
                  <a:gd name="T1" fmla="*/ 182 w 182"/>
                  <a:gd name="T2" fmla="*/ 0 w 18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2">
                    <a:moveTo>
                      <a:pt x="0" y="0"/>
                    </a:moveTo>
                    <a:lnTo>
                      <a:pt x="18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4" name="Line 130"/>
              <p:cNvSpPr>
                <a:spLocks noChangeShapeType="1"/>
              </p:cNvSpPr>
              <p:nvPr/>
            </p:nvSpPr>
            <p:spPr bwMode="auto">
              <a:xfrm>
                <a:off x="9040813" y="4181475"/>
                <a:ext cx="288925" cy="0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5" name="Freeform 131"/>
              <p:cNvSpPr>
                <a:spLocks/>
              </p:cNvSpPr>
              <p:nvPr/>
            </p:nvSpPr>
            <p:spPr bwMode="auto">
              <a:xfrm>
                <a:off x="9029700" y="4168775"/>
                <a:ext cx="312738" cy="26987"/>
              </a:xfrm>
              <a:custGeom>
                <a:avLst/>
                <a:gdLst>
                  <a:gd name="T0" fmla="*/ 80 w 83"/>
                  <a:gd name="T1" fmla="*/ 7 h 7"/>
                  <a:gd name="T2" fmla="*/ 3 w 83"/>
                  <a:gd name="T3" fmla="*/ 7 h 7"/>
                  <a:gd name="T4" fmla="*/ 0 w 83"/>
                  <a:gd name="T5" fmla="*/ 3 h 7"/>
                  <a:gd name="T6" fmla="*/ 3 w 83"/>
                  <a:gd name="T7" fmla="*/ 0 h 7"/>
                  <a:gd name="T8" fmla="*/ 80 w 83"/>
                  <a:gd name="T9" fmla="*/ 0 h 7"/>
                  <a:gd name="T10" fmla="*/ 83 w 83"/>
                  <a:gd name="T11" fmla="*/ 3 h 7"/>
                  <a:gd name="T12" fmla="*/ 80 w 83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7">
                    <a:moveTo>
                      <a:pt x="80" y="7"/>
                    </a:moveTo>
                    <a:cubicBezTo>
                      <a:pt x="3" y="7"/>
                      <a:pt x="3" y="7"/>
                      <a:pt x="3" y="7"/>
                    </a:cubicBezTo>
                    <a:cubicBezTo>
                      <a:pt x="1" y="7"/>
                      <a:pt x="0" y="5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2" y="0"/>
                      <a:pt x="83" y="1"/>
                      <a:pt x="83" y="3"/>
                    </a:cubicBezTo>
                    <a:cubicBezTo>
                      <a:pt x="83" y="5"/>
                      <a:pt x="82" y="7"/>
                      <a:pt x="8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6" name="Freeform 132"/>
              <p:cNvSpPr>
                <a:spLocks/>
              </p:cNvSpPr>
              <p:nvPr/>
            </p:nvSpPr>
            <p:spPr bwMode="auto">
              <a:xfrm>
                <a:off x="9183688" y="4119563"/>
                <a:ext cx="0" cy="61912"/>
              </a:xfrm>
              <a:custGeom>
                <a:avLst/>
                <a:gdLst>
                  <a:gd name="T0" fmla="*/ 0 h 39"/>
                  <a:gd name="T1" fmla="*/ 39 h 39"/>
                  <a:gd name="T2" fmla="*/ 0 h 3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9">
                    <a:moveTo>
                      <a:pt x="0" y="0"/>
                    </a:moveTo>
                    <a:lnTo>
                      <a:pt x="0" y="3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7" name="Line 133"/>
              <p:cNvSpPr>
                <a:spLocks noChangeShapeType="1"/>
              </p:cNvSpPr>
              <p:nvPr/>
            </p:nvSpPr>
            <p:spPr bwMode="auto">
              <a:xfrm>
                <a:off x="9183688" y="4119563"/>
                <a:ext cx="0" cy="61912"/>
              </a:xfrm>
              <a:prstGeom prst="lin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78" name="Freeform 134"/>
              <p:cNvSpPr>
                <a:spLocks/>
              </p:cNvSpPr>
              <p:nvPr/>
            </p:nvSpPr>
            <p:spPr bwMode="auto">
              <a:xfrm>
                <a:off x="9172575" y="4108450"/>
                <a:ext cx="25400" cy="87312"/>
              </a:xfrm>
              <a:custGeom>
                <a:avLst/>
                <a:gdLst>
                  <a:gd name="T0" fmla="*/ 3 w 7"/>
                  <a:gd name="T1" fmla="*/ 23 h 23"/>
                  <a:gd name="T2" fmla="*/ 0 w 7"/>
                  <a:gd name="T3" fmla="*/ 19 h 23"/>
                  <a:gd name="T4" fmla="*/ 0 w 7"/>
                  <a:gd name="T5" fmla="*/ 3 h 23"/>
                  <a:gd name="T6" fmla="*/ 3 w 7"/>
                  <a:gd name="T7" fmla="*/ 0 h 23"/>
                  <a:gd name="T8" fmla="*/ 7 w 7"/>
                  <a:gd name="T9" fmla="*/ 3 h 23"/>
                  <a:gd name="T10" fmla="*/ 7 w 7"/>
                  <a:gd name="T11" fmla="*/ 19 h 23"/>
                  <a:gd name="T12" fmla="*/ 3 w 7"/>
                  <a:gd name="T13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23">
                    <a:moveTo>
                      <a:pt x="3" y="23"/>
                    </a:moveTo>
                    <a:cubicBezTo>
                      <a:pt x="1" y="23"/>
                      <a:pt x="0" y="21"/>
                      <a:pt x="0" y="1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5" y="0"/>
                      <a:pt x="7" y="1"/>
                      <a:pt x="7" y="3"/>
                    </a:cubicBezTo>
                    <a:cubicBezTo>
                      <a:pt x="7" y="19"/>
                      <a:pt x="7" y="19"/>
                      <a:pt x="7" y="19"/>
                    </a:cubicBezTo>
                    <a:cubicBezTo>
                      <a:pt x="7" y="21"/>
                      <a:pt x="5" y="23"/>
                      <a:pt x="3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0" name="Freeform 167"/>
            <p:cNvSpPr>
              <a:spLocks noEditPoints="1"/>
            </p:cNvSpPr>
            <p:nvPr/>
          </p:nvSpPr>
          <p:spPr bwMode="auto">
            <a:xfrm>
              <a:off x="3287688" y="4189080"/>
              <a:ext cx="505906" cy="480531"/>
            </a:xfrm>
            <a:custGeom>
              <a:avLst/>
              <a:gdLst>
                <a:gd name="T0" fmla="*/ 149 w 152"/>
                <a:gd name="T1" fmla="*/ 98 h 163"/>
                <a:gd name="T2" fmla="*/ 91 w 152"/>
                <a:gd name="T3" fmla="*/ 54 h 163"/>
                <a:gd name="T4" fmla="*/ 91 w 152"/>
                <a:gd name="T5" fmla="*/ 14 h 163"/>
                <a:gd name="T6" fmla="*/ 76 w 152"/>
                <a:gd name="T7" fmla="*/ 0 h 163"/>
                <a:gd name="T8" fmla="*/ 66 w 152"/>
                <a:gd name="T9" fmla="*/ 4 h 163"/>
                <a:gd name="T10" fmla="*/ 61 w 152"/>
                <a:gd name="T11" fmla="*/ 14 h 163"/>
                <a:gd name="T12" fmla="*/ 61 w 152"/>
                <a:gd name="T13" fmla="*/ 53 h 163"/>
                <a:gd name="T14" fmla="*/ 2 w 152"/>
                <a:gd name="T15" fmla="*/ 97 h 163"/>
                <a:gd name="T16" fmla="*/ 0 w 152"/>
                <a:gd name="T17" fmla="*/ 101 h 163"/>
                <a:gd name="T18" fmla="*/ 4 w 152"/>
                <a:gd name="T19" fmla="*/ 114 h 163"/>
                <a:gd name="T20" fmla="*/ 8 w 152"/>
                <a:gd name="T21" fmla="*/ 116 h 163"/>
                <a:gd name="T22" fmla="*/ 61 w 152"/>
                <a:gd name="T23" fmla="*/ 102 h 163"/>
                <a:gd name="T24" fmla="*/ 60 w 152"/>
                <a:gd name="T25" fmla="*/ 124 h 163"/>
                <a:gd name="T26" fmla="*/ 61 w 152"/>
                <a:gd name="T27" fmla="*/ 128 h 163"/>
                <a:gd name="T28" fmla="*/ 35 w 152"/>
                <a:gd name="T29" fmla="*/ 149 h 163"/>
                <a:gd name="T30" fmla="*/ 34 w 152"/>
                <a:gd name="T31" fmla="*/ 152 h 163"/>
                <a:gd name="T32" fmla="*/ 37 w 152"/>
                <a:gd name="T33" fmla="*/ 161 h 163"/>
                <a:gd name="T34" fmla="*/ 39 w 152"/>
                <a:gd name="T35" fmla="*/ 163 h 163"/>
                <a:gd name="T36" fmla="*/ 42 w 152"/>
                <a:gd name="T37" fmla="*/ 163 h 163"/>
                <a:gd name="T38" fmla="*/ 75 w 152"/>
                <a:gd name="T39" fmla="*/ 156 h 163"/>
                <a:gd name="T40" fmla="*/ 108 w 152"/>
                <a:gd name="T41" fmla="*/ 163 h 163"/>
                <a:gd name="T42" fmla="*/ 111 w 152"/>
                <a:gd name="T43" fmla="*/ 163 h 163"/>
                <a:gd name="T44" fmla="*/ 113 w 152"/>
                <a:gd name="T45" fmla="*/ 161 h 163"/>
                <a:gd name="T46" fmla="*/ 116 w 152"/>
                <a:gd name="T47" fmla="*/ 153 h 163"/>
                <a:gd name="T48" fmla="*/ 115 w 152"/>
                <a:gd name="T49" fmla="*/ 149 h 163"/>
                <a:gd name="T50" fmla="*/ 90 w 152"/>
                <a:gd name="T51" fmla="*/ 128 h 163"/>
                <a:gd name="T52" fmla="*/ 90 w 152"/>
                <a:gd name="T53" fmla="*/ 124 h 163"/>
                <a:gd name="T54" fmla="*/ 90 w 152"/>
                <a:gd name="T55" fmla="*/ 102 h 163"/>
                <a:gd name="T56" fmla="*/ 139 w 152"/>
                <a:gd name="T57" fmla="*/ 116 h 163"/>
                <a:gd name="T58" fmla="*/ 150 w 152"/>
                <a:gd name="T59" fmla="*/ 115 h 163"/>
                <a:gd name="T60" fmla="*/ 152 w 152"/>
                <a:gd name="T61" fmla="*/ 105 h 163"/>
                <a:gd name="T62" fmla="*/ 149 w 152"/>
                <a:gd name="T63" fmla="*/ 98 h 163"/>
                <a:gd name="T64" fmla="*/ 144 w 152"/>
                <a:gd name="T65" fmla="*/ 111 h 163"/>
                <a:gd name="T66" fmla="*/ 88 w 152"/>
                <a:gd name="T67" fmla="*/ 95 h 163"/>
                <a:gd name="T68" fmla="*/ 85 w 152"/>
                <a:gd name="T69" fmla="*/ 95 h 163"/>
                <a:gd name="T70" fmla="*/ 84 w 152"/>
                <a:gd name="T71" fmla="*/ 98 h 163"/>
                <a:gd name="T72" fmla="*/ 84 w 152"/>
                <a:gd name="T73" fmla="*/ 124 h 163"/>
                <a:gd name="T74" fmla="*/ 83 w 152"/>
                <a:gd name="T75" fmla="*/ 128 h 163"/>
                <a:gd name="T76" fmla="*/ 84 w 152"/>
                <a:gd name="T77" fmla="*/ 132 h 163"/>
                <a:gd name="T78" fmla="*/ 109 w 152"/>
                <a:gd name="T79" fmla="*/ 153 h 163"/>
                <a:gd name="T80" fmla="*/ 108 w 152"/>
                <a:gd name="T81" fmla="*/ 156 h 163"/>
                <a:gd name="T82" fmla="*/ 75 w 152"/>
                <a:gd name="T83" fmla="*/ 149 h 163"/>
                <a:gd name="T84" fmla="*/ 42 w 152"/>
                <a:gd name="T85" fmla="*/ 155 h 163"/>
                <a:gd name="T86" fmla="*/ 41 w 152"/>
                <a:gd name="T87" fmla="*/ 152 h 163"/>
                <a:gd name="T88" fmla="*/ 67 w 152"/>
                <a:gd name="T89" fmla="*/ 132 h 163"/>
                <a:gd name="T90" fmla="*/ 68 w 152"/>
                <a:gd name="T91" fmla="*/ 128 h 163"/>
                <a:gd name="T92" fmla="*/ 67 w 152"/>
                <a:gd name="T93" fmla="*/ 124 h 163"/>
                <a:gd name="T94" fmla="*/ 67 w 152"/>
                <a:gd name="T95" fmla="*/ 98 h 163"/>
                <a:gd name="T96" fmla="*/ 66 w 152"/>
                <a:gd name="T97" fmla="*/ 95 h 163"/>
                <a:gd name="T98" fmla="*/ 63 w 152"/>
                <a:gd name="T99" fmla="*/ 94 h 163"/>
                <a:gd name="T100" fmla="*/ 9 w 152"/>
                <a:gd name="T101" fmla="*/ 109 h 163"/>
                <a:gd name="T102" fmla="*/ 7 w 152"/>
                <a:gd name="T103" fmla="*/ 101 h 163"/>
                <a:gd name="T104" fmla="*/ 66 w 152"/>
                <a:gd name="T105" fmla="*/ 58 h 163"/>
                <a:gd name="T106" fmla="*/ 67 w 152"/>
                <a:gd name="T107" fmla="*/ 55 h 163"/>
                <a:gd name="T108" fmla="*/ 68 w 152"/>
                <a:gd name="T109" fmla="*/ 14 h 163"/>
                <a:gd name="T110" fmla="*/ 70 w 152"/>
                <a:gd name="T111" fmla="*/ 8 h 163"/>
                <a:gd name="T112" fmla="*/ 76 w 152"/>
                <a:gd name="T113" fmla="*/ 6 h 163"/>
                <a:gd name="T114" fmla="*/ 84 w 152"/>
                <a:gd name="T115" fmla="*/ 14 h 163"/>
                <a:gd name="T116" fmla="*/ 84 w 152"/>
                <a:gd name="T117" fmla="*/ 55 h 163"/>
                <a:gd name="T118" fmla="*/ 85 w 152"/>
                <a:gd name="T119" fmla="*/ 58 h 163"/>
                <a:gd name="T120" fmla="*/ 145 w 152"/>
                <a:gd name="T121" fmla="*/ 103 h 163"/>
                <a:gd name="T122" fmla="*/ 144 w 152"/>
                <a:gd name="T123" fmla="*/ 111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163">
                  <a:moveTo>
                    <a:pt x="149" y="98"/>
                  </a:moveTo>
                  <a:cubicBezTo>
                    <a:pt x="91" y="54"/>
                    <a:pt x="91" y="54"/>
                    <a:pt x="91" y="54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7"/>
                    <a:pt x="84" y="0"/>
                    <a:pt x="76" y="0"/>
                  </a:cubicBezTo>
                  <a:cubicBezTo>
                    <a:pt x="72" y="0"/>
                    <a:pt x="68" y="1"/>
                    <a:pt x="66" y="4"/>
                  </a:cubicBezTo>
                  <a:cubicBezTo>
                    <a:pt x="63" y="7"/>
                    <a:pt x="61" y="10"/>
                    <a:pt x="61" y="14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2" y="97"/>
                    <a:pt x="2" y="97"/>
                    <a:pt x="2" y="97"/>
                  </a:cubicBezTo>
                  <a:cubicBezTo>
                    <a:pt x="1" y="98"/>
                    <a:pt x="0" y="100"/>
                    <a:pt x="0" y="101"/>
                  </a:cubicBezTo>
                  <a:cubicBezTo>
                    <a:pt x="4" y="114"/>
                    <a:pt x="4" y="114"/>
                    <a:pt x="4" y="114"/>
                  </a:cubicBezTo>
                  <a:cubicBezTo>
                    <a:pt x="5" y="115"/>
                    <a:pt x="6" y="116"/>
                    <a:pt x="8" y="116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0" y="124"/>
                    <a:pt x="60" y="124"/>
                    <a:pt x="60" y="124"/>
                  </a:cubicBezTo>
                  <a:cubicBezTo>
                    <a:pt x="60" y="125"/>
                    <a:pt x="61" y="127"/>
                    <a:pt x="61" y="128"/>
                  </a:cubicBezTo>
                  <a:cubicBezTo>
                    <a:pt x="35" y="149"/>
                    <a:pt x="35" y="149"/>
                    <a:pt x="35" y="149"/>
                  </a:cubicBezTo>
                  <a:cubicBezTo>
                    <a:pt x="34" y="149"/>
                    <a:pt x="34" y="151"/>
                    <a:pt x="34" y="152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8" y="162"/>
                    <a:pt x="38" y="162"/>
                    <a:pt x="39" y="163"/>
                  </a:cubicBezTo>
                  <a:cubicBezTo>
                    <a:pt x="40" y="163"/>
                    <a:pt x="41" y="163"/>
                    <a:pt x="42" y="163"/>
                  </a:cubicBezTo>
                  <a:cubicBezTo>
                    <a:pt x="52" y="158"/>
                    <a:pt x="64" y="156"/>
                    <a:pt x="75" y="156"/>
                  </a:cubicBezTo>
                  <a:cubicBezTo>
                    <a:pt x="87" y="156"/>
                    <a:pt x="98" y="158"/>
                    <a:pt x="108" y="163"/>
                  </a:cubicBezTo>
                  <a:cubicBezTo>
                    <a:pt x="109" y="163"/>
                    <a:pt x="110" y="163"/>
                    <a:pt x="111" y="163"/>
                  </a:cubicBezTo>
                  <a:cubicBezTo>
                    <a:pt x="112" y="163"/>
                    <a:pt x="112" y="162"/>
                    <a:pt x="113" y="161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7" y="151"/>
                    <a:pt x="116" y="150"/>
                    <a:pt x="115" y="14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5"/>
                    <a:pt x="90" y="124"/>
                  </a:cubicBezTo>
                  <a:cubicBezTo>
                    <a:pt x="90" y="102"/>
                    <a:pt x="90" y="102"/>
                    <a:pt x="90" y="102"/>
                  </a:cubicBezTo>
                  <a:cubicBezTo>
                    <a:pt x="139" y="116"/>
                    <a:pt x="139" y="116"/>
                    <a:pt x="139" y="116"/>
                  </a:cubicBezTo>
                  <a:cubicBezTo>
                    <a:pt x="148" y="118"/>
                    <a:pt x="150" y="115"/>
                    <a:pt x="150" y="115"/>
                  </a:cubicBezTo>
                  <a:cubicBezTo>
                    <a:pt x="150" y="115"/>
                    <a:pt x="151" y="109"/>
                    <a:pt x="152" y="105"/>
                  </a:cubicBezTo>
                  <a:cubicBezTo>
                    <a:pt x="152" y="101"/>
                    <a:pt x="149" y="98"/>
                    <a:pt x="149" y="98"/>
                  </a:cubicBezTo>
                  <a:close/>
                  <a:moveTo>
                    <a:pt x="144" y="111"/>
                  </a:moveTo>
                  <a:cubicBezTo>
                    <a:pt x="88" y="95"/>
                    <a:pt x="88" y="95"/>
                    <a:pt x="88" y="95"/>
                  </a:cubicBezTo>
                  <a:cubicBezTo>
                    <a:pt x="87" y="94"/>
                    <a:pt x="86" y="95"/>
                    <a:pt x="85" y="95"/>
                  </a:cubicBezTo>
                  <a:cubicBezTo>
                    <a:pt x="84" y="96"/>
                    <a:pt x="84" y="97"/>
                    <a:pt x="84" y="98"/>
                  </a:cubicBezTo>
                  <a:cubicBezTo>
                    <a:pt x="84" y="124"/>
                    <a:pt x="84" y="124"/>
                    <a:pt x="84" y="124"/>
                  </a:cubicBezTo>
                  <a:cubicBezTo>
                    <a:pt x="84" y="125"/>
                    <a:pt x="83" y="126"/>
                    <a:pt x="83" y="128"/>
                  </a:cubicBezTo>
                  <a:cubicBezTo>
                    <a:pt x="82" y="129"/>
                    <a:pt x="82" y="131"/>
                    <a:pt x="84" y="132"/>
                  </a:cubicBezTo>
                  <a:cubicBezTo>
                    <a:pt x="109" y="153"/>
                    <a:pt x="109" y="153"/>
                    <a:pt x="109" y="153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97" y="151"/>
                    <a:pt x="86" y="149"/>
                    <a:pt x="75" y="149"/>
                  </a:cubicBezTo>
                  <a:cubicBezTo>
                    <a:pt x="64" y="149"/>
                    <a:pt x="53" y="151"/>
                    <a:pt x="42" y="155"/>
                  </a:cubicBezTo>
                  <a:cubicBezTo>
                    <a:pt x="41" y="152"/>
                    <a:pt x="41" y="152"/>
                    <a:pt x="41" y="152"/>
                  </a:cubicBezTo>
                  <a:cubicBezTo>
                    <a:pt x="67" y="132"/>
                    <a:pt x="67" y="132"/>
                    <a:pt x="67" y="132"/>
                  </a:cubicBezTo>
                  <a:cubicBezTo>
                    <a:pt x="68" y="131"/>
                    <a:pt x="69" y="129"/>
                    <a:pt x="68" y="128"/>
                  </a:cubicBezTo>
                  <a:cubicBezTo>
                    <a:pt x="67" y="126"/>
                    <a:pt x="67" y="125"/>
                    <a:pt x="67" y="124"/>
                  </a:cubicBezTo>
                  <a:cubicBezTo>
                    <a:pt x="67" y="98"/>
                    <a:pt x="67" y="98"/>
                    <a:pt x="67" y="98"/>
                  </a:cubicBezTo>
                  <a:cubicBezTo>
                    <a:pt x="67" y="97"/>
                    <a:pt x="67" y="96"/>
                    <a:pt x="66" y="95"/>
                  </a:cubicBezTo>
                  <a:cubicBezTo>
                    <a:pt x="65" y="94"/>
                    <a:pt x="64" y="94"/>
                    <a:pt x="63" y="94"/>
                  </a:cubicBezTo>
                  <a:cubicBezTo>
                    <a:pt x="9" y="109"/>
                    <a:pt x="9" y="109"/>
                    <a:pt x="9" y="109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66" y="58"/>
                    <a:pt x="66" y="58"/>
                    <a:pt x="66" y="58"/>
                  </a:cubicBezTo>
                  <a:cubicBezTo>
                    <a:pt x="67" y="57"/>
                    <a:pt x="67" y="56"/>
                    <a:pt x="67" y="55"/>
                  </a:cubicBezTo>
                  <a:cubicBezTo>
                    <a:pt x="68" y="14"/>
                    <a:pt x="68" y="14"/>
                    <a:pt x="68" y="14"/>
                  </a:cubicBezTo>
                  <a:cubicBezTo>
                    <a:pt x="68" y="12"/>
                    <a:pt x="69" y="10"/>
                    <a:pt x="70" y="8"/>
                  </a:cubicBezTo>
                  <a:cubicBezTo>
                    <a:pt x="72" y="7"/>
                    <a:pt x="74" y="6"/>
                    <a:pt x="76" y="6"/>
                  </a:cubicBezTo>
                  <a:cubicBezTo>
                    <a:pt x="81" y="6"/>
                    <a:pt x="84" y="10"/>
                    <a:pt x="84" y="1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6"/>
                    <a:pt x="85" y="57"/>
                    <a:pt x="85" y="58"/>
                  </a:cubicBezTo>
                  <a:cubicBezTo>
                    <a:pt x="145" y="103"/>
                    <a:pt x="145" y="103"/>
                    <a:pt x="145" y="103"/>
                  </a:cubicBezTo>
                  <a:lnTo>
                    <a:pt x="144" y="111"/>
                  </a:lnTo>
                  <a:close/>
                </a:path>
              </a:pathLst>
            </a:custGeom>
            <a:solidFill>
              <a:srgbClr val="41BDC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6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72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908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45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80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816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52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87" algn="l" defTabSz="1219272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 pitchFamily="34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026482" y="3720614"/>
              <a:ext cx="727901" cy="299672"/>
              <a:chOff x="4681538" y="5495926"/>
              <a:chExt cx="765175" cy="360362"/>
            </a:xfrm>
            <a:solidFill>
              <a:srgbClr val="41BDC1"/>
            </a:solidFill>
          </p:grpSpPr>
          <p:sp>
            <p:nvSpPr>
              <p:cNvPr id="65" name="Freeform 5"/>
              <p:cNvSpPr>
                <a:spLocks noEditPoints="1"/>
              </p:cNvSpPr>
              <p:nvPr/>
            </p:nvSpPr>
            <p:spPr bwMode="auto">
              <a:xfrm>
                <a:off x="5221288" y="5697538"/>
                <a:ext cx="152400" cy="158750"/>
              </a:xfrm>
              <a:custGeom>
                <a:avLst/>
                <a:gdLst>
                  <a:gd name="T0" fmla="*/ 20 w 40"/>
                  <a:gd name="T1" fmla="*/ 0 h 41"/>
                  <a:gd name="T2" fmla="*/ 16 w 40"/>
                  <a:gd name="T3" fmla="*/ 0 h 41"/>
                  <a:gd name="T4" fmla="*/ 0 w 40"/>
                  <a:gd name="T5" fmla="*/ 20 h 41"/>
                  <a:gd name="T6" fmla="*/ 6 w 40"/>
                  <a:gd name="T7" fmla="*/ 35 h 41"/>
                  <a:gd name="T8" fmla="*/ 20 w 40"/>
                  <a:gd name="T9" fmla="*/ 41 h 41"/>
                  <a:gd name="T10" fmla="*/ 24 w 40"/>
                  <a:gd name="T11" fmla="*/ 40 h 41"/>
                  <a:gd name="T12" fmla="*/ 40 w 40"/>
                  <a:gd name="T13" fmla="*/ 20 h 41"/>
                  <a:gd name="T14" fmla="*/ 35 w 40"/>
                  <a:gd name="T15" fmla="*/ 6 h 41"/>
                  <a:gd name="T16" fmla="*/ 20 w 40"/>
                  <a:gd name="T17" fmla="*/ 0 h 41"/>
                  <a:gd name="T18" fmla="*/ 34 w 40"/>
                  <a:gd name="T19" fmla="*/ 20 h 41"/>
                  <a:gd name="T20" fmla="*/ 20 w 40"/>
                  <a:gd name="T21" fmla="*/ 34 h 41"/>
                  <a:gd name="T22" fmla="*/ 10 w 40"/>
                  <a:gd name="T23" fmla="*/ 30 h 41"/>
                  <a:gd name="T24" fmla="*/ 6 w 40"/>
                  <a:gd name="T25" fmla="*/ 20 h 41"/>
                  <a:gd name="T26" fmla="*/ 17 w 40"/>
                  <a:gd name="T27" fmla="*/ 7 h 41"/>
                  <a:gd name="T28" fmla="*/ 20 w 40"/>
                  <a:gd name="T29" fmla="*/ 6 h 41"/>
                  <a:gd name="T30" fmla="*/ 30 w 40"/>
                  <a:gd name="T31" fmla="*/ 10 h 41"/>
                  <a:gd name="T32" fmla="*/ 34 w 40"/>
                  <a:gd name="T33" fmla="*/ 2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" h="41">
                    <a:moveTo>
                      <a:pt x="20" y="0"/>
                    </a:moveTo>
                    <a:cubicBezTo>
                      <a:pt x="19" y="0"/>
                      <a:pt x="17" y="0"/>
                      <a:pt x="16" y="0"/>
                    </a:cubicBezTo>
                    <a:cubicBezTo>
                      <a:pt x="6" y="2"/>
                      <a:pt x="0" y="10"/>
                      <a:pt x="0" y="20"/>
                    </a:cubicBezTo>
                    <a:cubicBezTo>
                      <a:pt x="0" y="26"/>
                      <a:pt x="2" y="31"/>
                      <a:pt x="6" y="35"/>
                    </a:cubicBezTo>
                    <a:cubicBezTo>
                      <a:pt x="9" y="38"/>
                      <a:pt x="15" y="41"/>
                      <a:pt x="20" y="41"/>
                    </a:cubicBezTo>
                    <a:cubicBezTo>
                      <a:pt x="21" y="41"/>
                      <a:pt x="23" y="40"/>
                      <a:pt x="24" y="40"/>
                    </a:cubicBezTo>
                    <a:cubicBezTo>
                      <a:pt x="34" y="38"/>
                      <a:pt x="40" y="30"/>
                      <a:pt x="40" y="20"/>
                    </a:cubicBezTo>
                    <a:cubicBezTo>
                      <a:pt x="40" y="15"/>
                      <a:pt x="38" y="10"/>
                      <a:pt x="35" y="6"/>
                    </a:cubicBezTo>
                    <a:cubicBezTo>
                      <a:pt x="31" y="2"/>
                      <a:pt x="25" y="0"/>
                      <a:pt x="20" y="0"/>
                    </a:cubicBezTo>
                    <a:close/>
                    <a:moveTo>
                      <a:pt x="34" y="20"/>
                    </a:moveTo>
                    <a:cubicBezTo>
                      <a:pt x="34" y="28"/>
                      <a:pt x="28" y="34"/>
                      <a:pt x="20" y="34"/>
                    </a:cubicBezTo>
                    <a:cubicBezTo>
                      <a:pt x="16" y="34"/>
                      <a:pt x="13" y="32"/>
                      <a:pt x="10" y="30"/>
                    </a:cubicBezTo>
                    <a:cubicBezTo>
                      <a:pt x="8" y="27"/>
                      <a:pt x="6" y="24"/>
                      <a:pt x="6" y="20"/>
                    </a:cubicBezTo>
                    <a:cubicBezTo>
                      <a:pt x="6" y="14"/>
                      <a:pt x="11" y="8"/>
                      <a:pt x="17" y="7"/>
                    </a:cubicBezTo>
                    <a:cubicBezTo>
                      <a:pt x="18" y="6"/>
                      <a:pt x="19" y="6"/>
                      <a:pt x="20" y="6"/>
                    </a:cubicBezTo>
                    <a:cubicBezTo>
                      <a:pt x="24" y="6"/>
                      <a:pt x="27" y="8"/>
                      <a:pt x="30" y="10"/>
                    </a:cubicBezTo>
                    <a:cubicBezTo>
                      <a:pt x="32" y="13"/>
                      <a:pt x="34" y="16"/>
                      <a:pt x="3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66" name="Freeform 6"/>
              <p:cNvSpPr>
                <a:spLocks noEditPoints="1"/>
              </p:cNvSpPr>
              <p:nvPr/>
            </p:nvSpPr>
            <p:spPr bwMode="auto">
              <a:xfrm>
                <a:off x="4746626" y="5697538"/>
                <a:ext cx="155575" cy="158750"/>
              </a:xfrm>
              <a:custGeom>
                <a:avLst/>
                <a:gdLst>
                  <a:gd name="T0" fmla="*/ 20 w 41"/>
                  <a:gd name="T1" fmla="*/ 0 h 41"/>
                  <a:gd name="T2" fmla="*/ 0 w 41"/>
                  <a:gd name="T3" fmla="*/ 20 h 41"/>
                  <a:gd name="T4" fmla="*/ 20 w 41"/>
                  <a:gd name="T5" fmla="*/ 41 h 41"/>
                  <a:gd name="T6" fmla="*/ 24 w 41"/>
                  <a:gd name="T7" fmla="*/ 40 h 41"/>
                  <a:gd name="T8" fmla="*/ 41 w 41"/>
                  <a:gd name="T9" fmla="*/ 20 h 41"/>
                  <a:gd name="T10" fmla="*/ 20 w 41"/>
                  <a:gd name="T11" fmla="*/ 0 h 41"/>
                  <a:gd name="T12" fmla="*/ 34 w 41"/>
                  <a:gd name="T13" fmla="*/ 20 h 41"/>
                  <a:gd name="T14" fmla="*/ 23 w 41"/>
                  <a:gd name="T15" fmla="*/ 34 h 41"/>
                  <a:gd name="T16" fmla="*/ 20 w 41"/>
                  <a:gd name="T17" fmla="*/ 34 h 41"/>
                  <a:gd name="T18" fmla="*/ 6 w 41"/>
                  <a:gd name="T19" fmla="*/ 20 h 41"/>
                  <a:gd name="T20" fmla="*/ 17 w 41"/>
                  <a:gd name="T21" fmla="*/ 6 h 41"/>
                  <a:gd name="T22" fmla="*/ 20 w 41"/>
                  <a:gd name="T23" fmla="*/ 6 h 41"/>
                  <a:gd name="T24" fmla="*/ 34 w 41"/>
                  <a:gd name="T25" fmla="*/ 2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41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1"/>
                    </a:cubicBezTo>
                    <a:cubicBezTo>
                      <a:pt x="21" y="41"/>
                      <a:pt x="23" y="40"/>
                      <a:pt x="24" y="40"/>
                    </a:cubicBezTo>
                    <a:cubicBezTo>
                      <a:pt x="34" y="38"/>
                      <a:pt x="41" y="30"/>
                      <a:pt x="41" y="20"/>
                    </a:cubicBezTo>
                    <a:cubicBezTo>
                      <a:pt x="41" y="9"/>
                      <a:pt x="31" y="0"/>
                      <a:pt x="20" y="0"/>
                    </a:cubicBezTo>
                    <a:close/>
                    <a:moveTo>
                      <a:pt x="34" y="20"/>
                    </a:moveTo>
                    <a:cubicBezTo>
                      <a:pt x="34" y="27"/>
                      <a:pt x="29" y="32"/>
                      <a:pt x="23" y="34"/>
                    </a:cubicBezTo>
                    <a:cubicBezTo>
                      <a:pt x="22" y="34"/>
                      <a:pt x="21" y="34"/>
                      <a:pt x="20" y="34"/>
                    </a:cubicBezTo>
                    <a:cubicBezTo>
                      <a:pt x="12" y="34"/>
                      <a:pt x="6" y="28"/>
                      <a:pt x="6" y="20"/>
                    </a:cubicBezTo>
                    <a:cubicBezTo>
                      <a:pt x="6" y="13"/>
                      <a:pt x="11" y="8"/>
                      <a:pt x="17" y="6"/>
                    </a:cubicBezTo>
                    <a:cubicBezTo>
                      <a:pt x="18" y="6"/>
                      <a:pt x="19" y="6"/>
                      <a:pt x="20" y="6"/>
                    </a:cubicBezTo>
                    <a:cubicBezTo>
                      <a:pt x="28" y="6"/>
                      <a:pt x="34" y="12"/>
                      <a:pt x="3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Freeform 7"/>
              <p:cNvSpPr>
                <a:spLocks/>
              </p:cNvSpPr>
              <p:nvPr/>
            </p:nvSpPr>
            <p:spPr bwMode="auto">
              <a:xfrm>
                <a:off x="4681538" y="5495926"/>
                <a:ext cx="765175" cy="298450"/>
              </a:xfrm>
              <a:custGeom>
                <a:avLst/>
                <a:gdLst>
                  <a:gd name="T0" fmla="*/ 199 w 201"/>
                  <a:gd name="T1" fmla="*/ 61 h 77"/>
                  <a:gd name="T2" fmla="*/ 156 w 201"/>
                  <a:gd name="T3" fmla="*/ 37 h 77"/>
                  <a:gd name="T4" fmla="*/ 155 w 201"/>
                  <a:gd name="T5" fmla="*/ 37 h 77"/>
                  <a:gd name="T6" fmla="*/ 54 w 201"/>
                  <a:gd name="T7" fmla="*/ 19 h 77"/>
                  <a:gd name="T8" fmla="*/ 3 w 201"/>
                  <a:gd name="T9" fmla="*/ 57 h 77"/>
                  <a:gd name="T10" fmla="*/ 1 w 201"/>
                  <a:gd name="T11" fmla="*/ 74 h 77"/>
                  <a:gd name="T12" fmla="*/ 5 w 201"/>
                  <a:gd name="T13" fmla="*/ 77 h 77"/>
                  <a:gd name="T14" fmla="*/ 8 w 201"/>
                  <a:gd name="T15" fmla="*/ 74 h 77"/>
                  <a:gd name="T16" fmla="*/ 9 w 201"/>
                  <a:gd name="T17" fmla="*/ 60 h 77"/>
                  <a:gd name="T18" fmla="*/ 57 w 201"/>
                  <a:gd name="T19" fmla="*/ 25 h 77"/>
                  <a:gd name="T20" fmla="*/ 151 w 201"/>
                  <a:gd name="T21" fmla="*/ 43 h 77"/>
                  <a:gd name="T22" fmla="*/ 153 w 201"/>
                  <a:gd name="T23" fmla="*/ 44 h 77"/>
                  <a:gd name="T24" fmla="*/ 155 w 201"/>
                  <a:gd name="T25" fmla="*/ 44 h 77"/>
                  <a:gd name="T26" fmla="*/ 192 w 201"/>
                  <a:gd name="T27" fmla="*/ 63 h 77"/>
                  <a:gd name="T28" fmla="*/ 194 w 201"/>
                  <a:gd name="T29" fmla="*/ 74 h 77"/>
                  <a:gd name="T30" fmla="*/ 197 w 201"/>
                  <a:gd name="T31" fmla="*/ 77 h 77"/>
                  <a:gd name="T32" fmla="*/ 198 w 201"/>
                  <a:gd name="T33" fmla="*/ 77 h 77"/>
                  <a:gd name="T34" fmla="*/ 201 w 201"/>
                  <a:gd name="T35" fmla="*/ 74 h 77"/>
                  <a:gd name="T36" fmla="*/ 199 w 201"/>
                  <a:gd name="T37" fmla="*/ 6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1" h="77">
                    <a:moveTo>
                      <a:pt x="199" y="61"/>
                    </a:moveTo>
                    <a:cubicBezTo>
                      <a:pt x="192" y="40"/>
                      <a:pt x="166" y="38"/>
                      <a:pt x="156" y="37"/>
                    </a:cubicBezTo>
                    <a:cubicBezTo>
                      <a:pt x="155" y="37"/>
                      <a:pt x="155" y="37"/>
                      <a:pt x="155" y="37"/>
                    </a:cubicBezTo>
                    <a:cubicBezTo>
                      <a:pt x="113" y="0"/>
                      <a:pt x="71" y="12"/>
                      <a:pt x="54" y="19"/>
                    </a:cubicBezTo>
                    <a:cubicBezTo>
                      <a:pt x="33" y="28"/>
                      <a:pt x="8" y="44"/>
                      <a:pt x="3" y="57"/>
                    </a:cubicBezTo>
                    <a:cubicBezTo>
                      <a:pt x="0" y="65"/>
                      <a:pt x="1" y="74"/>
                      <a:pt x="1" y="74"/>
                    </a:cubicBezTo>
                    <a:cubicBezTo>
                      <a:pt x="1" y="76"/>
                      <a:pt x="3" y="77"/>
                      <a:pt x="5" y="77"/>
                    </a:cubicBezTo>
                    <a:cubicBezTo>
                      <a:pt x="7" y="77"/>
                      <a:pt x="8" y="75"/>
                      <a:pt x="8" y="74"/>
                    </a:cubicBezTo>
                    <a:cubicBezTo>
                      <a:pt x="8" y="73"/>
                      <a:pt x="7" y="66"/>
                      <a:pt x="9" y="60"/>
                    </a:cubicBezTo>
                    <a:cubicBezTo>
                      <a:pt x="13" y="50"/>
                      <a:pt x="33" y="36"/>
                      <a:pt x="57" y="25"/>
                    </a:cubicBezTo>
                    <a:cubicBezTo>
                      <a:pt x="72" y="19"/>
                      <a:pt x="112" y="7"/>
                      <a:pt x="151" y="43"/>
                    </a:cubicBezTo>
                    <a:cubicBezTo>
                      <a:pt x="152" y="43"/>
                      <a:pt x="152" y="44"/>
                      <a:pt x="153" y="44"/>
                    </a:cubicBezTo>
                    <a:cubicBezTo>
                      <a:pt x="155" y="44"/>
                      <a:pt x="155" y="44"/>
                      <a:pt x="155" y="44"/>
                    </a:cubicBezTo>
                    <a:cubicBezTo>
                      <a:pt x="165" y="45"/>
                      <a:pt x="187" y="46"/>
                      <a:pt x="192" y="63"/>
                    </a:cubicBezTo>
                    <a:cubicBezTo>
                      <a:pt x="193" y="66"/>
                      <a:pt x="194" y="72"/>
                      <a:pt x="194" y="74"/>
                    </a:cubicBezTo>
                    <a:cubicBezTo>
                      <a:pt x="194" y="76"/>
                      <a:pt x="196" y="77"/>
                      <a:pt x="197" y="77"/>
                    </a:cubicBezTo>
                    <a:cubicBezTo>
                      <a:pt x="198" y="77"/>
                      <a:pt x="198" y="77"/>
                      <a:pt x="198" y="77"/>
                    </a:cubicBezTo>
                    <a:cubicBezTo>
                      <a:pt x="200" y="77"/>
                      <a:pt x="201" y="76"/>
                      <a:pt x="201" y="74"/>
                    </a:cubicBezTo>
                    <a:cubicBezTo>
                      <a:pt x="201" y="73"/>
                      <a:pt x="200" y="65"/>
                      <a:pt x="199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Freeform 8"/>
              <p:cNvSpPr>
                <a:spLocks noEditPoints="1"/>
              </p:cNvSpPr>
              <p:nvPr/>
            </p:nvSpPr>
            <p:spPr bwMode="auto">
              <a:xfrm>
                <a:off x="4845051" y="5592763"/>
                <a:ext cx="369888" cy="88900"/>
              </a:xfrm>
              <a:custGeom>
                <a:avLst/>
                <a:gdLst>
                  <a:gd name="T0" fmla="*/ 94 w 97"/>
                  <a:gd name="T1" fmla="*/ 23 h 23"/>
                  <a:gd name="T2" fmla="*/ 96 w 97"/>
                  <a:gd name="T3" fmla="*/ 19 h 23"/>
                  <a:gd name="T4" fmla="*/ 95 w 97"/>
                  <a:gd name="T5" fmla="*/ 17 h 23"/>
                  <a:gd name="T6" fmla="*/ 47 w 97"/>
                  <a:gd name="T7" fmla="*/ 0 h 23"/>
                  <a:gd name="T8" fmla="*/ 35 w 97"/>
                  <a:gd name="T9" fmla="*/ 1 h 23"/>
                  <a:gd name="T10" fmla="*/ 1 w 97"/>
                  <a:gd name="T11" fmla="*/ 17 h 23"/>
                  <a:gd name="T12" fmla="*/ 0 w 97"/>
                  <a:gd name="T13" fmla="*/ 21 h 23"/>
                  <a:gd name="T14" fmla="*/ 4 w 97"/>
                  <a:gd name="T15" fmla="*/ 23 h 23"/>
                  <a:gd name="T16" fmla="*/ 93 w 97"/>
                  <a:gd name="T17" fmla="*/ 23 h 23"/>
                  <a:gd name="T18" fmla="*/ 94 w 97"/>
                  <a:gd name="T19" fmla="*/ 23 h 23"/>
                  <a:gd name="T20" fmla="*/ 94 w 97"/>
                  <a:gd name="T21" fmla="*/ 23 h 23"/>
                  <a:gd name="T22" fmla="*/ 14 w 97"/>
                  <a:gd name="T23" fmla="*/ 17 h 23"/>
                  <a:gd name="T24" fmla="*/ 37 w 97"/>
                  <a:gd name="T25" fmla="*/ 8 h 23"/>
                  <a:gd name="T26" fmla="*/ 47 w 97"/>
                  <a:gd name="T27" fmla="*/ 7 h 23"/>
                  <a:gd name="T28" fmla="*/ 83 w 97"/>
                  <a:gd name="T29" fmla="*/ 17 h 23"/>
                  <a:gd name="T30" fmla="*/ 14 w 97"/>
                  <a:gd name="T31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7" h="23">
                    <a:moveTo>
                      <a:pt x="94" y="23"/>
                    </a:moveTo>
                    <a:cubicBezTo>
                      <a:pt x="96" y="23"/>
                      <a:pt x="97" y="21"/>
                      <a:pt x="96" y="19"/>
                    </a:cubicBezTo>
                    <a:cubicBezTo>
                      <a:pt x="96" y="18"/>
                      <a:pt x="96" y="18"/>
                      <a:pt x="95" y="17"/>
                    </a:cubicBezTo>
                    <a:cubicBezTo>
                      <a:pt x="92" y="14"/>
                      <a:pt x="76" y="0"/>
                      <a:pt x="47" y="0"/>
                    </a:cubicBezTo>
                    <a:cubicBezTo>
                      <a:pt x="43" y="0"/>
                      <a:pt x="39" y="0"/>
                      <a:pt x="35" y="1"/>
                    </a:cubicBezTo>
                    <a:cubicBezTo>
                      <a:pt x="16" y="5"/>
                      <a:pt x="2" y="17"/>
                      <a:pt x="1" y="17"/>
                    </a:cubicBezTo>
                    <a:cubicBezTo>
                      <a:pt x="0" y="18"/>
                      <a:pt x="0" y="20"/>
                      <a:pt x="0" y="21"/>
                    </a:cubicBezTo>
                    <a:cubicBezTo>
                      <a:pt x="1" y="22"/>
                      <a:pt x="2" y="23"/>
                      <a:pt x="4" y="23"/>
                    </a:cubicBezTo>
                    <a:cubicBezTo>
                      <a:pt x="93" y="23"/>
                      <a:pt x="93" y="23"/>
                      <a:pt x="93" y="23"/>
                    </a:cubicBezTo>
                    <a:cubicBezTo>
                      <a:pt x="93" y="23"/>
                      <a:pt x="93" y="23"/>
                      <a:pt x="94" y="23"/>
                    </a:cubicBezTo>
                    <a:cubicBezTo>
                      <a:pt x="94" y="23"/>
                      <a:pt x="94" y="23"/>
                      <a:pt x="94" y="23"/>
                    </a:cubicBezTo>
                    <a:close/>
                    <a:moveTo>
                      <a:pt x="14" y="17"/>
                    </a:moveTo>
                    <a:cubicBezTo>
                      <a:pt x="20" y="13"/>
                      <a:pt x="28" y="9"/>
                      <a:pt x="37" y="8"/>
                    </a:cubicBezTo>
                    <a:cubicBezTo>
                      <a:pt x="40" y="7"/>
                      <a:pt x="44" y="7"/>
                      <a:pt x="47" y="7"/>
                    </a:cubicBezTo>
                    <a:cubicBezTo>
                      <a:pt x="64" y="7"/>
                      <a:pt x="77" y="12"/>
                      <a:pt x="83" y="17"/>
                    </a:cubicBezTo>
                    <a:lnTo>
                      <a:pt x="1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Freeform 9"/>
              <p:cNvSpPr>
                <a:spLocks/>
              </p:cNvSpPr>
              <p:nvPr/>
            </p:nvSpPr>
            <p:spPr bwMode="auto">
              <a:xfrm>
                <a:off x="4924426" y="5762626"/>
                <a:ext cx="271463" cy="26988"/>
              </a:xfrm>
              <a:custGeom>
                <a:avLst/>
                <a:gdLst>
                  <a:gd name="T0" fmla="*/ 68 w 71"/>
                  <a:gd name="T1" fmla="*/ 0 h 7"/>
                  <a:gd name="T2" fmla="*/ 3 w 71"/>
                  <a:gd name="T3" fmla="*/ 0 h 7"/>
                  <a:gd name="T4" fmla="*/ 0 w 71"/>
                  <a:gd name="T5" fmla="*/ 3 h 7"/>
                  <a:gd name="T6" fmla="*/ 3 w 71"/>
                  <a:gd name="T7" fmla="*/ 7 h 7"/>
                  <a:gd name="T8" fmla="*/ 68 w 71"/>
                  <a:gd name="T9" fmla="*/ 7 h 7"/>
                  <a:gd name="T10" fmla="*/ 68 w 71"/>
                  <a:gd name="T11" fmla="*/ 7 h 7"/>
                  <a:gd name="T12" fmla="*/ 71 w 71"/>
                  <a:gd name="T13" fmla="*/ 3 h 7"/>
                  <a:gd name="T14" fmla="*/ 68 w 71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7">
                    <a:moveTo>
                      <a:pt x="68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5"/>
                      <a:pt x="1" y="7"/>
                      <a:pt x="3" y="7"/>
                    </a:cubicBezTo>
                    <a:cubicBezTo>
                      <a:pt x="68" y="7"/>
                      <a:pt x="68" y="7"/>
                      <a:pt x="68" y="7"/>
                    </a:cubicBezTo>
                    <a:cubicBezTo>
                      <a:pt x="68" y="7"/>
                      <a:pt x="68" y="7"/>
                      <a:pt x="68" y="7"/>
                    </a:cubicBezTo>
                    <a:cubicBezTo>
                      <a:pt x="70" y="6"/>
                      <a:pt x="71" y="5"/>
                      <a:pt x="71" y="3"/>
                    </a:cubicBezTo>
                    <a:cubicBezTo>
                      <a:pt x="71" y="2"/>
                      <a:pt x="69" y="0"/>
                      <a:pt x="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7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908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45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80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816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52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87" algn="l" defTabSz="1219272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12" name="肘形连接符 11"/>
            <p:cNvCxnSpPr/>
            <p:nvPr/>
          </p:nvCxnSpPr>
          <p:spPr bwMode="auto">
            <a:xfrm rot="5400000" flipH="1" flipV="1">
              <a:off x="7257711" y="3602743"/>
              <a:ext cx="963466" cy="571866"/>
            </a:xfrm>
            <a:prstGeom prst="bentConnector3">
              <a:avLst>
                <a:gd name="adj1" fmla="val -3207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椭圆 12"/>
            <p:cNvSpPr/>
            <p:nvPr/>
          </p:nvSpPr>
          <p:spPr bwMode="auto">
            <a:xfrm>
              <a:off x="7951385" y="3391730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cxnSp>
          <p:nvCxnSpPr>
            <p:cNvPr id="14" name="肘形连接符 13"/>
            <p:cNvCxnSpPr/>
            <p:nvPr/>
          </p:nvCxnSpPr>
          <p:spPr bwMode="auto">
            <a:xfrm rot="10800000" flipV="1">
              <a:off x="7582535" y="3928181"/>
              <a:ext cx="1251137" cy="1047803"/>
            </a:xfrm>
            <a:prstGeom prst="bentConnector3">
              <a:avLst>
                <a:gd name="adj1" fmla="val 28649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椭圆 14"/>
            <p:cNvSpPr/>
            <p:nvPr/>
          </p:nvSpPr>
          <p:spPr bwMode="auto">
            <a:xfrm>
              <a:off x="8835519" y="3858928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6" name="desktop-computer-screen-with-meter_30331"/>
            <p:cNvSpPr>
              <a:spLocks noChangeAspect="1"/>
            </p:cNvSpPr>
            <p:nvPr/>
          </p:nvSpPr>
          <p:spPr bwMode="auto">
            <a:xfrm>
              <a:off x="4415811" y="2735771"/>
              <a:ext cx="579985" cy="439651"/>
            </a:xfrm>
            <a:custGeom>
              <a:avLst/>
              <a:gdLst>
                <a:gd name="connsiteX0" fmla="*/ 370446 w 608203"/>
                <a:gd name="connsiteY0" fmla="*/ 121138 h 527406"/>
                <a:gd name="connsiteX1" fmla="*/ 296356 w 608203"/>
                <a:gd name="connsiteY1" fmla="*/ 179910 h 527406"/>
                <a:gd name="connsiteX2" fmla="*/ 311587 w 608203"/>
                <a:gd name="connsiteY2" fmla="*/ 195118 h 527406"/>
                <a:gd name="connsiteX3" fmla="*/ 304101 w 608203"/>
                <a:gd name="connsiteY3" fmla="*/ 66490 h 527406"/>
                <a:gd name="connsiteX4" fmla="*/ 183287 w 608203"/>
                <a:gd name="connsiteY4" fmla="*/ 186870 h 527406"/>
                <a:gd name="connsiteX5" fmla="*/ 191806 w 608203"/>
                <a:gd name="connsiteY5" fmla="*/ 231464 h 527406"/>
                <a:gd name="connsiteX6" fmla="*/ 199292 w 608203"/>
                <a:gd name="connsiteY6" fmla="*/ 228629 h 527406"/>
                <a:gd name="connsiteX7" fmla="*/ 204455 w 608203"/>
                <a:gd name="connsiteY7" fmla="*/ 226567 h 527406"/>
                <a:gd name="connsiteX8" fmla="*/ 216846 w 608203"/>
                <a:gd name="connsiteY8" fmla="*/ 221669 h 527406"/>
                <a:gd name="connsiteX9" fmla="*/ 210134 w 608203"/>
                <a:gd name="connsiteY9" fmla="*/ 186870 h 527406"/>
                <a:gd name="connsiteX10" fmla="*/ 304101 w 608203"/>
                <a:gd name="connsiteY10" fmla="*/ 93298 h 527406"/>
                <a:gd name="connsiteX11" fmla="*/ 370446 w 608203"/>
                <a:gd name="connsiteY11" fmla="*/ 120622 h 527406"/>
                <a:gd name="connsiteX12" fmla="*/ 376125 w 608203"/>
                <a:gd name="connsiteY12" fmla="*/ 114951 h 527406"/>
                <a:gd name="connsiteX13" fmla="*/ 406070 w 608203"/>
                <a:gd name="connsiteY13" fmla="*/ 186870 h 527406"/>
                <a:gd name="connsiteX14" fmla="*/ 398842 w 608203"/>
                <a:gd name="connsiteY14" fmla="*/ 224504 h 527406"/>
                <a:gd name="connsiteX15" fmla="*/ 408910 w 608203"/>
                <a:gd name="connsiteY15" fmla="*/ 228629 h 527406"/>
                <a:gd name="connsiteX16" fmla="*/ 416655 w 608203"/>
                <a:gd name="connsiteY16" fmla="*/ 186870 h 527406"/>
                <a:gd name="connsiteX17" fmla="*/ 383611 w 608203"/>
                <a:gd name="connsiteY17" fmla="*/ 107476 h 527406"/>
                <a:gd name="connsiteX18" fmla="*/ 389549 w 608203"/>
                <a:gd name="connsiteY18" fmla="*/ 101805 h 527406"/>
                <a:gd name="connsiteX19" fmla="*/ 304101 w 608203"/>
                <a:gd name="connsiteY19" fmla="*/ 66490 h 527406"/>
                <a:gd name="connsiteX20" fmla="*/ 304101 w 608203"/>
                <a:gd name="connsiteY20" fmla="*/ 58499 h 527406"/>
                <a:gd name="connsiteX21" fmla="*/ 432918 w 608203"/>
                <a:gd name="connsiteY21" fmla="*/ 186870 h 527406"/>
                <a:gd name="connsiteX22" fmla="*/ 423883 w 608203"/>
                <a:gd name="connsiteY22" fmla="*/ 234557 h 527406"/>
                <a:gd name="connsiteX23" fmla="*/ 304101 w 608203"/>
                <a:gd name="connsiteY23" fmla="*/ 315498 h 527406"/>
                <a:gd name="connsiteX24" fmla="*/ 184319 w 608203"/>
                <a:gd name="connsiteY24" fmla="*/ 234557 h 527406"/>
                <a:gd name="connsiteX25" fmla="*/ 175284 w 608203"/>
                <a:gd name="connsiteY25" fmla="*/ 186870 h 527406"/>
                <a:gd name="connsiteX26" fmla="*/ 304101 w 608203"/>
                <a:gd name="connsiteY26" fmla="*/ 58499 h 527406"/>
                <a:gd name="connsiteX27" fmla="*/ 52663 w 608203"/>
                <a:gd name="connsiteY27" fmla="*/ 21653 h 527406"/>
                <a:gd name="connsiteX28" fmla="*/ 21427 w 608203"/>
                <a:gd name="connsiteY28" fmla="*/ 52586 h 527406"/>
                <a:gd name="connsiteX29" fmla="*/ 21427 w 608203"/>
                <a:gd name="connsiteY29" fmla="*/ 322991 h 527406"/>
                <a:gd name="connsiteX30" fmla="*/ 52663 w 608203"/>
                <a:gd name="connsiteY30" fmla="*/ 353924 h 527406"/>
                <a:gd name="connsiteX31" fmla="*/ 555540 w 608203"/>
                <a:gd name="connsiteY31" fmla="*/ 353924 h 527406"/>
                <a:gd name="connsiteX32" fmla="*/ 586776 w 608203"/>
                <a:gd name="connsiteY32" fmla="*/ 322991 h 527406"/>
                <a:gd name="connsiteX33" fmla="*/ 586776 w 608203"/>
                <a:gd name="connsiteY33" fmla="*/ 52586 h 527406"/>
                <a:gd name="connsiteX34" fmla="*/ 555540 w 608203"/>
                <a:gd name="connsiteY34" fmla="*/ 21653 h 527406"/>
                <a:gd name="connsiteX35" fmla="*/ 52663 w 608203"/>
                <a:gd name="connsiteY35" fmla="*/ 0 h 527406"/>
                <a:gd name="connsiteX36" fmla="*/ 555540 w 608203"/>
                <a:gd name="connsiteY36" fmla="*/ 0 h 527406"/>
                <a:gd name="connsiteX37" fmla="*/ 608203 w 608203"/>
                <a:gd name="connsiteY37" fmla="*/ 52586 h 527406"/>
                <a:gd name="connsiteX38" fmla="*/ 608203 w 608203"/>
                <a:gd name="connsiteY38" fmla="*/ 387177 h 527406"/>
                <a:gd name="connsiteX39" fmla="*/ 555540 w 608203"/>
                <a:gd name="connsiteY39" fmla="*/ 439763 h 527406"/>
                <a:gd name="connsiteX40" fmla="*/ 325528 w 608203"/>
                <a:gd name="connsiteY40" fmla="*/ 439763 h 527406"/>
                <a:gd name="connsiteX41" fmla="*/ 325528 w 608203"/>
                <a:gd name="connsiteY41" fmla="*/ 484358 h 527406"/>
                <a:gd name="connsiteX42" fmla="*/ 486614 w 608203"/>
                <a:gd name="connsiteY42" fmla="*/ 484358 h 527406"/>
                <a:gd name="connsiteX43" fmla="*/ 508041 w 608203"/>
                <a:gd name="connsiteY43" fmla="*/ 505753 h 527406"/>
                <a:gd name="connsiteX44" fmla="*/ 508041 w 608203"/>
                <a:gd name="connsiteY44" fmla="*/ 527406 h 527406"/>
                <a:gd name="connsiteX45" fmla="*/ 100162 w 608203"/>
                <a:gd name="connsiteY45" fmla="*/ 527406 h 527406"/>
                <a:gd name="connsiteX46" fmla="*/ 100162 w 608203"/>
                <a:gd name="connsiteY46" fmla="*/ 505753 h 527406"/>
                <a:gd name="connsiteX47" fmla="*/ 121589 w 608203"/>
                <a:gd name="connsiteY47" fmla="*/ 484358 h 527406"/>
                <a:gd name="connsiteX48" fmla="*/ 282675 w 608203"/>
                <a:gd name="connsiteY48" fmla="*/ 484358 h 527406"/>
                <a:gd name="connsiteX49" fmla="*/ 282675 w 608203"/>
                <a:gd name="connsiteY49" fmla="*/ 439763 h 527406"/>
                <a:gd name="connsiteX50" fmla="*/ 52663 w 608203"/>
                <a:gd name="connsiteY50" fmla="*/ 439763 h 527406"/>
                <a:gd name="connsiteX51" fmla="*/ 0 w 608203"/>
                <a:gd name="connsiteY51" fmla="*/ 387177 h 527406"/>
                <a:gd name="connsiteX52" fmla="*/ 0 w 608203"/>
                <a:gd name="connsiteY52" fmla="*/ 52586 h 527406"/>
                <a:gd name="connsiteX53" fmla="*/ 52663 w 608203"/>
                <a:gd name="connsiteY53" fmla="*/ 0 h 52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608203" h="527406">
                  <a:moveTo>
                    <a:pt x="370446" y="121138"/>
                  </a:moveTo>
                  <a:lnTo>
                    <a:pt x="296356" y="179910"/>
                  </a:lnTo>
                  <a:lnTo>
                    <a:pt x="311587" y="195118"/>
                  </a:lnTo>
                  <a:close/>
                  <a:moveTo>
                    <a:pt x="304101" y="66490"/>
                  </a:moveTo>
                  <a:cubicBezTo>
                    <a:pt x="237498" y="66490"/>
                    <a:pt x="183287" y="120364"/>
                    <a:pt x="183287" y="186870"/>
                  </a:cubicBezTo>
                  <a:cubicBezTo>
                    <a:pt x="183287" y="202336"/>
                    <a:pt x="186384" y="217287"/>
                    <a:pt x="191806" y="231464"/>
                  </a:cubicBezTo>
                  <a:lnTo>
                    <a:pt x="199292" y="228629"/>
                  </a:lnTo>
                  <a:lnTo>
                    <a:pt x="204455" y="226567"/>
                  </a:lnTo>
                  <a:lnTo>
                    <a:pt x="216846" y="221669"/>
                  </a:lnTo>
                  <a:cubicBezTo>
                    <a:pt x="212458" y="210585"/>
                    <a:pt x="210134" y="198985"/>
                    <a:pt x="210134" y="186870"/>
                  </a:cubicBezTo>
                  <a:cubicBezTo>
                    <a:pt x="210134" y="135315"/>
                    <a:pt x="252471" y="93298"/>
                    <a:pt x="304101" y="93298"/>
                  </a:cubicBezTo>
                  <a:cubicBezTo>
                    <a:pt x="329142" y="93298"/>
                    <a:pt x="352633" y="102836"/>
                    <a:pt x="370446" y="120622"/>
                  </a:cubicBezTo>
                  <a:lnTo>
                    <a:pt x="376125" y="114951"/>
                  </a:lnTo>
                  <a:cubicBezTo>
                    <a:pt x="394712" y="133511"/>
                    <a:pt x="406070" y="158772"/>
                    <a:pt x="406070" y="186870"/>
                  </a:cubicBezTo>
                  <a:cubicBezTo>
                    <a:pt x="406070" y="200016"/>
                    <a:pt x="403747" y="212647"/>
                    <a:pt x="398842" y="224504"/>
                  </a:cubicBezTo>
                  <a:lnTo>
                    <a:pt x="408910" y="228629"/>
                  </a:lnTo>
                  <a:cubicBezTo>
                    <a:pt x="414073" y="215482"/>
                    <a:pt x="416913" y="201305"/>
                    <a:pt x="416655" y="186870"/>
                  </a:cubicBezTo>
                  <a:cubicBezTo>
                    <a:pt x="416655" y="155937"/>
                    <a:pt x="404263" y="127840"/>
                    <a:pt x="383611" y="107476"/>
                  </a:cubicBezTo>
                  <a:lnTo>
                    <a:pt x="389549" y="101805"/>
                  </a:lnTo>
                  <a:cubicBezTo>
                    <a:pt x="366573" y="78863"/>
                    <a:pt x="336370" y="66490"/>
                    <a:pt x="304101" y="66490"/>
                  </a:cubicBezTo>
                  <a:close/>
                  <a:moveTo>
                    <a:pt x="304101" y="58499"/>
                  </a:moveTo>
                  <a:cubicBezTo>
                    <a:pt x="375092" y="58499"/>
                    <a:pt x="432918" y="115982"/>
                    <a:pt x="432918" y="186870"/>
                  </a:cubicBezTo>
                  <a:cubicBezTo>
                    <a:pt x="432918" y="203883"/>
                    <a:pt x="429562" y="219864"/>
                    <a:pt x="423883" y="234557"/>
                  </a:cubicBezTo>
                  <a:cubicBezTo>
                    <a:pt x="404780" y="281988"/>
                    <a:pt x="358313" y="315498"/>
                    <a:pt x="304101" y="315498"/>
                  </a:cubicBezTo>
                  <a:cubicBezTo>
                    <a:pt x="249889" y="315498"/>
                    <a:pt x="203422" y="281988"/>
                    <a:pt x="184319" y="234557"/>
                  </a:cubicBezTo>
                  <a:cubicBezTo>
                    <a:pt x="178640" y="219864"/>
                    <a:pt x="175284" y="203883"/>
                    <a:pt x="175284" y="186870"/>
                  </a:cubicBezTo>
                  <a:cubicBezTo>
                    <a:pt x="175284" y="115982"/>
                    <a:pt x="233110" y="58499"/>
                    <a:pt x="304101" y="58499"/>
                  </a:cubicBezTo>
                  <a:close/>
                  <a:moveTo>
                    <a:pt x="52663" y="21653"/>
                  </a:moveTo>
                  <a:cubicBezTo>
                    <a:pt x="35367" y="21653"/>
                    <a:pt x="21427" y="35573"/>
                    <a:pt x="21427" y="52586"/>
                  </a:cubicBezTo>
                  <a:lnTo>
                    <a:pt x="21427" y="322991"/>
                  </a:lnTo>
                  <a:cubicBezTo>
                    <a:pt x="21427" y="340004"/>
                    <a:pt x="35367" y="353924"/>
                    <a:pt x="52663" y="353924"/>
                  </a:cubicBezTo>
                  <a:lnTo>
                    <a:pt x="555540" y="353924"/>
                  </a:lnTo>
                  <a:cubicBezTo>
                    <a:pt x="572836" y="353924"/>
                    <a:pt x="586776" y="340004"/>
                    <a:pt x="586776" y="322991"/>
                  </a:cubicBezTo>
                  <a:lnTo>
                    <a:pt x="586776" y="52586"/>
                  </a:lnTo>
                  <a:cubicBezTo>
                    <a:pt x="586776" y="35573"/>
                    <a:pt x="572836" y="21653"/>
                    <a:pt x="555540" y="21653"/>
                  </a:cubicBezTo>
                  <a:close/>
                  <a:moveTo>
                    <a:pt x="52663" y="0"/>
                  </a:moveTo>
                  <a:lnTo>
                    <a:pt x="555540" y="0"/>
                  </a:lnTo>
                  <a:cubicBezTo>
                    <a:pt x="584711" y="0"/>
                    <a:pt x="608203" y="23715"/>
                    <a:pt x="608203" y="52586"/>
                  </a:cubicBezTo>
                  <a:lnTo>
                    <a:pt x="608203" y="387177"/>
                  </a:lnTo>
                  <a:cubicBezTo>
                    <a:pt x="608203" y="416048"/>
                    <a:pt x="584711" y="439763"/>
                    <a:pt x="555540" y="439763"/>
                  </a:cubicBezTo>
                  <a:lnTo>
                    <a:pt x="325528" y="439763"/>
                  </a:lnTo>
                  <a:lnTo>
                    <a:pt x="325528" y="484358"/>
                  </a:lnTo>
                  <a:lnTo>
                    <a:pt x="486614" y="484358"/>
                  </a:lnTo>
                  <a:lnTo>
                    <a:pt x="508041" y="505753"/>
                  </a:lnTo>
                  <a:lnTo>
                    <a:pt x="508041" y="527406"/>
                  </a:lnTo>
                  <a:lnTo>
                    <a:pt x="100162" y="527406"/>
                  </a:lnTo>
                  <a:lnTo>
                    <a:pt x="100162" y="505753"/>
                  </a:lnTo>
                  <a:lnTo>
                    <a:pt x="121589" y="484358"/>
                  </a:lnTo>
                  <a:lnTo>
                    <a:pt x="282675" y="484358"/>
                  </a:lnTo>
                  <a:lnTo>
                    <a:pt x="282675" y="439763"/>
                  </a:lnTo>
                  <a:lnTo>
                    <a:pt x="52663" y="439763"/>
                  </a:lnTo>
                  <a:cubicBezTo>
                    <a:pt x="23750" y="439763"/>
                    <a:pt x="0" y="416048"/>
                    <a:pt x="0" y="387177"/>
                  </a:cubicBezTo>
                  <a:lnTo>
                    <a:pt x="0" y="52586"/>
                  </a:lnTo>
                  <a:cubicBezTo>
                    <a:pt x="0" y="23715"/>
                    <a:pt x="23750" y="0"/>
                    <a:pt x="52663" y="0"/>
                  </a:cubicBezTo>
                  <a:close/>
                </a:path>
              </a:pathLst>
            </a:custGeom>
            <a:solidFill>
              <a:srgbClr val="41BDC1"/>
            </a:solidFill>
            <a:ln>
              <a:noFill/>
            </a:ln>
          </p:spPr>
        </p:sp>
        <p:sp>
          <p:nvSpPr>
            <p:cNvPr id="17" name="headphone-symbol_27130"/>
            <p:cNvSpPr>
              <a:spLocks noChangeAspect="1"/>
            </p:cNvSpPr>
            <p:nvPr/>
          </p:nvSpPr>
          <p:spPr bwMode="auto">
            <a:xfrm>
              <a:off x="5449498" y="2312876"/>
              <a:ext cx="579985" cy="425915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3122" h="506660">
                  <a:moveTo>
                    <a:pt x="449184" y="255729"/>
                  </a:moveTo>
                  <a:cubicBezTo>
                    <a:pt x="461461" y="255729"/>
                    <a:pt x="471377" y="265629"/>
                    <a:pt x="471377" y="277887"/>
                  </a:cubicBezTo>
                  <a:lnTo>
                    <a:pt x="471377" y="484220"/>
                  </a:lnTo>
                  <a:cubicBezTo>
                    <a:pt x="471377" y="496478"/>
                    <a:pt x="461461" y="506378"/>
                    <a:pt x="449184" y="506378"/>
                  </a:cubicBezTo>
                  <a:cubicBezTo>
                    <a:pt x="436907" y="506378"/>
                    <a:pt x="426991" y="496478"/>
                    <a:pt x="426991" y="484220"/>
                  </a:cubicBezTo>
                  <a:lnTo>
                    <a:pt x="426991" y="277887"/>
                  </a:lnTo>
                  <a:cubicBezTo>
                    <a:pt x="426991" y="265629"/>
                    <a:pt x="436907" y="255729"/>
                    <a:pt x="449184" y="255729"/>
                  </a:cubicBezTo>
                  <a:close/>
                  <a:moveTo>
                    <a:pt x="153938" y="255729"/>
                  </a:moveTo>
                  <a:cubicBezTo>
                    <a:pt x="166215" y="255729"/>
                    <a:pt x="176131" y="265629"/>
                    <a:pt x="176131" y="277887"/>
                  </a:cubicBezTo>
                  <a:lnTo>
                    <a:pt x="176131" y="484220"/>
                  </a:lnTo>
                  <a:cubicBezTo>
                    <a:pt x="176131" y="496478"/>
                    <a:pt x="166215" y="506378"/>
                    <a:pt x="153938" y="506378"/>
                  </a:cubicBezTo>
                  <a:cubicBezTo>
                    <a:pt x="141661" y="506378"/>
                    <a:pt x="131745" y="496478"/>
                    <a:pt x="131745" y="484220"/>
                  </a:cubicBezTo>
                  <a:lnTo>
                    <a:pt x="131745" y="277887"/>
                  </a:lnTo>
                  <a:cubicBezTo>
                    <a:pt x="131745" y="265629"/>
                    <a:pt x="141661" y="255729"/>
                    <a:pt x="153938" y="255729"/>
                  </a:cubicBezTo>
                  <a:close/>
                  <a:moveTo>
                    <a:pt x="301561" y="0"/>
                  </a:moveTo>
                  <a:cubicBezTo>
                    <a:pt x="441796" y="0"/>
                    <a:pt x="556062" y="113464"/>
                    <a:pt x="558423" y="253801"/>
                  </a:cubicBezTo>
                  <a:cubicBezTo>
                    <a:pt x="584235" y="261502"/>
                    <a:pt x="603122" y="286018"/>
                    <a:pt x="603122" y="315091"/>
                  </a:cubicBezTo>
                  <a:lnTo>
                    <a:pt x="603122" y="442856"/>
                  </a:lnTo>
                  <a:cubicBezTo>
                    <a:pt x="603122" y="478058"/>
                    <a:pt x="575421" y="506660"/>
                    <a:pt x="541268" y="506660"/>
                  </a:cubicBezTo>
                  <a:lnTo>
                    <a:pt x="492319" y="506660"/>
                  </a:lnTo>
                  <a:lnTo>
                    <a:pt x="492319" y="262916"/>
                  </a:lnTo>
                  <a:cubicBezTo>
                    <a:pt x="492004" y="261345"/>
                    <a:pt x="491847" y="259773"/>
                    <a:pt x="491847" y="258202"/>
                  </a:cubicBezTo>
                  <a:cubicBezTo>
                    <a:pt x="491847" y="152595"/>
                    <a:pt x="406383" y="66633"/>
                    <a:pt x="301561" y="66633"/>
                  </a:cubicBezTo>
                  <a:cubicBezTo>
                    <a:pt x="196581" y="66633"/>
                    <a:pt x="111118" y="152595"/>
                    <a:pt x="111118" y="258202"/>
                  </a:cubicBezTo>
                  <a:cubicBezTo>
                    <a:pt x="111118" y="259459"/>
                    <a:pt x="110960" y="260559"/>
                    <a:pt x="110803" y="261816"/>
                  </a:cubicBezTo>
                  <a:lnTo>
                    <a:pt x="110803" y="506660"/>
                  </a:lnTo>
                  <a:lnTo>
                    <a:pt x="61855" y="506660"/>
                  </a:lnTo>
                  <a:cubicBezTo>
                    <a:pt x="27701" y="506660"/>
                    <a:pt x="0" y="478058"/>
                    <a:pt x="0" y="442856"/>
                  </a:cubicBezTo>
                  <a:lnTo>
                    <a:pt x="0" y="315091"/>
                  </a:lnTo>
                  <a:cubicBezTo>
                    <a:pt x="0" y="286018"/>
                    <a:pt x="18729" y="261659"/>
                    <a:pt x="44542" y="253801"/>
                  </a:cubicBezTo>
                  <a:cubicBezTo>
                    <a:pt x="46902" y="113464"/>
                    <a:pt x="161168" y="0"/>
                    <a:pt x="301561" y="0"/>
                  </a:cubicBezTo>
                  <a:close/>
                </a:path>
              </a:pathLst>
            </a:custGeom>
            <a:solidFill>
              <a:srgbClr val="41BDC1"/>
            </a:solidFill>
            <a:ln>
              <a:noFill/>
            </a:ln>
          </p:spPr>
        </p:sp>
        <p:cxnSp>
          <p:nvCxnSpPr>
            <p:cNvPr id="18" name="肘形连接符 17"/>
            <p:cNvCxnSpPr/>
            <p:nvPr/>
          </p:nvCxnSpPr>
          <p:spPr bwMode="auto">
            <a:xfrm rot="16200000" flipH="1">
              <a:off x="6573131" y="3313201"/>
              <a:ext cx="1283307" cy="532287"/>
            </a:xfrm>
            <a:prstGeom prst="bentConnector4">
              <a:avLst>
                <a:gd name="adj1" fmla="val 28506"/>
                <a:gd name="adj2" fmla="val 97568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椭圆 18"/>
            <p:cNvSpPr/>
            <p:nvPr/>
          </p:nvSpPr>
          <p:spPr bwMode="auto">
            <a:xfrm>
              <a:off x="6868267" y="2890305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cxnSp>
          <p:nvCxnSpPr>
            <p:cNvPr id="20" name="肘形连接符 19"/>
            <p:cNvCxnSpPr/>
            <p:nvPr/>
          </p:nvCxnSpPr>
          <p:spPr bwMode="auto">
            <a:xfrm rot="16200000" flipV="1">
              <a:off x="5275124" y="3364373"/>
              <a:ext cx="1124918" cy="193332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椭圆 20"/>
            <p:cNvSpPr/>
            <p:nvPr/>
          </p:nvSpPr>
          <p:spPr bwMode="auto">
            <a:xfrm>
              <a:off x="5664800" y="2777397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cxnSp>
          <p:nvCxnSpPr>
            <p:cNvPr id="22" name="肘形连接符 21"/>
            <p:cNvCxnSpPr/>
            <p:nvPr/>
          </p:nvCxnSpPr>
          <p:spPr bwMode="auto">
            <a:xfrm rot="16200000" flipV="1">
              <a:off x="4571996" y="3493337"/>
              <a:ext cx="1143260" cy="63349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椭圆 22"/>
            <p:cNvSpPr/>
            <p:nvPr/>
          </p:nvSpPr>
          <p:spPr bwMode="auto">
            <a:xfrm>
              <a:off x="4746502" y="3209172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cxnSp>
          <p:nvCxnSpPr>
            <p:cNvPr id="24" name="肘形连接符 23"/>
            <p:cNvCxnSpPr/>
            <p:nvPr/>
          </p:nvCxnSpPr>
          <p:spPr bwMode="auto">
            <a:xfrm rot="16200000" flipH="1">
              <a:off x="4171324" y="3908936"/>
              <a:ext cx="840386" cy="79986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椭圆 24"/>
            <p:cNvSpPr/>
            <p:nvPr/>
          </p:nvSpPr>
          <p:spPr bwMode="auto">
            <a:xfrm>
              <a:off x="4123909" y="3823384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26" name="smartphone_155753"/>
            <p:cNvSpPr>
              <a:spLocks noChangeAspect="1"/>
            </p:cNvSpPr>
            <p:nvPr/>
          </p:nvSpPr>
          <p:spPr bwMode="auto">
            <a:xfrm>
              <a:off x="3768353" y="3241468"/>
              <a:ext cx="557038" cy="507005"/>
            </a:xfrm>
            <a:custGeom>
              <a:avLst/>
              <a:gdLst>
                <a:gd name="connsiteX0" fmla="*/ 325000 h 606722"/>
                <a:gd name="connsiteY0" fmla="*/ 325000 h 606722"/>
                <a:gd name="connsiteX1" fmla="*/ 325000 h 606722"/>
                <a:gd name="connsiteY1" fmla="*/ 325000 h 606722"/>
                <a:gd name="connsiteX2" fmla="*/ 325000 h 606722"/>
                <a:gd name="connsiteY2" fmla="*/ 325000 h 606722"/>
                <a:gd name="connsiteX3" fmla="*/ 325000 h 606722"/>
                <a:gd name="connsiteY3" fmla="*/ 325000 h 606722"/>
                <a:gd name="connsiteX4" fmla="*/ 325000 h 606722"/>
                <a:gd name="connsiteY4" fmla="*/ 325000 h 606722"/>
                <a:gd name="connsiteX5" fmla="*/ 325000 h 606722"/>
                <a:gd name="connsiteY5" fmla="*/ 325000 h 606722"/>
                <a:gd name="connsiteX6" fmla="*/ 325000 h 606722"/>
                <a:gd name="connsiteY6" fmla="*/ 325000 h 606722"/>
                <a:gd name="connsiteX7" fmla="*/ 325000 h 606722"/>
                <a:gd name="connsiteY7" fmla="*/ 325000 h 606722"/>
                <a:gd name="connsiteX8" fmla="*/ 325000 h 606722"/>
                <a:gd name="connsiteY8" fmla="*/ 325000 h 606722"/>
                <a:gd name="connsiteX9" fmla="*/ 325000 h 606722"/>
                <a:gd name="connsiteY9" fmla="*/ 325000 h 606722"/>
                <a:gd name="connsiteX10" fmla="*/ 325000 h 606722"/>
                <a:gd name="connsiteY10" fmla="*/ 325000 h 606722"/>
                <a:gd name="connsiteX11" fmla="*/ 325000 h 606722"/>
                <a:gd name="connsiteY11" fmla="*/ 325000 h 606722"/>
                <a:gd name="connsiteX12" fmla="*/ 325000 h 606722"/>
                <a:gd name="connsiteY12" fmla="*/ 325000 h 606722"/>
                <a:gd name="connsiteX13" fmla="*/ 325000 h 606722"/>
                <a:gd name="connsiteY13" fmla="*/ 325000 h 606722"/>
                <a:gd name="connsiteX14" fmla="*/ 325000 h 606722"/>
                <a:gd name="connsiteY14" fmla="*/ 325000 h 606722"/>
                <a:gd name="connsiteX15" fmla="*/ 325000 h 606722"/>
                <a:gd name="connsiteY15" fmla="*/ 325000 h 606722"/>
                <a:gd name="connsiteX16" fmla="*/ 325000 h 606722"/>
                <a:gd name="connsiteY16" fmla="*/ 325000 h 606722"/>
                <a:gd name="connsiteX17" fmla="*/ 325000 h 606722"/>
                <a:gd name="connsiteY17" fmla="*/ 325000 h 606722"/>
                <a:gd name="connsiteX18" fmla="*/ 325000 h 606722"/>
                <a:gd name="connsiteY18" fmla="*/ 325000 h 606722"/>
                <a:gd name="connsiteX19" fmla="*/ 325000 h 606722"/>
                <a:gd name="connsiteY19" fmla="*/ 325000 h 606722"/>
                <a:gd name="connsiteX20" fmla="*/ 325000 h 606722"/>
                <a:gd name="connsiteY20" fmla="*/ 325000 h 606722"/>
                <a:gd name="connsiteX21" fmla="*/ 325000 h 606722"/>
                <a:gd name="connsiteY21" fmla="*/ 325000 h 606722"/>
                <a:gd name="connsiteX22" fmla="*/ 325000 h 606722"/>
                <a:gd name="connsiteY22" fmla="*/ 325000 h 606722"/>
                <a:gd name="connsiteX23" fmla="*/ 325000 h 606722"/>
                <a:gd name="connsiteY23" fmla="*/ 325000 h 606722"/>
                <a:gd name="connsiteX24" fmla="*/ 325000 h 606722"/>
                <a:gd name="connsiteY24" fmla="*/ 325000 h 606722"/>
                <a:gd name="connsiteX25" fmla="*/ 325000 h 606722"/>
                <a:gd name="connsiteY25" fmla="*/ 325000 h 606722"/>
                <a:gd name="connsiteX26" fmla="*/ 325000 h 606722"/>
                <a:gd name="connsiteY26" fmla="*/ 325000 h 606722"/>
                <a:gd name="connsiteX27" fmla="*/ 325000 h 606722"/>
                <a:gd name="connsiteY27" fmla="*/ 325000 h 606722"/>
                <a:gd name="connsiteX28" fmla="*/ 325000 h 606722"/>
                <a:gd name="connsiteY28" fmla="*/ 325000 h 606722"/>
                <a:gd name="connsiteX29" fmla="*/ 325000 h 606722"/>
                <a:gd name="connsiteY29" fmla="*/ 325000 h 606722"/>
                <a:gd name="connsiteX30" fmla="*/ 325000 h 606722"/>
                <a:gd name="connsiteY30" fmla="*/ 325000 h 606722"/>
                <a:gd name="connsiteX31" fmla="*/ 325000 h 606722"/>
                <a:gd name="connsiteY31" fmla="*/ 325000 h 606722"/>
                <a:gd name="connsiteX32" fmla="*/ 325000 h 606722"/>
                <a:gd name="connsiteY32" fmla="*/ 325000 h 606722"/>
                <a:gd name="connsiteX33" fmla="*/ 325000 h 606722"/>
                <a:gd name="connsiteY33" fmla="*/ 325000 h 606722"/>
                <a:gd name="connsiteX34" fmla="*/ 325000 h 606722"/>
                <a:gd name="connsiteY34" fmla="*/ 325000 h 606722"/>
                <a:gd name="connsiteX35" fmla="*/ 325000 h 606722"/>
                <a:gd name="connsiteY35" fmla="*/ 325000 h 606722"/>
                <a:gd name="connsiteX36" fmla="*/ 325000 h 606722"/>
                <a:gd name="connsiteY36" fmla="*/ 325000 h 606722"/>
                <a:gd name="connsiteX37" fmla="*/ 325000 h 606722"/>
                <a:gd name="connsiteY37" fmla="*/ 325000 h 606722"/>
                <a:gd name="connsiteX38" fmla="*/ 325000 h 606722"/>
                <a:gd name="connsiteY38" fmla="*/ 325000 h 606722"/>
                <a:gd name="connsiteX39" fmla="*/ 325000 h 606722"/>
                <a:gd name="connsiteY39" fmla="*/ 325000 h 606722"/>
                <a:gd name="connsiteX40" fmla="*/ 325000 h 606722"/>
                <a:gd name="connsiteY40" fmla="*/ 325000 h 606722"/>
                <a:gd name="connsiteX41" fmla="*/ 325000 h 606722"/>
                <a:gd name="connsiteY41" fmla="*/ 325000 h 606722"/>
                <a:gd name="connsiteX42" fmla="*/ 325000 h 606722"/>
                <a:gd name="connsiteY42" fmla="*/ 325000 h 606722"/>
                <a:gd name="connsiteX43" fmla="*/ 325000 h 606722"/>
                <a:gd name="connsiteY43" fmla="*/ 32500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81632" h="605592">
                  <a:moveTo>
                    <a:pt x="295984" y="517456"/>
                  </a:moveTo>
                  <a:cubicBezTo>
                    <a:pt x="308202" y="517456"/>
                    <a:pt x="318107" y="527329"/>
                    <a:pt x="318107" y="539508"/>
                  </a:cubicBezTo>
                  <a:cubicBezTo>
                    <a:pt x="318107" y="551687"/>
                    <a:pt x="308202" y="561560"/>
                    <a:pt x="295984" y="561560"/>
                  </a:cubicBezTo>
                  <a:cubicBezTo>
                    <a:pt x="283766" y="561560"/>
                    <a:pt x="273861" y="551687"/>
                    <a:pt x="273861" y="539508"/>
                  </a:cubicBezTo>
                  <a:cubicBezTo>
                    <a:pt x="273861" y="527329"/>
                    <a:pt x="283766" y="517456"/>
                    <a:pt x="295984" y="517456"/>
                  </a:cubicBezTo>
                  <a:close/>
                  <a:moveTo>
                    <a:pt x="160545" y="511041"/>
                  </a:moveTo>
                  <a:lnTo>
                    <a:pt x="160545" y="567772"/>
                  </a:lnTo>
                  <a:lnTo>
                    <a:pt x="424716" y="567772"/>
                  </a:lnTo>
                  <a:lnTo>
                    <a:pt x="424716" y="511041"/>
                  </a:lnTo>
                  <a:close/>
                  <a:moveTo>
                    <a:pt x="505769" y="201888"/>
                  </a:moveTo>
                  <a:cubicBezTo>
                    <a:pt x="508648" y="205318"/>
                    <a:pt x="574681" y="288196"/>
                    <a:pt x="506790" y="413161"/>
                  </a:cubicBezTo>
                  <a:lnTo>
                    <a:pt x="490073" y="404169"/>
                  </a:lnTo>
                  <a:cubicBezTo>
                    <a:pt x="552020" y="290235"/>
                    <a:pt x="491745" y="214681"/>
                    <a:pt x="491095" y="213939"/>
                  </a:cubicBezTo>
                  <a:close/>
                  <a:moveTo>
                    <a:pt x="75917" y="201888"/>
                  </a:moveTo>
                  <a:lnTo>
                    <a:pt x="90591" y="213847"/>
                  </a:lnTo>
                  <a:cubicBezTo>
                    <a:pt x="88084" y="216999"/>
                    <a:pt x="29852" y="290699"/>
                    <a:pt x="91520" y="404169"/>
                  </a:cubicBezTo>
                  <a:lnTo>
                    <a:pt x="74896" y="413161"/>
                  </a:lnTo>
                  <a:cubicBezTo>
                    <a:pt x="6912" y="288196"/>
                    <a:pt x="73038" y="205318"/>
                    <a:pt x="75917" y="201888"/>
                  </a:cubicBezTo>
                  <a:close/>
                  <a:moveTo>
                    <a:pt x="542640" y="174861"/>
                  </a:moveTo>
                  <a:cubicBezTo>
                    <a:pt x="543568" y="175973"/>
                    <a:pt x="629228" y="283209"/>
                    <a:pt x="543661" y="440681"/>
                  </a:cubicBezTo>
                  <a:lnTo>
                    <a:pt x="527049" y="431598"/>
                  </a:lnTo>
                  <a:cubicBezTo>
                    <a:pt x="606212" y="285805"/>
                    <a:pt x="531225" y="190803"/>
                    <a:pt x="527977" y="186910"/>
                  </a:cubicBezTo>
                  <a:close/>
                  <a:moveTo>
                    <a:pt x="38930" y="174861"/>
                  </a:moveTo>
                  <a:lnTo>
                    <a:pt x="53593" y="186910"/>
                  </a:lnTo>
                  <a:cubicBezTo>
                    <a:pt x="50345" y="190803"/>
                    <a:pt x="-24642" y="285805"/>
                    <a:pt x="54614" y="431598"/>
                  </a:cubicBezTo>
                  <a:lnTo>
                    <a:pt x="37909" y="440681"/>
                  </a:lnTo>
                  <a:cubicBezTo>
                    <a:pt x="-47565" y="283209"/>
                    <a:pt x="38095" y="175973"/>
                    <a:pt x="38930" y="174861"/>
                  </a:cubicBezTo>
                  <a:close/>
                  <a:moveTo>
                    <a:pt x="160545" y="94644"/>
                  </a:moveTo>
                  <a:lnTo>
                    <a:pt x="160545" y="473127"/>
                  </a:lnTo>
                  <a:lnTo>
                    <a:pt x="424716" y="473127"/>
                  </a:lnTo>
                  <a:lnTo>
                    <a:pt x="424716" y="94644"/>
                  </a:lnTo>
                  <a:close/>
                  <a:moveTo>
                    <a:pt x="160545" y="37820"/>
                  </a:moveTo>
                  <a:lnTo>
                    <a:pt x="160545" y="56731"/>
                  </a:lnTo>
                  <a:lnTo>
                    <a:pt x="424716" y="56731"/>
                  </a:lnTo>
                  <a:lnTo>
                    <a:pt x="424716" y="37820"/>
                  </a:lnTo>
                  <a:close/>
                  <a:moveTo>
                    <a:pt x="160545" y="0"/>
                  </a:moveTo>
                  <a:lnTo>
                    <a:pt x="424716" y="0"/>
                  </a:lnTo>
                  <a:cubicBezTo>
                    <a:pt x="445608" y="0"/>
                    <a:pt x="462693" y="17056"/>
                    <a:pt x="462693" y="37820"/>
                  </a:cubicBezTo>
                  <a:lnTo>
                    <a:pt x="462693" y="567772"/>
                  </a:lnTo>
                  <a:cubicBezTo>
                    <a:pt x="462693" y="588629"/>
                    <a:pt x="445608" y="605592"/>
                    <a:pt x="424716" y="605592"/>
                  </a:cubicBezTo>
                  <a:lnTo>
                    <a:pt x="160545" y="605592"/>
                  </a:lnTo>
                  <a:cubicBezTo>
                    <a:pt x="139653" y="605592"/>
                    <a:pt x="122568" y="588629"/>
                    <a:pt x="122568" y="567772"/>
                  </a:cubicBezTo>
                  <a:lnTo>
                    <a:pt x="122568" y="37820"/>
                  </a:lnTo>
                  <a:cubicBezTo>
                    <a:pt x="122568" y="17056"/>
                    <a:pt x="139653" y="0"/>
                    <a:pt x="160545" y="0"/>
                  </a:cubicBezTo>
                  <a:close/>
                </a:path>
              </a:pathLst>
            </a:custGeom>
            <a:solidFill>
              <a:srgbClr val="41BDC1"/>
            </a:solidFill>
            <a:ln>
              <a:noFill/>
            </a:ln>
          </p:spPr>
        </p:sp>
        <p:cxnSp>
          <p:nvCxnSpPr>
            <p:cNvPr id="27" name="肘形连接符 26"/>
            <p:cNvCxnSpPr/>
            <p:nvPr/>
          </p:nvCxnSpPr>
          <p:spPr bwMode="auto">
            <a:xfrm>
              <a:off x="3568429" y="4737671"/>
              <a:ext cx="1470243" cy="21086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椭圆 27"/>
            <p:cNvSpPr/>
            <p:nvPr/>
          </p:nvSpPr>
          <p:spPr bwMode="auto">
            <a:xfrm>
              <a:off x="3526243" y="4669612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cxnSp>
          <p:nvCxnSpPr>
            <p:cNvPr id="29" name="肘形连接符 28"/>
            <p:cNvCxnSpPr/>
            <p:nvPr/>
          </p:nvCxnSpPr>
          <p:spPr bwMode="auto">
            <a:xfrm flipV="1">
              <a:off x="3707700" y="5149465"/>
              <a:ext cx="1634308" cy="28101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肘形连接符 29"/>
            <p:cNvCxnSpPr/>
            <p:nvPr/>
          </p:nvCxnSpPr>
          <p:spPr bwMode="auto">
            <a:xfrm rot="5400000" flipH="1" flipV="1">
              <a:off x="5142206" y="5158336"/>
              <a:ext cx="673397" cy="670556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肘形连接符 30"/>
            <p:cNvCxnSpPr/>
            <p:nvPr/>
          </p:nvCxnSpPr>
          <p:spPr bwMode="auto">
            <a:xfrm rot="16200000" flipV="1">
              <a:off x="6261844" y="5281063"/>
              <a:ext cx="635111" cy="409024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肘形连接符 31"/>
            <p:cNvCxnSpPr/>
            <p:nvPr/>
          </p:nvCxnSpPr>
          <p:spPr bwMode="auto">
            <a:xfrm rot="10800000">
              <a:off x="7153713" y="5172296"/>
              <a:ext cx="654429" cy="467407"/>
            </a:xfrm>
            <a:prstGeom prst="bentConnector3">
              <a:avLst>
                <a:gd name="adj1" fmla="val 105258"/>
              </a:avLst>
            </a:prstGeom>
            <a:solidFill>
              <a:schemeClr val="accent1"/>
            </a:solidFill>
            <a:ln w="3810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" name="椭圆 32"/>
            <p:cNvSpPr/>
            <p:nvPr/>
          </p:nvSpPr>
          <p:spPr bwMode="auto">
            <a:xfrm>
              <a:off x="3675625" y="5372067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5068935" y="5737838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6709220" y="5737838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36" name="椭圆 35"/>
            <p:cNvSpPr/>
            <p:nvPr/>
          </p:nvSpPr>
          <p:spPr bwMode="auto">
            <a:xfrm>
              <a:off x="7733450" y="5580764"/>
              <a:ext cx="149381" cy="130585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cxnSp>
          <p:nvCxnSpPr>
            <p:cNvPr id="37" name="肘形连接符 36"/>
            <p:cNvCxnSpPr/>
            <p:nvPr/>
          </p:nvCxnSpPr>
          <p:spPr bwMode="auto">
            <a:xfrm rot="16200000" flipV="1">
              <a:off x="4673222" y="3410771"/>
              <a:ext cx="1143260" cy="63349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肘形连接符 37"/>
            <p:cNvCxnSpPr/>
            <p:nvPr/>
          </p:nvCxnSpPr>
          <p:spPr bwMode="auto">
            <a:xfrm rot="16200000" flipV="1">
              <a:off x="4464109" y="3557110"/>
              <a:ext cx="1107481" cy="592945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箭头连接符 38"/>
            <p:cNvCxnSpPr/>
            <p:nvPr/>
          </p:nvCxnSpPr>
          <p:spPr bwMode="auto">
            <a:xfrm flipV="1">
              <a:off x="4721375" y="3276809"/>
              <a:ext cx="0" cy="24550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/>
            <p:cNvCxnSpPr/>
            <p:nvPr/>
          </p:nvCxnSpPr>
          <p:spPr bwMode="auto">
            <a:xfrm flipH="1">
              <a:off x="5557164" y="4127835"/>
              <a:ext cx="4438" cy="18632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肘形连接符 40"/>
            <p:cNvCxnSpPr/>
            <p:nvPr/>
          </p:nvCxnSpPr>
          <p:spPr bwMode="auto">
            <a:xfrm rot="16200000" flipH="1">
              <a:off x="4086884" y="3979048"/>
              <a:ext cx="840386" cy="79986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V="1">
              <a:off x="4107143" y="3798571"/>
              <a:ext cx="0" cy="24550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肘形连接符 42"/>
            <p:cNvCxnSpPr/>
            <p:nvPr/>
          </p:nvCxnSpPr>
          <p:spPr bwMode="auto">
            <a:xfrm rot="16200000" flipH="1">
              <a:off x="4323498" y="3740874"/>
              <a:ext cx="840386" cy="79986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箭头连接符 43"/>
            <p:cNvCxnSpPr/>
            <p:nvPr/>
          </p:nvCxnSpPr>
          <p:spPr bwMode="auto">
            <a:xfrm flipH="1">
              <a:off x="5149308" y="4290486"/>
              <a:ext cx="4438" cy="18632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5" name="肘形连接符 44"/>
            <p:cNvCxnSpPr/>
            <p:nvPr/>
          </p:nvCxnSpPr>
          <p:spPr bwMode="auto">
            <a:xfrm>
              <a:off x="3492375" y="4828467"/>
              <a:ext cx="1470243" cy="21086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肘形连接符 45"/>
            <p:cNvCxnSpPr/>
            <p:nvPr/>
          </p:nvCxnSpPr>
          <p:spPr bwMode="auto">
            <a:xfrm>
              <a:off x="3631556" y="4613833"/>
              <a:ext cx="1470243" cy="21086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箭头连接符 46"/>
            <p:cNvCxnSpPr/>
            <p:nvPr/>
          </p:nvCxnSpPr>
          <p:spPr bwMode="auto">
            <a:xfrm flipV="1">
              <a:off x="3431704" y="4614918"/>
              <a:ext cx="0" cy="24550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47"/>
            <p:cNvCxnSpPr/>
            <p:nvPr/>
          </p:nvCxnSpPr>
          <p:spPr bwMode="auto">
            <a:xfrm flipV="1">
              <a:off x="4720914" y="4806242"/>
              <a:ext cx="278991" cy="17949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肘形连接符 48"/>
            <p:cNvCxnSpPr/>
            <p:nvPr/>
          </p:nvCxnSpPr>
          <p:spPr bwMode="auto">
            <a:xfrm rot="16200000" flipV="1">
              <a:off x="5406953" y="3262199"/>
              <a:ext cx="1124918" cy="193332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肘形连接符 49"/>
            <p:cNvCxnSpPr/>
            <p:nvPr/>
          </p:nvCxnSpPr>
          <p:spPr bwMode="auto">
            <a:xfrm rot="16200000" flipV="1">
              <a:off x="5166522" y="3412366"/>
              <a:ext cx="1124918" cy="193332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箭头连接符 50"/>
            <p:cNvCxnSpPr/>
            <p:nvPr/>
          </p:nvCxnSpPr>
          <p:spPr bwMode="auto">
            <a:xfrm flipV="1">
              <a:off x="5631681" y="2835135"/>
              <a:ext cx="0" cy="24550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" name="直接箭头连接符 51"/>
            <p:cNvCxnSpPr/>
            <p:nvPr/>
          </p:nvCxnSpPr>
          <p:spPr bwMode="auto">
            <a:xfrm flipH="1">
              <a:off x="6058656" y="3795665"/>
              <a:ext cx="4438" cy="18632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" name="肘形连接符 52"/>
            <p:cNvCxnSpPr/>
            <p:nvPr/>
          </p:nvCxnSpPr>
          <p:spPr bwMode="auto">
            <a:xfrm rot="16200000" flipH="1">
              <a:off x="6688801" y="3189055"/>
              <a:ext cx="766102" cy="466772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肘形连接符 53"/>
            <p:cNvCxnSpPr/>
            <p:nvPr/>
          </p:nvCxnSpPr>
          <p:spPr bwMode="auto">
            <a:xfrm rot="16200000" flipH="1">
              <a:off x="6674156" y="3207909"/>
              <a:ext cx="1283307" cy="532287"/>
            </a:xfrm>
            <a:prstGeom prst="bentConnector4">
              <a:avLst>
                <a:gd name="adj1" fmla="val 28506"/>
                <a:gd name="adj2" fmla="val 97568"/>
              </a:avLst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箭头连接符 54"/>
            <p:cNvCxnSpPr/>
            <p:nvPr/>
          </p:nvCxnSpPr>
          <p:spPr bwMode="auto">
            <a:xfrm flipV="1">
              <a:off x="6838466" y="2855042"/>
              <a:ext cx="0" cy="24550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 flipH="1">
              <a:off x="7559635" y="3860806"/>
              <a:ext cx="4438" cy="18632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肘形连接符 56"/>
            <p:cNvCxnSpPr/>
            <p:nvPr/>
          </p:nvCxnSpPr>
          <p:spPr bwMode="auto">
            <a:xfrm rot="5400000" flipH="1" flipV="1">
              <a:off x="7378859" y="3712250"/>
              <a:ext cx="963466" cy="571866"/>
            </a:xfrm>
            <a:prstGeom prst="bentConnector3">
              <a:avLst>
                <a:gd name="adj1" fmla="val -3207"/>
              </a:avLst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肘形连接符 57"/>
            <p:cNvCxnSpPr/>
            <p:nvPr/>
          </p:nvCxnSpPr>
          <p:spPr bwMode="auto">
            <a:xfrm flipV="1">
              <a:off x="7472728" y="3361991"/>
              <a:ext cx="425907" cy="913962"/>
            </a:xfrm>
            <a:prstGeom prst="bentConnector2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箭头连接符 58"/>
            <p:cNvCxnSpPr/>
            <p:nvPr/>
          </p:nvCxnSpPr>
          <p:spPr bwMode="auto">
            <a:xfrm flipV="1">
              <a:off x="7898635" y="3325779"/>
              <a:ext cx="0" cy="24550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59"/>
            <p:cNvCxnSpPr/>
            <p:nvPr/>
          </p:nvCxnSpPr>
          <p:spPr bwMode="auto">
            <a:xfrm flipH="1">
              <a:off x="7514710" y="4507953"/>
              <a:ext cx="285130" cy="778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肘形连接符 60"/>
            <p:cNvCxnSpPr/>
            <p:nvPr/>
          </p:nvCxnSpPr>
          <p:spPr bwMode="auto">
            <a:xfrm rot="10800000" flipV="1">
              <a:off x="7764585" y="4040538"/>
              <a:ext cx="1251137" cy="1047803"/>
            </a:xfrm>
            <a:prstGeom prst="bentConnector3">
              <a:avLst>
                <a:gd name="adj1" fmla="val 28649"/>
              </a:avLst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肘形连接符 61"/>
            <p:cNvCxnSpPr/>
            <p:nvPr/>
          </p:nvCxnSpPr>
          <p:spPr bwMode="auto">
            <a:xfrm rot="10800000" flipV="1">
              <a:off x="7826158" y="3866753"/>
              <a:ext cx="1046432" cy="953055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 flipH="1">
              <a:off x="7582985" y="5081607"/>
              <a:ext cx="285130" cy="778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接箭头连接符 63"/>
            <p:cNvCxnSpPr/>
            <p:nvPr/>
          </p:nvCxnSpPr>
          <p:spPr bwMode="auto">
            <a:xfrm flipV="1">
              <a:off x="8703286" y="3840545"/>
              <a:ext cx="209008" cy="1908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09828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Main IoT Technologies</a:t>
            </a:r>
          </a:p>
        </p:txBody>
      </p:sp>
      <p:grpSp>
        <p:nvGrpSpPr>
          <p:cNvPr id="3" name="921e0011-d5a0-42a3-9568-553a2897026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523492" y="1736812"/>
            <a:ext cx="3276364" cy="3397671"/>
            <a:chOff x="3344863" y="1003300"/>
            <a:chExt cx="4930776" cy="5113338"/>
          </a:xfrm>
        </p:grpSpPr>
        <p:sp>
          <p:nvSpPr>
            <p:cNvPr id="4" name="îs1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AD2EA2D-57B9-41C9-80BB-80C99D5F585E}"/>
                </a:ext>
              </a:extLst>
            </p:cNvPr>
            <p:cNvSpPr/>
            <p:nvPr/>
          </p:nvSpPr>
          <p:spPr bwMode="auto">
            <a:xfrm>
              <a:off x="4487863" y="3325813"/>
              <a:ext cx="2255838" cy="971550"/>
            </a:xfrm>
            <a:prstGeom prst="rect">
              <a:avLst/>
            </a:pr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" name="îṡ1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2F7871B-5F6F-4C39-B538-416679BBC92D}"/>
                </a:ext>
              </a:extLst>
            </p:cNvPr>
            <p:cNvSpPr/>
            <p:nvPr/>
          </p:nvSpPr>
          <p:spPr bwMode="auto">
            <a:xfrm>
              <a:off x="4371976" y="3282950"/>
              <a:ext cx="2487613" cy="11271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" name="ïşļí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99F3D07-3497-424A-BB2F-4D786A5C878B}"/>
                </a:ext>
              </a:extLst>
            </p:cNvPr>
            <p:cNvSpPr/>
            <p:nvPr/>
          </p:nvSpPr>
          <p:spPr bwMode="auto">
            <a:xfrm>
              <a:off x="4371976" y="2787650"/>
              <a:ext cx="2487613" cy="495300"/>
            </a:xfrm>
            <a:custGeom>
              <a:avLst/>
              <a:gdLst>
                <a:gd name="T0" fmla="*/ 1567 w 1567"/>
                <a:gd name="T1" fmla="*/ 312 h 312"/>
                <a:gd name="T2" fmla="*/ 0 w 1567"/>
                <a:gd name="T3" fmla="*/ 312 h 312"/>
                <a:gd name="T4" fmla="*/ 218 w 1567"/>
                <a:gd name="T5" fmla="*/ 0 h 312"/>
                <a:gd name="T6" fmla="*/ 1349 w 1567"/>
                <a:gd name="T7" fmla="*/ 0 h 312"/>
                <a:gd name="T8" fmla="*/ 1567 w 1567"/>
                <a:gd name="T9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7" h="312">
                  <a:moveTo>
                    <a:pt x="1567" y="312"/>
                  </a:moveTo>
                  <a:lnTo>
                    <a:pt x="0" y="312"/>
                  </a:lnTo>
                  <a:lnTo>
                    <a:pt x="218" y="0"/>
                  </a:lnTo>
                  <a:lnTo>
                    <a:pt x="1349" y="0"/>
                  </a:lnTo>
                  <a:lnTo>
                    <a:pt x="1567" y="31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" name="ïṣḷí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26B89BD-DDA8-4C4A-B835-9ADE6744AF17}"/>
                </a:ext>
              </a:extLst>
            </p:cNvPr>
            <p:cNvSpPr/>
            <p:nvPr/>
          </p:nvSpPr>
          <p:spPr bwMode="auto">
            <a:xfrm>
              <a:off x="5673726" y="2800350"/>
              <a:ext cx="1371600" cy="1431925"/>
            </a:xfrm>
            <a:custGeom>
              <a:avLst/>
              <a:gdLst>
                <a:gd name="T0" fmla="*/ 0 w 864"/>
                <a:gd name="T1" fmla="*/ 902 h 902"/>
                <a:gd name="T2" fmla="*/ 864 w 864"/>
                <a:gd name="T3" fmla="*/ 902 h 902"/>
                <a:gd name="T4" fmla="*/ 864 w 864"/>
                <a:gd name="T5" fmla="*/ 328 h 902"/>
                <a:gd name="T6" fmla="*/ 433 w 864"/>
                <a:gd name="T7" fmla="*/ 0 h 902"/>
                <a:gd name="T8" fmla="*/ 0 w 864"/>
                <a:gd name="T9" fmla="*/ 330 h 902"/>
                <a:gd name="T10" fmla="*/ 0 w 864"/>
                <a:gd name="T11" fmla="*/ 902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4" h="902">
                  <a:moveTo>
                    <a:pt x="0" y="902"/>
                  </a:moveTo>
                  <a:lnTo>
                    <a:pt x="864" y="902"/>
                  </a:lnTo>
                  <a:lnTo>
                    <a:pt x="864" y="328"/>
                  </a:lnTo>
                  <a:lnTo>
                    <a:pt x="433" y="0"/>
                  </a:lnTo>
                  <a:lnTo>
                    <a:pt x="0" y="330"/>
                  </a:lnTo>
                  <a:lnTo>
                    <a:pt x="0" y="9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" name="ïşḻí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265A66B-49D4-4177-AC14-78F319D626A5}"/>
                </a:ext>
              </a:extLst>
            </p:cNvPr>
            <p:cNvSpPr/>
            <p:nvPr/>
          </p:nvSpPr>
          <p:spPr bwMode="auto">
            <a:xfrm>
              <a:off x="4705351" y="3581400"/>
              <a:ext cx="749300" cy="715963"/>
            </a:xfrm>
            <a:prstGeom prst="rect">
              <a:avLst/>
            </a:pr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" name="ïṣḻî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DE36752-E2B8-40FB-8D53-83C603472182}"/>
                </a:ext>
              </a:extLst>
            </p:cNvPr>
            <p:cNvSpPr/>
            <p:nvPr/>
          </p:nvSpPr>
          <p:spPr bwMode="auto">
            <a:xfrm>
              <a:off x="4705351" y="3581400"/>
              <a:ext cx="749300" cy="715963"/>
            </a:xfrm>
            <a:custGeom>
              <a:avLst/>
              <a:gdLst>
                <a:gd name="T0" fmla="*/ 472 w 472"/>
                <a:gd name="T1" fmla="*/ 0 h 451"/>
                <a:gd name="T2" fmla="*/ 0 w 472"/>
                <a:gd name="T3" fmla="*/ 0 h 451"/>
                <a:gd name="T4" fmla="*/ 0 w 472"/>
                <a:gd name="T5" fmla="*/ 451 h 451"/>
                <a:gd name="T6" fmla="*/ 472 w 472"/>
                <a:gd name="T7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2" h="451">
                  <a:moveTo>
                    <a:pt x="472" y="0"/>
                  </a:moveTo>
                  <a:lnTo>
                    <a:pt x="0" y="0"/>
                  </a:lnTo>
                  <a:lnTo>
                    <a:pt x="0" y="451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" name="ïšḻï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83E790E-A543-47DD-BF98-4C5FF7847DED}"/>
                </a:ext>
              </a:extLst>
            </p:cNvPr>
            <p:cNvSpPr/>
            <p:nvPr/>
          </p:nvSpPr>
          <p:spPr bwMode="auto">
            <a:xfrm>
              <a:off x="6164263" y="3098800"/>
              <a:ext cx="393700" cy="284163"/>
            </a:xfrm>
            <a:prstGeom prst="rect">
              <a:avLst/>
            </a:prstGeom>
            <a:solidFill>
              <a:srgbClr val="CFD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" name="íṧļ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D0431E3-B98C-4752-94C2-5BD6B3A23A7A}"/>
                </a:ext>
              </a:extLst>
            </p:cNvPr>
            <p:cNvSpPr/>
            <p:nvPr/>
          </p:nvSpPr>
          <p:spPr bwMode="auto">
            <a:xfrm>
              <a:off x="6164263" y="3338513"/>
              <a:ext cx="393700" cy="44450"/>
            </a:xfrm>
            <a:prstGeom prst="rect">
              <a:avLst/>
            </a:pr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" name="iṡľí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C1A9CC3-E492-4D25-A7C7-724E6B2B2D61}"/>
                </a:ext>
              </a:extLst>
            </p:cNvPr>
            <p:cNvSpPr/>
            <p:nvPr/>
          </p:nvSpPr>
          <p:spPr bwMode="auto">
            <a:xfrm>
              <a:off x="6164263" y="3098800"/>
              <a:ext cx="238125" cy="239713"/>
            </a:xfrm>
            <a:custGeom>
              <a:avLst/>
              <a:gdLst>
                <a:gd name="T0" fmla="*/ 0 w 150"/>
                <a:gd name="T1" fmla="*/ 151 h 151"/>
                <a:gd name="T2" fmla="*/ 0 w 150"/>
                <a:gd name="T3" fmla="*/ 0 h 151"/>
                <a:gd name="T4" fmla="*/ 150 w 150"/>
                <a:gd name="T5" fmla="*/ 0 h 151"/>
                <a:gd name="T6" fmla="*/ 0 w 150"/>
                <a:gd name="T7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0" h="151">
                  <a:moveTo>
                    <a:pt x="0" y="151"/>
                  </a:moveTo>
                  <a:lnTo>
                    <a:pt x="0" y="0"/>
                  </a:lnTo>
                  <a:lnTo>
                    <a:pt x="150" y="0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EC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" name="íṡḷï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E3292FE-2061-4D74-9B08-7A56FDCFAE3A}"/>
                </a:ext>
              </a:extLst>
            </p:cNvPr>
            <p:cNvSpPr/>
            <p:nvPr/>
          </p:nvSpPr>
          <p:spPr bwMode="auto">
            <a:xfrm>
              <a:off x="5784851" y="3616325"/>
              <a:ext cx="236538" cy="366713"/>
            </a:xfrm>
            <a:prstGeom prst="rect">
              <a:avLst/>
            </a:prstGeom>
            <a:solidFill>
              <a:srgbClr val="CFD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" name="í$ļi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0EC1B09-41CA-4DD4-B939-3F89BF067C0D}"/>
                </a:ext>
              </a:extLst>
            </p:cNvPr>
            <p:cNvSpPr/>
            <p:nvPr/>
          </p:nvSpPr>
          <p:spPr bwMode="auto">
            <a:xfrm>
              <a:off x="5784851" y="3616325"/>
              <a:ext cx="236538" cy="236538"/>
            </a:xfrm>
            <a:custGeom>
              <a:avLst/>
              <a:gdLst>
                <a:gd name="T0" fmla="*/ 0 w 149"/>
                <a:gd name="T1" fmla="*/ 149 h 149"/>
                <a:gd name="T2" fmla="*/ 0 w 149"/>
                <a:gd name="T3" fmla="*/ 0 h 149"/>
                <a:gd name="T4" fmla="*/ 149 w 149"/>
                <a:gd name="T5" fmla="*/ 0 h 149"/>
                <a:gd name="T6" fmla="*/ 0 w 149"/>
                <a:gd name="T7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149">
                  <a:moveTo>
                    <a:pt x="0" y="149"/>
                  </a:moveTo>
                  <a:lnTo>
                    <a:pt x="0" y="0"/>
                  </a:lnTo>
                  <a:lnTo>
                    <a:pt x="149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EC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" name="ï$lï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2AF3111-4B2A-493D-BFC0-2950D058D35C}"/>
                </a:ext>
              </a:extLst>
            </p:cNvPr>
            <p:cNvSpPr/>
            <p:nvPr/>
          </p:nvSpPr>
          <p:spPr bwMode="auto">
            <a:xfrm>
              <a:off x="5784851" y="3940175"/>
              <a:ext cx="236538" cy="42863"/>
            </a:xfrm>
            <a:prstGeom prst="rect">
              <a:avLst/>
            </a:pr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" name="iS1í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F4B42EC-1F9D-4409-B520-86AFA8369881}"/>
                </a:ext>
              </a:extLst>
            </p:cNvPr>
            <p:cNvSpPr/>
            <p:nvPr/>
          </p:nvSpPr>
          <p:spPr bwMode="auto">
            <a:xfrm>
              <a:off x="6121401" y="3616325"/>
              <a:ext cx="239713" cy="366713"/>
            </a:xfrm>
            <a:prstGeom prst="rect">
              <a:avLst/>
            </a:prstGeom>
            <a:solidFill>
              <a:srgbClr val="CFD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" name="îşḷí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A435997-1E1E-4884-91C9-C4F314B4826B}"/>
                </a:ext>
              </a:extLst>
            </p:cNvPr>
            <p:cNvSpPr/>
            <p:nvPr/>
          </p:nvSpPr>
          <p:spPr bwMode="auto">
            <a:xfrm>
              <a:off x="6121401" y="3616325"/>
              <a:ext cx="239713" cy="236538"/>
            </a:xfrm>
            <a:custGeom>
              <a:avLst/>
              <a:gdLst>
                <a:gd name="T0" fmla="*/ 0 w 151"/>
                <a:gd name="T1" fmla="*/ 149 h 149"/>
                <a:gd name="T2" fmla="*/ 0 w 151"/>
                <a:gd name="T3" fmla="*/ 0 h 149"/>
                <a:gd name="T4" fmla="*/ 151 w 151"/>
                <a:gd name="T5" fmla="*/ 0 h 149"/>
                <a:gd name="T6" fmla="*/ 0 w 151"/>
                <a:gd name="T7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149">
                  <a:moveTo>
                    <a:pt x="0" y="149"/>
                  </a:moveTo>
                  <a:lnTo>
                    <a:pt x="0" y="0"/>
                  </a:lnTo>
                  <a:lnTo>
                    <a:pt x="151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EC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" name="îṥlî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A8EBF6E-140F-477B-AF3A-7AB720204163}"/>
                </a:ext>
              </a:extLst>
            </p:cNvPr>
            <p:cNvSpPr/>
            <p:nvPr/>
          </p:nvSpPr>
          <p:spPr bwMode="auto">
            <a:xfrm>
              <a:off x="6121401" y="3940175"/>
              <a:ext cx="239713" cy="42863"/>
            </a:xfrm>
            <a:prstGeom prst="rect">
              <a:avLst/>
            </a:pr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" name="išļï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FDD85FF-CC80-45DC-8055-553C4DEA2BE4}"/>
                </a:ext>
              </a:extLst>
            </p:cNvPr>
            <p:cNvSpPr/>
            <p:nvPr/>
          </p:nvSpPr>
          <p:spPr bwMode="auto">
            <a:xfrm>
              <a:off x="6626226" y="3733800"/>
              <a:ext cx="288925" cy="498475"/>
            </a:xfrm>
            <a:prstGeom prst="rect">
              <a:avLst/>
            </a:prstGeom>
            <a:solidFill>
              <a:srgbClr val="455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" name="ïśḻï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C468F0C-B7D3-4A21-BC56-B555FC6F68F5}"/>
                </a:ext>
              </a:extLst>
            </p:cNvPr>
            <p:cNvSpPr/>
            <p:nvPr/>
          </p:nvSpPr>
          <p:spPr bwMode="auto">
            <a:xfrm>
              <a:off x="6681788" y="3800475"/>
              <a:ext cx="177800" cy="320675"/>
            </a:xfrm>
            <a:prstGeom prst="rect">
              <a:avLst/>
            </a:prstGeom>
            <a:solidFill>
              <a:srgbClr val="CFD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" name="íśḷ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97C6E75-2FDE-4C4C-980E-0048A73586B9}"/>
                </a:ext>
              </a:extLst>
            </p:cNvPr>
            <p:cNvSpPr/>
            <p:nvPr/>
          </p:nvSpPr>
          <p:spPr bwMode="auto">
            <a:xfrm>
              <a:off x="5673726" y="2741613"/>
              <a:ext cx="833438" cy="712788"/>
            </a:xfrm>
            <a:custGeom>
              <a:avLst/>
              <a:gdLst>
                <a:gd name="T0" fmla="*/ 525 w 525"/>
                <a:gd name="T1" fmla="*/ 53 h 449"/>
                <a:gd name="T2" fmla="*/ 492 w 525"/>
                <a:gd name="T3" fmla="*/ 0 h 449"/>
                <a:gd name="T4" fmla="*/ 0 w 525"/>
                <a:gd name="T5" fmla="*/ 374 h 449"/>
                <a:gd name="T6" fmla="*/ 0 w 525"/>
                <a:gd name="T7" fmla="*/ 449 h 449"/>
                <a:gd name="T8" fmla="*/ 525 w 525"/>
                <a:gd name="T9" fmla="*/ 53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5" h="449">
                  <a:moveTo>
                    <a:pt x="525" y="53"/>
                  </a:moveTo>
                  <a:lnTo>
                    <a:pt x="492" y="0"/>
                  </a:lnTo>
                  <a:lnTo>
                    <a:pt x="0" y="374"/>
                  </a:lnTo>
                  <a:lnTo>
                    <a:pt x="0" y="449"/>
                  </a:lnTo>
                  <a:lnTo>
                    <a:pt x="525" y="53"/>
                  </a:lnTo>
                  <a:close/>
                </a:path>
              </a:pathLst>
            </a:custGeom>
            <a:solidFill>
              <a:srgbClr val="ECEF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" name="iSļ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01509A2-DEBD-498A-AAAD-1E7821C343FD}"/>
                </a:ext>
              </a:extLst>
            </p:cNvPr>
            <p:cNvSpPr/>
            <p:nvPr/>
          </p:nvSpPr>
          <p:spPr bwMode="auto">
            <a:xfrm>
              <a:off x="5580063" y="2678113"/>
              <a:ext cx="1603375" cy="779463"/>
            </a:xfrm>
            <a:custGeom>
              <a:avLst/>
              <a:gdLst>
                <a:gd name="T0" fmla="*/ 506 w 1010"/>
                <a:gd name="T1" fmla="*/ 0 h 491"/>
                <a:gd name="T2" fmla="*/ 0 w 1010"/>
                <a:gd name="T3" fmla="*/ 381 h 491"/>
                <a:gd name="T4" fmla="*/ 0 w 1010"/>
                <a:gd name="T5" fmla="*/ 491 h 491"/>
                <a:gd name="T6" fmla="*/ 506 w 1010"/>
                <a:gd name="T7" fmla="*/ 108 h 491"/>
                <a:gd name="T8" fmla="*/ 1010 w 1010"/>
                <a:gd name="T9" fmla="*/ 491 h 491"/>
                <a:gd name="T10" fmla="*/ 1010 w 1010"/>
                <a:gd name="T11" fmla="*/ 381 h 491"/>
                <a:gd name="T12" fmla="*/ 506 w 1010"/>
                <a:gd name="T13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0" h="491">
                  <a:moveTo>
                    <a:pt x="506" y="0"/>
                  </a:moveTo>
                  <a:lnTo>
                    <a:pt x="0" y="381"/>
                  </a:lnTo>
                  <a:lnTo>
                    <a:pt x="0" y="491"/>
                  </a:lnTo>
                  <a:lnTo>
                    <a:pt x="506" y="108"/>
                  </a:lnTo>
                  <a:lnTo>
                    <a:pt x="1010" y="491"/>
                  </a:lnTo>
                  <a:lnTo>
                    <a:pt x="1010" y="381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CFD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" name="ísḻ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EDB4B08-6992-4C3D-BCF5-188E5E985A1F}"/>
                </a:ext>
              </a:extLst>
            </p:cNvPr>
            <p:cNvSpPr/>
            <p:nvPr/>
          </p:nvSpPr>
          <p:spPr bwMode="auto">
            <a:xfrm>
              <a:off x="4294188" y="4232275"/>
              <a:ext cx="2925763" cy="6508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" name="íśḻï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DC41E95-9DC7-481F-8272-3F1C32B53814}"/>
                </a:ext>
              </a:extLst>
            </p:cNvPr>
            <p:cNvSpPr/>
            <p:nvPr/>
          </p:nvSpPr>
          <p:spPr bwMode="auto">
            <a:xfrm>
              <a:off x="3736976" y="1638300"/>
              <a:ext cx="4133850" cy="4138613"/>
            </a:xfrm>
            <a:custGeom>
              <a:avLst/>
              <a:gdLst>
                <a:gd name="T0" fmla="*/ 1325 w 1328"/>
                <a:gd name="T1" fmla="*/ 665 h 1329"/>
                <a:gd name="T2" fmla="*/ 1322 w 1328"/>
                <a:gd name="T3" fmla="*/ 665 h 1329"/>
                <a:gd name="T4" fmla="*/ 1129 w 1328"/>
                <a:gd name="T5" fmla="*/ 1130 h 1329"/>
                <a:gd name="T6" fmla="*/ 664 w 1328"/>
                <a:gd name="T7" fmla="*/ 1323 h 1329"/>
                <a:gd name="T8" fmla="*/ 198 w 1328"/>
                <a:gd name="T9" fmla="*/ 1130 h 1329"/>
                <a:gd name="T10" fmla="*/ 6 w 1328"/>
                <a:gd name="T11" fmla="*/ 665 h 1329"/>
                <a:gd name="T12" fmla="*/ 198 w 1328"/>
                <a:gd name="T13" fmla="*/ 199 h 1329"/>
                <a:gd name="T14" fmla="*/ 664 w 1328"/>
                <a:gd name="T15" fmla="*/ 6 h 1329"/>
                <a:gd name="T16" fmla="*/ 1129 w 1328"/>
                <a:gd name="T17" fmla="*/ 199 h 1329"/>
                <a:gd name="T18" fmla="*/ 1322 w 1328"/>
                <a:gd name="T19" fmla="*/ 665 h 1329"/>
                <a:gd name="T20" fmla="*/ 1325 w 1328"/>
                <a:gd name="T21" fmla="*/ 665 h 1329"/>
                <a:gd name="T22" fmla="*/ 1328 w 1328"/>
                <a:gd name="T23" fmla="*/ 665 h 1329"/>
                <a:gd name="T24" fmla="*/ 664 w 1328"/>
                <a:gd name="T25" fmla="*/ 0 h 1329"/>
                <a:gd name="T26" fmla="*/ 0 w 1328"/>
                <a:gd name="T27" fmla="*/ 665 h 1329"/>
                <a:gd name="T28" fmla="*/ 664 w 1328"/>
                <a:gd name="T29" fmla="*/ 1329 h 1329"/>
                <a:gd name="T30" fmla="*/ 1328 w 1328"/>
                <a:gd name="T31" fmla="*/ 665 h 1329"/>
                <a:gd name="T32" fmla="*/ 1325 w 1328"/>
                <a:gd name="T33" fmla="*/ 665 h 1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28" h="1329">
                  <a:moveTo>
                    <a:pt x="1325" y="665"/>
                  </a:moveTo>
                  <a:cubicBezTo>
                    <a:pt x="1322" y="665"/>
                    <a:pt x="1322" y="665"/>
                    <a:pt x="1322" y="665"/>
                  </a:cubicBezTo>
                  <a:cubicBezTo>
                    <a:pt x="1322" y="846"/>
                    <a:pt x="1248" y="1011"/>
                    <a:pt x="1129" y="1130"/>
                  </a:cubicBezTo>
                  <a:cubicBezTo>
                    <a:pt x="1010" y="1249"/>
                    <a:pt x="846" y="1323"/>
                    <a:pt x="664" y="1323"/>
                  </a:cubicBezTo>
                  <a:cubicBezTo>
                    <a:pt x="482" y="1323"/>
                    <a:pt x="318" y="1249"/>
                    <a:pt x="198" y="1130"/>
                  </a:cubicBezTo>
                  <a:cubicBezTo>
                    <a:pt x="79" y="1011"/>
                    <a:pt x="6" y="846"/>
                    <a:pt x="6" y="665"/>
                  </a:cubicBezTo>
                  <a:cubicBezTo>
                    <a:pt x="6" y="483"/>
                    <a:pt x="79" y="318"/>
                    <a:pt x="198" y="199"/>
                  </a:cubicBezTo>
                  <a:cubicBezTo>
                    <a:pt x="318" y="80"/>
                    <a:pt x="482" y="6"/>
                    <a:pt x="664" y="6"/>
                  </a:cubicBezTo>
                  <a:cubicBezTo>
                    <a:pt x="846" y="6"/>
                    <a:pt x="1010" y="80"/>
                    <a:pt x="1129" y="199"/>
                  </a:cubicBezTo>
                  <a:cubicBezTo>
                    <a:pt x="1248" y="318"/>
                    <a:pt x="1322" y="483"/>
                    <a:pt x="1322" y="665"/>
                  </a:cubicBezTo>
                  <a:cubicBezTo>
                    <a:pt x="1325" y="665"/>
                    <a:pt x="1325" y="665"/>
                    <a:pt x="1325" y="665"/>
                  </a:cubicBezTo>
                  <a:cubicBezTo>
                    <a:pt x="1328" y="665"/>
                    <a:pt x="1328" y="665"/>
                    <a:pt x="1328" y="665"/>
                  </a:cubicBezTo>
                  <a:cubicBezTo>
                    <a:pt x="1328" y="298"/>
                    <a:pt x="1031" y="0"/>
                    <a:pt x="664" y="0"/>
                  </a:cubicBezTo>
                  <a:cubicBezTo>
                    <a:pt x="297" y="0"/>
                    <a:pt x="0" y="298"/>
                    <a:pt x="0" y="665"/>
                  </a:cubicBezTo>
                  <a:cubicBezTo>
                    <a:pt x="0" y="1031"/>
                    <a:pt x="297" y="1329"/>
                    <a:pt x="664" y="1329"/>
                  </a:cubicBezTo>
                  <a:cubicBezTo>
                    <a:pt x="1031" y="1329"/>
                    <a:pt x="1328" y="1031"/>
                    <a:pt x="1328" y="665"/>
                  </a:cubicBezTo>
                  <a:lnTo>
                    <a:pt x="1325" y="665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" name="î$ľî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9D906B-D3CF-4513-BBEC-45383761081A}"/>
                </a:ext>
              </a:extLst>
            </p:cNvPr>
            <p:cNvSpPr/>
            <p:nvPr/>
          </p:nvSpPr>
          <p:spPr bwMode="auto">
            <a:xfrm>
              <a:off x="6003926" y="4721225"/>
              <a:ext cx="23813" cy="25400"/>
            </a:xfrm>
            <a:custGeom>
              <a:avLst/>
              <a:gdLst>
                <a:gd name="T0" fmla="*/ 4 w 8"/>
                <a:gd name="T1" fmla="*/ 8 h 8"/>
                <a:gd name="T2" fmla="*/ 7 w 8"/>
                <a:gd name="T3" fmla="*/ 7 h 8"/>
                <a:gd name="T4" fmla="*/ 8 w 8"/>
                <a:gd name="T5" fmla="*/ 4 h 8"/>
                <a:gd name="T6" fmla="*/ 7 w 8"/>
                <a:gd name="T7" fmla="*/ 1 h 8"/>
                <a:gd name="T8" fmla="*/ 4 w 8"/>
                <a:gd name="T9" fmla="*/ 0 h 8"/>
                <a:gd name="T10" fmla="*/ 1 w 8"/>
                <a:gd name="T11" fmla="*/ 1 h 8"/>
                <a:gd name="T12" fmla="*/ 0 w 8"/>
                <a:gd name="T13" fmla="*/ 4 h 8"/>
                <a:gd name="T14" fmla="*/ 1 w 8"/>
                <a:gd name="T15" fmla="*/ 7 h 8"/>
                <a:gd name="T16" fmla="*/ 4 w 8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5" y="8"/>
                    <a:pt x="6" y="8"/>
                    <a:pt x="7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8" y="3"/>
                    <a:pt x="7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2" y="8"/>
                    <a:pt x="3" y="8"/>
                    <a:pt x="4" y="8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" name="ïŝḻî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89AB292-8B14-473D-915E-2DE0E13D2EF9}"/>
                </a:ext>
              </a:extLst>
            </p:cNvPr>
            <p:cNvSpPr/>
            <p:nvPr/>
          </p:nvSpPr>
          <p:spPr bwMode="auto">
            <a:xfrm>
              <a:off x="6003926" y="4795838"/>
              <a:ext cx="23813" cy="1162050"/>
            </a:xfrm>
            <a:custGeom>
              <a:avLst/>
              <a:gdLst>
                <a:gd name="T0" fmla="*/ 0 w 8"/>
                <a:gd name="T1" fmla="*/ 369 h 373"/>
                <a:gd name="T2" fmla="*/ 8 w 8"/>
                <a:gd name="T3" fmla="*/ 369 h 373"/>
                <a:gd name="T4" fmla="*/ 0 w 8"/>
                <a:gd name="T5" fmla="*/ 369 h 373"/>
                <a:gd name="T6" fmla="*/ 0 w 8"/>
                <a:gd name="T7" fmla="*/ 344 h 373"/>
                <a:gd name="T8" fmla="*/ 8 w 8"/>
                <a:gd name="T9" fmla="*/ 344 h 373"/>
                <a:gd name="T10" fmla="*/ 0 w 8"/>
                <a:gd name="T11" fmla="*/ 344 h 373"/>
                <a:gd name="T12" fmla="*/ 0 w 8"/>
                <a:gd name="T13" fmla="*/ 320 h 373"/>
                <a:gd name="T14" fmla="*/ 8 w 8"/>
                <a:gd name="T15" fmla="*/ 320 h 373"/>
                <a:gd name="T16" fmla="*/ 0 w 8"/>
                <a:gd name="T17" fmla="*/ 320 h 373"/>
                <a:gd name="T18" fmla="*/ 0 w 8"/>
                <a:gd name="T19" fmla="*/ 296 h 373"/>
                <a:gd name="T20" fmla="*/ 8 w 8"/>
                <a:gd name="T21" fmla="*/ 296 h 373"/>
                <a:gd name="T22" fmla="*/ 0 w 8"/>
                <a:gd name="T23" fmla="*/ 296 h 373"/>
                <a:gd name="T24" fmla="*/ 0 w 8"/>
                <a:gd name="T25" fmla="*/ 271 h 373"/>
                <a:gd name="T26" fmla="*/ 8 w 8"/>
                <a:gd name="T27" fmla="*/ 271 h 373"/>
                <a:gd name="T28" fmla="*/ 0 w 8"/>
                <a:gd name="T29" fmla="*/ 271 h 373"/>
                <a:gd name="T30" fmla="*/ 0 w 8"/>
                <a:gd name="T31" fmla="*/ 247 h 373"/>
                <a:gd name="T32" fmla="*/ 8 w 8"/>
                <a:gd name="T33" fmla="*/ 247 h 373"/>
                <a:gd name="T34" fmla="*/ 0 w 8"/>
                <a:gd name="T35" fmla="*/ 247 h 373"/>
                <a:gd name="T36" fmla="*/ 0 w 8"/>
                <a:gd name="T37" fmla="*/ 223 h 373"/>
                <a:gd name="T38" fmla="*/ 8 w 8"/>
                <a:gd name="T39" fmla="*/ 223 h 373"/>
                <a:gd name="T40" fmla="*/ 0 w 8"/>
                <a:gd name="T41" fmla="*/ 223 h 373"/>
                <a:gd name="T42" fmla="*/ 0 w 8"/>
                <a:gd name="T43" fmla="*/ 199 h 373"/>
                <a:gd name="T44" fmla="*/ 8 w 8"/>
                <a:gd name="T45" fmla="*/ 199 h 373"/>
                <a:gd name="T46" fmla="*/ 0 w 8"/>
                <a:gd name="T47" fmla="*/ 199 h 373"/>
                <a:gd name="T48" fmla="*/ 0 w 8"/>
                <a:gd name="T49" fmla="*/ 174 h 373"/>
                <a:gd name="T50" fmla="*/ 8 w 8"/>
                <a:gd name="T51" fmla="*/ 174 h 373"/>
                <a:gd name="T52" fmla="*/ 0 w 8"/>
                <a:gd name="T53" fmla="*/ 174 h 373"/>
                <a:gd name="T54" fmla="*/ 0 w 8"/>
                <a:gd name="T55" fmla="*/ 150 h 373"/>
                <a:gd name="T56" fmla="*/ 8 w 8"/>
                <a:gd name="T57" fmla="*/ 150 h 373"/>
                <a:gd name="T58" fmla="*/ 0 w 8"/>
                <a:gd name="T59" fmla="*/ 150 h 373"/>
                <a:gd name="T60" fmla="*/ 0 w 8"/>
                <a:gd name="T61" fmla="*/ 126 h 373"/>
                <a:gd name="T62" fmla="*/ 8 w 8"/>
                <a:gd name="T63" fmla="*/ 126 h 373"/>
                <a:gd name="T64" fmla="*/ 0 w 8"/>
                <a:gd name="T65" fmla="*/ 126 h 373"/>
                <a:gd name="T66" fmla="*/ 0 w 8"/>
                <a:gd name="T67" fmla="*/ 101 h 373"/>
                <a:gd name="T68" fmla="*/ 8 w 8"/>
                <a:gd name="T69" fmla="*/ 101 h 373"/>
                <a:gd name="T70" fmla="*/ 0 w 8"/>
                <a:gd name="T71" fmla="*/ 101 h 373"/>
                <a:gd name="T72" fmla="*/ 0 w 8"/>
                <a:gd name="T73" fmla="*/ 77 h 373"/>
                <a:gd name="T74" fmla="*/ 8 w 8"/>
                <a:gd name="T75" fmla="*/ 77 h 373"/>
                <a:gd name="T76" fmla="*/ 0 w 8"/>
                <a:gd name="T77" fmla="*/ 77 h 373"/>
                <a:gd name="T78" fmla="*/ 0 w 8"/>
                <a:gd name="T79" fmla="*/ 53 h 373"/>
                <a:gd name="T80" fmla="*/ 8 w 8"/>
                <a:gd name="T81" fmla="*/ 53 h 373"/>
                <a:gd name="T82" fmla="*/ 0 w 8"/>
                <a:gd name="T83" fmla="*/ 53 h 373"/>
                <a:gd name="T84" fmla="*/ 0 w 8"/>
                <a:gd name="T85" fmla="*/ 29 h 373"/>
                <a:gd name="T86" fmla="*/ 8 w 8"/>
                <a:gd name="T87" fmla="*/ 29 h 373"/>
                <a:gd name="T88" fmla="*/ 0 w 8"/>
                <a:gd name="T89" fmla="*/ 29 h 373"/>
                <a:gd name="T90" fmla="*/ 0 w 8"/>
                <a:gd name="T91" fmla="*/ 4 h 373"/>
                <a:gd name="T92" fmla="*/ 8 w 8"/>
                <a:gd name="T93" fmla="*/ 4 h 373"/>
                <a:gd name="T94" fmla="*/ 0 w 8"/>
                <a:gd name="T95" fmla="*/ 4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" h="373">
                  <a:moveTo>
                    <a:pt x="0" y="369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0" y="371"/>
                    <a:pt x="2" y="373"/>
                    <a:pt x="4" y="373"/>
                  </a:cubicBezTo>
                  <a:cubicBezTo>
                    <a:pt x="6" y="373"/>
                    <a:pt x="8" y="371"/>
                    <a:pt x="8" y="369"/>
                  </a:cubicBezTo>
                  <a:cubicBezTo>
                    <a:pt x="8" y="366"/>
                    <a:pt x="6" y="365"/>
                    <a:pt x="4" y="365"/>
                  </a:cubicBezTo>
                  <a:cubicBezTo>
                    <a:pt x="2" y="365"/>
                    <a:pt x="0" y="366"/>
                    <a:pt x="0" y="369"/>
                  </a:cubicBezTo>
                  <a:close/>
                  <a:moveTo>
                    <a:pt x="0" y="344"/>
                  </a:moveTo>
                  <a:cubicBezTo>
                    <a:pt x="0" y="344"/>
                    <a:pt x="0" y="344"/>
                    <a:pt x="0" y="344"/>
                  </a:cubicBezTo>
                  <a:cubicBezTo>
                    <a:pt x="0" y="346"/>
                    <a:pt x="2" y="348"/>
                    <a:pt x="4" y="348"/>
                  </a:cubicBezTo>
                  <a:cubicBezTo>
                    <a:pt x="6" y="348"/>
                    <a:pt x="8" y="346"/>
                    <a:pt x="8" y="344"/>
                  </a:cubicBezTo>
                  <a:cubicBezTo>
                    <a:pt x="8" y="342"/>
                    <a:pt x="6" y="340"/>
                    <a:pt x="4" y="340"/>
                  </a:cubicBezTo>
                  <a:cubicBezTo>
                    <a:pt x="2" y="340"/>
                    <a:pt x="0" y="342"/>
                    <a:pt x="0" y="344"/>
                  </a:cubicBezTo>
                  <a:close/>
                  <a:moveTo>
                    <a:pt x="0" y="320"/>
                  </a:moveTo>
                  <a:cubicBezTo>
                    <a:pt x="0" y="320"/>
                    <a:pt x="0" y="320"/>
                    <a:pt x="0" y="320"/>
                  </a:cubicBezTo>
                  <a:cubicBezTo>
                    <a:pt x="0" y="322"/>
                    <a:pt x="2" y="324"/>
                    <a:pt x="4" y="324"/>
                  </a:cubicBezTo>
                  <a:cubicBezTo>
                    <a:pt x="6" y="324"/>
                    <a:pt x="8" y="322"/>
                    <a:pt x="8" y="320"/>
                  </a:cubicBezTo>
                  <a:cubicBezTo>
                    <a:pt x="8" y="318"/>
                    <a:pt x="6" y="316"/>
                    <a:pt x="4" y="316"/>
                  </a:cubicBezTo>
                  <a:cubicBezTo>
                    <a:pt x="2" y="316"/>
                    <a:pt x="0" y="318"/>
                    <a:pt x="0" y="320"/>
                  </a:cubicBezTo>
                  <a:close/>
                  <a:moveTo>
                    <a:pt x="0" y="296"/>
                  </a:moveTo>
                  <a:cubicBezTo>
                    <a:pt x="0" y="296"/>
                    <a:pt x="0" y="296"/>
                    <a:pt x="0" y="296"/>
                  </a:cubicBezTo>
                  <a:cubicBezTo>
                    <a:pt x="0" y="298"/>
                    <a:pt x="2" y="300"/>
                    <a:pt x="4" y="300"/>
                  </a:cubicBezTo>
                  <a:cubicBezTo>
                    <a:pt x="6" y="300"/>
                    <a:pt x="8" y="298"/>
                    <a:pt x="8" y="296"/>
                  </a:cubicBezTo>
                  <a:cubicBezTo>
                    <a:pt x="8" y="293"/>
                    <a:pt x="6" y="292"/>
                    <a:pt x="4" y="292"/>
                  </a:cubicBezTo>
                  <a:cubicBezTo>
                    <a:pt x="2" y="292"/>
                    <a:pt x="0" y="293"/>
                    <a:pt x="0" y="296"/>
                  </a:cubicBezTo>
                  <a:close/>
                  <a:moveTo>
                    <a:pt x="0" y="271"/>
                  </a:moveTo>
                  <a:cubicBezTo>
                    <a:pt x="0" y="271"/>
                    <a:pt x="0" y="271"/>
                    <a:pt x="0" y="271"/>
                  </a:cubicBezTo>
                  <a:cubicBezTo>
                    <a:pt x="0" y="274"/>
                    <a:pt x="2" y="275"/>
                    <a:pt x="4" y="275"/>
                  </a:cubicBezTo>
                  <a:cubicBezTo>
                    <a:pt x="6" y="275"/>
                    <a:pt x="8" y="274"/>
                    <a:pt x="8" y="271"/>
                  </a:cubicBezTo>
                  <a:cubicBezTo>
                    <a:pt x="8" y="269"/>
                    <a:pt x="6" y="267"/>
                    <a:pt x="4" y="267"/>
                  </a:cubicBezTo>
                  <a:cubicBezTo>
                    <a:pt x="2" y="267"/>
                    <a:pt x="0" y="269"/>
                    <a:pt x="0" y="271"/>
                  </a:cubicBezTo>
                  <a:close/>
                  <a:moveTo>
                    <a:pt x="0" y="247"/>
                  </a:moveTo>
                  <a:cubicBezTo>
                    <a:pt x="0" y="247"/>
                    <a:pt x="0" y="247"/>
                    <a:pt x="0" y="247"/>
                  </a:cubicBezTo>
                  <a:cubicBezTo>
                    <a:pt x="0" y="249"/>
                    <a:pt x="2" y="251"/>
                    <a:pt x="4" y="251"/>
                  </a:cubicBezTo>
                  <a:cubicBezTo>
                    <a:pt x="6" y="251"/>
                    <a:pt x="8" y="249"/>
                    <a:pt x="8" y="247"/>
                  </a:cubicBezTo>
                  <a:cubicBezTo>
                    <a:pt x="8" y="245"/>
                    <a:pt x="6" y="243"/>
                    <a:pt x="4" y="243"/>
                  </a:cubicBezTo>
                  <a:cubicBezTo>
                    <a:pt x="2" y="243"/>
                    <a:pt x="0" y="245"/>
                    <a:pt x="0" y="247"/>
                  </a:cubicBezTo>
                  <a:close/>
                  <a:moveTo>
                    <a:pt x="0" y="223"/>
                  </a:moveTo>
                  <a:cubicBezTo>
                    <a:pt x="0" y="223"/>
                    <a:pt x="0" y="223"/>
                    <a:pt x="0" y="223"/>
                  </a:cubicBezTo>
                  <a:cubicBezTo>
                    <a:pt x="0" y="225"/>
                    <a:pt x="2" y="227"/>
                    <a:pt x="4" y="227"/>
                  </a:cubicBezTo>
                  <a:cubicBezTo>
                    <a:pt x="6" y="227"/>
                    <a:pt x="8" y="225"/>
                    <a:pt x="8" y="223"/>
                  </a:cubicBezTo>
                  <a:cubicBezTo>
                    <a:pt x="8" y="221"/>
                    <a:pt x="6" y="219"/>
                    <a:pt x="4" y="219"/>
                  </a:cubicBezTo>
                  <a:cubicBezTo>
                    <a:pt x="2" y="219"/>
                    <a:pt x="0" y="221"/>
                    <a:pt x="0" y="223"/>
                  </a:cubicBezTo>
                  <a:close/>
                  <a:moveTo>
                    <a:pt x="0" y="199"/>
                  </a:moveTo>
                  <a:cubicBezTo>
                    <a:pt x="0" y="199"/>
                    <a:pt x="0" y="199"/>
                    <a:pt x="0" y="199"/>
                  </a:cubicBezTo>
                  <a:cubicBezTo>
                    <a:pt x="0" y="201"/>
                    <a:pt x="2" y="203"/>
                    <a:pt x="4" y="203"/>
                  </a:cubicBezTo>
                  <a:cubicBezTo>
                    <a:pt x="6" y="203"/>
                    <a:pt x="8" y="201"/>
                    <a:pt x="8" y="199"/>
                  </a:cubicBezTo>
                  <a:cubicBezTo>
                    <a:pt x="8" y="196"/>
                    <a:pt x="6" y="195"/>
                    <a:pt x="4" y="195"/>
                  </a:cubicBezTo>
                  <a:cubicBezTo>
                    <a:pt x="2" y="195"/>
                    <a:pt x="0" y="196"/>
                    <a:pt x="0" y="199"/>
                  </a:cubicBezTo>
                  <a:close/>
                  <a:moveTo>
                    <a:pt x="0" y="174"/>
                  </a:moveTo>
                  <a:cubicBezTo>
                    <a:pt x="0" y="174"/>
                    <a:pt x="0" y="174"/>
                    <a:pt x="0" y="174"/>
                  </a:cubicBezTo>
                  <a:cubicBezTo>
                    <a:pt x="0" y="177"/>
                    <a:pt x="2" y="178"/>
                    <a:pt x="4" y="178"/>
                  </a:cubicBezTo>
                  <a:cubicBezTo>
                    <a:pt x="6" y="178"/>
                    <a:pt x="8" y="177"/>
                    <a:pt x="8" y="174"/>
                  </a:cubicBezTo>
                  <a:cubicBezTo>
                    <a:pt x="8" y="172"/>
                    <a:pt x="6" y="170"/>
                    <a:pt x="4" y="170"/>
                  </a:cubicBezTo>
                  <a:cubicBezTo>
                    <a:pt x="2" y="170"/>
                    <a:pt x="0" y="172"/>
                    <a:pt x="0" y="174"/>
                  </a:cubicBezTo>
                  <a:close/>
                  <a:moveTo>
                    <a:pt x="0" y="150"/>
                  </a:moveTo>
                  <a:cubicBezTo>
                    <a:pt x="0" y="150"/>
                    <a:pt x="0" y="150"/>
                    <a:pt x="0" y="150"/>
                  </a:cubicBezTo>
                  <a:cubicBezTo>
                    <a:pt x="0" y="152"/>
                    <a:pt x="2" y="154"/>
                    <a:pt x="4" y="154"/>
                  </a:cubicBezTo>
                  <a:cubicBezTo>
                    <a:pt x="6" y="154"/>
                    <a:pt x="8" y="152"/>
                    <a:pt x="8" y="150"/>
                  </a:cubicBezTo>
                  <a:cubicBezTo>
                    <a:pt x="8" y="148"/>
                    <a:pt x="6" y="146"/>
                    <a:pt x="4" y="146"/>
                  </a:cubicBezTo>
                  <a:cubicBezTo>
                    <a:pt x="2" y="146"/>
                    <a:pt x="0" y="148"/>
                    <a:pt x="0" y="150"/>
                  </a:cubicBezTo>
                  <a:close/>
                  <a:moveTo>
                    <a:pt x="0" y="126"/>
                  </a:moveTo>
                  <a:cubicBezTo>
                    <a:pt x="0" y="126"/>
                    <a:pt x="0" y="126"/>
                    <a:pt x="0" y="126"/>
                  </a:cubicBezTo>
                  <a:cubicBezTo>
                    <a:pt x="0" y="128"/>
                    <a:pt x="2" y="130"/>
                    <a:pt x="4" y="130"/>
                  </a:cubicBezTo>
                  <a:cubicBezTo>
                    <a:pt x="6" y="130"/>
                    <a:pt x="8" y="128"/>
                    <a:pt x="8" y="126"/>
                  </a:cubicBezTo>
                  <a:cubicBezTo>
                    <a:pt x="8" y="124"/>
                    <a:pt x="6" y="122"/>
                    <a:pt x="4" y="122"/>
                  </a:cubicBezTo>
                  <a:cubicBezTo>
                    <a:pt x="2" y="122"/>
                    <a:pt x="0" y="124"/>
                    <a:pt x="0" y="126"/>
                  </a:cubicBezTo>
                  <a:close/>
                  <a:moveTo>
                    <a:pt x="0" y="101"/>
                  </a:moveTo>
                  <a:cubicBezTo>
                    <a:pt x="0" y="101"/>
                    <a:pt x="0" y="101"/>
                    <a:pt x="0" y="101"/>
                  </a:cubicBezTo>
                  <a:cubicBezTo>
                    <a:pt x="0" y="104"/>
                    <a:pt x="2" y="105"/>
                    <a:pt x="4" y="105"/>
                  </a:cubicBezTo>
                  <a:cubicBezTo>
                    <a:pt x="6" y="105"/>
                    <a:pt x="8" y="104"/>
                    <a:pt x="8" y="101"/>
                  </a:cubicBezTo>
                  <a:cubicBezTo>
                    <a:pt x="8" y="99"/>
                    <a:pt x="6" y="97"/>
                    <a:pt x="4" y="97"/>
                  </a:cubicBezTo>
                  <a:cubicBezTo>
                    <a:pt x="2" y="97"/>
                    <a:pt x="0" y="99"/>
                    <a:pt x="0" y="101"/>
                  </a:cubicBezTo>
                  <a:close/>
                  <a:moveTo>
                    <a:pt x="0" y="77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0" y="79"/>
                    <a:pt x="2" y="81"/>
                    <a:pt x="4" y="81"/>
                  </a:cubicBezTo>
                  <a:cubicBezTo>
                    <a:pt x="6" y="81"/>
                    <a:pt x="8" y="79"/>
                    <a:pt x="8" y="77"/>
                  </a:cubicBezTo>
                  <a:cubicBezTo>
                    <a:pt x="8" y="75"/>
                    <a:pt x="6" y="73"/>
                    <a:pt x="4" y="73"/>
                  </a:cubicBezTo>
                  <a:cubicBezTo>
                    <a:pt x="2" y="73"/>
                    <a:pt x="0" y="75"/>
                    <a:pt x="0" y="77"/>
                  </a:cubicBezTo>
                  <a:close/>
                  <a:moveTo>
                    <a:pt x="0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6" y="57"/>
                    <a:pt x="8" y="55"/>
                    <a:pt x="8" y="53"/>
                  </a:cubicBezTo>
                  <a:cubicBezTo>
                    <a:pt x="8" y="51"/>
                    <a:pt x="6" y="49"/>
                    <a:pt x="4" y="49"/>
                  </a:cubicBezTo>
                  <a:cubicBezTo>
                    <a:pt x="2" y="49"/>
                    <a:pt x="0" y="51"/>
                    <a:pt x="0" y="53"/>
                  </a:cubicBezTo>
                  <a:close/>
                  <a:moveTo>
                    <a:pt x="0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31"/>
                    <a:pt x="2" y="33"/>
                    <a:pt x="4" y="33"/>
                  </a:cubicBezTo>
                  <a:cubicBezTo>
                    <a:pt x="6" y="33"/>
                    <a:pt x="8" y="31"/>
                    <a:pt x="8" y="29"/>
                  </a:cubicBezTo>
                  <a:cubicBezTo>
                    <a:pt x="8" y="26"/>
                    <a:pt x="6" y="25"/>
                    <a:pt x="4" y="25"/>
                  </a:cubicBezTo>
                  <a:cubicBezTo>
                    <a:pt x="2" y="25"/>
                    <a:pt x="0" y="26"/>
                    <a:pt x="0" y="29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7"/>
                    <a:pt x="2" y="8"/>
                    <a:pt x="4" y="8"/>
                  </a:cubicBezTo>
                  <a:cubicBezTo>
                    <a:pt x="6" y="8"/>
                    <a:pt x="8" y="7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" name="îṩl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91DF1F2-1FCF-47C7-9453-248514E93B17}"/>
                </a:ext>
              </a:extLst>
            </p:cNvPr>
            <p:cNvSpPr/>
            <p:nvPr/>
          </p:nvSpPr>
          <p:spPr bwMode="auto">
            <a:xfrm>
              <a:off x="6003926" y="6007100"/>
              <a:ext cx="23813" cy="25400"/>
            </a:xfrm>
            <a:custGeom>
              <a:avLst/>
              <a:gdLst>
                <a:gd name="T0" fmla="*/ 4 w 8"/>
                <a:gd name="T1" fmla="*/ 8 h 8"/>
                <a:gd name="T2" fmla="*/ 7 w 8"/>
                <a:gd name="T3" fmla="*/ 7 h 8"/>
                <a:gd name="T4" fmla="*/ 8 w 8"/>
                <a:gd name="T5" fmla="*/ 4 h 8"/>
                <a:gd name="T6" fmla="*/ 7 w 8"/>
                <a:gd name="T7" fmla="*/ 1 h 8"/>
                <a:gd name="T8" fmla="*/ 4 w 8"/>
                <a:gd name="T9" fmla="*/ 0 h 8"/>
                <a:gd name="T10" fmla="*/ 1 w 8"/>
                <a:gd name="T11" fmla="*/ 1 h 8"/>
                <a:gd name="T12" fmla="*/ 0 w 8"/>
                <a:gd name="T13" fmla="*/ 4 h 8"/>
                <a:gd name="T14" fmla="*/ 1 w 8"/>
                <a:gd name="T15" fmla="*/ 7 h 8"/>
                <a:gd name="T16" fmla="*/ 4 w 8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5" y="8"/>
                    <a:pt x="6" y="7"/>
                    <a:pt x="7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8" y="3"/>
                    <a:pt x="7" y="2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2" y="7"/>
                    <a:pt x="3" y="8"/>
                    <a:pt x="4" y="8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" name="ïsļi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4E09E9B-49E7-431F-8E81-2A2A97BE35CB}"/>
                </a:ext>
              </a:extLst>
            </p:cNvPr>
            <p:cNvSpPr/>
            <p:nvPr/>
          </p:nvSpPr>
          <p:spPr bwMode="auto">
            <a:xfrm>
              <a:off x="3471863" y="1374775"/>
              <a:ext cx="4664075" cy="4648200"/>
            </a:xfrm>
            <a:custGeom>
              <a:avLst/>
              <a:gdLst>
                <a:gd name="T0" fmla="*/ 241 w 1498"/>
                <a:gd name="T1" fmla="*/ 1301 h 1493"/>
                <a:gd name="T2" fmla="*/ 191 w 1498"/>
                <a:gd name="T3" fmla="*/ 1243 h 1493"/>
                <a:gd name="T4" fmla="*/ 145 w 1498"/>
                <a:gd name="T5" fmla="*/ 1193 h 1493"/>
                <a:gd name="T6" fmla="*/ 117 w 1498"/>
                <a:gd name="T7" fmla="*/ 1153 h 1493"/>
                <a:gd name="T8" fmla="*/ 88 w 1498"/>
                <a:gd name="T9" fmla="*/ 1087 h 1493"/>
                <a:gd name="T10" fmla="*/ 51 w 1498"/>
                <a:gd name="T11" fmla="*/ 1024 h 1493"/>
                <a:gd name="T12" fmla="*/ 28 w 1498"/>
                <a:gd name="T13" fmla="*/ 955 h 1493"/>
                <a:gd name="T14" fmla="*/ 12 w 1498"/>
                <a:gd name="T15" fmla="*/ 885 h 1493"/>
                <a:gd name="T16" fmla="*/ 2 w 1498"/>
                <a:gd name="T17" fmla="*/ 813 h 1493"/>
                <a:gd name="T18" fmla="*/ 0 w 1498"/>
                <a:gd name="T19" fmla="*/ 765 h 1493"/>
                <a:gd name="T20" fmla="*/ 6 w 1498"/>
                <a:gd name="T21" fmla="*/ 688 h 1493"/>
                <a:gd name="T22" fmla="*/ 18 w 1498"/>
                <a:gd name="T23" fmla="*/ 622 h 1493"/>
                <a:gd name="T24" fmla="*/ 26 w 1498"/>
                <a:gd name="T25" fmla="*/ 550 h 1493"/>
                <a:gd name="T26" fmla="*/ 41 w 1498"/>
                <a:gd name="T27" fmla="*/ 504 h 1493"/>
                <a:gd name="T28" fmla="*/ 73 w 1498"/>
                <a:gd name="T29" fmla="*/ 435 h 1493"/>
                <a:gd name="T30" fmla="*/ 103 w 1498"/>
                <a:gd name="T31" fmla="*/ 378 h 1493"/>
                <a:gd name="T32" fmla="*/ 141 w 1498"/>
                <a:gd name="T33" fmla="*/ 312 h 1493"/>
                <a:gd name="T34" fmla="*/ 186 w 1498"/>
                <a:gd name="T35" fmla="*/ 255 h 1493"/>
                <a:gd name="T36" fmla="*/ 219 w 1498"/>
                <a:gd name="T37" fmla="*/ 220 h 1493"/>
                <a:gd name="T38" fmla="*/ 272 w 1498"/>
                <a:gd name="T39" fmla="*/ 171 h 1493"/>
                <a:gd name="T40" fmla="*/ 330 w 1498"/>
                <a:gd name="T41" fmla="*/ 128 h 1493"/>
                <a:gd name="T42" fmla="*/ 396 w 1498"/>
                <a:gd name="T43" fmla="*/ 97 h 1493"/>
                <a:gd name="T44" fmla="*/ 461 w 1498"/>
                <a:gd name="T45" fmla="*/ 66 h 1493"/>
                <a:gd name="T46" fmla="*/ 528 w 1498"/>
                <a:gd name="T47" fmla="*/ 42 h 1493"/>
                <a:gd name="T48" fmla="*/ 598 w 1498"/>
                <a:gd name="T49" fmla="*/ 24 h 1493"/>
                <a:gd name="T50" fmla="*/ 668 w 1498"/>
                <a:gd name="T51" fmla="*/ 5 h 1493"/>
                <a:gd name="T52" fmla="*/ 740 w 1498"/>
                <a:gd name="T53" fmla="*/ 0 h 1493"/>
                <a:gd name="T54" fmla="*/ 788 w 1498"/>
                <a:gd name="T55" fmla="*/ 9 h 1493"/>
                <a:gd name="T56" fmla="*/ 856 w 1498"/>
                <a:gd name="T57" fmla="*/ 12 h 1493"/>
                <a:gd name="T58" fmla="*/ 908 w 1498"/>
                <a:gd name="T59" fmla="*/ 17 h 1493"/>
                <a:gd name="T60" fmla="*/ 978 w 1498"/>
                <a:gd name="T61" fmla="*/ 36 h 1493"/>
                <a:gd name="T62" fmla="*/ 1048 w 1498"/>
                <a:gd name="T63" fmla="*/ 67 h 1493"/>
                <a:gd name="T64" fmla="*/ 1107 w 1498"/>
                <a:gd name="T65" fmla="*/ 100 h 1493"/>
                <a:gd name="T66" fmla="*/ 1168 w 1498"/>
                <a:gd name="T67" fmla="*/ 138 h 1493"/>
                <a:gd name="T68" fmla="*/ 1225 w 1498"/>
                <a:gd name="T69" fmla="*/ 181 h 1493"/>
                <a:gd name="T70" fmla="*/ 1260 w 1498"/>
                <a:gd name="T71" fmla="*/ 213 h 1493"/>
                <a:gd name="T72" fmla="*/ 1316 w 1498"/>
                <a:gd name="T73" fmla="*/ 259 h 1493"/>
                <a:gd name="T74" fmla="*/ 1340 w 1498"/>
                <a:gd name="T75" fmla="*/ 302 h 1493"/>
                <a:gd name="T76" fmla="*/ 1382 w 1498"/>
                <a:gd name="T77" fmla="*/ 356 h 1493"/>
                <a:gd name="T78" fmla="*/ 1422 w 1498"/>
                <a:gd name="T79" fmla="*/ 420 h 1493"/>
                <a:gd name="T80" fmla="*/ 1435 w 1498"/>
                <a:gd name="T81" fmla="*/ 468 h 1493"/>
                <a:gd name="T82" fmla="*/ 1459 w 1498"/>
                <a:gd name="T83" fmla="*/ 510 h 1493"/>
                <a:gd name="T84" fmla="*/ 1476 w 1498"/>
                <a:gd name="T85" fmla="*/ 584 h 1493"/>
                <a:gd name="T86" fmla="*/ 1484 w 1498"/>
                <a:gd name="T87" fmla="*/ 652 h 1493"/>
                <a:gd name="T88" fmla="*/ 1498 w 1498"/>
                <a:gd name="T89" fmla="*/ 723 h 1493"/>
                <a:gd name="T90" fmla="*/ 1494 w 1498"/>
                <a:gd name="T91" fmla="*/ 775 h 1493"/>
                <a:gd name="T92" fmla="*/ 1484 w 1498"/>
                <a:gd name="T93" fmla="*/ 843 h 1493"/>
                <a:gd name="T94" fmla="*/ 1472 w 1498"/>
                <a:gd name="T95" fmla="*/ 913 h 1493"/>
                <a:gd name="T96" fmla="*/ 1461 w 1498"/>
                <a:gd name="T97" fmla="*/ 985 h 1493"/>
                <a:gd name="T98" fmla="*/ 1436 w 1498"/>
                <a:gd name="T99" fmla="*/ 1027 h 1493"/>
                <a:gd name="T100" fmla="*/ 1424 w 1498"/>
                <a:gd name="T101" fmla="*/ 1074 h 1493"/>
                <a:gd name="T102" fmla="*/ 1383 w 1498"/>
                <a:gd name="T103" fmla="*/ 1133 h 1493"/>
                <a:gd name="T104" fmla="*/ 1349 w 1498"/>
                <a:gd name="T105" fmla="*/ 1192 h 1493"/>
                <a:gd name="T106" fmla="*/ 1303 w 1498"/>
                <a:gd name="T107" fmla="*/ 1253 h 1493"/>
                <a:gd name="T108" fmla="*/ 1264 w 1498"/>
                <a:gd name="T109" fmla="*/ 1288 h 1493"/>
                <a:gd name="T110" fmla="*/ 1210 w 1498"/>
                <a:gd name="T111" fmla="*/ 1330 h 1493"/>
                <a:gd name="T112" fmla="*/ 1158 w 1498"/>
                <a:gd name="T113" fmla="*/ 1373 h 1493"/>
                <a:gd name="T114" fmla="*/ 1094 w 1498"/>
                <a:gd name="T115" fmla="*/ 1415 h 1493"/>
                <a:gd name="T116" fmla="*/ 1050 w 1498"/>
                <a:gd name="T117" fmla="*/ 1436 h 1493"/>
                <a:gd name="T118" fmla="*/ 980 w 1498"/>
                <a:gd name="T119" fmla="*/ 1454 h 1493"/>
                <a:gd name="T120" fmla="*/ 934 w 1498"/>
                <a:gd name="T121" fmla="*/ 1468 h 1493"/>
                <a:gd name="T122" fmla="*/ 884 w 1498"/>
                <a:gd name="T123" fmla="*/ 1483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98" h="1493">
                  <a:moveTo>
                    <a:pt x="278" y="1332"/>
                  </a:moveTo>
                  <a:cubicBezTo>
                    <a:pt x="279" y="1334"/>
                    <a:pt x="282" y="1333"/>
                    <a:pt x="283" y="1332"/>
                  </a:cubicBezTo>
                  <a:cubicBezTo>
                    <a:pt x="285" y="1330"/>
                    <a:pt x="284" y="1327"/>
                    <a:pt x="283" y="1326"/>
                  </a:cubicBezTo>
                  <a:cubicBezTo>
                    <a:pt x="281" y="1325"/>
                    <a:pt x="278" y="1325"/>
                    <a:pt x="277" y="1327"/>
                  </a:cubicBezTo>
                  <a:cubicBezTo>
                    <a:pt x="276" y="1328"/>
                    <a:pt x="276" y="1331"/>
                    <a:pt x="278" y="1332"/>
                  </a:cubicBezTo>
                  <a:moveTo>
                    <a:pt x="259" y="1317"/>
                  </a:moveTo>
                  <a:cubicBezTo>
                    <a:pt x="261" y="1318"/>
                    <a:pt x="263" y="1318"/>
                    <a:pt x="265" y="1316"/>
                  </a:cubicBezTo>
                  <a:cubicBezTo>
                    <a:pt x="266" y="1315"/>
                    <a:pt x="266" y="1312"/>
                    <a:pt x="264" y="1311"/>
                  </a:cubicBezTo>
                  <a:cubicBezTo>
                    <a:pt x="263" y="1309"/>
                    <a:pt x="260" y="1309"/>
                    <a:pt x="259" y="1311"/>
                  </a:cubicBezTo>
                  <a:cubicBezTo>
                    <a:pt x="257" y="1313"/>
                    <a:pt x="257" y="1315"/>
                    <a:pt x="259" y="1317"/>
                  </a:cubicBezTo>
                  <a:moveTo>
                    <a:pt x="241" y="1301"/>
                  </a:moveTo>
                  <a:cubicBezTo>
                    <a:pt x="243" y="1302"/>
                    <a:pt x="245" y="1302"/>
                    <a:pt x="247" y="1300"/>
                  </a:cubicBezTo>
                  <a:cubicBezTo>
                    <a:pt x="248" y="1299"/>
                    <a:pt x="248" y="1296"/>
                    <a:pt x="247" y="1295"/>
                  </a:cubicBezTo>
                  <a:cubicBezTo>
                    <a:pt x="245" y="1293"/>
                    <a:pt x="242" y="1293"/>
                    <a:pt x="241" y="1295"/>
                  </a:cubicBezTo>
                  <a:cubicBezTo>
                    <a:pt x="239" y="1297"/>
                    <a:pt x="240" y="1299"/>
                    <a:pt x="241" y="1301"/>
                  </a:cubicBezTo>
                  <a:moveTo>
                    <a:pt x="224" y="1284"/>
                  </a:moveTo>
                  <a:cubicBezTo>
                    <a:pt x="225" y="1286"/>
                    <a:pt x="228" y="1286"/>
                    <a:pt x="229" y="1284"/>
                  </a:cubicBezTo>
                  <a:cubicBezTo>
                    <a:pt x="231" y="1282"/>
                    <a:pt x="231" y="1280"/>
                    <a:pt x="229" y="1278"/>
                  </a:cubicBezTo>
                  <a:cubicBezTo>
                    <a:pt x="229" y="1278"/>
                    <a:pt x="229" y="1278"/>
                    <a:pt x="229" y="1278"/>
                  </a:cubicBezTo>
                  <a:cubicBezTo>
                    <a:pt x="228" y="1277"/>
                    <a:pt x="225" y="1277"/>
                    <a:pt x="224" y="1278"/>
                  </a:cubicBezTo>
                  <a:cubicBezTo>
                    <a:pt x="222" y="1280"/>
                    <a:pt x="222" y="1282"/>
                    <a:pt x="224" y="1284"/>
                  </a:cubicBezTo>
                  <a:moveTo>
                    <a:pt x="207" y="1267"/>
                  </a:moveTo>
                  <a:cubicBezTo>
                    <a:pt x="208" y="1268"/>
                    <a:pt x="211" y="1268"/>
                    <a:pt x="212" y="1267"/>
                  </a:cubicBezTo>
                  <a:cubicBezTo>
                    <a:pt x="214" y="1265"/>
                    <a:pt x="214" y="1263"/>
                    <a:pt x="212" y="1261"/>
                  </a:cubicBezTo>
                  <a:cubicBezTo>
                    <a:pt x="211" y="1260"/>
                    <a:pt x="208" y="1260"/>
                    <a:pt x="207" y="1261"/>
                  </a:cubicBezTo>
                  <a:cubicBezTo>
                    <a:pt x="205" y="1263"/>
                    <a:pt x="205" y="1265"/>
                    <a:pt x="207" y="1267"/>
                  </a:cubicBezTo>
                  <a:moveTo>
                    <a:pt x="190" y="1249"/>
                  </a:moveTo>
                  <a:cubicBezTo>
                    <a:pt x="192" y="1251"/>
                    <a:pt x="194" y="1251"/>
                    <a:pt x="196" y="1249"/>
                  </a:cubicBezTo>
                  <a:cubicBezTo>
                    <a:pt x="198" y="1248"/>
                    <a:pt x="198" y="1245"/>
                    <a:pt x="196" y="1244"/>
                  </a:cubicBezTo>
                  <a:cubicBezTo>
                    <a:pt x="195" y="1242"/>
                    <a:pt x="192" y="1242"/>
                    <a:pt x="191" y="1243"/>
                  </a:cubicBezTo>
                  <a:cubicBezTo>
                    <a:pt x="189" y="1245"/>
                    <a:pt x="189" y="1247"/>
                    <a:pt x="190" y="1249"/>
                  </a:cubicBezTo>
                  <a:moveTo>
                    <a:pt x="174" y="1231"/>
                  </a:moveTo>
                  <a:cubicBezTo>
                    <a:pt x="176" y="1233"/>
                    <a:pt x="178" y="1233"/>
                    <a:pt x="180" y="1231"/>
                  </a:cubicBezTo>
                  <a:cubicBezTo>
                    <a:pt x="182" y="1230"/>
                    <a:pt x="182" y="1227"/>
                    <a:pt x="181" y="1226"/>
                  </a:cubicBezTo>
                  <a:cubicBezTo>
                    <a:pt x="181" y="1226"/>
                    <a:pt x="181" y="1226"/>
                    <a:pt x="181" y="1226"/>
                  </a:cubicBezTo>
                  <a:cubicBezTo>
                    <a:pt x="179" y="1224"/>
                    <a:pt x="177" y="1224"/>
                    <a:pt x="175" y="1225"/>
                  </a:cubicBezTo>
                  <a:cubicBezTo>
                    <a:pt x="173" y="1227"/>
                    <a:pt x="173" y="1229"/>
                    <a:pt x="174" y="1231"/>
                  </a:cubicBezTo>
                  <a:moveTo>
                    <a:pt x="159" y="1212"/>
                  </a:moveTo>
                  <a:cubicBezTo>
                    <a:pt x="161" y="1214"/>
                    <a:pt x="163" y="1214"/>
                    <a:pt x="165" y="1213"/>
                  </a:cubicBezTo>
                  <a:cubicBezTo>
                    <a:pt x="167" y="1211"/>
                    <a:pt x="167" y="1209"/>
                    <a:pt x="166" y="1207"/>
                  </a:cubicBezTo>
                  <a:cubicBezTo>
                    <a:pt x="166" y="1207"/>
                    <a:pt x="166" y="1207"/>
                    <a:pt x="166" y="1207"/>
                  </a:cubicBezTo>
                  <a:cubicBezTo>
                    <a:pt x="164" y="1205"/>
                    <a:pt x="162" y="1205"/>
                    <a:pt x="160" y="1206"/>
                  </a:cubicBezTo>
                  <a:cubicBezTo>
                    <a:pt x="158" y="1208"/>
                    <a:pt x="158" y="1210"/>
                    <a:pt x="159" y="1212"/>
                  </a:cubicBezTo>
                  <a:cubicBezTo>
                    <a:pt x="159" y="1212"/>
                    <a:pt x="159" y="1212"/>
                    <a:pt x="159" y="1212"/>
                  </a:cubicBezTo>
                  <a:moveTo>
                    <a:pt x="145" y="1193"/>
                  </a:moveTo>
                  <a:cubicBezTo>
                    <a:pt x="146" y="1195"/>
                    <a:pt x="148" y="1195"/>
                    <a:pt x="150" y="1194"/>
                  </a:cubicBezTo>
                  <a:cubicBezTo>
                    <a:pt x="152" y="1192"/>
                    <a:pt x="152" y="1190"/>
                    <a:pt x="151" y="1188"/>
                  </a:cubicBezTo>
                  <a:cubicBezTo>
                    <a:pt x="150" y="1186"/>
                    <a:pt x="147" y="1186"/>
                    <a:pt x="145" y="1187"/>
                  </a:cubicBezTo>
                  <a:cubicBezTo>
                    <a:pt x="144" y="1189"/>
                    <a:pt x="143" y="1191"/>
                    <a:pt x="145" y="1193"/>
                  </a:cubicBezTo>
                  <a:moveTo>
                    <a:pt x="131" y="1173"/>
                  </a:moveTo>
                  <a:cubicBezTo>
                    <a:pt x="132" y="1175"/>
                    <a:pt x="134" y="1175"/>
                    <a:pt x="136" y="1174"/>
                  </a:cubicBezTo>
                  <a:cubicBezTo>
                    <a:pt x="138" y="1173"/>
                    <a:pt x="138" y="1170"/>
                    <a:pt x="137" y="1169"/>
                  </a:cubicBezTo>
                  <a:cubicBezTo>
                    <a:pt x="136" y="1167"/>
                    <a:pt x="133" y="1166"/>
                    <a:pt x="132" y="1168"/>
                  </a:cubicBezTo>
                  <a:cubicBezTo>
                    <a:pt x="130" y="1169"/>
                    <a:pt x="129" y="1171"/>
                    <a:pt x="131" y="1173"/>
                  </a:cubicBezTo>
                  <a:cubicBezTo>
                    <a:pt x="131" y="1173"/>
                    <a:pt x="131" y="1173"/>
                    <a:pt x="131" y="1173"/>
                  </a:cubicBezTo>
                  <a:moveTo>
                    <a:pt x="117" y="1153"/>
                  </a:moveTo>
                  <a:cubicBezTo>
                    <a:pt x="118" y="1155"/>
                    <a:pt x="121" y="1155"/>
                    <a:pt x="123" y="1154"/>
                  </a:cubicBezTo>
                  <a:cubicBezTo>
                    <a:pt x="125" y="1153"/>
                    <a:pt x="125" y="1151"/>
                    <a:pt x="124" y="1149"/>
                  </a:cubicBezTo>
                  <a:cubicBezTo>
                    <a:pt x="123" y="1147"/>
                    <a:pt x="120" y="1146"/>
                    <a:pt x="118" y="1147"/>
                  </a:cubicBezTo>
                  <a:cubicBezTo>
                    <a:pt x="117" y="1149"/>
                    <a:pt x="116" y="1151"/>
                    <a:pt x="117" y="1153"/>
                  </a:cubicBezTo>
                  <a:moveTo>
                    <a:pt x="105" y="1132"/>
                  </a:moveTo>
                  <a:cubicBezTo>
                    <a:pt x="106" y="1134"/>
                    <a:pt x="108" y="1135"/>
                    <a:pt x="110" y="1134"/>
                  </a:cubicBezTo>
                  <a:cubicBezTo>
                    <a:pt x="112" y="1133"/>
                    <a:pt x="113" y="1130"/>
                    <a:pt x="111" y="1128"/>
                  </a:cubicBezTo>
                  <a:cubicBezTo>
                    <a:pt x="110" y="1126"/>
                    <a:pt x="108" y="1126"/>
                    <a:pt x="106" y="1127"/>
                  </a:cubicBezTo>
                  <a:cubicBezTo>
                    <a:pt x="104" y="1128"/>
                    <a:pt x="103" y="1131"/>
                    <a:pt x="105" y="1132"/>
                  </a:cubicBezTo>
                  <a:cubicBezTo>
                    <a:pt x="105" y="1132"/>
                    <a:pt x="105" y="1132"/>
                    <a:pt x="105" y="1132"/>
                  </a:cubicBezTo>
                  <a:moveTo>
                    <a:pt x="93" y="1111"/>
                  </a:moveTo>
                  <a:cubicBezTo>
                    <a:pt x="94" y="1113"/>
                    <a:pt x="96" y="1114"/>
                    <a:pt x="98" y="1113"/>
                  </a:cubicBezTo>
                  <a:cubicBezTo>
                    <a:pt x="100" y="1112"/>
                    <a:pt x="101" y="1110"/>
                    <a:pt x="100" y="1108"/>
                  </a:cubicBezTo>
                  <a:cubicBezTo>
                    <a:pt x="98" y="1106"/>
                    <a:pt x="96" y="1105"/>
                    <a:pt x="94" y="1106"/>
                  </a:cubicBezTo>
                  <a:cubicBezTo>
                    <a:pt x="92" y="1107"/>
                    <a:pt x="91" y="1110"/>
                    <a:pt x="93" y="1111"/>
                  </a:cubicBezTo>
                  <a:moveTo>
                    <a:pt x="81" y="1090"/>
                  </a:moveTo>
                  <a:cubicBezTo>
                    <a:pt x="82" y="1092"/>
                    <a:pt x="85" y="1093"/>
                    <a:pt x="87" y="1092"/>
                  </a:cubicBezTo>
                  <a:cubicBezTo>
                    <a:pt x="89" y="1091"/>
                    <a:pt x="89" y="1088"/>
                    <a:pt x="88" y="1087"/>
                  </a:cubicBezTo>
                  <a:cubicBezTo>
                    <a:pt x="88" y="1087"/>
                    <a:pt x="88" y="1087"/>
                    <a:pt x="88" y="1087"/>
                  </a:cubicBezTo>
                  <a:cubicBezTo>
                    <a:pt x="87" y="1085"/>
                    <a:pt x="85" y="1084"/>
                    <a:pt x="83" y="1085"/>
                  </a:cubicBezTo>
                  <a:cubicBezTo>
                    <a:pt x="81" y="1086"/>
                    <a:pt x="80" y="1088"/>
                    <a:pt x="81" y="1090"/>
                  </a:cubicBezTo>
                  <a:moveTo>
                    <a:pt x="71" y="1068"/>
                  </a:moveTo>
                  <a:cubicBezTo>
                    <a:pt x="71" y="1070"/>
                    <a:pt x="74" y="1071"/>
                    <a:pt x="76" y="1070"/>
                  </a:cubicBezTo>
                  <a:cubicBezTo>
                    <a:pt x="78" y="1069"/>
                    <a:pt x="79" y="1067"/>
                    <a:pt x="78" y="1065"/>
                  </a:cubicBezTo>
                  <a:cubicBezTo>
                    <a:pt x="77" y="1063"/>
                    <a:pt x="74" y="1062"/>
                    <a:pt x="72" y="1063"/>
                  </a:cubicBezTo>
                  <a:cubicBezTo>
                    <a:pt x="70" y="1064"/>
                    <a:pt x="70" y="1066"/>
                    <a:pt x="71" y="1068"/>
                  </a:cubicBezTo>
                  <a:moveTo>
                    <a:pt x="61" y="1046"/>
                  </a:moveTo>
                  <a:cubicBezTo>
                    <a:pt x="61" y="1048"/>
                    <a:pt x="64" y="1049"/>
                    <a:pt x="66" y="1048"/>
                  </a:cubicBezTo>
                  <a:cubicBezTo>
                    <a:pt x="68" y="1048"/>
                    <a:pt x="69" y="1045"/>
                    <a:pt x="68" y="1043"/>
                  </a:cubicBezTo>
                  <a:cubicBezTo>
                    <a:pt x="68" y="1043"/>
                    <a:pt x="68" y="1043"/>
                    <a:pt x="68" y="1043"/>
                  </a:cubicBezTo>
                  <a:cubicBezTo>
                    <a:pt x="67" y="1041"/>
                    <a:pt x="65" y="1040"/>
                    <a:pt x="63" y="1041"/>
                  </a:cubicBezTo>
                  <a:cubicBezTo>
                    <a:pt x="61" y="1042"/>
                    <a:pt x="60" y="1044"/>
                    <a:pt x="61" y="1046"/>
                  </a:cubicBezTo>
                  <a:cubicBezTo>
                    <a:pt x="61" y="1046"/>
                    <a:pt x="61" y="1046"/>
                    <a:pt x="61" y="1046"/>
                  </a:cubicBezTo>
                  <a:moveTo>
                    <a:pt x="51" y="1024"/>
                  </a:moveTo>
                  <a:cubicBezTo>
                    <a:pt x="52" y="1026"/>
                    <a:pt x="54" y="1027"/>
                    <a:pt x="57" y="1026"/>
                  </a:cubicBezTo>
                  <a:cubicBezTo>
                    <a:pt x="59" y="1026"/>
                    <a:pt x="60" y="1023"/>
                    <a:pt x="59" y="1021"/>
                  </a:cubicBezTo>
                  <a:cubicBezTo>
                    <a:pt x="58" y="1019"/>
                    <a:pt x="56" y="1018"/>
                    <a:pt x="54" y="1019"/>
                  </a:cubicBezTo>
                  <a:cubicBezTo>
                    <a:pt x="52" y="1020"/>
                    <a:pt x="51" y="1022"/>
                    <a:pt x="51" y="1024"/>
                  </a:cubicBezTo>
                  <a:moveTo>
                    <a:pt x="43" y="1001"/>
                  </a:moveTo>
                  <a:cubicBezTo>
                    <a:pt x="44" y="1003"/>
                    <a:pt x="46" y="1005"/>
                    <a:pt x="48" y="1004"/>
                  </a:cubicBezTo>
                  <a:cubicBezTo>
                    <a:pt x="50" y="1003"/>
                    <a:pt x="51" y="1001"/>
                    <a:pt x="50" y="999"/>
                  </a:cubicBezTo>
                  <a:cubicBezTo>
                    <a:pt x="50" y="997"/>
                    <a:pt x="47" y="996"/>
                    <a:pt x="45" y="996"/>
                  </a:cubicBezTo>
                  <a:cubicBezTo>
                    <a:pt x="43" y="997"/>
                    <a:pt x="42" y="999"/>
                    <a:pt x="43" y="1001"/>
                  </a:cubicBezTo>
                  <a:moveTo>
                    <a:pt x="35" y="979"/>
                  </a:moveTo>
                  <a:cubicBezTo>
                    <a:pt x="36" y="981"/>
                    <a:pt x="38" y="982"/>
                    <a:pt x="40" y="981"/>
                  </a:cubicBezTo>
                  <a:cubicBezTo>
                    <a:pt x="42" y="980"/>
                    <a:pt x="43" y="978"/>
                    <a:pt x="43" y="976"/>
                  </a:cubicBezTo>
                  <a:cubicBezTo>
                    <a:pt x="42" y="974"/>
                    <a:pt x="40" y="973"/>
                    <a:pt x="38" y="973"/>
                  </a:cubicBezTo>
                  <a:cubicBezTo>
                    <a:pt x="36" y="974"/>
                    <a:pt x="34" y="976"/>
                    <a:pt x="35" y="979"/>
                  </a:cubicBezTo>
                  <a:moveTo>
                    <a:pt x="28" y="955"/>
                  </a:moveTo>
                  <a:cubicBezTo>
                    <a:pt x="29" y="957"/>
                    <a:pt x="31" y="959"/>
                    <a:pt x="33" y="958"/>
                  </a:cubicBezTo>
                  <a:cubicBezTo>
                    <a:pt x="35" y="958"/>
                    <a:pt x="36" y="955"/>
                    <a:pt x="36" y="953"/>
                  </a:cubicBezTo>
                  <a:cubicBezTo>
                    <a:pt x="35" y="951"/>
                    <a:pt x="33" y="950"/>
                    <a:pt x="31" y="950"/>
                  </a:cubicBezTo>
                  <a:cubicBezTo>
                    <a:pt x="29" y="951"/>
                    <a:pt x="27" y="953"/>
                    <a:pt x="28" y="955"/>
                  </a:cubicBezTo>
                  <a:moveTo>
                    <a:pt x="22" y="932"/>
                  </a:moveTo>
                  <a:cubicBezTo>
                    <a:pt x="22" y="934"/>
                    <a:pt x="25" y="935"/>
                    <a:pt x="27" y="935"/>
                  </a:cubicBezTo>
                  <a:cubicBezTo>
                    <a:pt x="29" y="934"/>
                    <a:pt x="30" y="932"/>
                    <a:pt x="30" y="930"/>
                  </a:cubicBezTo>
                  <a:cubicBezTo>
                    <a:pt x="29" y="928"/>
                    <a:pt x="27" y="927"/>
                    <a:pt x="25" y="927"/>
                  </a:cubicBezTo>
                  <a:cubicBezTo>
                    <a:pt x="23" y="928"/>
                    <a:pt x="21" y="930"/>
                    <a:pt x="22" y="932"/>
                  </a:cubicBezTo>
                  <a:moveTo>
                    <a:pt x="16" y="908"/>
                  </a:moveTo>
                  <a:cubicBezTo>
                    <a:pt x="17" y="911"/>
                    <a:pt x="19" y="912"/>
                    <a:pt x="21" y="911"/>
                  </a:cubicBezTo>
                  <a:cubicBezTo>
                    <a:pt x="23" y="911"/>
                    <a:pt x="25" y="909"/>
                    <a:pt x="24" y="907"/>
                  </a:cubicBezTo>
                  <a:cubicBezTo>
                    <a:pt x="24" y="905"/>
                    <a:pt x="22" y="903"/>
                    <a:pt x="19" y="904"/>
                  </a:cubicBezTo>
                  <a:cubicBezTo>
                    <a:pt x="17" y="904"/>
                    <a:pt x="16" y="906"/>
                    <a:pt x="16" y="908"/>
                  </a:cubicBezTo>
                  <a:moveTo>
                    <a:pt x="12" y="885"/>
                  </a:moveTo>
                  <a:cubicBezTo>
                    <a:pt x="12" y="887"/>
                    <a:pt x="14" y="888"/>
                    <a:pt x="16" y="888"/>
                  </a:cubicBezTo>
                  <a:cubicBezTo>
                    <a:pt x="18" y="888"/>
                    <a:pt x="20" y="885"/>
                    <a:pt x="20" y="883"/>
                  </a:cubicBezTo>
                  <a:cubicBezTo>
                    <a:pt x="19" y="881"/>
                    <a:pt x="17" y="880"/>
                    <a:pt x="15" y="880"/>
                  </a:cubicBezTo>
                  <a:cubicBezTo>
                    <a:pt x="13" y="880"/>
                    <a:pt x="11" y="883"/>
                    <a:pt x="12" y="885"/>
                  </a:cubicBezTo>
                  <a:moveTo>
                    <a:pt x="8" y="861"/>
                  </a:moveTo>
                  <a:cubicBezTo>
                    <a:pt x="8" y="863"/>
                    <a:pt x="10" y="865"/>
                    <a:pt x="12" y="864"/>
                  </a:cubicBezTo>
                  <a:cubicBezTo>
                    <a:pt x="14" y="864"/>
                    <a:pt x="16" y="862"/>
                    <a:pt x="16" y="860"/>
                  </a:cubicBezTo>
                  <a:cubicBezTo>
                    <a:pt x="15" y="857"/>
                    <a:pt x="13" y="856"/>
                    <a:pt x="11" y="856"/>
                  </a:cubicBezTo>
                  <a:cubicBezTo>
                    <a:pt x="9" y="857"/>
                    <a:pt x="7" y="859"/>
                    <a:pt x="8" y="861"/>
                  </a:cubicBezTo>
                  <a:moveTo>
                    <a:pt x="5" y="837"/>
                  </a:moveTo>
                  <a:cubicBezTo>
                    <a:pt x="5" y="839"/>
                    <a:pt x="7" y="841"/>
                    <a:pt x="9" y="840"/>
                  </a:cubicBezTo>
                  <a:cubicBezTo>
                    <a:pt x="11" y="840"/>
                    <a:pt x="13" y="838"/>
                    <a:pt x="12" y="836"/>
                  </a:cubicBezTo>
                  <a:cubicBezTo>
                    <a:pt x="12" y="834"/>
                    <a:pt x="10" y="832"/>
                    <a:pt x="8" y="832"/>
                  </a:cubicBezTo>
                  <a:cubicBezTo>
                    <a:pt x="6" y="833"/>
                    <a:pt x="4" y="835"/>
                    <a:pt x="5" y="837"/>
                  </a:cubicBezTo>
                  <a:moveTo>
                    <a:pt x="2" y="813"/>
                  </a:moveTo>
                  <a:cubicBezTo>
                    <a:pt x="2" y="815"/>
                    <a:pt x="4" y="817"/>
                    <a:pt x="6" y="816"/>
                  </a:cubicBezTo>
                  <a:cubicBezTo>
                    <a:pt x="9" y="816"/>
                    <a:pt x="10" y="814"/>
                    <a:pt x="10" y="812"/>
                  </a:cubicBezTo>
                  <a:cubicBezTo>
                    <a:pt x="10" y="810"/>
                    <a:pt x="8" y="808"/>
                    <a:pt x="6" y="808"/>
                  </a:cubicBezTo>
                  <a:cubicBezTo>
                    <a:pt x="4" y="809"/>
                    <a:pt x="2" y="811"/>
                    <a:pt x="2" y="813"/>
                  </a:cubicBezTo>
                  <a:cubicBezTo>
                    <a:pt x="2" y="813"/>
                    <a:pt x="2" y="813"/>
                    <a:pt x="2" y="813"/>
                  </a:cubicBezTo>
                  <a:moveTo>
                    <a:pt x="0" y="789"/>
                  </a:moveTo>
                  <a:cubicBezTo>
                    <a:pt x="1" y="791"/>
                    <a:pt x="2" y="793"/>
                    <a:pt x="5" y="792"/>
                  </a:cubicBezTo>
                  <a:cubicBezTo>
                    <a:pt x="7" y="792"/>
                    <a:pt x="9" y="790"/>
                    <a:pt x="8" y="788"/>
                  </a:cubicBezTo>
                  <a:cubicBezTo>
                    <a:pt x="8" y="786"/>
                    <a:pt x="6" y="784"/>
                    <a:pt x="4" y="784"/>
                  </a:cubicBezTo>
                  <a:cubicBezTo>
                    <a:pt x="2" y="785"/>
                    <a:pt x="0" y="786"/>
                    <a:pt x="0" y="789"/>
                  </a:cubicBezTo>
                  <a:moveTo>
                    <a:pt x="0" y="765"/>
                  </a:moveTo>
                  <a:cubicBezTo>
                    <a:pt x="0" y="767"/>
                    <a:pt x="2" y="769"/>
                    <a:pt x="4" y="768"/>
                  </a:cubicBezTo>
                  <a:cubicBezTo>
                    <a:pt x="6" y="768"/>
                    <a:pt x="8" y="767"/>
                    <a:pt x="8" y="764"/>
                  </a:cubicBezTo>
                  <a:cubicBezTo>
                    <a:pt x="8" y="762"/>
                    <a:pt x="6" y="760"/>
                    <a:pt x="4" y="760"/>
                  </a:cubicBezTo>
                  <a:cubicBezTo>
                    <a:pt x="1" y="761"/>
                    <a:pt x="0" y="762"/>
                    <a:pt x="0" y="765"/>
                  </a:cubicBezTo>
                  <a:moveTo>
                    <a:pt x="0" y="740"/>
                  </a:moveTo>
                  <a:cubicBezTo>
                    <a:pt x="0" y="743"/>
                    <a:pt x="1" y="744"/>
                    <a:pt x="3" y="744"/>
                  </a:cubicBezTo>
                  <a:cubicBezTo>
                    <a:pt x="6" y="744"/>
                    <a:pt x="8" y="743"/>
                    <a:pt x="8" y="740"/>
                  </a:cubicBezTo>
                  <a:cubicBezTo>
                    <a:pt x="8" y="738"/>
                    <a:pt x="6" y="736"/>
                    <a:pt x="4" y="736"/>
                  </a:cubicBezTo>
                  <a:cubicBezTo>
                    <a:pt x="1" y="736"/>
                    <a:pt x="0" y="738"/>
                    <a:pt x="0" y="740"/>
                  </a:cubicBezTo>
                  <a:cubicBezTo>
                    <a:pt x="0" y="740"/>
                    <a:pt x="0" y="740"/>
                    <a:pt x="0" y="740"/>
                  </a:cubicBezTo>
                  <a:moveTo>
                    <a:pt x="0" y="716"/>
                  </a:moveTo>
                  <a:cubicBezTo>
                    <a:pt x="0" y="718"/>
                    <a:pt x="2" y="720"/>
                    <a:pt x="4" y="720"/>
                  </a:cubicBezTo>
                  <a:cubicBezTo>
                    <a:pt x="6" y="721"/>
                    <a:pt x="8" y="719"/>
                    <a:pt x="8" y="717"/>
                  </a:cubicBezTo>
                  <a:cubicBezTo>
                    <a:pt x="8" y="714"/>
                    <a:pt x="7" y="713"/>
                    <a:pt x="4" y="712"/>
                  </a:cubicBezTo>
                  <a:cubicBezTo>
                    <a:pt x="2" y="712"/>
                    <a:pt x="0" y="714"/>
                    <a:pt x="0" y="716"/>
                  </a:cubicBezTo>
                  <a:moveTo>
                    <a:pt x="2" y="692"/>
                  </a:moveTo>
                  <a:cubicBezTo>
                    <a:pt x="1" y="694"/>
                    <a:pt x="3" y="696"/>
                    <a:pt x="5" y="696"/>
                  </a:cubicBezTo>
                  <a:cubicBezTo>
                    <a:pt x="8" y="697"/>
                    <a:pt x="9" y="695"/>
                    <a:pt x="10" y="693"/>
                  </a:cubicBezTo>
                  <a:cubicBezTo>
                    <a:pt x="10" y="691"/>
                    <a:pt x="8" y="689"/>
                    <a:pt x="6" y="688"/>
                  </a:cubicBezTo>
                  <a:cubicBezTo>
                    <a:pt x="4" y="688"/>
                    <a:pt x="2" y="690"/>
                    <a:pt x="2" y="692"/>
                  </a:cubicBezTo>
                  <a:moveTo>
                    <a:pt x="4" y="668"/>
                  </a:moveTo>
                  <a:cubicBezTo>
                    <a:pt x="4" y="670"/>
                    <a:pt x="5" y="672"/>
                    <a:pt x="7" y="673"/>
                  </a:cubicBezTo>
                  <a:cubicBezTo>
                    <a:pt x="10" y="673"/>
                    <a:pt x="12" y="671"/>
                    <a:pt x="12" y="669"/>
                  </a:cubicBezTo>
                  <a:cubicBezTo>
                    <a:pt x="12" y="667"/>
                    <a:pt x="10" y="665"/>
                    <a:pt x="8" y="665"/>
                  </a:cubicBezTo>
                  <a:cubicBezTo>
                    <a:pt x="6" y="664"/>
                    <a:pt x="4" y="666"/>
                    <a:pt x="4" y="668"/>
                  </a:cubicBezTo>
                  <a:moveTo>
                    <a:pt x="7" y="644"/>
                  </a:moveTo>
                  <a:cubicBezTo>
                    <a:pt x="7" y="646"/>
                    <a:pt x="8" y="648"/>
                    <a:pt x="10" y="649"/>
                  </a:cubicBezTo>
                  <a:cubicBezTo>
                    <a:pt x="12" y="649"/>
                    <a:pt x="14" y="647"/>
                    <a:pt x="15" y="645"/>
                  </a:cubicBezTo>
                  <a:cubicBezTo>
                    <a:pt x="15" y="643"/>
                    <a:pt x="14" y="641"/>
                    <a:pt x="11" y="641"/>
                  </a:cubicBezTo>
                  <a:cubicBezTo>
                    <a:pt x="9" y="640"/>
                    <a:pt x="7" y="642"/>
                    <a:pt x="7" y="644"/>
                  </a:cubicBezTo>
                  <a:cubicBezTo>
                    <a:pt x="7" y="644"/>
                    <a:pt x="7" y="644"/>
                    <a:pt x="7" y="644"/>
                  </a:cubicBezTo>
                  <a:moveTo>
                    <a:pt x="11" y="620"/>
                  </a:moveTo>
                  <a:cubicBezTo>
                    <a:pt x="10" y="622"/>
                    <a:pt x="12" y="625"/>
                    <a:pt x="14" y="625"/>
                  </a:cubicBezTo>
                  <a:cubicBezTo>
                    <a:pt x="16" y="625"/>
                    <a:pt x="18" y="624"/>
                    <a:pt x="18" y="622"/>
                  </a:cubicBezTo>
                  <a:cubicBezTo>
                    <a:pt x="19" y="620"/>
                    <a:pt x="17" y="617"/>
                    <a:pt x="15" y="617"/>
                  </a:cubicBezTo>
                  <a:cubicBezTo>
                    <a:pt x="13" y="617"/>
                    <a:pt x="11" y="618"/>
                    <a:pt x="11" y="620"/>
                  </a:cubicBezTo>
                  <a:moveTo>
                    <a:pt x="15" y="597"/>
                  </a:moveTo>
                  <a:cubicBezTo>
                    <a:pt x="15" y="599"/>
                    <a:pt x="16" y="601"/>
                    <a:pt x="18" y="601"/>
                  </a:cubicBezTo>
                  <a:cubicBezTo>
                    <a:pt x="20" y="602"/>
                    <a:pt x="23" y="600"/>
                    <a:pt x="23" y="598"/>
                  </a:cubicBezTo>
                  <a:cubicBezTo>
                    <a:pt x="23" y="598"/>
                    <a:pt x="23" y="598"/>
                    <a:pt x="23" y="598"/>
                  </a:cubicBezTo>
                  <a:cubicBezTo>
                    <a:pt x="23" y="596"/>
                    <a:pt x="22" y="594"/>
                    <a:pt x="20" y="593"/>
                  </a:cubicBezTo>
                  <a:cubicBezTo>
                    <a:pt x="18" y="593"/>
                    <a:pt x="16" y="594"/>
                    <a:pt x="15" y="597"/>
                  </a:cubicBezTo>
                  <a:moveTo>
                    <a:pt x="20" y="573"/>
                  </a:moveTo>
                  <a:cubicBezTo>
                    <a:pt x="20" y="575"/>
                    <a:pt x="21" y="577"/>
                    <a:pt x="23" y="578"/>
                  </a:cubicBezTo>
                  <a:cubicBezTo>
                    <a:pt x="26" y="578"/>
                    <a:pt x="28" y="577"/>
                    <a:pt x="28" y="575"/>
                  </a:cubicBezTo>
                  <a:cubicBezTo>
                    <a:pt x="28" y="575"/>
                    <a:pt x="28" y="575"/>
                    <a:pt x="28" y="575"/>
                  </a:cubicBezTo>
                  <a:cubicBezTo>
                    <a:pt x="29" y="573"/>
                    <a:pt x="27" y="571"/>
                    <a:pt x="25" y="570"/>
                  </a:cubicBezTo>
                  <a:cubicBezTo>
                    <a:pt x="23" y="570"/>
                    <a:pt x="21" y="571"/>
                    <a:pt x="20" y="573"/>
                  </a:cubicBezTo>
                  <a:moveTo>
                    <a:pt x="26" y="550"/>
                  </a:moveTo>
                  <a:cubicBezTo>
                    <a:pt x="26" y="552"/>
                    <a:pt x="27" y="554"/>
                    <a:pt x="29" y="555"/>
                  </a:cubicBezTo>
                  <a:cubicBezTo>
                    <a:pt x="31" y="555"/>
                    <a:pt x="34" y="554"/>
                    <a:pt x="34" y="552"/>
                  </a:cubicBezTo>
                  <a:cubicBezTo>
                    <a:pt x="35" y="550"/>
                    <a:pt x="34" y="547"/>
                    <a:pt x="31" y="547"/>
                  </a:cubicBezTo>
                  <a:cubicBezTo>
                    <a:pt x="29" y="546"/>
                    <a:pt x="27" y="548"/>
                    <a:pt x="26" y="550"/>
                  </a:cubicBezTo>
                  <a:moveTo>
                    <a:pt x="33" y="526"/>
                  </a:moveTo>
                  <a:cubicBezTo>
                    <a:pt x="33" y="529"/>
                    <a:pt x="34" y="531"/>
                    <a:pt x="36" y="531"/>
                  </a:cubicBezTo>
                  <a:cubicBezTo>
                    <a:pt x="38" y="532"/>
                    <a:pt x="40" y="531"/>
                    <a:pt x="41" y="529"/>
                  </a:cubicBezTo>
                  <a:cubicBezTo>
                    <a:pt x="42" y="527"/>
                    <a:pt x="40" y="524"/>
                    <a:pt x="38" y="524"/>
                  </a:cubicBezTo>
                  <a:cubicBezTo>
                    <a:pt x="36" y="523"/>
                    <a:pt x="34" y="524"/>
                    <a:pt x="33" y="526"/>
                  </a:cubicBezTo>
                  <a:moveTo>
                    <a:pt x="41" y="504"/>
                  </a:moveTo>
                  <a:cubicBezTo>
                    <a:pt x="40" y="506"/>
                    <a:pt x="41" y="508"/>
                    <a:pt x="43" y="509"/>
                  </a:cubicBezTo>
                  <a:cubicBezTo>
                    <a:pt x="45" y="509"/>
                    <a:pt x="48" y="508"/>
                    <a:pt x="48" y="506"/>
                  </a:cubicBezTo>
                  <a:cubicBezTo>
                    <a:pt x="49" y="504"/>
                    <a:pt x="48" y="502"/>
                    <a:pt x="46" y="501"/>
                  </a:cubicBezTo>
                  <a:cubicBezTo>
                    <a:pt x="44" y="500"/>
                    <a:pt x="42" y="501"/>
                    <a:pt x="41" y="504"/>
                  </a:cubicBezTo>
                  <a:cubicBezTo>
                    <a:pt x="41" y="504"/>
                    <a:pt x="41" y="504"/>
                    <a:pt x="41" y="504"/>
                  </a:cubicBezTo>
                  <a:moveTo>
                    <a:pt x="49" y="481"/>
                  </a:moveTo>
                  <a:cubicBezTo>
                    <a:pt x="48" y="483"/>
                    <a:pt x="49" y="485"/>
                    <a:pt x="51" y="486"/>
                  </a:cubicBezTo>
                  <a:cubicBezTo>
                    <a:pt x="53" y="487"/>
                    <a:pt x="56" y="486"/>
                    <a:pt x="57" y="484"/>
                  </a:cubicBezTo>
                  <a:cubicBezTo>
                    <a:pt x="57" y="482"/>
                    <a:pt x="56" y="479"/>
                    <a:pt x="54" y="479"/>
                  </a:cubicBezTo>
                  <a:cubicBezTo>
                    <a:pt x="52" y="478"/>
                    <a:pt x="50" y="479"/>
                    <a:pt x="49" y="481"/>
                  </a:cubicBezTo>
                  <a:moveTo>
                    <a:pt x="58" y="459"/>
                  </a:moveTo>
                  <a:cubicBezTo>
                    <a:pt x="57" y="461"/>
                    <a:pt x="58" y="463"/>
                    <a:pt x="60" y="464"/>
                  </a:cubicBezTo>
                  <a:cubicBezTo>
                    <a:pt x="62" y="465"/>
                    <a:pt x="65" y="464"/>
                    <a:pt x="65" y="462"/>
                  </a:cubicBezTo>
                  <a:cubicBezTo>
                    <a:pt x="66" y="460"/>
                    <a:pt x="65" y="457"/>
                    <a:pt x="63" y="456"/>
                  </a:cubicBezTo>
                  <a:cubicBezTo>
                    <a:pt x="61" y="456"/>
                    <a:pt x="59" y="456"/>
                    <a:pt x="58" y="459"/>
                  </a:cubicBezTo>
                  <a:moveTo>
                    <a:pt x="68" y="436"/>
                  </a:moveTo>
                  <a:cubicBezTo>
                    <a:pt x="67" y="438"/>
                    <a:pt x="68" y="441"/>
                    <a:pt x="70" y="442"/>
                  </a:cubicBezTo>
                  <a:cubicBezTo>
                    <a:pt x="72" y="443"/>
                    <a:pt x="74" y="442"/>
                    <a:pt x="75" y="440"/>
                  </a:cubicBezTo>
                  <a:cubicBezTo>
                    <a:pt x="75" y="440"/>
                    <a:pt x="75" y="440"/>
                    <a:pt x="75" y="440"/>
                  </a:cubicBezTo>
                  <a:cubicBezTo>
                    <a:pt x="76" y="438"/>
                    <a:pt x="75" y="435"/>
                    <a:pt x="73" y="435"/>
                  </a:cubicBezTo>
                  <a:cubicBezTo>
                    <a:pt x="71" y="434"/>
                    <a:pt x="69" y="434"/>
                    <a:pt x="68" y="436"/>
                  </a:cubicBezTo>
                  <a:moveTo>
                    <a:pt x="78" y="415"/>
                  </a:moveTo>
                  <a:cubicBezTo>
                    <a:pt x="77" y="417"/>
                    <a:pt x="78" y="419"/>
                    <a:pt x="80" y="420"/>
                  </a:cubicBezTo>
                  <a:cubicBezTo>
                    <a:pt x="82" y="421"/>
                    <a:pt x="84" y="420"/>
                    <a:pt x="85" y="418"/>
                  </a:cubicBezTo>
                  <a:cubicBezTo>
                    <a:pt x="85" y="418"/>
                    <a:pt x="85" y="418"/>
                    <a:pt x="85" y="418"/>
                  </a:cubicBezTo>
                  <a:cubicBezTo>
                    <a:pt x="86" y="416"/>
                    <a:pt x="86" y="414"/>
                    <a:pt x="84" y="413"/>
                  </a:cubicBezTo>
                  <a:cubicBezTo>
                    <a:pt x="82" y="412"/>
                    <a:pt x="79" y="413"/>
                    <a:pt x="78" y="415"/>
                  </a:cubicBezTo>
                  <a:moveTo>
                    <a:pt x="89" y="393"/>
                  </a:moveTo>
                  <a:cubicBezTo>
                    <a:pt x="88" y="395"/>
                    <a:pt x="89" y="398"/>
                    <a:pt x="91" y="399"/>
                  </a:cubicBezTo>
                  <a:cubicBezTo>
                    <a:pt x="93" y="400"/>
                    <a:pt x="95" y="399"/>
                    <a:pt x="96" y="397"/>
                  </a:cubicBezTo>
                  <a:cubicBezTo>
                    <a:pt x="97" y="395"/>
                    <a:pt x="97" y="393"/>
                    <a:pt x="95" y="392"/>
                  </a:cubicBezTo>
                  <a:cubicBezTo>
                    <a:pt x="93" y="391"/>
                    <a:pt x="90" y="391"/>
                    <a:pt x="89" y="393"/>
                  </a:cubicBezTo>
                  <a:cubicBezTo>
                    <a:pt x="89" y="393"/>
                    <a:pt x="89" y="393"/>
                    <a:pt x="89" y="393"/>
                  </a:cubicBezTo>
                  <a:moveTo>
                    <a:pt x="101" y="372"/>
                  </a:moveTo>
                  <a:cubicBezTo>
                    <a:pt x="100" y="374"/>
                    <a:pt x="101" y="377"/>
                    <a:pt x="103" y="378"/>
                  </a:cubicBezTo>
                  <a:cubicBezTo>
                    <a:pt x="105" y="379"/>
                    <a:pt x="107" y="378"/>
                    <a:pt x="108" y="376"/>
                  </a:cubicBezTo>
                  <a:cubicBezTo>
                    <a:pt x="109" y="375"/>
                    <a:pt x="109" y="372"/>
                    <a:pt x="107" y="371"/>
                  </a:cubicBezTo>
                  <a:cubicBezTo>
                    <a:pt x="105" y="370"/>
                    <a:pt x="102" y="370"/>
                    <a:pt x="101" y="372"/>
                  </a:cubicBezTo>
                  <a:cubicBezTo>
                    <a:pt x="101" y="372"/>
                    <a:pt x="101" y="372"/>
                    <a:pt x="101" y="372"/>
                  </a:cubicBezTo>
                  <a:moveTo>
                    <a:pt x="114" y="352"/>
                  </a:moveTo>
                  <a:cubicBezTo>
                    <a:pt x="113" y="354"/>
                    <a:pt x="113" y="356"/>
                    <a:pt x="115" y="357"/>
                  </a:cubicBezTo>
                  <a:cubicBezTo>
                    <a:pt x="117" y="358"/>
                    <a:pt x="119" y="358"/>
                    <a:pt x="120" y="356"/>
                  </a:cubicBezTo>
                  <a:cubicBezTo>
                    <a:pt x="122" y="354"/>
                    <a:pt x="121" y="352"/>
                    <a:pt x="119" y="351"/>
                  </a:cubicBezTo>
                  <a:cubicBezTo>
                    <a:pt x="117" y="349"/>
                    <a:pt x="115" y="350"/>
                    <a:pt x="114" y="352"/>
                  </a:cubicBezTo>
                  <a:moveTo>
                    <a:pt x="127" y="332"/>
                  </a:moveTo>
                  <a:cubicBezTo>
                    <a:pt x="126" y="333"/>
                    <a:pt x="126" y="336"/>
                    <a:pt x="128" y="337"/>
                  </a:cubicBezTo>
                  <a:cubicBezTo>
                    <a:pt x="130" y="338"/>
                    <a:pt x="132" y="338"/>
                    <a:pt x="133" y="336"/>
                  </a:cubicBezTo>
                  <a:cubicBezTo>
                    <a:pt x="135" y="334"/>
                    <a:pt x="134" y="332"/>
                    <a:pt x="132" y="330"/>
                  </a:cubicBezTo>
                  <a:cubicBezTo>
                    <a:pt x="131" y="329"/>
                    <a:pt x="128" y="330"/>
                    <a:pt x="127" y="332"/>
                  </a:cubicBezTo>
                  <a:moveTo>
                    <a:pt x="141" y="312"/>
                  </a:moveTo>
                  <a:cubicBezTo>
                    <a:pt x="139" y="314"/>
                    <a:pt x="140" y="316"/>
                    <a:pt x="142" y="317"/>
                  </a:cubicBezTo>
                  <a:cubicBezTo>
                    <a:pt x="143" y="319"/>
                    <a:pt x="146" y="318"/>
                    <a:pt x="147" y="316"/>
                  </a:cubicBezTo>
                  <a:cubicBezTo>
                    <a:pt x="148" y="315"/>
                    <a:pt x="148" y="312"/>
                    <a:pt x="146" y="311"/>
                  </a:cubicBezTo>
                  <a:cubicBezTo>
                    <a:pt x="144" y="310"/>
                    <a:pt x="142" y="310"/>
                    <a:pt x="141" y="312"/>
                  </a:cubicBezTo>
                  <a:moveTo>
                    <a:pt x="155" y="292"/>
                  </a:moveTo>
                  <a:cubicBezTo>
                    <a:pt x="154" y="294"/>
                    <a:pt x="154" y="297"/>
                    <a:pt x="156" y="298"/>
                  </a:cubicBezTo>
                  <a:cubicBezTo>
                    <a:pt x="158" y="299"/>
                    <a:pt x="160" y="299"/>
                    <a:pt x="161" y="297"/>
                  </a:cubicBezTo>
                  <a:cubicBezTo>
                    <a:pt x="163" y="296"/>
                    <a:pt x="162" y="293"/>
                    <a:pt x="161" y="292"/>
                  </a:cubicBezTo>
                  <a:cubicBezTo>
                    <a:pt x="159" y="290"/>
                    <a:pt x="156" y="291"/>
                    <a:pt x="155" y="292"/>
                  </a:cubicBezTo>
                  <a:moveTo>
                    <a:pt x="170" y="274"/>
                  </a:moveTo>
                  <a:cubicBezTo>
                    <a:pt x="169" y="275"/>
                    <a:pt x="169" y="278"/>
                    <a:pt x="171" y="279"/>
                  </a:cubicBezTo>
                  <a:cubicBezTo>
                    <a:pt x="172" y="281"/>
                    <a:pt x="175" y="280"/>
                    <a:pt x="176" y="279"/>
                  </a:cubicBezTo>
                  <a:cubicBezTo>
                    <a:pt x="178" y="277"/>
                    <a:pt x="177" y="274"/>
                    <a:pt x="176" y="273"/>
                  </a:cubicBezTo>
                  <a:cubicBezTo>
                    <a:pt x="174" y="272"/>
                    <a:pt x="171" y="272"/>
                    <a:pt x="170" y="274"/>
                  </a:cubicBezTo>
                  <a:moveTo>
                    <a:pt x="186" y="255"/>
                  </a:moveTo>
                  <a:cubicBezTo>
                    <a:pt x="184" y="257"/>
                    <a:pt x="184" y="259"/>
                    <a:pt x="186" y="261"/>
                  </a:cubicBezTo>
                  <a:cubicBezTo>
                    <a:pt x="188" y="262"/>
                    <a:pt x="190" y="262"/>
                    <a:pt x="192" y="260"/>
                  </a:cubicBezTo>
                  <a:cubicBezTo>
                    <a:pt x="193" y="259"/>
                    <a:pt x="193" y="256"/>
                    <a:pt x="191" y="255"/>
                  </a:cubicBezTo>
                  <a:cubicBezTo>
                    <a:pt x="190" y="253"/>
                    <a:pt x="187" y="254"/>
                    <a:pt x="186" y="255"/>
                  </a:cubicBezTo>
                  <a:moveTo>
                    <a:pt x="202" y="237"/>
                  </a:moveTo>
                  <a:cubicBezTo>
                    <a:pt x="200" y="239"/>
                    <a:pt x="201" y="241"/>
                    <a:pt x="202" y="243"/>
                  </a:cubicBezTo>
                  <a:cubicBezTo>
                    <a:pt x="204" y="244"/>
                    <a:pt x="206" y="244"/>
                    <a:pt x="208" y="243"/>
                  </a:cubicBezTo>
                  <a:cubicBezTo>
                    <a:pt x="209" y="241"/>
                    <a:pt x="209" y="239"/>
                    <a:pt x="208" y="237"/>
                  </a:cubicBezTo>
                  <a:cubicBezTo>
                    <a:pt x="206" y="236"/>
                    <a:pt x="203" y="236"/>
                    <a:pt x="202" y="237"/>
                  </a:cubicBezTo>
                  <a:moveTo>
                    <a:pt x="219" y="220"/>
                  </a:moveTo>
                  <a:cubicBezTo>
                    <a:pt x="217" y="222"/>
                    <a:pt x="217" y="224"/>
                    <a:pt x="219" y="226"/>
                  </a:cubicBezTo>
                  <a:cubicBezTo>
                    <a:pt x="220" y="227"/>
                    <a:pt x="223" y="227"/>
                    <a:pt x="224" y="226"/>
                  </a:cubicBezTo>
                  <a:cubicBezTo>
                    <a:pt x="224" y="226"/>
                    <a:pt x="224" y="226"/>
                    <a:pt x="224" y="226"/>
                  </a:cubicBezTo>
                  <a:cubicBezTo>
                    <a:pt x="226" y="224"/>
                    <a:pt x="226" y="221"/>
                    <a:pt x="224" y="220"/>
                  </a:cubicBezTo>
                  <a:cubicBezTo>
                    <a:pt x="223" y="218"/>
                    <a:pt x="220" y="218"/>
                    <a:pt x="219" y="220"/>
                  </a:cubicBezTo>
                  <a:moveTo>
                    <a:pt x="236" y="203"/>
                  </a:moveTo>
                  <a:cubicBezTo>
                    <a:pt x="234" y="205"/>
                    <a:pt x="234" y="207"/>
                    <a:pt x="236" y="209"/>
                  </a:cubicBezTo>
                  <a:cubicBezTo>
                    <a:pt x="237" y="210"/>
                    <a:pt x="240" y="210"/>
                    <a:pt x="242" y="209"/>
                  </a:cubicBezTo>
                  <a:cubicBezTo>
                    <a:pt x="243" y="207"/>
                    <a:pt x="243" y="205"/>
                    <a:pt x="242" y="203"/>
                  </a:cubicBezTo>
                  <a:cubicBezTo>
                    <a:pt x="240" y="202"/>
                    <a:pt x="238" y="202"/>
                    <a:pt x="236" y="203"/>
                  </a:cubicBezTo>
                  <a:moveTo>
                    <a:pt x="254" y="187"/>
                  </a:moveTo>
                  <a:cubicBezTo>
                    <a:pt x="252" y="188"/>
                    <a:pt x="252" y="191"/>
                    <a:pt x="254" y="193"/>
                  </a:cubicBezTo>
                  <a:cubicBezTo>
                    <a:pt x="255" y="194"/>
                    <a:pt x="258" y="194"/>
                    <a:pt x="259" y="193"/>
                  </a:cubicBezTo>
                  <a:cubicBezTo>
                    <a:pt x="261" y="191"/>
                    <a:pt x="261" y="189"/>
                    <a:pt x="260" y="187"/>
                  </a:cubicBezTo>
                  <a:cubicBezTo>
                    <a:pt x="258" y="186"/>
                    <a:pt x="256" y="185"/>
                    <a:pt x="254" y="187"/>
                  </a:cubicBezTo>
                  <a:moveTo>
                    <a:pt x="272" y="171"/>
                  </a:moveTo>
                  <a:cubicBezTo>
                    <a:pt x="271" y="173"/>
                    <a:pt x="270" y="175"/>
                    <a:pt x="272" y="177"/>
                  </a:cubicBezTo>
                  <a:cubicBezTo>
                    <a:pt x="273" y="179"/>
                    <a:pt x="276" y="179"/>
                    <a:pt x="277" y="177"/>
                  </a:cubicBezTo>
                  <a:cubicBezTo>
                    <a:pt x="279" y="176"/>
                    <a:pt x="279" y="173"/>
                    <a:pt x="278" y="172"/>
                  </a:cubicBezTo>
                  <a:cubicBezTo>
                    <a:pt x="277" y="170"/>
                    <a:pt x="274" y="170"/>
                    <a:pt x="272" y="171"/>
                  </a:cubicBezTo>
                  <a:moveTo>
                    <a:pt x="291" y="156"/>
                  </a:moveTo>
                  <a:cubicBezTo>
                    <a:pt x="289" y="157"/>
                    <a:pt x="289" y="160"/>
                    <a:pt x="291" y="162"/>
                  </a:cubicBezTo>
                  <a:cubicBezTo>
                    <a:pt x="292" y="163"/>
                    <a:pt x="294" y="164"/>
                    <a:pt x="296" y="162"/>
                  </a:cubicBezTo>
                  <a:cubicBezTo>
                    <a:pt x="298" y="161"/>
                    <a:pt x="298" y="159"/>
                    <a:pt x="297" y="157"/>
                  </a:cubicBezTo>
                  <a:cubicBezTo>
                    <a:pt x="295" y="155"/>
                    <a:pt x="293" y="155"/>
                    <a:pt x="291" y="156"/>
                  </a:cubicBezTo>
                  <a:moveTo>
                    <a:pt x="311" y="142"/>
                  </a:moveTo>
                  <a:cubicBezTo>
                    <a:pt x="309" y="143"/>
                    <a:pt x="308" y="145"/>
                    <a:pt x="310" y="147"/>
                  </a:cubicBezTo>
                  <a:cubicBezTo>
                    <a:pt x="311" y="149"/>
                    <a:pt x="313" y="149"/>
                    <a:pt x="315" y="148"/>
                  </a:cubicBezTo>
                  <a:cubicBezTo>
                    <a:pt x="317" y="147"/>
                    <a:pt x="317" y="144"/>
                    <a:pt x="316" y="143"/>
                  </a:cubicBezTo>
                  <a:cubicBezTo>
                    <a:pt x="315" y="141"/>
                    <a:pt x="312" y="140"/>
                    <a:pt x="311" y="142"/>
                  </a:cubicBezTo>
                  <a:moveTo>
                    <a:pt x="330" y="128"/>
                  </a:moveTo>
                  <a:cubicBezTo>
                    <a:pt x="329" y="129"/>
                    <a:pt x="328" y="132"/>
                    <a:pt x="329" y="133"/>
                  </a:cubicBezTo>
                  <a:cubicBezTo>
                    <a:pt x="331" y="135"/>
                    <a:pt x="333" y="136"/>
                    <a:pt x="335" y="134"/>
                  </a:cubicBezTo>
                  <a:cubicBezTo>
                    <a:pt x="337" y="133"/>
                    <a:pt x="337" y="131"/>
                    <a:pt x="336" y="129"/>
                  </a:cubicBezTo>
                  <a:cubicBezTo>
                    <a:pt x="335" y="127"/>
                    <a:pt x="332" y="127"/>
                    <a:pt x="330" y="128"/>
                  </a:cubicBezTo>
                  <a:moveTo>
                    <a:pt x="351" y="115"/>
                  </a:moveTo>
                  <a:cubicBezTo>
                    <a:pt x="349" y="116"/>
                    <a:pt x="348" y="118"/>
                    <a:pt x="349" y="120"/>
                  </a:cubicBezTo>
                  <a:cubicBezTo>
                    <a:pt x="351" y="122"/>
                    <a:pt x="353" y="123"/>
                    <a:pt x="355" y="121"/>
                  </a:cubicBezTo>
                  <a:cubicBezTo>
                    <a:pt x="357" y="120"/>
                    <a:pt x="357" y="118"/>
                    <a:pt x="356" y="116"/>
                  </a:cubicBezTo>
                  <a:cubicBezTo>
                    <a:pt x="355" y="114"/>
                    <a:pt x="353" y="113"/>
                    <a:pt x="351" y="115"/>
                  </a:cubicBezTo>
                  <a:cubicBezTo>
                    <a:pt x="351" y="115"/>
                    <a:pt x="351" y="115"/>
                    <a:pt x="351" y="115"/>
                  </a:cubicBezTo>
                  <a:moveTo>
                    <a:pt x="371" y="102"/>
                  </a:moveTo>
                  <a:cubicBezTo>
                    <a:pt x="369" y="103"/>
                    <a:pt x="369" y="106"/>
                    <a:pt x="370" y="108"/>
                  </a:cubicBezTo>
                  <a:cubicBezTo>
                    <a:pt x="371" y="109"/>
                    <a:pt x="374" y="110"/>
                    <a:pt x="375" y="109"/>
                  </a:cubicBezTo>
                  <a:cubicBezTo>
                    <a:pt x="375" y="109"/>
                    <a:pt x="375" y="109"/>
                    <a:pt x="375" y="109"/>
                  </a:cubicBezTo>
                  <a:cubicBezTo>
                    <a:pt x="377" y="108"/>
                    <a:pt x="378" y="105"/>
                    <a:pt x="377" y="104"/>
                  </a:cubicBezTo>
                  <a:cubicBezTo>
                    <a:pt x="376" y="102"/>
                    <a:pt x="373" y="101"/>
                    <a:pt x="371" y="102"/>
                  </a:cubicBezTo>
                  <a:moveTo>
                    <a:pt x="392" y="90"/>
                  </a:moveTo>
                  <a:cubicBezTo>
                    <a:pt x="391" y="91"/>
                    <a:pt x="390" y="94"/>
                    <a:pt x="391" y="96"/>
                  </a:cubicBezTo>
                  <a:cubicBezTo>
                    <a:pt x="392" y="98"/>
                    <a:pt x="394" y="98"/>
                    <a:pt x="396" y="97"/>
                  </a:cubicBezTo>
                  <a:cubicBezTo>
                    <a:pt x="398" y="96"/>
                    <a:pt x="399" y="94"/>
                    <a:pt x="398" y="92"/>
                  </a:cubicBezTo>
                  <a:cubicBezTo>
                    <a:pt x="397" y="90"/>
                    <a:pt x="394" y="89"/>
                    <a:pt x="392" y="90"/>
                  </a:cubicBezTo>
                  <a:moveTo>
                    <a:pt x="414" y="79"/>
                  </a:moveTo>
                  <a:cubicBezTo>
                    <a:pt x="412" y="80"/>
                    <a:pt x="411" y="82"/>
                    <a:pt x="412" y="84"/>
                  </a:cubicBezTo>
                  <a:cubicBezTo>
                    <a:pt x="413" y="86"/>
                    <a:pt x="416" y="87"/>
                    <a:pt x="417" y="86"/>
                  </a:cubicBezTo>
                  <a:cubicBezTo>
                    <a:pt x="419" y="85"/>
                    <a:pt x="420" y="83"/>
                    <a:pt x="419" y="81"/>
                  </a:cubicBezTo>
                  <a:cubicBezTo>
                    <a:pt x="418" y="79"/>
                    <a:pt x="416" y="78"/>
                    <a:pt x="414" y="79"/>
                  </a:cubicBezTo>
                  <a:moveTo>
                    <a:pt x="436" y="69"/>
                  </a:moveTo>
                  <a:cubicBezTo>
                    <a:pt x="434" y="70"/>
                    <a:pt x="433" y="72"/>
                    <a:pt x="434" y="74"/>
                  </a:cubicBezTo>
                  <a:cubicBezTo>
                    <a:pt x="435" y="76"/>
                    <a:pt x="437" y="77"/>
                    <a:pt x="439" y="76"/>
                  </a:cubicBezTo>
                  <a:cubicBezTo>
                    <a:pt x="441" y="75"/>
                    <a:pt x="442" y="73"/>
                    <a:pt x="441" y="71"/>
                  </a:cubicBezTo>
                  <a:cubicBezTo>
                    <a:pt x="440" y="69"/>
                    <a:pt x="438" y="68"/>
                    <a:pt x="436" y="69"/>
                  </a:cubicBezTo>
                  <a:moveTo>
                    <a:pt x="458" y="59"/>
                  </a:moveTo>
                  <a:cubicBezTo>
                    <a:pt x="456" y="60"/>
                    <a:pt x="455" y="62"/>
                    <a:pt x="456" y="64"/>
                  </a:cubicBezTo>
                  <a:cubicBezTo>
                    <a:pt x="457" y="66"/>
                    <a:pt x="459" y="67"/>
                    <a:pt x="461" y="66"/>
                  </a:cubicBezTo>
                  <a:cubicBezTo>
                    <a:pt x="463" y="65"/>
                    <a:pt x="464" y="63"/>
                    <a:pt x="463" y="61"/>
                  </a:cubicBezTo>
                  <a:cubicBezTo>
                    <a:pt x="462" y="59"/>
                    <a:pt x="460" y="58"/>
                    <a:pt x="458" y="59"/>
                  </a:cubicBezTo>
                  <a:moveTo>
                    <a:pt x="480" y="50"/>
                  </a:moveTo>
                  <a:cubicBezTo>
                    <a:pt x="478" y="51"/>
                    <a:pt x="477" y="53"/>
                    <a:pt x="478" y="55"/>
                  </a:cubicBezTo>
                  <a:cubicBezTo>
                    <a:pt x="479" y="57"/>
                    <a:pt x="481" y="58"/>
                    <a:pt x="483" y="57"/>
                  </a:cubicBezTo>
                  <a:cubicBezTo>
                    <a:pt x="485" y="56"/>
                    <a:pt x="486" y="54"/>
                    <a:pt x="486" y="52"/>
                  </a:cubicBezTo>
                  <a:cubicBezTo>
                    <a:pt x="485" y="50"/>
                    <a:pt x="482" y="49"/>
                    <a:pt x="480" y="50"/>
                  </a:cubicBezTo>
                  <a:moveTo>
                    <a:pt x="503" y="41"/>
                  </a:moveTo>
                  <a:cubicBezTo>
                    <a:pt x="501" y="42"/>
                    <a:pt x="500" y="44"/>
                    <a:pt x="501" y="47"/>
                  </a:cubicBezTo>
                  <a:cubicBezTo>
                    <a:pt x="501" y="49"/>
                    <a:pt x="504" y="50"/>
                    <a:pt x="506" y="49"/>
                  </a:cubicBezTo>
                  <a:cubicBezTo>
                    <a:pt x="508" y="48"/>
                    <a:pt x="509" y="46"/>
                    <a:pt x="508" y="44"/>
                  </a:cubicBezTo>
                  <a:cubicBezTo>
                    <a:pt x="507" y="42"/>
                    <a:pt x="505" y="41"/>
                    <a:pt x="503" y="41"/>
                  </a:cubicBezTo>
                  <a:moveTo>
                    <a:pt x="526" y="34"/>
                  </a:moveTo>
                  <a:cubicBezTo>
                    <a:pt x="524" y="35"/>
                    <a:pt x="523" y="37"/>
                    <a:pt x="523" y="39"/>
                  </a:cubicBezTo>
                  <a:cubicBezTo>
                    <a:pt x="524" y="41"/>
                    <a:pt x="526" y="42"/>
                    <a:pt x="528" y="42"/>
                  </a:cubicBezTo>
                  <a:cubicBezTo>
                    <a:pt x="531" y="41"/>
                    <a:pt x="532" y="39"/>
                    <a:pt x="531" y="37"/>
                  </a:cubicBezTo>
                  <a:cubicBezTo>
                    <a:pt x="530" y="34"/>
                    <a:pt x="528" y="33"/>
                    <a:pt x="526" y="34"/>
                  </a:cubicBezTo>
                  <a:moveTo>
                    <a:pt x="549" y="27"/>
                  </a:moveTo>
                  <a:cubicBezTo>
                    <a:pt x="547" y="28"/>
                    <a:pt x="546" y="30"/>
                    <a:pt x="547" y="32"/>
                  </a:cubicBezTo>
                  <a:cubicBezTo>
                    <a:pt x="547" y="34"/>
                    <a:pt x="549" y="35"/>
                    <a:pt x="551" y="35"/>
                  </a:cubicBezTo>
                  <a:cubicBezTo>
                    <a:pt x="554" y="34"/>
                    <a:pt x="555" y="32"/>
                    <a:pt x="554" y="30"/>
                  </a:cubicBezTo>
                  <a:cubicBezTo>
                    <a:pt x="554" y="28"/>
                    <a:pt x="551" y="27"/>
                    <a:pt x="549" y="27"/>
                  </a:cubicBezTo>
                  <a:moveTo>
                    <a:pt x="573" y="21"/>
                  </a:moveTo>
                  <a:cubicBezTo>
                    <a:pt x="571" y="22"/>
                    <a:pt x="569" y="24"/>
                    <a:pt x="570" y="26"/>
                  </a:cubicBezTo>
                  <a:cubicBezTo>
                    <a:pt x="570" y="28"/>
                    <a:pt x="572" y="29"/>
                    <a:pt x="575" y="29"/>
                  </a:cubicBezTo>
                  <a:cubicBezTo>
                    <a:pt x="577" y="28"/>
                    <a:pt x="578" y="26"/>
                    <a:pt x="578" y="24"/>
                  </a:cubicBezTo>
                  <a:cubicBezTo>
                    <a:pt x="577" y="22"/>
                    <a:pt x="575" y="21"/>
                    <a:pt x="573" y="21"/>
                  </a:cubicBezTo>
                  <a:moveTo>
                    <a:pt x="596" y="16"/>
                  </a:moveTo>
                  <a:cubicBezTo>
                    <a:pt x="594" y="16"/>
                    <a:pt x="593" y="18"/>
                    <a:pt x="593" y="21"/>
                  </a:cubicBezTo>
                  <a:cubicBezTo>
                    <a:pt x="594" y="23"/>
                    <a:pt x="596" y="24"/>
                    <a:pt x="598" y="24"/>
                  </a:cubicBezTo>
                  <a:cubicBezTo>
                    <a:pt x="600" y="23"/>
                    <a:pt x="601" y="21"/>
                    <a:pt x="601" y="19"/>
                  </a:cubicBezTo>
                  <a:cubicBezTo>
                    <a:pt x="601" y="17"/>
                    <a:pt x="598" y="15"/>
                    <a:pt x="596" y="16"/>
                  </a:cubicBezTo>
                  <a:moveTo>
                    <a:pt x="620" y="11"/>
                  </a:moveTo>
                  <a:cubicBezTo>
                    <a:pt x="618" y="12"/>
                    <a:pt x="616" y="14"/>
                    <a:pt x="617" y="16"/>
                  </a:cubicBezTo>
                  <a:cubicBezTo>
                    <a:pt x="617" y="18"/>
                    <a:pt x="619" y="20"/>
                    <a:pt x="621" y="19"/>
                  </a:cubicBezTo>
                  <a:cubicBezTo>
                    <a:pt x="624" y="19"/>
                    <a:pt x="625" y="17"/>
                    <a:pt x="625" y="15"/>
                  </a:cubicBezTo>
                  <a:cubicBezTo>
                    <a:pt x="624" y="12"/>
                    <a:pt x="622" y="11"/>
                    <a:pt x="620" y="11"/>
                  </a:cubicBezTo>
                  <a:moveTo>
                    <a:pt x="644" y="8"/>
                  </a:moveTo>
                  <a:cubicBezTo>
                    <a:pt x="642" y="8"/>
                    <a:pt x="640" y="10"/>
                    <a:pt x="640" y="12"/>
                  </a:cubicBezTo>
                  <a:cubicBezTo>
                    <a:pt x="641" y="14"/>
                    <a:pt x="643" y="16"/>
                    <a:pt x="645" y="15"/>
                  </a:cubicBezTo>
                  <a:cubicBezTo>
                    <a:pt x="645" y="15"/>
                    <a:pt x="645" y="15"/>
                    <a:pt x="645" y="15"/>
                  </a:cubicBezTo>
                  <a:cubicBezTo>
                    <a:pt x="647" y="15"/>
                    <a:pt x="649" y="13"/>
                    <a:pt x="648" y="11"/>
                  </a:cubicBezTo>
                  <a:cubicBezTo>
                    <a:pt x="648" y="9"/>
                    <a:pt x="646" y="7"/>
                    <a:pt x="644" y="8"/>
                  </a:cubicBezTo>
                  <a:cubicBezTo>
                    <a:pt x="644" y="8"/>
                    <a:pt x="644" y="8"/>
                    <a:pt x="644" y="8"/>
                  </a:cubicBezTo>
                  <a:moveTo>
                    <a:pt x="668" y="5"/>
                  </a:moveTo>
                  <a:cubicBezTo>
                    <a:pt x="666" y="5"/>
                    <a:pt x="664" y="7"/>
                    <a:pt x="664" y="9"/>
                  </a:cubicBezTo>
                  <a:cubicBezTo>
                    <a:pt x="664" y="11"/>
                    <a:pt x="666" y="13"/>
                    <a:pt x="669" y="13"/>
                  </a:cubicBezTo>
                  <a:cubicBezTo>
                    <a:pt x="671" y="12"/>
                    <a:pt x="672" y="10"/>
                    <a:pt x="672" y="8"/>
                  </a:cubicBezTo>
                  <a:cubicBezTo>
                    <a:pt x="672" y="6"/>
                    <a:pt x="670" y="4"/>
                    <a:pt x="668" y="5"/>
                  </a:cubicBezTo>
                  <a:moveTo>
                    <a:pt x="692" y="2"/>
                  </a:moveTo>
                  <a:cubicBezTo>
                    <a:pt x="690" y="3"/>
                    <a:pt x="688" y="4"/>
                    <a:pt x="688" y="7"/>
                  </a:cubicBezTo>
                  <a:cubicBezTo>
                    <a:pt x="688" y="9"/>
                    <a:pt x="690" y="11"/>
                    <a:pt x="692" y="10"/>
                  </a:cubicBezTo>
                  <a:cubicBezTo>
                    <a:pt x="695" y="10"/>
                    <a:pt x="696" y="8"/>
                    <a:pt x="696" y="6"/>
                  </a:cubicBezTo>
                  <a:cubicBezTo>
                    <a:pt x="696" y="4"/>
                    <a:pt x="694" y="2"/>
                    <a:pt x="692" y="2"/>
                  </a:cubicBezTo>
                  <a:moveTo>
                    <a:pt x="716" y="1"/>
                  </a:moveTo>
                  <a:cubicBezTo>
                    <a:pt x="714" y="1"/>
                    <a:pt x="712" y="3"/>
                    <a:pt x="712" y="5"/>
                  </a:cubicBezTo>
                  <a:cubicBezTo>
                    <a:pt x="712" y="7"/>
                    <a:pt x="714" y="9"/>
                    <a:pt x="716" y="9"/>
                  </a:cubicBezTo>
                  <a:cubicBezTo>
                    <a:pt x="719" y="9"/>
                    <a:pt x="720" y="7"/>
                    <a:pt x="720" y="5"/>
                  </a:cubicBezTo>
                  <a:cubicBezTo>
                    <a:pt x="720" y="3"/>
                    <a:pt x="718" y="1"/>
                    <a:pt x="716" y="1"/>
                  </a:cubicBezTo>
                  <a:moveTo>
                    <a:pt x="740" y="0"/>
                  </a:moveTo>
                  <a:cubicBezTo>
                    <a:pt x="738" y="0"/>
                    <a:pt x="736" y="2"/>
                    <a:pt x="736" y="4"/>
                  </a:cubicBezTo>
                  <a:cubicBezTo>
                    <a:pt x="736" y="7"/>
                    <a:pt x="738" y="8"/>
                    <a:pt x="740" y="8"/>
                  </a:cubicBezTo>
                  <a:cubicBezTo>
                    <a:pt x="742" y="8"/>
                    <a:pt x="744" y="6"/>
                    <a:pt x="744" y="4"/>
                  </a:cubicBezTo>
                  <a:cubicBezTo>
                    <a:pt x="744" y="2"/>
                    <a:pt x="742" y="0"/>
                    <a:pt x="740" y="0"/>
                  </a:cubicBezTo>
                  <a:cubicBezTo>
                    <a:pt x="740" y="0"/>
                    <a:pt x="740" y="0"/>
                    <a:pt x="740" y="0"/>
                  </a:cubicBezTo>
                  <a:moveTo>
                    <a:pt x="764" y="0"/>
                  </a:moveTo>
                  <a:cubicBezTo>
                    <a:pt x="762" y="0"/>
                    <a:pt x="760" y="2"/>
                    <a:pt x="760" y="4"/>
                  </a:cubicBezTo>
                  <a:cubicBezTo>
                    <a:pt x="760" y="7"/>
                    <a:pt x="762" y="8"/>
                    <a:pt x="764" y="8"/>
                  </a:cubicBezTo>
                  <a:cubicBezTo>
                    <a:pt x="764" y="8"/>
                    <a:pt x="764" y="8"/>
                    <a:pt x="764" y="8"/>
                  </a:cubicBezTo>
                  <a:cubicBezTo>
                    <a:pt x="766" y="8"/>
                    <a:pt x="768" y="7"/>
                    <a:pt x="768" y="4"/>
                  </a:cubicBezTo>
                  <a:cubicBezTo>
                    <a:pt x="768" y="2"/>
                    <a:pt x="766" y="0"/>
                    <a:pt x="764" y="0"/>
                  </a:cubicBezTo>
                  <a:cubicBezTo>
                    <a:pt x="764" y="0"/>
                    <a:pt x="764" y="0"/>
                    <a:pt x="764" y="0"/>
                  </a:cubicBezTo>
                  <a:moveTo>
                    <a:pt x="788" y="1"/>
                  </a:moveTo>
                  <a:cubicBezTo>
                    <a:pt x="786" y="1"/>
                    <a:pt x="784" y="3"/>
                    <a:pt x="784" y="5"/>
                  </a:cubicBezTo>
                  <a:cubicBezTo>
                    <a:pt x="784" y="7"/>
                    <a:pt x="786" y="9"/>
                    <a:pt x="788" y="9"/>
                  </a:cubicBezTo>
                  <a:cubicBezTo>
                    <a:pt x="790" y="9"/>
                    <a:pt x="792" y="8"/>
                    <a:pt x="792" y="5"/>
                  </a:cubicBezTo>
                  <a:cubicBezTo>
                    <a:pt x="792" y="3"/>
                    <a:pt x="791" y="1"/>
                    <a:pt x="788" y="1"/>
                  </a:cubicBezTo>
                  <a:cubicBezTo>
                    <a:pt x="788" y="1"/>
                    <a:pt x="788" y="1"/>
                    <a:pt x="788" y="1"/>
                  </a:cubicBezTo>
                  <a:moveTo>
                    <a:pt x="812" y="3"/>
                  </a:moveTo>
                  <a:cubicBezTo>
                    <a:pt x="810" y="3"/>
                    <a:pt x="808" y="4"/>
                    <a:pt x="808" y="7"/>
                  </a:cubicBezTo>
                  <a:cubicBezTo>
                    <a:pt x="808" y="9"/>
                    <a:pt x="810" y="11"/>
                    <a:pt x="812" y="11"/>
                  </a:cubicBezTo>
                  <a:cubicBezTo>
                    <a:pt x="814" y="11"/>
                    <a:pt x="816" y="9"/>
                    <a:pt x="816" y="7"/>
                  </a:cubicBezTo>
                  <a:cubicBezTo>
                    <a:pt x="816" y="5"/>
                    <a:pt x="815" y="3"/>
                    <a:pt x="812" y="3"/>
                  </a:cubicBezTo>
                  <a:moveTo>
                    <a:pt x="837" y="5"/>
                  </a:moveTo>
                  <a:cubicBezTo>
                    <a:pt x="834" y="5"/>
                    <a:pt x="832" y="7"/>
                    <a:pt x="832" y="9"/>
                  </a:cubicBezTo>
                  <a:cubicBezTo>
                    <a:pt x="832" y="11"/>
                    <a:pt x="833" y="13"/>
                    <a:pt x="836" y="13"/>
                  </a:cubicBezTo>
                  <a:cubicBezTo>
                    <a:pt x="838" y="14"/>
                    <a:pt x="840" y="12"/>
                    <a:pt x="840" y="10"/>
                  </a:cubicBezTo>
                  <a:cubicBezTo>
                    <a:pt x="840" y="8"/>
                    <a:pt x="839" y="6"/>
                    <a:pt x="837" y="5"/>
                  </a:cubicBezTo>
                  <a:moveTo>
                    <a:pt x="860" y="9"/>
                  </a:moveTo>
                  <a:cubicBezTo>
                    <a:pt x="858" y="8"/>
                    <a:pt x="856" y="10"/>
                    <a:pt x="856" y="12"/>
                  </a:cubicBezTo>
                  <a:cubicBezTo>
                    <a:pt x="856" y="14"/>
                    <a:pt x="857" y="16"/>
                    <a:pt x="859" y="16"/>
                  </a:cubicBezTo>
                  <a:cubicBezTo>
                    <a:pt x="861" y="17"/>
                    <a:pt x="863" y="15"/>
                    <a:pt x="864" y="13"/>
                  </a:cubicBezTo>
                  <a:cubicBezTo>
                    <a:pt x="864" y="11"/>
                    <a:pt x="863" y="9"/>
                    <a:pt x="860" y="9"/>
                  </a:cubicBezTo>
                  <a:cubicBezTo>
                    <a:pt x="860" y="9"/>
                    <a:pt x="860" y="9"/>
                    <a:pt x="860" y="9"/>
                  </a:cubicBezTo>
                  <a:moveTo>
                    <a:pt x="884" y="12"/>
                  </a:moveTo>
                  <a:cubicBezTo>
                    <a:pt x="882" y="12"/>
                    <a:pt x="880" y="14"/>
                    <a:pt x="880" y="16"/>
                  </a:cubicBezTo>
                  <a:cubicBezTo>
                    <a:pt x="879" y="18"/>
                    <a:pt x="881" y="20"/>
                    <a:pt x="883" y="20"/>
                  </a:cubicBezTo>
                  <a:cubicBezTo>
                    <a:pt x="885" y="21"/>
                    <a:pt x="887" y="19"/>
                    <a:pt x="887" y="17"/>
                  </a:cubicBezTo>
                  <a:cubicBezTo>
                    <a:pt x="888" y="15"/>
                    <a:pt x="886" y="13"/>
                    <a:pt x="884" y="12"/>
                  </a:cubicBezTo>
                  <a:moveTo>
                    <a:pt x="908" y="17"/>
                  </a:moveTo>
                  <a:cubicBezTo>
                    <a:pt x="906" y="17"/>
                    <a:pt x="904" y="18"/>
                    <a:pt x="903" y="20"/>
                  </a:cubicBezTo>
                  <a:cubicBezTo>
                    <a:pt x="903" y="22"/>
                    <a:pt x="904" y="25"/>
                    <a:pt x="906" y="25"/>
                  </a:cubicBezTo>
                  <a:cubicBezTo>
                    <a:pt x="908" y="25"/>
                    <a:pt x="911" y="24"/>
                    <a:pt x="911" y="22"/>
                  </a:cubicBezTo>
                  <a:cubicBezTo>
                    <a:pt x="911" y="20"/>
                    <a:pt x="910" y="18"/>
                    <a:pt x="908" y="17"/>
                  </a:cubicBezTo>
                  <a:cubicBezTo>
                    <a:pt x="908" y="17"/>
                    <a:pt x="908" y="17"/>
                    <a:pt x="908" y="17"/>
                  </a:cubicBezTo>
                  <a:moveTo>
                    <a:pt x="931" y="23"/>
                  </a:moveTo>
                  <a:cubicBezTo>
                    <a:pt x="929" y="22"/>
                    <a:pt x="927" y="23"/>
                    <a:pt x="927" y="26"/>
                  </a:cubicBezTo>
                  <a:cubicBezTo>
                    <a:pt x="926" y="28"/>
                    <a:pt x="927" y="30"/>
                    <a:pt x="930" y="30"/>
                  </a:cubicBezTo>
                  <a:cubicBezTo>
                    <a:pt x="932" y="31"/>
                    <a:pt x="934" y="30"/>
                    <a:pt x="934" y="28"/>
                  </a:cubicBezTo>
                  <a:cubicBezTo>
                    <a:pt x="935" y="25"/>
                    <a:pt x="934" y="23"/>
                    <a:pt x="931" y="23"/>
                  </a:cubicBezTo>
                  <a:moveTo>
                    <a:pt x="955" y="29"/>
                  </a:moveTo>
                  <a:cubicBezTo>
                    <a:pt x="953" y="28"/>
                    <a:pt x="950" y="30"/>
                    <a:pt x="950" y="32"/>
                  </a:cubicBezTo>
                  <a:cubicBezTo>
                    <a:pt x="949" y="34"/>
                    <a:pt x="950" y="36"/>
                    <a:pt x="953" y="37"/>
                  </a:cubicBezTo>
                  <a:cubicBezTo>
                    <a:pt x="955" y="37"/>
                    <a:pt x="957" y="36"/>
                    <a:pt x="958" y="34"/>
                  </a:cubicBezTo>
                  <a:cubicBezTo>
                    <a:pt x="958" y="32"/>
                    <a:pt x="957" y="30"/>
                    <a:pt x="955" y="29"/>
                  </a:cubicBezTo>
                  <a:moveTo>
                    <a:pt x="978" y="36"/>
                  </a:moveTo>
                  <a:cubicBezTo>
                    <a:pt x="976" y="35"/>
                    <a:pt x="974" y="36"/>
                    <a:pt x="973" y="39"/>
                  </a:cubicBezTo>
                  <a:cubicBezTo>
                    <a:pt x="972" y="41"/>
                    <a:pt x="973" y="43"/>
                    <a:pt x="975" y="44"/>
                  </a:cubicBezTo>
                  <a:cubicBezTo>
                    <a:pt x="978" y="44"/>
                    <a:pt x="980" y="43"/>
                    <a:pt x="980" y="41"/>
                  </a:cubicBezTo>
                  <a:cubicBezTo>
                    <a:pt x="981" y="39"/>
                    <a:pt x="980" y="37"/>
                    <a:pt x="978" y="36"/>
                  </a:cubicBezTo>
                  <a:cubicBezTo>
                    <a:pt x="978" y="36"/>
                    <a:pt x="978" y="36"/>
                    <a:pt x="978" y="36"/>
                  </a:cubicBezTo>
                  <a:moveTo>
                    <a:pt x="1001" y="44"/>
                  </a:moveTo>
                  <a:cubicBezTo>
                    <a:pt x="999" y="43"/>
                    <a:pt x="996" y="44"/>
                    <a:pt x="996" y="46"/>
                  </a:cubicBezTo>
                  <a:cubicBezTo>
                    <a:pt x="995" y="48"/>
                    <a:pt x="996" y="50"/>
                    <a:pt x="998" y="51"/>
                  </a:cubicBezTo>
                  <a:cubicBezTo>
                    <a:pt x="1000" y="52"/>
                    <a:pt x="1002" y="51"/>
                    <a:pt x="1003" y="49"/>
                  </a:cubicBezTo>
                  <a:cubicBezTo>
                    <a:pt x="1004" y="47"/>
                    <a:pt x="1003" y="44"/>
                    <a:pt x="1001" y="44"/>
                  </a:cubicBezTo>
                  <a:moveTo>
                    <a:pt x="1023" y="52"/>
                  </a:moveTo>
                  <a:cubicBezTo>
                    <a:pt x="1021" y="51"/>
                    <a:pt x="1019" y="52"/>
                    <a:pt x="1018" y="54"/>
                  </a:cubicBezTo>
                  <a:cubicBezTo>
                    <a:pt x="1017" y="56"/>
                    <a:pt x="1018" y="59"/>
                    <a:pt x="1020" y="60"/>
                  </a:cubicBezTo>
                  <a:cubicBezTo>
                    <a:pt x="1023" y="60"/>
                    <a:pt x="1025" y="59"/>
                    <a:pt x="1026" y="57"/>
                  </a:cubicBezTo>
                  <a:cubicBezTo>
                    <a:pt x="1026" y="55"/>
                    <a:pt x="1025" y="53"/>
                    <a:pt x="1023" y="52"/>
                  </a:cubicBezTo>
                  <a:moveTo>
                    <a:pt x="1046" y="61"/>
                  </a:moveTo>
                  <a:cubicBezTo>
                    <a:pt x="1044" y="60"/>
                    <a:pt x="1041" y="61"/>
                    <a:pt x="1040" y="63"/>
                  </a:cubicBezTo>
                  <a:cubicBezTo>
                    <a:pt x="1040" y="65"/>
                    <a:pt x="1040" y="68"/>
                    <a:pt x="1042" y="69"/>
                  </a:cubicBezTo>
                  <a:cubicBezTo>
                    <a:pt x="1045" y="70"/>
                    <a:pt x="1047" y="69"/>
                    <a:pt x="1048" y="67"/>
                  </a:cubicBezTo>
                  <a:cubicBezTo>
                    <a:pt x="1049" y="65"/>
                    <a:pt x="1048" y="62"/>
                    <a:pt x="1046" y="61"/>
                  </a:cubicBezTo>
                  <a:moveTo>
                    <a:pt x="1068" y="71"/>
                  </a:moveTo>
                  <a:cubicBezTo>
                    <a:pt x="1066" y="70"/>
                    <a:pt x="1063" y="71"/>
                    <a:pt x="1062" y="73"/>
                  </a:cubicBezTo>
                  <a:cubicBezTo>
                    <a:pt x="1061" y="75"/>
                    <a:pt x="1062" y="78"/>
                    <a:pt x="1064" y="78"/>
                  </a:cubicBezTo>
                  <a:cubicBezTo>
                    <a:pt x="1066" y="79"/>
                    <a:pt x="1069" y="79"/>
                    <a:pt x="1070" y="77"/>
                  </a:cubicBezTo>
                  <a:cubicBezTo>
                    <a:pt x="1070" y="75"/>
                    <a:pt x="1070" y="72"/>
                    <a:pt x="1068" y="71"/>
                  </a:cubicBezTo>
                  <a:cubicBezTo>
                    <a:pt x="1068" y="71"/>
                    <a:pt x="1068" y="71"/>
                    <a:pt x="1068" y="71"/>
                  </a:cubicBezTo>
                  <a:moveTo>
                    <a:pt x="1089" y="82"/>
                  </a:moveTo>
                  <a:cubicBezTo>
                    <a:pt x="1087" y="81"/>
                    <a:pt x="1085" y="82"/>
                    <a:pt x="1084" y="84"/>
                  </a:cubicBezTo>
                  <a:cubicBezTo>
                    <a:pt x="1083" y="86"/>
                    <a:pt x="1084" y="88"/>
                    <a:pt x="1086" y="89"/>
                  </a:cubicBezTo>
                  <a:cubicBezTo>
                    <a:pt x="1088" y="90"/>
                    <a:pt x="1090" y="89"/>
                    <a:pt x="1091" y="87"/>
                  </a:cubicBezTo>
                  <a:cubicBezTo>
                    <a:pt x="1092" y="85"/>
                    <a:pt x="1091" y="83"/>
                    <a:pt x="1089" y="82"/>
                  </a:cubicBezTo>
                  <a:moveTo>
                    <a:pt x="1111" y="93"/>
                  </a:moveTo>
                  <a:cubicBezTo>
                    <a:pt x="1109" y="92"/>
                    <a:pt x="1106" y="93"/>
                    <a:pt x="1105" y="95"/>
                  </a:cubicBezTo>
                  <a:cubicBezTo>
                    <a:pt x="1104" y="97"/>
                    <a:pt x="1105" y="99"/>
                    <a:pt x="1107" y="100"/>
                  </a:cubicBezTo>
                  <a:cubicBezTo>
                    <a:pt x="1109" y="101"/>
                    <a:pt x="1111" y="101"/>
                    <a:pt x="1112" y="99"/>
                  </a:cubicBezTo>
                  <a:cubicBezTo>
                    <a:pt x="1113" y="97"/>
                    <a:pt x="1112" y="94"/>
                    <a:pt x="1111" y="93"/>
                  </a:cubicBezTo>
                  <a:moveTo>
                    <a:pt x="1131" y="105"/>
                  </a:moveTo>
                  <a:cubicBezTo>
                    <a:pt x="1130" y="104"/>
                    <a:pt x="1127" y="105"/>
                    <a:pt x="1126" y="107"/>
                  </a:cubicBezTo>
                  <a:cubicBezTo>
                    <a:pt x="1125" y="108"/>
                    <a:pt x="1125" y="111"/>
                    <a:pt x="1127" y="112"/>
                  </a:cubicBezTo>
                  <a:cubicBezTo>
                    <a:pt x="1129" y="113"/>
                    <a:pt x="1132" y="113"/>
                    <a:pt x="1133" y="111"/>
                  </a:cubicBezTo>
                  <a:cubicBezTo>
                    <a:pt x="1134" y="109"/>
                    <a:pt x="1133" y="106"/>
                    <a:pt x="1131" y="105"/>
                  </a:cubicBezTo>
                  <a:moveTo>
                    <a:pt x="1152" y="118"/>
                  </a:moveTo>
                  <a:cubicBezTo>
                    <a:pt x="1150" y="117"/>
                    <a:pt x="1148" y="117"/>
                    <a:pt x="1146" y="119"/>
                  </a:cubicBezTo>
                  <a:cubicBezTo>
                    <a:pt x="1145" y="121"/>
                    <a:pt x="1146" y="123"/>
                    <a:pt x="1148" y="125"/>
                  </a:cubicBezTo>
                  <a:cubicBezTo>
                    <a:pt x="1149" y="126"/>
                    <a:pt x="1152" y="125"/>
                    <a:pt x="1153" y="123"/>
                  </a:cubicBezTo>
                  <a:cubicBezTo>
                    <a:pt x="1154" y="121"/>
                    <a:pt x="1154" y="119"/>
                    <a:pt x="1152" y="118"/>
                  </a:cubicBezTo>
                  <a:moveTo>
                    <a:pt x="1172" y="131"/>
                  </a:moveTo>
                  <a:cubicBezTo>
                    <a:pt x="1170" y="130"/>
                    <a:pt x="1168" y="130"/>
                    <a:pt x="1166" y="132"/>
                  </a:cubicBezTo>
                  <a:cubicBezTo>
                    <a:pt x="1165" y="134"/>
                    <a:pt x="1166" y="136"/>
                    <a:pt x="1168" y="138"/>
                  </a:cubicBezTo>
                  <a:cubicBezTo>
                    <a:pt x="1169" y="139"/>
                    <a:pt x="1172" y="139"/>
                    <a:pt x="1173" y="137"/>
                  </a:cubicBezTo>
                  <a:cubicBezTo>
                    <a:pt x="1174" y="135"/>
                    <a:pt x="1174" y="132"/>
                    <a:pt x="1172" y="131"/>
                  </a:cubicBezTo>
                  <a:moveTo>
                    <a:pt x="1192" y="145"/>
                  </a:moveTo>
                  <a:cubicBezTo>
                    <a:pt x="1190" y="144"/>
                    <a:pt x="1187" y="144"/>
                    <a:pt x="1186" y="146"/>
                  </a:cubicBezTo>
                  <a:cubicBezTo>
                    <a:pt x="1185" y="148"/>
                    <a:pt x="1185" y="150"/>
                    <a:pt x="1187" y="152"/>
                  </a:cubicBezTo>
                  <a:cubicBezTo>
                    <a:pt x="1189" y="153"/>
                    <a:pt x="1191" y="152"/>
                    <a:pt x="1193" y="151"/>
                  </a:cubicBezTo>
                  <a:cubicBezTo>
                    <a:pt x="1194" y="149"/>
                    <a:pt x="1193" y="146"/>
                    <a:pt x="1192" y="145"/>
                  </a:cubicBezTo>
                  <a:moveTo>
                    <a:pt x="1211" y="160"/>
                  </a:moveTo>
                  <a:cubicBezTo>
                    <a:pt x="1209" y="158"/>
                    <a:pt x="1207" y="159"/>
                    <a:pt x="1205" y="160"/>
                  </a:cubicBezTo>
                  <a:cubicBezTo>
                    <a:pt x="1204" y="162"/>
                    <a:pt x="1204" y="165"/>
                    <a:pt x="1206" y="166"/>
                  </a:cubicBezTo>
                  <a:cubicBezTo>
                    <a:pt x="1208" y="167"/>
                    <a:pt x="1210" y="167"/>
                    <a:pt x="1212" y="165"/>
                  </a:cubicBezTo>
                  <a:cubicBezTo>
                    <a:pt x="1213" y="164"/>
                    <a:pt x="1213" y="161"/>
                    <a:pt x="1211" y="160"/>
                  </a:cubicBezTo>
                  <a:moveTo>
                    <a:pt x="1230" y="175"/>
                  </a:moveTo>
                  <a:cubicBezTo>
                    <a:pt x="1228" y="173"/>
                    <a:pt x="1225" y="174"/>
                    <a:pt x="1224" y="175"/>
                  </a:cubicBezTo>
                  <a:cubicBezTo>
                    <a:pt x="1223" y="177"/>
                    <a:pt x="1223" y="180"/>
                    <a:pt x="1225" y="181"/>
                  </a:cubicBezTo>
                  <a:cubicBezTo>
                    <a:pt x="1225" y="181"/>
                    <a:pt x="1225" y="181"/>
                    <a:pt x="1225" y="181"/>
                  </a:cubicBezTo>
                  <a:cubicBezTo>
                    <a:pt x="1226" y="182"/>
                    <a:pt x="1229" y="182"/>
                    <a:pt x="1230" y="181"/>
                  </a:cubicBezTo>
                  <a:cubicBezTo>
                    <a:pt x="1232" y="179"/>
                    <a:pt x="1231" y="176"/>
                    <a:pt x="1230" y="175"/>
                  </a:cubicBezTo>
                  <a:cubicBezTo>
                    <a:pt x="1230" y="175"/>
                    <a:pt x="1230" y="175"/>
                    <a:pt x="1230" y="175"/>
                  </a:cubicBezTo>
                  <a:moveTo>
                    <a:pt x="1248" y="191"/>
                  </a:moveTo>
                  <a:cubicBezTo>
                    <a:pt x="1246" y="189"/>
                    <a:pt x="1244" y="189"/>
                    <a:pt x="1242" y="191"/>
                  </a:cubicBezTo>
                  <a:cubicBezTo>
                    <a:pt x="1241" y="193"/>
                    <a:pt x="1241" y="195"/>
                    <a:pt x="1243" y="197"/>
                  </a:cubicBezTo>
                  <a:cubicBezTo>
                    <a:pt x="1243" y="197"/>
                    <a:pt x="1243" y="197"/>
                    <a:pt x="1243" y="197"/>
                  </a:cubicBezTo>
                  <a:cubicBezTo>
                    <a:pt x="1244" y="198"/>
                    <a:pt x="1247" y="198"/>
                    <a:pt x="1248" y="196"/>
                  </a:cubicBezTo>
                  <a:cubicBezTo>
                    <a:pt x="1250" y="195"/>
                    <a:pt x="1250" y="192"/>
                    <a:pt x="1248" y="191"/>
                  </a:cubicBezTo>
                  <a:cubicBezTo>
                    <a:pt x="1248" y="191"/>
                    <a:pt x="1248" y="191"/>
                    <a:pt x="1248" y="191"/>
                  </a:cubicBezTo>
                  <a:moveTo>
                    <a:pt x="1266" y="207"/>
                  </a:moveTo>
                  <a:cubicBezTo>
                    <a:pt x="1264" y="206"/>
                    <a:pt x="1262" y="206"/>
                    <a:pt x="1260" y="207"/>
                  </a:cubicBezTo>
                  <a:cubicBezTo>
                    <a:pt x="1259" y="209"/>
                    <a:pt x="1259" y="211"/>
                    <a:pt x="1260" y="213"/>
                  </a:cubicBezTo>
                  <a:cubicBezTo>
                    <a:pt x="1260" y="213"/>
                    <a:pt x="1260" y="213"/>
                    <a:pt x="1260" y="213"/>
                  </a:cubicBezTo>
                  <a:cubicBezTo>
                    <a:pt x="1262" y="214"/>
                    <a:pt x="1264" y="214"/>
                    <a:pt x="1266" y="213"/>
                  </a:cubicBezTo>
                  <a:cubicBezTo>
                    <a:pt x="1267" y="211"/>
                    <a:pt x="1267" y="209"/>
                    <a:pt x="1266" y="207"/>
                  </a:cubicBezTo>
                  <a:moveTo>
                    <a:pt x="1283" y="224"/>
                  </a:moveTo>
                  <a:cubicBezTo>
                    <a:pt x="1281" y="222"/>
                    <a:pt x="1279" y="222"/>
                    <a:pt x="1277" y="224"/>
                  </a:cubicBezTo>
                  <a:cubicBezTo>
                    <a:pt x="1276" y="225"/>
                    <a:pt x="1276" y="228"/>
                    <a:pt x="1277" y="230"/>
                  </a:cubicBezTo>
                  <a:cubicBezTo>
                    <a:pt x="1279" y="231"/>
                    <a:pt x="1281" y="231"/>
                    <a:pt x="1283" y="230"/>
                  </a:cubicBezTo>
                  <a:cubicBezTo>
                    <a:pt x="1284" y="228"/>
                    <a:pt x="1284" y="226"/>
                    <a:pt x="1283" y="224"/>
                  </a:cubicBezTo>
                  <a:moveTo>
                    <a:pt x="1300" y="241"/>
                  </a:moveTo>
                  <a:cubicBezTo>
                    <a:pt x="1298" y="240"/>
                    <a:pt x="1296" y="240"/>
                    <a:pt x="1294" y="241"/>
                  </a:cubicBezTo>
                  <a:cubicBezTo>
                    <a:pt x="1292" y="243"/>
                    <a:pt x="1292" y="245"/>
                    <a:pt x="1294" y="247"/>
                  </a:cubicBezTo>
                  <a:cubicBezTo>
                    <a:pt x="1294" y="247"/>
                    <a:pt x="1294" y="247"/>
                    <a:pt x="1294" y="247"/>
                  </a:cubicBezTo>
                  <a:cubicBezTo>
                    <a:pt x="1295" y="249"/>
                    <a:pt x="1298" y="249"/>
                    <a:pt x="1299" y="247"/>
                  </a:cubicBezTo>
                  <a:cubicBezTo>
                    <a:pt x="1301" y="246"/>
                    <a:pt x="1301" y="243"/>
                    <a:pt x="1300" y="241"/>
                  </a:cubicBezTo>
                  <a:cubicBezTo>
                    <a:pt x="1300" y="241"/>
                    <a:pt x="1300" y="241"/>
                    <a:pt x="1300" y="241"/>
                  </a:cubicBezTo>
                  <a:moveTo>
                    <a:pt x="1316" y="259"/>
                  </a:moveTo>
                  <a:cubicBezTo>
                    <a:pt x="1314" y="258"/>
                    <a:pt x="1312" y="258"/>
                    <a:pt x="1310" y="259"/>
                  </a:cubicBezTo>
                  <a:cubicBezTo>
                    <a:pt x="1308" y="261"/>
                    <a:pt x="1308" y="263"/>
                    <a:pt x="1310" y="265"/>
                  </a:cubicBezTo>
                  <a:cubicBezTo>
                    <a:pt x="1310" y="265"/>
                    <a:pt x="1310" y="265"/>
                    <a:pt x="1310" y="265"/>
                  </a:cubicBezTo>
                  <a:cubicBezTo>
                    <a:pt x="1311" y="266"/>
                    <a:pt x="1314" y="267"/>
                    <a:pt x="1315" y="265"/>
                  </a:cubicBezTo>
                  <a:cubicBezTo>
                    <a:pt x="1317" y="264"/>
                    <a:pt x="1317" y="261"/>
                    <a:pt x="1316" y="259"/>
                  </a:cubicBezTo>
                  <a:moveTo>
                    <a:pt x="1331" y="278"/>
                  </a:moveTo>
                  <a:cubicBezTo>
                    <a:pt x="1330" y="276"/>
                    <a:pt x="1327" y="276"/>
                    <a:pt x="1326" y="277"/>
                  </a:cubicBezTo>
                  <a:cubicBezTo>
                    <a:pt x="1324" y="279"/>
                    <a:pt x="1324" y="281"/>
                    <a:pt x="1325" y="283"/>
                  </a:cubicBezTo>
                  <a:cubicBezTo>
                    <a:pt x="1326" y="285"/>
                    <a:pt x="1329" y="285"/>
                    <a:pt x="1331" y="284"/>
                  </a:cubicBezTo>
                  <a:cubicBezTo>
                    <a:pt x="1332" y="282"/>
                    <a:pt x="1333" y="280"/>
                    <a:pt x="1331" y="278"/>
                  </a:cubicBezTo>
                  <a:cubicBezTo>
                    <a:pt x="1331" y="278"/>
                    <a:pt x="1331" y="278"/>
                    <a:pt x="1331" y="278"/>
                  </a:cubicBezTo>
                  <a:moveTo>
                    <a:pt x="1346" y="297"/>
                  </a:moveTo>
                  <a:cubicBezTo>
                    <a:pt x="1345" y="295"/>
                    <a:pt x="1342" y="295"/>
                    <a:pt x="1340" y="296"/>
                  </a:cubicBezTo>
                  <a:cubicBezTo>
                    <a:pt x="1339" y="298"/>
                    <a:pt x="1338" y="300"/>
                    <a:pt x="1340" y="302"/>
                  </a:cubicBezTo>
                  <a:cubicBezTo>
                    <a:pt x="1340" y="302"/>
                    <a:pt x="1340" y="302"/>
                    <a:pt x="1340" y="302"/>
                  </a:cubicBezTo>
                  <a:cubicBezTo>
                    <a:pt x="1341" y="304"/>
                    <a:pt x="1344" y="304"/>
                    <a:pt x="1345" y="303"/>
                  </a:cubicBezTo>
                  <a:cubicBezTo>
                    <a:pt x="1347" y="301"/>
                    <a:pt x="1347" y="299"/>
                    <a:pt x="1346" y="297"/>
                  </a:cubicBezTo>
                  <a:cubicBezTo>
                    <a:pt x="1346" y="297"/>
                    <a:pt x="1346" y="297"/>
                    <a:pt x="1346" y="297"/>
                  </a:cubicBezTo>
                  <a:moveTo>
                    <a:pt x="1360" y="316"/>
                  </a:moveTo>
                  <a:cubicBezTo>
                    <a:pt x="1359" y="315"/>
                    <a:pt x="1357" y="314"/>
                    <a:pt x="1355" y="316"/>
                  </a:cubicBezTo>
                  <a:cubicBezTo>
                    <a:pt x="1353" y="317"/>
                    <a:pt x="1353" y="319"/>
                    <a:pt x="1354" y="321"/>
                  </a:cubicBezTo>
                  <a:cubicBezTo>
                    <a:pt x="1355" y="323"/>
                    <a:pt x="1358" y="323"/>
                    <a:pt x="1359" y="322"/>
                  </a:cubicBezTo>
                  <a:cubicBezTo>
                    <a:pt x="1361" y="321"/>
                    <a:pt x="1362" y="318"/>
                    <a:pt x="1360" y="316"/>
                  </a:cubicBezTo>
                  <a:moveTo>
                    <a:pt x="1374" y="336"/>
                  </a:moveTo>
                  <a:cubicBezTo>
                    <a:pt x="1373" y="335"/>
                    <a:pt x="1370" y="334"/>
                    <a:pt x="1369" y="335"/>
                  </a:cubicBezTo>
                  <a:cubicBezTo>
                    <a:pt x="1367" y="337"/>
                    <a:pt x="1366" y="339"/>
                    <a:pt x="1367" y="341"/>
                  </a:cubicBezTo>
                  <a:cubicBezTo>
                    <a:pt x="1369" y="343"/>
                    <a:pt x="1371" y="343"/>
                    <a:pt x="1373" y="342"/>
                  </a:cubicBezTo>
                  <a:cubicBezTo>
                    <a:pt x="1375" y="341"/>
                    <a:pt x="1375" y="338"/>
                    <a:pt x="1374" y="336"/>
                  </a:cubicBezTo>
                  <a:moveTo>
                    <a:pt x="1387" y="357"/>
                  </a:moveTo>
                  <a:cubicBezTo>
                    <a:pt x="1386" y="355"/>
                    <a:pt x="1383" y="354"/>
                    <a:pt x="1382" y="356"/>
                  </a:cubicBezTo>
                  <a:cubicBezTo>
                    <a:pt x="1380" y="357"/>
                    <a:pt x="1379" y="359"/>
                    <a:pt x="1380" y="361"/>
                  </a:cubicBezTo>
                  <a:cubicBezTo>
                    <a:pt x="1380" y="361"/>
                    <a:pt x="1380" y="361"/>
                    <a:pt x="1380" y="361"/>
                  </a:cubicBezTo>
                  <a:cubicBezTo>
                    <a:pt x="1381" y="363"/>
                    <a:pt x="1384" y="363"/>
                    <a:pt x="1386" y="362"/>
                  </a:cubicBezTo>
                  <a:cubicBezTo>
                    <a:pt x="1388" y="361"/>
                    <a:pt x="1388" y="359"/>
                    <a:pt x="1387" y="357"/>
                  </a:cubicBezTo>
                  <a:moveTo>
                    <a:pt x="1399" y="378"/>
                  </a:moveTo>
                  <a:cubicBezTo>
                    <a:pt x="1398" y="376"/>
                    <a:pt x="1396" y="375"/>
                    <a:pt x="1394" y="376"/>
                  </a:cubicBezTo>
                  <a:cubicBezTo>
                    <a:pt x="1392" y="377"/>
                    <a:pt x="1391" y="380"/>
                    <a:pt x="1392" y="382"/>
                  </a:cubicBezTo>
                  <a:cubicBezTo>
                    <a:pt x="1394" y="383"/>
                    <a:pt x="1396" y="384"/>
                    <a:pt x="1398" y="383"/>
                  </a:cubicBezTo>
                  <a:cubicBezTo>
                    <a:pt x="1400" y="382"/>
                    <a:pt x="1401" y="380"/>
                    <a:pt x="1399" y="378"/>
                  </a:cubicBezTo>
                  <a:moveTo>
                    <a:pt x="1411" y="399"/>
                  </a:moveTo>
                  <a:cubicBezTo>
                    <a:pt x="1410" y="397"/>
                    <a:pt x="1408" y="396"/>
                    <a:pt x="1406" y="397"/>
                  </a:cubicBezTo>
                  <a:cubicBezTo>
                    <a:pt x="1404" y="398"/>
                    <a:pt x="1403" y="401"/>
                    <a:pt x="1404" y="403"/>
                  </a:cubicBezTo>
                  <a:cubicBezTo>
                    <a:pt x="1405" y="404"/>
                    <a:pt x="1408" y="405"/>
                    <a:pt x="1409" y="404"/>
                  </a:cubicBezTo>
                  <a:cubicBezTo>
                    <a:pt x="1411" y="403"/>
                    <a:pt x="1412" y="401"/>
                    <a:pt x="1411" y="399"/>
                  </a:cubicBezTo>
                  <a:moveTo>
                    <a:pt x="1422" y="420"/>
                  </a:moveTo>
                  <a:cubicBezTo>
                    <a:pt x="1421" y="418"/>
                    <a:pt x="1419" y="418"/>
                    <a:pt x="1417" y="419"/>
                  </a:cubicBezTo>
                  <a:cubicBezTo>
                    <a:pt x="1415" y="419"/>
                    <a:pt x="1414" y="422"/>
                    <a:pt x="1415" y="424"/>
                  </a:cubicBezTo>
                  <a:cubicBezTo>
                    <a:pt x="1416" y="426"/>
                    <a:pt x="1418" y="427"/>
                    <a:pt x="1420" y="426"/>
                  </a:cubicBezTo>
                  <a:cubicBezTo>
                    <a:pt x="1422" y="425"/>
                    <a:pt x="1423" y="422"/>
                    <a:pt x="1422" y="420"/>
                  </a:cubicBezTo>
                  <a:cubicBezTo>
                    <a:pt x="1422" y="420"/>
                    <a:pt x="1422" y="420"/>
                    <a:pt x="1422" y="420"/>
                  </a:cubicBezTo>
                  <a:moveTo>
                    <a:pt x="1432" y="442"/>
                  </a:moveTo>
                  <a:cubicBezTo>
                    <a:pt x="1432" y="440"/>
                    <a:pt x="1429" y="439"/>
                    <a:pt x="1427" y="440"/>
                  </a:cubicBezTo>
                  <a:cubicBezTo>
                    <a:pt x="1425" y="441"/>
                    <a:pt x="1424" y="444"/>
                    <a:pt x="1425" y="446"/>
                  </a:cubicBezTo>
                  <a:cubicBezTo>
                    <a:pt x="1425" y="446"/>
                    <a:pt x="1425" y="446"/>
                    <a:pt x="1425" y="446"/>
                  </a:cubicBezTo>
                  <a:cubicBezTo>
                    <a:pt x="1426" y="448"/>
                    <a:pt x="1428" y="448"/>
                    <a:pt x="1430" y="448"/>
                  </a:cubicBezTo>
                  <a:cubicBezTo>
                    <a:pt x="1432" y="447"/>
                    <a:pt x="1433" y="444"/>
                    <a:pt x="1432" y="442"/>
                  </a:cubicBezTo>
                  <a:cubicBezTo>
                    <a:pt x="1432" y="442"/>
                    <a:pt x="1432" y="442"/>
                    <a:pt x="1432" y="442"/>
                  </a:cubicBezTo>
                  <a:moveTo>
                    <a:pt x="1442" y="464"/>
                  </a:moveTo>
                  <a:cubicBezTo>
                    <a:pt x="1441" y="462"/>
                    <a:pt x="1439" y="461"/>
                    <a:pt x="1437" y="462"/>
                  </a:cubicBezTo>
                  <a:cubicBezTo>
                    <a:pt x="1435" y="463"/>
                    <a:pt x="1434" y="465"/>
                    <a:pt x="1435" y="468"/>
                  </a:cubicBezTo>
                  <a:cubicBezTo>
                    <a:pt x="1435" y="468"/>
                    <a:pt x="1435" y="468"/>
                    <a:pt x="1435" y="468"/>
                  </a:cubicBezTo>
                  <a:cubicBezTo>
                    <a:pt x="1435" y="470"/>
                    <a:pt x="1438" y="471"/>
                    <a:pt x="1440" y="470"/>
                  </a:cubicBezTo>
                  <a:cubicBezTo>
                    <a:pt x="1442" y="469"/>
                    <a:pt x="1443" y="467"/>
                    <a:pt x="1442" y="464"/>
                  </a:cubicBezTo>
                  <a:cubicBezTo>
                    <a:pt x="1442" y="464"/>
                    <a:pt x="1442" y="464"/>
                    <a:pt x="1442" y="464"/>
                  </a:cubicBezTo>
                  <a:moveTo>
                    <a:pt x="1451" y="487"/>
                  </a:moveTo>
                  <a:cubicBezTo>
                    <a:pt x="1450" y="485"/>
                    <a:pt x="1448" y="484"/>
                    <a:pt x="1446" y="485"/>
                  </a:cubicBezTo>
                  <a:cubicBezTo>
                    <a:pt x="1444" y="485"/>
                    <a:pt x="1443" y="488"/>
                    <a:pt x="1443" y="490"/>
                  </a:cubicBezTo>
                  <a:cubicBezTo>
                    <a:pt x="1444" y="492"/>
                    <a:pt x="1446" y="493"/>
                    <a:pt x="1449" y="492"/>
                  </a:cubicBezTo>
                  <a:cubicBezTo>
                    <a:pt x="1451" y="491"/>
                    <a:pt x="1452" y="489"/>
                    <a:pt x="1451" y="487"/>
                  </a:cubicBezTo>
                  <a:cubicBezTo>
                    <a:pt x="1451" y="487"/>
                    <a:pt x="1451" y="487"/>
                    <a:pt x="1451" y="487"/>
                  </a:cubicBezTo>
                  <a:moveTo>
                    <a:pt x="1459" y="510"/>
                  </a:moveTo>
                  <a:cubicBezTo>
                    <a:pt x="1458" y="508"/>
                    <a:pt x="1456" y="507"/>
                    <a:pt x="1454" y="507"/>
                  </a:cubicBezTo>
                  <a:cubicBezTo>
                    <a:pt x="1452" y="508"/>
                    <a:pt x="1451" y="510"/>
                    <a:pt x="1451" y="512"/>
                  </a:cubicBezTo>
                  <a:cubicBezTo>
                    <a:pt x="1452" y="514"/>
                    <a:pt x="1454" y="516"/>
                    <a:pt x="1456" y="515"/>
                  </a:cubicBezTo>
                  <a:cubicBezTo>
                    <a:pt x="1459" y="514"/>
                    <a:pt x="1460" y="512"/>
                    <a:pt x="1459" y="510"/>
                  </a:cubicBezTo>
                  <a:moveTo>
                    <a:pt x="1466" y="533"/>
                  </a:moveTo>
                  <a:cubicBezTo>
                    <a:pt x="1466" y="531"/>
                    <a:pt x="1463" y="530"/>
                    <a:pt x="1461" y="530"/>
                  </a:cubicBezTo>
                  <a:cubicBezTo>
                    <a:pt x="1459" y="531"/>
                    <a:pt x="1458" y="533"/>
                    <a:pt x="1459" y="535"/>
                  </a:cubicBezTo>
                  <a:cubicBezTo>
                    <a:pt x="1459" y="535"/>
                    <a:pt x="1459" y="535"/>
                    <a:pt x="1459" y="535"/>
                  </a:cubicBezTo>
                  <a:cubicBezTo>
                    <a:pt x="1459" y="537"/>
                    <a:pt x="1462" y="539"/>
                    <a:pt x="1464" y="538"/>
                  </a:cubicBezTo>
                  <a:cubicBezTo>
                    <a:pt x="1466" y="537"/>
                    <a:pt x="1467" y="535"/>
                    <a:pt x="1466" y="533"/>
                  </a:cubicBezTo>
                  <a:moveTo>
                    <a:pt x="1473" y="556"/>
                  </a:moveTo>
                  <a:cubicBezTo>
                    <a:pt x="1472" y="554"/>
                    <a:pt x="1470" y="553"/>
                    <a:pt x="1468" y="553"/>
                  </a:cubicBezTo>
                  <a:cubicBezTo>
                    <a:pt x="1466" y="554"/>
                    <a:pt x="1465" y="556"/>
                    <a:pt x="1465" y="558"/>
                  </a:cubicBezTo>
                  <a:cubicBezTo>
                    <a:pt x="1466" y="560"/>
                    <a:pt x="1468" y="562"/>
                    <a:pt x="1470" y="561"/>
                  </a:cubicBezTo>
                  <a:cubicBezTo>
                    <a:pt x="1472" y="560"/>
                    <a:pt x="1474" y="558"/>
                    <a:pt x="1473" y="556"/>
                  </a:cubicBezTo>
                  <a:moveTo>
                    <a:pt x="1479" y="580"/>
                  </a:moveTo>
                  <a:cubicBezTo>
                    <a:pt x="1478" y="577"/>
                    <a:pt x="1476" y="576"/>
                    <a:pt x="1474" y="577"/>
                  </a:cubicBezTo>
                  <a:cubicBezTo>
                    <a:pt x="1472" y="577"/>
                    <a:pt x="1470" y="579"/>
                    <a:pt x="1471" y="581"/>
                  </a:cubicBezTo>
                  <a:cubicBezTo>
                    <a:pt x="1471" y="584"/>
                    <a:pt x="1474" y="585"/>
                    <a:pt x="1476" y="584"/>
                  </a:cubicBezTo>
                  <a:cubicBezTo>
                    <a:pt x="1478" y="584"/>
                    <a:pt x="1479" y="582"/>
                    <a:pt x="1479" y="580"/>
                  </a:cubicBezTo>
                  <a:moveTo>
                    <a:pt x="1484" y="603"/>
                  </a:moveTo>
                  <a:cubicBezTo>
                    <a:pt x="1483" y="601"/>
                    <a:pt x="1481" y="600"/>
                    <a:pt x="1479" y="600"/>
                  </a:cubicBezTo>
                  <a:cubicBezTo>
                    <a:pt x="1477" y="600"/>
                    <a:pt x="1476" y="603"/>
                    <a:pt x="1476" y="605"/>
                  </a:cubicBezTo>
                  <a:cubicBezTo>
                    <a:pt x="1476" y="607"/>
                    <a:pt x="1479" y="608"/>
                    <a:pt x="1481" y="608"/>
                  </a:cubicBezTo>
                  <a:cubicBezTo>
                    <a:pt x="1483" y="607"/>
                    <a:pt x="1484" y="605"/>
                    <a:pt x="1484" y="603"/>
                  </a:cubicBezTo>
                  <a:moveTo>
                    <a:pt x="1488" y="627"/>
                  </a:moveTo>
                  <a:cubicBezTo>
                    <a:pt x="1488" y="625"/>
                    <a:pt x="1486" y="623"/>
                    <a:pt x="1484" y="624"/>
                  </a:cubicBezTo>
                  <a:cubicBezTo>
                    <a:pt x="1481" y="624"/>
                    <a:pt x="1480" y="626"/>
                    <a:pt x="1480" y="628"/>
                  </a:cubicBezTo>
                  <a:cubicBezTo>
                    <a:pt x="1480" y="628"/>
                    <a:pt x="1480" y="628"/>
                    <a:pt x="1480" y="628"/>
                  </a:cubicBezTo>
                  <a:cubicBezTo>
                    <a:pt x="1481" y="630"/>
                    <a:pt x="1483" y="632"/>
                    <a:pt x="1485" y="632"/>
                  </a:cubicBezTo>
                  <a:cubicBezTo>
                    <a:pt x="1487" y="631"/>
                    <a:pt x="1489" y="629"/>
                    <a:pt x="1488" y="627"/>
                  </a:cubicBezTo>
                  <a:moveTo>
                    <a:pt x="1492" y="651"/>
                  </a:moveTo>
                  <a:cubicBezTo>
                    <a:pt x="1491" y="649"/>
                    <a:pt x="1489" y="647"/>
                    <a:pt x="1487" y="647"/>
                  </a:cubicBezTo>
                  <a:cubicBezTo>
                    <a:pt x="1485" y="648"/>
                    <a:pt x="1483" y="650"/>
                    <a:pt x="1484" y="652"/>
                  </a:cubicBezTo>
                  <a:cubicBezTo>
                    <a:pt x="1484" y="654"/>
                    <a:pt x="1486" y="656"/>
                    <a:pt x="1488" y="655"/>
                  </a:cubicBezTo>
                  <a:cubicBezTo>
                    <a:pt x="1490" y="655"/>
                    <a:pt x="1492" y="653"/>
                    <a:pt x="1492" y="651"/>
                  </a:cubicBezTo>
                  <a:moveTo>
                    <a:pt x="1494" y="675"/>
                  </a:moveTo>
                  <a:cubicBezTo>
                    <a:pt x="1494" y="673"/>
                    <a:pt x="1492" y="671"/>
                    <a:pt x="1490" y="671"/>
                  </a:cubicBezTo>
                  <a:cubicBezTo>
                    <a:pt x="1488" y="671"/>
                    <a:pt x="1486" y="673"/>
                    <a:pt x="1486" y="676"/>
                  </a:cubicBezTo>
                  <a:cubicBezTo>
                    <a:pt x="1486" y="676"/>
                    <a:pt x="1486" y="676"/>
                    <a:pt x="1486" y="676"/>
                  </a:cubicBezTo>
                  <a:cubicBezTo>
                    <a:pt x="1487" y="678"/>
                    <a:pt x="1489" y="679"/>
                    <a:pt x="1491" y="679"/>
                  </a:cubicBezTo>
                  <a:cubicBezTo>
                    <a:pt x="1493" y="679"/>
                    <a:pt x="1495" y="677"/>
                    <a:pt x="1494" y="675"/>
                  </a:cubicBezTo>
                  <a:moveTo>
                    <a:pt x="1496" y="699"/>
                  </a:moveTo>
                  <a:cubicBezTo>
                    <a:pt x="1496" y="697"/>
                    <a:pt x="1494" y="695"/>
                    <a:pt x="1492" y="695"/>
                  </a:cubicBezTo>
                  <a:cubicBezTo>
                    <a:pt x="1490" y="695"/>
                    <a:pt x="1488" y="697"/>
                    <a:pt x="1488" y="699"/>
                  </a:cubicBezTo>
                  <a:cubicBezTo>
                    <a:pt x="1488" y="699"/>
                    <a:pt x="1488" y="699"/>
                    <a:pt x="1488" y="699"/>
                  </a:cubicBezTo>
                  <a:cubicBezTo>
                    <a:pt x="1489" y="702"/>
                    <a:pt x="1491" y="703"/>
                    <a:pt x="1493" y="703"/>
                  </a:cubicBezTo>
                  <a:cubicBezTo>
                    <a:pt x="1495" y="703"/>
                    <a:pt x="1497" y="701"/>
                    <a:pt x="1496" y="699"/>
                  </a:cubicBezTo>
                  <a:moveTo>
                    <a:pt x="1498" y="723"/>
                  </a:moveTo>
                  <a:cubicBezTo>
                    <a:pt x="1498" y="721"/>
                    <a:pt x="1496" y="719"/>
                    <a:pt x="1494" y="719"/>
                  </a:cubicBezTo>
                  <a:cubicBezTo>
                    <a:pt x="1491" y="719"/>
                    <a:pt x="1490" y="721"/>
                    <a:pt x="1490" y="723"/>
                  </a:cubicBezTo>
                  <a:cubicBezTo>
                    <a:pt x="1490" y="723"/>
                    <a:pt x="1490" y="723"/>
                    <a:pt x="1490" y="723"/>
                  </a:cubicBezTo>
                  <a:cubicBezTo>
                    <a:pt x="1490" y="726"/>
                    <a:pt x="1492" y="727"/>
                    <a:pt x="1494" y="727"/>
                  </a:cubicBezTo>
                  <a:cubicBezTo>
                    <a:pt x="1496" y="727"/>
                    <a:pt x="1498" y="725"/>
                    <a:pt x="1498" y="723"/>
                  </a:cubicBezTo>
                  <a:cubicBezTo>
                    <a:pt x="1498" y="723"/>
                    <a:pt x="1498" y="723"/>
                    <a:pt x="1498" y="723"/>
                  </a:cubicBezTo>
                  <a:moveTo>
                    <a:pt x="1498" y="747"/>
                  </a:moveTo>
                  <a:cubicBezTo>
                    <a:pt x="1498" y="745"/>
                    <a:pt x="1496" y="743"/>
                    <a:pt x="1494" y="743"/>
                  </a:cubicBezTo>
                  <a:cubicBezTo>
                    <a:pt x="1492" y="743"/>
                    <a:pt x="1490" y="745"/>
                    <a:pt x="1490" y="747"/>
                  </a:cubicBezTo>
                  <a:cubicBezTo>
                    <a:pt x="1490" y="749"/>
                    <a:pt x="1492" y="751"/>
                    <a:pt x="1494" y="751"/>
                  </a:cubicBezTo>
                  <a:cubicBezTo>
                    <a:pt x="1496" y="751"/>
                    <a:pt x="1498" y="749"/>
                    <a:pt x="1498" y="747"/>
                  </a:cubicBezTo>
                  <a:moveTo>
                    <a:pt x="1498" y="771"/>
                  </a:moveTo>
                  <a:cubicBezTo>
                    <a:pt x="1498" y="769"/>
                    <a:pt x="1496" y="767"/>
                    <a:pt x="1494" y="767"/>
                  </a:cubicBezTo>
                  <a:cubicBezTo>
                    <a:pt x="1492" y="767"/>
                    <a:pt x="1490" y="769"/>
                    <a:pt x="1490" y="771"/>
                  </a:cubicBezTo>
                  <a:cubicBezTo>
                    <a:pt x="1490" y="773"/>
                    <a:pt x="1492" y="775"/>
                    <a:pt x="1494" y="775"/>
                  </a:cubicBezTo>
                  <a:cubicBezTo>
                    <a:pt x="1496" y="775"/>
                    <a:pt x="1498" y="774"/>
                    <a:pt x="1498" y="771"/>
                  </a:cubicBezTo>
                  <a:moveTo>
                    <a:pt x="1497" y="795"/>
                  </a:moveTo>
                  <a:cubicBezTo>
                    <a:pt x="1497" y="793"/>
                    <a:pt x="1495" y="791"/>
                    <a:pt x="1493" y="791"/>
                  </a:cubicBezTo>
                  <a:cubicBezTo>
                    <a:pt x="1491" y="791"/>
                    <a:pt x="1489" y="793"/>
                    <a:pt x="1489" y="795"/>
                  </a:cubicBezTo>
                  <a:cubicBezTo>
                    <a:pt x="1489" y="797"/>
                    <a:pt x="1490" y="799"/>
                    <a:pt x="1493" y="799"/>
                  </a:cubicBezTo>
                  <a:cubicBezTo>
                    <a:pt x="1495" y="799"/>
                    <a:pt x="1497" y="798"/>
                    <a:pt x="1497" y="795"/>
                  </a:cubicBezTo>
                  <a:cubicBezTo>
                    <a:pt x="1497" y="795"/>
                    <a:pt x="1497" y="795"/>
                    <a:pt x="1497" y="795"/>
                  </a:cubicBezTo>
                  <a:moveTo>
                    <a:pt x="1495" y="820"/>
                  </a:moveTo>
                  <a:cubicBezTo>
                    <a:pt x="1495" y="817"/>
                    <a:pt x="1493" y="815"/>
                    <a:pt x="1491" y="815"/>
                  </a:cubicBezTo>
                  <a:cubicBezTo>
                    <a:pt x="1489" y="815"/>
                    <a:pt x="1487" y="817"/>
                    <a:pt x="1487" y="819"/>
                  </a:cubicBezTo>
                  <a:cubicBezTo>
                    <a:pt x="1487" y="821"/>
                    <a:pt x="1488" y="823"/>
                    <a:pt x="1491" y="823"/>
                  </a:cubicBezTo>
                  <a:cubicBezTo>
                    <a:pt x="1493" y="823"/>
                    <a:pt x="1495" y="822"/>
                    <a:pt x="1495" y="820"/>
                  </a:cubicBezTo>
                  <a:moveTo>
                    <a:pt x="1492" y="844"/>
                  </a:moveTo>
                  <a:cubicBezTo>
                    <a:pt x="1493" y="841"/>
                    <a:pt x="1491" y="839"/>
                    <a:pt x="1489" y="839"/>
                  </a:cubicBezTo>
                  <a:cubicBezTo>
                    <a:pt x="1487" y="839"/>
                    <a:pt x="1485" y="840"/>
                    <a:pt x="1484" y="843"/>
                  </a:cubicBezTo>
                  <a:cubicBezTo>
                    <a:pt x="1484" y="845"/>
                    <a:pt x="1486" y="847"/>
                    <a:pt x="1488" y="847"/>
                  </a:cubicBezTo>
                  <a:cubicBezTo>
                    <a:pt x="1490" y="847"/>
                    <a:pt x="1492" y="846"/>
                    <a:pt x="1492" y="844"/>
                  </a:cubicBezTo>
                  <a:moveTo>
                    <a:pt x="1489" y="867"/>
                  </a:moveTo>
                  <a:cubicBezTo>
                    <a:pt x="1489" y="865"/>
                    <a:pt x="1488" y="863"/>
                    <a:pt x="1486" y="863"/>
                  </a:cubicBezTo>
                  <a:cubicBezTo>
                    <a:pt x="1483" y="863"/>
                    <a:pt x="1481" y="864"/>
                    <a:pt x="1481" y="866"/>
                  </a:cubicBezTo>
                  <a:cubicBezTo>
                    <a:pt x="1481" y="868"/>
                    <a:pt x="1482" y="870"/>
                    <a:pt x="1484" y="871"/>
                  </a:cubicBezTo>
                  <a:cubicBezTo>
                    <a:pt x="1487" y="871"/>
                    <a:pt x="1489" y="870"/>
                    <a:pt x="1489" y="867"/>
                  </a:cubicBezTo>
                  <a:moveTo>
                    <a:pt x="1485" y="891"/>
                  </a:moveTo>
                  <a:cubicBezTo>
                    <a:pt x="1485" y="889"/>
                    <a:pt x="1484" y="887"/>
                    <a:pt x="1482" y="887"/>
                  </a:cubicBezTo>
                  <a:cubicBezTo>
                    <a:pt x="1479" y="886"/>
                    <a:pt x="1477" y="888"/>
                    <a:pt x="1477" y="890"/>
                  </a:cubicBezTo>
                  <a:cubicBezTo>
                    <a:pt x="1476" y="892"/>
                    <a:pt x="1478" y="894"/>
                    <a:pt x="1480" y="894"/>
                  </a:cubicBezTo>
                  <a:cubicBezTo>
                    <a:pt x="1482" y="895"/>
                    <a:pt x="1484" y="893"/>
                    <a:pt x="1485" y="891"/>
                  </a:cubicBezTo>
                  <a:moveTo>
                    <a:pt x="1480" y="915"/>
                  </a:moveTo>
                  <a:cubicBezTo>
                    <a:pt x="1480" y="913"/>
                    <a:pt x="1479" y="911"/>
                    <a:pt x="1477" y="910"/>
                  </a:cubicBezTo>
                  <a:cubicBezTo>
                    <a:pt x="1475" y="910"/>
                    <a:pt x="1473" y="911"/>
                    <a:pt x="1472" y="913"/>
                  </a:cubicBezTo>
                  <a:cubicBezTo>
                    <a:pt x="1472" y="915"/>
                    <a:pt x="1473" y="917"/>
                    <a:pt x="1475" y="918"/>
                  </a:cubicBezTo>
                  <a:cubicBezTo>
                    <a:pt x="1477" y="918"/>
                    <a:pt x="1479" y="917"/>
                    <a:pt x="1480" y="915"/>
                  </a:cubicBezTo>
                  <a:moveTo>
                    <a:pt x="1474" y="938"/>
                  </a:moveTo>
                  <a:cubicBezTo>
                    <a:pt x="1475" y="936"/>
                    <a:pt x="1473" y="934"/>
                    <a:pt x="1471" y="933"/>
                  </a:cubicBezTo>
                  <a:cubicBezTo>
                    <a:pt x="1469" y="933"/>
                    <a:pt x="1467" y="934"/>
                    <a:pt x="1466" y="936"/>
                  </a:cubicBezTo>
                  <a:cubicBezTo>
                    <a:pt x="1466" y="938"/>
                    <a:pt x="1467" y="941"/>
                    <a:pt x="1469" y="941"/>
                  </a:cubicBezTo>
                  <a:cubicBezTo>
                    <a:pt x="1471" y="942"/>
                    <a:pt x="1474" y="941"/>
                    <a:pt x="1474" y="938"/>
                  </a:cubicBezTo>
                  <a:moveTo>
                    <a:pt x="1468" y="962"/>
                  </a:moveTo>
                  <a:cubicBezTo>
                    <a:pt x="1468" y="960"/>
                    <a:pt x="1467" y="957"/>
                    <a:pt x="1465" y="957"/>
                  </a:cubicBezTo>
                  <a:cubicBezTo>
                    <a:pt x="1463" y="956"/>
                    <a:pt x="1461" y="957"/>
                    <a:pt x="1460" y="959"/>
                  </a:cubicBezTo>
                  <a:cubicBezTo>
                    <a:pt x="1460" y="959"/>
                    <a:pt x="1460" y="959"/>
                    <a:pt x="1460" y="959"/>
                  </a:cubicBezTo>
                  <a:cubicBezTo>
                    <a:pt x="1459" y="961"/>
                    <a:pt x="1461" y="964"/>
                    <a:pt x="1463" y="964"/>
                  </a:cubicBezTo>
                  <a:cubicBezTo>
                    <a:pt x="1465" y="965"/>
                    <a:pt x="1467" y="964"/>
                    <a:pt x="1468" y="962"/>
                  </a:cubicBezTo>
                  <a:cubicBezTo>
                    <a:pt x="1468" y="962"/>
                    <a:pt x="1468" y="962"/>
                    <a:pt x="1468" y="962"/>
                  </a:cubicBezTo>
                  <a:moveTo>
                    <a:pt x="1461" y="985"/>
                  </a:moveTo>
                  <a:cubicBezTo>
                    <a:pt x="1461" y="983"/>
                    <a:pt x="1460" y="980"/>
                    <a:pt x="1458" y="980"/>
                  </a:cubicBezTo>
                  <a:cubicBezTo>
                    <a:pt x="1456" y="979"/>
                    <a:pt x="1454" y="980"/>
                    <a:pt x="1453" y="982"/>
                  </a:cubicBezTo>
                  <a:cubicBezTo>
                    <a:pt x="1452" y="984"/>
                    <a:pt x="1453" y="987"/>
                    <a:pt x="1455" y="987"/>
                  </a:cubicBezTo>
                  <a:cubicBezTo>
                    <a:pt x="1458" y="988"/>
                    <a:pt x="1460" y="987"/>
                    <a:pt x="1461" y="985"/>
                  </a:cubicBezTo>
                  <a:cubicBezTo>
                    <a:pt x="1461" y="985"/>
                    <a:pt x="1461" y="985"/>
                    <a:pt x="1461" y="985"/>
                  </a:cubicBezTo>
                  <a:moveTo>
                    <a:pt x="1453" y="1008"/>
                  </a:moveTo>
                  <a:cubicBezTo>
                    <a:pt x="1453" y="1005"/>
                    <a:pt x="1452" y="1003"/>
                    <a:pt x="1450" y="1002"/>
                  </a:cubicBezTo>
                  <a:cubicBezTo>
                    <a:pt x="1448" y="1002"/>
                    <a:pt x="1446" y="1003"/>
                    <a:pt x="1445" y="1005"/>
                  </a:cubicBezTo>
                  <a:cubicBezTo>
                    <a:pt x="1445" y="1005"/>
                    <a:pt x="1445" y="1005"/>
                    <a:pt x="1445" y="1005"/>
                  </a:cubicBezTo>
                  <a:cubicBezTo>
                    <a:pt x="1444" y="1007"/>
                    <a:pt x="1445" y="1009"/>
                    <a:pt x="1447" y="1010"/>
                  </a:cubicBezTo>
                  <a:cubicBezTo>
                    <a:pt x="1450" y="1011"/>
                    <a:pt x="1452" y="1010"/>
                    <a:pt x="1453" y="1008"/>
                  </a:cubicBezTo>
                  <a:cubicBezTo>
                    <a:pt x="1453" y="1008"/>
                    <a:pt x="1453" y="1008"/>
                    <a:pt x="1453" y="1008"/>
                  </a:cubicBezTo>
                  <a:moveTo>
                    <a:pt x="1444" y="1030"/>
                  </a:moveTo>
                  <a:cubicBezTo>
                    <a:pt x="1445" y="1028"/>
                    <a:pt x="1444" y="1026"/>
                    <a:pt x="1442" y="1025"/>
                  </a:cubicBezTo>
                  <a:cubicBezTo>
                    <a:pt x="1440" y="1024"/>
                    <a:pt x="1437" y="1025"/>
                    <a:pt x="1436" y="1027"/>
                  </a:cubicBezTo>
                  <a:cubicBezTo>
                    <a:pt x="1436" y="1029"/>
                    <a:pt x="1437" y="1031"/>
                    <a:pt x="1439" y="1032"/>
                  </a:cubicBezTo>
                  <a:cubicBezTo>
                    <a:pt x="1441" y="1033"/>
                    <a:pt x="1443" y="1032"/>
                    <a:pt x="1444" y="1030"/>
                  </a:cubicBezTo>
                  <a:moveTo>
                    <a:pt x="1435" y="1052"/>
                  </a:moveTo>
                  <a:cubicBezTo>
                    <a:pt x="1435" y="1050"/>
                    <a:pt x="1435" y="1048"/>
                    <a:pt x="1432" y="1047"/>
                  </a:cubicBezTo>
                  <a:cubicBezTo>
                    <a:pt x="1430" y="1046"/>
                    <a:pt x="1428" y="1047"/>
                    <a:pt x="1427" y="1049"/>
                  </a:cubicBezTo>
                  <a:cubicBezTo>
                    <a:pt x="1427" y="1049"/>
                    <a:pt x="1427" y="1049"/>
                    <a:pt x="1427" y="1049"/>
                  </a:cubicBezTo>
                  <a:cubicBezTo>
                    <a:pt x="1426" y="1051"/>
                    <a:pt x="1427" y="1053"/>
                    <a:pt x="1429" y="1054"/>
                  </a:cubicBezTo>
                  <a:cubicBezTo>
                    <a:pt x="1431" y="1055"/>
                    <a:pt x="1434" y="1054"/>
                    <a:pt x="1435" y="1052"/>
                  </a:cubicBezTo>
                  <a:cubicBezTo>
                    <a:pt x="1435" y="1052"/>
                    <a:pt x="1435" y="1052"/>
                    <a:pt x="1435" y="1052"/>
                  </a:cubicBezTo>
                  <a:moveTo>
                    <a:pt x="1424" y="1074"/>
                  </a:moveTo>
                  <a:cubicBezTo>
                    <a:pt x="1425" y="1072"/>
                    <a:pt x="1425" y="1070"/>
                    <a:pt x="1423" y="1069"/>
                  </a:cubicBezTo>
                  <a:cubicBezTo>
                    <a:pt x="1421" y="1068"/>
                    <a:pt x="1418" y="1069"/>
                    <a:pt x="1417" y="1071"/>
                  </a:cubicBezTo>
                  <a:cubicBezTo>
                    <a:pt x="1417" y="1071"/>
                    <a:pt x="1417" y="1071"/>
                    <a:pt x="1417" y="1071"/>
                  </a:cubicBezTo>
                  <a:cubicBezTo>
                    <a:pt x="1416" y="1073"/>
                    <a:pt x="1417" y="1075"/>
                    <a:pt x="1419" y="1076"/>
                  </a:cubicBezTo>
                  <a:cubicBezTo>
                    <a:pt x="1421" y="1077"/>
                    <a:pt x="1423" y="1076"/>
                    <a:pt x="1424" y="1074"/>
                  </a:cubicBezTo>
                  <a:cubicBezTo>
                    <a:pt x="1424" y="1074"/>
                    <a:pt x="1424" y="1074"/>
                    <a:pt x="1424" y="1074"/>
                  </a:cubicBezTo>
                  <a:moveTo>
                    <a:pt x="1414" y="1096"/>
                  </a:moveTo>
                  <a:cubicBezTo>
                    <a:pt x="1415" y="1094"/>
                    <a:pt x="1414" y="1091"/>
                    <a:pt x="1412" y="1090"/>
                  </a:cubicBezTo>
                  <a:cubicBezTo>
                    <a:pt x="1410" y="1089"/>
                    <a:pt x="1408" y="1090"/>
                    <a:pt x="1407" y="1092"/>
                  </a:cubicBezTo>
                  <a:cubicBezTo>
                    <a:pt x="1407" y="1092"/>
                    <a:pt x="1407" y="1092"/>
                    <a:pt x="1407" y="1092"/>
                  </a:cubicBezTo>
                  <a:cubicBezTo>
                    <a:pt x="1406" y="1094"/>
                    <a:pt x="1406" y="1096"/>
                    <a:pt x="1408" y="1097"/>
                  </a:cubicBezTo>
                  <a:cubicBezTo>
                    <a:pt x="1410" y="1098"/>
                    <a:pt x="1413" y="1098"/>
                    <a:pt x="1414" y="1096"/>
                  </a:cubicBezTo>
                  <a:moveTo>
                    <a:pt x="1402" y="1117"/>
                  </a:moveTo>
                  <a:cubicBezTo>
                    <a:pt x="1403" y="1115"/>
                    <a:pt x="1403" y="1112"/>
                    <a:pt x="1401" y="1111"/>
                  </a:cubicBezTo>
                  <a:cubicBezTo>
                    <a:pt x="1399" y="1110"/>
                    <a:pt x="1396" y="1111"/>
                    <a:pt x="1395" y="1113"/>
                  </a:cubicBezTo>
                  <a:cubicBezTo>
                    <a:pt x="1394" y="1115"/>
                    <a:pt x="1395" y="1117"/>
                    <a:pt x="1397" y="1118"/>
                  </a:cubicBezTo>
                  <a:cubicBezTo>
                    <a:pt x="1399" y="1119"/>
                    <a:pt x="1401" y="1119"/>
                    <a:pt x="1402" y="1117"/>
                  </a:cubicBezTo>
                  <a:moveTo>
                    <a:pt x="1390" y="1138"/>
                  </a:moveTo>
                  <a:cubicBezTo>
                    <a:pt x="1391" y="1136"/>
                    <a:pt x="1391" y="1133"/>
                    <a:pt x="1389" y="1132"/>
                  </a:cubicBezTo>
                  <a:cubicBezTo>
                    <a:pt x="1387" y="1131"/>
                    <a:pt x="1384" y="1132"/>
                    <a:pt x="1383" y="1133"/>
                  </a:cubicBezTo>
                  <a:cubicBezTo>
                    <a:pt x="1382" y="1135"/>
                    <a:pt x="1383" y="1138"/>
                    <a:pt x="1384" y="1139"/>
                  </a:cubicBezTo>
                  <a:cubicBezTo>
                    <a:pt x="1386" y="1140"/>
                    <a:pt x="1389" y="1139"/>
                    <a:pt x="1390" y="1138"/>
                  </a:cubicBezTo>
                  <a:moveTo>
                    <a:pt x="1377" y="1158"/>
                  </a:moveTo>
                  <a:cubicBezTo>
                    <a:pt x="1378" y="1156"/>
                    <a:pt x="1378" y="1154"/>
                    <a:pt x="1376" y="1152"/>
                  </a:cubicBezTo>
                  <a:cubicBezTo>
                    <a:pt x="1374" y="1151"/>
                    <a:pt x="1372" y="1152"/>
                    <a:pt x="1370" y="1154"/>
                  </a:cubicBezTo>
                  <a:cubicBezTo>
                    <a:pt x="1369" y="1155"/>
                    <a:pt x="1370" y="1158"/>
                    <a:pt x="1372" y="1159"/>
                  </a:cubicBezTo>
                  <a:cubicBezTo>
                    <a:pt x="1373" y="1160"/>
                    <a:pt x="1376" y="1160"/>
                    <a:pt x="1377" y="1158"/>
                  </a:cubicBezTo>
                  <a:moveTo>
                    <a:pt x="1364" y="1178"/>
                  </a:moveTo>
                  <a:cubicBezTo>
                    <a:pt x="1365" y="1176"/>
                    <a:pt x="1364" y="1174"/>
                    <a:pt x="1363" y="1172"/>
                  </a:cubicBezTo>
                  <a:cubicBezTo>
                    <a:pt x="1361" y="1171"/>
                    <a:pt x="1358" y="1172"/>
                    <a:pt x="1357" y="1173"/>
                  </a:cubicBezTo>
                  <a:cubicBezTo>
                    <a:pt x="1357" y="1173"/>
                    <a:pt x="1357" y="1173"/>
                    <a:pt x="1357" y="1173"/>
                  </a:cubicBezTo>
                  <a:cubicBezTo>
                    <a:pt x="1356" y="1175"/>
                    <a:pt x="1356" y="1178"/>
                    <a:pt x="1358" y="1179"/>
                  </a:cubicBezTo>
                  <a:cubicBezTo>
                    <a:pt x="1360" y="1180"/>
                    <a:pt x="1362" y="1180"/>
                    <a:pt x="1364" y="1178"/>
                  </a:cubicBezTo>
                  <a:moveTo>
                    <a:pt x="1350" y="1198"/>
                  </a:moveTo>
                  <a:cubicBezTo>
                    <a:pt x="1351" y="1196"/>
                    <a:pt x="1350" y="1193"/>
                    <a:pt x="1349" y="1192"/>
                  </a:cubicBezTo>
                  <a:cubicBezTo>
                    <a:pt x="1347" y="1191"/>
                    <a:pt x="1344" y="1191"/>
                    <a:pt x="1343" y="1193"/>
                  </a:cubicBezTo>
                  <a:cubicBezTo>
                    <a:pt x="1343" y="1193"/>
                    <a:pt x="1343" y="1193"/>
                    <a:pt x="1343" y="1193"/>
                  </a:cubicBezTo>
                  <a:cubicBezTo>
                    <a:pt x="1342" y="1195"/>
                    <a:pt x="1342" y="1197"/>
                    <a:pt x="1344" y="1198"/>
                  </a:cubicBezTo>
                  <a:cubicBezTo>
                    <a:pt x="1346" y="1200"/>
                    <a:pt x="1348" y="1199"/>
                    <a:pt x="1350" y="1198"/>
                  </a:cubicBezTo>
                  <a:moveTo>
                    <a:pt x="1335" y="1217"/>
                  </a:moveTo>
                  <a:cubicBezTo>
                    <a:pt x="1336" y="1215"/>
                    <a:pt x="1336" y="1212"/>
                    <a:pt x="1334" y="1211"/>
                  </a:cubicBezTo>
                  <a:cubicBezTo>
                    <a:pt x="1332" y="1210"/>
                    <a:pt x="1330" y="1210"/>
                    <a:pt x="1329" y="1212"/>
                  </a:cubicBezTo>
                  <a:cubicBezTo>
                    <a:pt x="1327" y="1213"/>
                    <a:pt x="1327" y="1216"/>
                    <a:pt x="1329" y="1217"/>
                  </a:cubicBezTo>
                  <a:cubicBezTo>
                    <a:pt x="1331" y="1219"/>
                    <a:pt x="1333" y="1218"/>
                    <a:pt x="1335" y="1217"/>
                  </a:cubicBezTo>
                  <a:moveTo>
                    <a:pt x="1319" y="1235"/>
                  </a:moveTo>
                  <a:cubicBezTo>
                    <a:pt x="1321" y="1234"/>
                    <a:pt x="1321" y="1231"/>
                    <a:pt x="1319" y="1230"/>
                  </a:cubicBezTo>
                  <a:cubicBezTo>
                    <a:pt x="1317" y="1228"/>
                    <a:pt x="1315" y="1228"/>
                    <a:pt x="1313" y="1230"/>
                  </a:cubicBezTo>
                  <a:cubicBezTo>
                    <a:pt x="1312" y="1232"/>
                    <a:pt x="1312" y="1234"/>
                    <a:pt x="1314" y="1236"/>
                  </a:cubicBezTo>
                  <a:cubicBezTo>
                    <a:pt x="1315" y="1237"/>
                    <a:pt x="1318" y="1237"/>
                    <a:pt x="1319" y="1235"/>
                  </a:cubicBezTo>
                  <a:moveTo>
                    <a:pt x="1303" y="1253"/>
                  </a:moveTo>
                  <a:cubicBezTo>
                    <a:pt x="1305" y="1252"/>
                    <a:pt x="1305" y="1249"/>
                    <a:pt x="1303" y="1248"/>
                  </a:cubicBezTo>
                  <a:cubicBezTo>
                    <a:pt x="1302" y="1246"/>
                    <a:pt x="1299" y="1246"/>
                    <a:pt x="1298" y="1248"/>
                  </a:cubicBezTo>
                  <a:cubicBezTo>
                    <a:pt x="1296" y="1250"/>
                    <a:pt x="1296" y="1252"/>
                    <a:pt x="1298" y="1254"/>
                  </a:cubicBezTo>
                  <a:cubicBezTo>
                    <a:pt x="1299" y="1255"/>
                    <a:pt x="1302" y="1255"/>
                    <a:pt x="1303" y="1253"/>
                  </a:cubicBezTo>
                  <a:moveTo>
                    <a:pt x="1287" y="1271"/>
                  </a:moveTo>
                  <a:cubicBezTo>
                    <a:pt x="1288" y="1269"/>
                    <a:pt x="1288" y="1267"/>
                    <a:pt x="1287" y="1265"/>
                  </a:cubicBezTo>
                  <a:cubicBezTo>
                    <a:pt x="1285" y="1264"/>
                    <a:pt x="1283" y="1264"/>
                    <a:pt x="1281" y="1265"/>
                  </a:cubicBezTo>
                  <a:cubicBezTo>
                    <a:pt x="1281" y="1265"/>
                    <a:pt x="1281" y="1265"/>
                    <a:pt x="1281" y="1265"/>
                  </a:cubicBezTo>
                  <a:cubicBezTo>
                    <a:pt x="1280" y="1267"/>
                    <a:pt x="1280" y="1270"/>
                    <a:pt x="1281" y="1271"/>
                  </a:cubicBezTo>
                  <a:cubicBezTo>
                    <a:pt x="1283" y="1273"/>
                    <a:pt x="1285" y="1273"/>
                    <a:pt x="1287" y="1271"/>
                  </a:cubicBezTo>
                  <a:moveTo>
                    <a:pt x="1270" y="1288"/>
                  </a:moveTo>
                  <a:cubicBezTo>
                    <a:pt x="1271" y="1287"/>
                    <a:pt x="1271" y="1284"/>
                    <a:pt x="1270" y="1282"/>
                  </a:cubicBezTo>
                  <a:cubicBezTo>
                    <a:pt x="1268" y="1281"/>
                    <a:pt x="1266" y="1281"/>
                    <a:pt x="1264" y="1282"/>
                  </a:cubicBezTo>
                  <a:cubicBezTo>
                    <a:pt x="1264" y="1282"/>
                    <a:pt x="1264" y="1282"/>
                    <a:pt x="1264" y="1282"/>
                  </a:cubicBezTo>
                  <a:cubicBezTo>
                    <a:pt x="1263" y="1284"/>
                    <a:pt x="1263" y="1286"/>
                    <a:pt x="1264" y="1288"/>
                  </a:cubicBezTo>
                  <a:cubicBezTo>
                    <a:pt x="1266" y="1290"/>
                    <a:pt x="1268" y="1290"/>
                    <a:pt x="1270" y="1288"/>
                  </a:cubicBezTo>
                  <a:moveTo>
                    <a:pt x="1252" y="1305"/>
                  </a:moveTo>
                  <a:cubicBezTo>
                    <a:pt x="1254" y="1303"/>
                    <a:pt x="1254" y="1301"/>
                    <a:pt x="1252" y="1299"/>
                  </a:cubicBezTo>
                  <a:cubicBezTo>
                    <a:pt x="1251" y="1297"/>
                    <a:pt x="1248" y="1297"/>
                    <a:pt x="1247" y="1299"/>
                  </a:cubicBezTo>
                  <a:cubicBezTo>
                    <a:pt x="1247" y="1299"/>
                    <a:pt x="1247" y="1299"/>
                    <a:pt x="1247" y="1299"/>
                  </a:cubicBezTo>
                  <a:cubicBezTo>
                    <a:pt x="1245" y="1300"/>
                    <a:pt x="1245" y="1303"/>
                    <a:pt x="1247" y="1304"/>
                  </a:cubicBezTo>
                  <a:cubicBezTo>
                    <a:pt x="1248" y="1306"/>
                    <a:pt x="1251" y="1306"/>
                    <a:pt x="1252" y="1305"/>
                  </a:cubicBezTo>
                  <a:moveTo>
                    <a:pt x="1234" y="1321"/>
                  </a:moveTo>
                  <a:cubicBezTo>
                    <a:pt x="1236" y="1319"/>
                    <a:pt x="1236" y="1317"/>
                    <a:pt x="1235" y="1315"/>
                  </a:cubicBezTo>
                  <a:cubicBezTo>
                    <a:pt x="1233" y="1313"/>
                    <a:pt x="1231" y="1313"/>
                    <a:pt x="1229" y="1314"/>
                  </a:cubicBezTo>
                  <a:cubicBezTo>
                    <a:pt x="1227" y="1316"/>
                    <a:pt x="1227" y="1318"/>
                    <a:pt x="1228" y="1320"/>
                  </a:cubicBezTo>
                  <a:cubicBezTo>
                    <a:pt x="1230" y="1322"/>
                    <a:pt x="1232" y="1322"/>
                    <a:pt x="1234" y="1321"/>
                  </a:cubicBezTo>
                  <a:moveTo>
                    <a:pt x="1215" y="1336"/>
                  </a:moveTo>
                  <a:cubicBezTo>
                    <a:pt x="1217" y="1335"/>
                    <a:pt x="1217" y="1332"/>
                    <a:pt x="1216" y="1330"/>
                  </a:cubicBezTo>
                  <a:cubicBezTo>
                    <a:pt x="1215" y="1329"/>
                    <a:pt x="1212" y="1328"/>
                    <a:pt x="1210" y="1330"/>
                  </a:cubicBezTo>
                  <a:cubicBezTo>
                    <a:pt x="1209" y="1331"/>
                    <a:pt x="1208" y="1334"/>
                    <a:pt x="1210" y="1335"/>
                  </a:cubicBezTo>
                  <a:cubicBezTo>
                    <a:pt x="1211" y="1337"/>
                    <a:pt x="1214" y="1337"/>
                    <a:pt x="1215" y="1336"/>
                  </a:cubicBezTo>
                  <a:moveTo>
                    <a:pt x="1196" y="1351"/>
                  </a:moveTo>
                  <a:cubicBezTo>
                    <a:pt x="1198" y="1349"/>
                    <a:pt x="1198" y="1347"/>
                    <a:pt x="1197" y="1345"/>
                  </a:cubicBezTo>
                  <a:cubicBezTo>
                    <a:pt x="1196" y="1343"/>
                    <a:pt x="1193" y="1343"/>
                    <a:pt x="1191" y="1344"/>
                  </a:cubicBezTo>
                  <a:cubicBezTo>
                    <a:pt x="1190" y="1346"/>
                    <a:pt x="1189" y="1348"/>
                    <a:pt x="1191" y="1350"/>
                  </a:cubicBezTo>
                  <a:cubicBezTo>
                    <a:pt x="1192" y="1352"/>
                    <a:pt x="1194" y="1352"/>
                    <a:pt x="1196" y="1351"/>
                  </a:cubicBezTo>
                  <a:moveTo>
                    <a:pt x="1177" y="1365"/>
                  </a:moveTo>
                  <a:cubicBezTo>
                    <a:pt x="1178" y="1364"/>
                    <a:pt x="1179" y="1361"/>
                    <a:pt x="1178" y="1359"/>
                  </a:cubicBezTo>
                  <a:cubicBezTo>
                    <a:pt x="1176" y="1357"/>
                    <a:pt x="1174" y="1357"/>
                    <a:pt x="1172" y="1358"/>
                  </a:cubicBezTo>
                  <a:cubicBezTo>
                    <a:pt x="1170" y="1359"/>
                    <a:pt x="1170" y="1362"/>
                    <a:pt x="1171" y="1364"/>
                  </a:cubicBezTo>
                  <a:cubicBezTo>
                    <a:pt x="1172" y="1366"/>
                    <a:pt x="1175" y="1366"/>
                    <a:pt x="1177" y="1365"/>
                  </a:cubicBezTo>
                  <a:cubicBezTo>
                    <a:pt x="1177" y="1365"/>
                    <a:pt x="1177" y="1365"/>
                    <a:pt x="1177" y="1365"/>
                  </a:cubicBezTo>
                  <a:moveTo>
                    <a:pt x="1157" y="1378"/>
                  </a:moveTo>
                  <a:cubicBezTo>
                    <a:pt x="1158" y="1377"/>
                    <a:pt x="1159" y="1375"/>
                    <a:pt x="1158" y="1373"/>
                  </a:cubicBezTo>
                  <a:cubicBezTo>
                    <a:pt x="1157" y="1371"/>
                    <a:pt x="1154" y="1370"/>
                    <a:pt x="1152" y="1372"/>
                  </a:cubicBezTo>
                  <a:cubicBezTo>
                    <a:pt x="1150" y="1373"/>
                    <a:pt x="1150" y="1375"/>
                    <a:pt x="1151" y="1377"/>
                  </a:cubicBezTo>
                  <a:cubicBezTo>
                    <a:pt x="1152" y="1379"/>
                    <a:pt x="1155" y="1379"/>
                    <a:pt x="1157" y="1378"/>
                  </a:cubicBezTo>
                  <a:moveTo>
                    <a:pt x="1136" y="1391"/>
                  </a:moveTo>
                  <a:cubicBezTo>
                    <a:pt x="1138" y="1390"/>
                    <a:pt x="1139" y="1388"/>
                    <a:pt x="1137" y="1386"/>
                  </a:cubicBezTo>
                  <a:cubicBezTo>
                    <a:pt x="1136" y="1384"/>
                    <a:pt x="1134" y="1383"/>
                    <a:pt x="1132" y="1384"/>
                  </a:cubicBezTo>
                  <a:cubicBezTo>
                    <a:pt x="1130" y="1385"/>
                    <a:pt x="1129" y="1388"/>
                    <a:pt x="1131" y="1390"/>
                  </a:cubicBezTo>
                  <a:cubicBezTo>
                    <a:pt x="1132" y="1392"/>
                    <a:pt x="1134" y="1392"/>
                    <a:pt x="1136" y="1391"/>
                  </a:cubicBezTo>
                  <a:moveTo>
                    <a:pt x="1115" y="1403"/>
                  </a:moveTo>
                  <a:cubicBezTo>
                    <a:pt x="1117" y="1402"/>
                    <a:pt x="1118" y="1400"/>
                    <a:pt x="1117" y="1398"/>
                  </a:cubicBezTo>
                  <a:cubicBezTo>
                    <a:pt x="1116" y="1396"/>
                    <a:pt x="1113" y="1395"/>
                    <a:pt x="1111" y="1396"/>
                  </a:cubicBezTo>
                  <a:cubicBezTo>
                    <a:pt x="1109" y="1397"/>
                    <a:pt x="1109" y="1400"/>
                    <a:pt x="1110" y="1402"/>
                  </a:cubicBezTo>
                  <a:cubicBezTo>
                    <a:pt x="1111" y="1404"/>
                    <a:pt x="1113" y="1404"/>
                    <a:pt x="1115" y="1403"/>
                  </a:cubicBezTo>
                  <a:cubicBezTo>
                    <a:pt x="1115" y="1403"/>
                    <a:pt x="1115" y="1403"/>
                    <a:pt x="1115" y="1403"/>
                  </a:cubicBezTo>
                  <a:moveTo>
                    <a:pt x="1094" y="1415"/>
                  </a:moveTo>
                  <a:cubicBezTo>
                    <a:pt x="1096" y="1414"/>
                    <a:pt x="1097" y="1411"/>
                    <a:pt x="1096" y="1409"/>
                  </a:cubicBezTo>
                  <a:cubicBezTo>
                    <a:pt x="1095" y="1407"/>
                    <a:pt x="1092" y="1407"/>
                    <a:pt x="1090" y="1408"/>
                  </a:cubicBezTo>
                  <a:cubicBezTo>
                    <a:pt x="1088" y="1409"/>
                    <a:pt x="1088" y="1411"/>
                    <a:pt x="1089" y="1413"/>
                  </a:cubicBezTo>
                  <a:cubicBezTo>
                    <a:pt x="1090" y="1415"/>
                    <a:pt x="1092" y="1416"/>
                    <a:pt x="1094" y="1415"/>
                  </a:cubicBezTo>
                  <a:moveTo>
                    <a:pt x="1072" y="1426"/>
                  </a:moveTo>
                  <a:cubicBezTo>
                    <a:pt x="1074" y="1425"/>
                    <a:pt x="1075" y="1422"/>
                    <a:pt x="1074" y="1420"/>
                  </a:cubicBezTo>
                  <a:cubicBezTo>
                    <a:pt x="1073" y="1418"/>
                    <a:pt x="1071" y="1417"/>
                    <a:pt x="1069" y="1418"/>
                  </a:cubicBezTo>
                  <a:cubicBezTo>
                    <a:pt x="1067" y="1419"/>
                    <a:pt x="1066" y="1422"/>
                    <a:pt x="1067" y="1424"/>
                  </a:cubicBezTo>
                  <a:cubicBezTo>
                    <a:pt x="1068" y="1426"/>
                    <a:pt x="1070" y="1427"/>
                    <a:pt x="1072" y="1426"/>
                  </a:cubicBezTo>
                  <a:moveTo>
                    <a:pt x="1050" y="1436"/>
                  </a:moveTo>
                  <a:cubicBezTo>
                    <a:pt x="1052" y="1435"/>
                    <a:pt x="1053" y="1432"/>
                    <a:pt x="1052" y="1430"/>
                  </a:cubicBezTo>
                  <a:cubicBezTo>
                    <a:pt x="1051" y="1428"/>
                    <a:pt x="1049" y="1428"/>
                    <a:pt x="1047" y="1428"/>
                  </a:cubicBezTo>
                  <a:cubicBezTo>
                    <a:pt x="1045" y="1429"/>
                    <a:pt x="1044" y="1432"/>
                    <a:pt x="1045" y="1434"/>
                  </a:cubicBezTo>
                  <a:cubicBezTo>
                    <a:pt x="1046" y="1436"/>
                    <a:pt x="1048" y="1437"/>
                    <a:pt x="1050" y="1436"/>
                  </a:cubicBezTo>
                  <a:cubicBezTo>
                    <a:pt x="1050" y="1436"/>
                    <a:pt x="1050" y="1436"/>
                    <a:pt x="1050" y="1436"/>
                  </a:cubicBezTo>
                  <a:moveTo>
                    <a:pt x="1028" y="1445"/>
                  </a:moveTo>
                  <a:cubicBezTo>
                    <a:pt x="1030" y="1444"/>
                    <a:pt x="1031" y="1442"/>
                    <a:pt x="1030" y="1440"/>
                  </a:cubicBezTo>
                  <a:cubicBezTo>
                    <a:pt x="1029" y="1438"/>
                    <a:pt x="1027" y="1437"/>
                    <a:pt x="1025" y="1438"/>
                  </a:cubicBezTo>
                  <a:cubicBezTo>
                    <a:pt x="1025" y="1438"/>
                    <a:pt x="1025" y="1438"/>
                    <a:pt x="1025" y="1438"/>
                  </a:cubicBezTo>
                  <a:cubicBezTo>
                    <a:pt x="1023" y="1439"/>
                    <a:pt x="1022" y="1441"/>
                    <a:pt x="1023" y="1443"/>
                  </a:cubicBezTo>
                  <a:cubicBezTo>
                    <a:pt x="1024" y="1445"/>
                    <a:pt x="1026" y="1446"/>
                    <a:pt x="1028" y="1445"/>
                  </a:cubicBezTo>
                  <a:cubicBezTo>
                    <a:pt x="1028" y="1445"/>
                    <a:pt x="1028" y="1445"/>
                    <a:pt x="1028" y="1445"/>
                  </a:cubicBezTo>
                  <a:moveTo>
                    <a:pt x="1005" y="1454"/>
                  </a:moveTo>
                  <a:cubicBezTo>
                    <a:pt x="1007" y="1453"/>
                    <a:pt x="1009" y="1451"/>
                    <a:pt x="1008" y="1449"/>
                  </a:cubicBezTo>
                  <a:cubicBezTo>
                    <a:pt x="1007" y="1447"/>
                    <a:pt x="1005" y="1445"/>
                    <a:pt x="1003" y="1446"/>
                  </a:cubicBezTo>
                  <a:cubicBezTo>
                    <a:pt x="1001" y="1447"/>
                    <a:pt x="1000" y="1449"/>
                    <a:pt x="1000" y="1451"/>
                  </a:cubicBezTo>
                  <a:cubicBezTo>
                    <a:pt x="1001" y="1453"/>
                    <a:pt x="1003" y="1455"/>
                    <a:pt x="1005" y="1454"/>
                  </a:cubicBezTo>
                  <a:moveTo>
                    <a:pt x="982" y="1462"/>
                  </a:moveTo>
                  <a:cubicBezTo>
                    <a:pt x="985" y="1461"/>
                    <a:pt x="986" y="1459"/>
                    <a:pt x="985" y="1457"/>
                  </a:cubicBezTo>
                  <a:cubicBezTo>
                    <a:pt x="984" y="1455"/>
                    <a:pt x="982" y="1453"/>
                    <a:pt x="980" y="1454"/>
                  </a:cubicBezTo>
                  <a:cubicBezTo>
                    <a:pt x="980" y="1454"/>
                    <a:pt x="980" y="1454"/>
                    <a:pt x="980" y="1454"/>
                  </a:cubicBezTo>
                  <a:cubicBezTo>
                    <a:pt x="978" y="1455"/>
                    <a:pt x="977" y="1457"/>
                    <a:pt x="977" y="1459"/>
                  </a:cubicBezTo>
                  <a:cubicBezTo>
                    <a:pt x="978" y="1461"/>
                    <a:pt x="980" y="1462"/>
                    <a:pt x="982" y="1462"/>
                  </a:cubicBezTo>
                  <a:cubicBezTo>
                    <a:pt x="982" y="1462"/>
                    <a:pt x="982" y="1462"/>
                    <a:pt x="982" y="1462"/>
                  </a:cubicBezTo>
                  <a:moveTo>
                    <a:pt x="959" y="1469"/>
                  </a:moveTo>
                  <a:cubicBezTo>
                    <a:pt x="961" y="1468"/>
                    <a:pt x="963" y="1466"/>
                    <a:pt x="962" y="1464"/>
                  </a:cubicBezTo>
                  <a:cubicBezTo>
                    <a:pt x="961" y="1462"/>
                    <a:pt x="959" y="1461"/>
                    <a:pt x="957" y="1461"/>
                  </a:cubicBezTo>
                  <a:cubicBezTo>
                    <a:pt x="957" y="1461"/>
                    <a:pt x="957" y="1461"/>
                    <a:pt x="957" y="1461"/>
                  </a:cubicBezTo>
                  <a:cubicBezTo>
                    <a:pt x="955" y="1462"/>
                    <a:pt x="954" y="1464"/>
                    <a:pt x="954" y="1466"/>
                  </a:cubicBezTo>
                  <a:cubicBezTo>
                    <a:pt x="955" y="1468"/>
                    <a:pt x="957" y="1469"/>
                    <a:pt x="959" y="1469"/>
                  </a:cubicBezTo>
                  <a:cubicBezTo>
                    <a:pt x="959" y="1469"/>
                    <a:pt x="959" y="1469"/>
                    <a:pt x="959" y="1469"/>
                  </a:cubicBezTo>
                  <a:moveTo>
                    <a:pt x="936" y="1475"/>
                  </a:moveTo>
                  <a:cubicBezTo>
                    <a:pt x="938" y="1475"/>
                    <a:pt x="939" y="1473"/>
                    <a:pt x="939" y="1470"/>
                  </a:cubicBezTo>
                  <a:cubicBezTo>
                    <a:pt x="938" y="1468"/>
                    <a:pt x="936" y="1467"/>
                    <a:pt x="934" y="1468"/>
                  </a:cubicBezTo>
                  <a:cubicBezTo>
                    <a:pt x="934" y="1468"/>
                    <a:pt x="934" y="1468"/>
                    <a:pt x="934" y="1468"/>
                  </a:cubicBezTo>
                  <a:cubicBezTo>
                    <a:pt x="932" y="1468"/>
                    <a:pt x="931" y="1470"/>
                    <a:pt x="931" y="1472"/>
                  </a:cubicBezTo>
                  <a:cubicBezTo>
                    <a:pt x="932" y="1475"/>
                    <a:pt x="934" y="1476"/>
                    <a:pt x="936" y="1475"/>
                  </a:cubicBezTo>
                  <a:cubicBezTo>
                    <a:pt x="936" y="1475"/>
                    <a:pt x="936" y="1475"/>
                    <a:pt x="936" y="1475"/>
                  </a:cubicBezTo>
                  <a:moveTo>
                    <a:pt x="913" y="1481"/>
                  </a:moveTo>
                  <a:cubicBezTo>
                    <a:pt x="915" y="1480"/>
                    <a:pt x="916" y="1478"/>
                    <a:pt x="916" y="1476"/>
                  </a:cubicBezTo>
                  <a:cubicBezTo>
                    <a:pt x="915" y="1474"/>
                    <a:pt x="913" y="1473"/>
                    <a:pt x="911" y="1473"/>
                  </a:cubicBezTo>
                  <a:cubicBezTo>
                    <a:pt x="911" y="1473"/>
                    <a:pt x="911" y="1473"/>
                    <a:pt x="911" y="1473"/>
                  </a:cubicBezTo>
                  <a:cubicBezTo>
                    <a:pt x="909" y="1474"/>
                    <a:pt x="907" y="1476"/>
                    <a:pt x="908" y="1478"/>
                  </a:cubicBezTo>
                  <a:cubicBezTo>
                    <a:pt x="908" y="1480"/>
                    <a:pt x="910" y="1481"/>
                    <a:pt x="913" y="1481"/>
                  </a:cubicBezTo>
                  <a:cubicBezTo>
                    <a:pt x="913" y="1481"/>
                    <a:pt x="913" y="1481"/>
                    <a:pt x="913" y="1481"/>
                  </a:cubicBezTo>
                  <a:moveTo>
                    <a:pt x="889" y="1486"/>
                  </a:moveTo>
                  <a:cubicBezTo>
                    <a:pt x="891" y="1485"/>
                    <a:pt x="893" y="1483"/>
                    <a:pt x="892" y="1481"/>
                  </a:cubicBezTo>
                  <a:cubicBezTo>
                    <a:pt x="892" y="1479"/>
                    <a:pt x="890" y="1477"/>
                    <a:pt x="887" y="1478"/>
                  </a:cubicBezTo>
                  <a:cubicBezTo>
                    <a:pt x="887" y="1478"/>
                    <a:pt x="887" y="1478"/>
                    <a:pt x="887" y="1478"/>
                  </a:cubicBezTo>
                  <a:cubicBezTo>
                    <a:pt x="885" y="1478"/>
                    <a:pt x="884" y="1480"/>
                    <a:pt x="884" y="1483"/>
                  </a:cubicBezTo>
                  <a:cubicBezTo>
                    <a:pt x="885" y="1485"/>
                    <a:pt x="887" y="1486"/>
                    <a:pt x="889" y="1486"/>
                  </a:cubicBezTo>
                  <a:cubicBezTo>
                    <a:pt x="889" y="1486"/>
                    <a:pt x="889" y="1486"/>
                    <a:pt x="889" y="1486"/>
                  </a:cubicBezTo>
                  <a:moveTo>
                    <a:pt x="865" y="1490"/>
                  </a:moveTo>
                  <a:cubicBezTo>
                    <a:pt x="867" y="1490"/>
                    <a:pt x="869" y="1487"/>
                    <a:pt x="868" y="1485"/>
                  </a:cubicBezTo>
                  <a:cubicBezTo>
                    <a:pt x="868" y="1483"/>
                    <a:pt x="866" y="1482"/>
                    <a:pt x="864" y="1482"/>
                  </a:cubicBezTo>
                  <a:cubicBezTo>
                    <a:pt x="864" y="1482"/>
                    <a:pt x="864" y="1482"/>
                    <a:pt x="864" y="1482"/>
                  </a:cubicBezTo>
                  <a:cubicBezTo>
                    <a:pt x="862" y="1482"/>
                    <a:pt x="860" y="1484"/>
                    <a:pt x="861" y="1487"/>
                  </a:cubicBezTo>
                  <a:cubicBezTo>
                    <a:pt x="861" y="1489"/>
                    <a:pt x="863" y="1490"/>
                    <a:pt x="865" y="1490"/>
                  </a:cubicBezTo>
                  <a:moveTo>
                    <a:pt x="841" y="1493"/>
                  </a:moveTo>
                  <a:cubicBezTo>
                    <a:pt x="843" y="1493"/>
                    <a:pt x="845" y="1491"/>
                    <a:pt x="845" y="1489"/>
                  </a:cubicBezTo>
                  <a:cubicBezTo>
                    <a:pt x="844" y="1487"/>
                    <a:pt x="842" y="1485"/>
                    <a:pt x="840" y="1485"/>
                  </a:cubicBezTo>
                  <a:cubicBezTo>
                    <a:pt x="840" y="1485"/>
                    <a:pt x="840" y="1485"/>
                    <a:pt x="840" y="1485"/>
                  </a:cubicBezTo>
                  <a:cubicBezTo>
                    <a:pt x="838" y="1486"/>
                    <a:pt x="836" y="1488"/>
                    <a:pt x="837" y="1490"/>
                  </a:cubicBezTo>
                  <a:cubicBezTo>
                    <a:pt x="837" y="1492"/>
                    <a:pt x="839" y="1493"/>
                    <a:pt x="841" y="1493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" name="íŝḻî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C24F532-3E13-4C9E-B871-34B3A297DA0D}"/>
                </a:ext>
              </a:extLst>
            </p:cNvPr>
            <p:cNvSpPr/>
            <p:nvPr/>
          </p:nvSpPr>
          <p:spPr bwMode="auto">
            <a:xfrm>
              <a:off x="4394201" y="5546725"/>
              <a:ext cx="23813" cy="25400"/>
            </a:xfrm>
            <a:custGeom>
              <a:avLst/>
              <a:gdLst>
                <a:gd name="T0" fmla="*/ 4 w 8"/>
                <a:gd name="T1" fmla="*/ 8 h 8"/>
                <a:gd name="T2" fmla="*/ 6 w 8"/>
                <a:gd name="T3" fmla="*/ 7 h 8"/>
                <a:gd name="T4" fmla="*/ 8 w 8"/>
                <a:gd name="T5" fmla="*/ 4 h 8"/>
                <a:gd name="T6" fmla="*/ 6 w 8"/>
                <a:gd name="T7" fmla="*/ 2 h 8"/>
                <a:gd name="T8" fmla="*/ 4 w 8"/>
                <a:gd name="T9" fmla="*/ 0 h 8"/>
                <a:gd name="T10" fmla="*/ 1 w 8"/>
                <a:gd name="T11" fmla="*/ 2 h 8"/>
                <a:gd name="T12" fmla="*/ 0 w 8"/>
                <a:gd name="T13" fmla="*/ 4 h 8"/>
                <a:gd name="T14" fmla="*/ 1 w 8"/>
                <a:gd name="T15" fmla="*/ 7 h 8"/>
                <a:gd name="T16" fmla="*/ 4 w 8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5" y="8"/>
                    <a:pt x="6" y="8"/>
                    <a:pt x="6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8" y="3"/>
                    <a:pt x="7" y="2"/>
                    <a:pt x="6" y="2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2" y="8"/>
                    <a:pt x="3" y="8"/>
                    <a:pt x="4" y="8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" name="iṥļi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B3B3EB0-4F06-4906-AAAB-D8E8B9504129}"/>
                </a:ext>
              </a:extLst>
            </p:cNvPr>
            <p:cNvSpPr/>
            <p:nvPr/>
          </p:nvSpPr>
          <p:spPr bwMode="auto">
            <a:xfrm>
              <a:off x="4394201" y="5546725"/>
              <a:ext cx="23813" cy="25400"/>
            </a:xfrm>
            <a:custGeom>
              <a:avLst/>
              <a:gdLst>
                <a:gd name="T0" fmla="*/ 4 w 8"/>
                <a:gd name="T1" fmla="*/ 8 h 8"/>
                <a:gd name="T2" fmla="*/ 6 w 8"/>
                <a:gd name="T3" fmla="*/ 7 h 8"/>
                <a:gd name="T4" fmla="*/ 8 w 8"/>
                <a:gd name="T5" fmla="*/ 4 h 8"/>
                <a:gd name="T6" fmla="*/ 6 w 8"/>
                <a:gd name="T7" fmla="*/ 2 h 8"/>
                <a:gd name="T8" fmla="*/ 4 w 8"/>
                <a:gd name="T9" fmla="*/ 0 h 8"/>
                <a:gd name="T10" fmla="*/ 1 w 8"/>
                <a:gd name="T11" fmla="*/ 2 h 8"/>
                <a:gd name="T12" fmla="*/ 0 w 8"/>
                <a:gd name="T13" fmla="*/ 4 h 8"/>
                <a:gd name="T14" fmla="*/ 1 w 8"/>
                <a:gd name="T15" fmla="*/ 7 h 8"/>
                <a:gd name="T16" fmla="*/ 4 w 8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5" y="8"/>
                    <a:pt x="6" y="8"/>
                    <a:pt x="6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8" y="3"/>
                    <a:pt x="7" y="2"/>
                    <a:pt x="6" y="2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2" y="8"/>
                    <a:pt x="3" y="8"/>
                    <a:pt x="4" y="8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" name="ïṩľ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935407C-3131-4C9D-BB01-544BC08A7BB0}"/>
                </a:ext>
              </a:extLst>
            </p:cNvPr>
            <p:cNvSpPr/>
            <p:nvPr/>
          </p:nvSpPr>
          <p:spPr bwMode="auto">
            <a:xfrm>
              <a:off x="4449763" y="5589588"/>
              <a:ext cx="1079500" cy="433388"/>
            </a:xfrm>
            <a:custGeom>
              <a:avLst/>
              <a:gdLst>
                <a:gd name="T0" fmla="*/ 342 w 347"/>
                <a:gd name="T1" fmla="*/ 139 h 139"/>
                <a:gd name="T2" fmla="*/ 344 w 347"/>
                <a:gd name="T3" fmla="*/ 131 h 139"/>
                <a:gd name="T4" fmla="*/ 339 w 347"/>
                <a:gd name="T5" fmla="*/ 134 h 139"/>
                <a:gd name="T6" fmla="*/ 318 w 347"/>
                <a:gd name="T7" fmla="*/ 135 h 139"/>
                <a:gd name="T8" fmla="*/ 323 w 347"/>
                <a:gd name="T9" fmla="*/ 131 h 139"/>
                <a:gd name="T10" fmla="*/ 320 w 347"/>
                <a:gd name="T11" fmla="*/ 127 h 139"/>
                <a:gd name="T12" fmla="*/ 318 w 347"/>
                <a:gd name="T13" fmla="*/ 135 h 139"/>
                <a:gd name="T14" fmla="*/ 294 w 347"/>
                <a:gd name="T15" fmla="*/ 129 h 139"/>
                <a:gd name="T16" fmla="*/ 296 w 347"/>
                <a:gd name="T17" fmla="*/ 122 h 139"/>
                <a:gd name="T18" fmla="*/ 294 w 347"/>
                <a:gd name="T19" fmla="*/ 129 h 139"/>
                <a:gd name="T20" fmla="*/ 271 w 347"/>
                <a:gd name="T21" fmla="*/ 123 h 139"/>
                <a:gd name="T22" fmla="*/ 273 w 347"/>
                <a:gd name="T23" fmla="*/ 116 h 139"/>
                <a:gd name="T24" fmla="*/ 271 w 347"/>
                <a:gd name="T25" fmla="*/ 123 h 139"/>
                <a:gd name="T26" fmla="*/ 247 w 347"/>
                <a:gd name="T27" fmla="*/ 117 h 139"/>
                <a:gd name="T28" fmla="*/ 249 w 347"/>
                <a:gd name="T29" fmla="*/ 109 h 139"/>
                <a:gd name="T30" fmla="*/ 247 w 347"/>
                <a:gd name="T31" fmla="*/ 117 h 139"/>
                <a:gd name="T32" fmla="*/ 224 w 347"/>
                <a:gd name="T33" fmla="*/ 110 h 139"/>
                <a:gd name="T34" fmla="*/ 226 w 347"/>
                <a:gd name="T35" fmla="*/ 102 h 139"/>
                <a:gd name="T36" fmla="*/ 221 w 347"/>
                <a:gd name="T37" fmla="*/ 105 h 139"/>
                <a:gd name="T38" fmla="*/ 201 w 347"/>
                <a:gd name="T39" fmla="*/ 102 h 139"/>
                <a:gd name="T40" fmla="*/ 206 w 347"/>
                <a:gd name="T41" fmla="*/ 100 h 139"/>
                <a:gd name="T42" fmla="*/ 203 w 347"/>
                <a:gd name="T43" fmla="*/ 94 h 139"/>
                <a:gd name="T44" fmla="*/ 201 w 347"/>
                <a:gd name="T45" fmla="*/ 102 h 139"/>
                <a:gd name="T46" fmla="*/ 178 w 347"/>
                <a:gd name="T47" fmla="*/ 94 h 139"/>
                <a:gd name="T48" fmla="*/ 181 w 347"/>
                <a:gd name="T49" fmla="*/ 86 h 139"/>
                <a:gd name="T50" fmla="*/ 175 w 347"/>
                <a:gd name="T51" fmla="*/ 89 h 139"/>
                <a:gd name="T52" fmla="*/ 155 w 347"/>
                <a:gd name="T53" fmla="*/ 85 h 139"/>
                <a:gd name="T54" fmla="*/ 160 w 347"/>
                <a:gd name="T55" fmla="*/ 83 h 139"/>
                <a:gd name="T56" fmla="*/ 158 w 347"/>
                <a:gd name="T57" fmla="*/ 78 h 139"/>
                <a:gd name="T58" fmla="*/ 155 w 347"/>
                <a:gd name="T59" fmla="*/ 85 h 139"/>
                <a:gd name="T60" fmla="*/ 132 w 347"/>
                <a:gd name="T61" fmla="*/ 76 h 139"/>
                <a:gd name="T62" fmla="*/ 135 w 347"/>
                <a:gd name="T63" fmla="*/ 69 h 139"/>
                <a:gd name="T64" fmla="*/ 130 w 347"/>
                <a:gd name="T65" fmla="*/ 71 h 139"/>
                <a:gd name="T66" fmla="*/ 110 w 347"/>
                <a:gd name="T67" fmla="*/ 66 h 139"/>
                <a:gd name="T68" fmla="*/ 115 w 347"/>
                <a:gd name="T69" fmla="*/ 64 h 139"/>
                <a:gd name="T70" fmla="*/ 108 w 347"/>
                <a:gd name="T71" fmla="*/ 61 h 139"/>
                <a:gd name="T72" fmla="*/ 88 w 347"/>
                <a:gd name="T73" fmla="*/ 56 h 139"/>
                <a:gd name="T74" fmla="*/ 93 w 347"/>
                <a:gd name="T75" fmla="*/ 54 h 139"/>
                <a:gd name="T76" fmla="*/ 86 w 347"/>
                <a:gd name="T77" fmla="*/ 51 h 139"/>
                <a:gd name="T78" fmla="*/ 66 w 347"/>
                <a:gd name="T79" fmla="*/ 45 h 139"/>
                <a:gd name="T80" fmla="*/ 71 w 347"/>
                <a:gd name="T81" fmla="*/ 44 h 139"/>
                <a:gd name="T82" fmla="*/ 70 w 347"/>
                <a:gd name="T83" fmla="*/ 38 h 139"/>
                <a:gd name="T84" fmla="*/ 66 w 347"/>
                <a:gd name="T85" fmla="*/ 45 h 139"/>
                <a:gd name="T86" fmla="*/ 44 w 347"/>
                <a:gd name="T87" fmla="*/ 34 h 139"/>
                <a:gd name="T88" fmla="*/ 48 w 347"/>
                <a:gd name="T89" fmla="*/ 27 h 139"/>
                <a:gd name="T90" fmla="*/ 43 w 347"/>
                <a:gd name="T91" fmla="*/ 28 h 139"/>
                <a:gd name="T92" fmla="*/ 23 w 347"/>
                <a:gd name="T93" fmla="*/ 22 h 139"/>
                <a:gd name="T94" fmla="*/ 29 w 347"/>
                <a:gd name="T95" fmla="*/ 20 h 139"/>
                <a:gd name="T96" fmla="*/ 27 w 347"/>
                <a:gd name="T97" fmla="*/ 15 h 139"/>
                <a:gd name="T98" fmla="*/ 23 w 347"/>
                <a:gd name="T99" fmla="*/ 22 h 139"/>
                <a:gd name="T100" fmla="*/ 3 w 347"/>
                <a:gd name="T101" fmla="*/ 8 h 139"/>
                <a:gd name="T102" fmla="*/ 7 w 347"/>
                <a:gd name="T103" fmla="*/ 2 h 139"/>
                <a:gd name="T104" fmla="*/ 2 w 347"/>
                <a:gd name="T105" fmla="*/ 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47" h="139">
                  <a:moveTo>
                    <a:pt x="342" y="139"/>
                  </a:moveTo>
                  <a:cubicBezTo>
                    <a:pt x="342" y="139"/>
                    <a:pt x="342" y="139"/>
                    <a:pt x="342" y="139"/>
                  </a:cubicBezTo>
                  <a:cubicBezTo>
                    <a:pt x="344" y="139"/>
                    <a:pt x="347" y="138"/>
                    <a:pt x="347" y="135"/>
                  </a:cubicBezTo>
                  <a:cubicBezTo>
                    <a:pt x="347" y="133"/>
                    <a:pt x="346" y="131"/>
                    <a:pt x="344" y="131"/>
                  </a:cubicBezTo>
                  <a:cubicBezTo>
                    <a:pt x="344" y="131"/>
                    <a:pt x="344" y="131"/>
                    <a:pt x="344" y="131"/>
                  </a:cubicBezTo>
                  <a:cubicBezTo>
                    <a:pt x="341" y="131"/>
                    <a:pt x="339" y="132"/>
                    <a:pt x="339" y="134"/>
                  </a:cubicBezTo>
                  <a:cubicBezTo>
                    <a:pt x="339" y="136"/>
                    <a:pt x="340" y="138"/>
                    <a:pt x="342" y="139"/>
                  </a:cubicBezTo>
                  <a:close/>
                  <a:moveTo>
                    <a:pt x="318" y="135"/>
                  </a:moveTo>
                  <a:cubicBezTo>
                    <a:pt x="318" y="135"/>
                    <a:pt x="318" y="135"/>
                    <a:pt x="318" y="135"/>
                  </a:cubicBezTo>
                  <a:cubicBezTo>
                    <a:pt x="320" y="135"/>
                    <a:pt x="322" y="134"/>
                    <a:pt x="323" y="131"/>
                  </a:cubicBezTo>
                  <a:cubicBezTo>
                    <a:pt x="323" y="129"/>
                    <a:pt x="322" y="127"/>
                    <a:pt x="320" y="127"/>
                  </a:cubicBezTo>
                  <a:cubicBezTo>
                    <a:pt x="320" y="127"/>
                    <a:pt x="320" y="127"/>
                    <a:pt x="320" y="127"/>
                  </a:cubicBezTo>
                  <a:cubicBezTo>
                    <a:pt x="318" y="126"/>
                    <a:pt x="316" y="128"/>
                    <a:pt x="315" y="130"/>
                  </a:cubicBezTo>
                  <a:cubicBezTo>
                    <a:pt x="315" y="132"/>
                    <a:pt x="316" y="134"/>
                    <a:pt x="318" y="135"/>
                  </a:cubicBezTo>
                  <a:close/>
                  <a:moveTo>
                    <a:pt x="294" y="129"/>
                  </a:moveTo>
                  <a:cubicBezTo>
                    <a:pt x="294" y="129"/>
                    <a:pt x="294" y="129"/>
                    <a:pt x="294" y="129"/>
                  </a:cubicBezTo>
                  <a:cubicBezTo>
                    <a:pt x="296" y="130"/>
                    <a:pt x="299" y="129"/>
                    <a:pt x="299" y="126"/>
                  </a:cubicBezTo>
                  <a:cubicBezTo>
                    <a:pt x="300" y="124"/>
                    <a:pt x="298" y="122"/>
                    <a:pt x="296" y="122"/>
                  </a:cubicBezTo>
                  <a:cubicBezTo>
                    <a:pt x="294" y="121"/>
                    <a:pt x="292" y="122"/>
                    <a:pt x="291" y="125"/>
                  </a:cubicBezTo>
                  <a:cubicBezTo>
                    <a:pt x="291" y="127"/>
                    <a:pt x="292" y="129"/>
                    <a:pt x="294" y="129"/>
                  </a:cubicBezTo>
                  <a:close/>
                  <a:moveTo>
                    <a:pt x="271" y="123"/>
                  </a:moveTo>
                  <a:cubicBezTo>
                    <a:pt x="271" y="123"/>
                    <a:pt x="271" y="123"/>
                    <a:pt x="271" y="123"/>
                  </a:cubicBezTo>
                  <a:cubicBezTo>
                    <a:pt x="273" y="124"/>
                    <a:pt x="275" y="123"/>
                    <a:pt x="276" y="121"/>
                  </a:cubicBezTo>
                  <a:cubicBezTo>
                    <a:pt x="276" y="118"/>
                    <a:pt x="275" y="116"/>
                    <a:pt x="273" y="116"/>
                  </a:cubicBezTo>
                  <a:cubicBezTo>
                    <a:pt x="271" y="115"/>
                    <a:pt x="268" y="116"/>
                    <a:pt x="268" y="119"/>
                  </a:cubicBezTo>
                  <a:cubicBezTo>
                    <a:pt x="267" y="121"/>
                    <a:pt x="269" y="123"/>
                    <a:pt x="271" y="123"/>
                  </a:cubicBezTo>
                  <a:close/>
                  <a:moveTo>
                    <a:pt x="247" y="117"/>
                  </a:moveTo>
                  <a:cubicBezTo>
                    <a:pt x="247" y="117"/>
                    <a:pt x="247" y="117"/>
                    <a:pt x="247" y="117"/>
                  </a:cubicBezTo>
                  <a:cubicBezTo>
                    <a:pt x="249" y="117"/>
                    <a:pt x="252" y="116"/>
                    <a:pt x="252" y="114"/>
                  </a:cubicBezTo>
                  <a:cubicBezTo>
                    <a:pt x="253" y="112"/>
                    <a:pt x="252" y="110"/>
                    <a:pt x="249" y="109"/>
                  </a:cubicBezTo>
                  <a:cubicBezTo>
                    <a:pt x="247" y="109"/>
                    <a:pt x="245" y="110"/>
                    <a:pt x="244" y="112"/>
                  </a:cubicBezTo>
                  <a:cubicBezTo>
                    <a:pt x="244" y="114"/>
                    <a:pt x="245" y="116"/>
                    <a:pt x="247" y="117"/>
                  </a:cubicBezTo>
                  <a:close/>
                  <a:moveTo>
                    <a:pt x="224" y="110"/>
                  </a:moveTo>
                  <a:cubicBezTo>
                    <a:pt x="224" y="110"/>
                    <a:pt x="224" y="110"/>
                    <a:pt x="224" y="110"/>
                  </a:cubicBezTo>
                  <a:cubicBezTo>
                    <a:pt x="226" y="110"/>
                    <a:pt x="228" y="109"/>
                    <a:pt x="229" y="107"/>
                  </a:cubicBezTo>
                  <a:cubicBezTo>
                    <a:pt x="230" y="105"/>
                    <a:pt x="228" y="103"/>
                    <a:pt x="226" y="102"/>
                  </a:cubicBezTo>
                  <a:cubicBezTo>
                    <a:pt x="226" y="102"/>
                    <a:pt x="226" y="102"/>
                    <a:pt x="226" y="102"/>
                  </a:cubicBezTo>
                  <a:cubicBezTo>
                    <a:pt x="224" y="101"/>
                    <a:pt x="222" y="103"/>
                    <a:pt x="221" y="105"/>
                  </a:cubicBezTo>
                  <a:cubicBezTo>
                    <a:pt x="221" y="107"/>
                    <a:pt x="222" y="109"/>
                    <a:pt x="224" y="110"/>
                  </a:cubicBezTo>
                  <a:close/>
                  <a:moveTo>
                    <a:pt x="201" y="102"/>
                  </a:moveTo>
                  <a:cubicBezTo>
                    <a:pt x="201" y="102"/>
                    <a:pt x="201" y="102"/>
                    <a:pt x="201" y="102"/>
                  </a:cubicBezTo>
                  <a:cubicBezTo>
                    <a:pt x="203" y="103"/>
                    <a:pt x="205" y="102"/>
                    <a:pt x="206" y="100"/>
                  </a:cubicBezTo>
                  <a:cubicBezTo>
                    <a:pt x="207" y="97"/>
                    <a:pt x="205" y="95"/>
                    <a:pt x="203" y="94"/>
                  </a:cubicBezTo>
                  <a:cubicBezTo>
                    <a:pt x="203" y="94"/>
                    <a:pt x="203" y="94"/>
                    <a:pt x="203" y="94"/>
                  </a:cubicBezTo>
                  <a:cubicBezTo>
                    <a:pt x="201" y="94"/>
                    <a:pt x="199" y="95"/>
                    <a:pt x="198" y="97"/>
                  </a:cubicBezTo>
                  <a:cubicBezTo>
                    <a:pt x="198" y="99"/>
                    <a:pt x="199" y="101"/>
                    <a:pt x="201" y="102"/>
                  </a:cubicBezTo>
                  <a:close/>
                  <a:moveTo>
                    <a:pt x="178" y="94"/>
                  </a:moveTo>
                  <a:cubicBezTo>
                    <a:pt x="178" y="94"/>
                    <a:pt x="178" y="94"/>
                    <a:pt x="178" y="94"/>
                  </a:cubicBezTo>
                  <a:cubicBezTo>
                    <a:pt x="180" y="95"/>
                    <a:pt x="182" y="94"/>
                    <a:pt x="183" y="91"/>
                  </a:cubicBezTo>
                  <a:cubicBezTo>
                    <a:pt x="184" y="89"/>
                    <a:pt x="183" y="87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78" y="86"/>
                    <a:pt x="176" y="87"/>
                    <a:pt x="175" y="89"/>
                  </a:cubicBezTo>
                  <a:cubicBezTo>
                    <a:pt x="175" y="91"/>
                    <a:pt x="176" y="93"/>
                    <a:pt x="178" y="94"/>
                  </a:cubicBezTo>
                  <a:close/>
                  <a:moveTo>
                    <a:pt x="155" y="85"/>
                  </a:moveTo>
                  <a:cubicBezTo>
                    <a:pt x="155" y="85"/>
                    <a:pt x="155" y="85"/>
                    <a:pt x="155" y="85"/>
                  </a:cubicBezTo>
                  <a:cubicBezTo>
                    <a:pt x="157" y="86"/>
                    <a:pt x="159" y="85"/>
                    <a:pt x="160" y="83"/>
                  </a:cubicBezTo>
                  <a:cubicBezTo>
                    <a:pt x="161" y="81"/>
                    <a:pt x="160" y="79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6" y="77"/>
                    <a:pt x="154" y="78"/>
                    <a:pt x="153" y="80"/>
                  </a:cubicBezTo>
                  <a:cubicBezTo>
                    <a:pt x="152" y="82"/>
                    <a:pt x="153" y="84"/>
                    <a:pt x="155" y="85"/>
                  </a:cubicBezTo>
                  <a:close/>
                  <a:moveTo>
                    <a:pt x="132" y="76"/>
                  </a:moveTo>
                  <a:cubicBezTo>
                    <a:pt x="132" y="76"/>
                    <a:pt x="132" y="76"/>
                    <a:pt x="132" y="76"/>
                  </a:cubicBezTo>
                  <a:cubicBezTo>
                    <a:pt x="134" y="77"/>
                    <a:pt x="137" y="76"/>
                    <a:pt x="138" y="74"/>
                  </a:cubicBezTo>
                  <a:cubicBezTo>
                    <a:pt x="138" y="72"/>
                    <a:pt x="138" y="70"/>
                    <a:pt x="135" y="69"/>
                  </a:cubicBezTo>
                  <a:cubicBezTo>
                    <a:pt x="135" y="69"/>
                    <a:pt x="135" y="69"/>
                    <a:pt x="135" y="69"/>
                  </a:cubicBezTo>
                  <a:cubicBezTo>
                    <a:pt x="133" y="68"/>
                    <a:pt x="131" y="69"/>
                    <a:pt x="130" y="71"/>
                  </a:cubicBezTo>
                  <a:cubicBezTo>
                    <a:pt x="129" y="73"/>
                    <a:pt x="130" y="75"/>
                    <a:pt x="132" y="76"/>
                  </a:cubicBezTo>
                  <a:close/>
                  <a:moveTo>
                    <a:pt x="110" y="66"/>
                  </a:moveTo>
                  <a:cubicBezTo>
                    <a:pt x="110" y="66"/>
                    <a:pt x="110" y="66"/>
                    <a:pt x="110" y="66"/>
                  </a:cubicBezTo>
                  <a:cubicBezTo>
                    <a:pt x="112" y="67"/>
                    <a:pt x="114" y="66"/>
                    <a:pt x="115" y="64"/>
                  </a:cubicBezTo>
                  <a:cubicBezTo>
                    <a:pt x="116" y="62"/>
                    <a:pt x="115" y="60"/>
                    <a:pt x="113" y="59"/>
                  </a:cubicBezTo>
                  <a:cubicBezTo>
                    <a:pt x="111" y="58"/>
                    <a:pt x="109" y="59"/>
                    <a:pt x="108" y="61"/>
                  </a:cubicBezTo>
                  <a:cubicBezTo>
                    <a:pt x="107" y="63"/>
                    <a:pt x="108" y="65"/>
                    <a:pt x="110" y="66"/>
                  </a:cubicBezTo>
                  <a:close/>
                  <a:moveTo>
                    <a:pt x="88" y="56"/>
                  </a:moveTo>
                  <a:cubicBezTo>
                    <a:pt x="88" y="56"/>
                    <a:pt x="88" y="56"/>
                    <a:pt x="88" y="56"/>
                  </a:cubicBezTo>
                  <a:cubicBezTo>
                    <a:pt x="90" y="57"/>
                    <a:pt x="92" y="56"/>
                    <a:pt x="93" y="54"/>
                  </a:cubicBezTo>
                  <a:cubicBezTo>
                    <a:pt x="94" y="52"/>
                    <a:pt x="93" y="50"/>
                    <a:pt x="91" y="49"/>
                  </a:cubicBezTo>
                  <a:cubicBezTo>
                    <a:pt x="89" y="48"/>
                    <a:pt x="87" y="49"/>
                    <a:pt x="86" y="51"/>
                  </a:cubicBezTo>
                  <a:cubicBezTo>
                    <a:pt x="85" y="53"/>
                    <a:pt x="86" y="55"/>
                    <a:pt x="88" y="56"/>
                  </a:cubicBezTo>
                  <a:close/>
                  <a:moveTo>
                    <a:pt x="66" y="45"/>
                  </a:moveTo>
                  <a:cubicBezTo>
                    <a:pt x="66" y="45"/>
                    <a:pt x="66" y="45"/>
                    <a:pt x="66" y="45"/>
                  </a:cubicBezTo>
                  <a:cubicBezTo>
                    <a:pt x="68" y="46"/>
                    <a:pt x="70" y="46"/>
                    <a:pt x="71" y="44"/>
                  </a:cubicBezTo>
                  <a:cubicBezTo>
                    <a:pt x="72" y="42"/>
                    <a:pt x="72" y="39"/>
                    <a:pt x="70" y="38"/>
                  </a:cubicBezTo>
                  <a:cubicBezTo>
                    <a:pt x="70" y="38"/>
                    <a:pt x="70" y="38"/>
                    <a:pt x="70" y="38"/>
                  </a:cubicBezTo>
                  <a:cubicBezTo>
                    <a:pt x="68" y="37"/>
                    <a:pt x="65" y="38"/>
                    <a:pt x="64" y="40"/>
                  </a:cubicBezTo>
                  <a:cubicBezTo>
                    <a:pt x="63" y="42"/>
                    <a:pt x="64" y="44"/>
                    <a:pt x="66" y="45"/>
                  </a:cubicBezTo>
                  <a:close/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6" y="35"/>
                    <a:pt x="49" y="34"/>
                    <a:pt x="50" y="32"/>
                  </a:cubicBezTo>
                  <a:cubicBezTo>
                    <a:pt x="51" y="30"/>
                    <a:pt x="50" y="28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6" y="26"/>
                    <a:pt x="44" y="27"/>
                    <a:pt x="43" y="28"/>
                  </a:cubicBezTo>
                  <a:cubicBezTo>
                    <a:pt x="42" y="30"/>
                    <a:pt x="42" y="33"/>
                    <a:pt x="44" y="34"/>
                  </a:cubicBezTo>
                  <a:close/>
                  <a:moveTo>
                    <a:pt x="23" y="22"/>
                  </a:moveTo>
                  <a:cubicBezTo>
                    <a:pt x="23" y="22"/>
                    <a:pt x="23" y="22"/>
                    <a:pt x="23" y="22"/>
                  </a:cubicBezTo>
                  <a:cubicBezTo>
                    <a:pt x="25" y="23"/>
                    <a:pt x="28" y="22"/>
                    <a:pt x="29" y="20"/>
                  </a:cubicBezTo>
                  <a:cubicBezTo>
                    <a:pt x="30" y="18"/>
                    <a:pt x="29" y="16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6" y="14"/>
                    <a:pt x="23" y="14"/>
                    <a:pt x="22" y="16"/>
                  </a:cubicBezTo>
                  <a:cubicBezTo>
                    <a:pt x="21" y="18"/>
                    <a:pt x="21" y="20"/>
                    <a:pt x="23" y="22"/>
                  </a:cubicBezTo>
                  <a:close/>
                  <a:moveTo>
                    <a:pt x="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5" y="9"/>
                    <a:pt x="7" y="9"/>
                    <a:pt x="8" y="7"/>
                  </a:cubicBezTo>
                  <a:cubicBezTo>
                    <a:pt x="10" y="5"/>
                    <a:pt x="9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1"/>
                    <a:pt x="2" y="3"/>
                  </a:cubicBezTo>
                  <a:cubicBezTo>
                    <a:pt x="0" y="4"/>
                    <a:pt x="1" y="7"/>
                    <a:pt x="3" y="8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" name="íṣlï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97CA4F0-8699-48DE-A82A-F7B6AFA8C6C7}"/>
                </a:ext>
              </a:extLst>
            </p:cNvPr>
            <p:cNvSpPr/>
            <p:nvPr/>
          </p:nvSpPr>
          <p:spPr bwMode="auto">
            <a:xfrm>
              <a:off x="5580063" y="6007100"/>
              <a:ext cx="25400" cy="25400"/>
            </a:xfrm>
            <a:custGeom>
              <a:avLst/>
              <a:gdLst>
                <a:gd name="T0" fmla="*/ 4 w 8"/>
                <a:gd name="T1" fmla="*/ 8 h 8"/>
                <a:gd name="T2" fmla="*/ 7 w 8"/>
                <a:gd name="T3" fmla="*/ 7 h 8"/>
                <a:gd name="T4" fmla="*/ 8 w 8"/>
                <a:gd name="T5" fmla="*/ 4 h 8"/>
                <a:gd name="T6" fmla="*/ 7 w 8"/>
                <a:gd name="T7" fmla="*/ 1 h 8"/>
                <a:gd name="T8" fmla="*/ 4 w 8"/>
                <a:gd name="T9" fmla="*/ 0 h 8"/>
                <a:gd name="T10" fmla="*/ 1 w 8"/>
                <a:gd name="T11" fmla="*/ 1 h 8"/>
                <a:gd name="T12" fmla="*/ 0 w 8"/>
                <a:gd name="T13" fmla="*/ 4 h 8"/>
                <a:gd name="T14" fmla="*/ 1 w 8"/>
                <a:gd name="T15" fmla="*/ 7 h 8"/>
                <a:gd name="T16" fmla="*/ 4 w 8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5" y="8"/>
                    <a:pt x="6" y="7"/>
                    <a:pt x="7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8" y="3"/>
                    <a:pt x="7" y="2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2" y="7"/>
                    <a:pt x="3" y="8"/>
                    <a:pt x="4" y="8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" name="iśḻî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2008D4-CE26-4C9F-88F4-76B1F6849364}"/>
                </a:ext>
              </a:extLst>
            </p:cNvPr>
            <p:cNvSpPr/>
            <p:nvPr/>
          </p:nvSpPr>
          <p:spPr bwMode="auto">
            <a:xfrm>
              <a:off x="5580063" y="4795838"/>
              <a:ext cx="25400" cy="1162050"/>
            </a:xfrm>
            <a:custGeom>
              <a:avLst/>
              <a:gdLst>
                <a:gd name="T0" fmla="*/ 8 w 8"/>
                <a:gd name="T1" fmla="*/ 4 h 373"/>
                <a:gd name="T2" fmla="*/ 0 w 8"/>
                <a:gd name="T3" fmla="*/ 4 h 373"/>
                <a:gd name="T4" fmla="*/ 8 w 8"/>
                <a:gd name="T5" fmla="*/ 4 h 373"/>
                <a:gd name="T6" fmla="*/ 8 w 8"/>
                <a:gd name="T7" fmla="*/ 29 h 373"/>
                <a:gd name="T8" fmla="*/ 0 w 8"/>
                <a:gd name="T9" fmla="*/ 29 h 373"/>
                <a:gd name="T10" fmla="*/ 8 w 8"/>
                <a:gd name="T11" fmla="*/ 29 h 373"/>
                <a:gd name="T12" fmla="*/ 8 w 8"/>
                <a:gd name="T13" fmla="*/ 53 h 373"/>
                <a:gd name="T14" fmla="*/ 0 w 8"/>
                <a:gd name="T15" fmla="*/ 53 h 373"/>
                <a:gd name="T16" fmla="*/ 8 w 8"/>
                <a:gd name="T17" fmla="*/ 53 h 373"/>
                <a:gd name="T18" fmla="*/ 8 w 8"/>
                <a:gd name="T19" fmla="*/ 77 h 373"/>
                <a:gd name="T20" fmla="*/ 0 w 8"/>
                <a:gd name="T21" fmla="*/ 77 h 373"/>
                <a:gd name="T22" fmla="*/ 8 w 8"/>
                <a:gd name="T23" fmla="*/ 77 h 373"/>
                <a:gd name="T24" fmla="*/ 8 w 8"/>
                <a:gd name="T25" fmla="*/ 101 h 373"/>
                <a:gd name="T26" fmla="*/ 0 w 8"/>
                <a:gd name="T27" fmla="*/ 101 h 373"/>
                <a:gd name="T28" fmla="*/ 8 w 8"/>
                <a:gd name="T29" fmla="*/ 101 h 373"/>
                <a:gd name="T30" fmla="*/ 8 w 8"/>
                <a:gd name="T31" fmla="*/ 126 h 373"/>
                <a:gd name="T32" fmla="*/ 0 w 8"/>
                <a:gd name="T33" fmla="*/ 126 h 373"/>
                <a:gd name="T34" fmla="*/ 8 w 8"/>
                <a:gd name="T35" fmla="*/ 126 h 373"/>
                <a:gd name="T36" fmla="*/ 8 w 8"/>
                <a:gd name="T37" fmla="*/ 150 h 373"/>
                <a:gd name="T38" fmla="*/ 0 w 8"/>
                <a:gd name="T39" fmla="*/ 150 h 373"/>
                <a:gd name="T40" fmla="*/ 8 w 8"/>
                <a:gd name="T41" fmla="*/ 150 h 373"/>
                <a:gd name="T42" fmla="*/ 8 w 8"/>
                <a:gd name="T43" fmla="*/ 174 h 373"/>
                <a:gd name="T44" fmla="*/ 0 w 8"/>
                <a:gd name="T45" fmla="*/ 174 h 373"/>
                <a:gd name="T46" fmla="*/ 8 w 8"/>
                <a:gd name="T47" fmla="*/ 174 h 373"/>
                <a:gd name="T48" fmla="*/ 8 w 8"/>
                <a:gd name="T49" fmla="*/ 199 h 373"/>
                <a:gd name="T50" fmla="*/ 0 w 8"/>
                <a:gd name="T51" fmla="*/ 199 h 373"/>
                <a:gd name="T52" fmla="*/ 8 w 8"/>
                <a:gd name="T53" fmla="*/ 199 h 373"/>
                <a:gd name="T54" fmla="*/ 8 w 8"/>
                <a:gd name="T55" fmla="*/ 223 h 373"/>
                <a:gd name="T56" fmla="*/ 0 w 8"/>
                <a:gd name="T57" fmla="*/ 223 h 373"/>
                <a:gd name="T58" fmla="*/ 8 w 8"/>
                <a:gd name="T59" fmla="*/ 223 h 373"/>
                <a:gd name="T60" fmla="*/ 8 w 8"/>
                <a:gd name="T61" fmla="*/ 247 h 373"/>
                <a:gd name="T62" fmla="*/ 0 w 8"/>
                <a:gd name="T63" fmla="*/ 247 h 373"/>
                <a:gd name="T64" fmla="*/ 8 w 8"/>
                <a:gd name="T65" fmla="*/ 247 h 373"/>
                <a:gd name="T66" fmla="*/ 8 w 8"/>
                <a:gd name="T67" fmla="*/ 271 h 373"/>
                <a:gd name="T68" fmla="*/ 0 w 8"/>
                <a:gd name="T69" fmla="*/ 271 h 373"/>
                <a:gd name="T70" fmla="*/ 8 w 8"/>
                <a:gd name="T71" fmla="*/ 271 h 373"/>
                <a:gd name="T72" fmla="*/ 8 w 8"/>
                <a:gd name="T73" fmla="*/ 296 h 373"/>
                <a:gd name="T74" fmla="*/ 0 w 8"/>
                <a:gd name="T75" fmla="*/ 296 h 373"/>
                <a:gd name="T76" fmla="*/ 8 w 8"/>
                <a:gd name="T77" fmla="*/ 296 h 373"/>
                <a:gd name="T78" fmla="*/ 8 w 8"/>
                <a:gd name="T79" fmla="*/ 320 h 373"/>
                <a:gd name="T80" fmla="*/ 0 w 8"/>
                <a:gd name="T81" fmla="*/ 320 h 373"/>
                <a:gd name="T82" fmla="*/ 8 w 8"/>
                <a:gd name="T83" fmla="*/ 320 h 373"/>
                <a:gd name="T84" fmla="*/ 8 w 8"/>
                <a:gd name="T85" fmla="*/ 344 h 373"/>
                <a:gd name="T86" fmla="*/ 0 w 8"/>
                <a:gd name="T87" fmla="*/ 344 h 373"/>
                <a:gd name="T88" fmla="*/ 8 w 8"/>
                <a:gd name="T89" fmla="*/ 344 h 373"/>
                <a:gd name="T90" fmla="*/ 8 w 8"/>
                <a:gd name="T91" fmla="*/ 369 h 373"/>
                <a:gd name="T92" fmla="*/ 0 w 8"/>
                <a:gd name="T93" fmla="*/ 369 h 373"/>
                <a:gd name="T94" fmla="*/ 8 w 8"/>
                <a:gd name="T95" fmla="*/ 369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8" h="373"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8"/>
                    <a:pt x="4" y="8"/>
                  </a:cubicBezTo>
                  <a:cubicBezTo>
                    <a:pt x="6" y="8"/>
                    <a:pt x="8" y="7"/>
                    <a:pt x="8" y="4"/>
                  </a:cubicBezTo>
                  <a:close/>
                  <a:moveTo>
                    <a:pt x="8" y="29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8" y="26"/>
                    <a:pt x="6" y="25"/>
                    <a:pt x="4" y="25"/>
                  </a:cubicBezTo>
                  <a:cubicBezTo>
                    <a:pt x="2" y="25"/>
                    <a:pt x="0" y="26"/>
                    <a:pt x="0" y="29"/>
                  </a:cubicBezTo>
                  <a:cubicBezTo>
                    <a:pt x="0" y="31"/>
                    <a:pt x="2" y="33"/>
                    <a:pt x="4" y="33"/>
                  </a:cubicBezTo>
                  <a:cubicBezTo>
                    <a:pt x="6" y="33"/>
                    <a:pt x="8" y="31"/>
                    <a:pt x="8" y="29"/>
                  </a:cubicBezTo>
                  <a:close/>
                  <a:moveTo>
                    <a:pt x="8" y="53"/>
                  </a:moveTo>
                  <a:cubicBezTo>
                    <a:pt x="8" y="53"/>
                    <a:pt x="8" y="53"/>
                    <a:pt x="8" y="53"/>
                  </a:cubicBezTo>
                  <a:cubicBezTo>
                    <a:pt x="8" y="51"/>
                    <a:pt x="6" y="49"/>
                    <a:pt x="4" y="49"/>
                  </a:cubicBezTo>
                  <a:cubicBezTo>
                    <a:pt x="2" y="49"/>
                    <a:pt x="0" y="51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6" y="57"/>
                    <a:pt x="8" y="55"/>
                    <a:pt x="8" y="53"/>
                  </a:cubicBezTo>
                  <a:close/>
                  <a:moveTo>
                    <a:pt x="8" y="77"/>
                  </a:moveTo>
                  <a:cubicBezTo>
                    <a:pt x="8" y="77"/>
                    <a:pt x="8" y="77"/>
                    <a:pt x="8" y="77"/>
                  </a:cubicBezTo>
                  <a:cubicBezTo>
                    <a:pt x="8" y="75"/>
                    <a:pt x="6" y="73"/>
                    <a:pt x="4" y="73"/>
                  </a:cubicBezTo>
                  <a:cubicBezTo>
                    <a:pt x="2" y="73"/>
                    <a:pt x="0" y="75"/>
                    <a:pt x="0" y="77"/>
                  </a:cubicBezTo>
                  <a:cubicBezTo>
                    <a:pt x="0" y="79"/>
                    <a:pt x="2" y="81"/>
                    <a:pt x="4" y="81"/>
                  </a:cubicBezTo>
                  <a:cubicBezTo>
                    <a:pt x="6" y="81"/>
                    <a:pt x="8" y="79"/>
                    <a:pt x="8" y="77"/>
                  </a:cubicBezTo>
                  <a:close/>
                  <a:moveTo>
                    <a:pt x="8" y="101"/>
                  </a:moveTo>
                  <a:cubicBezTo>
                    <a:pt x="8" y="101"/>
                    <a:pt x="8" y="101"/>
                    <a:pt x="8" y="101"/>
                  </a:cubicBezTo>
                  <a:cubicBezTo>
                    <a:pt x="8" y="99"/>
                    <a:pt x="6" y="97"/>
                    <a:pt x="4" y="97"/>
                  </a:cubicBezTo>
                  <a:cubicBezTo>
                    <a:pt x="2" y="97"/>
                    <a:pt x="0" y="99"/>
                    <a:pt x="0" y="101"/>
                  </a:cubicBezTo>
                  <a:cubicBezTo>
                    <a:pt x="0" y="104"/>
                    <a:pt x="2" y="105"/>
                    <a:pt x="4" y="105"/>
                  </a:cubicBezTo>
                  <a:cubicBezTo>
                    <a:pt x="6" y="105"/>
                    <a:pt x="8" y="104"/>
                    <a:pt x="8" y="101"/>
                  </a:cubicBezTo>
                  <a:close/>
                  <a:moveTo>
                    <a:pt x="8" y="126"/>
                  </a:moveTo>
                  <a:cubicBezTo>
                    <a:pt x="8" y="126"/>
                    <a:pt x="8" y="126"/>
                    <a:pt x="8" y="126"/>
                  </a:cubicBezTo>
                  <a:cubicBezTo>
                    <a:pt x="8" y="124"/>
                    <a:pt x="6" y="122"/>
                    <a:pt x="4" y="122"/>
                  </a:cubicBezTo>
                  <a:cubicBezTo>
                    <a:pt x="2" y="122"/>
                    <a:pt x="0" y="124"/>
                    <a:pt x="0" y="126"/>
                  </a:cubicBezTo>
                  <a:cubicBezTo>
                    <a:pt x="0" y="128"/>
                    <a:pt x="2" y="130"/>
                    <a:pt x="4" y="130"/>
                  </a:cubicBezTo>
                  <a:cubicBezTo>
                    <a:pt x="6" y="130"/>
                    <a:pt x="8" y="128"/>
                    <a:pt x="8" y="126"/>
                  </a:cubicBezTo>
                  <a:close/>
                  <a:moveTo>
                    <a:pt x="8" y="150"/>
                  </a:moveTo>
                  <a:cubicBezTo>
                    <a:pt x="8" y="150"/>
                    <a:pt x="8" y="150"/>
                    <a:pt x="8" y="150"/>
                  </a:cubicBezTo>
                  <a:cubicBezTo>
                    <a:pt x="8" y="148"/>
                    <a:pt x="6" y="146"/>
                    <a:pt x="4" y="146"/>
                  </a:cubicBezTo>
                  <a:cubicBezTo>
                    <a:pt x="2" y="146"/>
                    <a:pt x="0" y="148"/>
                    <a:pt x="0" y="150"/>
                  </a:cubicBezTo>
                  <a:cubicBezTo>
                    <a:pt x="0" y="152"/>
                    <a:pt x="2" y="154"/>
                    <a:pt x="4" y="154"/>
                  </a:cubicBezTo>
                  <a:cubicBezTo>
                    <a:pt x="6" y="154"/>
                    <a:pt x="8" y="152"/>
                    <a:pt x="8" y="150"/>
                  </a:cubicBezTo>
                  <a:close/>
                  <a:moveTo>
                    <a:pt x="8" y="174"/>
                  </a:moveTo>
                  <a:cubicBezTo>
                    <a:pt x="8" y="174"/>
                    <a:pt x="8" y="174"/>
                    <a:pt x="8" y="174"/>
                  </a:cubicBezTo>
                  <a:cubicBezTo>
                    <a:pt x="8" y="172"/>
                    <a:pt x="6" y="170"/>
                    <a:pt x="4" y="170"/>
                  </a:cubicBezTo>
                  <a:cubicBezTo>
                    <a:pt x="2" y="170"/>
                    <a:pt x="0" y="172"/>
                    <a:pt x="0" y="174"/>
                  </a:cubicBezTo>
                  <a:cubicBezTo>
                    <a:pt x="0" y="177"/>
                    <a:pt x="2" y="178"/>
                    <a:pt x="4" y="178"/>
                  </a:cubicBezTo>
                  <a:cubicBezTo>
                    <a:pt x="6" y="178"/>
                    <a:pt x="8" y="177"/>
                    <a:pt x="8" y="174"/>
                  </a:cubicBezTo>
                  <a:close/>
                  <a:moveTo>
                    <a:pt x="8" y="199"/>
                  </a:moveTo>
                  <a:cubicBezTo>
                    <a:pt x="8" y="199"/>
                    <a:pt x="8" y="199"/>
                    <a:pt x="8" y="199"/>
                  </a:cubicBezTo>
                  <a:cubicBezTo>
                    <a:pt x="8" y="196"/>
                    <a:pt x="6" y="195"/>
                    <a:pt x="4" y="195"/>
                  </a:cubicBezTo>
                  <a:cubicBezTo>
                    <a:pt x="2" y="195"/>
                    <a:pt x="0" y="196"/>
                    <a:pt x="0" y="199"/>
                  </a:cubicBezTo>
                  <a:cubicBezTo>
                    <a:pt x="0" y="201"/>
                    <a:pt x="2" y="203"/>
                    <a:pt x="4" y="203"/>
                  </a:cubicBezTo>
                  <a:cubicBezTo>
                    <a:pt x="6" y="203"/>
                    <a:pt x="8" y="201"/>
                    <a:pt x="8" y="199"/>
                  </a:cubicBezTo>
                  <a:close/>
                  <a:moveTo>
                    <a:pt x="8" y="223"/>
                  </a:moveTo>
                  <a:cubicBezTo>
                    <a:pt x="8" y="223"/>
                    <a:pt x="8" y="223"/>
                    <a:pt x="8" y="223"/>
                  </a:cubicBezTo>
                  <a:cubicBezTo>
                    <a:pt x="8" y="221"/>
                    <a:pt x="6" y="219"/>
                    <a:pt x="4" y="219"/>
                  </a:cubicBezTo>
                  <a:cubicBezTo>
                    <a:pt x="2" y="219"/>
                    <a:pt x="0" y="221"/>
                    <a:pt x="0" y="223"/>
                  </a:cubicBezTo>
                  <a:cubicBezTo>
                    <a:pt x="0" y="225"/>
                    <a:pt x="2" y="227"/>
                    <a:pt x="4" y="227"/>
                  </a:cubicBezTo>
                  <a:cubicBezTo>
                    <a:pt x="6" y="227"/>
                    <a:pt x="8" y="225"/>
                    <a:pt x="8" y="223"/>
                  </a:cubicBezTo>
                  <a:close/>
                  <a:moveTo>
                    <a:pt x="8" y="247"/>
                  </a:moveTo>
                  <a:cubicBezTo>
                    <a:pt x="8" y="247"/>
                    <a:pt x="8" y="247"/>
                    <a:pt x="8" y="247"/>
                  </a:cubicBezTo>
                  <a:cubicBezTo>
                    <a:pt x="8" y="245"/>
                    <a:pt x="6" y="243"/>
                    <a:pt x="4" y="243"/>
                  </a:cubicBezTo>
                  <a:cubicBezTo>
                    <a:pt x="2" y="243"/>
                    <a:pt x="0" y="245"/>
                    <a:pt x="0" y="247"/>
                  </a:cubicBezTo>
                  <a:cubicBezTo>
                    <a:pt x="0" y="249"/>
                    <a:pt x="2" y="251"/>
                    <a:pt x="4" y="251"/>
                  </a:cubicBezTo>
                  <a:cubicBezTo>
                    <a:pt x="6" y="251"/>
                    <a:pt x="8" y="249"/>
                    <a:pt x="8" y="247"/>
                  </a:cubicBezTo>
                  <a:close/>
                  <a:moveTo>
                    <a:pt x="8" y="271"/>
                  </a:moveTo>
                  <a:cubicBezTo>
                    <a:pt x="8" y="271"/>
                    <a:pt x="8" y="271"/>
                    <a:pt x="8" y="271"/>
                  </a:cubicBezTo>
                  <a:cubicBezTo>
                    <a:pt x="8" y="269"/>
                    <a:pt x="6" y="267"/>
                    <a:pt x="4" y="267"/>
                  </a:cubicBezTo>
                  <a:cubicBezTo>
                    <a:pt x="2" y="267"/>
                    <a:pt x="0" y="269"/>
                    <a:pt x="0" y="271"/>
                  </a:cubicBezTo>
                  <a:cubicBezTo>
                    <a:pt x="0" y="274"/>
                    <a:pt x="2" y="275"/>
                    <a:pt x="4" y="275"/>
                  </a:cubicBezTo>
                  <a:cubicBezTo>
                    <a:pt x="6" y="275"/>
                    <a:pt x="8" y="274"/>
                    <a:pt x="8" y="271"/>
                  </a:cubicBezTo>
                  <a:close/>
                  <a:moveTo>
                    <a:pt x="8" y="296"/>
                  </a:moveTo>
                  <a:cubicBezTo>
                    <a:pt x="8" y="296"/>
                    <a:pt x="8" y="296"/>
                    <a:pt x="8" y="296"/>
                  </a:cubicBezTo>
                  <a:cubicBezTo>
                    <a:pt x="8" y="293"/>
                    <a:pt x="6" y="292"/>
                    <a:pt x="4" y="292"/>
                  </a:cubicBezTo>
                  <a:cubicBezTo>
                    <a:pt x="2" y="292"/>
                    <a:pt x="0" y="293"/>
                    <a:pt x="0" y="296"/>
                  </a:cubicBezTo>
                  <a:cubicBezTo>
                    <a:pt x="0" y="298"/>
                    <a:pt x="2" y="300"/>
                    <a:pt x="4" y="300"/>
                  </a:cubicBezTo>
                  <a:cubicBezTo>
                    <a:pt x="6" y="300"/>
                    <a:pt x="8" y="298"/>
                    <a:pt x="8" y="296"/>
                  </a:cubicBezTo>
                  <a:close/>
                  <a:moveTo>
                    <a:pt x="8" y="320"/>
                  </a:moveTo>
                  <a:cubicBezTo>
                    <a:pt x="8" y="320"/>
                    <a:pt x="8" y="320"/>
                    <a:pt x="8" y="320"/>
                  </a:cubicBezTo>
                  <a:cubicBezTo>
                    <a:pt x="8" y="318"/>
                    <a:pt x="6" y="316"/>
                    <a:pt x="4" y="316"/>
                  </a:cubicBezTo>
                  <a:cubicBezTo>
                    <a:pt x="2" y="316"/>
                    <a:pt x="0" y="318"/>
                    <a:pt x="0" y="320"/>
                  </a:cubicBezTo>
                  <a:cubicBezTo>
                    <a:pt x="0" y="322"/>
                    <a:pt x="2" y="324"/>
                    <a:pt x="4" y="324"/>
                  </a:cubicBezTo>
                  <a:cubicBezTo>
                    <a:pt x="6" y="324"/>
                    <a:pt x="8" y="322"/>
                    <a:pt x="8" y="320"/>
                  </a:cubicBezTo>
                  <a:close/>
                  <a:moveTo>
                    <a:pt x="8" y="344"/>
                  </a:moveTo>
                  <a:cubicBezTo>
                    <a:pt x="8" y="344"/>
                    <a:pt x="8" y="344"/>
                    <a:pt x="8" y="344"/>
                  </a:cubicBezTo>
                  <a:cubicBezTo>
                    <a:pt x="8" y="342"/>
                    <a:pt x="6" y="340"/>
                    <a:pt x="4" y="340"/>
                  </a:cubicBezTo>
                  <a:cubicBezTo>
                    <a:pt x="2" y="340"/>
                    <a:pt x="0" y="342"/>
                    <a:pt x="0" y="344"/>
                  </a:cubicBezTo>
                  <a:cubicBezTo>
                    <a:pt x="0" y="346"/>
                    <a:pt x="2" y="348"/>
                    <a:pt x="4" y="348"/>
                  </a:cubicBezTo>
                  <a:cubicBezTo>
                    <a:pt x="6" y="348"/>
                    <a:pt x="8" y="346"/>
                    <a:pt x="8" y="344"/>
                  </a:cubicBezTo>
                  <a:close/>
                  <a:moveTo>
                    <a:pt x="8" y="369"/>
                  </a:moveTo>
                  <a:cubicBezTo>
                    <a:pt x="8" y="369"/>
                    <a:pt x="8" y="369"/>
                    <a:pt x="8" y="369"/>
                  </a:cubicBezTo>
                  <a:cubicBezTo>
                    <a:pt x="8" y="366"/>
                    <a:pt x="6" y="365"/>
                    <a:pt x="4" y="365"/>
                  </a:cubicBezTo>
                  <a:cubicBezTo>
                    <a:pt x="2" y="365"/>
                    <a:pt x="0" y="366"/>
                    <a:pt x="0" y="369"/>
                  </a:cubicBezTo>
                  <a:cubicBezTo>
                    <a:pt x="0" y="371"/>
                    <a:pt x="2" y="373"/>
                    <a:pt x="4" y="373"/>
                  </a:cubicBezTo>
                  <a:cubicBezTo>
                    <a:pt x="6" y="373"/>
                    <a:pt x="8" y="371"/>
                    <a:pt x="8" y="369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" name="iṡļi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BA3FA7F-56D5-4AFA-BC1A-B66450BB5976}"/>
                </a:ext>
              </a:extLst>
            </p:cNvPr>
            <p:cNvSpPr/>
            <p:nvPr/>
          </p:nvSpPr>
          <p:spPr bwMode="auto">
            <a:xfrm>
              <a:off x="5580063" y="4721225"/>
              <a:ext cx="25400" cy="25400"/>
            </a:xfrm>
            <a:custGeom>
              <a:avLst/>
              <a:gdLst>
                <a:gd name="T0" fmla="*/ 4 w 8"/>
                <a:gd name="T1" fmla="*/ 8 h 8"/>
                <a:gd name="T2" fmla="*/ 7 w 8"/>
                <a:gd name="T3" fmla="*/ 7 h 8"/>
                <a:gd name="T4" fmla="*/ 8 w 8"/>
                <a:gd name="T5" fmla="*/ 4 h 8"/>
                <a:gd name="T6" fmla="*/ 7 w 8"/>
                <a:gd name="T7" fmla="*/ 1 h 8"/>
                <a:gd name="T8" fmla="*/ 4 w 8"/>
                <a:gd name="T9" fmla="*/ 0 h 8"/>
                <a:gd name="T10" fmla="*/ 1 w 8"/>
                <a:gd name="T11" fmla="*/ 1 h 8"/>
                <a:gd name="T12" fmla="*/ 0 w 8"/>
                <a:gd name="T13" fmla="*/ 4 h 8"/>
                <a:gd name="T14" fmla="*/ 1 w 8"/>
                <a:gd name="T15" fmla="*/ 7 h 8"/>
                <a:gd name="T16" fmla="*/ 4 w 8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5" y="8"/>
                    <a:pt x="6" y="8"/>
                    <a:pt x="7" y="7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8" y="3"/>
                    <a:pt x="7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2" y="8"/>
                    <a:pt x="3" y="8"/>
                    <a:pt x="4" y="8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" name="îs1i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3C470F7-64AC-4B52-BBF5-4A883BF029D0}"/>
                </a:ext>
              </a:extLst>
            </p:cNvPr>
            <p:cNvSpPr/>
            <p:nvPr/>
          </p:nvSpPr>
          <p:spPr bwMode="auto">
            <a:xfrm>
              <a:off x="7594601" y="3862388"/>
              <a:ext cx="681038" cy="681038"/>
            </a:xfrm>
            <a:prstGeom prst="ellipse">
              <a:avLst/>
            </a:prstGeom>
            <a:solidFill>
              <a:srgbClr val="02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" name="íṥḻï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B4CB94C-87A9-4C96-B98B-86B14ED36494}"/>
                </a:ext>
              </a:extLst>
            </p:cNvPr>
            <p:cNvSpPr/>
            <p:nvPr/>
          </p:nvSpPr>
          <p:spPr bwMode="auto">
            <a:xfrm>
              <a:off x="7783513" y="3995738"/>
              <a:ext cx="301625" cy="414338"/>
            </a:xfrm>
            <a:custGeom>
              <a:avLst/>
              <a:gdLst>
                <a:gd name="T0" fmla="*/ 48 w 97"/>
                <a:gd name="T1" fmla="*/ 0 h 133"/>
                <a:gd name="T2" fmla="*/ 0 w 97"/>
                <a:gd name="T3" fmla="*/ 48 h 133"/>
                <a:gd name="T4" fmla="*/ 48 w 97"/>
                <a:gd name="T5" fmla="*/ 133 h 133"/>
                <a:gd name="T6" fmla="*/ 97 w 97"/>
                <a:gd name="T7" fmla="*/ 48 h 133"/>
                <a:gd name="T8" fmla="*/ 48 w 97"/>
                <a:gd name="T9" fmla="*/ 0 h 133"/>
                <a:gd name="T10" fmla="*/ 48 w 97"/>
                <a:gd name="T11" fmla="*/ 66 h 133"/>
                <a:gd name="T12" fmla="*/ 28 w 97"/>
                <a:gd name="T13" fmla="*/ 45 h 133"/>
                <a:gd name="T14" fmla="*/ 48 w 97"/>
                <a:gd name="T15" fmla="*/ 25 h 133"/>
                <a:gd name="T16" fmla="*/ 69 w 97"/>
                <a:gd name="T17" fmla="*/ 45 h 133"/>
                <a:gd name="T18" fmla="*/ 48 w 97"/>
                <a:gd name="T19" fmla="*/ 66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33">
                  <a:moveTo>
                    <a:pt x="48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48" y="133"/>
                    <a:pt x="48" y="133"/>
                  </a:cubicBezTo>
                  <a:cubicBezTo>
                    <a:pt x="48" y="133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66"/>
                  </a:moveTo>
                  <a:cubicBezTo>
                    <a:pt x="37" y="66"/>
                    <a:pt x="28" y="57"/>
                    <a:pt x="28" y="45"/>
                  </a:cubicBezTo>
                  <a:cubicBezTo>
                    <a:pt x="28" y="34"/>
                    <a:pt x="37" y="25"/>
                    <a:pt x="48" y="25"/>
                  </a:cubicBezTo>
                  <a:cubicBezTo>
                    <a:pt x="60" y="25"/>
                    <a:pt x="69" y="34"/>
                    <a:pt x="69" y="45"/>
                  </a:cubicBezTo>
                  <a:cubicBezTo>
                    <a:pt x="69" y="57"/>
                    <a:pt x="60" y="66"/>
                    <a:pt x="48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" name="ïšḻï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3A7B49F-28DE-4DED-B7CE-6049E0BAE999}"/>
                </a:ext>
              </a:extLst>
            </p:cNvPr>
            <p:cNvSpPr/>
            <p:nvPr/>
          </p:nvSpPr>
          <p:spPr bwMode="auto">
            <a:xfrm>
              <a:off x="6859588" y="2557463"/>
              <a:ext cx="142875" cy="19050"/>
            </a:xfrm>
            <a:custGeom>
              <a:avLst/>
              <a:gdLst>
                <a:gd name="T0" fmla="*/ 3 w 46"/>
                <a:gd name="T1" fmla="*/ 6 h 6"/>
                <a:gd name="T2" fmla="*/ 43 w 46"/>
                <a:gd name="T3" fmla="*/ 6 h 6"/>
                <a:gd name="T4" fmla="*/ 46 w 46"/>
                <a:gd name="T5" fmla="*/ 3 h 6"/>
                <a:gd name="T6" fmla="*/ 43 w 46"/>
                <a:gd name="T7" fmla="*/ 0 h 6"/>
                <a:gd name="T8" fmla="*/ 3 w 46"/>
                <a:gd name="T9" fmla="*/ 0 h 6"/>
                <a:gd name="T10" fmla="*/ 0 w 46"/>
                <a:gd name="T11" fmla="*/ 3 h 6"/>
                <a:gd name="T12" fmla="*/ 3 w 46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">
                  <a:moveTo>
                    <a:pt x="3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5" y="6"/>
                    <a:pt x="46" y="5"/>
                    <a:pt x="46" y="3"/>
                  </a:cubicBezTo>
                  <a:cubicBezTo>
                    <a:pt x="46" y="1"/>
                    <a:pt x="45" y="0"/>
                    <a:pt x="4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" name="iṣlï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9A5E566-9994-4EAE-B5F3-ACA7C1E7B2A9}"/>
                </a:ext>
              </a:extLst>
            </p:cNvPr>
            <p:cNvSpPr/>
            <p:nvPr/>
          </p:nvSpPr>
          <p:spPr bwMode="auto">
            <a:xfrm>
              <a:off x="6921501" y="2495550"/>
              <a:ext cx="19050" cy="142875"/>
            </a:xfrm>
            <a:custGeom>
              <a:avLst/>
              <a:gdLst>
                <a:gd name="T0" fmla="*/ 0 w 6"/>
                <a:gd name="T1" fmla="*/ 3 h 46"/>
                <a:gd name="T2" fmla="*/ 0 w 6"/>
                <a:gd name="T3" fmla="*/ 43 h 46"/>
                <a:gd name="T4" fmla="*/ 3 w 6"/>
                <a:gd name="T5" fmla="*/ 46 h 46"/>
                <a:gd name="T6" fmla="*/ 6 w 6"/>
                <a:gd name="T7" fmla="*/ 43 h 46"/>
                <a:gd name="T8" fmla="*/ 6 w 6"/>
                <a:gd name="T9" fmla="*/ 3 h 46"/>
                <a:gd name="T10" fmla="*/ 3 w 6"/>
                <a:gd name="T11" fmla="*/ 0 h 46"/>
                <a:gd name="T12" fmla="*/ 0 w 6"/>
                <a:gd name="T13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6">
                  <a:moveTo>
                    <a:pt x="0" y="3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5"/>
                    <a:pt x="2" y="46"/>
                    <a:pt x="3" y="46"/>
                  </a:cubicBezTo>
                  <a:cubicBezTo>
                    <a:pt x="5" y="46"/>
                    <a:pt x="6" y="45"/>
                    <a:pt x="6" y="4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" name="ïṥļi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082E8DE-0F6D-4E49-8DF8-81A0B08BC8BD}"/>
                </a:ext>
              </a:extLst>
            </p:cNvPr>
            <p:cNvSpPr/>
            <p:nvPr/>
          </p:nvSpPr>
          <p:spPr bwMode="auto">
            <a:xfrm>
              <a:off x="6289676" y="5394325"/>
              <a:ext cx="142875" cy="19050"/>
            </a:xfrm>
            <a:custGeom>
              <a:avLst/>
              <a:gdLst>
                <a:gd name="T0" fmla="*/ 3 w 46"/>
                <a:gd name="T1" fmla="*/ 6 h 6"/>
                <a:gd name="T2" fmla="*/ 43 w 46"/>
                <a:gd name="T3" fmla="*/ 6 h 6"/>
                <a:gd name="T4" fmla="*/ 46 w 46"/>
                <a:gd name="T5" fmla="*/ 3 h 6"/>
                <a:gd name="T6" fmla="*/ 43 w 46"/>
                <a:gd name="T7" fmla="*/ 0 h 6"/>
                <a:gd name="T8" fmla="*/ 3 w 46"/>
                <a:gd name="T9" fmla="*/ 0 h 6"/>
                <a:gd name="T10" fmla="*/ 0 w 46"/>
                <a:gd name="T11" fmla="*/ 3 h 6"/>
                <a:gd name="T12" fmla="*/ 3 w 46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">
                  <a:moveTo>
                    <a:pt x="3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5" y="6"/>
                    <a:pt x="46" y="4"/>
                    <a:pt x="46" y="3"/>
                  </a:cubicBezTo>
                  <a:cubicBezTo>
                    <a:pt x="46" y="1"/>
                    <a:pt x="45" y="0"/>
                    <a:pt x="4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" name="îŝ1î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A1D1AB-F257-41F8-873C-0C81AE286F4D}"/>
                </a:ext>
              </a:extLst>
            </p:cNvPr>
            <p:cNvSpPr/>
            <p:nvPr/>
          </p:nvSpPr>
          <p:spPr bwMode="auto">
            <a:xfrm>
              <a:off x="6351588" y="5332413"/>
              <a:ext cx="19050" cy="142875"/>
            </a:xfrm>
            <a:custGeom>
              <a:avLst/>
              <a:gdLst>
                <a:gd name="T0" fmla="*/ 0 w 6"/>
                <a:gd name="T1" fmla="*/ 3 h 46"/>
                <a:gd name="T2" fmla="*/ 0 w 6"/>
                <a:gd name="T3" fmla="*/ 43 h 46"/>
                <a:gd name="T4" fmla="*/ 3 w 6"/>
                <a:gd name="T5" fmla="*/ 46 h 46"/>
                <a:gd name="T6" fmla="*/ 6 w 6"/>
                <a:gd name="T7" fmla="*/ 43 h 46"/>
                <a:gd name="T8" fmla="*/ 6 w 6"/>
                <a:gd name="T9" fmla="*/ 3 h 46"/>
                <a:gd name="T10" fmla="*/ 3 w 6"/>
                <a:gd name="T11" fmla="*/ 0 h 46"/>
                <a:gd name="T12" fmla="*/ 0 w 6"/>
                <a:gd name="T13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6">
                  <a:moveTo>
                    <a:pt x="0" y="3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6"/>
                    <a:pt x="3" y="46"/>
                  </a:cubicBezTo>
                  <a:cubicBezTo>
                    <a:pt x="5" y="46"/>
                    <a:pt x="6" y="44"/>
                    <a:pt x="6" y="4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" name="î$1i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46906B0-C70E-464C-AF3A-E60E7A12FD17}"/>
                </a:ext>
              </a:extLst>
            </p:cNvPr>
            <p:cNvSpPr/>
            <p:nvPr/>
          </p:nvSpPr>
          <p:spPr bwMode="auto">
            <a:xfrm>
              <a:off x="3409951" y="4786313"/>
              <a:ext cx="142875" cy="19050"/>
            </a:xfrm>
            <a:custGeom>
              <a:avLst/>
              <a:gdLst>
                <a:gd name="T0" fmla="*/ 3 w 46"/>
                <a:gd name="T1" fmla="*/ 6 h 6"/>
                <a:gd name="T2" fmla="*/ 43 w 46"/>
                <a:gd name="T3" fmla="*/ 6 h 6"/>
                <a:gd name="T4" fmla="*/ 46 w 46"/>
                <a:gd name="T5" fmla="*/ 3 h 6"/>
                <a:gd name="T6" fmla="*/ 43 w 46"/>
                <a:gd name="T7" fmla="*/ 0 h 6"/>
                <a:gd name="T8" fmla="*/ 3 w 46"/>
                <a:gd name="T9" fmla="*/ 0 h 6"/>
                <a:gd name="T10" fmla="*/ 0 w 46"/>
                <a:gd name="T11" fmla="*/ 3 h 6"/>
                <a:gd name="T12" fmla="*/ 3 w 46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6">
                  <a:moveTo>
                    <a:pt x="3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5" y="6"/>
                    <a:pt x="46" y="5"/>
                    <a:pt x="46" y="3"/>
                  </a:cubicBezTo>
                  <a:cubicBezTo>
                    <a:pt x="46" y="1"/>
                    <a:pt x="45" y="0"/>
                    <a:pt x="4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" name="is1i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F08DA36-6031-4950-B3B5-0642FB97AACF}"/>
                </a:ext>
              </a:extLst>
            </p:cNvPr>
            <p:cNvSpPr/>
            <p:nvPr/>
          </p:nvSpPr>
          <p:spPr bwMode="auto">
            <a:xfrm>
              <a:off x="3471863" y="4724400"/>
              <a:ext cx="19050" cy="142875"/>
            </a:xfrm>
            <a:custGeom>
              <a:avLst/>
              <a:gdLst>
                <a:gd name="T0" fmla="*/ 0 w 6"/>
                <a:gd name="T1" fmla="*/ 3 h 46"/>
                <a:gd name="T2" fmla="*/ 0 w 6"/>
                <a:gd name="T3" fmla="*/ 43 h 46"/>
                <a:gd name="T4" fmla="*/ 3 w 6"/>
                <a:gd name="T5" fmla="*/ 46 h 46"/>
                <a:gd name="T6" fmla="*/ 6 w 6"/>
                <a:gd name="T7" fmla="*/ 43 h 46"/>
                <a:gd name="T8" fmla="*/ 6 w 6"/>
                <a:gd name="T9" fmla="*/ 3 h 46"/>
                <a:gd name="T10" fmla="*/ 3 w 6"/>
                <a:gd name="T11" fmla="*/ 0 h 46"/>
                <a:gd name="T12" fmla="*/ 0 w 6"/>
                <a:gd name="T13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6">
                  <a:moveTo>
                    <a:pt x="0" y="3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5"/>
                    <a:pt x="2" y="46"/>
                    <a:pt x="3" y="46"/>
                  </a:cubicBezTo>
                  <a:cubicBezTo>
                    <a:pt x="5" y="46"/>
                    <a:pt x="6" y="45"/>
                    <a:pt x="6" y="4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" name="îṡļï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8B97BF6-46C8-41D8-8981-8C8DA57288CF}"/>
                </a:ext>
              </a:extLst>
            </p:cNvPr>
            <p:cNvSpPr/>
            <p:nvPr/>
          </p:nvSpPr>
          <p:spPr bwMode="auto">
            <a:xfrm>
              <a:off x="3924301" y="3470275"/>
              <a:ext cx="80963" cy="142875"/>
            </a:xfrm>
            <a:custGeom>
              <a:avLst/>
              <a:gdLst>
                <a:gd name="T0" fmla="*/ 3 w 26"/>
                <a:gd name="T1" fmla="*/ 6 h 46"/>
                <a:gd name="T2" fmla="*/ 15 w 26"/>
                <a:gd name="T3" fmla="*/ 11 h 46"/>
                <a:gd name="T4" fmla="*/ 20 w 26"/>
                <a:gd name="T5" fmla="*/ 23 h 46"/>
                <a:gd name="T6" fmla="*/ 15 w 26"/>
                <a:gd name="T7" fmla="*/ 35 h 46"/>
                <a:gd name="T8" fmla="*/ 3 w 26"/>
                <a:gd name="T9" fmla="*/ 40 h 46"/>
                <a:gd name="T10" fmla="*/ 0 w 26"/>
                <a:gd name="T11" fmla="*/ 43 h 46"/>
                <a:gd name="T12" fmla="*/ 3 w 26"/>
                <a:gd name="T13" fmla="*/ 46 h 46"/>
                <a:gd name="T14" fmla="*/ 26 w 26"/>
                <a:gd name="T15" fmla="*/ 23 h 46"/>
                <a:gd name="T16" fmla="*/ 3 w 26"/>
                <a:gd name="T17" fmla="*/ 0 h 46"/>
                <a:gd name="T18" fmla="*/ 0 w 26"/>
                <a:gd name="T19" fmla="*/ 3 h 46"/>
                <a:gd name="T20" fmla="*/ 3 w 26"/>
                <a:gd name="T21" fmla="*/ 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46">
                  <a:moveTo>
                    <a:pt x="3" y="6"/>
                  </a:moveTo>
                  <a:cubicBezTo>
                    <a:pt x="8" y="6"/>
                    <a:pt x="12" y="8"/>
                    <a:pt x="15" y="11"/>
                  </a:cubicBezTo>
                  <a:cubicBezTo>
                    <a:pt x="19" y="14"/>
                    <a:pt x="20" y="18"/>
                    <a:pt x="20" y="23"/>
                  </a:cubicBezTo>
                  <a:cubicBezTo>
                    <a:pt x="20" y="27"/>
                    <a:pt x="19" y="32"/>
                    <a:pt x="15" y="35"/>
                  </a:cubicBezTo>
                  <a:cubicBezTo>
                    <a:pt x="12" y="38"/>
                    <a:pt x="8" y="40"/>
                    <a:pt x="3" y="40"/>
                  </a:cubicBezTo>
                  <a:cubicBezTo>
                    <a:pt x="2" y="40"/>
                    <a:pt x="0" y="41"/>
                    <a:pt x="0" y="43"/>
                  </a:cubicBezTo>
                  <a:cubicBezTo>
                    <a:pt x="0" y="44"/>
                    <a:pt x="2" y="46"/>
                    <a:pt x="3" y="46"/>
                  </a:cubicBezTo>
                  <a:cubicBezTo>
                    <a:pt x="16" y="46"/>
                    <a:pt x="26" y="35"/>
                    <a:pt x="26" y="23"/>
                  </a:cubicBezTo>
                  <a:cubicBezTo>
                    <a:pt x="26" y="10"/>
                    <a:pt x="16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" name="îŝḷï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A5ABF9A-21CA-436C-887D-12C4E82C5D5C}"/>
                </a:ext>
              </a:extLst>
            </p:cNvPr>
            <p:cNvSpPr/>
            <p:nvPr/>
          </p:nvSpPr>
          <p:spPr bwMode="auto">
            <a:xfrm>
              <a:off x="4576763" y="2298700"/>
              <a:ext cx="203200" cy="19050"/>
            </a:xfrm>
            <a:custGeom>
              <a:avLst/>
              <a:gdLst>
                <a:gd name="T0" fmla="*/ 3 w 65"/>
                <a:gd name="T1" fmla="*/ 6 h 6"/>
                <a:gd name="T2" fmla="*/ 62 w 65"/>
                <a:gd name="T3" fmla="*/ 6 h 6"/>
                <a:gd name="T4" fmla="*/ 65 w 65"/>
                <a:gd name="T5" fmla="*/ 3 h 6"/>
                <a:gd name="T6" fmla="*/ 62 w 65"/>
                <a:gd name="T7" fmla="*/ 0 h 6"/>
                <a:gd name="T8" fmla="*/ 3 w 65"/>
                <a:gd name="T9" fmla="*/ 0 h 6"/>
                <a:gd name="T10" fmla="*/ 0 w 65"/>
                <a:gd name="T11" fmla="*/ 3 h 6"/>
                <a:gd name="T12" fmla="*/ 3 w 65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6">
                  <a:moveTo>
                    <a:pt x="3" y="6"/>
                  </a:moveTo>
                  <a:cubicBezTo>
                    <a:pt x="62" y="6"/>
                    <a:pt x="62" y="6"/>
                    <a:pt x="62" y="6"/>
                  </a:cubicBezTo>
                  <a:cubicBezTo>
                    <a:pt x="63" y="6"/>
                    <a:pt x="65" y="4"/>
                    <a:pt x="65" y="3"/>
                  </a:cubicBezTo>
                  <a:cubicBezTo>
                    <a:pt x="65" y="1"/>
                    <a:pt x="63" y="0"/>
                    <a:pt x="6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" name="î$ļî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B156185-C19F-4E11-9D83-AEEC9D81150D}"/>
                </a:ext>
              </a:extLst>
            </p:cNvPr>
            <p:cNvSpPr/>
            <p:nvPr/>
          </p:nvSpPr>
          <p:spPr bwMode="auto">
            <a:xfrm>
              <a:off x="4870451" y="2298700"/>
              <a:ext cx="100013" cy="19050"/>
            </a:xfrm>
            <a:custGeom>
              <a:avLst/>
              <a:gdLst>
                <a:gd name="T0" fmla="*/ 3 w 32"/>
                <a:gd name="T1" fmla="*/ 6 h 6"/>
                <a:gd name="T2" fmla="*/ 29 w 32"/>
                <a:gd name="T3" fmla="*/ 6 h 6"/>
                <a:gd name="T4" fmla="*/ 32 w 32"/>
                <a:gd name="T5" fmla="*/ 3 h 6"/>
                <a:gd name="T6" fmla="*/ 29 w 32"/>
                <a:gd name="T7" fmla="*/ 0 h 6"/>
                <a:gd name="T8" fmla="*/ 3 w 32"/>
                <a:gd name="T9" fmla="*/ 0 h 6"/>
                <a:gd name="T10" fmla="*/ 0 w 32"/>
                <a:gd name="T11" fmla="*/ 3 h 6"/>
                <a:gd name="T12" fmla="*/ 3 w 3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6">
                  <a:moveTo>
                    <a:pt x="3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31" y="6"/>
                    <a:pt x="32" y="4"/>
                    <a:pt x="32" y="3"/>
                  </a:cubicBezTo>
                  <a:cubicBezTo>
                    <a:pt x="32" y="1"/>
                    <a:pt x="31" y="0"/>
                    <a:pt x="2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" name="ïṡļî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6E7394B-744D-4C0F-9968-4AFBD027526B}"/>
                </a:ext>
              </a:extLst>
            </p:cNvPr>
            <p:cNvSpPr/>
            <p:nvPr/>
          </p:nvSpPr>
          <p:spPr bwMode="auto">
            <a:xfrm>
              <a:off x="7618413" y="3406775"/>
              <a:ext cx="19050" cy="141288"/>
            </a:xfrm>
            <a:custGeom>
              <a:avLst/>
              <a:gdLst>
                <a:gd name="T0" fmla="*/ 6 w 6"/>
                <a:gd name="T1" fmla="*/ 42 h 45"/>
                <a:gd name="T2" fmla="*/ 6 w 6"/>
                <a:gd name="T3" fmla="*/ 3 h 45"/>
                <a:gd name="T4" fmla="*/ 3 w 6"/>
                <a:gd name="T5" fmla="*/ 0 h 45"/>
                <a:gd name="T6" fmla="*/ 0 w 6"/>
                <a:gd name="T7" fmla="*/ 3 h 45"/>
                <a:gd name="T8" fmla="*/ 0 w 6"/>
                <a:gd name="T9" fmla="*/ 42 h 45"/>
                <a:gd name="T10" fmla="*/ 3 w 6"/>
                <a:gd name="T11" fmla="*/ 45 h 45"/>
                <a:gd name="T12" fmla="*/ 6 w 6"/>
                <a:gd name="T13" fmla="*/ 4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5">
                  <a:moveTo>
                    <a:pt x="6" y="42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4"/>
                    <a:pt x="2" y="45"/>
                    <a:pt x="3" y="45"/>
                  </a:cubicBezTo>
                  <a:cubicBezTo>
                    <a:pt x="5" y="45"/>
                    <a:pt x="6" y="44"/>
                    <a:pt x="6" y="42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" name="ïs1i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458DFF2-12A7-422C-8DCE-0F91725140EC}"/>
                </a:ext>
              </a:extLst>
            </p:cNvPr>
            <p:cNvSpPr/>
            <p:nvPr/>
          </p:nvSpPr>
          <p:spPr bwMode="auto">
            <a:xfrm>
              <a:off x="7618413" y="3279775"/>
              <a:ext cx="19050" cy="71438"/>
            </a:xfrm>
            <a:custGeom>
              <a:avLst/>
              <a:gdLst>
                <a:gd name="T0" fmla="*/ 6 w 6"/>
                <a:gd name="T1" fmla="*/ 20 h 23"/>
                <a:gd name="T2" fmla="*/ 6 w 6"/>
                <a:gd name="T3" fmla="*/ 3 h 23"/>
                <a:gd name="T4" fmla="*/ 3 w 6"/>
                <a:gd name="T5" fmla="*/ 0 h 23"/>
                <a:gd name="T6" fmla="*/ 0 w 6"/>
                <a:gd name="T7" fmla="*/ 3 h 23"/>
                <a:gd name="T8" fmla="*/ 0 w 6"/>
                <a:gd name="T9" fmla="*/ 20 h 23"/>
                <a:gd name="T10" fmla="*/ 3 w 6"/>
                <a:gd name="T11" fmla="*/ 23 h 23"/>
                <a:gd name="T12" fmla="*/ 6 w 6"/>
                <a:gd name="T13" fmla="*/ 2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23">
                  <a:moveTo>
                    <a:pt x="6" y="20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2"/>
                    <a:pt x="2" y="23"/>
                    <a:pt x="3" y="23"/>
                  </a:cubicBezTo>
                  <a:cubicBezTo>
                    <a:pt x="5" y="23"/>
                    <a:pt x="6" y="22"/>
                    <a:pt x="6" y="20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" name="iŝḻî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E2269C7-D5F7-4F6D-8138-1433C1B45D06}"/>
                </a:ext>
              </a:extLst>
            </p:cNvPr>
            <p:cNvSpPr/>
            <p:nvPr/>
          </p:nvSpPr>
          <p:spPr bwMode="auto">
            <a:xfrm>
              <a:off x="4543426" y="4918075"/>
              <a:ext cx="19050" cy="139700"/>
            </a:xfrm>
            <a:custGeom>
              <a:avLst/>
              <a:gdLst>
                <a:gd name="T0" fmla="*/ 6 w 6"/>
                <a:gd name="T1" fmla="*/ 42 h 45"/>
                <a:gd name="T2" fmla="*/ 6 w 6"/>
                <a:gd name="T3" fmla="*/ 3 h 45"/>
                <a:gd name="T4" fmla="*/ 3 w 6"/>
                <a:gd name="T5" fmla="*/ 0 h 45"/>
                <a:gd name="T6" fmla="*/ 0 w 6"/>
                <a:gd name="T7" fmla="*/ 3 h 45"/>
                <a:gd name="T8" fmla="*/ 0 w 6"/>
                <a:gd name="T9" fmla="*/ 42 h 45"/>
                <a:gd name="T10" fmla="*/ 3 w 6"/>
                <a:gd name="T11" fmla="*/ 45 h 45"/>
                <a:gd name="T12" fmla="*/ 6 w 6"/>
                <a:gd name="T13" fmla="*/ 4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5">
                  <a:moveTo>
                    <a:pt x="6" y="42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4"/>
                    <a:pt x="2" y="45"/>
                    <a:pt x="3" y="45"/>
                  </a:cubicBezTo>
                  <a:cubicBezTo>
                    <a:pt x="5" y="45"/>
                    <a:pt x="6" y="44"/>
                    <a:pt x="6" y="42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" name="îṧḷí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F26F765-4B2E-4A22-BA26-5D431791E506}"/>
                </a:ext>
              </a:extLst>
            </p:cNvPr>
            <p:cNvSpPr/>
            <p:nvPr/>
          </p:nvSpPr>
          <p:spPr bwMode="auto">
            <a:xfrm>
              <a:off x="4543426" y="4789488"/>
              <a:ext cx="19050" cy="71438"/>
            </a:xfrm>
            <a:custGeom>
              <a:avLst/>
              <a:gdLst>
                <a:gd name="T0" fmla="*/ 6 w 6"/>
                <a:gd name="T1" fmla="*/ 20 h 23"/>
                <a:gd name="T2" fmla="*/ 6 w 6"/>
                <a:gd name="T3" fmla="*/ 3 h 23"/>
                <a:gd name="T4" fmla="*/ 3 w 6"/>
                <a:gd name="T5" fmla="*/ 0 h 23"/>
                <a:gd name="T6" fmla="*/ 0 w 6"/>
                <a:gd name="T7" fmla="*/ 3 h 23"/>
                <a:gd name="T8" fmla="*/ 0 w 6"/>
                <a:gd name="T9" fmla="*/ 20 h 23"/>
                <a:gd name="T10" fmla="*/ 3 w 6"/>
                <a:gd name="T11" fmla="*/ 23 h 23"/>
                <a:gd name="T12" fmla="*/ 6 w 6"/>
                <a:gd name="T13" fmla="*/ 2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23">
                  <a:moveTo>
                    <a:pt x="6" y="20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2"/>
                    <a:pt x="2" y="23"/>
                    <a:pt x="3" y="23"/>
                  </a:cubicBezTo>
                  <a:cubicBezTo>
                    <a:pt x="5" y="23"/>
                    <a:pt x="6" y="22"/>
                    <a:pt x="6" y="20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" name="íṣḷ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C475FBF-22A3-4EBE-8ECF-7E6352F56112}"/>
                </a:ext>
              </a:extLst>
            </p:cNvPr>
            <p:cNvSpPr/>
            <p:nvPr/>
          </p:nvSpPr>
          <p:spPr bwMode="auto">
            <a:xfrm>
              <a:off x="4864101" y="1320800"/>
              <a:ext cx="106363" cy="106363"/>
            </a:xfrm>
            <a:custGeom>
              <a:avLst/>
              <a:gdLst>
                <a:gd name="T0" fmla="*/ 31 w 34"/>
                <a:gd name="T1" fmla="*/ 17 h 34"/>
                <a:gd name="T2" fmla="*/ 28 w 34"/>
                <a:gd name="T3" fmla="*/ 17 h 34"/>
                <a:gd name="T4" fmla="*/ 17 w 34"/>
                <a:gd name="T5" fmla="*/ 28 h 34"/>
                <a:gd name="T6" fmla="*/ 6 w 34"/>
                <a:gd name="T7" fmla="*/ 17 h 34"/>
                <a:gd name="T8" fmla="*/ 17 w 34"/>
                <a:gd name="T9" fmla="*/ 6 h 34"/>
                <a:gd name="T10" fmla="*/ 28 w 34"/>
                <a:gd name="T11" fmla="*/ 17 h 34"/>
                <a:gd name="T12" fmla="*/ 31 w 34"/>
                <a:gd name="T13" fmla="*/ 17 h 34"/>
                <a:gd name="T14" fmla="*/ 34 w 34"/>
                <a:gd name="T15" fmla="*/ 17 h 34"/>
                <a:gd name="T16" fmla="*/ 17 w 34"/>
                <a:gd name="T17" fmla="*/ 0 h 34"/>
                <a:gd name="T18" fmla="*/ 0 w 34"/>
                <a:gd name="T19" fmla="*/ 17 h 34"/>
                <a:gd name="T20" fmla="*/ 17 w 34"/>
                <a:gd name="T21" fmla="*/ 34 h 34"/>
                <a:gd name="T22" fmla="*/ 34 w 34"/>
                <a:gd name="T23" fmla="*/ 17 h 34"/>
                <a:gd name="T24" fmla="*/ 31 w 34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4">
                  <a:moveTo>
                    <a:pt x="31" y="17"/>
                  </a:moveTo>
                  <a:cubicBezTo>
                    <a:pt x="28" y="17"/>
                    <a:pt x="28" y="17"/>
                    <a:pt x="28" y="17"/>
                  </a:cubicBezTo>
                  <a:cubicBezTo>
                    <a:pt x="28" y="23"/>
                    <a:pt x="23" y="28"/>
                    <a:pt x="17" y="28"/>
                  </a:cubicBezTo>
                  <a:cubicBezTo>
                    <a:pt x="10" y="28"/>
                    <a:pt x="6" y="23"/>
                    <a:pt x="6" y="17"/>
                  </a:cubicBezTo>
                  <a:cubicBezTo>
                    <a:pt x="6" y="11"/>
                    <a:pt x="10" y="6"/>
                    <a:pt x="17" y="6"/>
                  </a:cubicBezTo>
                  <a:cubicBezTo>
                    <a:pt x="23" y="6"/>
                    <a:pt x="28" y="11"/>
                    <a:pt x="28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7"/>
                    <a:pt x="26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lnTo>
                    <a:pt x="31" y="17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" name="íṡḷí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35252EE-D43B-445A-91FA-5FC496892F82}"/>
                </a:ext>
              </a:extLst>
            </p:cNvPr>
            <p:cNvSpPr/>
            <p:nvPr/>
          </p:nvSpPr>
          <p:spPr bwMode="auto">
            <a:xfrm>
              <a:off x="6678613" y="6010275"/>
              <a:ext cx="106363" cy="106363"/>
            </a:xfrm>
            <a:custGeom>
              <a:avLst/>
              <a:gdLst>
                <a:gd name="T0" fmla="*/ 31 w 34"/>
                <a:gd name="T1" fmla="*/ 17 h 34"/>
                <a:gd name="T2" fmla="*/ 28 w 34"/>
                <a:gd name="T3" fmla="*/ 17 h 34"/>
                <a:gd name="T4" fmla="*/ 17 w 34"/>
                <a:gd name="T5" fmla="*/ 28 h 34"/>
                <a:gd name="T6" fmla="*/ 6 w 34"/>
                <a:gd name="T7" fmla="*/ 17 h 34"/>
                <a:gd name="T8" fmla="*/ 17 w 34"/>
                <a:gd name="T9" fmla="*/ 6 h 34"/>
                <a:gd name="T10" fmla="*/ 28 w 34"/>
                <a:gd name="T11" fmla="*/ 17 h 34"/>
                <a:gd name="T12" fmla="*/ 31 w 34"/>
                <a:gd name="T13" fmla="*/ 17 h 34"/>
                <a:gd name="T14" fmla="*/ 34 w 34"/>
                <a:gd name="T15" fmla="*/ 17 h 34"/>
                <a:gd name="T16" fmla="*/ 17 w 34"/>
                <a:gd name="T17" fmla="*/ 0 h 34"/>
                <a:gd name="T18" fmla="*/ 0 w 34"/>
                <a:gd name="T19" fmla="*/ 17 h 34"/>
                <a:gd name="T20" fmla="*/ 17 w 34"/>
                <a:gd name="T21" fmla="*/ 34 h 34"/>
                <a:gd name="T22" fmla="*/ 34 w 34"/>
                <a:gd name="T23" fmla="*/ 17 h 34"/>
                <a:gd name="T24" fmla="*/ 31 w 34"/>
                <a:gd name="T25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" h="34">
                  <a:moveTo>
                    <a:pt x="31" y="17"/>
                  </a:moveTo>
                  <a:cubicBezTo>
                    <a:pt x="28" y="17"/>
                    <a:pt x="28" y="17"/>
                    <a:pt x="28" y="17"/>
                  </a:cubicBezTo>
                  <a:cubicBezTo>
                    <a:pt x="28" y="23"/>
                    <a:pt x="23" y="28"/>
                    <a:pt x="17" y="28"/>
                  </a:cubicBezTo>
                  <a:cubicBezTo>
                    <a:pt x="11" y="28"/>
                    <a:pt x="6" y="23"/>
                    <a:pt x="6" y="17"/>
                  </a:cubicBezTo>
                  <a:cubicBezTo>
                    <a:pt x="6" y="11"/>
                    <a:pt x="11" y="6"/>
                    <a:pt x="17" y="6"/>
                  </a:cubicBezTo>
                  <a:cubicBezTo>
                    <a:pt x="23" y="6"/>
                    <a:pt x="28" y="11"/>
                    <a:pt x="28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7"/>
                    <a:pt x="26" y="0"/>
                    <a:pt x="17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4"/>
                    <a:pt x="17" y="34"/>
                  </a:cubicBezTo>
                  <a:cubicBezTo>
                    <a:pt x="26" y="34"/>
                    <a:pt x="34" y="26"/>
                    <a:pt x="34" y="17"/>
                  </a:cubicBezTo>
                  <a:lnTo>
                    <a:pt x="31" y="17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" name="íšli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376F2BA-9B93-4ABD-AE6D-14B4AA1A5CC9}"/>
                </a:ext>
              </a:extLst>
            </p:cNvPr>
            <p:cNvSpPr/>
            <p:nvPr/>
          </p:nvSpPr>
          <p:spPr bwMode="auto">
            <a:xfrm>
              <a:off x="5457826" y="1081088"/>
              <a:ext cx="479425" cy="479425"/>
            </a:xfrm>
            <a:custGeom>
              <a:avLst/>
              <a:gdLst>
                <a:gd name="T0" fmla="*/ 30 w 154"/>
                <a:gd name="T1" fmla="*/ 107 h 154"/>
                <a:gd name="T2" fmla="*/ 26 w 154"/>
                <a:gd name="T3" fmla="*/ 103 h 154"/>
                <a:gd name="T4" fmla="*/ 30 w 154"/>
                <a:gd name="T5" fmla="*/ 99 h 154"/>
                <a:gd name="T6" fmla="*/ 30 w 154"/>
                <a:gd name="T7" fmla="*/ 99 h 154"/>
                <a:gd name="T8" fmla="*/ 34 w 154"/>
                <a:gd name="T9" fmla="*/ 102 h 154"/>
                <a:gd name="T10" fmla="*/ 31 w 154"/>
                <a:gd name="T11" fmla="*/ 107 h 154"/>
                <a:gd name="T12" fmla="*/ 30 w 154"/>
                <a:gd name="T13" fmla="*/ 107 h 154"/>
                <a:gd name="T14" fmla="*/ 54 w 154"/>
                <a:gd name="T15" fmla="*/ 104 h 154"/>
                <a:gd name="T16" fmla="*/ 50 w 154"/>
                <a:gd name="T17" fmla="*/ 101 h 154"/>
                <a:gd name="T18" fmla="*/ 54 w 154"/>
                <a:gd name="T19" fmla="*/ 96 h 154"/>
                <a:gd name="T20" fmla="*/ 54 w 154"/>
                <a:gd name="T21" fmla="*/ 96 h 154"/>
                <a:gd name="T22" fmla="*/ 58 w 154"/>
                <a:gd name="T23" fmla="*/ 100 h 154"/>
                <a:gd name="T24" fmla="*/ 54 w 154"/>
                <a:gd name="T25" fmla="*/ 104 h 154"/>
                <a:gd name="T26" fmla="*/ 54 w 154"/>
                <a:gd name="T27" fmla="*/ 104 h 154"/>
                <a:gd name="T28" fmla="*/ 78 w 154"/>
                <a:gd name="T29" fmla="*/ 103 h 154"/>
                <a:gd name="T30" fmla="*/ 74 w 154"/>
                <a:gd name="T31" fmla="*/ 99 h 154"/>
                <a:gd name="T32" fmla="*/ 78 w 154"/>
                <a:gd name="T33" fmla="*/ 95 h 154"/>
                <a:gd name="T34" fmla="*/ 78 w 154"/>
                <a:gd name="T35" fmla="*/ 95 h 154"/>
                <a:gd name="T36" fmla="*/ 82 w 154"/>
                <a:gd name="T37" fmla="*/ 99 h 154"/>
                <a:gd name="T38" fmla="*/ 78 w 154"/>
                <a:gd name="T39" fmla="*/ 103 h 154"/>
                <a:gd name="T40" fmla="*/ 78 w 154"/>
                <a:gd name="T41" fmla="*/ 103 h 154"/>
                <a:gd name="T42" fmla="*/ 126 w 154"/>
                <a:gd name="T43" fmla="*/ 102 h 154"/>
                <a:gd name="T44" fmla="*/ 122 w 154"/>
                <a:gd name="T45" fmla="*/ 98 h 154"/>
                <a:gd name="T46" fmla="*/ 126 w 154"/>
                <a:gd name="T47" fmla="*/ 94 h 154"/>
                <a:gd name="T48" fmla="*/ 126 w 154"/>
                <a:gd name="T49" fmla="*/ 94 h 154"/>
                <a:gd name="T50" fmla="*/ 126 w 154"/>
                <a:gd name="T51" fmla="*/ 94 h 154"/>
                <a:gd name="T52" fmla="*/ 130 w 154"/>
                <a:gd name="T53" fmla="*/ 98 h 154"/>
                <a:gd name="T54" fmla="*/ 126 w 154"/>
                <a:gd name="T55" fmla="*/ 102 h 154"/>
                <a:gd name="T56" fmla="*/ 126 w 154"/>
                <a:gd name="T57" fmla="*/ 102 h 154"/>
                <a:gd name="T58" fmla="*/ 126 w 154"/>
                <a:gd name="T59" fmla="*/ 102 h 154"/>
                <a:gd name="T60" fmla="*/ 102 w 154"/>
                <a:gd name="T61" fmla="*/ 94 h 154"/>
                <a:gd name="T62" fmla="*/ 102 w 154"/>
                <a:gd name="T63" fmla="*/ 94 h 154"/>
                <a:gd name="T64" fmla="*/ 106 w 154"/>
                <a:gd name="T65" fmla="*/ 98 h 154"/>
                <a:gd name="T66" fmla="*/ 102 w 154"/>
                <a:gd name="T67" fmla="*/ 102 h 154"/>
                <a:gd name="T68" fmla="*/ 102 w 154"/>
                <a:gd name="T69" fmla="*/ 102 h 154"/>
                <a:gd name="T70" fmla="*/ 98 w 154"/>
                <a:gd name="T71" fmla="*/ 98 h 154"/>
                <a:gd name="T72" fmla="*/ 102 w 154"/>
                <a:gd name="T73" fmla="*/ 94 h 154"/>
                <a:gd name="T74" fmla="*/ 102 w 154"/>
                <a:gd name="T75" fmla="*/ 94 h 154"/>
                <a:gd name="T76" fmla="*/ 77 w 154"/>
                <a:gd name="T77" fmla="*/ 0 h 154"/>
                <a:gd name="T78" fmla="*/ 0 w 154"/>
                <a:gd name="T79" fmla="*/ 77 h 154"/>
                <a:gd name="T80" fmla="*/ 4 w 154"/>
                <a:gd name="T81" fmla="*/ 102 h 154"/>
                <a:gd name="T82" fmla="*/ 6 w 154"/>
                <a:gd name="T83" fmla="*/ 102 h 154"/>
                <a:gd name="T84" fmla="*/ 6 w 154"/>
                <a:gd name="T85" fmla="*/ 102 h 154"/>
                <a:gd name="T86" fmla="*/ 6 w 154"/>
                <a:gd name="T87" fmla="*/ 102 h 154"/>
                <a:gd name="T88" fmla="*/ 10 w 154"/>
                <a:gd name="T89" fmla="*/ 105 h 154"/>
                <a:gd name="T90" fmla="*/ 7 w 154"/>
                <a:gd name="T91" fmla="*/ 109 h 154"/>
                <a:gd name="T92" fmla="*/ 7 w 154"/>
                <a:gd name="T93" fmla="*/ 109 h 154"/>
                <a:gd name="T94" fmla="*/ 7 w 154"/>
                <a:gd name="T95" fmla="*/ 109 h 154"/>
                <a:gd name="T96" fmla="*/ 77 w 154"/>
                <a:gd name="T97" fmla="*/ 154 h 154"/>
                <a:gd name="T98" fmla="*/ 150 w 154"/>
                <a:gd name="T99" fmla="*/ 103 h 154"/>
                <a:gd name="T100" fmla="*/ 146 w 154"/>
                <a:gd name="T101" fmla="*/ 99 h 154"/>
                <a:gd name="T102" fmla="*/ 150 w 154"/>
                <a:gd name="T103" fmla="*/ 95 h 154"/>
                <a:gd name="T104" fmla="*/ 150 w 154"/>
                <a:gd name="T105" fmla="*/ 95 h 154"/>
                <a:gd name="T106" fmla="*/ 150 w 154"/>
                <a:gd name="T107" fmla="*/ 95 h 154"/>
                <a:gd name="T108" fmla="*/ 152 w 154"/>
                <a:gd name="T109" fmla="*/ 96 h 154"/>
                <a:gd name="T110" fmla="*/ 154 w 154"/>
                <a:gd name="T111" fmla="*/ 77 h 154"/>
                <a:gd name="T112" fmla="*/ 77 w 154"/>
                <a:gd name="T113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4" h="154">
                  <a:moveTo>
                    <a:pt x="30" y="107"/>
                  </a:moveTo>
                  <a:cubicBezTo>
                    <a:pt x="28" y="107"/>
                    <a:pt x="26" y="105"/>
                    <a:pt x="26" y="103"/>
                  </a:cubicBezTo>
                  <a:cubicBezTo>
                    <a:pt x="26" y="101"/>
                    <a:pt x="28" y="99"/>
                    <a:pt x="30" y="99"/>
                  </a:cubicBezTo>
                  <a:cubicBezTo>
                    <a:pt x="30" y="99"/>
                    <a:pt x="30" y="99"/>
                    <a:pt x="30" y="99"/>
                  </a:cubicBezTo>
                  <a:cubicBezTo>
                    <a:pt x="32" y="99"/>
                    <a:pt x="34" y="100"/>
                    <a:pt x="34" y="102"/>
                  </a:cubicBezTo>
                  <a:cubicBezTo>
                    <a:pt x="34" y="104"/>
                    <a:pt x="33" y="106"/>
                    <a:pt x="31" y="107"/>
                  </a:cubicBezTo>
                  <a:cubicBezTo>
                    <a:pt x="31" y="107"/>
                    <a:pt x="30" y="107"/>
                    <a:pt x="30" y="107"/>
                  </a:cubicBezTo>
                  <a:moveTo>
                    <a:pt x="54" y="104"/>
                  </a:moveTo>
                  <a:cubicBezTo>
                    <a:pt x="52" y="104"/>
                    <a:pt x="50" y="103"/>
                    <a:pt x="50" y="101"/>
                  </a:cubicBezTo>
                  <a:cubicBezTo>
                    <a:pt x="50" y="98"/>
                    <a:pt x="52" y="97"/>
                    <a:pt x="54" y="96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56" y="96"/>
                    <a:pt x="58" y="98"/>
                    <a:pt x="58" y="100"/>
                  </a:cubicBezTo>
                  <a:cubicBezTo>
                    <a:pt x="58" y="102"/>
                    <a:pt x="57" y="104"/>
                    <a:pt x="54" y="104"/>
                  </a:cubicBezTo>
                  <a:cubicBezTo>
                    <a:pt x="54" y="104"/>
                    <a:pt x="54" y="104"/>
                    <a:pt x="54" y="104"/>
                  </a:cubicBezTo>
                  <a:moveTo>
                    <a:pt x="78" y="103"/>
                  </a:moveTo>
                  <a:cubicBezTo>
                    <a:pt x="76" y="103"/>
                    <a:pt x="74" y="101"/>
                    <a:pt x="74" y="99"/>
                  </a:cubicBezTo>
                  <a:cubicBezTo>
                    <a:pt x="74" y="97"/>
                    <a:pt x="76" y="95"/>
                    <a:pt x="78" y="95"/>
                  </a:cubicBezTo>
                  <a:cubicBezTo>
                    <a:pt x="78" y="95"/>
                    <a:pt x="78" y="95"/>
                    <a:pt x="78" y="95"/>
                  </a:cubicBezTo>
                  <a:cubicBezTo>
                    <a:pt x="80" y="95"/>
                    <a:pt x="82" y="97"/>
                    <a:pt x="82" y="99"/>
                  </a:cubicBezTo>
                  <a:cubicBezTo>
                    <a:pt x="82" y="101"/>
                    <a:pt x="81" y="103"/>
                    <a:pt x="78" y="103"/>
                  </a:cubicBezTo>
                  <a:cubicBezTo>
                    <a:pt x="78" y="103"/>
                    <a:pt x="78" y="103"/>
                    <a:pt x="78" y="103"/>
                  </a:cubicBezTo>
                  <a:moveTo>
                    <a:pt x="126" y="102"/>
                  </a:moveTo>
                  <a:cubicBezTo>
                    <a:pt x="124" y="102"/>
                    <a:pt x="122" y="101"/>
                    <a:pt x="122" y="98"/>
                  </a:cubicBezTo>
                  <a:cubicBezTo>
                    <a:pt x="122" y="96"/>
                    <a:pt x="124" y="94"/>
                    <a:pt x="126" y="94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8" y="94"/>
                    <a:pt x="130" y="96"/>
                    <a:pt x="130" y="98"/>
                  </a:cubicBezTo>
                  <a:cubicBezTo>
                    <a:pt x="130" y="101"/>
                    <a:pt x="128" y="102"/>
                    <a:pt x="126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26" y="102"/>
                    <a:pt x="126" y="102"/>
                    <a:pt x="126" y="102"/>
                  </a:cubicBezTo>
                  <a:moveTo>
                    <a:pt x="102" y="94"/>
                  </a:moveTo>
                  <a:cubicBezTo>
                    <a:pt x="102" y="94"/>
                    <a:pt x="102" y="94"/>
                    <a:pt x="102" y="94"/>
                  </a:cubicBezTo>
                  <a:cubicBezTo>
                    <a:pt x="104" y="94"/>
                    <a:pt x="106" y="96"/>
                    <a:pt x="106" y="98"/>
                  </a:cubicBezTo>
                  <a:cubicBezTo>
                    <a:pt x="106" y="100"/>
                    <a:pt x="104" y="102"/>
                    <a:pt x="102" y="102"/>
                  </a:cubicBezTo>
                  <a:cubicBezTo>
                    <a:pt x="102" y="102"/>
                    <a:pt x="102" y="102"/>
                    <a:pt x="102" y="102"/>
                  </a:cubicBezTo>
                  <a:cubicBezTo>
                    <a:pt x="100" y="102"/>
                    <a:pt x="98" y="101"/>
                    <a:pt x="98" y="98"/>
                  </a:cubicBezTo>
                  <a:cubicBezTo>
                    <a:pt x="98" y="96"/>
                    <a:pt x="100" y="94"/>
                    <a:pt x="102" y="94"/>
                  </a:cubicBezTo>
                  <a:cubicBezTo>
                    <a:pt x="102" y="94"/>
                    <a:pt x="102" y="94"/>
                    <a:pt x="102" y="94"/>
                  </a:cubicBezTo>
                  <a:moveTo>
                    <a:pt x="77" y="0"/>
                  </a:moveTo>
                  <a:cubicBezTo>
                    <a:pt x="34" y="0"/>
                    <a:pt x="0" y="34"/>
                    <a:pt x="0" y="77"/>
                  </a:cubicBezTo>
                  <a:cubicBezTo>
                    <a:pt x="0" y="86"/>
                    <a:pt x="1" y="94"/>
                    <a:pt x="4" y="102"/>
                  </a:cubicBezTo>
                  <a:cubicBezTo>
                    <a:pt x="5" y="102"/>
                    <a:pt x="5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2"/>
                    <a:pt x="10" y="103"/>
                    <a:pt x="10" y="105"/>
                  </a:cubicBezTo>
                  <a:cubicBezTo>
                    <a:pt x="11" y="107"/>
                    <a:pt x="9" y="109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19" y="136"/>
                    <a:pt x="46" y="154"/>
                    <a:pt x="77" y="154"/>
                  </a:cubicBezTo>
                  <a:cubicBezTo>
                    <a:pt x="111" y="154"/>
                    <a:pt x="139" y="133"/>
                    <a:pt x="150" y="103"/>
                  </a:cubicBezTo>
                  <a:cubicBezTo>
                    <a:pt x="148" y="103"/>
                    <a:pt x="146" y="101"/>
                    <a:pt x="146" y="99"/>
                  </a:cubicBezTo>
                  <a:cubicBezTo>
                    <a:pt x="146" y="97"/>
                    <a:pt x="148" y="95"/>
                    <a:pt x="150" y="95"/>
                  </a:cubicBezTo>
                  <a:cubicBezTo>
                    <a:pt x="150" y="95"/>
                    <a:pt x="150" y="95"/>
                    <a:pt x="150" y="95"/>
                  </a:cubicBezTo>
                  <a:cubicBezTo>
                    <a:pt x="150" y="95"/>
                    <a:pt x="150" y="95"/>
                    <a:pt x="150" y="95"/>
                  </a:cubicBezTo>
                  <a:cubicBezTo>
                    <a:pt x="151" y="95"/>
                    <a:pt x="152" y="95"/>
                    <a:pt x="152" y="96"/>
                  </a:cubicBezTo>
                  <a:cubicBezTo>
                    <a:pt x="154" y="90"/>
                    <a:pt x="154" y="84"/>
                    <a:pt x="154" y="77"/>
                  </a:cubicBezTo>
                  <a:cubicBezTo>
                    <a:pt x="154" y="34"/>
                    <a:pt x="120" y="0"/>
                    <a:pt x="7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" name="îṩḷí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F5B51D4-A632-4274-9223-2FE717EC9D36}"/>
                </a:ext>
              </a:extLst>
            </p:cNvPr>
            <p:cNvSpPr/>
            <p:nvPr/>
          </p:nvSpPr>
          <p:spPr bwMode="auto">
            <a:xfrm>
              <a:off x="5470526" y="1374775"/>
              <a:ext cx="460375" cy="46038"/>
            </a:xfrm>
            <a:custGeom>
              <a:avLst/>
              <a:gdLst>
                <a:gd name="T0" fmla="*/ 2 w 148"/>
                <a:gd name="T1" fmla="*/ 8 h 15"/>
                <a:gd name="T2" fmla="*/ 2 w 148"/>
                <a:gd name="T3" fmla="*/ 8 h 15"/>
                <a:gd name="T4" fmla="*/ 2 w 148"/>
                <a:gd name="T5" fmla="*/ 8 h 15"/>
                <a:gd name="T6" fmla="*/ 0 w 148"/>
                <a:gd name="T7" fmla="*/ 8 h 15"/>
                <a:gd name="T8" fmla="*/ 3 w 148"/>
                <a:gd name="T9" fmla="*/ 15 h 15"/>
                <a:gd name="T10" fmla="*/ 3 w 148"/>
                <a:gd name="T11" fmla="*/ 15 h 15"/>
                <a:gd name="T12" fmla="*/ 3 w 148"/>
                <a:gd name="T13" fmla="*/ 15 h 15"/>
                <a:gd name="T14" fmla="*/ 6 w 148"/>
                <a:gd name="T15" fmla="*/ 11 h 15"/>
                <a:gd name="T16" fmla="*/ 2 w 148"/>
                <a:gd name="T17" fmla="*/ 8 h 15"/>
                <a:gd name="T18" fmla="*/ 26 w 148"/>
                <a:gd name="T19" fmla="*/ 5 h 15"/>
                <a:gd name="T20" fmla="*/ 26 w 148"/>
                <a:gd name="T21" fmla="*/ 5 h 15"/>
                <a:gd name="T22" fmla="*/ 22 w 148"/>
                <a:gd name="T23" fmla="*/ 9 h 15"/>
                <a:gd name="T24" fmla="*/ 26 w 148"/>
                <a:gd name="T25" fmla="*/ 13 h 15"/>
                <a:gd name="T26" fmla="*/ 27 w 148"/>
                <a:gd name="T27" fmla="*/ 13 h 15"/>
                <a:gd name="T28" fmla="*/ 30 w 148"/>
                <a:gd name="T29" fmla="*/ 8 h 15"/>
                <a:gd name="T30" fmla="*/ 26 w 148"/>
                <a:gd name="T31" fmla="*/ 5 h 15"/>
                <a:gd name="T32" fmla="*/ 50 w 148"/>
                <a:gd name="T33" fmla="*/ 2 h 15"/>
                <a:gd name="T34" fmla="*/ 50 w 148"/>
                <a:gd name="T35" fmla="*/ 2 h 15"/>
                <a:gd name="T36" fmla="*/ 46 w 148"/>
                <a:gd name="T37" fmla="*/ 7 h 15"/>
                <a:gd name="T38" fmla="*/ 50 w 148"/>
                <a:gd name="T39" fmla="*/ 10 h 15"/>
                <a:gd name="T40" fmla="*/ 50 w 148"/>
                <a:gd name="T41" fmla="*/ 10 h 15"/>
                <a:gd name="T42" fmla="*/ 54 w 148"/>
                <a:gd name="T43" fmla="*/ 6 h 15"/>
                <a:gd name="T44" fmla="*/ 50 w 148"/>
                <a:gd name="T45" fmla="*/ 2 h 15"/>
                <a:gd name="T46" fmla="*/ 146 w 148"/>
                <a:gd name="T47" fmla="*/ 1 h 15"/>
                <a:gd name="T48" fmla="*/ 142 w 148"/>
                <a:gd name="T49" fmla="*/ 5 h 15"/>
                <a:gd name="T50" fmla="*/ 146 w 148"/>
                <a:gd name="T51" fmla="*/ 9 h 15"/>
                <a:gd name="T52" fmla="*/ 148 w 148"/>
                <a:gd name="T53" fmla="*/ 2 h 15"/>
                <a:gd name="T54" fmla="*/ 146 w 148"/>
                <a:gd name="T55" fmla="*/ 1 h 15"/>
                <a:gd name="T56" fmla="*/ 146 w 148"/>
                <a:gd name="T57" fmla="*/ 1 h 15"/>
                <a:gd name="T58" fmla="*/ 146 w 148"/>
                <a:gd name="T59" fmla="*/ 1 h 15"/>
                <a:gd name="T60" fmla="*/ 74 w 148"/>
                <a:gd name="T61" fmla="*/ 1 h 15"/>
                <a:gd name="T62" fmla="*/ 74 w 148"/>
                <a:gd name="T63" fmla="*/ 1 h 15"/>
                <a:gd name="T64" fmla="*/ 70 w 148"/>
                <a:gd name="T65" fmla="*/ 5 h 15"/>
                <a:gd name="T66" fmla="*/ 74 w 148"/>
                <a:gd name="T67" fmla="*/ 9 h 15"/>
                <a:gd name="T68" fmla="*/ 74 w 148"/>
                <a:gd name="T69" fmla="*/ 9 h 15"/>
                <a:gd name="T70" fmla="*/ 78 w 148"/>
                <a:gd name="T71" fmla="*/ 5 h 15"/>
                <a:gd name="T72" fmla="*/ 74 w 148"/>
                <a:gd name="T73" fmla="*/ 1 h 15"/>
                <a:gd name="T74" fmla="*/ 122 w 148"/>
                <a:gd name="T75" fmla="*/ 0 h 15"/>
                <a:gd name="T76" fmla="*/ 118 w 148"/>
                <a:gd name="T77" fmla="*/ 4 h 15"/>
                <a:gd name="T78" fmla="*/ 122 w 148"/>
                <a:gd name="T79" fmla="*/ 8 h 15"/>
                <a:gd name="T80" fmla="*/ 122 w 148"/>
                <a:gd name="T81" fmla="*/ 8 h 15"/>
                <a:gd name="T82" fmla="*/ 122 w 148"/>
                <a:gd name="T83" fmla="*/ 8 h 15"/>
                <a:gd name="T84" fmla="*/ 126 w 148"/>
                <a:gd name="T85" fmla="*/ 4 h 15"/>
                <a:gd name="T86" fmla="*/ 122 w 148"/>
                <a:gd name="T87" fmla="*/ 0 h 15"/>
                <a:gd name="T88" fmla="*/ 122 w 148"/>
                <a:gd name="T89" fmla="*/ 0 h 15"/>
                <a:gd name="T90" fmla="*/ 122 w 148"/>
                <a:gd name="T91" fmla="*/ 0 h 15"/>
                <a:gd name="T92" fmla="*/ 98 w 148"/>
                <a:gd name="T93" fmla="*/ 0 h 15"/>
                <a:gd name="T94" fmla="*/ 98 w 148"/>
                <a:gd name="T95" fmla="*/ 0 h 15"/>
                <a:gd name="T96" fmla="*/ 98 w 148"/>
                <a:gd name="T97" fmla="*/ 0 h 15"/>
                <a:gd name="T98" fmla="*/ 94 w 148"/>
                <a:gd name="T99" fmla="*/ 4 h 15"/>
                <a:gd name="T100" fmla="*/ 98 w 148"/>
                <a:gd name="T101" fmla="*/ 8 h 15"/>
                <a:gd name="T102" fmla="*/ 98 w 148"/>
                <a:gd name="T103" fmla="*/ 8 h 15"/>
                <a:gd name="T104" fmla="*/ 102 w 148"/>
                <a:gd name="T105" fmla="*/ 4 h 15"/>
                <a:gd name="T106" fmla="*/ 98 w 148"/>
                <a:gd name="T10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8" h="15"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1" y="8"/>
                    <a:pt x="0" y="8"/>
                  </a:cubicBezTo>
                  <a:cubicBezTo>
                    <a:pt x="1" y="11"/>
                    <a:pt x="2" y="13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5" y="15"/>
                    <a:pt x="7" y="13"/>
                    <a:pt x="6" y="11"/>
                  </a:cubicBezTo>
                  <a:cubicBezTo>
                    <a:pt x="6" y="9"/>
                    <a:pt x="4" y="8"/>
                    <a:pt x="2" y="8"/>
                  </a:cubicBezTo>
                  <a:moveTo>
                    <a:pt x="26" y="5"/>
                  </a:moveTo>
                  <a:cubicBezTo>
                    <a:pt x="26" y="5"/>
                    <a:pt x="26" y="5"/>
                    <a:pt x="26" y="5"/>
                  </a:cubicBezTo>
                  <a:cubicBezTo>
                    <a:pt x="24" y="5"/>
                    <a:pt x="22" y="7"/>
                    <a:pt x="22" y="9"/>
                  </a:cubicBezTo>
                  <a:cubicBezTo>
                    <a:pt x="22" y="11"/>
                    <a:pt x="24" y="13"/>
                    <a:pt x="26" y="13"/>
                  </a:cubicBezTo>
                  <a:cubicBezTo>
                    <a:pt x="26" y="13"/>
                    <a:pt x="27" y="13"/>
                    <a:pt x="27" y="13"/>
                  </a:cubicBezTo>
                  <a:cubicBezTo>
                    <a:pt x="29" y="12"/>
                    <a:pt x="30" y="10"/>
                    <a:pt x="30" y="8"/>
                  </a:cubicBezTo>
                  <a:cubicBezTo>
                    <a:pt x="30" y="6"/>
                    <a:pt x="28" y="5"/>
                    <a:pt x="26" y="5"/>
                  </a:cubicBezTo>
                  <a:moveTo>
                    <a:pt x="50" y="2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48" y="3"/>
                    <a:pt x="46" y="4"/>
                    <a:pt x="46" y="7"/>
                  </a:cubicBezTo>
                  <a:cubicBezTo>
                    <a:pt x="46" y="9"/>
                    <a:pt x="48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3" y="10"/>
                    <a:pt x="54" y="8"/>
                    <a:pt x="54" y="6"/>
                  </a:cubicBezTo>
                  <a:cubicBezTo>
                    <a:pt x="54" y="4"/>
                    <a:pt x="52" y="2"/>
                    <a:pt x="50" y="2"/>
                  </a:cubicBezTo>
                  <a:moveTo>
                    <a:pt x="146" y="1"/>
                  </a:moveTo>
                  <a:cubicBezTo>
                    <a:pt x="144" y="1"/>
                    <a:pt x="142" y="3"/>
                    <a:pt x="142" y="5"/>
                  </a:cubicBezTo>
                  <a:cubicBezTo>
                    <a:pt x="142" y="7"/>
                    <a:pt x="144" y="9"/>
                    <a:pt x="146" y="9"/>
                  </a:cubicBezTo>
                  <a:cubicBezTo>
                    <a:pt x="147" y="7"/>
                    <a:pt x="148" y="4"/>
                    <a:pt x="148" y="2"/>
                  </a:cubicBezTo>
                  <a:cubicBezTo>
                    <a:pt x="148" y="1"/>
                    <a:pt x="147" y="1"/>
                    <a:pt x="146" y="1"/>
                  </a:cubicBezTo>
                  <a:cubicBezTo>
                    <a:pt x="146" y="1"/>
                    <a:pt x="146" y="1"/>
                    <a:pt x="146" y="1"/>
                  </a:cubicBezTo>
                  <a:cubicBezTo>
                    <a:pt x="146" y="1"/>
                    <a:pt x="146" y="1"/>
                    <a:pt x="146" y="1"/>
                  </a:cubicBezTo>
                  <a:moveTo>
                    <a:pt x="74" y="1"/>
                  </a:moveTo>
                  <a:cubicBezTo>
                    <a:pt x="74" y="1"/>
                    <a:pt x="74" y="1"/>
                    <a:pt x="74" y="1"/>
                  </a:cubicBezTo>
                  <a:cubicBezTo>
                    <a:pt x="72" y="1"/>
                    <a:pt x="70" y="3"/>
                    <a:pt x="70" y="5"/>
                  </a:cubicBezTo>
                  <a:cubicBezTo>
                    <a:pt x="70" y="7"/>
                    <a:pt x="72" y="9"/>
                    <a:pt x="74" y="9"/>
                  </a:cubicBezTo>
                  <a:cubicBezTo>
                    <a:pt x="74" y="9"/>
                    <a:pt x="74" y="9"/>
                    <a:pt x="74" y="9"/>
                  </a:cubicBezTo>
                  <a:cubicBezTo>
                    <a:pt x="77" y="9"/>
                    <a:pt x="78" y="7"/>
                    <a:pt x="78" y="5"/>
                  </a:cubicBezTo>
                  <a:cubicBezTo>
                    <a:pt x="78" y="3"/>
                    <a:pt x="76" y="1"/>
                    <a:pt x="74" y="1"/>
                  </a:cubicBezTo>
                  <a:moveTo>
                    <a:pt x="122" y="0"/>
                  </a:moveTo>
                  <a:cubicBezTo>
                    <a:pt x="120" y="0"/>
                    <a:pt x="118" y="2"/>
                    <a:pt x="118" y="4"/>
                  </a:cubicBezTo>
                  <a:cubicBezTo>
                    <a:pt x="118" y="7"/>
                    <a:pt x="120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2" y="8"/>
                    <a:pt x="122" y="8"/>
                    <a:pt x="122" y="8"/>
                  </a:cubicBezTo>
                  <a:cubicBezTo>
                    <a:pt x="124" y="8"/>
                    <a:pt x="126" y="7"/>
                    <a:pt x="126" y="4"/>
                  </a:cubicBezTo>
                  <a:cubicBezTo>
                    <a:pt x="126" y="2"/>
                    <a:pt x="124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0"/>
                    <a:pt x="122" y="0"/>
                    <a:pt x="122" y="0"/>
                  </a:cubicBezTo>
                  <a:moveTo>
                    <a:pt x="98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6" y="0"/>
                    <a:pt x="94" y="2"/>
                    <a:pt x="94" y="4"/>
                  </a:cubicBezTo>
                  <a:cubicBezTo>
                    <a:pt x="94" y="7"/>
                    <a:pt x="96" y="8"/>
                    <a:pt x="98" y="8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100" y="8"/>
                    <a:pt x="102" y="6"/>
                    <a:pt x="102" y="4"/>
                  </a:cubicBezTo>
                  <a:cubicBezTo>
                    <a:pt x="102" y="2"/>
                    <a:pt x="100" y="0"/>
                    <a:pt x="98" y="0"/>
                  </a:cubicBezTo>
                </a:path>
              </a:pathLst>
            </a:custGeom>
            <a:solidFill>
              <a:srgbClr val="C8D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" name="isļi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0B6BDE7-71CD-4CF3-888E-6D36594055D0}"/>
                </a:ext>
              </a:extLst>
            </p:cNvPr>
            <p:cNvSpPr/>
            <p:nvPr/>
          </p:nvSpPr>
          <p:spPr bwMode="auto">
            <a:xfrm>
              <a:off x="5389563" y="1495425"/>
              <a:ext cx="134938" cy="133350"/>
            </a:xfrm>
            <a:custGeom>
              <a:avLst/>
              <a:gdLst>
                <a:gd name="T0" fmla="*/ 12 w 85"/>
                <a:gd name="T1" fmla="*/ 84 h 84"/>
                <a:gd name="T2" fmla="*/ 85 w 85"/>
                <a:gd name="T3" fmla="*/ 12 h 84"/>
                <a:gd name="T4" fmla="*/ 75 w 85"/>
                <a:gd name="T5" fmla="*/ 0 h 84"/>
                <a:gd name="T6" fmla="*/ 0 w 85"/>
                <a:gd name="T7" fmla="*/ 73 h 84"/>
                <a:gd name="T8" fmla="*/ 12 w 85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4">
                  <a:moveTo>
                    <a:pt x="12" y="84"/>
                  </a:moveTo>
                  <a:lnTo>
                    <a:pt x="85" y="12"/>
                  </a:lnTo>
                  <a:lnTo>
                    <a:pt x="75" y="0"/>
                  </a:lnTo>
                  <a:lnTo>
                    <a:pt x="0" y="73"/>
                  </a:lnTo>
                  <a:lnTo>
                    <a:pt x="12" y="84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" name="ïśļi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E88DDA4-13BD-42DE-9511-92B9B746CE21}"/>
                </a:ext>
              </a:extLst>
            </p:cNvPr>
            <p:cNvSpPr/>
            <p:nvPr/>
          </p:nvSpPr>
          <p:spPr bwMode="auto">
            <a:xfrm>
              <a:off x="5389563" y="1495425"/>
              <a:ext cx="134938" cy="133350"/>
            </a:xfrm>
            <a:custGeom>
              <a:avLst/>
              <a:gdLst>
                <a:gd name="T0" fmla="*/ 12 w 85"/>
                <a:gd name="T1" fmla="*/ 84 h 84"/>
                <a:gd name="T2" fmla="*/ 85 w 85"/>
                <a:gd name="T3" fmla="*/ 12 h 84"/>
                <a:gd name="T4" fmla="*/ 75 w 85"/>
                <a:gd name="T5" fmla="*/ 0 h 84"/>
                <a:gd name="T6" fmla="*/ 0 w 85"/>
                <a:gd name="T7" fmla="*/ 7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84">
                  <a:moveTo>
                    <a:pt x="12" y="84"/>
                  </a:moveTo>
                  <a:lnTo>
                    <a:pt x="85" y="12"/>
                  </a:lnTo>
                  <a:lnTo>
                    <a:pt x="75" y="0"/>
                  </a:lnTo>
                  <a:lnTo>
                    <a:pt x="0" y="7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" name="îṧḷï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F27273-4FED-4AD7-857E-FB3B49011C4D}"/>
                </a:ext>
              </a:extLst>
            </p:cNvPr>
            <p:cNvSpPr/>
            <p:nvPr/>
          </p:nvSpPr>
          <p:spPr bwMode="auto">
            <a:xfrm>
              <a:off x="5380038" y="1003300"/>
              <a:ext cx="638175" cy="638175"/>
            </a:xfrm>
            <a:custGeom>
              <a:avLst/>
              <a:gdLst>
                <a:gd name="T0" fmla="*/ 168 w 205"/>
                <a:gd name="T1" fmla="*/ 36 h 205"/>
                <a:gd name="T2" fmla="*/ 36 w 205"/>
                <a:gd name="T3" fmla="*/ 36 h 205"/>
                <a:gd name="T4" fmla="*/ 36 w 205"/>
                <a:gd name="T5" fmla="*/ 168 h 205"/>
                <a:gd name="T6" fmla="*/ 168 w 205"/>
                <a:gd name="T7" fmla="*/ 168 h 205"/>
                <a:gd name="T8" fmla="*/ 168 w 205"/>
                <a:gd name="T9" fmla="*/ 36 h 205"/>
                <a:gd name="T10" fmla="*/ 59 w 205"/>
                <a:gd name="T11" fmla="*/ 145 h 205"/>
                <a:gd name="T12" fmla="*/ 59 w 205"/>
                <a:gd name="T13" fmla="*/ 59 h 205"/>
                <a:gd name="T14" fmla="*/ 145 w 205"/>
                <a:gd name="T15" fmla="*/ 59 h 205"/>
                <a:gd name="T16" fmla="*/ 145 w 205"/>
                <a:gd name="T17" fmla="*/ 145 h 205"/>
                <a:gd name="T18" fmla="*/ 59 w 205"/>
                <a:gd name="T19" fmla="*/ 14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5" h="205">
                  <a:moveTo>
                    <a:pt x="168" y="36"/>
                  </a:moveTo>
                  <a:cubicBezTo>
                    <a:pt x="132" y="0"/>
                    <a:pt x="73" y="0"/>
                    <a:pt x="36" y="36"/>
                  </a:cubicBezTo>
                  <a:cubicBezTo>
                    <a:pt x="0" y="73"/>
                    <a:pt x="0" y="132"/>
                    <a:pt x="36" y="168"/>
                  </a:cubicBezTo>
                  <a:cubicBezTo>
                    <a:pt x="73" y="205"/>
                    <a:pt x="132" y="205"/>
                    <a:pt x="168" y="168"/>
                  </a:cubicBezTo>
                  <a:cubicBezTo>
                    <a:pt x="205" y="132"/>
                    <a:pt x="205" y="73"/>
                    <a:pt x="168" y="36"/>
                  </a:cubicBezTo>
                  <a:close/>
                  <a:moveTo>
                    <a:pt x="59" y="145"/>
                  </a:moveTo>
                  <a:cubicBezTo>
                    <a:pt x="35" y="121"/>
                    <a:pt x="35" y="83"/>
                    <a:pt x="59" y="59"/>
                  </a:cubicBezTo>
                  <a:cubicBezTo>
                    <a:pt x="83" y="35"/>
                    <a:pt x="121" y="35"/>
                    <a:pt x="145" y="59"/>
                  </a:cubicBezTo>
                  <a:cubicBezTo>
                    <a:pt x="169" y="83"/>
                    <a:pt x="169" y="121"/>
                    <a:pt x="145" y="145"/>
                  </a:cubicBezTo>
                  <a:cubicBezTo>
                    <a:pt x="121" y="169"/>
                    <a:pt x="83" y="169"/>
                    <a:pt x="59" y="145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" name="îṧľî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A7A5500-1E05-4E66-8CE7-EFBEB8784B95}"/>
                </a:ext>
              </a:extLst>
            </p:cNvPr>
            <p:cNvSpPr/>
            <p:nvPr/>
          </p:nvSpPr>
          <p:spPr bwMode="auto">
            <a:xfrm>
              <a:off x="5140326" y="1573213"/>
              <a:ext cx="306388" cy="304800"/>
            </a:xfrm>
            <a:custGeom>
              <a:avLst/>
              <a:gdLst>
                <a:gd name="T0" fmla="*/ 5 w 98"/>
                <a:gd name="T1" fmla="*/ 93 h 98"/>
                <a:gd name="T2" fmla="*/ 5 w 98"/>
                <a:gd name="T3" fmla="*/ 93 h 98"/>
                <a:gd name="T4" fmla="*/ 5 w 98"/>
                <a:gd name="T5" fmla="*/ 74 h 98"/>
                <a:gd name="T6" fmla="*/ 74 w 98"/>
                <a:gd name="T7" fmla="*/ 5 h 98"/>
                <a:gd name="T8" fmla="*/ 93 w 98"/>
                <a:gd name="T9" fmla="*/ 5 h 98"/>
                <a:gd name="T10" fmla="*/ 93 w 98"/>
                <a:gd name="T11" fmla="*/ 24 h 98"/>
                <a:gd name="T12" fmla="*/ 25 w 98"/>
                <a:gd name="T13" fmla="*/ 93 h 98"/>
                <a:gd name="T14" fmla="*/ 5 w 98"/>
                <a:gd name="T15" fmla="*/ 9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" h="98">
                  <a:moveTo>
                    <a:pt x="5" y="93"/>
                  </a:moveTo>
                  <a:cubicBezTo>
                    <a:pt x="5" y="93"/>
                    <a:pt x="5" y="93"/>
                    <a:pt x="5" y="93"/>
                  </a:cubicBezTo>
                  <a:cubicBezTo>
                    <a:pt x="0" y="88"/>
                    <a:pt x="0" y="79"/>
                    <a:pt x="5" y="74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9" y="0"/>
                    <a:pt x="88" y="0"/>
                    <a:pt x="93" y="5"/>
                  </a:cubicBezTo>
                  <a:cubicBezTo>
                    <a:pt x="98" y="11"/>
                    <a:pt x="98" y="19"/>
                    <a:pt x="93" y="24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19" y="98"/>
                    <a:pt x="11" y="98"/>
                    <a:pt x="5" y="93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" name="íŝḻï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63C8CC0-D492-4967-A8EF-2C1F806ACD95}"/>
                </a:ext>
              </a:extLst>
            </p:cNvPr>
            <p:cNvSpPr/>
            <p:nvPr/>
          </p:nvSpPr>
          <p:spPr bwMode="auto">
            <a:xfrm>
              <a:off x="5707063" y="2354263"/>
              <a:ext cx="65088" cy="69850"/>
            </a:xfrm>
            <a:custGeom>
              <a:avLst/>
              <a:gdLst>
                <a:gd name="T0" fmla="*/ 10 w 21"/>
                <a:gd name="T1" fmla="*/ 22 h 22"/>
                <a:gd name="T2" fmla="*/ 11 w 21"/>
                <a:gd name="T3" fmla="*/ 22 h 22"/>
                <a:gd name="T4" fmla="*/ 21 w 21"/>
                <a:gd name="T5" fmla="*/ 12 h 22"/>
                <a:gd name="T6" fmla="*/ 21 w 21"/>
                <a:gd name="T7" fmla="*/ 0 h 22"/>
                <a:gd name="T8" fmla="*/ 0 w 21"/>
                <a:gd name="T9" fmla="*/ 0 h 22"/>
                <a:gd name="T10" fmla="*/ 0 w 21"/>
                <a:gd name="T11" fmla="*/ 12 h 22"/>
                <a:gd name="T12" fmla="*/ 10 w 21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10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16" y="22"/>
                    <a:pt x="21" y="18"/>
                    <a:pt x="21" y="1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8"/>
                    <a:pt x="4" y="22"/>
                    <a:pt x="10" y="22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" name="ïSḻ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DF21B30-B558-48A7-BDA6-42470CDBB099}"/>
                </a:ext>
              </a:extLst>
            </p:cNvPr>
            <p:cNvSpPr/>
            <p:nvPr/>
          </p:nvSpPr>
          <p:spPr bwMode="auto">
            <a:xfrm>
              <a:off x="5418138" y="2354263"/>
              <a:ext cx="65088" cy="69850"/>
            </a:xfrm>
            <a:custGeom>
              <a:avLst/>
              <a:gdLst>
                <a:gd name="T0" fmla="*/ 9 w 21"/>
                <a:gd name="T1" fmla="*/ 22 h 22"/>
                <a:gd name="T2" fmla="*/ 11 w 21"/>
                <a:gd name="T3" fmla="*/ 22 h 22"/>
                <a:gd name="T4" fmla="*/ 21 w 21"/>
                <a:gd name="T5" fmla="*/ 12 h 22"/>
                <a:gd name="T6" fmla="*/ 21 w 21"/>
                <a:gd name="T7" fmla="*/ 0 h 22"/>
                <a:gd name="T8" fmla="*/ 0 w 21"/>
                <a:gd name="T9" fmla="*/ 0 h 22"/>
                <a:gd name="T10" fmla="*/ 0 w 21"/>
                <a:gd name="T11" fmla="*/ 12 h 22"/>
                <a:gd name="T12" fmla="*/ 9 w 21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9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16" y="22"/>
                    <a:pt x="21" y="18"/>
                    <a:pt x="21" y="1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8"/>
                    <a:pt x="4" y="22"/>
                    <a:pt x="9" y="22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" name="îsľ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33764D7-014A-40FB-BA8A-928F0B30084F}"/>
                </a:ext>
              </a:extLst>
            </p:cNvPr>
            <p:cNvSpPr/>
            <p:nvPr/>
          </p:nvSpPr>
          <p:spPr bwMode="auto">
            <a:xfrm>
              <a:off x="5368926" y="2090738"/>
              <a:ext cx="450850" cy="282575"/>
            </a:xfrm>
            <a:custGeom>
              <a:avLst/>
              <a:gdLst>
                <a:gd name="T0" fmla="*/ 132 w 145"/>
                <a:gd name="T1" fmla="*/ 45 h 91"/>
                <a:gd name="T2" fmla="*/ 129 w 145"/>
                <a:gd name="T3" fmla="*/ 45 h 91"/>
                <a:gd name="T4" fmla="*/ 129 w 145"/>
                <a:gd name="T5" fmla="*/ 14 h 91"/>
                <a:gd name="T6" fmla="*/ 116 w 145"/>
                <a:gd name="T7" fmla="*/ 0 h 91"/>
                <a:gd name="T8" fmla="*/ 29 w 145"/>
                <a:gd name="T9" fmla="*/ 0 h 91"/>
                <a:gd name="T10" fmla="*/ 16 w 145"/>
                <a:gd name="T11" fmla="*/ 14 h 91"/>
                <a:gd name="T12" fmla="*/ 16 w 145"/>
                <a:gd name="T13" fmla="*/ 45 h 91"/>
                <a:gd name="T14" fmla="*/ 13 w 145"/>
                <a:gd name="T15" fmla="*/ 45 h 91"/>
                <a:gd name="T16" fmla="*/ 0 w 145"/>
                <a:gd name="T17" fmla="*/ 58 h 91"/>
                <a:gd name="T18" fmla="*/ 0 w 145"/>
                <a:gd name="T19" fmla="*/ 82 h 91"/>
                <a:gd name="T20" fmla="*/ 9 w 145"/>
                <a:gd name="T21" fmla="*/ 91 h 91"/>
                <a:gd name="T22" fmla="*/ 137 w 145"/>
                <a:gd name="T23" fmla="*/ 91 h 91"/>
                <a:gd name="T24" fmla="*/ 145 w 145"/>
                <a:gd name="T25" fmla="*/ 82 h 91"/>
                <a:gd name="T26" fmla="*/ 145 w 145"/>
                <a:gd name="T27" fmla="*/ 58 h 91"/>
                <a:gd name="T28" fmla="*/ 132 w 145"/>
                <a:gd name="T29" fmla="*/ 45 h 91"/>
                <a:gd name="T30" fmla="*/ 32 w 145"/>
                <a:gd name="T31" fmla="*/ 23 h 91"/>
                <a:gd name="T32" fmla="*/ 114 w 145"/>
                <a:gd name="T33" fmla="*/ 23 h 91"/>
                <a:gd name="T34" fmla="*/ 114 w 145"/>
                <a:gd name="T35" fmla="*/ 42 h 91"/>
                <a:gd name="T36" fmla="*/ 32 w 145"/>
                <a:gd name="T37" fmla="*/ 42 h 91"/>
                <a:gd name="T38" fmla="*/ 32 w 145"/>
                <a:gd name="T39" fmla="*/ 23 h 91"/>
                <a:gd name="T40" fmla="*/ 49 w 145"/>
                <a:gd name="T41" fmla="*/ 70 h 91"/>
                <a:gd name="T42" fmla="*/ 46 w 145"/>
                <a:gd name="T43" fmla="*/ 74 h 91"/>
                <a:gd name="T44" fmla="*/ 20 w 145"/>
                <a:gd name="T45" fmla="*/ 74 h 91"/>
                <a:gd name="T46" fmla="*/ 17 w 145"/>
                <a:gd name="T47" fmla="*/ 70 h 91"/>
                <a:gd name="T48" fmla="*/ 17 w 145"/>
                <a:gd name="T49" fmla="*/ 64 h 91"/>
                <a:gd name="T50" fmla="*/ 20 w 145"/>
                <a:gd name="T51" fmla="*/ 60 h 91"/>
                <a:gd name="T52" fmla="*/ 46 w 145"/>
                <a:gd name="T53" fmla="*/ 60 h 91"/>
                <a:gd name="T54" fmla="*/ 49 w 145"/>
                <a:gd name="T55" fmla="*/ 64 h 91"/>
                <a:gd name="T56" fmla="*/ 49 w 145"/>
                <a:gd name="T57" fmla="*/ 70 h 91"/>
                <a:gd name="T58" fmla="*/ 129 w 145"/>
                <a:gd name="T59" fmla="*/ 70 h 91"/>
                <a:gd name="T60" fmla="*/ 125 w 145"/>
                <a:gd name="T61" fmla="*/ 74 h 91"/>
                <a:gd name="T62" fmla="*/ 99 w 145"/>
                <a:gd name="T63" fmla="*/ 74 h 91"/>
                <a:gd name="T64" fmla="*/ 96 w 145"/>
                <a:gd name="T65" fmla="*/ 70 h 91"/>
                <a:gd name="T66" fmla="*/ 96 w 145"/>
                <a:gd name="T67" fmla="*/ 64 h 91"/>
                <a:gd name="T68" fmla="*/ 99 w 145"/>
                <a:gd name="T69" fmla="*/ 60 h 91"/>
                <a:gd name="T70" fmla="*/ 125 w 145"/>
                <a:gd name="T71" fmla="*/ 60 h 91"/>
                <a:gd name="T72" fmla="*/ 129 w 145"/>
                <a:gd name="T73" fmla="*/ 64 h 91"/>
                <a:gd name="T74" fmla="*/ 129 w 145"/>
                <a:gd name="T75" fmla="*/ 7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5" h="91">
                  <a:moveTo>
                    <a:pt x="132" y="45"/>
                  </a:moveTo>
                  <a:cubicBezTo>
                    <a:pt x="129" y="45"/>
                    <a:pt x="129" y="45"/>
                    <a:pt x="129" y="45"/>
                  </a:cubicBezTo>
                  <a:cubicBezTo>
                    <a:pt x="129" y="14"/>
                    <a:pt x="129" y="14"/>
                    <a:pt x="129" y="14"/>
                  </a:cubicBezTo>
                  <a:cubicBezTo>
                    <a:pt x="129" y="6"/>
                    <a:pt x="123" y="0"/>
                    <a:pt x="116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2" y="0"/>
                    <a:pt x="16" y="6"/>
                    <a:pt x="16" y="1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6" y="45"/>
                    <a:pt x="0" y="51"/>
                    <a:pt x="0" y="58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7"/>
                    <a:pt x="4" y="91"/>
                    <a:pt x="9" y="91"/>
                  </a:cubicBezTo>
                  <a:cubicBezTo>
                    <a:pt x="137" y="91"/>
                    <a:pt x="137" y="91"/>
                    <a:pt x="137" y="91"/>
                  </a:cubicBezTo>
                  <a:cubicBezTo>
                    <a:pt x="141" y="91"/>
                    <a:pt x="145" y="87"/>
                    <a:pt x="145" y="82"/>
                  </a:cubicBezTo>
                  <a:cubicBezTo>
                    <a:pt x="145" y="58"/>
                    <a:pt x="145" y="58"/>
                    <a:pt x="145" y="58"/>
                  </a:cubicBezTo>
                  <a:cubicBezTo>
                    <a:pt x="145" y="51"/>
                    <a:pt x="139" y="45"/>
                    <a:pt x="132" y="45"/>
                  </a:cubicBezTo>
                  <a:close/>
                  <a:moveTo>
                    <a:pt x="32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32" y="42"/>
                    <a:pt x="32" y="42"/>
                    <a:pt x="32" y="42"/>
                  </a:cubicBezTo>
                  <a:lnTo>
                    <a:pt x="32" y="23"/>
                  </a:lnTo>
                  <a:close/>
                  <a:moveTo>
                    <a:pt x="49" y="70"/>
                  </a:moveTo>
                  <a:cubicBezTo>
                    <a:pt x="49" y="72"/>
                    <a:pt x="48" y="74"/>
                    <a:pt x="46" y="74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18" y="74"/>
                    <a:pt x="17" y="72"/>
                    <a:pt x="17" y="70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2"/>
                    <a:pt x="18" y="60"/>
                    <a:pt x="2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8" y="60"/>
                    <a:pt x="49" y="62"/>
                    <a:pt x="49" y="64"/>
                  </a:cubicBezTo>
                  <a:lnTo>
                    <a:pt x="49" y="70"/>
                  </a:lnTo>
                  <a:close/>
                  <a:moveTo>
                    <a:pt x="129" y="70"/>
                  </a:moveTo>
                  <a:cubicBezTo>
                    <a:pt x="129" y="72"/>
                    <a:pt x="127" y="74"/>
                    <a:pt x="125" y="74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98" y="74"/>
                    <a:pt x="96" y="72"/>
                    <a:pt x="96" y="70"/>
                  </a:cubicBezTo>
                  <a:cubicBezTo>
                    <a:pt x="96" y="64"/>
                    <a:pt x="96" y="64"/>
                    <a:pt x="96" y="64"/>
                  </a:cubicBezTo>
                  <a:cubicBezTo>
                    <a:pt x="96" y="62"/>
                    <a:pt x="98" y="60"/>
                    <a:pt x="99" y="60"/>
                  </a:cubicBezTo>
                  <a:cubicBezTo>
                    <a:pt x="125" y="60"/>
                    <a:pt x="125" y="60"/>
                    <a:pt x="125" y="60"/>
                  </a:cubicBezTo>
                  <a:cubicBezTo>
                    <a:pt x="127" y="60"/>
                    <a:pt x="129" y="62"/>
                    <a:pt x="129" y="64"/>
                  </a:cubicBezTo>
                  <a:lnTo>
                    <a:pt x="129" y="7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1" name="ïṩļî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444A4F7-12AA-423E-B827-34E7643ACC70}"/>
                </a:ext>
              </a:extLst>
            </p:cNvPr>
            <p:cNvSpPr/>
            <p:nvPr/>
          </p:nvSpPr>
          <p:spPr bwMode="auto">
            <a:xfrm>
              <a:off x="5580063" y="2149475"/>
              <a:ext cx="28575" cy="87313"/>
            </a:xfrm>
            <a:custGeom>
              <a:avLst/>
              <a:gdLst>
                <a:gd name="T0" fmla="*/ 5 w 9"/>
                <a:gd name="T1" fmla="*/ 28 h 28"/>
                <a:gd name="T2" fmla="*/ 0 w 9"/>
                <a:gd name="T3" fmla="*/ 23 h 28"/>
                <a:gd name="T4" fmla="*/ 0 w 9"/>
                <a:gd name="T5" fmla="*/ 4 h 28"/>
                <a:gd name="T6" fmla="*/ 5 w 9"/>
                <a:gd name="T7" fmla="*/ 0 h 28"/>
                <a:gd name="T8" fmla="*/ 9 w 9"/>
                <a:gd name="T9" fmla="*/ 4 h 28"/>
                <a:gd name="T10" fmla="*/ 9 w 9"/>
                <a:gd name="T11" fmla="*/ 23 h 28"/>
                <a:gd name="T12" fmla="*/ 5 w 9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28">
                  <a:moveTo>
                    <a:pt x="5" y="28"/>
                  </a:moveTo>
                  <a:cubicBezTo>
                    <a:pt x="2" y="28"/>
                    <a:pt x="0" y="26"/>
                    <a:pt x="0" y="2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6"/>
                    <a:pt x="7" y="28"/>
                    <a:pt x="5" y="28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2" name="iṧļí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3CB8DD8-B82B-4656-9F17-C790CCB726E7}"/>
                </a:ext>
              </a:extLst>
            </p:cNvPr>
            <p:cNvSpPr/>
            <p:nvPr/>
          </p:nvSpPr>
          <p:spPr bwMode="auto">
            <a:xfrm>
              <a:off x="5764213" y="2146300"/>
              <a:ext cx="33338" cy="68263"/>
            </a:xfrm>
            <a:custGeom>
              <a:avLst/>
              <a:gdLst>
                <a:gd name="T0" fmla="*/ 0 w 11"/>
                <a:gd name="T1" fmla="*/ 22 h 22"/>
                <a:gd name="T2" fmla="*/ 0 w 11"/>
                <a:gd name="T3" fmla="*/ 22 h 22"/>
                <a:gd name="T4" fmla="*/ 0 w 11"/>
                <a:gd name="T5" fmla="*/ 0 h 22"/>
                <a:gd name="T6" fmla="*/ 0 w 11"/>
                <a:gd name="T7" fmla="*/ 0 h 22"/>
                <a:gd name="T8" fmla="*/ 11 w 11"/>
                <a:gd name="T9" fmla="*/ 10 h 22"/>
                <a:gd name="T10" fmla="*/ 11 w 11"/>
                <a:gd name="T11" fmla="*/ 12 h 22"/>
                <a:gd name="T12" fmla="*/ 0 w 11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0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11" y="5"/>
                    <a:pt x="11" y="10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8"/>
                    <a:pt x="6" y="22"/>
                    <a:pt x="0" y="22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3" name="iṣ1ï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5DED5E-1051-45CE-AA6C-9692DF861C26}"/>
                </a:ext>
              </a:extLst>
            </p:cNvPr>
            <p:cNvSpPr/>
            <p:nvPr/>
          </p:nvSpPr>
          <p:spPr bwMode="auto">
            <a:xfrm>
              <a:off x="5392738" y="2146300"/>
              <a:ext cx="31750" cy="68263"/>
            </a:xfrm>
            <a:custGeom>
              <a:avLst/>
              <a:gdLst>
                <a:gd name="T0" fmla="*/ 10 w 10"/>
                <a:gd name="T1" fmla="*/ 0 h 22"/>
                <a:gd name="T2" fmla="*/ 10 w 10"/>
                <a:gd name="T3" fmla="*/ 0 h 22"/>
                <a:gd name="T4" fmla="*/ 10 w 10"/>
                <a:gd name="T5" fmla="*/ 22 h 22"/>
                <a:gd name="T6" fmla="*/ 10 w 10"/>
                <a:gd name="T7" fmla="*/ 22 h 22"/>
                <a:gd name="T8" fmla="*/ 0 w 10"/>
                <a:gd name="T9" fmla="*/ 12 h 22"/>
                <a:gd name="T10" fmla="*/ 0 w 10"/>
                <a:gd name="T11" fmla="*/ 10 h 22"/>
                <a:gd name="T12" fmla="*/ 10 w 10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22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4" y="22"/>
                    <a:pt x="0" y="18"/>
                    <a:pt x="0" y="1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4" name="ïšľ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A1297E-07DC-4795-BD50-11316606662E}"/>
                </a:ext>
              </a:extLst>
            </p:cNvPr>
            <p:cNvSpPr/>
            <p:nvPr/>
          </p:nvSpPr>
          <p:spPr bwMode="auto">
            <a:xfrm>
              <a:off x="6305551" y="2354263"/>
              <a:ext cx="65088" cy="69850"/>
            </a:xfrm>
            <a:custGeom>
              <a:avLst/>
              <a:gdLst>
                <a:gd name="T0" fmla="*/ 10 w 21"/>
                <a:gd name="T1" fmla="*/ 22 h 22"/>
                <a:gd name="T2" fmla="*/ 11 w 21"/>
                <a:gd name="T3" fmla="*/ 22 h 22"/>
                <a:gd name="T4" fmla="*/ 21 w 21"/>
                <a:gd name="T5" fmla="*/ 12 h 22"/>
                <a:gd name="T6" fmla="*/ 21 w 21"/>
                <a:gd name="T7" fmla="*/ 0 h 22"/>
                <a:gd name="T8" fmla="*/ 0 w 21"/>
                <a:gd name="T9" fmla="*/ 0 h 22"/>
                <a:gd name="T10" fmla="*/ 0 w 21"/>
                <a:gd name="T11" fmla="*/ 12 h 22"/>
                <a:gd name="T12" fmla="*/ 10 w 21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10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17" y="22"/>
                    <a:pt x="21" y="18"/>
                    <a:pt x="21" y="1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8"/>
                    <a:pt x="5" y="22"/>
                    <a:pt x="10" y="22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5" name="îṣḻî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20B5012-181E-45C6-8206-0F2243B15F0B}"/>
                </a:ext>
              </a:extLst>
            </p:cNvPr>
            <p:cNvSpPr/>
            <p:nvPr/>
          </p:nvSpPr>
          <p:spPr bwMode="auto">
            <a:xfrm>
              <a:off x="6015038" y="2354263"/>
              <a:ext cx="66675" cy="69850"/>
            </a:xfrm>
            <a:custGeom>
              <a:avLst/>
              <a:gdLst>
                <a:gd name="T0" fmla="*/ 10 w 21"/>
                <a:gd name="T1" fmla="*/ 22 h 22"/>
                <a:gd name="T2" fmla="*/ 11 w 21"/>
                <a:gd name="T3" fmla="*/ 22 h 22"/>
                <a:gd name="T4" fmla="*/ 21 w 21"/>
                <a:gd name="T5" fmla="*/ 12 h 22"/>
                <a:gd name="T6" fmla="*/ 21 w 21"/>
                <a:gd name="T7" fmla="*/ 0 h 22"/>
                <a:gd name="T8" fmla="*/ 0 w 21"/>
                <a:gd name="T9" fmla="*/ 0 h 22"/>
                <a:gd name="T10" fmla="*/ 0 w 21"/>
                <a:gd name="T11" fmla="*/ 12 h 22"/>
                <a:gd name="T12" fmla="*/ 10 w 21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2">
                  <a:moveTo>
                    <a:pt x="10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17" y="22"/>
                    <a:pt x="21" y="18"/>
                    <a:pt x="21" y="1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8"/>
                    <a:pt x="4" y="22"/>
                    <a:pt x="10" y="22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6" name="iṥ1î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272AF76-5D38-41B2-954C-8C2BE885F84D}"/>
                </a:ext>
              </a:extLst>
            </p:cNvPr>
            <p:cNvSpPr/>
            <p:nvPr/>
          </p:nvSpPr>
          <p:spPr bwMode="auto">
            <a:xfrm>
              <a:off x="5965826" y="2090738"/>
              <a:ext cx="454025" cy="282575"/>
            </a:xfrm>
            <a:custGeom>
              <a:avLst/>
              <a:gdLst>
                <a:gd name="T0" fmla="*/ 132 w 146"/>
                <a:gd name="T1" fmla="*/ 45 h 91"/>
                <a:gd name="T2" fmla="*/ 130 w 146"/>
                <a:gd name="T3" fmla="*/ 45 h 91"/>
                <a:gd name="T4" fmla="*/ 130 w 146"/>
                <a:gd name="T5" fmla="*/ 14 h 91"/>
                <a:gd name="T6" fmla="*/ 117 w 146"/>
                <a:gd name="T7" fmla="*/ 0 h 91"/>
                <a:gd name="T8" fmla="*/ 30 w 146"/>
                <a:gd name="T9" fmla="*/ 0 h 91"/>
                <a:gd name="T10" fmla="*/ 17 w 146"/>
                <a:gd name="T11" fmla="*/ 14 h 91"/>
                <a:gd name="T12" fmla="*/ 17 w 146"/>
                <a:gd name="T13" fmla="*/ 45 h 91"/>
                <a:gd name="T14" fmla="*/ 14 w 146"/>
                <a:gd name="T15" fmla="*/ 45 h 91"/>
                <a:gd name="T16" fmla="*/ 0 w 146"/>
                <a:gd name="T17" fmla="*/ 58 h 91"/>
                <a:gd name="T18" fmla="*/ 0 w 146"/>
                <a:gd name="T19" fmla="*/ 82 h 91"/>
                <a:gd name="T20" fmla="*/ 9 w 146"/>
                <a:gd name="T21" fmla="*/ 91 h 91"/>
                <a:gd name="T22" fmla="*/ 137 w 146"/>
                <a:gd name="T23" fmla="*/ 91 h 91"/>
                <a:gd name="T24" fmla="*/ 146 w 146"/>
                <a:gd name="T25" fmla="*/ 82 h 91"/>
                <a:gd name="T26" fmla="*/ 146 w 146"/>
                <a:gd name="T27" fmla="*/ 58 h 91"/>
                <a:gd name="T28" fmla="*/ 132 w 146"/>
                <a:gd name="T29" fmla="*/ 45 h 91"/>
                <a:gd name="T30" fmla="*/ 32 w 146"/>
                <a:gd name="T31" fmla="*/ 23 h 91"/>
                <a:gd name="T32" fmla="*/ 114 w 146"/>
                <a:gd name="T33" fmla="*/ 23 h 91"/>
                <a:gd name="T34" fmla="*/ 114 w 146"/>
                <a:gd name="T35" fmla="*/ 42 h 91"/>
                <a:gd name="T36" fmla="*/ 32 w 146"/>
                <a:gd name="T37" fmla="*/ 42 h 91"/>
                <a:gd name="T38" fmla="*/ 32 w 146"/>
                <a:gd name="T39" fmla="*/ 23 h 91"/>
                <a:gd name="T40" fmla="*/ 50 w 146"/>
                <a:gd name="T41" fmla="*/ 70 h 91"/>
                <a:gd name="T42" fmla="*/ 46 w 146"/>
                <a:gd name="T43" fmla="*/ 74 h 91"/>
                <a:gd name="T44" fmla="*/ 20 w 146"/>
                <a:gd name="T45" fmla="*/ 74 h 91"/>
                <a:gd name="T46" fmla="*/ 17 w 146"/>
                <a:gd name="T47" fmla="*/ 70 h 91"/>
                <a:gd name="T48" fmla="*/ 17 w 146"/>
                <a:gd name="T49" fmla="*/ 64 h 91"/>
                <a:gd name="T50" fmla="*/ 20 w 146"/>
                <a:gd name="T51" fmla="*/ 60 h 91"/>
                <a:gd name="T52" fmla="*/ 46 w 146"/>
                <a:gd name="T53" fmla="*/ 60 h 91"/>
                <a:gd name="T54" fmla="*/ 50 w 146"/>
                <a:gd name="T55" fmla="*/ 64 h 91"/>
                <a:gd name="T56" fmla="*/ 50 w 146"/>
                <a:gd name="T57" fmla="*/ 70 h 91"/>
                <a:gd name="T58" fmla="*/ 129 w 146"/>
                <a:gd name="T59" fmla="*/ 70 h 91"/>
                <a:gd name="T60" fmla="*/ 126 w 146"/>
                <a:gd name="T61" fmla="*/ 74 h 91"/>
                <a:gd name="T62" fmla="*/ 100 w 146"/>
                <a:gd name="T63" fmla="*/ 74 h 91"/>
                <a:gd name="T64" fmla="*/ 97 w 146"/>
                <a:gd name="T65" fmla="*/ 70 h 91"/>
                <a:gd name="T66" fmla="*/ 97 w 146"/>
                <a:gd name="T67" fmla="*/ 64 h 91"/>
                <a:gd name="T68" fmla="*/ 100 w 146"/>
                <a:gd name="T69" fmla="*/ 60 h 91"/>
                <a:gd name="T70" fmla="*/ 126 w 146"/>
                <a:gd name="T71" fmla="*/ 60 h 91"/>
                <a:gd name="T72" fmla="*/ 129 w 146"/>
                <a:gd name="T73" fmla="*/ 64 h 91"/>
                <a:gd name="T74" fmla="*/ 129 w 146"/>
                <a:gd name="T75" fmla="*/ 7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91">
                  <a:moveTo>
                    <a:pt x="132" y="45"/>
                  </a:moveTo>
                  <a:cubicBezTo>
                    <a:pt x="130" y="45"/>
                    <a:pt x="130" y="45"/>
                    <a:pt x="130" y="45"/>
                  </a:cubicBezTo>
                  <a:cubicBezTo>
                    <a:pt x="130" y="14"/>
                    <a:pt x="130" y="14"/>
                    <a:pt x="130" y="14"/>
                  </a:cubicBezTo>
                  <a:cubicBezTo>
                    <a:pt x="130" y="6"/>
                    <a:pt x="124" y="0"/>
                    <a:pt x="117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3" y="0"/>
                    <a:pt x="17" y="6"/>
                    <a:pt x="17" y="14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6" y="45"/>
                    <a:pt x="0" y="51"/>
                    <a:pt x="0" y="58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7"/>
                    <a:pt x="4" y="91"/>
                    <a:pt x="9" y="91"/>
                  </a:cubicBezTo>
                  <a:cubicBezTo>
                    <a:pt x="137" y="91"/>
                    <a:pt x="137" y="91"/>
                    <a:pt x="137" y="91"/>
                  </a:cubicBezTo>
                  <a:cubicBezTo>
                    <a:pt x="142" y="91"/>
                    <a:pt x="146" y="87"/>
                    <a:pt x="146" y="82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51"/>
                    <a:pt x="140" y="45"/>
                    <a:pt x="132" y="45"/>
                  </a:cubicBezTo>
                  <a:close/>
                  <a:moveTo>
                    <a:pt x="32" y="23"/>
                  </a:moveTo>
                  <a:cubicBezTo>
                    <a:pt x="114" y="23"/>
                    <a:pt x="114" y="23"/>
                    <a:pt x="114" y="23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32" y="42"/>
                    <a:pt x="32" y="42"/>
                    <a:pt x="32" y="42"/>
                  </a:cubicBezTo>
                  <a:lnTo>
                    <a:pt x="32" y="23"/>
                  </a:lnTo>
                  <a:close/>
                  <a:moveTo>
                    <a:pt x="50" y="70"/>
                  </a:moveTo>
                  <a:cubicBezTo>
                    <a:pt x="50" y="72"/>
                    <a:pt x="48" y="74"/>
                    <a:pt x="46" y="74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19" y="74"/>
                    <a:pt x="17" y="72"/>
                    <a:pt x="17" y="70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2"/>
                    <a:pt x="19" y="60"/>
                    <a:pt x="2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8" y="60"/>
                    <a:pt x="50" y="62"/>
                    <a:pt x="50" y="64"/>
                  </a:cubicBezTo>
                  <a:lnTo>
                    <a:pt x="50" y="70"/>
                  </a:lnTo>
                  <a:close/>
                  <a:moveTo>
                    <a:pt x="129" y="70"/>
                  </a:moveTo>
                  <a:cubicBezTo>
                    <a:pt x="129" y="72"/>
                    <a:pt x="128" y="74"/>
                    <a:pt x="126" y="74"/>
                  </a:cubicBezTo>
                  <a:cubicBezTo>
                    <a:pt x="100" y="74"/>
                    <a:pt x="100" y="74"/>
                    <a:pt x="100" y="74"/>
                  </a:cubicBezTo>
                  <a:cubicBezTo>
                    <a:pt x="98" y="74"/>
                    <a:pt x="97" y="72"/>
                    <a:pt x="97" y="70"/>
                  </a:cubicBezTo>
                  <a:cubicBezTo>
                    <a:pt x="97" y="64"/>
                    <a:pt x="97" y="64"/>
                    <a:pt x="97" y="64"/>
                  </a:cubicBezTo>
                  <a:cubicBezTo>
                    <a:pt x="97" y="62"/>
                    <a:pt x="98" y="60"/>
                    <a:pt x="100" y="60"/>
                  </a:cubicBezTo>
                  <a:cubicBezTo>
                    <a:pt x="126" y="60"/>
                    <a:pt x="126" y="60"/>
                    <a:pt x="126" y="60"/>
                  </a:cubicBezTo>
                  <a:cubicBezTo>
                    <a:pt x="128" y="60"/>
                    <a:pt x="129" y="62"/>
                    <a:pt x="129" y="64"/>
                  </a:cubicBezTo>
                  <a:lnTo>
                    <a:pt x="129" y="70"/>
                  </a:ln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7" name="iŝľî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2A7BBA8-B38A-4EA6-83FD-351876486A17}"/>
                </a:ext>
              </a:extLst>
            </p:cNvPr>
            <p:cNvSpPr/>
            <p:nvPr/>
          </p:nvSpPr>
          <p:spPr bwMode="auto">
            <a:xfrm>
              <a:off x="6180138" y="2149475"/>
              <a:ext cx="28575" cy="87313"/>
            </a:xfrm>
            <a:custGeom>
              <a:avLst/>
              <a:gdLst>
                <a:gd name="T0" fmla="*/ 4 w 9"/>
                <a:gd name="T1" fmla="*/ 28 h 28"/>
                <a:gd name="T2" fmla="*/ 0 w 9"/>
                <a:gd name="T3" fmla="*/ 23 h 28"/>
                <a:gd name="T4" fmla="*/ 0 w 9"/>
                <a:gd name="T5" fmla="*/ 4 h 28"/>
                <a:gd name="T6" fmla="*/ 4 w 9"/>
                <a:gd name="T7" fmla="*/ 0 h 28"/>
                <a:gd name="T8" fmla="*/ 9 w 9"/>
                <a:gd name="T9" fmla="*/ 4 h 28"/>
                <a:gd name="T10" fmla="*/ 9 w 9"/>
                <a:gd name="T11" fmla="*/ 23 h 28"/>
                <a:gd name="T12" fmla="*/ 4 w 9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28">
                  <a:moveTo>
                    <a:pt x="4" y="28"/>
                  </a:moveTo>
                  <a:cubicBezTo>
                    <a:pt x="2" y="28"/>
                    <a:pt x="0" y="26"/>
                    <a:pt x="0" y="2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6"/>
                    <a:pt x="7" y="28"/>
                    <a:pt x="4" y="28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8" name="ïṥ1i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A2FBDA7-CF48-42FA-8A10-1C40E0CBED01}"/>
                </a:ext>
              </a:extLst>
            </p:cNvPr>
            <p:cNvSpPr/>
            <p:nvPr/>
          </p:nvSpPr>
          <p:spPr bwMode="auto">
            <a:xfrm>
              <a:off x="6364288" y="2146300"/>
              <a:ext cx="31750" cy="68263"/>
            </a:xfrm>
            <a:custGeom>
              <a:avLst/>
              <a:gdLst>
                <a:gd name="T0" fmla="*/ 0 w 10"/>
                <a:gd name="T1" fmla="*/ 22 h 22"/>
                <a:gd name="T2" fmla="*/ 0 w 10"/>
                <a:gd name="T3" fmla="*/ 22 h 22"/>
                <a:gd name="T4" fmla="*/ 0 w 10"/>
                <a:gd name="T5" fmla="*/ 0 h 22"/>
                <a:gd name="T6" fmla="*/ 0 w 10"/>
                <a:gd name="T7" fmla="*/ 0 h 22"/>
                <a:gd name="T8" fmla="*/ 10 w 10"/>
                <a:gd name="T9" fmla="*/ 10 h 22"/>
                <a:gd name="T10" fmla="*/ 10 w 10"/>
                <a:gd name="T11" fmla="*/ 12 h 22"/>
                <a:gd name="T12" fmla="*/ 0 w 10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22">
                  <a:moveTo>
                    <a:pt x="0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10" y="5"/>
                    <a:pt x="10" y="10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8"/>
                    <a:pt x="6" y="22"/>
                    <a:pt x="0" y="22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9" name="işli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80FB1A5-8FDE-460D-B4DD-4AB0CEE775E9}"/>
                </a:ext>
              </a:extLst>
            </p:cNvPr>
            <p:cNvSpPr/>
            <p:nvPr/>
          </p:nvSpPr>
          <p:spPr bwMode="auto">
            <a:xfrm>
              <a:off x="5991226" y="2146300"/>
              <a:ext cx="33338" cy="68263"/>
            </a:xfrm>
            <a:custGeom>
              <a:avLst/>
              <a:gdLst>
                <a:gd name="T0" fmla="*/ 10 w 11"/>
                <a:gd name="T1" fmla="*/ 0 h 22"/>
                <a:gd name="T2" fmla="*/ 11 w 11"/>
                <a:gd name="T3" fmla="*/ 0 h 22"/>
                <a:gd name="T4" fmla="*/ 11 w 11"/>
                <a:gd name="T5" fmla="*/ 22 h 22"/>
                <a:gd name="T6" fmla="*/ 10 w 11"/>
                <a:gd name="T7" fmla="*/ 22 h 22"/>
                <a:gd name="T8" fmla="*/ 0 w 11"/>
                <a:gd name="T9" fmla="*/ 12 h 22"/>
                <a:gd name="T10" fmla="*/ 0 w 11"/>
                <a:gd name="T11" fmla="*/ 10 h 22"/>
                <a:gd name="T12" fmla="*/ 10 w 11"/>
                <a:gd name="T1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22">
                  <a:moveTo>
                    <a:pt x="1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5" y="22"/>
                    <a:pt x="0" y="18"/>
                    <a:pt x="0" y="1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0" name="îṣli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DED1DC6-D4C5-47EC-82A7-AD0702A9C036}"/>
                </a:ext>
              </a:extLst>
            </p:cNvPr>
            <p:cNvSpPr/>
            <p:nvPr/>
          </p:nvSpPr>
          <p:spPr bwMode="auto">
            <a:xfrm>
              <a:off x="5284788" y="1962150"/>
              <a:ext cx="17463" cy="614363"/>
            </a:xfrm>
            <a:custGeom>
              <a:avLst/>
              <a:gdLst>
                <a:gd name="T0" fmla="*/ 0 w 6"/>
                <a:gd name="T1" fmla="*/ 3 h 197"/>
                <a:gd name="T2" fmla="*/ 0 w 6"/>
                <a:gd name="T3" fmla="*/ 194 h 197"/>
                <a:gd name="T4" fmla="*/ 3 w 6"/>
                <a:gd name="T5" fmla="*/ 197 h 197"/>
                <a:gd name="T6" fmla="*/ 6 w 6"/>
                <a:gd name="T7" fmla="*/ 194 h 197"/>
                <a:gd name="T8" fmla="*/ 6 w 6"/>
                <a:gd name="T9" fmla="*/ 3 h 197"/>
                <a:gd name="T10" fmla="*/ 3 w 6"/>
                <a:gd name="T11" fmla="*/ 0 h 197"/>
                <a:gd name="T12" fmla="*/ 0 w 6"/>
                <a:gd name="T13" fmla="*/ 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97">
                  <a:moveTo>
                    <a:pt x="0" y="3"/>
                  </a:moveTo>
                  <a:cubicBezTo>
                    <a:pt x="0" y="194"/>
                    <a:pt x="0" y="194"/>
                    <a:pt x="0" y="194"/>
                  </a:cubicBezTo>
                  <a:cubicBezTo>
                    <a:pt x="0" y="196"/>
                    <a:pt x="1" y="197"/>
                    <a:pt x="3" y="197"/>
                  </a:cubicBezTo>
                  <a:cubicBezTo>
                    <a:pt x="4" y="197"/>
                    <a:pt x="6" y="196"/>
                    <a:pt x="6" y="19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1" name="iṥḷî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8F5B5C0-94DB-410A-A868-2E5241937C4C}"/>
                </a:ext>
              </a:extLst>
            </p:cNvPr>
            <p:cNvSpPr/>
            <p:nvPr/>
          </p:nvSpPr>
          <p:spPr bwMode="auto">
            <a:xfrm>
              <a:off x="5211763" y="2557463"/>
              <a:ext cx="158750" cy="19050"/>
            </a:xfrm>
            <a:custGeom>
              <a:avLst/>
              <a:gdLst>
                <a:gd name="T0" fmla="*/ 3 w 51"/>
                <a:gd name="T1" fmla="*/ 6 h 6"/>
                <a:gd name="T2" fmla="*/ 48 w 51"/>
                <a:gd name="T3" fmla="*/ 6 h 6"/>
                <a:gd name="T4" fmla="*/ 51 w 51"/>
                <a:gd name="T5" fmla="*/ 3 h 6"/>
                <a:gd name="T6" fmla="*/ 48 w 51"/>
                <a:gd name="T7" fmla="*/ 0 h 6"/>
                <a:gd name="T8" fmla="*/ 3 w 51"/>
                <a:gd name="T9" fmla="*/ 0 h 6"/>
                <a:gd name="T10" fmla="*/ 0 w 51"/>
                <a:gd name="T11" fmla="*/ 3 h 6"/>
                <a:gd name="T12" fmla="*/ 3 w 5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3" y="6"/>
                  </a:moveTo>
                  <a:cubicBezTo>
                    <a:pt x="48" y="6"/>
                    <a:pt x="48" y="6"/>
                    <a:pt x="48" y="6"/>
                  </a:cubicBezTo>
                  <a:cubicBezTo>
                    <a:pt x="50" y="6"/>
                    <a:pt x="51" y="5"/>
                    <a:pt x="51" y="3"/>
                  </a:cubicBezTo>
                  <a:cubicBezTo>
                    <a:pt x="51" y="2"/>
                    <a:pt x="50" y="0"/>
                    <a:pt x="4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2" name="ïŝḷí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E9B8359-FC8F-4E16-A6F6-D5FF9118D0F8}"/>
                </a:ext>
              </a:extLst>
            </p:cNvPr>
            <p:cNvSpPr/>
            <p:nvPr/>
          </p:nvSpPr>
          <p:spPr bwMode="auto">
            <a:xfrm>
              <a:off x="5881688" y="1962150"/>
              <a:ext cx="19050" cy="614363"/>
            </a:xfrm>
            <a:custGeom>
              <a:avLst/>
              <a:gdLst>
                <a:gd name="T0" fmla="*/ 0 w 6"/>
                <a:gd name="T1" fmla="*/ 3 h 197"/>
                <a:gd name="T2" fmla="*/ 0 w 6"/>
                <a:gd name="T3" fmla="*/ 194 h 197"/>
                <a:gd name="T4" fmla="*/ 3 w 6"/>
                <a:gd name="T5" fmla="*/ 197 h 197"/>
                <a:gd name="T6" fmla="*/ 6 w 6"/>
                <a:gd name="T7" fmla="*/ 194 h 197"/>
                <a:gd name="T8" fmla="*/ 6 w 6"/>
                <a:gd name="T9" fmla="*/ 3 h 197"/>
                <a:gd name="T10" fmla="*/ 3 w 6"/>
                <a:gd name="T11" fmla="*/ 0 h 197"/>
                <a:gd name="T12" fmla="*/ 0 w 6"/>
                <a:gd name="T13" fmla="*/ 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97">
                  <a:moveTo>
                    <a:pt x="0" y="3"/>
                  </a:moveTo>
                  <a:cubicBezTo>
                    <a:pt x="0" y="194"/>
                    <a:pt x="0" y="194"/>
                    <a:pt x="0" y="194"/>
                  </a:cubicBezTo>
                  <a:cubicBezTo>
                    <a:pt x="0" y="196"/>
                    <a:pt x="1" y="197"/>
                    <a:pt x="3" y="197"/>
                  </a:cubicBezTo>
                  <a:cubicBezTo>
                    <a:pt x="5" y="197"/>
                    <a:pt x="6" y="196"/>
                    <a:pt x="6" y="19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3" name="ïS1í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42CDEDE-9FB0-4C22-8DE9-2B04B6E7995D}"/>
                </a:ext>
              </a:extLst>
            </p:cNvPr>
            <p:cNvSpPr/>
            <p:nvPr/>
          </p:nvSpPr>
          <p:spPr bwMode="auto">
            <a:xfrm>
              <a:off x="5810251" y="2557463"/>
              <a:ext cx="161925" cy="19050"/>
            </a:xfrm>
            <a:custGeom>
              <a:avLst/>
              <a:gdLst>
                <a:gd name="T0" fmla="*/ 3 w 52"/>
                <a:gd name="T1" fmla="*/ 6 h 6"/>
                <a:gd name="T2" fmla="*/ 49 w 52"/>
                <a:gd name="T3" fmla="*/ 6 h 6"/>
                <a:gd name="T4" fmla="*/ 52 w 52"/>
                <a:gd name="T5" fmla="*/ 3 h 6"/>
                <a:gd name="T6" fmla="*/ 49 w 52"/>
                <a:gd name="T7" fmla="*/ 0 h 6"/>
                <a:gd name="T8" fmla="*/ 3 w 52"/>
                <a:gd name="T9" fmla="*/ 0 h 6"/>
                <a:gd name="T10" fmla="*/ 0 w 52"/>
                <a:gd name="T11" fmla="*/ 3 h 6"/>
                <a:gd name="T12" fmla="*/ 3 w 5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6">
                  <a:moveTo>
                    <a:pt x="3" y="6"/>
                  </a:moveTo>
                  <a:cubicBezTo>
                    <a:pt x="49" y="6"/>
                    <a:pt x="49" y="6"/>
                    <a:pt x="49" y="6"/>
                  </a:cubicBezTo>
                  <a:cubicBezTo>
                    <a:pt x="51" y="6"/>
                    <a:pt x="52" y="5"/>
                    <a:pt x="52" y="3"/>
                  </a:cubicBezTo>
                  <a:cubicBezTo>
                    <a:pt x="52" y="2"/>
                    <a:pt x="51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4" name="iṣḷî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5A22DE-B38E-485A-A5A5-251251AEF29D}"/>
                </a:ext>
              </a:extLst>
            </p:cNvPr>
            <p:cNvSpPr/>
            <p:nvPr/>
          </p:nvSpPr>
          <p:spPr bwMode="auto">
            <a:xfrm>
              <a:off x="6483351" y="1962150"/>
              <a:ext cx="17463" cy="614363"/>
            </a:xfrm>
            <a:custGeom>
              <a:avLst/>
              <a:gdLst>
                <a:gd name="T0" fmla="*/ 0 w 6"/>
                <a:gd name="T1" fmla="*/ 3 h 197"/>
                <a:gd name="T2" fmla="*/ 0 w 6"/>
                <a:gd name="T3" fmla="*/ 194 h 197"/>
                <a:gd name="T4" fmla="*/ 3 w 6"/>
                <a:gd name="T5" fmla="*/ 197 h 197"/>
                <a:gd name="T6" fmla="*/ 6 w 6"/>
                <a:gd name="T7" fmla="*/ 194 h 197"/>
                <a:gd name="T8" fmla="*/ 6 w 6"/>
                <a:gd name="T9" fmla="*/ 3 h 197"/>
                <a:gd name="T10" fmla="*/ 3 w 6"/>
                <a:gd name="T11" fmla="*/ 0 h 197"/>
                <a:gd name="T12" fmla="*/ 0 w 6"/>
                <a:gd name="T13" fmla="*/ 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97">
                  <a:moveTo>
                    <a:pt x="0" y="3"/>
                  </a:moveTo>
                  <a:cubicBezTo>
                    <a:pt x="0" y="194"/>
                    <a:pt x="0" y="194"/>
                    <a:pt x="0" y="194"/>
                  </a:cubicBezTo>
                  <a:cubicBezTo>
                    <a:pt x="0" y="196"/>
                    <a:pt x="1" y="197"/>
                    <a:pt x="3" y="197"/>
                  </a:cubicBezTo>
                  <a:cubicBezTo>
                    <a:pt x="4" y="197"/>
                    <a:pt x="6" y="196"/>
                    <a:pt x="6" y="19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5" name="îṧlí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0D304DC-14F4-4473-B1D5-EC0BF8410D40}"/>
                </a:ext>
              </a:extLst>
            </p:cNvPr>
            <p:cNvSpPr/>
            <p:nvPr/>
          </p:nvSpPr>
          <p:spPr bwMode="auto">
            <a:xfrm>
              <a:off x="6410326" y="2557463"/>
              <a:ext cx="158750" cy="19050"/>
            </a:xfrm>
            <a:custGeom>
              <a:avLst/>
              <a:gdLst>
                <a:gd name="T0" fmla="*/ 3 w 51"/>
                <a:gd name="T1" fmla="*/ 6 h 6"/>
                <a:gd name="T2" fmla="*/ 48 w 51"/>
                <a:gd name="T3" fmla="*/ 6 h 6"/>
                <a:gd name="T4" fmla="*/ 51 w 51"/>
                <a:gd name="T5" fmla="*/ 3 h 6"/>
                <a:gd name="T6" fmla="*/ 48 w 51"/>
                <a:gd name="T7" fmla="*/ 0 h 6"/>
                <a:gd name="T8" fmla="*/ 3 w 51"/>
                <a:gd name="T9" fmla="*/ 0 h 6"/>
                <a:gd name="T10" fmla="*/ 0 w 51"/>
                <a:gd name="T11" fmla="*/ 3 h 6"/>
                <a:gd name="T12" fmla="*/ 3 w 5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6">
                  <a:moveTo>
                    <a:pt x="3" y="6"/>
                  </a:moveTo>
                  <a:cubicBezTo>
                    <a:pt x="48" y="6"/>
                    <a:pt x="48" y="6"/>
                    <a:pt x="48" y="6"/>
                  </a:cubicBezTo>
                  <a:cubicBezTo>
                    <a:pt x="50" y="6"/>
                    <a:pt x="51" y="5"/>
                    <a:pt x="51" y="3"/>
                  </a:cubicBezTo>
                  <a:cubicBezTo>
                    <a:pt x="51" y="2"/>
                    <a:pt x="50" y="0"/>
                    <a:pt x="4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6" name="íSļî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99822CA-AB3B-4B64-AC0B-0C68A2265F14}"/>
                </a:ext>
              </a:extLst>
            </p:cNvPr>
            <p:cNvSpPr/>
            <p:nvPr/>
          </p:nvSpPr>
          <p:spPr bwMode="auto">
            <a:xfrm>
              <a:off x="7219951" y="1912938"/>
              <a:ext cx="712788" cy="977900"/>
            </a:xfrm>
            <a:custGeom>
              <a:avLst/>
              <a:gdLst>
                <a:gd name="T0" fmla="*/ 110 w 449"/>
                <a:gd name="T1" fmla="*/ 0 h 616"/>
                <a:gd name="T2" fmla="*/ 0 w 449"/>
                <a:gd name="T3" fmla="*/ 110 h 616"/>
                <a:gd name="T4" fmla="*/ 0 w 449"/>
                <a:gd name="T5" fmla="*/ 616 h 616"/>
                <a:gd name="T6" fmla="*/ 449 w 449"/>
                <a:gd name="T7" fmla="*/ 616 h 616"/>
                <a:gd name="T8" fmla="*/ 449 w 449"/>
                <a:gd name="T9" fmla="*/ 0 h 616"/>
                <a:gd name="T10" fmla="*/ 110 w 449"/>
                <a:gd name="T11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" h="616">
                  <a:moveTo>
                    <a:pt x="110" y="0"/>
                  </a:moveTo>
                  <a:lnTo>
                    <a:pt x="0" y="110"/>
                  </a:lnTo>
                  <a:lnTo>
                    <a:pt x="0" y="616"/>
                  </a:lnTo>
                  <a:lnTo>
                    <a:pt x="449" y="616"/>
                  </a:lnTo>
                  <a:lnTo>
                    <a:pt x="449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7" name="íslï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975CB85-5BE6-40ED-A6C3-0D79BDC830A8}"/>
                </a:ext>
              </a:extLst>
            </p:cNvPr>
            <p:cNvSpPr/>
            <p:nvPr/>
          </p:nvSpPr>
          <p:spPr bwMode="auto">
            <a:xfrm>
              <a:off x="7219951" y="1912938"/>
              <a:ext cx="174625" cy="174625"/>
            </a:xfrm>
            <a:custGeom>
              <a:avLst/>
              <a:gdLst>
                <a:gd name="T0" fmla="*/ 110 w 110"/>
                <a:gd name="T1" fmla="*/ 0 h 110"/>
                <a:gd name="T2" fmla="*/ 110 w 110"/>
                <a:gd name="T3" fmla="*/ 110 h 110"/>
                <a:gd name="T4" fmla="*/ 0 w 110"/>
                <a:gd name="T5" fmla="*/ 110 h 110"/>
                <a:gd name="T6" fmla="*/ 110 w 110"/>
                <a:gd name="T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110">
                  <a:moveTo>
                    <a:pt x="110" y="0"/>
                  </a:moveTo>
                  <a:lnTo>
                    <a:pt x="110" y="110"/>
                  </a:lnTo>
                  <a:lnTo>
                    <a:pt x="0" y="11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CFD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8" name="íṧľi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ECD29F-2AD5-4368-B38C-95680D100CF5}"/>
                </a:ext>
              </a:extLst>
            </p:cNvPr>
            <p:cNvSpPr/>
            <p:nvPr/>
          </p:nvSpPr>
          <p:spPr bwMode="auto">
            <a:xfrm>
              <a:off x="7219951" y="1912938"/>
              <a:ext cx="174625" cy="174625"/>
            </a:xfrm>
            <a:custGeom>
              <a:avLst/>
              <a:gdLst>
                <a:gd name="T0" fmla="*/ 110 w 110"/>
                <a:gd name="T1" fmla="*/ 0 h 110"/>
                <a:gd name="T2" fmla="*/ 110 w 110"/>
                <a:gd name="T3" fmla="*/ 110 h 110"/>
                <a:gd name="T4" fmla="*/ 0 w 110"/>
                <a:gd name="T5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0" h="110">
                  <a:moveTo>
                    <a:pt x="110" y="0"/>
                  </a:moveTo>
                  <a:lnTo>
                    <a:pt x="110" y="110"/>
                  </a:lnTo>
                  <a:lnTo>
                    <a:pt x="0" y="1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9" name="î$lî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99798DB-6027-49F9-BCC5-C70367316B14}"/>
                </a:ext>
              </a:extLst>
            </p:cNvPr>
            <p:cNvSpPr/>
            <p:nvPr/>
          </p:nvSpPr>
          <p:spPr bwMode="auto">
            <a:xfrm>
              <a:off x="7316788" y="2208213"/>
              <a:ext cx="519113" cy="19050"/>
            </a:xfrm>
            <a:custGeom>
              <a:avLst/>
              <a:gdLst>
                <a:gd name="T0" fmla="*/ 3 w 167"/>
                <a:gd name="T1" fmla="*/ 6 h 6"/>
                <a:gd name="T2" fmla="*/ 164 w 167"/>
                <a:gd name="T3" fmla="*/ 6 h 6"/>
                <a:gd name="T4" fmla="*/ 167 w 167"/>
                <a:gd name="T5" fmla="*/ 3 h 6"/>
                <a:gd name="T6" fmla="*/ 164 w 167"/>
                <a:gd name="T7" fmla="*/ 0 h 6"/>
                <a:gd name="T8" fmla="*/ 3 w 167"/>
                <a:gd name="T9" fmla="*/ 0 h 6"/>
                <a:gd name="T10" fmla="*/ 0 w 167"/>
                <a:gd name="T11" fmla="*/ 3 h 6"/>
                <a:gd name="T12" fmla="*/ 3 w 16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7" h="6">
                  <a:moveTo>
                    <a:pt x="3" y="6"/>
                  </a:moveTo>
                  <a:cubicBezTo>
                    <a:pt x="164" y="6"/>
                    <a:pt x="164" y="6"/>
                    <a:pt x="164" y="6"/>
                  </a:cubicBezTo>
                  <a:cubicBezTo>
                    <a:pt x="166" y="6"/>
                    <a:pt x="167" y="4"/>
                    <a:pt x="167" y="3"/>
                  </a:cubicBezTo>
                  <a:cubicBezTo>
                    <a:pt x="167" y="1"/>
                    <a:pt x="166" y="0"/>
                    <a:pt x="16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0" name="ïṩlî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0618977-D4EE-4720-8D7D-9F8C97B1BA76}"/>
                </a:ext>
              </a:extLst>
            </p:cNvPr>
            <p:cNvSpPr/>
            <p:nvPr/>
          </p:nvSpPr>
          <p:spPr bwMode="auto">
            <a:xfrm>
              <a:off x="7316788" y="2279650"/>
              <a:ext cx="519113" cy="19050"/>
            </a:xfrm>
            <a:custGeom>
              <a:avLst/>
              <a:gdLst>
                <a:gd name="T0" fmla="*/ 3 w 167"/>
                <a:gd name="T1" fmla="*/ 6 h 6"/>
                <a:gd name="T2" fmla="*/ 164 w 167"/>
                <a:gd name="T3" fmla="*/ 6 h 6"/>
                <a:gd name="T4" fmla="*/ 167 w 167"/>
                <a:gd name="T5" fmla="*/ 3 h 6"/>
                <a:gd name="T6" fmla="*/ 164 w 167"/>
                <a:gd name="T7" fmla="*/ 0 h 6"/>
                <a:gd name="T8" fmla="*/ 3 w 167"/>
                <a:gd name="T9" fmla="*/ 0 h 6"/>
                <a:gd name="T10" fmla="*/ 0 w 167"/>
                <a:gd name="T11" fmla="*/ 3 h 6"/>
                <a:gd name="T12" fmla="*/ 3 w 16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7" h="6">
                  <a:moveTo>
                    <a:pt x="3" y="6"/>
                  </a:moveTo>
                  <a:cubicBezTo>
                    <a:pt x="164" y="6"/>
                    <a:pt x="164" y="6"/>
                    <a:pt x="164" y="6"/>
                  </a:cubicBezTo>
                  <a:cubicBezTo>
                    <a:pt x="166" y="6"/>
                    <a:pt x="167" y="5"/>
                    <a:pt x="167" y="3"/>
                  </a:cubicBezTo>
                  <a:cubicBezTo>
                    <a:pt x="167" y="2"/>
                    <a:pt x="166" y="0"/>
                    <a:pt x="16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1" name="iṡḷî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594BF5A-306E-4F37-B55C-C9FA9E3F313B}"/>
                </a:ext>
              </a:extLst>
            </p:cNvPr>
            <p:cNvSpPr/>
            <p:nvPr/>
          </p:nvSpPr>
          <p:spPr bwMode="auto">
            <a:xfrm>
              <a:off x="7316788" y="2354263"/>
              <a:ext cx="519113" cy="19050"/>
            </a:xfrm>
            <a:custGeom>
              <a:avLst/>
              <a:gdLst>
                <a:gd name="T0" fmla="*/ 3 w 167"/>
                <a:gd name="T1" fmla="*/ 6 h 6"/>
                <a:gd name="T2" fmla="*/ 164 w 167"/>
                <a:gd name="T3" fmla="*/ 6 h 6"/>
                <a:gd name="T4" fmla="*/ 167 w 167"/>
                <a:gd name="T5" fmla="*/ 3 h 6"/>
                <a:gd name="T6" fmla="*/ 164 w 167"/>
                <a:gd name="T7" fmla="*/ 0 h 6"/>
                <a:gd name="T8" fmla="*/ 3 w 167"/>
                <a:gd name="T9" fmla="*/ 0 h 6"/>
                <a:gd name="T10" fmla="*/ 0 w 167"/>
                <a:gd name="T11" fmla="*/ 3 h 6"/>
                <a:gd name="T12" fmla="*/ 3 w 16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7" h="6">
                  <a:moveTo>
                    <a:pt x="3" y="6"/>
                  </a:moveTo>
                  <a:cubicBezTo>
                    <a:pt x="164" y="6"/>
                    <a:pt x="164" y="6"/>
                    <a:pt x="164" y="6"/>
                  </a:cubicBezTo>
                  <a:cubicBezTo>
                    <a:pt x="166" y="6"/>
                    <a:pt x="167" y="4"/>
                    <a:pt x="167" y="3"/>
                  </a:cubicBezTo>
                  <a:cubicBezTo>
                    <a:pt x="167" y="1"/>
                    <a:pt x="166" y="0"/>
                    <a:pt x="16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2" name="îsľî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CA2F0A3-6684-4770-9946-DDAF25D58F27}"/>
                </a:ext>
              </a:extLst>
            </p:cNvPr>
            <p:cNvSpPr/>
            <p:nvPr/>
          </p:nvSpPr>
          <p:spPr bwMode="auto">
            <a:xfrm>
              <a:off x="7316788" y="2427288"/>
              <a:ext cx="519113" cy="17463"/>
            </a:xfrm>
            <a:custGeom>
              <a:avLst/>
              <a:gdLst>
                <a:gd name="T0" fmla="*/ 3 w 167"/>
                <a:gd name="T1" fmla="*/ 6 h 6"/>
                <a:gd name="T2" fmla="*/ 164 w 167"/>
                <a:gd name="T3" fmla="*/ 6 h 6"/>
                <a:gd name="T4" fmla="*/ 167 w 167"/>
                <a:gd name="T5" fmla="*/ 3 h 6"/>
                <a:gd name="T6" fmla="*/ 164 w 167"/>
                <a:gd name="T7" fmla="*/ 0 h 6"/>
                <a:gd name="T8" fmla="*/ 3 w 167"/>
                <a:gd name="T9" fmla="*/ 0 h 6"/>
                <a:gd name="T10" fmla="*/ 0 w 167"/>
                <a:gd name="T11" fmla="*/ 3 h 6"/>
                <a:gd name="T12" fmla="*/ 3 w 16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7" h="6">
                  <a:moveTo>
                    <a:pt x="3" y="6"/>
                  </a:moveTo>
                  <a:cubicBezTo>
                    <a:pt x="164" y="6"/>
                    <a:pt x="164" y="6"/>
                    <a:pt x="164" y="6"/>
                  </a:cubicBezTo>
                  <a:cubicBezTo>
                    <a:pt x="166" y="6"/>
                    <a:pt x="167" y="5"/>
                    <a:pt x="167" y="3"/>
                  </a:cubicBezTo>
                  <a:cubicBezTo>
                    <a:pt x="167" y="1"/>
                    <a:pt x="166" y="0"/>
                    <a:pt x="16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3" name="íṡľî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575DDE7-E0BE-4EDF-BB78-C353C54376C6}"/>
                </a:ext>
              </a:extLst>
            </p:cNvPr>
            <p:cNvSpPr/>
            <p:nvPr/>
          </p:nvSpPr>
          <p:spPr bwMode="auto">
            <a:xfrm>
              <a:off x="7316788" y="2501900"/>
              <a:ext cx="271463" cy="17463"/>
            </a:xfrm>
            <a:custGeom>
              <a:avLst/>
              <a:gdLst>
                <a:gd name="T0" fmla="*/ 3 w 87"/>
                <a:gd name="T1" fmla="*/ 6 h 6"/>
                <a:gd name="T2" fmla="*/ 84 w 87"/>
                <a:gd name="T3" fmla="*/ 6 h 6"/>
                <a:gd name="T4" fmla="*/ 87 w 87"/>
                <a:gd name="T5" fmla="*/ 3 h 6"/>
                <a:gd name="T6" fmla="*/ 84 w 87"/>
                <a:gd name="T7" fmla="*/ 0 h 6"/>
                <a:gd name="T8" fmla="*/ 3 w 87"/>
                <a:gd name="T9" fmla="*/ 0 h 6"/>
                <a:gd name="T10" fmla="*/ 0 w 87"/>
                <a:gd name="T11" fmla="*/ 3 h 6"/>
                <a:gd name="T12" fmla="*/ 3 w 8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" h="6">
                  <a:moveTo>
                    <a:pt x="3" y="6"/>
                  </a:moveTo>
                  <a:cubicBezTo>
                    <a:pt x="84" y="6"/>
                    <a:pt x="84" y="6"/>
                    <a:pt x="84" y="6"/>
                  </a:cubicBezTo>
                  <a:cubicBezTo>
                    <a:pt x="86" y="6"/>
                    <a:pt x="87" y="4"/>
                    <a:pt x="87" y="3"/>
                  </a:cubicBezTo>
                  <a:cubicBezTo>
                    <a:pt x="87" y="1"/>
                    <a:pt x="86" y="0"/>
                    <a:pt x="8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4" name="ïṣľi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B3F14EC-6FB7-4011-99CD-DE7FBD51DACF}"/>
                </a:ext>
              </a:extLst>
            </p:cNvPr>
            <p:cNvSpPr/>
            <p:nvPr/>
          </p:nvSpPr>
          <p:spPr bwMode="auto">
            <a:xfrm>
              <a:off x="8070851" y="2149475"/>
              <a:ext cx="65088" cy="741363"/>
            </a:xfrm>
            <a:custGeom>
              <a:avLst/>
              <a:gdLst>
                <a:gd name="T0" fmla="*/ 12 w 21"/>
                <a:gd name="T1" fmla="*/ 238 h 238"/>
                <a:gd name="T2" fmla="*/ 9 w 21"/>
                <a:gd name="T3" fmla="*/ 238 h 238"/>
                <a:gd name="T4" fmla="*/ 0 w 21"/>
                <a:gd name="T5" fmla="*/ 229 h 238"/>
                <a:gd name="T6" fmla="*/ 0 w 21"/>
                <a:gd name="T7" fmla="*/ 0 h 238"/>
                <a:gd name="T8" fmla="*/ 21 w 21"/>
                <a:gd name="T9" fmla="*/ 0 h 238"/>
                <a:gd name="T10" fmla="*/ 21 w 21"/>
                <a:gd name="T11" fmla="*/ 229 h 238"/>
                <a:gd name="T12" fmla="*/ 12 w 21"/>
                <a:gd name="T13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38">
                  <a:moveTo>
                    <a:pt x="12" y="238"/>
                  </a:moveTo>
                  <a:cubicBezTo>
                    <a:pt x="9" y="238"/>
                    <a:pt x="9" y="238"/>
                    <a:pt x="9" y="238"/>
                  </a:cubicBezTo>
                  <a:cubicBezTo>
                    <a:pt x="4" y="238"/>
                    <a:pt x="0" y="234"/>
                    <a:pt x="0" y="2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229"/>
                    <a:pt x="21" y="229"/>
                    <a:pt x="21" y="229"/>
                  </a:cubicBezTo>
                  <a:cubicBezTo>
                    <a:pt x="21" y="234"/>
                    <a:pt x="17" y="238"/>
                    <a:pt x="12" y="238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5" name="ïšḻ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E6F09B5-963E-417C-AB1D-201AABAA5B97}"/>
                </a:ext>
              </a:extLst>
            </p:cNvPr>
            <p:cNvSpPr/>
            <p:nvPr/>
          </p:nvSpPr>
          <p:spPr bwMode="auto">
            <a:xfrm>
              <a:off x="8070851" y="2725738"/>
              <a:ext cx="65088" cy="165100"/>
            </a:xfrm>
            <a:custGeom>
              <a:avLst/>
              <a:gdLst>
                <a:gd name="T0" fmla="*/ 12 w 21"/>
                <a:gd name="T1" fmla="*/ 53 h 53"/>
                <a:gd name="T2" fmla="*/ 9 w 21"/>
                <a:gd name="T3" fmla="*/ 53 h 53"/>
                <a:gd name="T4" fmla="*/ 0 w 21"/>
                <a:gd name="T5" fmla="*/ 44 h 53"/>
                <a:gd name="T6" fmla="*/ 0 w 21"/>
                <a:gd name="T7" fmla="*/ 0 h 53"/>
                <a:gd name="T8" fmla="*/ 21 w 21"/>
                <a:gd name="T9" fmla="*/ 0 h 53"/>
                <a:gd name="T10" fmla="*/ 21 w 21"/>
                <a:gd name="T11" fmla="*/ 44 h 53"/>
                <a:gd name="T12" fmla="*/ 12 w 21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53">
                  <a:moveTo>
                    <a:pt x="12" y="53"/>
                  </a:moveTo>
                  <a:cubicBezTo>
                    <a:pt x="9" y="53"/>
                    <a:pt x="9" y="53"/>
                    <a:pt x="9" y="53"/>
                  </a:cubicBezTo>
                  <a:cubicBezTo>
                    <a:pt x="4" y="53"/>
                    <a:pt x="0" y="49"/>
                    <a:pt x="0" y="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9"/>
                    <a:pt x="17" y="53"/>
                    <a:pt x="12" y="53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6" name="iš1ï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F8732FB-1160-4EF7-8B15-700821E8107A}"/>
                </a:ext>
              </a:extLst>
            </p:cNvPr>
            <p:cNvSpPr/>
            <p:nvPr/>
          </p:nvSpPr>
          <p:spPr bwMode="auto">
            <a:xfrm>
              <a:off x="8070851" y="2049463"/>
              <a:ext cx="65088" cy="100013"/>
            </a:xfrm>
            <a:custGeom>
              <a:avLst/>
              <a:gdLst>
                <a:gd name="T0" fmla="*/ 0 w 41"/>
                <a:gd name="T1" fmla="*/ 63 h 63"/>
                <a:gd name="T2" fmla="*/ 19 w 41"/>
                <a:gd name="T3" fmla="*/ 0 h 63"/>
                <a:gd name="T4" fmla="*/ 41 w 41"/>
                <a:gd name="T5" fmla="*/ 63 h 63"/>
                <a:gd name="T6" fmla="*/ 0 w 41"/>
                <a:gd name="T7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63">
                  <a:moveTo>
                    <a:pt x="0" y="63"/>
                  </a:moveTo>
                  <a:lnTo>
                    <a:pt x="19" y="0"/>
                  </a:lnTo>
                  <a:lnTo>
                    <a:pt x="41" y="63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7" name="íṧḻï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DD087B3-A64D-4B00-A861-3EE4FBAD1E70}"/>
                </a:ext>
              </a:extLst>
            </p:cNvPr>
            <p:cNvSpPr/>
            <p:nvPr/>
          </p:nvSpPr>
          <p:spPr bwMode="auto">
            <a:xfrm>
              <a:off x="8091488" y="2638425"/>
              <a:ext cx="77788" cy="223838"/>
            </a:xfrm>
            <a:custGeom>
              <a:avLst/>
              <a:gdLst>
                <a:gd name="T0" fmla="*/ 3 w 25"/>
                <a:gd name="T1" fmla="*/ 72 h 72"/>
                <a:gd name="T2" fmla="*/ 22 w 25"/>
                <a:gd name="T3" fmla="*/ 72 h 72"/>
                <a:gd name="T4" fmla="*/ 24 w 25"/>
                <a:gd name="T5" fmla="*/ 71 h 72"/>
                <a:gd name="T6" fmla="*/ 25 w 25"/>
                <a:gd name="T7" fmla="*/ 69 h 72"/>
                <a:gd name="T8" fmla="*/ 25 w 25"/>
                <a:gd name="T9" fmla="*/ 3 h 72"/>
                <a:gd name="T10" fmla="*/ 22 w 25"/>
                <a:gd name="T11" fmla="*/ 0 h 72"/>
                <a:gd name="T12" fmla="*/ 19 w 25"/>
                <a:gd name="T13" fmla="*/ 3 h 72"/>
                <a:gd name="T14" fmla="*/ 19 w 25"/>
                <a:gd name="T15" fmla="*/ 66 h 72"/>
                <a:gd name="T16" fmla="*/ 3 w 25"/>
                <a:gd name="T17" fmla="*/ 66 h 72"/>
                <a:gd name="T18" fmla="*/ 0 w 25"/>
                <a:gd name="T19" fmla="*/ 69 h 72"/>
                <a:gd name="T20" fmla="*/ 3 w 25"/>
                <a:gd name="T2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72">
                  <a:moveTo>
                    <a:pt x="3" y="72"/>
                  </a:moveTo>
                  <a:cubicBezTo>
                    <a:pt x="22" y="72"/>
                    <a:pt x="22" y="72"/>
                    <a:pt x="22" y="72"/>
                  </a:cubicBezTo>
                  <a:cubicBezTo>
                    <a:pt x="23" y="72"/>
                    <a:pt x="24" y="72"/>
                    <a:pt x="24" y="71"/>
                  </a:cubicBezTo>
                  <a:cubicBezTo>
                    <a:pt x="25" y="71"/>
                    <a:pt x="25" y="70"/>
                    <a:pt x="25" y="69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19" y="1"/>
                    <a:pt x="19" y="3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2" y="66"/>
                    <a:pt x="0" y="68"/>
                    <a:pt x="0" y="69"/>
                  </a:cubicBezTo>
                  <a:cubicBezTo>
                    <a:pt x="0" y="71"/>
                    <a:pt x="2" y="72"/>
                    <a:pt x="3" y="72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8" name="îşli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6DC0F31-94B9-4F59-8ACE-D0817C732926}"/>
                </a:ext>
              </a:extLst>
            </p:cNvPr>
            <p:cNvSpPr/>
            <p:nvPr/>
          </p:nvSpPr>
          <p:spPr bwMode="auto">
            <a:xfrm>
              <a:off x="3730626" y="4989513"/>
              <a:ext cx="436563" cy="436563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9" name="iślî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92E80AB-A0E8-43D1-A10A-4CFB6E320160}"/>
                </a:ext>
              </a:extLst>
            </p:cNvPr>
            <p:cNvSpPr/>
            <p:nvPr/>
          </p:nvSpPr>
          <p:spPr bwMode="auto">
            <a:xfrm>
              <a:off x="3768726" y="5022850"/>
              <a:ext cx="363538" cy="365125"/>
            </a:xfrm>
            <a:prstGeom prst="ellipse">
              <a:avLst/>
            </a:prstGeom>
            <a:solidFill>
              <a:srgbClr val="02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0" name="işḷï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56FAC26-6538-422A-A8A6-DF01E9BD2AD4}"/>
                </a:ext>
              </a:extLst>
            </p:cNvPr>
            <p:cNvSpPr/>
            <p:nvPr/>
          </p:nvSpPr>
          <p:spPr bwMode="auto">
            <a:xfrm>
              <a:off x="3879851" y="5070475"/>
              <a:ext cx="14908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77500" lnSpcReduction="20000"/>
            </a:bodyPr>
            <a:lstStyle/>
            <a:p>
              <a:pPr marL="0" marR="0" lvl="0" indent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1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latin typeface="Arial" panose="020B0604020202020204" pitchFamily="34" charset="0"/>
                </a:rPr>
                <a:t>$</a:t>
              </a:r>
            </a:p>
          </p:txBody>
        </p:sp>
        <p:sp>
          <p:nvSpPr>
            <p:cNvPr id="91" name="îṡlí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4223D71-9EB9-4C1B-A7A5-224D7842E0FF}"/>
                </a:ext>
              </a:extLst>
            </p:cNvPr>
            <p:cNvSpPr/>
            <p:nvPr/>
          </p:nvSpPr>
          <p:spPr bwMode="auto">
            <a:xfrm>
              <a:off x="4714876" y="4765675"/>
              <a:ext cx="668338" cy="668338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2" name="iṥļî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303DAC3-A39A-46DB-A8BA-5F641C52E54C}"/>
                </a:ext>
              </a:extLst>
            </p:cNvPr>
            <p:cNvSpPr/>
            <p:nvPr/>
          </p:nvSpPr>
          <p:spPr bwMode="auto">
            <a:xfrm>
              <a:off x="4770438" y="4821238"/>
              <a:ext cx="560388" cy="557213"/>
            </a:xfrm>
            <a:prstGeom prst="ellipse">
              <a:avLst/>
            </a:prstGeom>
            <a:solidFill>
              <a:srgbClr val="02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3" name="îSli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C5F0EC-F9F8-4D78-8956-E651CA94D6DD}"/>
                </a:ext>
              </a:extLst>
            </p:cNvPr>
            <p:cNvSpPr/>
            <p:nvPr/>
          </p:nvSpPr>
          <p:spPr bwMode="auto">
            <a:xfrm>
              <a:off x="4945063" y="4884738"/>
              <a:ext cx="227626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77500" lnSpcReduction="20000"/>
            </a:bodyPr>
            <a:lstStyle/>
            <a:p>
              <a:pPr marL="0" marR="0" lvl="0" indent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latin typeface="Arial" panose="020B0604020202020204" pitchFamily="34" charset="0"/>
                </a:rPr>
                <a:t>$</a:t>
              </a:r>
            </a:p>
          </p:txBody>
        </p:sp>
        <p:sp>
          <p:nvSpPr>
            <p:cNvPr id="94" name="îšḷí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D5C411A-7174-4B2A-9B87-4E88787C92CA}"/>
                </a:ext>
              </a:extLst>
            </p:cNvPr>
            <p:cNvSpPr/>
            <p:nvPr/>
          </p:nvSpPr>
          <p:spPr bwMode="auto">
            <a:xfrm>
              <a:off x="3665538" y="1968500"/>
              <a:ext cx="488950" cy="922338"/>
            </a:xfrm>
            <a:custGeom>
              <a:avLst/>
              <a:gdLst>
                <a:gd name="T0" fmla="*/ 147 w 157"/>
                <a:gd name="T1" fmla="*/ 296 h 296"/>
                <a:gd name="T2" fmla="*/ 128 w 157"/>
                <a:gd name="T3" fmla="*/ 296 h 296"/>
                <a:gd name="T4" fmla="*/ 108 w 157"/>
                <a:gd name="T5" fmla="*/ 296 h 296"/>
                <a:gd name="T6" fmla="*/ 89 w 157"/>
                <a:gd name="T7" fmla="*/ 296 h 296"/>
                <a:gd name="T8" fmla="*/ 69 w 157"/>
                <a:gd name="T9" fmla="*/ 296 h 296"/>
                <a:gd name="T10" fmla="*/ 49 w 157"/>
                <a:gd name="T11" fmla="*/ 296 h 296"/>
                <a:gd name="T12" fmla="*/ 30 w 157"/>
                <a:gd name="T13" fmla="*/ 296 h 296"/>
                <a:gd name="T14" fmla="*/ 10 w 157"/>
                <a:gd name="T15" fmla="*/ 296 h 296"/>
                <a:gd name="T16" fmla="*/ 0 w 157"/>
                <a:gd name="T17" fmla="*/ 277 h 296"/>
                <a:gd name="T18" fmla="*/ 0 w 157"/>
                <a:gd name="T19" fmla="*/ 240 h 296"/>
                <a:gd name="T20" fmla="*/ 0 w 157"/>
                <a:gd name="T21" fmla="*/ 203 h 296"/>
                <a:gd name="T22" fmla="*/ 0 w 157"/>
                <a:gd name="T23" fmla="*/ 166 h 296"/>
                <a:gd name="T24" fmla="*/ 0 w 157"/>
                <a:gd name="T25" fmla="*/ 129 h 296"/>
                <a:gd name="T26" fmla="*/ 0 w 157"/>
                <a:gd name="T27" fmla="*/ 92 h 296"/>
                <a:gd name="T28" fmla="*/ 0 w 157"/>
                <a:gd name="T29" fmla="*/ 55 h 296"/>
                <a:gd name="T30" fmla="*/ 0 w 157"/>
                <a:gd name="T31" fmla="*/ 17 h 296"/>
                <a:gd name="T32" fmla="*/ 3 w 157"/>
                <a:gd name="T33" fmla="*/ 2 h 296"/>
                <a:gd name="T34" fmla="*/ 18 w 157"/>
                <a:gd name="T35" fmla="*/ 1 h 296"/>
                <a:gd name="T36" fmla="*/ 30 w 157"/>
                <a:gd name="T37" fmla="*/ 11 h 296"/>
                <a:gd name="T38" fmla="*/ 41 w 157"/>
                <a:gd name="T39" fmla="*/ 1 h 296"/>
                <a:gd name="T40" fmla="*/ 58 w 157"/>
                <a:gd name="T41" fmla="*/ 1 h 296"/>
                <a:gd name="T42" fmla="*/ 69 w 157"/>
                <a:gd name="T43" fmla="*/ 11 h 296"/>
                <a:gd name="T44" fmla="*/ 80 w 157"/>
                <a:gd name="T45" fmla="*/ 1 h 296"/>
                <a:gd name="T46" fmla="*/ 97 w 157"/>
                <a:gd name="T47" fmla="*/ 1 h 296"/>
                <a:gd name="T48" fmla="*/ 108 w 157"/>
                <a:gd name="T49" fmla="*/ 11 h 296"/>
                <a:gd name="T50" fmla="*/ 120 w 157"/>
                <a:gd name="T51" fmla="*/ 1 h 296"/>
                <a:gd name="T52" fmla="*/ 136 w 157"/>
                <a:gd name="T53" fmla="*/ 1 h 296"/>
                <a:gd name="T54" fmla="*/ 147 w 157"/>
                <a:gd name="T55" fmla="*/ 11 h 296"/>
                <a:gd name="T56" fmla="*/ 157 w 157"/>
                <a:gd name="T57" fmla="*/ 2 h 296"/>
                <a:gd name="T58" fmla="*/ 157 w 157"/>
                <a:gd name="T59" fmla="*/ 36 h 296"/>
                <a:gd name="T60" fmla="*/ 157 w 157"/>
                <a:gd name="T61" fmla="*/ 73 h 296"/>
                <a:gd name="T62" fmla="*/ 157 w 157"/>
                <a:gd name="T63" fmla="*/ 110 h 296"/>
                <a:gd name="T64" fmla="*/ 157 w 157"/>
                <a:gd name="T65" fmla="*/ 147 h 296"/>
                <a:gd name="T66" fmla="*/ 157 w 157"/>
                <a:gd name="T67" fmla="*/ 185 h 296"/>
                <a:gd name="T68" fmla="*/ 157 w 157"/>
                <a:gd name="T69" fmla="*/ 222 h 296"/>
                <a:gd name="T70" fmla="*/ 157 w 157"/>
                <a:gd name="T71" fmla="*/ 259 h 296"/>
                <a:gd name="T72" fmla="*/ 157 w 157"/>
                <a:gd name="T73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7" h="296">
                  <a:moveTo>
                    <a:pt x="157" y="296"/>
                  </a:moveTo>
                  <a:cubicBezTo>
                    <a:pt x="147" y="296"/>
                    <a:pt x="147" y="296"/>
                    <a:pt x="147" y="296"/>
                  </a:cubicBezTo>
                  <a:cubicBezTo>
                    <a:pt x="138" y="296"/>
                    <a:pt x="138" y="296"/>
                    <a:pt x="138" y="296"/>
                  </a:cubicBezTo>
                  <a:cubicBezTo>
                    <a:pt x="128" y="296"/>
                    <a:pt x="128" y="296"/>
                    <a:pt x="12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08" y="296"/>
                    <a:pt x="108" y="296"/>
                    <a:pt x="108" y="296"/>
                  </a:cubicBezTo>
                  <a:cubicBezTo>
                    <a:pt x="98" y="296"/>
                    <a:pt x="98" y="296"/>
                    <a:pt x="98" y="296"/>
                  </a:cubicBezTo>
                  <a:cubicBezTo>
                    <a:pt x="89" y="296"/>
                    <a:pt x="89" y="296"/>
                    <a:pt x="89" y="296"/>
                  </a:cubicBezTo>
                  <a:cubicBezTo>
                    <a:pt x="79" y="296"/>
                    <a:pt x="79" y="296"/>
                    <a:pt x="79" y="296"/>
                  </a:cubicBezTo>
                  <a:cubicBezTo>
                    <a:pt x="69" y="296"/>
                    <a:pt x="69" y="296"/>
                    <a:pt x="69" y="296"/>
                  </a:cubicBezTo>
                  <a:cubicBezTo>
                    <a:pt x="59" y="296"/>
                    <a:pt x="59" y="296"/>
                    <a:pt x="59" y="296"/>
                  </a:cubicBezTo>
                  <a:cubicBezTo>
                    <a:pt x="49" y="296"/>
                    <a:pt x="49" y="296"/>
                    <a:pt x="49" y="296"/>
                  </a:cubicBezTo>
                  <a:cubicBezTo>
                    <a:pt x="40" y="296"/>
                    <a:pt x="40" y="296"/>
                    <a:pt x="40" y="296"/>
                  </a:cubicBezTo>
                  <a:cubicBezTo>
                    <a:pt x="30" y="296"/>
                    <a:pt x="30" y="296"/>
                    <a:pt x="30" y="296"/>
                  </a:cubicBezTo>
                  <a:cubicBezTo>
                    <a:pt x="20" y="296"/>
                    <a:pt x="20" y="296"/>
                    <a:pt x="20" y="296"/>
                  </a:cubicBezTo>
                  <a:cubicBezTo>
                    <a:pt x="10" y="296"/>
                    <a:pt x="10" y="296"/>
                    <a:pt x="10" y="29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2" y="1"/>
                    <a:pt x="3" y="2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1" y="0"/>
                    <a:pt x="22" y="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9" y="0"/>
                    <a:pt x="40" y="0"/>
                    <a:pt x="41" y="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0"/>
                    <a:pt x="60" y="0"/>
                    <a:pt x="61" y="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8" y="0"/>
                    <a:pt x="80" y="0"/>
                    <a:pt x="80" y="1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8" y="0"/>
                    <a:pt x="99" y="0"/>
                    <a:pt x="100" y="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16" y="1"/>
                    <a:pt x="116" y="1"/>
                    <a:pt x="116" y="1"/>
                  </a:cubicBezTo>
                  <a:cubicBezTo>
                    <a:pt x="117" y="0"/>
                    <a:pt x="119" y="0"/>
                    <a:pt x="120" y="1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37" y="0"/>
                    <a:pt x="138" y="0"/>
                    <a:pt x="139" y="1"/>
                  </a:cubicBezTo>
                  <a:cubicBezTo>
                    <a:pt x="147" y="11"/>
                    <a:pt x="147" y="11"/>
                    <a:pt x="147" y="11"/>
                  </a:cubicBezTo>
                  <a:cubicBezTo>
                    <a:pt x="155" y="2"/>
                    <a:pt x="155" y="2"/>
                    <a:pt x="155" y="2"/>
                  </a:cubicBezTo>
                  <a:cubicBezTo>
                    <a:pt x="156" y="1"/>
                    <a:pt x="157" y="1"/>
                    <a:pt x="157" y="2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7" y="36"/>
                    <a:pt x="157" y="36"/>
                    <a:pt x="157" y="36"/>
                  </a:cubicBezTo>
                  <a:cubicBezTo>
                    <a:pt x="157" y="55"/>
                    <a:pt x="157" y="55"/>
                    <a:pt x="157" y="55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7" y="92"/>
                    <a:pt x="157" y="92"/>
                    <a:pt x="157" y="92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47"/>
                    <a:pt x="157" y="147"/>
                    <a:pt x="157" y="147"/>
                  </a:cubicBezTo>
                  <a:cubicBezTo>
                    <a:pt x="157" y="166"/>
                    <a:pt x="157" y="166"/>
                    <a:pt x="157" y="166"/>
                  </a:cubicBezTo>
                  <a:cubicBezTo>
                    <a:pt x="157" y="185"/>
                    <a:pt x="157" y="185"/>
                    <a:pt x="157" y="185"/>
                  </a:cubicBezTo>
                  <a:cubicBezTo>
                    <a:pt x="157" y="203"/>
                    <a:pt x="157" y="203"/>
                    <a:pt x="157" y="203"/>
                  </a:cubicBezTo>
                  <a:cubicBezTo>
                    <a:pt x="157" y="222"/>
                    <a:pt x="157" y="222"/>
                    <a:pt x="157" y="222"/>
                  </a:cubicBezTo>
                  <a:cubicBezTo>
                    <a:pt x="157" y="240"/>
                    <a:pt x="157" y="240"/>
                    <a:pt x="157" y="240"/>
                  </a:cubicBezTo>
                  <a:cubicBezTo>
                    <a:pt x="157" y="259"/>
                    <a:pt x="157" y="259"/>
                    <a:pt x="157" y="259"/>
                  </a:cubicBezTo>
                  <a:cubicBezTo>
                    <a:pt x="157" y="277"/>
                    <a:pt x="157" y="277"/>
                    <a:pt x="157" y="277"/>
                  </a:cubicBezTo>
                  <a:lnTo>
                    <a:pt x="157" y="2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5" name="ïṡ1î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8433946-6C51-40CC-8EAE-E39FBF5AFF5D}"/>
                </a:ext>
              </a:extLst>
            </p:cNvPr>
            <p:cNvSpPr/>
            <p:nvPr/>
          </p:nvSpPr>
          <p:spPr bwMode="auto">
            <a:xfrm>
              <a:off x="3665538" y="2825750"/>
              <a:ext cx="488950" cy="65088"/>
            </a:xfrm>
            <a:prstGeom prst="rect">
              <a:avLst/>
            </a:pr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6" name="iṣ1ï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07B33A8-58D8-42F7-836C-D3F3FFDEB2BD}"/>
                </a:ext>
              </a:extLst>
            </p:cNvPr>
            <p:cNvSpPr/>
            <p:nvPr/>
          </p:nvSpPr>
          <p:spPr bwMode="auto">
            <a:xfrm>
              <a:off x="3817938" y="2139950"/>
              <a:ext cx="213200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77500" lnSpcReduction="20000"/>
            </a:bodyPr>
            <a:lstStyle/>
            <a:p>
              <a:pPr marL="0" marR="0" lvl="0" indent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>
                  <a:ln>
                    <a:noFill/>
                  </a:ln>
                  <a:solidFill>
                    <a:srgbClr val="B0BEC5"/>
                  </a:solidFill>
                  <a:latin typeface="Arial" panose="020B0604020202020204" pitchFamily="34" charset="0"/>
                </a:rPr>
                <a:t>BILL</a:t>
              </a:r>
            </a:p>
          </p:txBody>
        </p:sp>
        <p:sp>
          <p:nvSpPr>
            <p:cNvPr id="97" name="iṡli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D634162-C03D-4226-BD1F-CAC88C664F60}"/>
                </a:ext>
              </a:extLst>
            </p:cNvPr>
            <p:cNvSpPr/>
            <p:nvPr/>
          </p:nvSpPr>
          <p:spPr bwMode="auto">
            <a:xfrm>
              <a:off x="3724276" y="2333625"/>
              <a:ext cx="373063" cy="19050"/>
            </a:xfrm>
            <a:custGeom>
              <a:avLst/>
              <a:gdLst>
                <a:gd name="T0" fmla="*/ 3 w 120"/>
                <a:gd name="T1" fmla="*/ 6 h 6"/>
                <a:gd name="T2" fmla="*/ 117 w 120"/>
                <a:gd name="T3" fmla="*/ 6 h 6"/>
                <a:gd name="T4" fmla="*/ 120 w 120"/>
                <a:gd name="T5" fmla="*/ 3 h 6"/>
                <a:gd name="T6" fmla="*/ 117 w 120"/>
                <a:gd name="T7" fmla="*/ 0 h 6"/>
                <a:gd name="T8" fmla="*/ 3 w 120"/>
                <a:gd name="T9" fmla="*/ 0 h 6"/>
                <a:gd name="T10" fmla="*/ 0 w 120"/>
                <a:gd name="T11" fmla="*/ 3 h 6"/>
                <a:gd name="T12" fmla="*/ 3 w 12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6">
                  <a:moveTo>
                    <a:pt x="3" y="6"/>
                  </a:moveTo>
                  <a:cubicBezTo>
                    <a:pt x="117" y="6"/>
                    <a:pt x="117" y="6"/>
                    <a:pt x="117" y="6"/>
                  </a:cubicBezTo>
                  <a:cubicBezTo>
                    <a:pt x="118" y="6"/>
                    <a:pt x="120" y="4"/>
                    <a:pt x="120" y="3"/>
                  </a:cubicBezTo>
                  <a:cubicBezTo>
                    <a:pt x="120" y="1"/>
                    <a:pt x="118" y="0"/>
                    <a:pt x="11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8" name="iṥ1ï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2FB769E-DD00-46E8-8B22-E328C70D2794}"/>
                </a:ext>
              </a:extLst>
            </p:cNvPr>
            <p:cNvSpPr/>
            <p:nvPr/>
          </p:nvSpPr>
          <p:spPr bwMode="auto">
            <a:xfrm>
              <a:off x="3724276" y="2389188"/>
              <a:ext cx="373063" cy="19050"/>
            </a:xfrm>
            <a:custGeom>
              <a:avLst/>
              <a:gdLst>
                <a:gd name="T0" fmla="*/ 3 w 120"/>
                <a:gd name="T1" fmla="*/ 6 h 6"/>
                <a:gd name="T2" fmla="*/ 117 w 120"/>
                <a:gd name="T3" fmla="*/ 6 h 6"/>
                <a:gd name="T4" fmla="*/ 120 w 120"/>
                <a:gd name="T5" fmla="*/ 3 h 6"/>
                <a:gd name="T6" fmla="*/ 117 w 120"/>
                <a:gd name="T7" fmla="*/ 0 h 6"/>
                <a:gd name="T8" fmla="*/ 3 w 120"/>
                <a:gd name="T9" fmla="*/ 0 h 6"/>
                <a:gd name="T10" fmla="*/ 0 w 120"/>
                <a:gd name="T11" fmla="*/ 3 h 6"/>
                <a:gd name="T12" fmla="*/ 3 w 12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6">
                  <a:moveTo>
                    <a:pt x="3" y="6"/>
                  </a:moveTo>
                  <a:cubicBezTo>
                    <a:pt x="117" y="6"/>
                    <a:pt x="117" y="6"/>
                    <a:pt x="117" y="6"/>
                  </a:cubicBezTo>
                  <a:cubicBezTo>
                    <a:pt x="118" y="6"/>
                    <a:pt x="120" y="4"/>
                    <a:pt x="120" y="3"/>
                  </a:cubicBezTo>
                  <a:cubicBezTo>
                    <a:pt x="120" y="1"/>
                    <a:pt x="118" y="0"/>
                    <a:pt x="11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9" name="íšļï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18E7100-4574-4BA8-8A66-DC0F62CFDCF8}"/>
                </a:ext>
              </a:extLst>
            </p:cNvPr>
            <p:cNvSpPr/>
            <p:nvPr/>
          </p:nvSpPr>
          <p:spPr bwMode="auto">
            <a:xfrm>
              <a:off x="3724276" y="2444750"/>
              <a:ext cx="373063" cy="19050"/>
            </a:xfrm>
            <a:custGeom>
              <a:avLst/>
              <a:gdLst>
                <a:gd name="T0" fmla="*/ 3 w 120"/>
                <a:gd name="T1" fmla="*/ 6 h 6"/>
                <a:gd name="T2" fmla="*/ 117 w 120"/>
                <a:gd name="T3" fmla="*/ 6 h 6"/>
                <a:gd name="T4" fmla="*/ 120 w 120"/>
                <a:gd name="T5" fmla="*/ 3 h 6"/>
                <a:gd name="T6" fmla="*/ 117 w 120"/>
                <a:gd name="T7" fmla="*/ 0 h 6"/>
                <a:gd name="T8" fmla="*/ 3 w 120"/>
                <a:gd name="T9" fmla="*/ 0 h 6"/>
                <a:gd name="T10" fmla="*/ 0 w 120"/>
                <a:gd name="T11" fmla="*/ 3 h 6"/>
                <a:gd name="T12" fmla="*/ 3 w 12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6">
                  <a:moveTo>
                    <a:pt x="3" y="6"/>
                  </a:moveTo>
                  <a:cubicBezTo>
                    <a:pt x="117" y="6"/>
                    <a:pt x="117" y="6"/>
                    <a:pt x="117" y="6"/>
                  </a:cubicBezTo>
                  <a:cubicBezTo>
                    <a:pt x="118" y="6"/>
                    <a:pt x="120" y="4"/>
                    <a:pt x="120" y="3"/>
                  </a:cubicBezTo>
                  <a:cubicBezTo>
                    <a:pt x="120" y="1"/>
                    <a:pt x="118" y="0"/>
                    <a:pt x="11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0" name="íślî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6FFE645-71F7-4BF6-9536-F9CCC20B75DC}"/>
                </a:ext>
              </a:extLst>
            </p:cNvPr>
            <p:cNvSpPr/>
            <p:nvPr/>
          </p:nvSpPr>
          <p:spPr bwMode="auto">
            <a:xfrm>
              <a:off x="3724276" y="2501900"/>
              <a:ext cx="373063" cy="17463"/>
            </a:xfrm>
            <a:custGeom>
              <a:avLst/>
              <a:gdLst>
                <a:gd name="T0" fmla="*/ 3 w 120"/>
                <a:gd name="T1" fmla="*/ 6 h 6"/>
                <a:gd name="T2" fmla="*/ 117 w 120"/>
                <a:gd name="T3" fmla="*/ 6 h 6"/>
                <a:gd name="T4" fmla="*/ 120 w 120"/>
                <a:gd name="T5" fmla="*/ 3 h 6"/>
                <a:gd name="T6" fmla="*/ 117 w 120"/>
                <a:gd name="T7" fmla="*/ 0 h 6"/>
                <a:gd name="T8" fmla="*/ 3 w 120"/>
                <a:gd name="T9" fmla="*/ 0 h 6"/>
                <a:gd name="T10" fmla="*/ 0 w 120"/>
                <a:gd name="T11" fmla="*/ 3 h 6"/>
                <a:gd name="T12" fmla="*/ 3 w 12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6">
                  <a:moveTo>
                    <a:pt x="3" y="6"/>
                  </a:moveTo>
                  <a:cubicBezTo>
                    <a:pt x="117" y="6"/>
                    <a:pt x="117" y="6"/>
                    <a:pt x="117" y="6"/>
                  </a:cubicBezTo>
                  <a:cubicBezTo>
                    <a:pt x="118" y="6"/>
                    <a:pt x="120" y="5"/>
                    <a:pt x="120" y="3"/>
                  </a:cubicBezTo>
                  <a:cubicBezTo>
                    <a:pt x="120" y="1"/>
                    <a:pt x="118" y="0"/>
                    <a:pt x="11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1" name="ïṣḷï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677DF48-C9B1-48EA-8235-BE8606EBB2F1}"/>
                </a:ext>
              </a:extLst>
            </p:cNvPr>
            <p:cNvSpPr/>
            <p:nvPr/>
          </p:nvSpPr>
          <p:spPr bwMode="auto">
            <a:xfrm>
              <a:off x="3724276" y="2557463"/>
              <a:ext cx="373063" cy="19050"/>
            </a:xfrm>
            <a:custGeom>
              <a:avLst/>
              <a:gdLst>
                <a:gd name="T0" fmla="*/ 3 w 120"/>
                <a:gd name="T1" fmla="*/ 6 h 6"/>
                <a:gd name="T2" fmla="*/ 117 w 120"/>
                <a:gd name="T3" fmla="*/ 6 h 6"/>
                <a:gd name="T4" fmla="*/ 120 w 120"/>
                <a:gd name="T5" fmla="*/ 3 h 6"/>
                <a:gd name="T6" fmla="*/ 117 w 120"/>
                <a:gd name="T7" fmla="*/ 0 h 6"/>
                <a:gd name="T8" fmla="*/ 3 w 120"/>
                <a:gd name="T9" fmla="*/ 0 h 6"/>
                <a:gd name="T10" fmla="*/ 0 w 120"/>
                <a:gd name="T11" fmla="*/ 3 h 6"/>
                <a:gd name="T12" fmla="*/ 3 w 12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6">
                  <a:moveTo>
                    <a:pt x="3" y="6"/>
                  </a:moveTo>
                  <a:cubicBezTo>
                    <a:pt x="117" y="6"/>
                    <a:pt x="117" y="6"/>
                    <a:pt x="117" y="6"/>
                  </a:cubicBezTo>
                  <a:cubicBezTo>
                    <a:pt x="118" y="6"/>
                    <a:pt x="120" y="5"/>
                    <a:pt x="120" y="3"/>
                  </a:cubicBezTo>
                  <a:cubicBezTo>
                    <a:pt x="120" y="1"/>
                    <a:pt x="118" y="0"/>
                    <a:pt x="11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2" name="íšḻ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C3C4B97-96E1-4F69-ACAB-45679BFCA839}"/>
                </a:ext>
              </a:extLst>
            </p:cNvPr>
            <p:cNvSpPr/>
            <p:nvPr/>
          </p:nvSpPr>
          <p:spPr bwMode="auto">
            <a:xfrm>
              <a:off x="3724276" y="2613025"/>
              <a:ext cx="373063" cy="19050"/>
            </a:xfrm>
            <a:custGeom>
              <a:avLst/>
              <a:gdLst>
                <a:gd name="T0" fmla="*/ 3 w 120"/>
                <a:gd name="T1" fmla="*/ 6 h 6"/>
                <a:gd name="T2" fmla="*/ 117 w 120"/>
                <a:gd name="T3" fmla="*/ 6 h 6"/>
                <a:gd name="T4" fmla="*/ 120 w 120"/>
                <a:gd name="T5" fmla="*/ 3 h 6"/>
                <a:gd name="T6" fmla="*/ 117 w 120"/>
                <a:gd name="T7" fmla="*/ 0 h 6"/>
                <a:gd name="T8" fmla="*/ 3 w 120"/>
                <a:gd name="T9" fmla="*/ 0 h 6"/>
                <a:gd name="T10" fmla="*/ 0 w 120"/>
                <a:gd name="T11" fmla="*/ 3 h 6"/>
                <a:gd name="T12" fmla="*/ 3 w 12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6">
                  <a:moveTo>
                    <a:pt x="3" y="6"/>
                  </a:moveTo>
                  <a:cubicBezTo>
                    <a:pt x="117" y="6"/>
                    <a:pt x="117" y="6"/>
                    <a:pt x="117" y="6"/>
                  </a:cubicBezTo>
                  <a:cubicBezTo>
                    <a:pt x="118" y="6"/>
                    <a:pt x="120" y="5"/>
                    <a:pt x="120" y="3"/>
                  </a:cubicBezTo>
                  <a:cubicBezTo>
                    <a:pt x="120" y="1"/>
                    <a:pt x="118" y="0"/>
                    <a:pt x="11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3" name="íṡḻí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0A6D6D-3041-4DC1-AF3B-27351181EF74}"/>
                </a:ext>
              </a:extLst>
            </p:cNvPr>
            <p:cNvSpPr/>
            <p:nvPr/>
          </p:nvSpPr>
          <p:spPr bwMode="auto">
            <a:xfrm>
              <a:off x="3724276" y="2670175"/>
              <a:ext cx="161925" cy="17463"/>
            </a:xfrm>
            <a:custGeom>
              <a:avLst/>
              <a:gdLst>
                <a:gd name="T0" fmla="*/ 3 w 52"/>
                <a:gd name="T1" fmla="*/ 6 h 6"/>
                <a:gd name="T2" fmla="*/ 49 w 52"/>
                <a:gd name="T3" fmla="*/ 6 h 6"/>
                <a:gd name="T4" fmla="*/ 52 w 52"/>
                <a:gd name="T5" fmla="*/ 3 h 6"/>
                <a:gd name="T6" fmla="*/ 49 w 52"/>
                <a:gd name="T7" fmla="*/ 0 h 6"/>
                <a:gd name="T8" fmla="*/ 3 w 52"/>
                <a:gd name="T9" fmla="*/ 0 h 6"/>
                <a:gd name="T10" fmla="*/ 0 w 52"/>
                <a:gd name="T11" fmla="*/ 3 h 6"/>
                <a:gd name="T12" fmla="*/ 3 w 5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6">
                  <a:moveTo>
                    <a:pt x="3" y="6"/>
                  </a:moveTo>
                  <a:cubicBezTo>
                    <a:pt x="49" y="6"/>
                    <a:pt x="49" y="6"/>
                    <a:pt x="49" y="6"/>
                  </a:cubicBezTo>
                  <a:cubicBezTo>
                    <a:pt x="51" y="6"/>
                    <a:pt x="52" y="5"/>
                    <a:pt x="52" y="3"/>
                  </a:cubicBezTo>
                  <a:cubicBezTo>
                    <a:pt x="52" y="2"/>
                    <a:pt x="51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4" name="ísľí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B4860E1-03A0-47B6-B1F4-84DD68661EF8}"/>
                </a:ext>
              </a:extLst>
            </p:cNvPr>
            <p:cNvSpPr/>
            <p:nvPr/>
          </p:nvSpPr>
          <p:spPr bwMode="auto">
            <a:xfrm>
              <a:off x="3344863" y="2551113"/>
              <a:ext cx="987425" cy="563563"/>
            </a:xfrm>
            <a:custGeom>
              <a:avLst/>
              <a:gdLst>
                <a:gd name="T0" fmla="*/ 298 w 317"/>
                <a:gd name="T1" fmla="*/ 181 h 181"/>
                <a:gd name="T2" fmla="*/ 20 w 317"/>
                <a:gd name="T3" fmla="*/ 181 h 181"/>
                <a:gd name="T4" fmla="*/ 0 w 317"/>
                <a:gd name="T5" fmla="*/ 162 h 181"/>
                <a:gd name="T6" fmla="*/ 0 w 317"/>
                <a:gd name="T7" fmla="*/ 19 h 181"/>
                <a:gd name="T8" fmla="*/ 20 w 317"/>
                <a:gd name="T9" fmla="*/ 0 h 181"/>
                <a:gd name="T10" fmla="*/ 298 w 317"/>
                <a:gd name="T11" fmla="*/ 0 h 181"/>
                <a:gd name="T12" fmla="*/ 317 w 317"/>
                <a:gd name="T13" fmla="*/ 19 h 181"/>
                <a:gd name="T14" fmla="*/ 317 w 317"/>
                <a:gd name="T15" fmla="*/ 162 h 181"/>
                <a:gd name="T16" fmla="*/ 298 w 317"/>
                <a:gd name="T17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7" h="181">
                  <a:moveTo>
                    <a:pt x="298" y="181"/>
                  </a:moveTo>
                  <a:cubicBezTo>
                    <a:pt x="20" y="181"/>
                    <a:pt x="20" y="181"/>
                    <a:pt x="20" y="181"/>
                  </a:cubicBezTo>
                  <a:cubicBezTo>
                    <a:pt x="9" y="181"/>
                    <a:pt x="0" y="172"/>
                    <a:pt x="0" y="162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309" y="0"/>
                    <a:pt x="317" y="9"/>
                    <a:pt x="317" y="19"/>
                  </a:cubicBezTo>
                  <a:cubicBezTo>
                    <a:pt x="317" y="162"/>
                    <a:pt x="317" y="162"/>
                    <a:pt x="317" y="162"/>
                  </a:cubicBezTo>
                  <a:cubicBezTo>
                    <a:pt x="317" y="172"/>
                    <a:pt x="309" y="181"/>
                    <a:pt x="298" y="181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5" name="i$ľ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47F5DF2-0100-4054-B58D-65B88BEC234F}"/>
                </a:ext>
              </a:extLst>
            </p:cNvPr>
            <p:cNvSpPr/>
            <p:nvPr/>
          </p:nvSpPr>
          <p:spPr bwMode="auto">
            <a:xfrm>
              <a:off x="3460751" y="2722563"/>
              <a:ext cx="160338" cy="158750"/>
            </a:xfrm>
            <a:custGeom>
              <a:avLst/>
              <a:gdLst>
                <a:gd name="T0" fmla="*/ 44 w 52"/>
                <a:gd name="T1" fmla="*/ 51 h 51"/>
                <a:gd name="T2" fmla="*/ 8 w 52"/>
                <a:gd name="T3" fmla="*/ 51 h 51"/>
                <a:gd name="T4" fmla="*/ 0 w 52"/>
                <a:gd name="T5" fmla="*/ 43 h 51"/>
                <a:gd name="T6" fmla="*/ 0 w 52"/>
                <a:gd name="T7" fmla="*/ 7 h 51"/>
                <a:gd name="T8" fmla="*/ 8 w 52"/>
                <a:gd name="T9" fmla="*/ 0 h 51"/>
                <a:gd name="T10" fmla="*/ 44 w 52"/>
                <a:gd name="T11" fmla="*/ 0 h 51"/>
                <a:gd name="T12" fmla="*/ 52 w 52"/>
                <a:gd name="T13" fmla="*/ 7 h 51"/>
                <a:gd name="T14" fmla="*/ 52 w 52"/>
                <a:gd name="T15" fmla="*/ 43 h 51"/>
                <a:gd name="T16" fmla="*/ 44 w 52"/>
                <a:gd name="T1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1">
                  <a:moveTo>
                    <a:pt x="44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4" y="51"/>
                    <a:pt x="0" y="47"/>
                    <a:pt x="0" y="4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0"/>
                    <a:pt x="52" y="3"/>
                    <a:pt x="52" y="7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52" y="47"/>
                    <a:pt x="48" y="51"/>
                    <a:pt x="44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6" name="ïṡḻ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B4FA9A-76A3-4F39-BCA3-4A44004B9F65}"/>
                </a:ext>
              </a:extLst>
            </p:cNvPr>
            <p:cNvSpPr/>
            <p:nvPr/>
          </p:nvSpPr>
          <p:spPr bwMode="auto">
            <a:xfrm>
              <a:off x="3451226" y="2754313"/>
              <a:ext cx="179388" cy="17463"/>
            </a:xfrm>
            <a:custGeom>
              <a:avLst/>
              <a:gdLst>
                <a:gd name="T0" fmla="*/ 3 w 58"/>
                <a:gd name="T1" fmla="*/ 6 h 6"/>
                <a:gd name="T2" fmla="*/ 55 w 58"/>
                <a:gd name="T3" fmla="*/ 6 h 6"/>
                <a:gd name="T4" fmla="*/ 58 w 58"/>
                <a:gd name="T5" fmla="*/ 3 h 6"/>
                <a:gd name="T6" fmla="*/ 55 w 58"/>
                <a:gd name="T7" fmla="*/ 0 h 6"/>
                <a:gd name="T8" fmla="*/ 3 w 58"/>
                <a:gd name="T9" fmla="*/ 0 h 6"/>
                <a:gd name="T10" fmla="*/ 0 w 58"/>
                <a:gd name="T11" fmla="*/ 3 h 6"/>
                <a:gd name="T12" fmla="*/ 3 w 5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6">
                  <a:moveTo>
                    <a:pt x="3" y="6"/>
                  </a:moveTo>
                  <a:cubicBezTo>
                    <a:pt x="55" y="6"/>
                    <a:pt x="55" y="6"/>
                    <a:pt x="55" y="6"/>
                  </a:cubicBezTo>
                  <a:cubicBezTo>
                    <a:pt x="56" y="6"/>
                    <a:pt x="58" y="5"/>
                    <a:pt x="58" y="3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7" name="ï$lî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147FF51-3ACD-4417-A965-FD60FAC16624}"/>
                </a:ext>
              </a:extLst>
            </p:cNvPr>
            <p:cNvSpPr/>
            <p:nvPr/>
          </p:nvSpPr>
          <p:spPr bwMode="auto">
            <a:xfrm>
              <a:off x="3451226" y="2790825"/>
              <a:ext cx="179388" cy="19050"/>
            </a:xfrm>
            <a:custGeom>
              <a:avLst/>
              <a:gdLst>
                <a:gd name="T0" fmla="*/ 3 w 58"/>
                <a:gd name="T1" fmla="*/ 6 h 6"/>
                <a:gd name="T2" fmla="*/ 55 w 58"/>
                <a:gd name="T3" fmla="*/ 6 h 6"/>
                <a:gd name="T4" fmla="*/ 58 w 58"/>
                <a:gd name="T5" fmla="*/ 3 h 6"/>
                <a:gd name="T6" fmla="*/ 55 w 58"/>
                <a:gd name="T7" fmla="*/ 0 h 6"/>
                <a:gd name="T8" fmla="*/ 3 w 58"/>
                <a:gd name="T9" fmla="*/ 0 h 6"/>
                <a:gd name="T10" fmla="*/ 0 w 58"/>
                <a:gd name="T11" fmla="*/ 3 h 6"/>
                <a:gd name="T12" fmla="*/ 3 w 5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6">
                  <a:moveTo>
                    <a:pt x="3" y="6"/>
                  </a:moveTo>
                  <a:cubicBezTo>
                    <a:pt x="55" y="6"/>
                    <a:pt x="55" y="6"/>
                    <a:pt x="55" y="6"/>
                  </a:cubicBezTo>
                  <a:cubicBezTo>
                    <a:pt x="56" y="6"/>
                    <a:pt x="58" y="5"/>
                    <a:pt x="58" y="3"/>
                  </a:cubicBezTo>
                  <a:cubicBezTo>
                    <a:pt x="58" y="2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8" name="ï$ḷí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C8FB6F3-CC28-4910-8CE0-F8482EBF4665}"/>
                </a:ext>
              </a:extLst>
            </p:cNvPr>
            <p:cNvSpPr/>
            <p:nvPr/>
          </p:nvSpPr>
          <p:spPr bwMode="auto">
            <a:xfrm>
              <a:off x="3451226" y="2832100"/>
              <a:ext cx="179388" cy="17463"/>
            </a:xfrm>
            <a:custGeom>
              <a:avLst/>
              <a:gdLst>
                <a:gd name="T0" fmla="*/ 3 w 58"/>
                <a:gd name="T1" fmla="*/ 6 h 6"/>
                <a:gd name="T2" fmla="*/ 55 w 58"/>
                <a:gd name="T3" fmla="*/ 6 h 6"/>
                <a:gd name="T4" fmla="*/ 58 w 58"/>
                <a:gd name="T5" fmla="*/ 3 h 6"/>
                <a:gd name="T6" fmla="*/ 55 w 58"/>
                <a:gd name="T7" fmla="*/ 0 h 6"/>
                <a:gd name="T8" fmla="*/ 3 w 58"/>
                <a:gd name="T9" fmla="*/ 0 h 6"/>
                <a:gd name="T10" fmla="*/ 0 w 58"/>
                <a:gd name="T11" fmla="*/ 3 h 6"/>
                <a:gd name="T12" fmla="*/ 3 w 5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6">
                  <a:moveTo>
                    <a:pt x="3" y="6"/>
                  </a:moveTo>
                  <a:cubicBezTo>
                    <a:pt x="55" y="6"/>
                    <a:pt x="55" y="6"/>
                    <a:pt x="55" y="6"/>
                  </a:cubicBezTo>
                  <a:cubicBezTo>
                    <a:pt x="56" y="6"/>
                    <a:pt x="58" y="4"/>
                    <a:pt x="58" y="3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9" name="ïş1î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B07C09C-D463-4400-A7CF-BFD660B96E2F}"/>
                </a:ext>
              </a:extLst>
            </p:cNvPr>
            <p:cNvSpPr/>
            <p:nvPr/>
          </p:nvSpPr>
          <p:spPr bwMode="auto">
            <a:xfrm>
              <a:off x="3494088" y="2754313"/>
              <a:ext cx="90488" cy="95250"/>
            </a:xfrm>
            <a:custGeom>
              <a:avLst/>
              <a:gdLst>
                <a:gd name="T0" fmla="*/ 26 w 29"/>
                <a:gd name="T1" fmla="*/ 28 h 31"/>
                <a:gd name="T2" fmla="*/ 26 w 29"/>
                <a:gd name="T3" fmla="*/ 25 h 31"/>
                <a:gd name="T4" fmla="*/ 6 w 29"/>
                <a:gd name="T5" fmla="*/ 25 h 31"/>
                <a:gd name="T6" fmla="*/ 6 w 29"/>
                <a:gd name="T7" fmla="*/ 6 h 31"/>
                <a:gd name="T8" fmla="*/ 23 w 29"/>
                <a:gd name="T9" fmla="*/ 6 h 31"/>
                <a:gd name="T10" fmla="*/ 23 w 29"/>
                <a:gd name="T11" fmla="*/ 28 h 31"/>
                <a:gd name="T12" fmla="*/ 26 w 29"/>
                <a:gd name="T13" fmla="*/ 28 h 31"/>
                <a:gd name="T14" fmla="*/ 26 w 29"/>
                <a:gd name="T15" fmla="*/ 25 h 31"/>
                <a:gd name="T16" fmla="*/ 26 w 29"/>
                <a:gd name="T17" fmla="*/ 28 h 31"/>
                <a:gd name="T18" fmla="*/ 29 w 29"/>
                <a:gd name="T19" fmla="*/ 28 h 31"/>
                <a:gd name="T20" fmla="*/ 29 w 29"/>
                <a:gd name="T21" fmla="*/ 3 h 31"/>
                <a:gd name="T22" fmla="*/ 28 w 29"/>
                <a:gd name="T23" fmla="*/ 1 h 31"/>
                <a:gd name="T24" fmla="*/ 26 w 29"/>
                <a:gd name="T25" fmla="*/ 0 h 31"/>
                <a:gd name="T26" fmla="*/ 3 w 29"/>
                <a:gd name="T27" fmla="*/ 0 h 31"/>
                <a:gd name="T28" fmla="*/ 1 w 29"/>
                <a:gd name="T29" fmla="*/ 1 h 31"/>
                <a:gd name="T30" fmla="*/ 0 w 29"/>
                <a:gd name="T31" fmla="*/ 3 h 31"/>
                <a:gd name="T32" fmla="*/ 0 w 29"/>
                <a:gd name="T33" fmla="*/ 28 h 31"/>
                <a:gd name="T34" fmla="*/ 1 w 29"/>
                <a:gd name="T35" fmla="*/ 30 h 31"/>
                <a:gd name="T36" fmla="*/ 3 w 29"/>
                <a:gd name="T37" fmla="*/ 31 h 31"/>
                <a:gd name="T38" fmla="*/ 26 w 29"/>
                <a:gd name="T39" fmla="*/ 31 h 31"/>
                <a:gd name="T40" fmla="*/ 28 w 29"/>
                <a:gd name="T41" fmla="*/ 30 h 31"/>
                <a:gd name="T42" fmla="*/ 29 w 29"/>
                <a:gd name="T43" fmla="*/ 28 h 31"/>
                <a:gd name="T44" fmla="*/ 26 w 29"/>
                <a:gd name="T45" fmla="*/ 2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" h="31">
                  <a:moveTo>
                    <a:pt x="26" y="28"/>
                  </a:moveTo>
                  <a:cubicBezTo>
                    <a:pt x="26" y="25"/>
                    <a:pt x="26" y="25"/>
                    <a:pt x="2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9" y="1"/>
                    <a:pt x="28" y="1"/>
                  </a:cubicBezTo>
                  <a:cubicBezTo>
                    <a:pt x="28" y="0"/>
                    <a:pt x="27" y="0"/>
                    <a:pt x="26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" y="29"/>
                    <a:pt x="1" y="30"/>
                  </a:cubicBezTo>
                  <a:cubicBezTo>
                    <a:pt x="2" y="30"/>
                    <a:pt x="3" y="31"/>
                    <a:pt x="3" y="31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7" y="31"/>
                    <a:pt x="28" y="30"/>
                    <a:pt x="28" y="30"/>
                  </a:cubicBezTo>
                  <a:cubicBezTo>
                    <a:pt x="29" y="29"/>
                    <a:pt x="29" y="28"/>
                    <a:pt x="29" y="28"/>
                  </a:cubicBezTo>
                  <a:lnTo>
                    <a:pt x="26" y="28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0" name="ïṩľï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3D101B5-CC79-4327-A06F-F805055125FA}"/>
                </a:ext>
              </a:extLst>
            </p:cNvPr>
            <p:cNvSpPr/>
            <p:nvPr/>
          </p:nvSpPr>
          <p:spPr bwMode="auto">
            <a:xfrm>
              <a:off x="4035426" y="2622550"/>
              <a:ext cx="203200" cy="203200"/>
            </a:xfrm>
            <a:prstGeom prst="ellipse">
              <a:avLst/>
            </a:pr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1" name="isľ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2332570-BD7D-43B3-9625-4D7C04F4C1C8}"/>
                </a:ext>
              </a:extLst>
            </p:cNvPr>
            <p:cNvSpPr/>
            <p:nvPr/>
          </p:nvSpPr>
          <p:spPr bwMode="auto">
            <a:xfrm>
              <a:off x="3914776" y="2622550"/>
              <a:ext cx="198438" cy="203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2" name="iṡ1î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3C5D6AD-A385-4CDE-857B-DD22954E2CAA}"/>
                </a:ext>
              </a:extLst>
            </p:cNvPr>
            <p:cNvSpPr/>
            <p:nvPr/>
          </p:nvSpPr>
          <p:spPr bwMode="auto">
            <a:xfrm>
              <a:off x="3451226" y="2638425"/>
              <a:ext cx="331788" cy="19050"/>
            </a:xfrm>
            <a:custGeom>
              <a:avLst/>
              <a:gdLst>
                <a:gd name="T0" fmla="*/ 3 w 107"/>
                <a:gd name="T1" fmla="*/ 6 h 6"/>
                <a:gd name="T2" fmla="*/ 104 w 107"/>
                <a:gd name="T3" fmla="*/ 6 h 6"/>
                <a:gd name="T4" fmla="*/ 107 w 107"/>
                <a:gd name="T5" fmla="*/ 3 h 6"/>
                <a:gd name="T6" fmla="*/ 104 w 107"/>
                <a:gd name="T7" fmla="*/ 0 h 6"/>
                <a:gd name="T8" fmla="*/ 3 w 107"/>
                <a:gd name="T9" fmla="*/ 0 h 6"/>
                <a:gd name="T10" fmla="*/ 0 w 107"/>
                <a:gd name="T11" fmla="*/ 3 h 6"/>
                <a:gd name="T12" fmla="*/ 3 w 107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6">
                  <a:moveTo>
                    <a:pt x="3" y="6"/>
                  </a:moveTo>
                  <a:cubicBezTo>
                    <a:pt x="104" y="6"/>
                    <a:pt x="104" y="6"/>
                    <a:pt x="104" y="6"/>
                  </a:cubicBezTo>
                  <a:cubicBezTo>
                    <a:pt x="106" y="6"/>
                    <a:pt x="107" y="4"/>
                    <a:pt x="107" y="3"/>
                  </a:cubicBezTo>
                  <a:cubicBezTo>
                    <a:pt x="107" y="1"/>
                    <a:pt x="106" y="0"/>
                    <a:pt x="10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3" name="íṧḷi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130B4AA-E434-494B-B175-9AA47DE480A9}"/>
                </a:ext>
              </a:extLst>
            </p:cNvPr>
            <p:cNvSpPr/>
            <p:nvPr/>
          </p:nvSpPr>
          <p:spPr bwMode="auto">
            <a:xfrm>
              <a:off x="3451226" y="2946400"/>
              <a:ext cx="665163" cy="19050"/>
            </a:xfrm>
            <a:custGeom>
              <a:avLst/>
              <a:gdLst>
                <a:gd name="T0" fmla="*/ 3 w 214"/>
                <a:gd name="T1" fmla="*/ 6 h 6"/>
                <a:gd name="T2" fmla="*/ 211 w 214"/>
                <a:gd name="T3" fmla="*/ 6 h 6"/>
                <a:gd name="T4" fmla="*/ 214 w 214"/>
                <a:gd name="T5" fmla="*/ 3 h 6"/>
                <a:gd name="T6" fmla="*/ 211 w 214"/>
                <a:gd name="T7" fmla="*/ 0 h 6"/>
                <a:gd name="T8" fmla="*/ 3 w 214"/>
                <a:gd name="T9" fmla="*/ 0 h 6"/>
                <a:gd name="T10" fmla="*/ 0 w 214"/>
                <a:gd name="T11" fmla="*/ 3 h 6"/>
                <a:gd name="T12" fmla="*/ 3 w 21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6">
                  <a:moveTo>
                    <a:pt x="3" y="6"/>
                  </a:moveTo>
                  <a:cubicBezTo>
                    <a:pt x="211" y="6"/>
                    <a:pt x="211" y="6"/>
                    <a:pt x="211" y="6"/>
                  </a:cubicBezTo>
                  <a:cubicBezTo>
                    <a:pt x="212" y="6"/>
                    <a:pt x="214" y="5"/>
                    <a:pt x="214" y="3"/>
                  </a:cubicBezTo>
                  <a:cubicBezTo>
                    <a:pt x="214" y="1"/>
                    <a:pt x="212" y="0"/>
                    <a:pt x="2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4" name="iŝḷí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346EE4D-E4F1-43EE-9625-39009284F118}"/>
                </a:ext>
              </a:extLst>
            </p:cNvPr>
            <p:cNvSpPr/>
            <p:nvPr/>
          </p:nvSpPr>
          <p:spPr bwMode="auto">
            <a:xfrm>
              <a:off x="3451226" y="3005138"/>
              <a:ext cx="665163" cy="19050"/>
            </a:xfrm>
            <a:custGeom>
              <a:avLst/>
              <a:gdLst>
                <a:gd name="T0" fmla="*/ 3 w 214"/>
                <a:gd name="T1" fmla="*/ 6 h 6"/>
                <a:gd name="T2" fmla="*/ 211 w 214"/>
                <a:gd name="T3" fmla="*/ 6 h 6"/>
                <a:gd name="T4" fmla="*/ 214 w 214"/>
                <a:gd name="T5" fmla="*/ 3 h 6"/>
                <a:gd name="T6" fmla="*/ 211 w 214"/>
                <a:gd name="T7" fmla="*/ 0 h 6"/>
                <a:gd name="T8" fmla="*/ 3 w 214"/>
                <a:gd name="T9" fmla="*/ 0 h 6"/>
                <a:gd name="T10" fmla="*/ 0 w 214"/>
                <a:gd name="T11" fmla="*/ 3 h 6"/>
                <a:gd name="T12" fmla="*/ 3 w 214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6">
                  <a:moveTo>
                    <a:pt x="3" y="6"/>
                  </a:moveTo>
                  <a:cubicBezTo>
                    <a:pt x="211" y="6"/>
                    <a:pt x="211" y="6"/>
                    <a:pt x="211" y="6"/>
                  </a:cubicBezTo>
                  <a:cubicBezTo>
                    <a:pt x="212" y="6"/>
                    <a:pt x="214" y="5"/>
                    <a:pt x="214" y="3"/>
                  </a:cubicBezTo>
                  <a:cubicBezTo>
                    <a:pt x="214" y="2"/>
                    <a:pt x="212" y="0"/>
                    <a:pt x="2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</a:path>
              </a:pathLst>
            </a:custGeom>
            <a:solidFill>
              <a:srgbClr val="B0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5" name="ï$lî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829B1F-EE6A-40F9-AA00-7C06087E991C}"/>
                </a:ext>
              </a:extLst>
            </p:cNvPr>
            <p:cNvSpPr/>
            <p:nvPr/>
          </p:nvSpPr>
          <p:spPr bwMode="auto">
            <a:xfrm>
              <a:off x="6681788" y="5076825"/>
              <a:ext cx="320675" cy="333375"/>
            </a:xfrm>
            <a:custGeom>
              <a:avLst/>
              <a:gdLst>
                <a:gd name="T0" fmla="*/ 0 w 103"/>
                <a:gd name="T1" fmla="*/ 8 h 107"/>
                <a:gd name="T2" fmla="*/ 0 w 103"/>
                <a:gd name="T3" fmla="*/ 74 h 107"/>
                <a:gd name="T4" fmla="*/ 6 w 103"/>
                <a:gd name="T5" fmla="*/ 81 h 107"/>
                <a:gd name="T6" fmla="*/ 92 w 103"/>
                <a:gd name="T7" fmla="*/ 106 h 107"/>
                <a:gd name="T8" fmla="*/ 102 w 103"/>
                <a:gd name="T9" fmla="*/ 100 h 107"/>
                <a:gd name="T10" fmla="*/ 96 w 103"/>
                <a:gd name="T11" fmla="*/ 91 h 107"/>
                <a:gd name="T12" fmla="*/ 16 w 103"/>
                <a:gd name="T13" fmla="*/ 68 h 107"/>
                <a:gd name="T14" fmla="*/ 16 w 103"/>
                <a:gd name="T15" fmla="*/ 8 h 107"/>
                <a:gd name="T16" fmla="*/ 8 w 103"/>
                <a:gd name="T17" fmla="*/ 0 h 107"/>
                <a:gd name="T18" fmla="*/ 0 w 103"/>
                <a:gd name="T19" fmla="*/ 8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3" h="107">
                  <a:moveTo>
                    <a:pt x="0" y="8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0" y="77"/>
                    <a:pt x="3" y="81"/>
                    <a:pt x="6" y="81"/>
                  </a:cubicBezTo>
                  <a:cubicBezTo>
                    <a:pt x="92" y="106"/>
                    <a:pt x="92" y="106"/>
                    <a:pt x="92" y="106"/>
                  </a:cubicBezTo>
                  <a:cubicBezTo>
                    <a:pt x="96" y="107"/>
                    <a:pt x="100" y="105"/>
                    <a:pt x="102" y="100"/>
                  </a:cubicBezTo>
                  <a:cubicBezTo>
                    <a:pt x="103" y="96"/>
                    <a:pt x="100" y="92"/>
                    <a:pt x="96" y="91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6" name="ïšļi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6964D38-5DB2-4183-BE9B-0E5B758DFACE}"/>
                </a:ext>
              </a:extLst>
            </p:cNvPr>
            <p:cNvSpPr/>
            <p:nvPr/>
          </p:nvSpPr>
          <p:spPr bwMode="auto">
            <a:xfrm>
              <a:off x="6653213" y="5045075"/>
              <a:ext cx="109538" cy="109538"/>
            </a:xfrm>
            <a:prstGeom prst="ellipse">
              <a:avLst/>
            </a:pr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7" name="îşḻi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3B456DB-D50D-439A-8A5A-F2EFC623BFF9}"/>
                </a:ext>
              </a:extLst>
            </p:cNvPr>
            <p:cNvSpPr/>
            <p:nvPr/>
          </p:nvSpPr>
          <p:spPr bwMode="auto">
            <a:xfrm>
              <a:off x="6354763" y="4899025"/>
              <a:ext cx="585788" cy="265113"/>
            </a:xfrm>
            <a:custGeom>
              <a:avLst/>
              <a:gdLst>
                <a:gd name="T0" fmla="*/ 369 w 369"/>
                <a:gd name="T1" fmla="*/ 61 h 167"/>
                <a:gd name="T2" fmla="*/ 18 w 369"/>
                <a:gd name="T3" fmla="*/ 167 h 167"/>
                <a:gd name="T4" fmla="*/ 0 w 369"/>
                <a:gd name="T5" fmla="*/ 104 h 167"/>
                <a:gd name="T6" fmla="*/ 351 w 369"/>
                <a:gd name="T7" fmla="*/ 0 h 167"/>
                <a:gd name="T8" fmla="*/ 369 w 369"/>
                <a:gd name="T9" fmla="*/ 6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9" h="167">
                  <a:moveTo>
                    <a:pt x="369" y="61"/>
                  </a:moveTo>
                  <a:lnTo>
                    <a:pt x="18" y="167"/>
                  </a:lnTo>
                  <a:lnTo>
                    <a:pt x="0" y="104"/>
                  </a:lnTo>
                  <a:lnTo>
                    <a:pt x="351" y="0"/>
                  </a:lnTo>
                  <a:lnTo>
                    <a:pt x="369" y="61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8" name="ï$ľ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120054C-8DD7-47FF-8D33-F2FD40CB07A3}"/>
                </a:ext>
              </a:extLst>
            </p:cNvPr>
            <p:cNvSpPr/>
            <p:nvPr/>
          </p:nvSpPr>
          <p:spPr bwMode="auto">
            <a:xfrm>
              <a:off x="6308726" y="4808538"/>
              <a:ext cx="625475" cy="217488"/>
            </a:xfrm>
            <a:custGeom>
              <a:avLst/>
              <a:gdLst>
                <a:gd name="T0" fmla="*/ 201 w 201"/>
                <a:gd name="T1" fmla="*/ 16 h 70"/>
                <a:gd name="T2" fmla="*/ 22 w 201"/>
                <a:gd name="T3" fmla="*/ 70 h 70"/>
                <a:gd name="T4" fmla="*/ 0 w 201"/>
                <a:gd name="T5" fmla="*/ 57 h 70"/>
                <a:gd name="T6" fmla="*/ 186 w 201"/>
                <a:gd name="T7" fmla="*/ 1 h 70"/>
                <a:gd name="T8" fmla="*/ 199 w 201"/>
                <a:gd name="T9" fmla="*/ 8 h 70"/>
                <a:gd name="T10" fmla="*/ 201 w 201"/>
                <a:gd name="T11" fmla="*/ 1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1" h="70">
                  <a:moveTo>
                    <a:pt x="201" y="16"/>
                  </a:moveTo>
                  <a:cubicBezTo>
                    <a:pt x="22" y="70"/>
                    <a:pt x="22" y="70"/>
                    <a:pt x="22" y="7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86" y="1"/>
                    <a:pt x="186" y="1"/>
                    <a:pt x="186" y="1"/>
                  </a:cubicBezTo>
                  <a:cubicBezTo>
                    <a:pt x="191" y="0"/>
                    <a:pt x="197" y="3"/>
                    <a:pt x="199" y="8"/>
                  </a:cubicBezTo>
                  <a:lnTo>
                    <a:pt x="201" y="16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9" name="îṣḻí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2E29BD9-2BD9-49B0-BCC6-D68F2E5FB14A}"/>
                </a:ext>
              </a:extLst>
            </p:cNvPr>
            <p:cNvSpPr/>
            <p:nvPr/>
          </p:nvSpPr>
          <p:spPr bwMode="auto">
            <a:xfrm>
              <a:off x="6376988" y="4856163"/>
              <a:ext cx="600075" cy="328613"/>
            </a:xfrm>
            <a:custGeom>
              <a:avLst/>
              <a:gdLst>
                <a:gd name="T0" fmla="*/ 184 w 193"/>
                <a:gd name="T1" fmla="*/ 55 h 106"/>
                <a:gd name="T2" fmla="*/ 16 w 193"/>
                <a:gd name="T3" fmla="*/ 106 h 106"/>
                <a:gd name="T4" fmla="*/ 0 w 193"/>
                <a:gd name="T5" fmla="*/ 54 h 106"/>
                <a:gd name="T6" fmla="*/ 179 w 193"/>
                <a:gd name="T7" fmla="*/ 0 h 106"/>
                <a:gd name="T8" fmla="*/ 191 w 193"/>
                <a:gd name="T9" fmla="*/ 42 h 106"/>
                <a:gd name="T10" fmla="*/ 184 w 193"/>
                <a:gd name="T11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3" h="106">
                  <a:moveTo>
                    <a:pt x="184" y="55"/>
                  </a:moveTo>
                  <a:cubicBezTo>
                    <a:pt x="16" y="106"/>
                    <a:pt x="16" y="106"/>
                    <a:pt x="16" y="10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1" y="42"/>
                    <a:pt x="191" y="42"/>
                    <a:pt x="191" y="42"/>
                  </a:cubicBezTo>
                  <a:cubicBezTo>
                    <a:pt x="193" y="48"/>
                    <a:pt x="190" y="54"/>
                    <a:pt x="184" y="55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0" name="íṣḷï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903924A-4550-4887-86BF-77B7B01F3E7D}"/>
                </a:ext>
              </a:extLst>
            </p:cNvPr>
            <p:cNvSpPr/>
            <p:nvPr/>
          </p:nvSpPr>
          <p:spPr bwMode="auto">
            <a:xfrm>
              <a:off x="6973888" y="5265738"/>
              <a:ext cx="71438" cy="234950"/>
            </a:xfrm>
            <a:custGeom>
              <a:avLst/>
              <a:gdLst>
                <a:gd name="T0" fmla="*/ 23 w 23"/>
                <a:gd name="T1" fmla="*/ 75 h 75"/>
                <a:gd name="T2" fmla="*/ 15 w 23"/>
                <a:gd name="T3" fmla="*/ 75 h 75"/>
                <a:gd name="T4" fmla="*/ 0 w 23"/>
                <a:gd name="T5" fmla="*/ 60 h 75"/>
                <a:gd name="T6" fmla="*/ 0 w 23"/>
                <a:gd name="T7" fmla="*/ 15 h 75"/>
                <a:gd name="T8" fmla="*/ 15 w 23"/>
                <a:gd name="T9" fmla="*/ 0 h 75"/>
                <a:gd name="T10" fmla="*/ 23 w 23"/>
                <a:gd name="T11" fmla="*/ 0 h 75"/>
                <a:gd name="T12" fmla="*/ 23 w 23"/>
                <a:gd name="T1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75">
                  <a:moveTo>
                    <a:pt x="23" y="75"/>
                  </a:moveTo>
                  <a:cubicBezTo>
                    <a:pt x="15" y="75"/>
                    <a:pt x="15" y="75"/>
                    <a:pt x="15" y="75"/>
                  </a:cubicBezTo>
                  <a:cubicBezTo>
                    <a:pt x="7" y="75"/>
                    <a:pt x="0" y="69"/>
                    <a:pt x="0" y="6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23" y="75"/>
                  </a:lnTo>
                  <a:close/>
                </a:path>
              </a:pathLst>
            </a:custGeom>
            <a:solidFill>
              <a:srgbClr val="546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121" name="îs1iḍê"/>
          <p:cNvSpPr txBox="1"/>
          <p:nvPr/>
        </p:nvSpPr>
        <p:spPr>
          <a:xfrm>
            <a:off x="6415012" y="4167960"/>
            <a:ext cx="3105914" cy="552908"/>
          </a:xfrm>
          <a:prstGeom prst="rect">
            <a:avLst/>
          </a:prstGeom>
          <a:solidFill>
            <a:schemeClr val="accent5">
              <a:lumMod val="25000"/>
            </a:schemeClr>
          </a:solidFill>
        </p:spPr>
        <p:txBody>
          <a:bodyPr wrap="none">
            <a:noAutofit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2" name="îs1iḍê"/>
          <p:cNvSpPr txBox="1"/>
          <p:nvPr/>
        </p:nvSpPr>
        <p:spPr>
          <a:xfrm>
            <a:off x="6415012" y="3247346"/>
            <a:ext cx="3105914" cy="552908"/>
          </a:xfrm>
          <a:prstGeom prst="rect">
            <a:avLst/>
          </a:prstGeom>
          <a:solidFill>
            <a:srgbClr val="36A5A8"/>
          </a:solidFill>
        </p:spPr>
        <p:txBody>
          <a:bodyPr wrap="none">
            <a:normAutofit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3" name="îs1iḍê"/>
          <p:cNvSpPr txBox="1"/>
          <p:nvPr/>
        </p:nvSpPr>
        <p:spPr>
          <a:xfrm>
            <a:off x="6415012" y="2326733"/>
            <a:ext cx="3105914" cy="55290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>
            <a:noAutofit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4" name="îs1iḍê"/>
          <p:cNvSpPr txBox="1"/>
          <p:nvPr/>
        </p:nvSpPr>
        <p:spPr>
          <a:xfrm>
            <a:off x="6262612" y="2174333"/>
            <a:ext cx="3105914" cy="5529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no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</a:rPr>
              <a:t>RFID</a:t>
            </a:r>
          </a:p>
        </p:txBody>
      </p:sp>
      <p:sp>
        <p:nvSpPr>
          <p:cNvPr id="125" name="îs1iḍê"/>
          <p:cNvSpPr txBox="1"/>
          <p:nvPr/>
        </p:nvSpPr>
        <p:spPr>
          <a:xfrm>
            <a:off x="6262612" y="3094946"/>
            <a:ext cx="3105914" cy="552908"/>
          </a:xfrm>
          <a:prstGeom prst="rect">
            <a:avLst/>
          </a:prstGeom>
          <a:solidFill>
            <a:srgbClr val="41BDC1"/>
          </a:solidFill>
        </p:spPr>
        <p:txBody>
          <a:bodyPr wrap="none">
            <a:norm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</a:rPr>
              <a:t>Sensors</a:t>
            </a:r>
          </a:p>
        </p:txBody>
      </p:sp>
      <p:sp>
        <p:nvSpPr>
          <p:cNvPr id="126" name="îs1iḍê"/>
          <p:cNvSpPr txBox="1"/>
          <p:nvPr/>
        </p:nvSpPr>
        <p:spPr>
          <a:xfrm>
            <a:off x="6262612" y="4015560"/>
            <a:ext cx="3105914" cy="552908"/>
          </a:xfrm>
          <a:prstGeom prst="rect">
            <a:avLst/>
          </a:prstGeom>
          <a:solidFill>
            <a:srgbClr val="00B050"/>
          </a:solidFill>
        </p:spPr>
        <p:txBody>
          <a:bodyPr wrap="none">
            <a:no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</a:rPr>
              <a:t>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319581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Big Data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sym typeface="+mn-lt"/>
              </a:rPr>
              <a:t>Big data refers to data sets that are too large or complex to be handled by traditional data-processing application software.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Such </a:t>
            </a:r>
            <a:r>
              <a:rPr lang="en-US" dirty="0">
                <a:latin typeface="Arial" panose="020B0604020202020204" pitchFamily="34" charset="0"/>
              </a:rPr>
              <a:t>data </a:t>
            </a:r>
            <a:r>
              <a:rPr lang="en-US" dirty="0" smtClean="0">
                <a:latin typeface="Arial" panose="020B0604020202020204" pitchFamily="34" charset="0"/>
              </a:rPr>
              <a:t>sets are </a:t>
            </a:r>
            <a:r>
              <a:rPr lang="en-US" dirty="0">
                <a:latin typeface="Arial" panose="020B0604020202020204" pitchFamily="34" charset="0"/>
              </a:rPr>
              <a:t>generated </a:t>
            </a:r>
            <a:r>
              <a:rPr lang="en-US" dirty="0" smtClean="0">
                <a:latin typeface="Arial" panose="020B0604020202020204" pitchFamily="34" charset="0"/>
              </a:rPr>
              <a:t>by the IoT. Due to a radical increase in total IoT connections, ever more massive data </a:t>
            </a:r>
            <a:r>
              <a:rPr lang="en-US" dirty="0">
                <a:latin typeface="Arial" panose="020B0604020202020204" pitchFamily="34" charset="0"/>
              </a:rPr>
              <a:t>sets </a:t>
            </a:r>
            <a:r>
              <a:rPr lang="en-US" dirty="0" smtClean="0">
                <a:latin typeface="Arial" panose="020B0604020202020204" pitchFamily="34" charset="0"/>
              </a:rPr>
              <a:t>will be generated</a:t>
            </a:r>
            <a:r>
              <a:rPr lang="en-US" dirty="0"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4" name="966a4184-93a3-4fa7-973f-19b23e98b07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053131F8-CDB4-4F75-9FA8-D2FA79D6F34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197120" y="3497261"/>
            <a:ext cx="5979348" cy="3064087"/>
            <a:chOff x="-2" y="-1"/>
            <a:chExt cx="12956476" cy="6639483"/>
          </a:xfrm>
        </p:grpSpPr>
        <p:sp>
          <p:nvSpPr>
            <p:cNvPr id="5" name="îṩḻi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FC61F62D-FA3F-49F7-8818-3C70B1B7FDF8}"/>
                </a:ext>
              </a:extLst>
            </p:cNvPr>
            <p:cNvSpPr/>
            <p:nvPr/>
          </p:nvSpPr>
          <p:spPr>
            <a:xfrm>
              <a:off x="4600095" y="4383666"/>
              <a:ext cx="3810001" cy="22558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92" y="0"/>
                  </a:moveTo>
                  <a:cubicBezTo>
                    <a:pt x="2468" y="0"/>
                    <a:pt x="2205" y="476"/>
                    <a:pt x="2205" y="1065"/>
                  </a:cubicBezTo>
                  <a:lnTo>
                    <a:pt x="2205" y="19736"/>
                  </a:lnTo>
                  <a:lnTo>
                    <a:pt x="0" y="19736"/>
                  </a:lnTo>
                  <a:cubicBezTo>
                    <a:pt x="38" y="20777"/>
                    <a:pt x="516" y="21600"/>
                    <a:pt x="1100" y="21600"/>
                  </a:cubicBezTo>
                  <a:lnTo>
                    <a:pt x="10799" y="21600"/>
                  </a:lnTo>
                  <a:lnTo>
                    <a:pt x="20500" y="21600"/>
                  </a:lnTo>
                  <a:cubicBezTo>
                    <a:pt x="21084" y="21600"/>
                    <a:pt x="21562" y="20777"/>
                    <a:pt x="21600" y="19736"/>
                  </a:cubicBezTo>
                  <a:lnTo>
                    <a:pt x="19400" y="19736"/>
                  </a:lnTo>
                  <a:lnTo>
                    <a:pt x="19400" y="1065"/>
                  </a:lnTo>
                  <a:cubicBezTo>
                    <a:pt x="19400" y="476"/>
                    <a:pt x="19138" y="0"/>
                    <a:pt x="18813" y="0"/>
                  </a:cubicBezTo>
                  <a:lnTo>
                    <a:pt x="10803" y="0"/>
                  </a:lnTo>
                  <a:lnTo>
                    <a:pt x="2792" y="0"/>
                  </a:lnTo>
                  <a:close/>
                  <a:moveTo>
                    <a:pt x="10780" y="265"/>
                  </a:moveTo>
                  <a:cubicBezTo>
                    <a:pt x="10849" y="265"/>
                    <a:pt x="10907" y="367"/>
                    <a:pt x="10907" y="493"/>
                  </a:cubicBezTo>
                  <a:cubicBezTo>
                    <a:pt x="10907" y="618"/>
                    <a:pt x="10849" y="720"/>
                    <a:pt x="10780" y="720"/>
                  </a:cubicBezTo>
                  <a:cubicBezTo>
                    <a:pt x="10711" y="720"/>
                    <a:pt x="10655" y="618"/>
                    <a:pt x="10655" y="493"/>
                  </a:cubicBezTo>
                  <a:cubicBezTo>
                    <a:pt x="10655" y="367"/>
                    <a:pt x="10711" y="265"/>
                    <a:pt x="10780" y="265"/>
                  </a:cubicBezTo>
                  <a:close/>
                  <a:moveTo>
                    <a:pt x="2792" y="1065"/>
                  </a:moveTo>
                  <a:lnTo>
                    <a:pt x="10803" y="1065"/>
                  </a:lnTo>
                  <a:lnTo>
                    <a:pt x="18813" y="1065"/>
                  </a:lnTo>
                  <a:lnTo>
                    <a:pt x="18813" y="1333"/>
                  </a:lnTo>
                  <a:lnTo>
                    <a:pt x="18813" y="19316"/>
                  </a:lnTo>
                  <a:lnTo>
                    <a:pt x="18813" y="19581"/>
                  </a:lnTo>
                  <a:lnTo>
                    <a:pt x="10803" y="19581"/>
                  </a:lnTo>
                  <a:lnTo>
                    <a:pt x="2792" y="19581"/>
                  </a:lnTo>
                  <a:lnTo>
                    <a:pt x="2792" y="19316"/>
                  </a:lnTo>
                  <a:lnTo>
                    <a:pt x="2792" y="1333"/>
                  </a:lnTo>
                  <a:lnTo>
                    <a:pt x="2792" y="1065"/>
                  </a:lnTo>
                  <a:close/>
                </a:path>
              </a:pathLst>
            </a:custGeom>
            <a:solidFill>
              <a:srgbClr val="41BDC1"/>
            </a:solidFill>
            <a:ln w="12700" cap="flat">
              <a:noFill/>
              <a:miter lim="400000"/>
            </a:ln>
            <a:effec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grpSp>
          <p:nvGrpSpPr>
            <p:cNvPr id="6" name="işḻi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D047CD57-B674-4A83-9D81-54B07125F41B}"/>
                </a:ext>
              </a:extLst>
            </p:cNvPr>
            <p:cNvGrpSpPr/>
            <p:nvPr/>
          </p:nvGrpSpPr>
          <p:grpSpPr>
            <a:xfrm>
              <a:off x="-2" y="-1"/>
              <a:ext cx="12956476" cy="4352520"/>
              <a:chOff x="-1" y="0"/>
              <a:chExt cx="12956476" cy="4352520"/>
            </a:xfrm>
          </p:grpSpPr>
          <p:sp>
            <p:nvSpPr>
              <p:cNvPr id="7" name="î$ḻí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17DD470B-26B5-4175-9C0B-70EB9C64F2FF}"/>
                  </a:ext>
                </a:extLst>
              </p:cNvPr>
              <p:cNvSpPr/>
              <p:nvPr/>
            </p:nvSpPr>
            <p:spPr>
              <a:xfrm>
                <a:off x="4801810" y="1819474"/>
                <a:ext cx="508556" cy="4451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56" h="21029" extrusionOk="0">
                    <a:moveTo>
                      <a:pt x="20115" y="12466"/>
                    </a:moveTo>
                    <a:cubicBezTo>
                      <a:pt x="19732" y="10390"/>
                      <a:pt x="17957" y="9059"/>
                      <a:pt x="16157" y="9500"/>
                    </a:cubicBezTo>
                    <a:cubicBezTo>
                      <a:pt x="15676" y="9618"/>
                      <a:pt x="15243" y="9853"/>
                      <a:pt x="14872" y="10171"/>
                    </a:cubicBezTo>
                    <a:lnTo>
                      <a:pt x="17218" y="12800"/>
                    </a:lnTo>
                    <a:cubicBezTo>
                      <a:pt x="17383" y="12986"/>
                      <a:pt x="17387" y="13290"/>
                      <a:pt x="17227" y="13481"/>
                    </a:cubicBezTo>
                    <a:cubicBezTo>
                      <a:pt x="17066" y="13671"/>
                      <a:pt x="16803" y="13676"/>
                      <a:pt x="16637" y="13490"/>
                    </a:cubicBezTo>
                    <a:lnTo>
                      <a:pt x="14268" y="10834"/>
                    </a:lnTo>
                    <a:cubicBezTo>
                      <a:pt x="13652" y="11707"/>
                      <a:pt x="13371" y="12880"/>
                      <a:pt x="13589" y="14063"/>
                    </a:cubicBezTo>
                    <a:cubicBezTo>
                      <a:pt x="13972" y="16139"/>
                      <a:pt x="15747" y="17470"/>
                      <a:pt x="17547" y="17029"/>
                    </a:cubicBezTo>
                    <a:cubicBezTo>
                      <a:pt x="19346" y="16589"/>
                      <a:pt x="20498" y="14541"/>
                      <a:pt x="20115" y="12466"/>
                    </a:cubicBezTo>
                    <a:close/>
                    <a:moveTo>
                      <a:pt x="12445" y="7390"/>
                    </a:moveTo>
                    <a:lnTo>
                      <a:pt x="10862" y="7777"/>
                    </a:lnTo>
                    <a:cubicBezTo>
                      <a:pt x="10683" y="7821"/>
                      <a:pt x="10443" y="7721"/>
                      <a:pt x="10330" y="7554"/>
                    </a:cubicBezTo>
                    <a:lnTo>
                      <a:pt x="9382" y="6156"/>
                    </a:lnTo>
                    <a:lnTo>
                      <a:pt x="7858" y="9354"/>
                    </a:lnTo>
                    <a:cubicBezTo>
                      <a:pt x="7858" y="9354"/>
                      <a:pt x="8237" y="9436"/>
                      <a:pt x="8700" y="9536"/>
                    </a:cubicBezTo>
                    <a:lnTo>
                      <a:pt x="12662" y="8566"/>
                    </a:lnTo>
                    <a:cubicBezTo>
                      <a:pt x="12662" y="8566"/>
                      <a:pt x="12445" y="7390"/>
                      <a:pt x="12445" y="7390"/>
                    </a:cubicBezTo>
                    <a:close/>
                    <a:moveTo>
                      <a:pt x="12276" y="9645"/>
                    </a:moveTo>
                    <a:lnTo>
                      <a:pt x="10649" y="10043"/>
                    </a:lnTo>
                    <a:cubicBezTo>
                      <a:pt x="10837" y="10188"/>
                      <a:pt x="10975" y="10413"/>
                      <a:pt x="11024" y="10676"/>
                    </a:cubicBezTo>
                    <a:lnTo>
                      <a:pt x="11025" y="10675"/>
                    </a:lnTo>
                    <a:cubicBezTo>
                      <a:pt x="11025" y="10675"/>
                      <a:pt x="11166" y="11451"/>
                      <a:pt x="11342" y="12416"/>
                    </a:cubicBezTo>
                    <a:cubicBezTo>
                      <a:pt x="11342" y="12416"/>
                      <a:pt x="12276" y="9645"/>
                      <a:pt x="12276" y="9645"/>
                    </a:cubicBezTo>
                    <a:close/>
                    <a:moveTo>
                      <a:pt x="9392" y="11587"/>
                    </a:moveTo>
                    <a:cubicBezTo>
                      <a:pt x="9392" y="11587"/>
                      <a:pt x="7390" y="11287"/>
                      <a:pt x="6435" y="11138"/>
                    </a:cubicBezTo>
                    <a:lnTo>
                      <a:pt x="5956" y="12381"/>
                    </a:lnTo>
                    <a:cubicBezTo>
                      <a:pt x="6790" y="12920"/>
                      <a:pt x="7454" y="13798"/>
                      <a:pt x="7783" y="14892"/>
                    </a:cubicBezTo>
                    <a:lnTo>
                      <a:pt x="9906" y="14373"/>
                    </a:lnTo>
                    <a:cubicBezTo>
                      <a:pt x="9906" y="14373"/>
                      <a:pt x="9392" y="11587"/>
                      <a:pt x="9392" y="11587"/>
                    </a:cubicBezTo>
                    <a:close/>
                    <a:moveTo>
                      <a:pt x="7320" y="15990"/>
                    </a:moveTo>
                    <a:lnTo>
                      <a:pt x="4073" y="16785"/>
                    </a:lnTo>
                    <a:cubicBezTo>
                      <a:pt x="3848" y="16840"/>
                      <a:pt x="3626" y="16674"/>
                      <a:pt x="3578" y="16414"/>
                    </a:cubicBezTo>
                    <a:cubicBezTo>
                      <a:pt x="3557" y="16296"/>
                      <a:pt x="3576" y="16181"/>
                      <a:pt x="3622" y="16083"/>
                    </a:cubicBezTo>
                    <a:lnTo>
                      <a:pt x="3621" y="16082"/>
                    </a:lnTo>
                    <a:lnTo>
                      <a:pt x="4917" y="12711"/>
                    </a:lnTo>
                    <a:cubicBezTo>
                      <a:pt x="4410" y="12543"/>
                      <a:pt x="3861" y="12510"/>
                      <a:pt x="3309" y="12645"/>
                    </a:cubicBezTo>
                    <a:cubicBezTo>
                      <a:pt x="1510" y="13086"/>
                      <a:pt x="358" y="15133"/>
                      <a:pt x="741" y="17209"/>
                    </a:cubicBezTo>
                    <a:cubicBezTo>
                      <a:pt x="1124" y="19285"/>
                      <a:pt x="2899" y="20615"/>
                      <a:pt x="4699" y="20175"/>
                    </a:cubicBezTo>
                    <a:cubicBezTo>
                      <a:pt x="6388" y="19761"/>
                      <a:pt x="7507" y="17930"/>
                      <a:pt x="7320" y="15990"/>
                    </a:cubicBezTo>
                    <a:close/>
                    <a:moveTo>
                      <a:pt x="4700" y="15647"/>
                    </a:moveTo>
                    <a:lnTo>
                      <a:pt x="7121" y="15055"/>
                    </a:lnTo>
                    <a:cubicBezTo>
                      <a:pt x="6845" y="14210"/>
                      <a:pt x="6329" y="13528"/>
                      <a:pt x="5683" y="13093"/>
                    </a:cubicBezTo>
                    <a:cubicBezTo>
                      <a:pt x="5683" y="13093"/>
                      <a:pt x="4700" y="15647"/>
                      <a:pt x="4700" y="15647"/>
                    </a:cubicBezTo>
                    <a:close/>
                    <a:moveTo>
                      <a:pt x="20768" y="12306"/>
                    </a:moveTo>
                    <a:cubicBezTo>
                      <a:pt x="21228" y="14801"/>
                      <a:pt x="19848" y="17253"/>
                      <a:pt x="17686" y="17782"/>
                    </a:cubicBezTo>
                    <a:cubicBezTo>
                      <a:pt x="15523" y="18311"/>
                      <a:pt x="13397" y="16718"/>
                      <a:pt x="12936" y="14223"/>
                    </a:cubicBezTo>
                    <a:cubicBezTo>
                      <a:pt x="12670" y="12777"/>
                      <a:pt x="13022" y="11346"/>
                      <a:pt x="13786" y="10295"/>
                    </a:cubicBezTo>
                    <a:lnTo>
                      <a:pt x="13180" y="9616"/>
                    </a:lnTo>
                    <a:lnTo>
                      <a:pt x="11655" y="14141"/>
                    </a:lnTo>
                    <a:cubicBezTo>
                      <a:pt x="11845" y="15192"/>
                      <a:pt x="12003" y="16082"/>
                      <a:pt x="12002" y="16116"/>
                    </a:cubicBezTo>
                    <a:cubicBezTo>
                      <a:pt x="11988" y="16676"/>
                      <a:pt x="11582" y="17117"/>
                      <a:pt x="11096" y="17100"/>
                    </a:cubicBezTo>
                    <a:cubicBezTo>
                      <a:pt x="10682" y="17085"/>
                      <a:pt x="10344" y="16743"/>
                      <a:pt x="10261" y="16295"/>
                    </a:cubicBezTo>
                    <a:lnTo>
                      <a:pt x="10260" y="16295"/>
                    </a:lnTo>
                    <a:lnTo>
                      <a:pt x="10079" y="15314"/>
                    </a:lnTo>
                    <a:lnTo>
                      <a:pt x="7974" y="15829"/>
                    </a:lnTo>
                    <a:cubicBezTo>
                      <a:pt x="8237" y="18189"/>
                      <a:pt x="6891" y="20425"/>
                      <a:pt x="4838" y="20928"/>
                    </a:cubicBezTo>
                    <a:cubicBezTo>
                      <a:pt x="2675" y="21457"/>
                      <a:pt x="549" y="19863"/>
                      <a:pt x="88" y="17369"/>
                    </a:cubicBezTo>
                    <a:cubicBezTo>
                      <a:pt x="-372" y="14874"/>
                      <a:pt x="1008" y="12422"/>
                      <a:pt x="3170" y="11892"/>
                    </a:cubicBezTo>
                    <a:cubicBezTo>
                      <a:pt x="3866" y="11722"/>
                      <a:pt x="4557" y="11772"/>
                      <a:pt x="5191" y="12001"/>
                    </a:cubicBezTo>
                    <a:lnTo>
                      <a:pt x="5611" y="10908"/>
                    </a:lnTo>
                    <a:cubicBezTo>
                      <a:pt x="5188" y="10637"/>
                      <a:pt x="4908" y="10111"/>
                      <a:pt x="4924" y="9516"/>
                    </a:cubicBezTo>
                    <a:cubicBezTo>
                      <a:pt x="4931" y="9235"/>
                      <a:pt x="5004" y="8976"/>
                      <a:pt x="5123" y="8753"/>
                    </a:cubicBezTo>
                    <a:lnTo>
                      <a:pt x="5122" y="8753"/>
                    </a:lnTo>
                    <a:lnTo>
                      <a:pt x="7375" y="4249"/>
                    </a:lnTo>
                    <a:lnTo>
                      <a:pt x="7375" y="4250"/>
                    </a:lnTo>
                    <a:cubicBezTo>
                      <a:pt x="7591" y="3700"/>
                      <a:pt x="8076" y="3326"/>
                      <a:pt x="8631" y="3346"/>
                    </a:cubicBezTo>
                    <a:cubicBezTo>
                      <a:pt x="9070" y="3361"/>
                      <a:pt x="9452" y="3620"/>
                      <a:pt x="9685" y="4006"/>
                    </a:cubicBezTo>
                    <a:lnTo>
                      <a:pt x="9686" y="4006"/>
                    </a:lnTo>
                    <a:lnTo>
                      <a:pt x="11018" y="6165"/>
                    </a:lnTo>
                    <a:lnTo>
                      <a:pt x="12915" y="5701"/>
                    </a:lnTo>
                    <a:cubicBezTo>
                      <a:pt x="13275" y="5613"/>
                      <a:pt x="13630" y="5878"/>
                      <a:pt x="13706" y="6294"/>
                    </a:cubicBezTo>
                    <a:cubicBezTo>
                      <a:pt x="13778" y="6683"/>
                      <a:pt x="13580" y="7062"/>
                      <a:pt x="13259" y="7182"/>
                    </a:cubicBezTo>
                    <a:lnTo>
                      <a:pt x="13534" y="8671"/>
                    </a:lnTo>
                    <a:lnTo>
                      <a:pt x="14385" y="9625"/>
                    </a:lnTo>
                    <a:cubicBezTo>
                      <a:pt x="14850" y="9205"/>
                      <a:pt x="15402" y="8898"/>
                      <a:pt x="16018" y="8747"/>
                    </a:cubicBezTo>
                    <a:cubicBezTo>
                      <a:pt x="18181" y="8217"/>
                      <a:pt x="20307" y="9811"/>
                      <a:pt x="20768" y="12306"/>
                    </a:cubicBezTo>
                    <a:close/>
                    <a:moveTo>
                      <a:pt x="8795" y="1859"/>
                    </a:moveTo>
                    <a:cubicBezTo>
                      <a:pt x="8642" y="1027"/>
                      <a:pt x="9102" y="210"/>
                      <a:pt x="9823" y="34"/>
                    </a:cubicBezTo>
                    <a:cubicBezTo>
                      <a:pt x="10543" y="-143"/>
                      <a:pt x="11252" y="388"/>
                      <a:pt x="11406" y="1220"/>
                    </a:cubicBezTo>
                    <a:cubicBezTo>
                      <a:pt x="11559" y="2051"/>
                      <a:pt x="11099" y="2869"/>
                      <a:pt x="10378" y="3045"/>
                    </a:cubicBezTo>
                    <a:cubicBezTo>
                      <a:pt x="9658" y="3222"/>
                      <a:pt x="8949" y="2690"/>
                      <a:pt x="8795" y="185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" name="íŝḷî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E9209B9-1F81-4379-993C-2AC57CC911D2}"/>
                  </a:ext>
                </a:extLst>
              </p:cNvPr>
              <p:cNvSpPr/>
              <p:nvPr/>
            </p:nvSpPr>
            <p:spPr>
              <a:xfrm>
                <a:off x="6171206" y="2433522"/>
                <a:ext cx="302935" cy="3612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43" y="12242"/>
                    </a:moveTo>
                    <a:cubicBezTo>
                      <a:pt x="19543" y="12836"/>
                      <a:pt x="18964" y="13322"/>
                      <a:pt x="18257" y="13322"/>
                    </a:cubicBezTo>
                    <a:lnTo>
                      <a:pt x="3343" y="13322"/>
                    </a:lnTo>
                    <a:cubicBezTo>
                      <a:pt x="2636" y="13322"/>
                      <a:pt x="2057" y="12836"/>
                      <a:pt x="2057" y="12242"/>
                    </a:cubicBezTo>
                    <a:lnTo>
                      <a:pt x="2057" y="4322"/>
                    </a:lnTo>
                    <a:cubicBezTo>
                      <a:pt x="2057" y="3728"/>
                      <a:pt x="2636" y="3242"/>
                      <a:pt x="3343" y="3242"/>
                    </a:cubicBezTo>
                    <a:lnTo>
                      <a:pt x="18257" y="3242"/>
                    </a:lnTo>
                    <a:cubicBezTo>
                      <a:pt x="18964" y="3242"/>
                      <a:pt x="19543" y="3728"/>
                      <a:pt x="19543" y="4322"/>
                    </a:cubicBezTo>
                    <a:cubicBezTo>
                      <a:pt x="19543" y="4322"/>
                      <a:pt x="19543" y="12242"/>
                      <a:pt x="19543" y="12242"/>
                    </a:cubicBezTo>
                    <a:close/>
                    <a:moveTo>
                      <a:pt x="17743" y="18146"/>
                    </a:moveTo>
                    <a:cubicBezTo>
                      <a:pt x="16891" y="18146"/>
                      <a:pt x="16200" y="17566"/>
                      <a:pt x="16200" y="16850"/>
                    </a:cubicBezTo>
                    <a:cubicBezTo>
                      <a:pt x="16200" y="16134"/>
                      <a:pt x="16891" y="15554"/>
                      <a:pt x="17743" y="15554"/>
                    </a:cubicBezTo>
                    <a:cubicBezTo>
                      <a:pt x="18594" y="15554"/>
                      <a:pt x="19285" y="16134"/>
                      <a:pt x="19285" y="16850"/>
                    </a:cubicBezTo>
                    <a:cubicBezTo>
                      <a:pt x="19285" y="17566"/>
                      <a:pt x="18594" y="18146"/>
                      <a:pt x="17743" y="18146"/>
                    </a:cubicBezTo>
                    <a:close/>
                    <a:moveTo>
                      <a:pt x="3857" y="18146"/>
                    </a:moveTo>
                    <a:cubicBezTo>
                      <a:pt x="3005" y="18146"/>
                      <a:pt x="2315" y="17566"/>
                      <a:pt x="2315" y="16850"/>
                    </a:cubicBezTo>
                    <a:cubicBezTo>
                      <a:pt x="2315" y="16134"/>
                      <a:pt x="3005" y="15554"/>
                      <a:pt x="3857" y="15554"/>
                    </a:cubicBezTo>
                    <a:cubicBezTo>
                      <a:pt x="4709" y="15554"/>
                      <a:pt x="5400" y="16134"/>
                      <a:pt x="5400" y="16850"/>
                    </a:cubicBezTo>
                    <a:cubicBezTo>
                      <a:pt x="5400" y="17566"/>
                      <a:pt x="4709" y="18146"/>
                      <a:pt x="3857" y="18146"/>
                    </a:cubicBezTo>
                    <a:close/>
                    <a:moveTo>
                      <a:pt x="5657" y="1513"/>
                    </a:moveTo>
                    <a:cubicBezTo>
                      <a:pt x="5657" y="1275"/>
                      <a:pt x="5889" y="1081"/>
                      <a:pt x="6171" y="1081"/>
                    </a:cubicBezTo>
                    <a:lnTo>
                      <a:pt x="15429" y="1081"/>
                    </a:lnTo>
                    <a:cubicBezTo>
                      <a:pt x="15711" y="1081"/>
                      <a:pt x="15943" y="1275"/>
                      <a:pt x="15943" y="1513"/>
                    </a:cubicBezTo>
                    <a:lnTo>
                      <a:pt x="15943" y="1729"/>
                    </a:lnTo>
                    <a:cubicBezTo>
                      <a:pt x="15943" y="1967"/>
                      <a:pt x="15711" y="2161"/>
                      <a:pt x="15429" y="2161"/>
                    </a:cubicBezTo>
                    <a:lnTo>
                      <a:pt x="6171" y="2161"/>
                    </a:lnTo>
                    <a:cubicBezTo>
                      <a:pt x="5889" y="2161"/>
                      <a:pt x="5657" y="1967"/>
                      <a:pt x="5657" y="1729"/>
                    </a:cubicBezTo>
                    <a:cubicBezTo>
                      <a:pt x="5657" y="1729"/>
                      <a:pt x="5657" y="1513"/>
                      <a:pt x="5657" y="1513"/>
                    </a:cubicBezTo>
                    <a:close/>
                    <a:moveTo>
                      <a:pt x="20314" y="0"/>
                    </a:moveTo>
                    <a:lnTo>
                      <a:pt x="1286" y="0"/>
                    </a:lnTo>
                    <a:cubicBezTo>
                      <a:pt x="579" y="0"/>
                      <a:pt x="0" y="486"/>
                      <a:pt x="0" y="1080"/>
                    </a:cubicBezTo>
                    <a:lnTo>
                      <a:pt x="0" y="18360"/>
                    </a:lnTo>
                    <a:cubicBezTo>
                      <a:pt x="0" y="18954"/>
                      <a:pt x="579" y="19440"/>
                      <a:pt x="1286" y="19440"/>
                    </a:cubicBezTo>
                    <a:lnTo>
                      <a:pt x="1800" y="19440"/>
                    </a:lnTo>
                    <a:cubicBezTo>
                      <a:pt x="1800" y="19440"/>
                      <a:pt x="1800" y="20498"/>
                      <a:pt x="1800" y="20520"/>
                    </a:cubicBezTo>
                    <a:cubicBezTo>
                      <a:pt x="1800" y="21114"/>
                      <a:pt x="2379" y="21600"/>
                      <a:pt x="3086" y="21600"/>
                    </a:cubicBezTo>
                    <a:lnTo>
                      <a:pt x="4629" y="21600"/>
                    </a:lnTo>
                    <a:cubicBezTo>
                      <a:pt x="5336" y="21600"/>
                      <a:pt x="5915" y="21114"/>
                      <a:pt x="5915" y="20520"/>
                    </a:cubicBezTo>
                    <a:cubicBezTo>
                      <a:pt x="5915" y="20498"/>
                      <a:pt x="5915" y="19440"/>
                      <a:pt x="5915" y="19440"/>
                    </a:cubicBezTo>
                    <a:lnTo>
                      <a:pt x="15685" y="19440"/>
                    </a:lnTo>
                    <a:cubicBezTo>
                      <a:pt x="15685" y="19440"/>
                      <a:pt x="15685" y="20498"/>
                      <a:pt x="15685" y="20520"/>
                    </a:cubicBezTo>
                    <a:cubicBezTo>
                      <a:pt x="15685" y="21114"/>
                      <a:pt x="16264" y="21600"/>
                      <a:pt x="16971" y="21600"/>
                    </a:cubicBezTo>
                    <a:lnTo>
                      <a:pt x="18514" y="21600"/>
                    </a:lnTo>
                    <a:cubicBezTo>
                      <a:pt x="19221" y="21600"/>
                      <a:pt x="19800" y="21114"/>
                      <a:pt x="19800" y="20520"/>
                    </a:cubicBezTo>
                    <a:cubicBezTo>
                      <a:pt x="19800" y="20498"/>
                      <a:pt x="19800" y="19440"/>
                      <a:pt x="19800" y="19440"/>
                    </a:cubicBezTo>
                    <a:lnTo>
                      <a:pt x="20314" y="19440"/>
                    </a:lnTo>
                    <a:cubicBezTo>
                      <a:pt x="21021" y="19440"/>
                      <a:pt x="21600" y="18954"/>
                      <a:pt x="21600" y="18360"/>
                    </a:cubicBezTo>
                    <a:lnTo>
                      <a:pt x="21600" y="1080"/>
                    </a:lnTo>
                    <a:cubicBezTo>
                      <a:pt x="21600" y="486"/>
                      <a:pt x="21021" y="0"/>
                      <a:pt x="2031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" name="ïs1í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C01FDA5-D3A1-4931-8F9F-9EF1E5C374DA}"/>
                  </a:ext>
                </a:extLst>
              </p:cNvPr>
              <p:cNvSpPr/>
              <p:nvPr/>
            </p:nvSpPr>
            <p:spPr>
              <a:xfrm>
                <a:off x="6900846" y="1778966"/>
                <a:ext cx="279948" cy="559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50" y="4050"/>
                    </a:moveTo>
                    <a:lnTo>
                      <a:pt x="1618" y="4050"/>
                    </a:lnTo>
                    <a:lnTo>
                      <a:pt x="1618" y="17550"/>
                    </a:lnTo>
                    <a:lnTo>
                      <a:pt x="20250" y="17550"/>
                    </a:lnTo>
                    <a:lnTo>
                      <a:pt x="20250" y="4050"/>
                    </a:lnTo>
                    <a:close/>
                    <a:moveTo>
                      <a:pt x="14175" y="2025"/>
                    </a:moveTo>
                    <a:lnTo>
                      <a:pt x="7425" y="2025"/>
                    </a:lnTo>
                    <a:cubicBezTo>
                      <a:pt x="7052" y="2025"/>
                      <a:pt x="6750" y="2176"/>
                      <a:pt x="6750" y="2363"/>
                    </a:cubicBezTo>
                    <a:cubicBezTo>
                      <a:pt x="6750" y="2549"/>
                      <a:pt x="7052" y="2700"/>
                      <a:pt x="7425" y="2700"/>
                    </a:cubicBezTo>
                    <a:lnTo>
                      <a:pt x="14175" y="2700"/>
                    </a:lnTo>
                    <a:cubicBezTo>
                      <a:pt x="14548" y="2700"/>
                      <a:pt x="14850" y="2549"/>
                      <a:pt x="14850" y="2363"/>
                    </a:cubicBezTo>
                    <a:cubicBezTo>
                      <a:pt x="14850" y="2176"/>
                      <a:pt x="14548" y="2025"/>
                      <a:pt x="14175" y="2025"/>
                    </a:cubicBezTo>
                    <a:close/>
                    <a:moveTo>
                      <a:pt x="11475" y="20250"/>
                    </a:moveTo>
                    <a:cubicBezTo>
                      <a:pt x="12593" y="20250"/>
                      <a:pt x="13500" y="19797"/>
                      <a:pt x="13500" y="19238"/>
                    </a:cubicBezTo>
                    <a:cubicBezTo>
                      <a:pt x="13500" y="18678"/>
                      <a:pt x="12593" y="18225"/>
                      <a:pt x="11475" y="18225"/>
                    </a:cubicBezTo>
                    <a:cubicBezTo>
                      <a:pt x="10357" y="18225"/>
                      <a:pt x="9450" y="18678"/>
                      <a:pt x="9450" y="19238"/>
                    </a:cubicBezTo>
                    <a:cubicBezTo>
                      <a:pt x="9450" y="19797"/>
                      <a:pt x="10357" y="20250"/>
                      <a:pt x="11475" y="20250"/>
                    </a:cubicBezTo>
                    <a:close/>
                    <a:moveTo>
                      <a:pt x="18900" y="21600"/>
                    </a:moveTo>
                    <a:lnTo>
                      <a:pt x="2700" y="21600"/>
                    </a:lnTo>
                    <a:cubicBezTo>
                      <a:pt x="1954" y="21600"/>
                      <a:pt x="1279" y="21449"/>
                      <a:pt x="791" y="21205"/>
                    </a:cubicBezTo>
                    <a:cubicBezTo>
                      <a:pt x="302" y="20960"/>
                      <a:pt x="0" y="20623"/>
                      <a:pt x="0" y="20250"/>
                    </a:cubicBezTo>
                    <a:lnTo>
                      <a:pt x="0" y="1350"/>
                    </a:lnTo>
                    <a:cubicBezTo>
                      <a:pt x="0" y="977"/>
                      <a:pt x="302" y="640"/>
                      <a:pt x="791" y="395"/>
                    </a:cubicBezTo>
                    <a:cubicBezTo>
                      <a:pt x="1279" y="151"/>
                      <a:pt x="1954" y="0"/>
                      <a:pt x="2700" y="0"/>
                    </a:cubicBezTo>
                    <a:lnTo>
                      <a:pt x="18900" y="0"/>
                    </a:lnTo>
                    <a:cubicBezTo>
                      <a:pt x="19646" y="0"/>
                      <a:pt x="20321" y="151"/>
                      <a:pt x="20809" y="395"/>
                    </a:cubicBezTo>
                    <a:cubicBezTo>
                      <a:pt x="21298" y="640"/>
                      <a:pt x="21600" y="977"/>
                      <a:pt x="21600" y="1350"/>
                    </a:cubicBezTo>
                    <a:lnTo>
                      <a:pt x="21600" y="20250"/>
                    </a:lnTo>
                    <a:cubicBezTo>
                      <a:pt x="21600" y="20623"/>
                      <a:pt x="21298" y="20960"/>
                      <a:pt x="20809" y="21205"/>
                    </a:cubicBezTo>
                    <a:cubicBezTo>
                      <a:pt x="20321" y="21449"/>
                      <a:pt x="19646" y="21600"/>
                      <a:pt x="18900" y="21600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" name="íşḻi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6ED684C6-04E8-403B-8E7B-821A4F17BE91}"/>
                  </a:ext>
                </a:extLst>
              </p:cNvPr>
              <p:cNvSpPr/>
              <p:nvPr/>
            </p:nvSpPr>
            <p:spPr>
              <a:xfrm>
                <a:off x="6656655" y="2508406"/>
                <a:ext cx="541023" cy="4064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377" y="10069"/>
                    </a:moveTo>
                    <a:cubicBezTo>
                      <a:pt x="13591" y="10069"/>
                      <a:pt x="12956" y="9222"/>
                      <a:pt x="12956" y="8178"/>
                    </a:cubicBezTo>
                    <a:cubicBezTo>
                      <a:pt x="12956" y="7133"/>
                      <a:pt x="13591" y="6286"/>
                      <a:pt x="14377" y="6286"/>
                    </a:cubicBezTo>
                    <a:cubicBezTo>
                      <a:pt x="15161" y="6286"/>
                      <a:pt x="15797" y="7133"/>
                      <a:pt x="15797" y="8178"/>
                    </a:cubicBezTo>
                    <a:cubicBezTo>
                      <a:pt x="15797" y="9222"/>
                      <a:pt x="15161" y="10069"/>
                      <a:pt x="14377" y="10069"/>
                    </a:cubicBezTo>
                    <a:close/>
                    <a:moveTo>
                      <a:pt x="9355" y="17542"/>
                    </a:moveTo>
                    <a:lnTo>
                      <a:pt x="6514" y="17542"/>
                    </a:lnTo>
                    <a:lnTo>
                      <a:pt x="6514" y="13759"/>
                    </a:lnTo>
                    <a:lnTo>
                      <a:pt x="9355" y="13759"/>
                    </a:lnTo>
                    <a:cubicBezTo>
                      <a:pt x="9355" y="13759"/>
                      <a:pt x="9355" y="17542"/>
                      <a:pt x="9355" y="17542"/>
                    </a:cubicBezTo>
                    <a:close/>
                    <a:moveTo>
                      <a:pt x="4885" y="17542"/>
                    </a:moveTo>
                    <a:lnTo>
                      <a:pt x="2045" y="17542"/>
                    </a:lnTo>
                    <a:lnTo>
                      <a:pt x="2045" y="13759"/>
                    </a:lnTo>
                    <a:lnTo>
                      <a:pt x="4885" y="13759"/>
                    </a:lnTo>
                    <a:cubicBezTo>
                      <a:pt x="4885" y="13759"/>
                      <a:pt x="4885" y="17542"/>
                      <a:pt x="4885" y="17542"/>
                    </a:cubicBezTo>
                    <a:close/>
                    <a:moveTo>
                      <a:pt x="14377" y="1737"/>
                    </a:moveTo>
                    <a:lnTo>
                      <a:pt x="7198" y="11684"/>
                    </a:lnTo>
                    <a:lnTo>
                      <a:pt x="624" y="11684"/>
                    </a:lnTo>
                    <a:lnTo>
                      <a:pt x="624" y="21600"/>
                    </a:lnTo>
                    <a:lnTo>
                      <a:pt x="12488" y="21600"/>
                    </a:lnTo>
                    <a:lnTo>
                      <a:pt x="12488" y="13750"/>
                    </a:lnTo>
                    <a:lnTo>
                      <a:pt x="16265" y="13750"/>
                    </a:lnTo>
                    <a:lnTo>
                      <a:pt x="16265" y="21600"/>
                    </a:lnTo>
                    <a:lnTo>
                      <a:pt x="20961" y="21600"/>
                    </a:lnTo>
                    <a:lnTo>
                      <a:pt x="20961" y="11747"/>
                    </a:lnTo>
                    <a:lnTo>
                      <a:pt x="21600" y="11747"/>
                    </a:lnTo>
                    <a:cubicBezTo>
                      <a:pt x="21600" y="11747"/>
                      <a:pt x="14377" y="1737"/>
                      <a:pt x="14377" y="1737"/>
                    </a:cubicBezTo>
                    <a:close/>
                    <a:moveTo>
                      <a:pt x="21585" y="9988"/>
                    </a:moveTo>
                    <a:lnTo>
                      <a:pt x="21585" y="10640"/>
                    </a:lnTo>
                    <a:lnTo>
                      <a:pt x="14376" y="652"/>
                    </a:lnTo>
                    <a:lnTo>
                      <a:pt x="6905" y="11004"/>
                    </a:lnTo>
                    <a:lnTo>
                      <a:pt x="0" y="11004"/>
                    </a:lnTo>
                    <a:lnTo>
                      <a:pt x="4124" y="5099"/>
                    </a:lnTo>
                    <a:lnTo>
                      <a:pt x="10696" y="5099"/>
                    </a:lnTo>
                    <a:lnTo>
                      <a:pt x="14376" y="0"/>
                    </a:lnTo>
                    <a:cubicBezTo>
                      <a:pt x="14376" y="0"/>
                      <a:pt x="21585" y="9988"/>
                      <a:pt x="21585" y="9988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" name="isḻi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5F636F9C-12C7-4B79-9FC9-F81E608946C3}"/>
                  </a:ext>
                </a:extLst>
              </p:cNvPr>
              <p:cNvSpPr/>
              <p:nvPr/>
            </p:nvSpPr>
            <p:spPr>
              <a:xfrm>
                <a:off x="7212370" y="2200769"/>
                <a:ext cx="445844" cy="3931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5" h="21448" extrusionOk="0">
                    <a:moveTo>
                      <a:pt x="1162" y="1839"/>
                    </a:moveTo>
                    <a:cubicBezTo>
                      <a:pt x="454" y="1924"/>
                      <a:pt x="-67" y="2640"/>
                      <a:pt x="7" y="3442"/>
                    </a:cubicBezTo>
                    <a:lnTo>
                      <a:pt x="1557" y="20144"/>
                    </a:lnTo>
                    <a:cubicBezTo>
                      <a:pt x="1631" y="20947"/>
                      <a:pt x="2272" y="21524"/>
                      <a:pt x="2980" y="21440"/>
                    </a:cubicBezTo>
                    <a:lnTo>
                      <a:pt x="19632" y="19456"/>
                    </a:lnTo>
                    <a:cubicBezTo>
                      <a:pt x="20339" y="19372"/>
                      <a:pt x="20850" y="18657"/>
                      <a:pt x="20776" y="17855"/>
                    </a:cubicBezTo>
                    <a:lnTo>
                      <a:pt x="20372" y="13497"/>
                    </a:lnTo>
                    <a:lnTo>
                      <a:pt x="15892" y="14031"/>
                    </a:lnTo>
                    <a:cubicBezTo>
                      <a:pt x="15184" y="14115"/>
                      <a:pt x="14553" y="13536"/>
                      <a:pt x="14479" y="12734"/>
                    </a:cubicBezTo>
                    <a:lnTo>
                      <a:pt x="14209" y="9825"/>
                    </a:lnTo>
                    <a:cubicBezTo>
                      <a:pt x="14135" y="9023"/>
                      <a:pt x="14646" y="8308"/>
                      <a:pt x="15353" y="8224"/>
                    </a:cubicBezTo>
                    <a:lnTo>
                      <a:pt x="19833" y="7690"/>
                    </a:lnTo>
                    <a:lnTo>
                      <a:pt x="19497" y="4062"/>
                    </a:lnTo>
                    <a:cubicBezTo>
                      <a:pt x="19422" y="3260"/>
                      <a:pt x="18790" y="2669"/>
                      <a:pt x="18083" y="2754"/>
                    </a:cubicBezTo>
                    <a:lnTo>
                      <a:pt x="17948" y="1305"/>
                    </a:lnTo>
                    <a:cubicBezTo>
                      <a:pt x="17874" y="503"/>
                      <a:pt x="17243" y="-76"/>
                      <a:pt x="16535" y="8"/>
                    </a:cubicBezTo>
                    <a:lnTo>
                      <a:pt x="1162" y="1839"/>
                    </a:lnTo>
                    <a:close/>
                    <a:moveTo>
                      <a:pt x="1930" y="3213"/>
                    </a:moveTo>
                    <a:lnTo>
                      <a:pt x="15381" y="1611"/>
                    </a:lnTo>
                    <a:cubicBezTo>
                      <a:pt x="15381" y="1611"/>
                      <a:pt x="16670" y="1454"/>
                      <a:pt x="16804" y="2906"/>
                    </a:cubicBezTo>
                    <a:lnTo>
                      <a:pt x="2065" y="4661"/>
                    </a:lnTo>
                    <a:cubicBezTo>
                      <a:pt x="1711" y="4704"/>
                      <a:pt x="1401" y="4420"/>
                      <a:pt x="1364" y="4018"/>
                    </a:cubicBezTo>
                    <a:cubicBezTo>
                      <a:pt x="1327" y="3618"/>
                      <a:pt x="1577" y="3255"/>
                      <a:pt x="1930" y="3213"/>
                    </a:cubicBezTo>
                    <a:close/>
                    <a:moveTo>
                      <a:pt x="16055" y="8878"/>
                    </a:moveTo>
                    <a:cubicBezTo>
                      <a:pt x="15347" y="8963"/>
                      <a:pt x="14836" y="9677"/>
                      <a:pt x="14911" y="10479"/>
                    </a:cubicBezTo>
                    <a:lnTo>
                      <a:pt x="15045" y="11928"/>
                    </a:lnTo>
                    <a:cubicBezTo>
                      <a:pt x="15120" y="12730"/>
                      <a:pt x="15751" y="13309"/>
                      <a:pt x="16458" y="13225"/>
                    </a:cubicBezTo>
                    <a:lnTo>
                      <a:pt x="20304" y="12767"/>
                    </a:lnTo>
                    <a:cubicBezTo>
                      <a:pt x="21012" y="12682"/>
                      <a:pt x="21533" y="11966"/>
                      <a:pt x="21459" y="11164"/>
                    </a:cubicBezTo>
                    <a:lnTo>
                      <a:pt x="21324" y="9716"/>
                    </a:lnTo>
                    <a:cubicBezTo>
                      <a:pt x="21250" y="8913"/>
                      <a:pt x="20608" y="8336"/>
                      <a:pt x="19901" y="8420"/>
                    </a:cubicBezTo>
                    <a:lnTo>
                      <a:pt x="16055" y="8878"/>
                    </a:lnTo>
                    <a:close/>
                    <a:moveTo>
                      <a:pt x="16834" y="10250"/>
                    </a:moveTo>
                    <a:cubicBezTo>
                      <a:pt x="17188" y="10208"/>
                      <a:pt x="17508" y="10491"/>
                      <a:pt x="17545" y="10892"/>
                    </a:cubicBezTo>
                    <a:cubicBezTo>
                      <a:pt x="17582" y="11293"/>
                      <a:pt x="17322" y="11657"/>
                      <a:pt x="16968" y="11699"/>
                    </a:cubicBezTo>
                    <a:cubicBezTo>
                      <a:pt x="16614" y="11741"/>
                      <a:pt x="16293" y="11447"/>
                      <a:pt x="16256" y="11046"/>
                    </a:cubicBezTo>
                    <a:cubicBezTo>
                      <a:pt x="16219" y="10644"/>
                      <a:pt x="16480" y="10293"/>
                      <a:pt x="16834" y="1025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işḻï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5CA1267-37E6-4206-BF84-1B6BE8A6CA88}"/>
                  </a:ext>
                </a:extLst>
              </p:cNvPr>
              <p:cNvSpPr/>
              <p:nvPr/>
            </p:nvSpPr>
            <p:spPr>
              <a:xfrm>
                <a:off x="5297821" y="3182313"/>
                <a:ext cx="581911" cy="3867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23" extrusionOk="0">
                    <a:moveTo>
                      <a:pt x="17523" y="7527"/>
                    </a:moveTo>
                    <a:lnTo>
                      <a:pt x="16892" y="5510"/>
                    </a:lnTo>
                    <a:lnTo>
                      <a:pt x="16892" y="5510"/>
                    </a:lnTo>
                    <a:cubicBezTo>
                      <a:pt x="16891" y="5509"/>
                      <a:pt x="16891" y="5507"/>
                      <a:pt x="16891" y="5505"/>
                    </a:cubicBezTo>
                    <a:cubicBezTo>
                      <a:pt x="16543" y="4391"/>
                      <a:pt x="13689" y="5277"/>
                      <a:pt x="10517" y="7484"/>
                    </a:cubicBezTo>
                    <a:cubicBezTo>
                      <a:pt x="7344" y="9692"/>
                      <a:pt x="5056" y="12384"/>
                      <a:pt x="5404" y="13498"/>
                    </a:cubicBezTo>
                    <a:cubicBezTo>
                      <a:pt x="5404" y="13499"/>
                      <a:pt x="5405" y="13501"/>
                      <a:pt x="5405" y="13502"/>
                    </a:cubicBezTo>
                    <a:lnTo>
                      <a:pt x="5405" y="13503"/>
                    </a:lnTo>
                    <a:lnTo>
                      <a:pt x="5495" y="13791"/>
                    </a:lnTo>
                    <a:lnTo>
                      <a:pt x="0" y="14107"/>
                    </a:lnTo>
                    <a:lnTo>
                      <a:pt x="8178" y="0"/>
                    </a:lnTo>
                    <a:lnTo>
                      <a:pt x="21600" y="1182"/>
                    </a:lnTo>
                    <a:cubicBezTo>
                      <a:pt x="21600" y="1182"/>
                      <a:pt x="17523" y="7527"/>
                      <a:pt x="17523" y="7527"/>
                    </a:cubicBezTo>
                    <a:close/>
                    <a:moveTo>
                      <a:pt x="5685" y="19621"/>
                    </a:moveTo>
                    <a:cubicBezTo>
                      <a:pt x="5884" y="20257"/>
                      <a:pt x="5703" y="21011"/>
                      <a:pt x="5280" y="21306"/>
                    </a:cubicBezTo>
                    <a:cubicBezTo>
                      <a:pt x="4857" y="21600"/>
                      <a:pt x="4353" y="21323"/>
                      <a:pt x="4154" y="20686"/>
                    </a:cubicBezTo>
                    <a:cubicBezTo>
                      <a:pt x="4021" y="20261"/>
                      <a:pt x="4061" y="19785"/>
                      <a:pt x="4227" y="19427"/>
                    </a:cubicBezTo>
                    <a:lnTo>
                      <a:pt x="2645" y="14366"/>
                    </a:lnTo>
                    <a:lnTo>
                      <a:pt x="3561" y="14314"/>
                    </a:lnTo>
                    <a:lnTo>
                      <a:pt x="4992" y="18894"/>
                    </a:lnTo>
                    <a:cubicBezTo>
                      <a:pt x="5283" y="18935"/>
                      <a:pt x="5552" y="19195"/>
                      <a:pt x="5685" y="19621"/>
                    </a:cubicBezTo>
                    <a:close/>
                    <a:moveTo>
                      <a:pt x="17927" y="11804"/>
                    </a:moveTo>
                    <a:lnTo>
                      <a:pt x="16207" y="6303"/>
                    </a:lnTo>
                    <a:cubicBezTo>
                      <a:pt x="15632" y="6170"/>
                      <a:pt x="13695" y="6675"/>
                      <a:pt x="10877" y="8636"/>
                    </a:cubicBezTo>
                    <a:cubicBezTo>
                      <a:pt x="8057" y="10598"/>
                      <a:pt x="6553" y="12487"/>
                      <a:pt x="6252" y="13230"/>
                    </a:cubicBezTo>
                    <a:lnTo>
                      <a:pt x="7971" y="18731"/>
                    </a:lnTo>
                    <a:cubicBezTo>
                      <a:pt x="7971" y="18731"/>
                      <a:pt x="17927" y="11804"/>
                      <a:pt x="17927" y="11804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îšḻi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72C6EE1-D74D-4097-A0D1-24F0672FE8E3}"/>
                  </a:ext>
                </a:extLst>
              </p:cNvPr>
              <p:cNvSpPr/>
              <p:nvPr/>
            </p:nvSpPr>
            <p:spPr>
              <a:xfrm>
                <a:off x="6208078" y="3246244"/>
                <a:ext cx="416026" cy="2721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0" y="15429"/>
                    </a:moveTo>
                    <a:lnTo>
                      <a:pt x="2700" y="15429"/>
                    </a:lnTo>
                    <a:lnTo>
                      <a:pt x="2700" y="2057"/>
                    </a:lnTo>
                    <a:lnTo>
                      <a:pt x="18900" y="2057"/>
                    </a:lnTo>
                    <a:cubicBezTo>
                      <a:pt x="18900" y="2057"/>
                      <a:pt x="18900" y="15429"/>
                      <a:pt x="18900" y="15429"/>
                    </a:cubicBezTo>
                    <a:close/>
                    <a:moveTo>
                      <a:pt x="18900" y="0"/>
                    </a:moveTo>
                    <a:lnTo>
                      <a:pt x="2700" y="0"/>
                    </a:lnTo>
                    <a:cubicBezTo>
                      <a:pt x="1954" y="0"/>
                      <a:pt x="1350" y="922"/>
                      <a:pt x="1350" y="2057"/>
                    </a:cubicBezTo>
                    <a:cubicBezTo>
                      <a:pt x="1350" y="2057"/>
                      <a:pt x="1350" y="17486"/>
                      <a:pt x="1364" y="17486"/>
                    </a:cubicBezTo>
                    <a:lnTo>
                      <a:pt x="20235" y="17486"/>
                    </a:lnTo>
                    <a:cubicBezTo>
                      <a:pt x="20250" y="17486"/>
                      <a:pt x="20250" y="2057"/>
                      <a:pt x="20250" y="2057"/>
                    </a:cubicBezTo>
                    <a:cubicBezTo>
                      <a:pt x="20250" y="922"/>
                      <a:pt x="19646" y="0"/>
                      <a:pt x="18900" y="0"/>
                    </a:cubicBezTo>
                    <a:close/>
                    <a:moveTo>
                      <a:pt x="20250" y="21600"/>
                    </a:moveTo>
                    <a:lnTo>
                      <a:pt x="1350" y="21600"/>
                    </a:lnTo>
                    <a:cubicBezTo>
                      <a:pt x="604" y="21600"/>
                      <a:pt x="0" y="20679"/>
                      <a:pt x="0" y="19543"/>
                    </a:cubicBezTo>
                    <a:lnTo>
                      <a:pt x="0" y="18514"/>
                    </a:lnTo>
                    <a:lnTo>
                      <a:pt x="8775" y="18514"/>
                    </a:lnTo>
                    <a:lnTo>
                      <a:pt x="8775" y="19543"/>
                    </a:lnTo>
                    <a:lnTo>
                      <a:pt x="12825" y="19543"/>
                    </a:lnTo>
                    <a:lnTo>
                      <a:pt x="12825" y="18514"/>
                    </a:lnTo>
                    <a:lnTo>
                      <a:pt x="21600" y="18514"/>
                    </a:lnTo>
                    <a:lnTo>
                      <a:pt x="21600" y="19543"/>
                    </a:lnTo>
                    <a:cubicBezTo>
                      <a:pt x="21600" y="20679"/>
                      <a:pt x="20995" y="21600"/>
                      <a:pt x="20250" y="21600"/>
                    </a:cubicBezTo>
                    <a:cubicBezTo>
                      <a:pt x="20250" y="21600"/>
                      <a:pt x="20250" y="21600"/>
                      <a:pt x="20250" y="2160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" name="işļi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5DFE78E-F5B8-4D50-B558-19154F16508C}"/>
                  </a:ext>
                </a:extLst>
              </p:cNvPr>
              <p:cNvSpPr/>
              <p:nvPr/>
            </p:nvSpPr>
            <p:spPr>
              <a:xfrm>
                <a:off x="6208078" y="2870648"/>
                <a:ext cx="284069" cy="2840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0" h="21585" extrusionOk="0">
                    <a:moveTo>
                      <a:pt x="5809" y="19810"/>
                    </a:moveTo>
                    <a:lnTo>
                      <a:pt x="0" y="21585"/>
                    </a:lnTo>
                    <a:lnTo>
                      <a:pt x="1723" y="15720"/>
                    </a:lnTo>
                    <a:cubicBezTo>
                      <a:pt x="1723" y="15720"/>
                      <a:pt x="5809" y="19810"/>
                      <a:pt x="5809" y="19810"/>
                    </a:cubicBezTo>
                    <a:close/>
                    <a:moveTo>
                      <a:pt x="14328" y="11295"/>
                    </a:moveTo>
                    <a:cubicBezTo>
                      <a:pt x="14857" y="12168"/>
                      <a:pt x="15219" y="12941"/>
                      <a:pt x="15338" y="13361"/>
                    </a:cubicBezTo>
                    <a:cubicBezTo>
                      <a:pt x="16735" y="12758"/>
                      <a:pt x="18442" y="13050"/>
                      <a:pt x="19809" y="14418"/>
                    </a:cubicBezTo>
                    <a:cubicBezTo>
                      <a:pt x="21600" y="16210"/>
                      <a:pt x="21590" y="21540"/>
                      <a:pt x="21590" y="21540"/>
                    </a:cubicBezTo>
                    <a:cubicBezTo>
                      <a:pt x="21590" y="21540"/>
                      <a:pt x="21587" y="21538"/>
                      <a:pt x="21583" y="21536"/>
                    </a:cubicBezTo>
                    <a:cubicBezTo>
                      <a:pt x="21586" y="21540"/>
                      <a:pt x="21587" y="21543"/>
                      <a:pt x="21587" y="21543"/>
                    </a:cubicBezTo>
                    <a:cubicBezTo>
                      <a:pt x="21587" y="21543"/>
                      <a:pt x="16257" y="21556"/>
                      <a:pt x="14467" y="19765"/>
                    </a:cubicBezTo>
                    <a:cubicBezTo>
                      <a:pt x="13114" y="18410"/>
                      <a:pt x="12816" y="16721"/>
                      <a:pt x="13396" y="15331"/>
                    </a:cubicBezTo>
                    <a:cubicBezTo>
                      <a:pt x="12981" y="15218"/>
                      <a:pt x="12197" y="14852"/>
                      <a:pt x="11308" y="14314"/>
                    </a:cubicBezTo>
                    <a:lnTo>
                      <a:pt x="6478" y="19142"/>
                    </a:lnTo>
                    <a:lnTo>
                      <a:pt x="2392" y="15051"/>
                    </a:lnTo>
                    <a:lnTo>
                      <a:pt x="6994" y="10450"/>
                    </a:lnTo>
                    <a:cubicBezTo>
                      <a:pt x="4968" y="7962"/>
                      <a:pt x="2105" y="4020"/>
                      <a:pt x="1025" y="2336"/>
                    </a:cubicBezTo>
                    <a:cubicBezTo>
                      <a:pt x="11" y="756"/>
                      <a:pt x="7" y="211"/>
                      <a:pt x="44" y="57"/>
                    </a:cubicBezTo>
                    <a:cubicBezTo>
                      <a:pt x="31" y="43"/>
                      <a:pt x="37" y="38"/>
                      <a:pt x="52" y="32"/>
                    </a:cubicBezTo>
                    <a:cubicBezTo>
                      <a:pt x="59" y="13"/>
                      <a:pt x="65" y="4"/>
                      <a:pt x="65" y="4"/>
                    </a:cubicBezTo>
                    <a:cubicBezTo>
                      <a:pt x="237" y="-15"/>
                      <a:pt x="782" y="-11"/>
                      <a:pt x="2361" y="1003"/>
                    </a:cubicBezTo>
                    <a:cubicBezTo>
                      <a:pt x="4043" y="2084"/>
                      <a:pt x="7984" y="4949"/>
                      <a:pt x="10469" y="6978"/>
                    </a:cubicBezTo>
                    <a:lnTo>
                      <a:pt x="14322" y="3125"/>
                    </a:lnTo>
                    <a:lnTo>
                      <a:pt x="18411" y="7213"/>
                    </a:lnTo>
                    <a:cubicBezTo>
                      <a:pt x="18411" y="7213"/>
                      <a:pt x="14328" y="11295"/>
                      <a:pt x="14328" y="11295"/>
                    </a:cubicBezTo>
                    <a:close/>
                    <a:moveTo>
                      <a:pt x="15005" y="2441"/>
                    </a:moveTo>
                    <a:lnTo>
                      <a:pt x="17418" y="30"/>
                    </a:lnTo>
                    <a:lnTo>
                      <a:pt x="21507" y="4118"/>
                    </a:lnTo>
                    <a:lnTo>
                      <a:pt x="19094" y="6530"/>
                    </a:lnTo>
                    <a:cubicBezTo>
                      <a:pt x="19094" y="6530"/>
                      <a:pt x="15005" y="2441"/>
                      <a:pt x="15005" y="24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" name="îśļ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5BC2C8E2-182F-4368-B87F-2175890B3890}"/>
                  </a:ext>
                </a:extLst>
              </p:cNvPr>
              <p:cNvSpPr/>
              <p:nvPr/>
            </p:nvSpPr>
            <p:spPr>
              <a:xfrm>
                <a:off x="5442959" y="3367887"/>
                <a:ext cx="725092" cy="6246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937" y="21600"/>
                    </a:moveTo>
                    <a:cubicBezTo>
                      <a:pt x="7087" y="19915"/>
                      <a:pt x="7254" y="17403"/>
                      <a:pt x="7225" y="15022"/>
                    </a:cubicBezTo>
                    <a:cubicBezTo>
                      <a:pt x="9087" y="15916"/>
                      <a:pt x="11129" y="16612"/>
                      <a:pt x="13235" y="14961"/>
                    </a:cubicBezTo>
                    <a:cubicBezTo>
                      <a:pt x="15319" y="13326"/>
                      <a:pt x="15547" y="10891"/>
                      <a:pt x="15533" y="8574"/>
                    </a:cubicBezTo>
                    <a:cubicBezTo>
                      <a:pt x="17412" y="9482"/>
                      <a:pt x="19470" y="10214"/>
                      <a:pt x="21600" y="8543"/>
                    </a:cubicBezTo>
                    <a:lnTo>
                      <a:pt x="20969" y="7441"/>
                    </a:lnTo>
                    <a:cubicBezTo>
                      <a:pt x="19165" y="8855"/>
                      <a:pt x="17455" y="8115"/>
                      <a:pt x="15526" y="7147"/>
                    </a:cubicBezTo>
                    <a:cubicBezTo>
                      <a:pt x="15470" y="4670"/>
                      <a:pt x="15489" y="2522"/>
                      <a:pt x="17315" y="1092"/>
                    </a:cubicBezTo>
                    <a:lnTo>
                      <a:pt x="16670" y="0"/>
                    </a:lnTo>
                    <a:cubicBezTo>
                      <a:pt x="14521" y="1685"/>
                      <a:pt x="14346" y="4208"/>
                      <a:pt x="14375" y="6589"/>
                    </a:cubicBezTo>
                    <a:cubicBezTo>
                      <a:pt x="12514" y="5696"/>
                      <a:pt x="10476" y="5018"/>
                      <a:pt x="8371" y="6668"/>
                    </a:cubicBezTo>
                    <a:cubicBezTo>
                      <a:pt x="6282" y="8306"/>
                      <a:pt x="6070" y="10724"/>
                      <a:pt x="6085" y="13045"/>
                    </a:cubicBezTo>
                    <a:cubicBezTo>
                      <a:pt x="4204" y="12134"/>
                      <a:pt x="2134" y="11396"/>
                      <a:pt x="0" y="13068"/>
                    </a:cubicBezTo>
                    <a:cubicBezTo>
                      <a:pt x="0" y="13068"/>
                      <a:pt x="641" y="14162"/>
                      <a:pt x="641" y="14162"/>
                    </a:cubicBezTo>
                    <a:cubicBezTo>
                      <a:pt x="2449" y="12745"/>
                      <a:pt x="4156" y="13499"/>
                      <a:pt x="6093" y="14471"/>
                    </a:cubicBezTo>
                    <a:cubicBezTo>
                      <a:pt x="6148" y="16943"/>
                      <a:pt x="6117" y="19084"/>
                      <a:pt x="4295" y="20512"/>
                    </a:cubicBezTo>
                    <a:lnTo>
                      <a:pt x="4937" y="21600"/>
                    </a:lnTo>
                    <a:close/>
                    <a:moveTo>
                      <a:pt x="4054" y="19679"/>
                    </a:moveTo>
                    <a:cubicBezTo>
                      <a:pt x="4369" y="19426"/>
                      <a:pt x="4614" y="19148"/>
                      <a:pt x="4809" y="18844"/>
                    </a:cubicBezTo>
                    <a:cubicBezTo>
                      <a:pt x="4809" y="18844"/>
                      <a:pt x="2134" y="14221"/>
                      <a:pt x="2134" y="14221"/>
                    </a:cubicBezTo>
                    <a:cubicBezTo>
                      <a:pt x="1820" y="14319"/>
                      <a:pt x="1507" y="14483"/>
                      <a:pt x="1188" y="14730"/>
                    </a:cubicBezTo>
                    <a:lnTo>
                      <a:pt x="4054" y="19679"/>
                    </a:lnTo>
                    <a:close/>
                    <a:moveTo>
                      <a:pt x="5303" y="17641"/>
                    </a:moveTo>
                    <a:cubicBezTo>
                      <a:pt x="5447" y="17150"/>
                      <a:pt x="5511" y="16611"/>
                      <a:pt x="5534" y="16026"/>
                    </a:cubicBezTo>
                    <a:lnTo>
                      <a:pt x="4636" y="14466"/>
                    </a:lnTo>
                    <a:cubicBezTo>
                      <a:pt x="4164" y="14273"/>
                      <a:pt x="3712" y="14138"/>
                      <a:pt x="3269" y="14112"/>
                    </a:cubicBezTo>
                    <a:lnTo>
                      <a:pt x="5303" y="17641"/>
                    </a:lnTo>
                    <a:close/>
                    <a:moveTo>
                      <a:pt x="7218" y="13596"/>
                    </a:moveTo>
                    <a:cubicBezTo>
                      <a:pt x="7170" y="11212"/>
                      <a:pt x="7244" y="9148"/>
                      <a:pt x="9015" y="7760"/>
                    </a:cubicBezTo>
                    <a:cubicBezTo>
                      <a:pt x="10800" y="6360"/>
                      <a:pt x="12484" y="7073"/>
                      <a:pt x="14389" y="8027"/>
                    </a:cubicBezTo>
                    <a:cubicBezTo>
                      <a:pt x="14437" y="10403"/>
                      <a:pt x="14371" y="12473"/>
                      <a:pt x="12604" y="13859"/>
                    </a:cubicBezTo>
                    <a:cubicBezTo>
                      <a:pt x="10819" y="15258"/>
                      <a:pt x="9123" y="14549"/>
                      <a:pt x="7218" y="13596"/>
                    </a:cubicBezTo>
                    <a:close/>
                    <a:moveTo>
                      <a:pt x="9128" y="13531"/>
                    </a:moveTo>
                    <a:cubicBezTo>
                      <a:pt x="9683" y="13753"/>
                      <a:pt x="10215" y="13899"/>
                      <a:pt x="10736" y="13922"/>
                    </a:cubicBezTo>
                    <a:lnTo>
                      <a:pt x="8270" y="9693"/>
                    </a:lnTo>
                    <a:cubicBezTo>
                      <a:pt x="8094" y="10262"/>
                      <a:pt x="8018" y="10890"/>
                      <a:pt x="7988" y="11570"/>
                    </a:cubicBezTo>
                    <a:lnTo>
                      <a:pt x="9128" y="13531"/>
                    </a:lnTo>
                    <a:close/>
                    <a:moveTo>
                      <a:pt x="11711" y="13445"/>
                    </a:moveTo>
                    <a:cubicBezTo>
                      <a:pt x="11906" y="13348"/>
                      <a:pt x="12100" y="13226"/>
                      <a:pt x="12298" y="13067"/>
                    </a:cubicBezTo>
                    <a:cubicBezTo>
                      <a:pt x="12398" y="12988"/>
                      <a:pt x="12489" y="12904"/>
                      <a:pt x="12577" y="12819"/>
                    </a:cubicBezTo>
                    <a:lnTo>
                      <a:pt x="9787" y="7934"/>
                    </a:lnTo>
                    <a:cubicBezTo>
                      <a:pt x="9688" y="7998"/>
                      <a:pt x="9589" y="8069"/>
                      <a:pt x="9488" y="8149"/>
                    </a:cubicBezTo>
                    <a:cubicBezTo>
                      <a:pt x="9290" y="8307"/>
                      <a:pt x="9121" y="8474"/>
                      <a:pt x="8972" y="8652"/>
                    </a:cubicBezTo>
                    <a:lnTo>
                      <a:pt x="11711" y="13445"/>
                    </a:lnTo>
                    <a:close/>
                    <a:moveTo>
                      <a:pt x="13407" y="12000"/>
                    </a:moveTo>
                    <a:cubicBezTo>
                      <a:pt x="13611" y="11527"/>
                      <a:pt x="13723" y="11008"/>
                      <a:pt x="13784" y="10444"/>
                    </a:cubicBezTo>
                    <a:lnTo>
                      <a:pt x="12283" y="7830"/>
                    </a:lnTo>
                    <a:cubicBezTo>
                      <a:pt x="11815" y="7685"/>
                      <a:pt x="11363" y="7615"/>
                      <a:pt x="10913" y="7660"/>
                    </a:cubicBezTo>
                    <a:lnTo>
                      <a:pt x="13407" y="12000"/>
                    </a:lnTo>
                    <a:close/>
                    <a:moveTo>
                      <a:pt x="16965" y="7123"/>
                    </a:moveTo>
                    <a:cubicBezTo>
                      <a:pt x="17421" y="7289"/>
                      <a:pt x="17855" y="7394"/>
                      <a:pt x="18279" y="7398"/>
                    </a:cubicBezTo>
                    <a:lnTo>
                      <a:pt x="16261" y="4044"/>
                    </a:lnTo>
                    <a:cubicBezTo>
                      <a:pt x="16133" y="4533"/>
                      <a:pt x="16081" y="5067"/>
                      <a:pt x="16071" y="5642"/>
                    </a:cubicBezTo>
                    <a:lnTo>
                      <a:pt x="16965" y="7123"/>
                    </a:lnTo>
                    <a:close/>
                    <a:moveTo>
                      <a:pt x="19610" y="7085"/>
                    </a:moveTo>
                    <a:cubicBezTo>
                      <a:pt x="19909" y="6982"/>
                      <a:pt x="20208" y="6817"/>
                      <a:pt x="20510" y="6570"/>
                    </a:cubicBezTo>
                    <a:lnTo>
                      <a:pt x="17721" y="1845"/>
                    </a:lnTo>
                    <a:cubicBezTo>
                      <a:pt x="17423" y="2098"/>
                      <a:pt x="17191" y="2376"/>
                      <a:pt x="17007" y="2675"/>
                    </a:cubicBezTo>
                    <a:cubicBezTo>
                      <a:pt x="17007" y="2675"/>
                      <a:pt x="19610" y="7085"/>
                      <a:pt x="19610" y="7085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ïṡ1i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34C4583-5CE3-43BC-BEF5-C9C0E1F86B70}"/>
                  </a:ext>
                </a:extLst>
              </p:cNvPr>
              <p:cNvSpPr/>
              <p:nvPr/>
            </p:nvSpPr>
            <p:spPr>
              <a:xfrm>
                <a:off x="7663470" y="1125575"/>
                <a:ext cx="323594" cy="458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3" h="21600" extrusionOk="0">
                    <a:moveTo>
                      <a:pt x="6837" y="0"/>
                    </a:moveTo>
                    <a:lnTo>
                      <a:pt x="6304" y="11896"/>
                    </a:lnTo>
                    <a:lnTo>
                      <a:pt x="10115" y="11984"/>
                    </a:lnTo>
                    <a:lnTo>
                      <a:pt x="10387" y="5819"/>
                    </a:lnTo>
                    <a:cubicBezTo>
                      <a:pt x="10807" y="5990"/>
                      <a:pt x="11286" y="6091"/>
                      <a:pt x="11799" y="6080"/>
                    </a:cubicBezTo>
                    <a:cubicBezTo>
                      <a:pt x="12816" y="6059"/>
                      <a:pt x="13721" y="5638"/>
                      <a:pt x="14293" y="5029"/>
                    </a:cubicBezTo>
                    <a:cubicBezTo>
                      <a:pt x="14344" y="4975"/>
                      <a:pt x="14392" y="4920"/>
                      <a:pt x="14437" y="4864"/>
                    </a:cubicBezTo>
                    <a:cubicBezTo>
                      <a:pt x="15870" y="5413"/>
                      <a:pt x="17048" y="6141"/>
                      <a:pt x="17879" y="7040"/>
                    </a:cubicBezTo>
                    <a:cubicBezTo>
                      <a:pt x="19250" y="8523"/>
                      <a:pt x="19623" y="10355"/>
                      <a:pt x="18956" y="12341"/>
                    </a:cubicBezTo>
                    <a:cubicBezTo>
                      <a:pt x="17917" y="15436"/>
                      <a:pt x="14349" y="17736"/>
                      <a:pt x="10109" y="18168"/>
                    </a:cubicBezTo>
                    <a:lnTo>
                      <a:pt x="10109" y="16337"/>
                    </a:lnTo>
                    <a:lnTo>
                      <a:pt x="12811" y="16337"/>
                    </a:lnTo>
                    <a:lnTo>
                      <a:pt x="12811" y="15424"/>
                    </a:lnTo>
                    <a:lnTo>
                      <a:pt x="2958" y="15424"/>
                    </a:lnTo>
                    <a:lnTo>
                      <a:pt x="2958" y="16337"/>
                    </a:lnTo>
                    <a:lnTo>
                      <a:pt x="5665" y="16337"/>
                    </a:lnTo>
                    <a:lnTo>
                      <a:pt x="5665" y="19312"/>
                    </a:lnTo>
                    <a:lnTo>
                      <a:pt x="0" y="19312"/>
                    </a:lnTo>
                    <a:lnTo>
                      <a:pt x="0" y="21600"/>
                    </a:lnTo>
                    <a:lnTo>
                      <a:pt x="15769" y="21600"/>
                    </a:lnTo>
                    <a:lnTo>
                      <a:pt x="15769" y="19312"/>
                    </a:lnTo>
                    <a:lnTo>
                      <a:pt x="11820" y="19312"/>
                    </a:lnTo>
                    <a:cubicBezTo>
                      <a:pt x="16159" y="18468"/>
                      <a:pt x="19703" y="15947"/>
                      <a:pt x="20805" y="12664"/>
                    </a:cubicBezTo>
                    <a:cubicBezTo>
                      <a:pt x="21600" y="10296"/>
                      <a:pt x="21135" y="8089"/>
                      <a:pt x="19462" y="6280"/>
                    </a:cubicBezTo>
                    <a:cubicBezTo>
                      <a:pt x="18352" y="5079"/>
                      <a:pt x="16769" y="4131"/>
                      <a:pt x="14820" y="3462"/>
                    </a:cubicBezTo>
                    <a:cubicBezTo>
                      <a:pt x="14558" y="2431"/>
                      <a:pt x="13305" y="1647"/>
                      <a:pt x="11799" y="1647"/>
                    </a:cubicBezTo>
                    <a:cubicBezTo>
                      <a:pt x="11359" y="1647"/>
                      <a:pt x="10947" y="1715"/>
                      <a:pt x="10568" y="1835"/>
                    </a:cubicBezTo>
                    <a:lnTo>
                      <a:pt x="10642" y="88"/>
                    </a:lnTo>
                    <a:lnTo>
                      <a:pt x="6837" y="0"/>
                    </a:lnTo>
                    <a:close/>
                    <a:moveTo>
                      <a:pt x="11799" y="3017"/>
                    </a:moveTo>
                    <a:cubicBezTo>
                      <a:pt x="12376" y="3012"/>
                      <a:pt x="12879" y="3300"/>
                      <a:pt x="12982" y="3708"/>
                    </a:cubicBezTo>
                    <a:cubicBezTo>
                      <a:pt x="13088" y="4130"/>
                      <a:pt x="12736" y="4539"/>
                      <a:pt x="12167" y="4660"/>
                    </a:cubicBezTo>
                    <a:cubicBezTo>
                      <a:pt x="12051" y="4688"/>
                      <a:pt x="11928" y="4706"/>
                      <a:pt x="11799" y="4706"/>
                    </a:cubicBezTo>
                    <a:cubicBezTo>
                      <a:pt x="11152" y="4706"/>
                      <a:pt x="10625" y="4326"/>
                      <a:pt x="10626" y="3862"/>
                    </a:cubicBezTo>
                    <a:cubicBezTo>
                      <a:pt x="10628" y="3397"/>
                      <a:pt x="11153" y="3023"/>
                      <a:pt x="11799" y="3017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" name="îslï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B05D39D-985F-47AF-9651-7A460EF7E3C4}"/>
                  </a:ext>
                </a:extLst>
              </p:cNvPr>
              <p:cNvSpPr/>
              <p:nvPr/>
            </p:nvSpPr>
            <p:spPr>
              <a:xfrm>
                <a:off x="7724397" y="3035471"/>
                <a:ext cx="344057" cy="2438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" name="íşḷi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3F6A50F-EE2B-4F3C-9496-B23D68ADF696}"/>
                  </a:ext>
                </a:extLst>
              </p:cNvPr>
              <p:cNvSpPr/>
              <p:nvPr/>
            </p:nvSpPr>
            <p:spPr>
              <a:xfrm>
                <a:off x="7263117" y="1556939"/>
                <a:ext cx="505780" cy="5598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9" name="iśḷî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9A0D4FF-BC73-4172-AFC4-2E087CCBE2E9}"/>
                  </a:ext>
                </a:extLst>
              </p:cNvPr>
              <p:cNvSpPr/>
              <p:nvPr/>
            </p:nvSpPr>
            <p:spPr>
              <a:xfrm>
                <a:off x="7255629" y="3241469"/>
                <a:ext cx="522793" cy="6150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1" h="21329" extrusionOk="0">
                    <a:moveTo>
                      <a:pt x="9479" y="69"/>
                    </a:moveTo>
                    <a:cubicBezTo>
                      <a:pt x="11124" y="274"/>
                      <a:pt x="12739" y="925"/>
                      <a:pt x="14086" y="2032"/>
                    </a:cubicBezTo>
                    <a:cubicBezTo>
                      <a:pt x="15976" y="3586"/>
                      <a:pt x="17010" y="5836"/>
                      <a:pt x="16935" y="8190"/>
                    </a:cubicBezTo>
                    <a:cubicBezTo>
                      <a:pt x="16907" y="10081"/>
                      <a:pt x="16182" y="11891"/>
                      <a:pt x="14858" y="13324"/>
                    </a:cubicBezTo>
                    <a:cubicBezTo>
                      <a:pt x="12857" y="15491"/>
                      <a:pt x="9835" y="16494"/>
                      <a:pt x="6856" y="15992"/>
                    </a:cubicBezTo>
                    <a:cubicBezTo>
                      <a:pt x="491" y="14715"/>
                      <a:pt x="-2156" y="7496"/>
                      <a:pt x="2011" y="2776"/>
                    </a:cubicBezTo>
                    <a:cubicBezTo>
                      <a:pt x="3901" y="635"/>
                      <a:pt x="6739" y="-271"/>
                      <a:pt x="9479" y="69"/>
                    </a:cubicBezTo>
                    <a:close/>
                    <a:moveTo>
                      <a:pt x="16811" y="1700"/>
                    </a:moveTo>
                    <a:cubicBezTo>
                      <a:pt x="18616" y="3812"/>
                      <a:pt x="19444" y="6467"/>
                      <a:pt x="19139" y="9165"/>
                    </a:cubicBezTo>
                    <a:cubicBezTo>
                      <a:pt x="18834" y="11863"/>
                      <a:pt x="17427" y="14284"/>
                      <a:pt x="15191" y="15988"/>
                    </a:cubicBezTo>
                    <a:cubicBezTo>
                      <a:pt x="12662" y="17916"/>
                      <a:pt x="9407" y="18600"/>
                      <a:pt x="6359" y="18040"/>
                    </a:cubicBezTo>
                    <a:cubicBezTo>
                      <a:pt x="5749" y="17929"/>
                      <a:pt x="5143" y="17767"/>
                      <a:pt x="4558" y="17555"/>
                    </a:cubicBezTo>
                    <a:lnTo>
                      <a:pt x="4164" y="19468"/>
                    </a:lnTo>
                    <a:lnTo>
                      <a:pt x="7063" y="20000"/>
                    </a:lnTo>
                    <a:lnTo>
                      <a:pt x="6790" y="21329"/>
                    </a:lnTo>
                    <a:lnTo>
                      <a:pt x="227" y="20124"/>
                    </a:lnTo>
                    <a:lnTo>
                      <a:pt x="500" y="18796"/>
                    </a:lnTo>
                    <a:lnTo>
                      <a:pt x="2757" y="19210"/>
                    </a:lnTo>
                    <a:lnTo>
                      <a:pt x="3219" y="16965"/>
                    </a:lnTo>
                    <a:cubicBezTo>
                      <a:pt x="2951" y="16825"/>
                      <a:pt x="2688" y="16674"/>
                      <a:pt x="2431" y="16511"/>
                    </a:cubicBezTo>
                    <a:cubicBezTo>
                      <a:pt x="2174" y="16349"/>
                      <a:pt x="1928" y="16168"/>
                      <a:pt x="1684" y="15982"/>
                    </a:cubicBezTo>
                    <a:lnTo>
                      <a:pt x="2580" y="14934"/>
                    </a:lnTo>
                    <a:cubicBezTo>
                      <a:pt x="5970" y="17523"/>
                      <a:pt x="10902" y="17523"/>
                      <a:pt x="14300" y="14933"/>
                    </a:cubicBezTo>
                    <a:cubicBezTo>
                      <a:pt x="16239" y="13456"/>
                      <a:pt x="17444" y="11360"/>
                      <a:pt x="17708" y="9021"/>
                    </a:cubicBezTo>
                    <a:cubicBezTo>
                      <a:pt x="17973" y="6682"/>
                      <a:pt x="17267" y="4385"/>
                      <a:pt x="15703" y="2555"/>
                    </a:cubicBezTo>
                    <a:lnTo>
                      <a:pt x="16811" y="1700"/>
                    </a:lnTo>
                    <a:close/>
                    <a:moveTo>
                      <a:pt x="9715" y="1064"/>
                    </a:moveTo>
                    <a:cubicBezTo>
                      <a:pt x="9278" y="996"/>
                      <a:pt x="8832" y="968"/>
                      <a:pt x="8387" y="974"/>
                    </a:cubicBezTo>
                    <a:cubicBezTo>
                      <a:pt x="8460" y="1222"/>
                      <a:pt x="8544" y="1461"/>
                      <a:pt x="8641" y="1699"/>
                    </a:cubicBezTo>
                    <a:cubicBezTo>
                      <a:pt x="8737" y="1936"/>
                      <a:pt x="8846" y="2172"/>
                      <a:pt x="8962" y="2399"/>
                    </a:cubicBezTo>
                    <a:cubicBezTo>
                      <a:pt x="9289" y="2208"/>
                      <a:pt x="9627" y="2028"/>
                      <a:pt x="9967" y="1859"/>
                    </a:cubicBezTo>
                    <a:cubicBezTo>
                      <a:pt x="10307" y="1689"/>
                      <a:pt x="10645" y="1529"/>
                      <a:pt x="10997" y="1382"/>
                    </a:cubicBezTo>
                    <a:cubicBezTo>
                      <a:pt x="10579" y="1244"/>
                      <a:pt x="10153" y="1132"/>
                      <a:pt x="9715" y="1064"/>
                    </a:cubicBezTo>
                    <a:close/>
                    <a:moveTo>
                      <a:pt x="12202" y="1889"/>
                    </a:moveTo>
                    <a:cubicBezTo>
                      <a:pt x="11715" y="2060"/>
                      <a:pt x="11237" y="2254"/>
                      <a:pt x="10773" y="2470"/>
                    </a:cubicBezTo>
                    <a:cubicBezTo>
                      <a:pt x="10309" y="2687"/>
                      <a:pt x="9856" y="2925"/>
                      <a:pt x="9417" y="3184"/>
                    </a:cubicBezTo>
                    <a:cubicBezTo>
                      <a:pt x="9617" y="3488"/>
                      <a:pt x="9841" y="3788"/>
                      <a:pt x="10079" y="4067"/>
                    </a:cubicBezTo>
                    <a:cubicBezTo>
                      <a:pt x="10318" y="4345"/>
                      <a:pt x="10571" y="4610"/>
                      <a:pt x="10847" y="4861"/>
                    </a:cubicBezTo>
                    <a:lnTo>
                      <a:pt x="13083" y="2442"/>
                    </a:lnTo>
                    <a:cubicBezTo>
                      <a:pt x="12944" y="2342"/>
                      <a:pt x="12798" y="2240"/>
                      <a:pt x="12652" y="2149"/>
                    </a:cubicBezTo>
                    <a:cubicBezTo>
                      <a:pt x="12506" y="2059"/>
                      <a:pt x="12354" y="1969"/>
                      <a:pt x="12202" y="1889"/>
                    </a:cubicBezTo>
                    <a:close/>
                    <a:moveTo>
                      <a:pt x="7362" y="1000"/>
                    </a:moveTo>
                    <a:cubicBezTo>
                      <a:pt x="6540" y="1111"/>
                      <a:pt x="5754" y="1343"/>
                      <a:pt x="5029" y="1689"/>
                    </a:cubicBezTo>
                    <a:cubicBezTo>
                      <a:pt x="4305" y="2035"/>
                      <a:pt x="3644" y="2485"/>
                      <a:pt x="3064" y="3041"/>
                    </a:cubicBezTo>
                    <a:lnTo>
                      <a:pt x="5529" y="5074"/>
                    </a:lnTo>
                    <a:cubicBezTo>
                      <a:pt x="5922" y="4671"/>
                      <a:pt x="6339" y="4283"/>
                      <a:pt x="6773" y="3923"/>
                    </a:cubicBezTo>
                    <a:cubicBezTo>
                      <a:pt x="7206" y="3564"/>
                      <a:pt x="7655" y="3227"/>
                      <a:pt x="8126" y="2912"/>
                    </a:cubicBezTo>
                    <a:cubicBezTo>
                      <a:pt x="7964" y="2608"/>
                      <a:pt x="7819" y="2296"/>
                      <a:pt x="7690" y="1976"/>
                    </a:cubicBezTo>
                    <a:cubicBezTo>
                      <a:pt x="7561" y="1655"/>
                      <a:pt x="7454" y="1336"/>
                      <a:pt x="7362" y="1000"/>
                    </a:cubicBezTo>
                    <a:close/>
                    <a:moveTo>
                      <a:pt x="13806" y="3027"/>
                    </a:moveTo>
                    <a:lnTo>
                      <a:pt x="11570" y="5446"/>
                    </a:lnTo>
                    <a:cubicBezTo>
                      <a:pt x="11852" y="5649"/>
                      <a:pt x="12144" y="5840"/>
                      <a:pt x="12449" y="6011"/>
                    </a:cubicBezTo>
                    <a:cubicBezTo>
                      <a:pt x="12752" y="6182"/>
                      <a:pt x="13064" y="6332"/>
                      <a:pt x="13387" y="6469"/>
                    </a:cubicBezTo>
                    <a:cubicBezTo>
                      <a:pt x="13602" y="6013"/>
                      <a:pt x="13798" y="5550"/>
                      <a:pt x="13963" y="5077"/>
                    </a:cubicBezTo>
                    <a:cubicBezTo>
                      <a:pt x="14128" y="4603"/>
                      <a:pt x="14273" y="4122"/>
                      <a:pt x="14386" y="3633"/>
                    </a:cubicBezTo>
                    <a:cubicBezTo>
                      <a:pt x="14296" y="3528"/>
                      <a:pt x="14195" y="3418"/>
                      <a:pt x="14098" y="3318"/>
                    </a:cubicBezTo>
                    <a:cubicBezTo>
                      <a:pt x="14001" y="3218"/>
                      <a:pt x="13909" y="3123"/>
                      <a:pt x="13806" y="3027"/>
                    </a:cubicBezTo>
                    <a:close/>
                    <a:moveTo>
                      <a:pt x="15097" y="4643"/>
                    </a:moveTo>
                    <a:cubicBezTo>
                      <a:pt x="14989" y="5011"/>
                      <a:pt x="14872" y="5369"/>
                      <a:pt x="14735" y="5729"/>
                    </a:cubicBezTo>
                    <a:cubicBezTo>
                      <a:pt x="14598" y="6089"/>
                      <a:pt x="14440" y="6449"/>
                      <a:pt x="14276" y="6798"/>
                    </a:cubicBezTo>
                    <a:cubicBezTo>
                      <a:pt x="14551" y="6884"/>
                      <a:pt x="14842" y="6953"/>
                      <a:pt x="15125" y="7013"/>
                    </a:cubicBezTo>
                    <a:cubicBezTo>
                      <a:pt x="15409" y="7074"/>
                      <a:pt x="15688" y="7122"/>
                      <a:pt x="15977" y="7158"/>
                    </a:cubicBezTo>
                    <a:cubicBezTo>
                      <a:pt x="15915" y="6710"/>
                      <a:pt x="15813" y="6274"/>
                      <a:pt x="15666" y="5853"/>
                    </a:cubicBezTo>
                    <a:cubicBezTo>
                      <a:pt x="15519" y="5432"/>
                      <a:pt x="15324" y="5029"/>
                      <a:pt x="15097" y="4643"/>
                    </a:cubicBezTo>
                    <a:close/>
                    <a:moveTo>
                      <a:pt x="8606" y="3701"/>
                    </a:moveTo>
                    <a:cubicBezTo>
                      <a:pt x="8180" y="3989"/>
                      <a:pt x="7775" y="4303"/>
                      <a:pt x="7382" y="4630"/>
                    </a:cubicBezTo>
                    <a:cubicBezTo>
                      <a:pt x="6990" y="4957"/>
                      <a:pt x="6609" y="5294"/>
                      <a:pt x="6252" y="5658"/>
                    </a:cubicBezTo>
                    <a:lnTo>
                      <a:pt x="8448" y="7464"/>
                    </a:lnTo>
                    <a:lnTo>
                      <a:pt x="10216" y="5542"/>
                    </a:lnTo>
                    <a:cubicBezTo>
                      <a:pt x="9905" y="5266"/>
                      <a:pt x="9620" y="4976"/>
                      <a:pt x="9351" y="4670"/>
                    </a:cubicBezTo>
                    <a:cubicBezTo>
                      <a:pt x="9081" y="4363"/>
                      <a:pt x="8831" y="4036"/>
                      <a:pt x="8606" y="3701"/>
                    </a:cubicBezTo>
                    <a:close/>
                    <a:moveTo>
                      <a:pt x="2433" y="3721"/>
                    </a:moveTo>
                    <a:cubicBezTo>
                      <a:pt x="1932" y="4341"/>
                      <a:pt x="1546" y="5031"/>
                      <a:pt x="1284" y="5757"/>
                    </a:cubicBezTo>
                    <a:cubicBezTo>
                      <a:pt x="1022" y="6483"/>
                      <a:pt x="879" y="7253"/>
                      <a:pt x="878" y="8036"/>
                    </a:cubicBezTo>
                    <a:cubicBezTo>
                      <a:pt x="1138" y="8064"/>
                      <a:pt x="1405" y="8097"/>
                      <a:pt x="1661" y="8144"/>
                    </a:cubicBezTo>
                    <a:cubicBezTo>
                      <a:pt x="2118" y="8228"/>
                      <a:pt x="2562" y="8343"/>
                      <a:pt x="3001" y="8485"/>
                    </a:cubicBezTo>
                    <a:cubicBezTo>
                      <a:pt x="3265" y="8000"/>
                      <a:pt x="3553" y="7531"/>
                      <a:pt x="3870" y="7076"/>
                    </a:cubicBezTo>
                    <a:cubicBezTo>
                      <a:pt x="4187" y="6619"/>
                      <a:pt x="4542" y="6181"/>
                      <a:pt x="4910" y="5757"/>
                    </a:cubicBezTo>
                    <a:lnTo>
                      <a:pt x="2433" y="3721"/>
                    </a:lnTo>
                    <a:close/>
                    <a:moveTo>
                      <a:pt x="10939" y="6126"/>
                    </a:moveTo>
                    <a:lnTo>
                      <a:pt x="9169" y="8060"/>
                    </a:lnTo>
                    <a:lnTo>
                      <a:pt x="11249" y="9761"/>
                    </a:lnTo>
                    <a:cubicBezTo>
                      <a:pt x="11579" y="9378"/>
                      <a:pt x="11885" y="8986"/>
                      <a:pt x="12172" y="8576"/>
                    </a:cubicBezTo>
                    <a:cubicBezTo>
                      <a:pt x="12459" y="8166"/>
                      <a:pt x="12721" y="7741"/>
                      <a:pt x="12963" y="7306"/>
                    </a:cubicBezTo>
                    <a:cubicBezTo>
                      <a:pt x="12603" y="7149"/>
                      <a:pt x="12253" y="6964"/>
                      <a:pt x="11915" y="6769"/>
                    </a:cubicBezTo>
                    <a:cubicBezTo>
                      <a:pt x="11577" y="6573"/>
                      <a:pt x="11251" y="6358"/>
                      <a:pt x="10939" y="6126"/>
                    </a:cubicBezTo>
                    <a:close/>
                    <a:moveTo>
                      <a:pt x="13849" y="7647"/>
                    </a:moveTo>
                    <a:cubicBezTo>
                      <a:pt x="13586" y="8127"/>
                      <a:pt x="13297" y="8593"/>
                      <a:pt x="12982" y="9045"/>
                    </a:cubicBezTo>
                    <a:cubicBezTo>
                      <a:pt x="12667" y="9497"/>
                      <a:pt x="12334" y="9936"/>
                      <a:pt x="11969" y="10357"/>
                    </a:cubicBezTo>
                    <a:lnTo>
                      <a:pt x="14436" y="12379"/>
                    </a:lnTo>
                    <a:cubicBezTo>
                      <a:pt x="14933" y="11764"/>
                      <a:pt x="15319" y="11085"/>
                      <a:pt x="15581" y="10366"/>
                    </a:cubicBezTo>
                    <a:cubicBezTo>
                      <a:pt x="15842" y="9647"/>
                      <a:pt x="15976" y="8886"/>
                      <a:pt x="15982" y="8110"/>
                    </a:cubicBezTo>
                    <a:cubicBezTo>
                      <a:pt x="15743" y="8082"/>
                      <a:pt x="15506" y="8058"/>
                      <a:pt x="15271" y="8015"/>
                    </a:cubicBezTo>
                    <a:cubicBezTo>
                      <a:pt x="15030" y="7970"/>
                      <a:pt x="14788" y="7908"/>
                      <a:pt x="14551" y="7847"/>
                    </a:cubicBezTo>
                    <a:cubicBezTo>
                      <a:pt x="14314" y="7786"/>
                      <a:pt x="14080" y="7724"/>
                      <a:pt x="13849" y="7647"/>
                    </a:cubicBezTo>
                    <a:close/>
                    <a:moveTo>
                      <a:pt x="5621" y="6339"/>
                    </a:moveTo>
                    <a:cubicBezTo>
                      <a:pt x="5287" y="6724"/>
                      <a:pt x="4981" y="7134"/>
                      <a:pt x="4692" y="7547"/>
                    </a:cubicBezTo>
                    <a:cubicBezTo>
                      <a:pt x="4403" y="7961"/>
                      <a:pt x="4130" y="8387"/>
                      <a:pt x="3887" y="8826"/>
                    </a:cubicBezTo>
                    <a:cubicBezTo>
                      <a:pt x="4272" y="8990"/>
                      <a:pt x="4648" y="9168"/>
                      <a:pt x="5008" y="9376"/>
                    </a:cubicBezTo>
                    <a:cubicBezTo>
                      <a:pt x="5368" y="9585"/>
                      <a:pt x="5718" y="9817"/>
                      <a:pt x="6049" y="10067"/>
                    </a:cubicBezTo>
                    <a:lnTo>
                      <a:pt x="7817" y="8145"/>
                    </a:lnTo>
                    <a:lnTo>
                      <a:pt x="5621" y="6339"/>
                    </a:lnTo>
                    <a:close/>
                    <a:moveTo>
                      <a:pt x="8538" y="8741"/>
                    </a:moveTo>
                    <a:lnTo>
                      <a:pt x="6770" y="10663"/>
                    </a:lnTo>
                    <a:cubicBezTo>
                      <a:pt x="7059" y="10924"/>
                      <a:pt x="7330" y="11201"/>
                      <a:pt x="7582" y="11489"/>
                    </a:cubicBezTo>
                    <a:cubicBezTo>
                      <a:pt x="7834" y="11777"/>
                      <a:pt x="8064" y="12076"/>
                      <a:pt x="8278" y="12390"/>
                    </a:cubicBezTo>
                    <a:cubicBezTo>
                      <a:pt x="8700" y="12103"/>
                      <a:pt x="9109" y="11798"/>
                      <a:pt x="9499" y="11473"/>
                    </a:cubicBezTo>
                    <a:cubicBezTo>
                      <a:pt x="9889" y="11147"/>
                      <a:pt x="10262" y="10804"/>
                      <a:pt x="10617" y="10442"/>
                    </a:cubicBezTo>
                    <a:lnTo>
                      <a:pt x="8538" y="8741"/>
                    </a:lnTo>
                    <a:close/>
                    <a:moveTo>
                      <a:pt x="1798" y="9132"/>
                    </a:moveTo>
                    <a:cubicBezTo>
                      <a:pt x="1535" y="9075"/>
                      <a:pt x="1275" y="9033"/>
                      <a:pt x="1007" y="8999"/>
                    </a:cubicBezTo>
                    <a:cubicBezTo>
                      <a:pt x="1062" y="9423"/>
                      <a:pt x="1148" y="9837"/>
                      <a:pt x="1280" y="10238"/>
                    </a:cubicBezTo>
                    <a:cubicBezTo>
                      <a:pt x="1412" y="10638"/>
                      <a:pt x="1583" y="11018"/>
                      <a:pt x="1786" y="11388"/>
                    </a:cubicBezTo>
                    <a:cubicBezTo>
                      <a:pt x="1891" y="11037"/>
                      <a:pt x="2008" y="10691"/>
                      <a:pt x="2139" y="10348"/>
                    </a:cubicBezTo>
                    <a:cubicBezTo>
                      <a:pt x="2270" y="10005"/>
                      <a:pt x="2418" y="9667"/>
                      <a:pt x="2574" y="9334"/>
                    </a:cubicBezTo>
                    <a:cubicBezTo>
                      <a:pt x="2319" y="9257"/>
                      <a:pt x="2059" y="9189"/>
                      <a:pt x="1798" y="9132"/>
                    </a:cubicBezTo>
                    <a:close/>
                    <a:moveTo>
                      <a:pt x="11338" y="11038"/>
                    </a:moveTo>
                    <a:cubicBezTo>
                      <a:pt x="10948" y="11437"/>
                      <a:pt x="10541" y="11810"/>
                      <a:pt x="10111" y="12167"/>
                    </a:cubicBezTo>
                    <a:cubicBezTo>
                      <a:pt x="9681" y="12525"/>
                      <a:pt x="9224" y="12866"/>
                      <a:pt x="8757" y="13179"/>
                    </a:cubicBezTo>
                    <a:cubicBezTo>
                      <a:pt x="8923" y="13483"/>
                      <a:pt x="9075" y="13796"/>
                      <a:pt x="9206" y="14117"/>
                    </a:cubicBezTo>
                    <a:cubicBezTo>
                      <a:pt x="9337" y="14439"/>
                      <a:pt x="9449" y="14769"/>
                      <a:pt x="9544" y="15106"/>
                    </a:cubicBezTo>
                    <a:cubicBezTo>
                      <a:pt x="10358" y="14993"/>
                      <a:pt x="11133" y="14757"/>
                      <a:pt x="11852" y="14413"/>
                    </a:cubicBezTo>
                    <a:cubicBezTo>
                      <a:pt x="12571" y="14068"/>
                      <a:pt x="13229" y="13610"/>
                      <a:pt x="13805" y="13059"/>
                    </a:cubicBezTo>
                    <a:lnTo>
                      <a:pt x="11338" y="11038"/>
                    </a:lnTo>
                    <a:close/>
                    <a:moveTo>
                      <a:pt x="3466" y="9652"/>
                    </a:moveTo>
                    <a:cubicBezTo>
                      <a:pt x="3255" y="10099"/>
                      <a:pt x="3068" y="10559"/>
                      <a:pt x="2906" y="11023"/>
                    </a:cubicBezTo>
                    <a:cubicBezTo>
                      <a:pt x="2744" y="11488"/>
                      <a:pt x="2612" y="11967"/>
                      <a:pt x="2500" y="12447"/>
                    </a:cubicBezTo>
                    <a:cubicBezTo>
                      <a:pt x="2606" y="12576"/>
                      <a:pt x="2712" y="12693"/>
                      <a:pt x="2827" y="12816"/>
                    </a:cubicBezTo>
                    <a:cubicBezTo>
                      <a:pt x="2943" y="12939"/>
                      <a:pt x="3067" y="13064"/>
                      <a:pt x="3192" y="13180"/>
                    </a:cubicBezTo>
                    <a:lnTo>
                      <a:pt x="5416" y="10759"/>
                    </a:lnTo>
                    <a:cubicBezTo>
                      <a:pt x="5115" y="10538"/>
                      <a:pt x="4810" y="10332"/>
                      <a:pt x="4484" y="10148"/>
                    </a:cubicBezTo>
                    <a:cubicBezTo>
                      <a:pt x="4158" y="9964"/>
                      <a:pt x="3813" y="9796"/>
                      <a:pt x="3466" y="9652"/>
                    </a:cubicBezTo>
                    <a:close/>
                    <a:moveTo>
                      <a:pt x="6136" y="11355"/>
                    </a:moveTo>
                    <a:lnTo>
                      <a:pt x="3901" y="13774"/>
                    </a:lnTo>
                    <a:cubicBezTo>
                      <a:pt x="4016" y="13856"/>
                      <a:pt x="4137" y="13929"/>
                      <a:pt x="4256" y="14005"/>
                    </a:cubicBezTo>
                    <a:cubicBezTo>
                      <a:pt x="4376" y="14081"/>
                      <a:pt x="4502" y="14158"/>
                      <a:pt x="4626" y="14228"/>
                    </a:cubicBezTo>
                    <a:cubicBezTo>
                      <a:pt x="5123" y="14054"/>
                      <a:pt x="5608" y="13859"/>
                      <a:pt x="6082" y="13639"/>
                    </a:cubicBezTo>
                    <a:cubicBezTo>
                      <a:pt x="6556" y="13419"/>
                      <a:pt x="7019" y="13171"/>
                      <a:pt x="7466" y="12906"/>
                    </a:cubicBezTo>
                    <a:cubicBezTo>
                      <a:pt x="7279" y="12625"/>
                      <a:pt x="7074" y="12352"/>
                      <a:pt x="6853" y="12093"/>
                    </a:cubicBezTo>
                    <a:cubicBezTo>
                      <a:pt x="6632" y="11833"/>
                      <a:pt x="6391" y="11591"/>
                      <a:pt x="6136" y="11355"/>
                    </a:cubicBezTo>
                    <a:close/>
                    <a:moveTo>
                      <a:pt x="7934" y="13694"/>
                    </a:moveTo>
                    <a:cubicBezTo>
                      <a:pt x="7591" y="13896"/>
                      <a:pt x="7243" y="14084"/>
                      <a:pt x="6885" y="14262"/>
                    </a:cubicBezTo>
                    <a:cubicBezTo>
                      <a:pt x="6527" y="14440"/>
                      <a:pt x="6160" y="14609"/>
                      <a:pt x="5788" y="14762"/>
                    </a:cubicBezTo>
                    <a:cubicBezTo>
                      <a:pt x="6191" y="14908"/>
                      <a:pt x="6614" y="15020"/>
                      <a:pt x="7040" y="15099"/>
                    </a:cubicBezTo>
                    <a:cubicBezTo>
                      <a:pt x="7538" y="15190"/>
                      <a:pt x="8041" y="15236"/>
                      <a:pt x="8548" y="15233"/>
                    </a:cubicBezTo>
                    <a:cubicBezTo>
                      <a:pt x="8471" y="14966"/>
                      <a:pt x="8384" y="14704"/>
                      <a:pt x="8282" y="14447"/>
                    </a:cubicBezTo>
                    <a:cubicBezTo>
                      <a:pt x="8181" y="14190"/>
                      <a:pt x="8061" y="13938"/>
                      <a:pt x="7934" y="13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íşļ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0B6E5DE-6585-4293-B892-8696C52976A4}"/>
                  </a:ext>
                </a:extLst>
              </p:cNvPr>
              <p:cNvSpPr/>
              <p:nvPr/>
            </p:nvSpPr>
            <p:spPr>
              <a:xfrm>
                <a:off x="6584319" y="2315339"/>
                <a:ext cx="248943" cy="287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iṩľî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3A0D69E-115A-445E-99E3-7D6EC305D74E}"/>
                  </a:ext>
                </a:extLst>
              </p:cNvPr>
              <p:cNvSpPr/>
              <p:nvPr/>
            </p:nvSpPr>
            <p:spPr>
              <a:xfrm>
                <a:off x="7273425" y="2685125"/>
                <a:ext cx="267687" cy="373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6" h="21363" extrusionOk="0">
                    <a:moveTo>
                      <a:pt x="10609" y="43"/>
                    </a:moveTo>
                    <a:cubicBezTo>
                      <a:pt x="8165" y="-162"/>
                      <a:pt x="5621" y="372"/>
                      <a:pt x="3560" y="1702"/>
                    </a:cubicBezTo>
                    <a:cubicBezTo>
                      <a:pt x="-561" y="4362"/>
                      <a:pt x="-1197" y="9181"/>
                      <a:pt x="2140" y="12465"/>
                    </a:cubicBezTo>
                    <a:cubicBezTo>
                      <a:pt x="4853" y="15135"/>
                      <a:pt x="9359" y="15971"/>
                      <a:pt x="13163" y="14762"/>
                    </a:cubicBezTo>
                    <a:cubicBezTo>
                      <a:pt x="13165" y="14832"/>
                      <a:pt x="13187" y="14904"/>
                      <a:pt x="13225" y="14972"/>
                    </a:cubicBezTo>
                    <a:lnTo>
                      <a:pt x="16612" y="21039"/>
                    </a:lnTo>
                    <a:cubicBezTo>
                      <a:pt x="16765" y="21313"/>
                      <a:pt x="17169" y="21438"/>
                      <a:pt x="17513" y="21316"/>
                    </a:cubicBezTo>
                    <a:lnTo>
                      <a:pt x="17878" y="21186"/>
                    </a:lnTo>
                    <a:cubicBezTo>
                      <a:pt x="18222" y="21064"/>
                      <a:pt x="18373" y="20741"/>
                      <a:pt x="18220" y="20467"/>
                    </a:cubicBezTo>
                    <a:lnTo>
                      <a:pt x="14832" y="14405"/>
                    </a:lnTo>
                    <a:cubicBezTo>
                      <a:pt x="14778" y="14307"/>
                      <a:pt x="14685" y="14238"/>
                      <a:pt x="14581" y="14183"/>
                    </a:cubicBezTo>
                    <a:cubicBezTo>
                      <a:pt x="14946" y="14006"/>
                      <a:pt x="15305" y="13816"/>
                      <a:pt x="15646" y="13596"/>
                    </a:cubicBezTo>
                    <a:cubicBezTo>
                      <a:pt x="19767" y="10937"/>
                      <a:pt x="20403" y="6118"/>
                      <a:pt x="17066" y="2833"/>
                    </a:cubicBezTo>
                    <a:cubicBezTo>
                      <a:pt x="15397" y="1191"/>
                      <a:pt x="13053" y="247"/>
                      <a:pt x="10609" y="43"/>
                    </a:cubicBezTo>
                    <a:close/>
                    <a:moveTo>
                      <a:pt x="10451" y="1237"/>
                    </a:moveTo>
                    <a:cubicBezTo>
                      <a:pt x="12511" y="1410"/>
                      <a:pt x="14487" y="2210"/>
                      <a:pt x="15893" y="3594"/>
                    </a:cubicBezTo>
                    <a:cubicBezTo>
                      <a:pt x="18705" y="6361"/>
                      <a:pt x="18170" y="10422"/>
                      <a:pt x="14697" y="12663"/>
                    </a:cubicBezTo>
                    <a:cubicBezTo>
                      <a:pt x="11225" y="14903"/>
                      <a:pt x="6130" y="14477"/>
                      <a:pt x="3318" y="11709"/>
                    </a:cubicBezTo>
                    <a:cubicBezTo>
                      <a:pt x="506" y="8942"/>
                      <a:pt x="1041" y="4882"/>
                      <a:pt x="4514" y="2641"/>
                    </a:cubicBezTo>
                    <a:cubicBezTo>
                      <a:pt x="6250" y="1520"/>
                      <a:pt x="8392" y="1065"/>
                      <a:pt x="10451" y="1237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" name="îṩļî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3F924DF-511F-462B-AA3B-2918CF6F3BE0}"/>
                  </a:ext>
                </a:extLst>
              </p:cNvPr>
              <p:cNvSpPr/>
              <p:nvPr/>
            </p:nvSpPr>
            <p:spPr>
              <a:xfrm>
                <a:off x="5875931" y="2081691"/>
                <a:ext cx="285130" cy="3156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iśḷi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841D8E1-3AF4-4F84-ABBF-B0F3F9AF68AB}"/>
                  </a:ext>
                </a:extLst>
              </p:cNvPr>
              <p:cNvSpPr/>
              <p:nvPr/>
            </p:nvSpPr>
            <p:spPr>
              <a:xfrm>
                <a:off x="5743229" y="2760539"/>
                <a:ext cx="397743" cy="3339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666" y="8645"/>
                    </a:moveTo>
                    <a:cubicBezTo>
                      <a:pt x="12912" y="8819"/>
                      <a:pt x="12183" y="8233"/>
                      <a:pt x="12037" y="7337"/>
                    </a:cubicBezTo>
                    <a:cubicBezTo>
                      <a:pt x="11891" y="6440"/>
                      <a:pt x="12382" y="5571"/>
                      <a:pt x="13136" y="5397"/>
                    </a:cubicBezTo>
                    <a:cubicBezTo>
                      <a:pt x="13888" y="5223"/>
                      <a:pt x="14617" y="5809"/>
                      <a:pt x="14763" y="6705"/>
                    </a:cubicBezTo>
                    <a:cubicBezTo>
                      <a:pt x="14909" y="7602"/>
                      <a:pt x="14418" y="8471"/>
                      <a:pt x="13666" y="8645"/>
                    </a:cubicBezTo>
                    <a:close/>
                    <a:moveTo>
                      <a:pt x="9893" y="16176"/>
                    </a:moveTo>
                    <a:lnTo>
                      <a:pt x="7167" y="16807"/>
                    </a:lnTo>
                    <a:lnTo>
                      <a:pt x="6637" y="13559"/>
                    </a:lnTo>
                    <a:lnTo>
                      <a:pt x="9363" y="12928"/>
                    </a:lnTo>
                    <a:cubicBezTo>
                      <a:pt x="9363" y="12928"/>
                      <a:pt x="9893" y="16176"/>
                      <a:pt x="9893" y="16176"/>
                    </a:cubicBezTo>
                    <a:close/>
                    <a:moveTo>
                      <a:pt x="5604" y="17169"/>
                    </a:moveTo>
                    <a:lnTo>
                      <a:pt x="2878" y="17800"/>
                    </a:lnTo>
                    <a:lnTo>
                      <a:pt x="2348" y="14552"/>
                    </a:lnTo>
                    <a:lnTo>
                      <a:pt x="5074" y="13921"/>
                    </a:lnTo>
                    <a:cubicBezTo>
                      <a:pt x="5074" y="13921"/>
                      <a:pt x="5604" y="17169"/>
                      <a:pt x="5604" y="17169"/>
                    </a:cubicBezTo>
                    <a:close/>
                    <a:moveTo>
                      <a:pt x="12498" y="1492"/>
                    </a:moveTo>
                    <a:lnTo>
                      <a:pt x="7003" y="11626"/>
                    </a:lnTo>
                    <a:lnTo>
                      <a:pt x="694" y="13086"/>
                    </a:lnTo>
                    <a:lnTo>
                      <a:pt x="2084" y="21600"/>
                    </a:lnTo>
                    <a:lnTo>
                      <a:pt x="13469" y="18964"/>
                    </a:lnTo>
                    <a:lnTo>
                      <a:pt x="12369" y="12224"/>
                    </a:lnTo>
                    <a:lnTo>
                      <a:pt x="15993" y="11385"/>
                    </a:lnTo>
                    <a:lnTo>
                      <a:pt x="17093" y="18125"/>
                    </a:lnTo>
                    <a:lnTo>
                      <a:pt x="21600" y="17082"/>
                    </a:lnTo>
                    <a:lnTo>
                      <a:pt x="20219" y="8622"/>
                    </a:lnTo>
                    <a:lnTo>
                      <a:pt x="20832" y="8481"/>
                    </a:lnTo>
                    <a:cubicBezTo>
                      <a:pt x="20832" y="8481"/>
                      <a:pt x="12498" y="1492"/>
                      <a:pt x="12498" y="1492"/>
                    </a:cubicBezTo>
                    <a:close/>
                    <a:moveTo>
                      <a:pt x="20572" y="6974"/>
                    </a:moveTo>
                    <a:lnTo>
                      <a:pt x="20663" y="7533"/>
                    </a:lnTo>
                    <a:lnTo>
                      <a:pt x="12346" y="559"/>
                    </a:lnTo>
                    <a:lnTo>
                      <a:pt x="6626" y="11107"/>
                    </a:lnTo>
                    <a:lnTo>
                      <a:pt x="0" y="12641"/>
                    </a:lnTo>
                    <a:lnTo>
                      <a:pt x="3130" y="6656"/>
                    </a:lnTo>
                    <a:lnTo>
                      <a:pt x="9437" y="5195"/>
                    </a:lnTo>
                    <a:lnTo>
                      <a:pt x="12254" y="0"/>
                    </a:lnTo>
                    <a:cubicBezTo>
                      <a:pt x="12254" y="0"/>
                      <a:pt x="20572" y="6974"/>
                      <a:pt x="20572" y="697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" name="îśl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D2449E2-C8E0-4CD5-8C06-D597028E6519}"/>
                  </a:ext>
                </a:extLst>
              </p:cNvPr>
              <p:cNvSpPr/>
              <p:nvPr/>
            </p:nvSpPr>
            <p:spPr>
              <a:xfrm>
                <a:off x="6359838" y="1538580"/>
                <a:ext cx="460864" cy="4211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9" h="20716" extrusionOk="0">
                    <a:moveTo>
                      <a:pt x="19071" y="18146"/>
                    </a:moveTo>
                    <a:cubicBezTo>
                      <a:pt x="20183" y="16314"/>
                      <a:pt x="19749" y="13820"/>
                      <a:pt x="18102" y="12586"/>
                    </a:cubicBezTo>
                    <a:cubicBezTo>
                      <a:pt x="17662" y="12256"/>
                      <a:pt x="17178" y="12053"/>
                      <a:pt x="16685" y="11962"/>
                    </a:cubicBezTo>
                    <a:lnTo>
                      <a:pt x="16672" y="15889"/>
                    </a:lnTo>
                    <a:cubicBezTo>
                      <a:pt x="16671" y="16166"/>
                      <a:pt x="16469" y="16390"/>
                      <a:pt x="16220" y="16389"/>
                    </a:cubicBezTo>
                    <a:cubicBezTo>
                      <a:pt x="15971" y="16388"/>
                      <a:pt x="15770" y="16164"/>
                      <a:pt x="15771" y="15887"/>
                    </a:cubicBezTo>
                    <a:lnTo>
                      <a:pt x="15784" y="11921"/>
                    </a:lnTo>
                    <a:cubicBezTo>
                      <a:pt x="14735" y="12022"/>
                      <a:pt x="13732" y="12627"/>
                      <a:pt x="13098" y="13672"/>
                    </a:cubicBezTo>
                    <a:cubicBezTo>
                      <a:pt x="11985" y="15504"/>
                      <a:pt x="12420" y="17998"/>
                      <a:pt x="14067" y="19232"/>
                    </a:cubicBezTo>
                    <a:cubicBezTo>
                      <a:pt x="15713" y="20465"/>
                      <a:pt x="17958" y="19979"/>
                      <a:pt x="19071" y="18146"/>
                    </a:cubicBezTo>
                    <a:close/>
                    <a:moveTo>
                      <a:pt x="16740" y="7857"/>
                    </a:moveTo>
                    <a:lnTo>
                      <a:pt x="15291" y="6772"/>
                    </a:lnTo>
                    <a:cubicBezTo>
                      <a:pt x="15127" y="6649"/>
                      <a:pt x="15015" y="6369"/>
                      <a:pt x="15043" y="6151"/>
                    </a:cubicBezTo>
                    <a:lnTo>
                      <a:pt x="15275" y="4322"/>
                    </a:lnTo>
                    <a:lnTo>
                      <a:pt x="11975" y="5321"/>
                    </a:lnTo>
                    <a:cubicBezTo>
                      <a:pt x="11975" y="5321"/>
                      <a:pt x="12203" y="5706"/>
                      <a:pt x="12483" y="6179"/>
                    </a:cubicBezTo>
                    <a:lnTo>
                      <a:pt x="16109" y="8895"/>
                    </a:lnTo>
                    <a:cubicBezTo>
                      <a:pt x="16109" y="8895"/>
                      <a:pt x="16740" y="7857"/>
                      <a:pt x="16740" y="7857"/>
                    </a:cubicBezTo>
                    <a:close/>
                    <a:moveTo>
                      <a:pt x="15093" y="9342"/>
                    </a:moveTo>
                    <a:lnTo>
                      <a:pt x="13604" y="8227"/>
                    </a:lnTo>
                    <a:cubicBezTo>
                      <a:pt x="13647" y="8494"/>
                      <a:pt x="13599" y="8776"/>
                      <a:pt x="13458" y="9008"/>
                    </a:cubicBezTo>
                    <a:lnTo>
                      <a:pt x="13459" y="9008"/>
                    </a:lnTo>
                    <a:cubicBezTo>
                      <a:pt x="13459" y="9008"/>
                      <a:pt x="13042" y="9692"/>
                      <a:pt x="12523" y="10542"/>
                    </a:cubicBezTo>
                    <a:cubicBezTo>
                      <a:pt x="12523" y="10542"/>
                      <a:pt x="15093" y="9342"/>
                      <a:pt x="15093" y="9342"/>
                    </a:cubicBezTo>
                    <a:close/>
                    <a:moveTo>
                      <a:pt x="11619" y="8259"/>
                    </a:moveTo>
                    <a:cubicBezTo>
                      <a:pt x="11619" y="8259"/>
                      <a:pt x="10321" y="6315"/>
                      <a:pt x="9704" y="5383"/>
                    </a:cubicBezTo>
                    <a:lnTo>
                      <a:pt x="8507" y="5869"/>
                    </a:lnTo>
                    <a:cubicBezTo>
                      <a:pt x="8769" y="6978"/>
                      <a:pt x="8675" y="8186"/>
                      <a:pt x="8184" y="9262"/>
                    </a:cubicBezTo>
                    <a:lnTo>
                      <a:pt x="10126" y="10718"/>
                    </a:lnTo>
                    <a:cubicBezTo>
                      <a:pt x="10126" y="10718"/>
                      <a:pt x="11619" y="8259"/>
                      <a:pt x="11619" y="8259"/>
                    </a:cubicBezTo>
                    <a:close/>
                    <a:moveTo>
                      <a:pt x="7096" y="9656"/>
                    </a:moveTo>
                    <a:lnTo>
                      <a:pt x="4125" y="7430"/>
                    </a:lnTo>
                    <a:cubicBezTo>
                      <a:pt x="3919" y="7275"/>
                      <a:pt x="3865" y="6964"/>
                      <a:pt x="4004" y="6735"/>
                    </a:cubicBezTo>
                    <a:cubicBezTo>
                      <a:pt x="4067" y="6631"/>
                      <a:pt x="4159" y="6564"/>
                      <a:pt x="4260" y="6533"/>
                    </a:cubicBezTo>
                    <a:lnTo>
                      <a:pt x="4259" y="6531"/>
                    </a:lnTo>
                    <a:lnTo>
                      <a:pt x="7505" y="5212"/>
                    </a:lnTo>
                    <a:cubicBezTo>
                      <a:pt x="7238" y="4652"/>
                      <a:pt x="6848" y="4155"/>
                      <a:pt x="6343" y="3777"/>
                    </a:cubicBezTo>
                    <a:cubicBezTo>
                      <a:pt x="4697" y="2543"/>
                      <a:pt x="2452" y="3030"/>
                      <a:pt x="1339" y="4862"/>
                    </a:cubicBezTo>
                    <a:cubicBezTo>
                      <a:pt x="227" y="6694"/>
                      <a:pt x="661" y="9188"/>
                      <a:pt x="2308" y="10422"/>
                    </a:cubicBezTo>
                    <a:cubicBezTo>
                      <a:pt x="3854" y="11580"/>
                      <a:pt x="5928" y="11221"/>
                      <a:pt x="7096" y="9656"/>
                    </a:cubicBezTo>
                    <a:close/>
                    <a:moveTo>
                      <a:pt x="5362" y="7148"/>
                    </a:moveTo>
                    <a:lnTo>
                      <a:pt x="7578" y="8808"/>
                    </a:lnTo>
                    <a:cubicBezTo>
                      <a:pt x="7940" y="7960"/>
                      <a:pt x="8013" y="7021"/>
                      <a:pt x="7822" y="6148"/>
                    </a:cubicBezTo>
                    <a:cubicBezTo>
                      <a:pt x="7822" y="6148"/>
                      <a:pt x="5362" y="7148"/>
                      <a:pt x="5362" y="7148"/>
                    </a:cubicBezTo>
                    <a:close/>
                    <a:moveTo>
                      <a:pt x="19668" y="18594"/>
                    </a:moveTo>
                    <a:cubicBezTo>
                      <a:pt x="18331" y="20796"/>
                      <a:pt x="15642" y="21379"/>
                      <a:pt x="13663" y="19896"/>
                    </a:cubicBezTo>
                    <a:cubicBezTo>
                      <a:pt x="11684" y="18413"/>
                      <a:pt x="11164" y="15426"/>
                      <a:pt x="12501" y="13224"/>
                    </a:cubicBezTo>
                    <a:cubicBezTo>
                      <a:pt x="13276" y="11948"/>
                      <a:pt x="14505" y="11216"/>
                      <a:pt x="15787" y="11115"/>
                    </a:cubicBezTo>
                    <a:lnTo>
                      <a:pt x="15791" y="10101"/>
                    </a:lnTo>
                    <a:lnTo>
                      <a:pt x="11595" y="12059"/>
                    </a:lnTo>
                    <a:cubicBezTo>
                      <a:pt x="11028" y="12983"/>
                      <a:pt x="10547" y="13764"/>
                      <a:pt x="10524" y="13787"/>
                    </a:cubicBezTo>
                    <a:cubicBezTo>
                      <a:pt x="10135" y="14180"/>
                      <a:pt x="9533" y="14149"/>
                      <a:pt x="9180" y="13717"/>
                    </a:cubicBezTo>
                    <a:cubicBezTo>
                      <a:pt x="8879" y="13349"/>
                      <a:pt x="8857" y="12810"/>
                      <a:pt x="9097" y="12415"/>
                    </a:cubicBezTo>
                    <a:lnTo>
                      <a:pt x="9096" y="12414"/>
                    </a:lnTo>
                    <a:lnTo>
                      <a:pt x="9622" y="11548"/>
                    </a:lnTo>
                    <a:lnTo>
                      <a:pt x="7695" y="10105"/>
                    </a:lnTo>
                    <a:cubicBezTo>
                      <a:pt x="6301" y="12039"/>
                      <a:pt x="3783" y="12494"/>
                      <a:pt x="1904" y="11086"/>
                    </a:cubicBezTo>
                    <a:cubicBezTo>
                      <a:pt x="-75" y="9603"/>
                      <a:pt x="-595" y="6616"/>
                      <a:pt x="742" y="4414"/>
                    </a:cubicBezTo>
                    <a:cubicBezTo>
                      <a:pt x="2079" y="2212"/>
                      <a:pt x="4768" y="1629"/>
                      <a:pt x="6747" y="3112"/>
                    </a:cubicBezTo>
                    <a:cubicBezTo>
                      <a:pt x="7383" y="3589"/>
                      <a:pt x="7868" y="4222"/>
                      <a:pt x="8189" y="4933"/>
                    </a:cubicBezTo>
                    <a:lnTo>
                      <a:pt x="9242" y="4506"/>
                    </a:lnTo>
                    <a:cubicBezTo>
                      <a:pt x="9107" y="3945"/>
                      <a:pt x="9252" y="3323"/>
                      <a:pt x="9665" y="2905"/>
                    </a:cubicBezTo>
                    <a:cubicBezTo>
                      <a:pt x="9859" y="2709"/>
                      <a:pt x="10089" y="2584"/>
                      <a:pt x="10328" y="2526"/>
                    </a:cubicBezTo>
                    <a:lnTo>
                      <a:pt x="10328" y="2525"/>
                    </a:lnTo>
                    <a:lnTo>
                      <a:pt x="15055" y="1211"/>
                    </a:lnTo>
                    <a:lnTo>
                      <a:pt x="15055" y="1211"/>
                    </a:lnTo>
                    <a:cubicBezTo>
                      <a:pt x="15587" y="1000"/>
                      <a:pt x="16204" y="1148"/>
                      <a:pt x="16607" y="1641"/>
                    </a:cubicBezTo>
                    <a:cubicBezTo>
                      <a:pt x="16925" y="2031"/>
                      <a:pt x="17037" y="2548"/>
                      <a:pt x="16952" y="3028"/>
                    </a:cubicBezTo>
                    <a:lnTo>
                      <a:pt x="16953" y="3029"/>
                    </a:lnTo>
                    <a:lnTo>
                      <a:pt x="16496" y="5740"/>
                    </a:lnTo>
                    <a:lnTo>
                      <a:pt x="18231" y="7041"/>
                    </a:lnTo>
                    <a:cubicBezTo>
                      <a:pt x="18561" y="7288"/>
                      <a:pt x="18648" y="7786"/>
                      <a:pt x="18425" y="8153"/>
                    </a:cubicBezTo>
                    <a:cubicBezTo>
                      <a:pt x="18217" y="8496"/>
                      <a:pt x="17812" y="8599"/>
                      <a:pt x="17491" y="8409"/>
                    </a:cubicBezTo>
                    <a:lnTo>
                      <a:pt x="16693" y="9723"/>
                    </a:lnTo>
                    <a:lnTo>
                      <a:pt x="16688" y="11148"/>
                    </a:lnTo>
                    <a:cubicBezTo>
                      <a:pt x="17320" y="11245"/>
                      <a:pt x="17941" y="11499"/>
                      <a:pt x="18505" y="11922"/>
                    </a:cubicBezTo>
                    <a:cubicBezTo>
                      <a:pt x="20485" y="13405"/>
                      <a:pt x="21005" y="16392"/>
                      <a:pt x="19668" y="18594"/>
                    </a:cubicBezTo>
                    <a:close/>
                    <a:moveTo>
                      <a:pt x="17732" y="707"/>
                    </a:moveTo>
                    <a:cubicBezTo>
                      <a:pt x="18178" y="-27"/>
                      <a:pt x="19074" y="-221"/>
                      <a:pt x="19734" y="273"/>
                    </a:cubicBezTo>
                    <a:cubicBezTo>
                      <a:pt x="20394" y="767"/>
                      <a:pt x="20567" y="1763"/>
                      <a:pt x="20121" y="2497"/>
                    </a:cubicBezTo>
                    <a:cubicBezTo>
                      <a:pt x="19676" y="3231"/>
                      <a:pt x="18780" y="3426"/>
                      <a:pt x="18120" y="2931"/>
                    </a:cubicBezTo>
                    <a:cubicBezTo>
                      <a:pt x="17460" y="2437"/>
                      <a:pt x="17287" y="1441"/>
                      <a:pt x="17732" y="707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5" name="îṡľi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1FC67F36-E5E8-4037-A008-BBCE021FC5A6}"/>
                  </a:ext>
                </a:extLst>
              </p:cNvPr>
              <p:cNvSpPr/>
              <p:nvPr/>
            </p:nvSpPr>
            <p:spPr>
              <a:xfrm>
                <a:off x="5302185" y="2763235"/>
                <a:ext cx="273991" cy="3376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9" h="21341" extrusionOk="0">
                    <a:moveTo>
                      <a:pt x="12205" y="0"/>
                    </a:moveTo>
                    <a:cubicBezTo>
                      <a:pt x="11720" y="1"/>
                      <a:pt x="11326" y="320"/>
                      <a:pt x="11326" y="713"/>
                    </a:cubicBezTo>
                    <a:lnTo>
                      <a:pt x="11325" y="2819"/>
                    </a:lnTo>
                    <a:cubicBezTo>
                      <a:pt x="11950" y="2747"/>
                      <a:pt x="12537" y="2740"/>
                      <a:pt x="13081" y="2776"/>
                    </a:cubicBezTo>
                    <a:lnTo>
                      <a:pt x="13083" y="713"/>
                    </a:lnTo>
                    <a:cubicBezTo>
                      <a:pt x="13083" y="320"/>
                      <a:pt x="12690" y="1"/>
                      <a:pt x="12205" y="0"/>
                    </a:cubicBezTo>
                    <a:close/>
                    <a:moveTo>
                      <a:pt x="18280" y="1334"/>
                    </a:moveTo>
                    <a:cubicBezTo>
                      <a:pt x="17859" y="1138"/>
                      <a:pt x="17322" y="1255"/>
                      <a:pt x="17079" y="1596"/>
                    </a:cubicBezTo>
                    <a:lnTo>
                      <a:pt x="15817" y="3366"/>
                    </a:lnTo>
                    <a:cubicBezTo>
                      <a:pt x="16385" y="3577"/>
                      <a:pt x="16889" y="3826"/>
                      <a:pt x="17333" y="4087"/>
                    </a:cubicBezTo>
                    <a:lnTo>
                      <a:pt x="18600" y="2308"/>
                    </a:lnTo>
                    <a:cubicBezTo>
                      <a:pt x="18843" y="1966"/>
                      <a:pt x="18700" y="1531"/>
                      <a:pt x="18280" y="1334"/>
                    </a:cubicBezTo>
                    <a:close/>
                    <a:moveTo>
                      <a:pt x="879" y="9125"/>
                    </a:moveTo>
                    <a:cubicBezTo>
                      <a:pt x="394" y="9126"/>
                      <a:pt x="0" y="9445"/>
                      <a:pt x="0" y="9839"/>
                    </a:cubicBezTo>
                    <a:cubicBezTo>
                      <a:pt x="0" y="10232"/>
                      <a:pt x="393" y="10551"/>
                      <a:pt x="879" y="10551"/>
                    </a:cubicBezTo>
                    <a:lnTo>
                      <a:pt x="3404" y="10550"/>
                    </a:lnTo>
                    <a:cubicBezTo>
                      <a:pt x="3351" y="10107"/>
                      <a:pt x="3343" y="9629"/>
                      <a:pt x="3405" y="9124"/>
                    </a:cubicBezTo>
                    <a:cubicBezTo>
                      <a:pt x="3405" y="9124"/>
                      <a:pt x="879" y="9125"/>
                      <a:pt x="879" y="9125"/>
                    </a:cubicBezTo>
                    <a:close/>
                    <a:moveTo>
                      <a:pt x="2851" y="4649"/>
                    </a:moveTo>
                    <a:cubicBezTo>
                      <a:pt x="2431" y="4453"/>
                      <a:pt x="1894" y="4570"/>
                      <a:pt x="1651" y="4911"/>
                    </a:cubicBezTo>
                    <a:cubicBezTo>
                      <a:pt x="1408" y="5251"/>
                      <a:pt x="1552" y="5687"/>
                      <a:pt x="1973" y="5884"/>
                    </a:cubicBezTo>
                    <a:lnTo>
                      <a:pt x="4171" y="6912"/>
                    </a:lnTo>
                    <a:cubicBezTo>
                      <a:pt x="4408" y="6513"/>
                      <a:pt x="4715" y="6106"/>
                      <a:pt x="5109" y="5706"/>
                    </a:cubicBezTo>
                    <a:cubicBezTo>
                      <a:pt x="5109" y="5706"/>
                      <a:pt x="2851" y="4649"/>
                      <a:pt x="2851" y="4649"/>
                    </a:cubicBezTo>
                    <a:close/>
                    <a:moveTo>
                      <a:pt x="6118" y="1310"/>
                    </a:moveTo>
                    <a:cubicBezTo>
                      <a:pt x="5698" y="1506"/>
                      <a:pt x="5553" y="1942"/>
                      <a:pt x="5795" y="2283"/>
                    </a:cubicBezTo>
                    <a:lnTo>
                      <a:pt x="7150" y="4186"/>
                    </a:lnTo>
                    <a:cubicBezTo>
                      <a:pt x="7326" y="4088"/>
                      <a:pt x="8471" y="3556"/>
                      <a:pt x="8675" y="3478"/>
                    </a:cubicBezTo>
                    <a:lnTo>
                      <a:pt x="7318" y="1570"/>
                    </a:lnTo>
                    <a:cubicBezTo>
                      <a:pt x="7075" y="1229"/>
                      <a:pt x="6538" y="1113"/>
                      <a:pt x="6118" y="1310"/>
                    </a:cubicBezTo>
                    <a:close/>
                    <a:moveTo>
                      <a:pt x="18708" y="6478"/>
                    </a:moveTo>
                    <a:cubicBezTo>
                      <a:pt x="17247" y="4749"/>
                      <a:pt x="13396" y="2259"/>
                      <a:pt x="8417" y="4592"/>
                    </a:cubicBezTo>
                    <a:cubicBezTo>
                      <a:pt x="8416" y="4592"/>
                      <a:pt x="8415" y="4593"/>
                      <a:pt x="8414" y="4593"/>
                    </a:cubicBezTo>
                    <a:cubicBezTo>
                      <a:pt x="8414" y="4593"/>
                      <a:pt x="8413" y="4593"/>
                      <a:pt x="8413" y="4594"/>
                    </a:cubicBezTo>
                    <a:cubicBezTo>
                      <a:pt x="8412" y="4594"/>
                      <a:pt x="8411" y="4594"/>
                      <a:pt x="8411" y="4595"/>
                    </a:cubicBezTo>
                    <a:cubicBezTo>
                      <a:pt x="8410" y="4595"/>
                      <a:pt x="8409" y="4595"/>
                      <a:pt x="8409" y="4596"/>
                    </a:cubicBezTo>
                    <a:cubicBezTo>
                      <a:pt x="3429" y="6929"/>
                      <a:pt x="4160" y="10880"/>
                      <a:pt x="5276" y="12771"/>
                    </a:cubicBezTo>
                    <a:cubicBezTo>
                      <a:pt x="6289" y="14473"/>
                      <a:pt x="8765" y="15342"/>
                      <a:pt x="9094" y="15507"/>
                    </a:cubicBezTo>
                    <a:cubicBezTo>
                      <a:pt x="9630" y="15775"/>
                      <a:pt x="12317" y="16498"/>
                      <a:pt x="13014" y="17370"/>
                    </a:cubicBezTo>
                    <a:cubicBezTo>
                      <a:pt x="13975" y="18570"/>
                      <a:pt x="14185" y="18516"/>
                      <a:pt x="15033" y="18314"/>
                    </a:cubicBezTo>
                    <a:cubicBezTo>
                      <a:pt x="15896" y="18109"/>
                      <a:pt x="19095" y="16611"/>
                      <a:pt x="19745" y="16106"/>
                    </a:cubicBezTo>
                    <a:cubicBezTo>
                      <a:pt x="20384" y="15611"/>
                      <a:pt x="20547" y="15491"/>
                      <a:pt x="19747" y="14216"/>
                    </a:cubicBezTo>
                    <a:cubicBezTo>
                      <a:pt x="19165" y="13290"/>
                      <a:pt x="19737" y="11040"/>
                      <a:pt x="19718" y="10529"/>
                    </a:cubicBezTo>
                    <a:cubicBezTo>
                      <a:pt x="19707" y="10216"/>
                      <a:pt x="20017" y="8041"/>
                      <a:pt x="18708" y="6478"/>
                    </a:cubicBezTo>
                    <a:close/>
                    <a:moveTo>
                      <a:pt x="21272" y="17648"/>
                    </a:moveTo>
                    <a:cubicBezTo>
                      <a:pt x="21133" y="17452"/>
                      <a:pt x="20824" y="17385"/>
                      <a:pt x="20583" y="17498"/>
                    </a:cubicBezTo>
                    <a:lnTo>
                      <a:pt x="16099" y="19599"/>
                    </a:lnTo>
                    <a:cubicBezTo>
                      <a:pt x="15858" y="19712"/>
                      <a:pt x="15775" y="19962"/>
                      <a:pt x="15914" y="20158"/>
                    </a:cubicBezTo>
                    <a:lnTo>
                      <a:pt x="15914" y="20158"/>
                    </a:lnTo>
                    <a:cubicBezTo>
                      <a:pt x="16053" y="20353"/>
                      <a:pt x="16361" y="20420"/>
                      <a:pt x="16603" y="20307"/>
                    </a:cubicBezTo>
                    <a:lnTo>
                      <a:pt x="21087" y="18206"/>
                    </a:lnTo>
                    <a:cubicBezTo>
                      <a:pt x="21328" y="18093"/>
                      <a:pt x="21411" y="17843"/>
                      <a:pt x="21272" y="17648"/>
                    </a:cubicBezTo>
                    <a:cubicBezTo>
                      <a:pt x="21272" y="17648"/>
                      <a:pt x="21272" y="17648"/>
                      <a:pt x="21272" y="17648"/>
                    </a:cubicBezTo>
                    <a:close/>
                    <a:moveTo>
                      <a:pt x="20584" y="16680"/>
                    </a:moveTo>
                    <a:cubicBezTo>
                      <a:pt x="20445" y="16485"/>
                      <a:pt x="20136" y="16418"/>
                      <a:pt x="19895" y="16531"/>
                    </a:cubicBezTo>
                    <a:lnTo>
                      <a:pt x="15411" y="18632"/>
                    </a:lnTo>
                    <a:cubicBezTo>
                      <a:pt x="15170" y="18745"/>
                      <a:pt x="15087" y="18995"/>
                      <a:pt x="15226" y="19190"/>
                    </a:cubicBezTo>
                    <a:lnTo>
                      <a:pt x="15226" y="19190"/>
                    </a:lnTo>
                    <a:cubicBezTo>
                      <a:pt x="15365" y="19386"/>
                      <a:pt x="15673" y="19453"/>
                      <a:pt x="15915" y="19340"/>
                    </a:cubicBezTo>
                    <a:lnTo>
                      <a:pt x="20399" y="17239"/>
                    </a:lnTo>
                    <a:cubicBezTo>
                      <a:pt x="20640" y="17126"/>
                      <a:pt x="20723" y="16876"/>
                      <a:pt x="20584" y="16680"/>
                    </a:cubicBezTo>
                    <a:cubicBezTo>
                      <a:pt x="20584" y="16680"/>
                      <a:pt x="20584" y="16680"/>
                      <a:pt x="20584" y="16680"/>
                    </a:cubicBezTo>
                    <a:close/>
                    <a:moveTo>
                      <a:pt x="17079" y="20429"/>
                    </a:moveTo>
                    <a:lnTo>
                      <a:pt x="20979" y="18602"/>
                    </a:lnTo>
                    <a:cubicBezTo>
                      <a:pt x="21600" y="19474"/>
                      <a:pt x="21230" y="20591"/>
                      <a:pt x="20153" y="21095"/>
                    </a:cubicBezTo>
                    <a:cubicBezTo>
                      <a:pt x="19076" y="21600"/>
                      <a:pt x="17700" y="21302"/>
                      <a:pt x="17079" y="2042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" name="î$ľï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2E49E2D-D7D8-4B01-8DF0-BB20B3AC6AB2}"/>
                  </a:ext>
                </a:extLst>
              </p:cNvPr>
              <p:cNvSpPr/>
              <p:nvPr/>
            </p:nvSpPr>
            <p:spPr>
              <a:xfrm>
                <a:off x="5647371" y="2307312"/>
                <a:ext cx="286286" cy="4544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5" h="21600" extrusionOk="0">
                    <a:moveTo>
                      <a:pt x="0" y="938"/>
                    </a:moveTo>
                    <a:lnTo>
                      <a:pt x="6284" y="11455"/>
                    </a:lnTo>
                    <a:lnTo>
                      <a:pt x="10032" y="10516"/>
                    </a:lnTo>
                    <a:lnTo>
                      <a:pt x="6771" y="5067"/>
                    </a:lnTo>
                    <a:cubicBezTo>
                      <a:pt x="7276" y="5103"/>
                      <a:pt x="7799" y="5064"/>
                      <a:pt x="8290" y="4918"/>
                    </a:cubicBezTo>
                    <a:cubicBezTo>
                      <a:pt x="9265" y="4628"/>
                      <a:pt x="9902" y="4019"/>
                      <a:pt x="10109" y="3335"/>
                    </a:cubicBezTo>
                    <a:cubicBezTo>
                      <a:pt x="10127" y="3275"/>
                      <a:pt x="10142" y="3214"/>
                      <a:pt x="10154" y="3153"/>
                    </a:cubicBezTo>
                    <a:cubicBezTo>
                      <a:pt x="11859" y="3250"/>
                      <a:pt x="13418" y="3571"/>
                      <a:pt x="14738" y="4133"/>
                    </a:cubicBezTo>
                    <a:cubicBezTo>
                      <a:pt x="16916" y="5061"/>
                      <a:pt x="18325" y="6560"/>
                      <a:pt x="18814" y="8470"/>
                    </a:cubicBezTo>
                    <a:cubicBezTo>
                      <a:pt x="19575" y="11446"/>
                      <a:pt x="17428" y="14404"/>
                      <a:pt x="13562" y="15911"/>
                    </a:cubicBezTo>
                    <a:lnTo>
                      <a:pt x="12515" y="14314"/>
                    </a:lnTo>
                    <a:lnTo>
                      <a:pt x="15137" y="13594"/>
                    </a:lnTo>
                    <a:lnTo>
                      <a:pt x="14615" y="12797"/>
                    </a:lnTo>
                    <a:lnTo>
                      <a:pt x="5054" y="15424"/>
                    </a:lnTo>
                    <a:lnTo>
                      <a:pt x="5577" y="16221"/>
                    </a:lnTo>
                    <a:lnTo>
                      <a:pt x="8203" y="15499"/>
                    </a:lnTo>
                    <a:lnTo>
                      <a:pt x="9904" y="18094"/>
                    </a:lnTo>
                    <a:lnTo>
                      <a:pt x="4408" y="19605"/>
                    </a:lnTo>
                    <a:lnTo>
                      <a:pt x="5716" y="21600"/>
                    </a:lnTo>
                    <a:lnTo>
                      <a:pt x="21015" y="17395"/>
                    </a:lnTo>
                    <a:lnTo>
                      <a:pt x="19707" y="15399"/>
                    </a:lnTo>
                    <a:lnTo>
                      <a:pt x="15876" y="16453"/>
                    </a:lnTo>
                    <a:cubicBezTo>
                      <a:pt x="19603" y="14559"/>
                      <a:pt x="21600" y="11416"/>
                      <a:pt x="20792" y="8258"/>
                    </a:cubicBezTo>
                    <a:cubicBezTo>
                      <a:pt x="20210" y="5981"/>
                      <a:pt x="18497" y="4180"/>
                      <a:pt x="15839" y="3048"/>
                    </a:cubicBezTo>
                    <a:cubicBezTo>
                      <a:pt x="14076" y="2297"/>
                      <a:pt x="11998" y="1893"/>
                      <a:pt x="9725" y="1829"/>
                    </a:cubicBezTo>
                    <a:cubicBezTo>
                      <a:pt x="8880" y="999"/>
                      <a:pt x="7217" y="649"/>
                      <a:pt x="5755" y="1051"/>
                    </a:cubicBezTo>
                    <a:cubicBezTo>
                      <a:pt x="5329" y="1168"/>
                      <a:pt x="4967" y="1337"/>
                      <a:pt x="4668" y="1543"/>
                    </a:cubicBezTo>
                    <a:lnTo>
                      <a:pt x="3742" y="0"/>
                    </a:lnTo>
                    <a:lnTo>
                      <a:pt x="0" y="938"/>
                    </a:lnTo>
                    <a:close/>
                    <a:moveTo>
                      <a:pt x="6539" y="2246"/>
                    </a:moveTo>
                    <a:cubicBezTo>
                      <a:pt x="7096" y="2088"/>
                      <a:pt x="7748" y="2205"/>
                      <a:pt x="8082" y="2533"/>
                    </a:cubicBezTo>
                    <a:cubicBezTo>
                      <a:pt x="8426" y="2872"/>
                      <a:pt x="8318" y="3324"/>
                      <a:pt x="7835" y="3581"/>
                    </a:cubicBezTo>
                    <a:cubicBezTo>
                      <a:pt x="7738" y="3636"/>
                      <a:pt x="7630" y="3685"/>
                      <a:pt x="7504" y="3719"/>
                    </a:cubicBezTo>
                    <a:cubicBezTo>
                      <a:pt x="6877" y="3892"/>
                      <a:pt x="6149" y="3701"/>
                      <a:pt x="5884" y="3295"/>
                    </a:cubicBezTo>
                    <a:cubicBezTo>
                      <a:pt x="5620" y="2890"/>
                      <a:pt x="5916" y="2423"/>
                      <a:pt x="6539" y="22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ïšḻî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9F0A6D7-D2A1-47C1-BDA1-56414DB9535D}"/>
                  </a:ext>
                </a:extLst>
              </p:cNvPr>
              <p:cNvSpPr/>
              <p:nvPr/>
            </p:nvSpPr>
            <p:spPr>
              <a:xfrm>
                <a:off x="5988542" y="1237963"/>
                <a:ext cx="278001" cy="3612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38" h="21519" extrusionOk="0">
                    <a:moveTo>
                      <a:pt x="9842" y="0"/>
                    </a:moveTo>
                    <a:cubicBezTo>
                      <a:pt x="7324" y="0"/>
                      <a:pt x="4803" y="774"/>
                      <a:pt x="2881" y="2331"/>
                    </a:cubicBezTo>
                    <a:cubicBezTo>
                      <a:pt x="-961" y="5445"/>
                      <a:pt x="-961" y="10493"/>
                      <a:pt x="2881" y="13607"/>
                    </a:cubicBezTo>
                    <a:cubicBezTo>
                      <a:pt x="6005" y="16138"/>
                      <a:pt x="10709" y="16613"/>
                      <a:pt x="14423" y="15030"/>
                    </a:cubicBezTo>
                    <a:cubicBezTo>
                      <a:pt x="14434" y="15103"/>
                      <a:pt x="14466" y="15175"/>
                      <a:pt x="14515" y="15243"/>
                    </a:cubicBezTo>
                    <a:lnTo>
                      <a:pt x="18781" y="21235"/>
                    </a:lnTo>
                    <a:cubicBezTo>
                      <a:pt x="18974" y="21506"/>
                      <a:pt x="19402" y="21600"/>
                      <a:pt x="19736" y="21444"/>
                    </a:cubicBezTo>
                    <a:lnTo>
                      <a:pt x="20091" y="21277"/>
                    </a:lnTo>
                    <a:cubicBezTo>
                      <a:pt x="20425" y="21121"/>
                      <a:pt x="20535" y="20774"/>
                      <a:pt x="20343" y="20503"/>
                    </a:cubicBezTo>
                    <a:lnTo>
                      <a:pt x="16076" y="14515"/>
                    </a:lnTo>
                    <a:cubicBezTo>
                      <a:pt x="16007" y="14419"/>
                      <a:pt x="15903" y="14355"/>
                      <a:pt x="15790" y="14307"/>
                    </a:cubicBezTo>
                    <a:cubicBezTo>
                      <a:pt x="16138" y="14092"/>
                      <a:pt x="16479" y="13864"/>
                      <a:pt x="16797" y="13607"/>
                    </a:cubicBezTo>
                    <a:cubicBezTo>
                      <a:pt x="20639" y="10493"/>
                      <a:pt x="20639" y="5445"/>
                      <a:pt x="16797" y="2331"/>
                    </a:cubicBezTo>
                    <a:cubicBezTo>
                      <a:pt x="14875" y="774"/>
                      <a:pt x="12360" y="0"/>
                      <a:pt x="9842" y="0"/>
                    </a:cubicBezTo>
                    <a:close/>
                    <a:moveTo>
                      <a:pt x="9842" y="1251"/>
                    </a:moveTo>
                    <a:cubicBezTo>
                      <a:pt x="11963" y="1251"/>
                      <a:pt x="14085" y="1909"/>
                      <a:pt x="15704" y="3221"/>
                    </a:cubicBezTo>
                    <a:cubicBezTo>
                      <a:pt x="18942" y="5844"/>
                      <a:pt x="18942" y="10098"/>
                      <a:pt x="15704" y="12722"/>
                    </a:cubicBezTo>
                    <a:cubicBezTo>
                      <a:pt x="12467" y="15345"/>
                      <a:pt x="7217" y="15345"/>
                      <a:pt x="3980" y="12722"/>
                    </a:cubicBezTo>
                    <a:cubicBezTo>
                      <a:pt x="742" y="10098"/>
                      <a:pt x="742" y="5844"/>
                      <a:pt x="3980" y="3221"/>
                    </a:cubicBezTo>
                    <a:cubicBezTo>
                      <a:pt x="5598" y="1909"/>
                      <a:pt x="7720" y="1251"/>
                      <a:pt x="9842" y="125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" name="íṩḻî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334BF9A-47E1-4A18-A727-AD2598B26633}"/>
                  </a:ext>
                </a:extLst>
              </p:cNvPr>
              <p:cNvSpPr/>
              <p:nvPr/>
            </p:nvSpPr>
            <p:spPr>
              <a:xfrm>
                <a:off x="5391210" y="1722056"/>
                <a:ext cx="656416" cy="4652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ísli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CEE9F2B-E7A9-4A05-BCF8-61643C4EFBB7}"/>
                  </a:ext>
                </a:extLst>
              </p:cNvPr>
              <p:cNvSpPr/>
              <p:nvPr/>
            </p:nvSpPr>
            <p:spPr>
              <a:xfrm>
                <a:off x="7774618" y="1828673"/>
                <a:ext cx="461349" cy="397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937" y="21600"/>
                    </a:moveTo>
                    <a:cubicBezTo>
                      <a:pt x="7087" y="19915"/>
                      <a:pt x="7254" y="17403"/>
                      <a:pt x="7225" y="15022"/>
                    </a:cubicBezTo>
                    <a:cubicBezTo>
                      <a:pt x="9087" y="15916"/>
                      <a:pt x="11129" y="16612"/>
                      <a:pt x="13235" y="14961"/>
                    </a:cubicBezTo>
                    <a:cubicBezTo>
                      <a:pt x="15319" y="13326"/>
                      <a:pt x="15547" y="10891"/>
                      <a:pt x="15533" y="8574"/>
                    </a:cubicBezTo>
                    <a:cubicBezTo>
                      <a:pt x="17412" y="9482"/>
                      <a:pt x="19470" y="10214"/>
                      <a:pt x="21600" y="8543"/>
                    </a:cubicBezTo>
                    <a:lnTo>
                      <a:pt x="20969" y="7441"/>
                    </a:lnTo>
                    <a:cubicBezTo>
                      <a:pt x="19165" y="8855"/>
                      <a:pt x="17455" y="8115"/>
                      <a:pt x="15526" y="7147"/>
                    </a:cubicBezTo>
                    <a:cubicBezTo>
                      <a:pt x="15470" y="4670"/>
                      <a:pt x="15489" y="2522"/>
                      <a:pt x="17315" y="1092"/>
                    </a:cubicBezTo>
                    <a:lnTo>
                      <a:pt x="16670" y="0"/>
                    </a:lnTo>
                    <a:cubicBezTo>
                      <a:pt x="14521" y="1685"/>
                      <a:pt x="14346" y="4208"/>
                      <a:pt x="14375" y="6589"/>
                    </a:cubicBezTo>
                    <a:cubicBezTo>
                      <a:pt x="12514" y="5696"/>
                      <a:pt x="10476" y="5018"/>
                      <a:pt x="8371" y="6668"/>
                    </a:cubicBezTo>
                    <a:cubicBezTo>
                      <a:pt x="6282" y="8306"/>
                      <a:pt x="6070" y="10724"/>
                      <a:pt x="6085" y="13045"/>
                    </a:cubicBezTo>
                    <a:cubicBezTo>
                      <a:pt x="4204" y="12134"/>
                      <a:pt x="2134" y="11396"/>
                      <a:pt x="0" y="13068"/>
                    </a:cubicBezTo>
                    <a:cubicBezTo>
                      <a:pt x="0" y="13068"/>
                      <a:pt x="641" y="14162"/>
                      <a:pt x="641" y="14162"/>
                    </a:cubicBezTo>
                    <a:cubicBezTo>
                      <a:pt x="2449" y="12745"/>
                      <a:pt x="4156" y="13499"/>
                      <a:pt x="6093" y="14471"/>
                    </a:cubicBezTo>
                    <a:cubicBezTo>
                      <a:pt x="6148" y="16943"/>
                      <a:pt x="6117" y="19084"/>
                      <a:pt x="4295" y="20512"/>
                    </a:cubicBezTo>
                    <a:lnTo>
                      <a:pt x="4937" y="21600"/>
                    </a:lnTo>
                    <a:close/>
                    <a:moveTo>
                      <a:pt x="4054" y="19679"/>
                    </a:moveTo>
                    <a:cubicBezTo>
                      <a:pt x="4369" y="19426"/>
                      <a:pt x="4614" y="19148"/>
                      <a:pt x="4809" y="18844"/>
                    </a:cubicBezTo>
                    <a:cubicBezTo>
                      <a:pt x="4809" y="18844"/>
                      <a:pt x="2134" y="14221"/>
                      <a:pt x="2134" y="14221"/>
                    </a:cubicBezTo>
                    <a:cubicBezTo>
                      <a:pt x="1820" y="14319"/>
                      <a:pt x="1507" y="14483"/>
                      <a:pt x="1188" y="14730"/>
                    </a:cubicBezTo>
                    <a:lnTo>
                      <a:pt x="4054" y="19679"/>
                    </a:lnTo>
                    <a:close/>
                    <a:moveTo>
                      <a:pt x="5303" y="17641"/>
                    </a:moveTo>
                    <a:cubicBezTo>
                      <a:pt x="5447" y="17150"/>
                      <a:pt x="5511" y="16611"/>
                      <a:pt x="5534" y="16026"/>
                    </a:cubicBezTo>
                    <a:lnTo>
                      <a:pt x="4636" y="14466"/>
                    </a:lnTo>
                    <a:cubicBezTo>
                      <a:pt x="4164" y="14273"/>
                      <a:pt x="3712" y="14138"/>
                      <a:pt x="3269" y="14112"/>
                    </a:cubicBezTo>
                    <a:lnTo>
                      <a:pt x="5303" y="17641"/>
                    </a:lnTo>
                    <a:close/>
                    <a:moveTo>
                      <a:pt x="7218" y="13596"/>
                    </a:moveTo>
                    <a:cubicBezTo>
                      <a:pt x="7170" y="11212"/>
                      <a:pt x="7244" y="9148"/>
                      <a:pt x="9015" y="7760"/>
                    </a:cubicBezTo>
                    <a:cubicBezTo>
                      <a:pt x="10800" y="6360"/>
                      <a:pt x="12484" y="7073"/>
                      <a:pt x="14389" y="8027"/>
                    </a:cubicBezTo>
                    <a:cubicBezTo>
                      <a:pt x="14437" y="10403"/>
                      <a:pt x="14371" y="12473"/>
                      <a:pt x="12604" y="13859"/>
                    </a:cubicBezTo>
                    <a:cubicBezTo>
                      <a:pt x="10819" y="15258"/>
                      <a:pt x="9123" y="14549"/>
                      <a:pt x="7218" y="13596"/>
                    </a:cubicBezTo>
                    <a:close/>
                    <a:moveTo>
                      <a:pt x="9128" y="13531"/>
                    </a:moveTo>
                    <a:cubicBezTo>
                      <a:pt x="9683" y="13753"/>
                      <a:pt x="10215" y="13899"/>
                      <a:pt x="10736" y="13922"/>
                    </a:cubicBezTo>
                    <a:lnTo>
                      <a:pt x="8270" y="9693"/>
                    </a:lnTo>
                    <a:cubicBezTo>
                      <a:pt x="8094" y="10262"/>
                      <a:pt x="8018" y="10890"/>
                      <a:pt x="7988" y="11570"/>
                    </a:cubicBezTo>
                    <a:lnTo>
                      <a:pt x="9128" y="13531"/>
                    </a:lnTo>
                    <a:close/>
                    <a:moveTo>
                      <a:pt x="11711" y="13445"/>
                    </a:moveTo>
                    <a:cubicBezTo>
                      <a:pt x="11906" y="13348"/>
                      <a:pt x="12100" y="13226"/>
                      <a:pt x="12298" y="13067"/>
                    </a:cubicBezTo>
                    <a:cubicBezTo>
                      <a:pt x="12398" y="12988"/>
                      <a:pt x="12489" y="12904"/>
                      <a:pt x="12577" y="12819"/>
                    </a:cubicBezTo>
                    <a:lnTo>
                      <a:pt x="9787" y="7934"/>
                    </a:lnTo>
                    <a:cubicBezTo>
                      <a:pt x="9688" y="7998"/>
                      <a:pt x="9589" y="8069"/>
                      <a:pt x="9488" y="8149"/>
                    </a:cubicBezTo>
                    <a:cubicBezTo>
                      <a:pt x="9290" y="8307"/>
                      <a:pt x="9121" y="8474"/>
                      <a:pt x="8972" y="8652"/>
                    </a:cubicBezTo>
                    <a:lnTo>
                      <a:pt x="11711" y="13445"/>
                    </a:lnTo>
                    <a:close/>
                    <a:moveTo>
                      <a:pt x="13407" y="12000"/>
                    </a:moveTo>
                    <a:cubicBezTo>
                      <a:pt x="13611" y="11527"/>
                      <a:pt x="13723" y="11008"/>
                      <a:pt x="13784" y="10444"/>
                    </a:cubicBezTo>
                    <a:lnTo>
                      <a:pt x="12283" y="7830"/>
                    </a:lnTo>
                    <a:cubicBezTo>
                      <a:pt x="11815" y="7685"/>
                      <a:pt x="11363" y="7615"/>
                      <a:pt x="10913" y="7660"/>
                    </a:cubicBezTo>
                    <a:lnTo>
                      <a:pt x="13407" y="12000"/>
                    </a:lnTo>
                    <a:close/>
                    <a:moveTo>
                      <a:pt x="16965" y="7123"/>
                    </a:moveTo>
                    <a:cubicBezTo>
                      <a:pt x="17421" y="7289"/>
                      <a:pt x="17855" y="7394"/>
                      <a:pt x="18279" y="7398"/>
                    </a:cubicBezTo>
                    <a:lnTo>
                      <a:pt x="16261" y="4044"/>
                    </a:lnTo>
                    <a:cubicBezTo>
                      <a:pt x="16133" y="4533"/>
                      <a:pt x="16081" y="5067"/>
                      <a:pt x="16071" y="5642"/>
                    </a:cubicBezTo>
                    <a:lnTo>
                      <a:pt x="16965" y="7123"/>
                    </a:lnTo>
                    <a:close/>
                    <a:moveTo>
                      <a:pt x="19610" y="7085"/>
                    </a:moveTo>
                    <a:cubicBezTo>
                      <a:pt x="19909" y="6982"/>
                      <a:pt x="20208" y="6817"/>
                      <a:pt x="20510" y="6570"/>
                    </a:cubicBezTo>
                    <a:lnTo>
                      <a:pt x="17721" y="1845"/>
                    </a:lnTo>
                    <a:cubicBezTo>
                      <a:pt x="17423" y="2098"/>
                      <a:pt x="17191" y="2376"/>
                      <a:pt x="17007" y="2675"/>
                    </a:cubicBezTo>
                    <a:cubicBezTo>
                      <a:pt x="17007" y="2675"/>
                      <a:pt x="19610" y="7085"/>
                      <a:pt x="19610" y="7085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" name="ïŝḻi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4DBD119-3BD8-467A-8D96-610DD6C0D6FE}"/>
                  </a:ext>
                </a:extLst>
              </p:cNvPr>
              <p:cNvSpPr/>
              <p:nvPr/>
            </p:nvSpPr>
            <p:spPr>
              <a:xfrm>
                <a:off x="6883509" y="1319877"/>
                <a:ext cx="279948" cy="4002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1" h="21511" extrusionOk="0">
                    <a:moveTo>
                      <a:pt x="18683" y="0"/>
                    </a:moveTo>
                    <a:lnTo>
                      <a:pt x="17079" y="1668"/>
                    </a:lnTo>
                    <a:cubicBezTo>
                      <a:pt x="17015" y="1638"/>
                      <a:pt x="16700" y="1488"/>
                      <a:pt x="16700" y="1488"/>
                    </a:cubicBezTo>
                    <a:lnTo>
                      <a:pt x="15441" y="2801"/>
                    </a:lnTo>
                    <a:lnTo>
                      <a:pt x="15820" y="2981"/>
                    </a:lnTo>
                    <a:lnTo>
                      <a:pt x="15441" y="3375"/>
                    </a:lnTo>
                    <a:lnTo>
                      <a:pt x="2730" y="16587"/>
                    </a:lnTo>
                    <a:cubicBezTo>
                      <a:pt x="2279" y="17056"/>
                      <a:pt x="509" y="19614"/>
                      <a:pt x="586" y="20489"/>
                    </a:cubicBezTo>
                    <a:cubicBezTo>
                      <a:pt x="597" y="20614"/>
                      <a:pt x="646" y="20706"/>
                      <a:pt x="742" y="20751"/>
                    </a:cubicBezTo>
                    <a:cubicBezTo>
                      <a:pt x="1508" y="21113"/>
                      <a:pt x="4988" y="18432"/>
                      <a:pt x="5504" y="17895"/>
                    </a:cubicBezTo>
                    <a:lnTo>
                      <a:pt x="18209" y="4684"/>
                    </a:lnTo>
                    <a:lnTo>
                      <a:pt x="18588" y="4289"/>
                    </a:lnTo>
                    <a:lnTo>
                      <a:pt x="18984" y="4477"/>
                    </a:lnTo>
                    <a:lnTo>
                      <a:pt x="14043" y="9610"/>
                    </a:lnTo>
                    <a:lnTo>
                      <a:pt x="14611" y="9879"/>
                    </a:lnTo>
                    <a:lnTo>
                      <a:pt x="20810" y="3434"/>
                    </a:lnTo>
                    <a:cubicBezTo>
                      <a:pt x="20810" y="3434"/>
                      <a:pt x="20191" y="3144"/>
                      <a:pt x="19847" y="2981"/>
                    </a:cubicBezTo>
                    <a:lnTo>
                      <a:pt x="21451" y="1313"/>
                    </a:lnTo>
                    <a:cubicBezTo>
                      <a:pt x="21451" y="1313"/>
                      <a:pt x="18683" y="0"/>
                      <a:pt x="18683" y="0"/>
                    </a:cubicBezTo>
                    <a:close/>
                    <a:moveTo>
                      <a:pt x="586" y="20489"/>
                    </a:moveTo>
                    <a:cubicBezTo>
                      <a:pt x="585" y="20448"/>
                      <a:pt x="574" y="20416"/>
                      <a:pt x="580" y="20368"/>
                    </a:cubicBezTo>
                    <a:lnTo>
                      <a:pt x="319" y="20638"/>
                    </a:lnTo>
                    <a:cubicBezTo>
                      <a:pt x="213" y="20748"/>
                      <a:pt x="-149" y="21394"/>
                      <a:pt x="68" y="21497"/>
                    </a:cubicBezTo>
                    <a:cubicBezTo>
                      <a:pt x="286" y="21600"/>
                      <a:pt x="1004" y="21123"/>
                      <a:pt x="1110" y="21013"/>
                    </a:cubicBezTo>
                    <a:lnTo>
                      <a:pt x="1371" y="20739"/>
                    </a:lnTo>
                    <a:cubicBezTo>
                      <a:pt x="1093" y="20840"/>
                      <a:pt x="868" y="20874"/>
                      <a:pt x="731" y="20810"/>
                    </a:cubicBezTo>
                    <a:cubicBezTo>
                      <a:pt x="624" y="20759"/>
                      <a:pt x="588" y="20638"/>
                      <a:pt x="586" y="2048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" name="îṣḷí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C8278D8-32E2-4C70-BCFA-6BE3D438C6E6}"/>
                  </a:ext>
                </a:extLst>
              </p:cNvPr>
              <p:cNvSpPr/>
              <p:nvPr/>
            </p:nvSpPr>
            <p:spPr>
              <a:xfrm>
                <a:off x="6686715" y="2998363"/>
                <a:ext cx="342777" cy="38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57" h="21254" extrusionOk="0">
                    <a:moveTo>
                      <a:pt x="8090" y="6610"/>
                    </a:moveTo>
                    <a:lnTo>
                      <a:pt x="8090" y="3934"/>
                    </a:lnTo>
                    <a:lnTo>
                      <a:pt x="19378" y="1852"/>
                    </a:lnTo>
                    <a:lnTo>
                      <a:pt x="19378" y="4528"/>
                    </a:lnTo>
                    <a:cubicBezTo>
                      <a:pt x="19378" y="4528"/>
                      <a:pt x="8090" y="6610"/>
                      <a:pt x="8090" y="6610"/>
                    </a:cubicBezTo>
                    <a:close/>
                    <a:moveTo>
                      <a:pt x="21057" y="0"/>
                    </a:moveTo>
                    <a:lnTo>
                      <a:pt x="6411" y="2701"/>
                    </a:lnTo>
                    <a:lnTo>
                      <a:pt x="6411" y="15495"/>
                    </a:lnTo>
                    <a:cubicBezTo>
                      <a:pt x="5363" y="15254"/>
                      <a:pt x="3972" y="15448"/>
                      <a:pt x="2666" y="16104"/>
                    </a:cubicBezTo>
                    <a:cubicBezTo>
                      <a:pt x="567" y="17160"/>
                      <a:pt x="-518" y="19009"/>
                      <a:pt x="244" y="20236"/>
                    </a:cubicBezTo>
                    <a:cubicBezTo>
                      <a:pt x="1005" y="21462"/>
                      <a:pt x="3325" y="21600"/>
                      <a:pt x="5425" y="20544"/>
                    </a:cubicBezTo>
                    <a:cubicBezTo>
                      <a:pt x="7005" y="19749"/>
                      <a:pt x="8010" y="18505"/>
                      <a:pt x="8085" y="17416"/>
                    </a:cubicBezTo>
                    <a:lnTo>
                      <a:pt x="8090" y="17416"/>
                    </a:lnTo>
                    <a:lnTo>
                      <a:pt x="8090" y="8152"/>
                    </a:lnTo>
                    <a:lnTo>
                      <a:pt x="19378" y="6070"/>
                    </a:lnTo>
                    <a:lnTo>
                      <a:pt x="19378" y="10758"/>
                    </a:lnTo>
                    <a:cubicBezTo>
                      <a:pt x="18330" y="10518"/>
                      <a:pt x="16941" y="10712"/>
                      <a:pt x="15636" y="11368"/>
                    </a:cubicBezTo>
                    <a:cubicBezTo>
                      <a:pt x="13536" y="12424"/>
                      <a:pt x="12452" y="14273"/>
                      <a:pt x="13213" y="15499"/>
                    </a:cubicBezTo>
                    <a:cubicBezTo>
                      <a:pt x="13975" y="16725"/>
                      <a:pt x="16295" y="16863"/>
                      <a:pt x="18395" y="15807"/>
                    </a:cubicBezTo>
                    <a:cubicBezTo>
                      <a:pt x="20060" y="14970"/>
                      <a:pt x="21082" y="13635"/>
                      <a:pt x="21056" y="12506"/>
                    </a:cubicBezTo>
                    <a:lnTo>
                      <a:pt x="21057" y="12506"/>
                    </a:lnTo>
                    <a:cubicBezTo>
                      <a:pt x="21057" y="12506"/>
                      <a:pt x="21057" y="0"/>
                      <a:pt x="21057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îśḷï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625D5C12-97AA-4503-8824-ABE37097A4E9}"/>
                  </a:ext>
                </a:extLst>
              </p:cNvPr>
              <p:cNvSpPr/>
              <p:nvPr/>
            </p:nvSpPr>
            <p:spPr>
              <a:xfrm>
                <a:off x="5102352" y="1506800"/>
                <a:ext cx="416026" cy="2721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0" y="15429"/>
                    </a:moveTo>
                    <a:lnTo>
                      <a:pt x="2700" y="15429"/>
                    </a:lnTo>
                    <a:lnTo>
                      <a:pt x="2700" y="2057"/>
                    </a:lnTo>
                    <a:lnTo>
                      <a:pt x="18900" y="2057"/>
                    </a:lnTo>
                    <a:cubicBezTo>
                      <a:pt x="18900" y="2057"/>
                      <a:pt x="18900" y="15429"/>
                      <a:pt x="18900" y="15429"/>
                    </a:cubicBezTo>
                    <a:close/>
                    <a:moveTo>
                      <a:pt x="18900" y="0"/>
                    </a:moveTo>
                    <a:lnTo>
                      <a:pt x="2700" y="0"/>
                    </a:lnTo>
                    <a:cubicBezTo>
                      <a:pt x="1954" y="0"/>
                      <a:pt x="1350" y="922"/>
                      <a:pt x="1350" y="2057"/>
                    </a:cubicBezTo>
                    <a:cubicBezTo>
                      <a:pt x="1350" y="2057"/>
                      <a:pt x="1350" y="17486"/>
                      <a:pt x="1364" y="17486"/>
                    </a:cubicBezTo>
                    <a:lnTo>
                      <a:pt x="20235" y="17486"/>
                    </a:lnTo>
                    <a:cubicBezTo>
                      <a:pt x="20250" y="17486"/>
                      <a:pt x="20250" y="2057"/>
                      <a:pt x="20250" y="2057"/>
                    </a:cubicBezTo>
                    <a:cubicBezTo>
                      <a:pt x="20250" y="922"/>
                      <a:pt x="19646" y="0"/>
                      <a:pt x="18900" y="0"/>
                    </a:cubicBezTo>
                    <a:close/>
                    <a:moveTo>
                      <a:pt x="20250" y="21600"/>
                    </a:moveTo>
                    <a:lnTo>
                      <a:pt x="1350" y="21600"/>
                    </a:lnTo>
                    <a:cubicBezTo>
                      <a:pt x="604" y="21600"/>
                      <a:pt x="0" y="20679"/>
                      <a:pt x="0" y="19543"/>
                    </a:cubicBezTo>
                    <a:lnTo>
                      <a:pt x="0" y="18514"/>
                    </a:lnTo>
                    <a:lnTo>
                      <a:pt x="8775" y="18514"/>
                    </a:lnTo>
                    <a:lnTo>
                      <a:pt x="8775" y="19543"/>
                    </a:lnTo>
                    <a:lnTo>
                      <a:pt x="12825" y="19543"/>
                    </a:lnTo>
                    <a:lnTo>
                      <a:pt x="12825" y="18514"/>
                    </a:lnTo>
                    <a:lnTo>
                      <a:pt x="21600" y="18514"/>
                    </a:lnTo>
                    <a:lnTo>
                      <a:pt x="21600" y="19543"/>
                    </a:lnTo>
                    <a:cubicBezTo>
                      <a:pt x="21600" y="20679"/>
                      <a:pt x="20995" y="21600"/>
                      <a:pt x="20250" y="21600"/>
                    </a:cubicBezTo>
                    <a:cubicBezTo>
                      <a:pt x="20250" y="21600"/>
                      <a:pt x="20250" y="21600"/>
                      <a:pt x="20250" y="2160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îsḷï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C2E172C-2B96-4C7F-895E-D5D2424F4719}"/>
                  </a:ext>
                </a:extLst>
              </p:cNvPr>
              <p:cNvSpPr/>
              <p:nvPr/>
            </p:nvSpPr>
            <p:spPr>
              <a:xfrm>
                <a:off x="6931472" y="3156124"/>
                <a:ext cx="279948" cy="4002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1" h="21511" extrusionOk="0">
                    <a:moveTo>
                      <a:pt x="18683" y="0"/>
                    </a:moveTo>
                    <a:lnTo>
                      <a:pt x="17079" y="1668"/>
                    </a:lnTo>
                    <a:cubicBezTo>
                      <a:pt x="17015" y="1638"/>
                      <a:pt x="16700" y="1488"/>
                      <a:pt x="16700" y="1488"/>
                    </a:cubicBezTo>
                    <a:lnTo>
                      <a:pt x="15441" y="2801"/>
                    </a:lnTo>
                    <a:lnTo>
                      <a:pt x="15820" y="2981"/>
                    </a:lnTo>
                    <a:lnTo>
                      <a:pt x="15441" y="3375"/>
                    </a:lnTo>
                    <a:lnTo>
                      <a:pt x="2730" y="16587"/>
                    </a:lnTo>
                    <a:cubicBezTo>
                      <a:pt x="2279" y="17056"/>
                      <a:pt x="509" y="19614"/>
                      <a:pt x="586" y="20489"/>
                    </a:cubicBezTo>
                    <a:cubicBezTo>
                      <a:pt x="597" y="20614"/>
                      <a:pt x="646" y="20706"/>
                      <a:pt x="742" y="20751"/>
                    </a:cubicBezTo>
                    <a:cubicBezTo>
                      <a:pt x="1508" y="21113"/>
                      <a:pt x="4988" y="18432"/>
                      <a:pt x="5504" y="17895"/>
                    </a:cubicBezTo>
                    <a:lnTo>
                      <a:pt x="18209" y="4684"/>
                    </a:lnTo>
                    <a:lnTo>
                      <a:pt x="18588" y="4289"/>
                    </a:lnTo>
                    <a:lnTo>
                      <a:pt x="18984" y="4477"/>
                    </a:lnTo>
                    <a:lnTo>
                      <a:pt x="14043" y="9610"/>
                    </a:lnTo>
                    <a:lnTo>
                      <a:pt x="14611" y="9879"/>
                    </a:lnTo>
                    <a:lnTo>
                      <a:pt x="20810" y="3434"/>
                    </a:lnTo>
                    <a:cubicBezTo>
                      <a:pt x="20810" y="3434"/>
                      <a:pt x="20191" y="3144"/>
                      <a:pt x="19847" y="2981"/>
                    </a:cubicBezTo>
                    <a:lnTo>
                      <a:pt x="21451" y="1313"/>
                    </a:lnTo>
                    <a:cubicBezTo>
                      <a:pt x="21451" y="1313"/>
                      <a:pt x="18683" y="0"/>
                      <a:pt x="18683" y="0"/>
                    </a:cubicBezTo>
                    <a:close/>
                    <a:moveTo>
                      <a:pt x="586" y="20489"/>
                    </a:moveTo>
                    <a:cubicBezTo>
                      <a:pt x="585" y="20448"/>
                      <a:pt x="574" y="20416"/>
                      <a:pt x="580" y="20368"/>
                    </a:cubicBezTo>
                    <a:lnTo>
                      <a:pt x="319" y="20638"/>
                    </a:lnTo>
                    <a:cubicBezTo>
                      <a:pt x="213" y="20748"/>
                      <a:pt x="-149" y="21394"/>
                      <a:pt x="68" y="21497"/>
                    </a:cubicBezTo>
                    <a:cubicBezTo>
                      <a:pt x="286" y="21600"/>
                      <a:pt x="1004" y="21123"/>
                      <a:pt x="1110" y="21013"/>
                    </a:cubicBezTo>
                    <a:lnTo>
                      <a:pt x="1371" y="20739"/>
                    </a:lnTo>
                    <a:cubicBezTo>
                      <a:pt x="1093" y="20840"/>
                      <a:pt x="868" y="20874"/>
                      <a:pt x="731" y="20810"/>
                    </a:cubicBezTo>
                    <a:cubicBezTo>
                      <a:pt x="624" y="20759"/>
                      <a:pt x="588" y="20638"/>
                      <a:pt x="586" y="2048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íşḻî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E22EBDF-B37F-4444-87CD-67F26A9FFE82}"/>
                  </a:ext>
                </a:extLst>
              </p:cNvPr>
              <p:cNvSpPr/>
              <p:nvPr/>
            </p:nvSpPr>
            <p:spPr>
              <a:xfrm>
                <a:off x="4496990" y="1426268"/>
                <a:ext cx="505877" cy="5951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1" h="21329" extrusionOk="0">
                    <a:moveTo>
                      <a:pt x="9479" y="69"/>
                    </a:moveTo>
                    <a:cubicBezTo>
                      <a:pt x="11124" y="274"/>
                      <a:pt x="12739" y="925"/>
                      <a:pt x="14086" y="2032"/>
                    </a:cubicBezTo>
                    <a:cubicBezTo>
                      <a:pt x="15976" y="3586"/>
                      <a:pt x="17010" y="5836"/>
                      <a:pt x="16935" y="8190"/>
                    </a:cubicBezTo>
                    <a:cubicBezTo>
                      <a:pt x="16907" y="10081"/>
                      <a:pt x="16182" y="11891"/>
                      <a:pt x="14858" y="13324"/>
                    </a:cubicBezTo>
                    <a:cubicBezTo>
                      <a:pt x="12857" y="15491"/>
                      <a:pt x="9835" y="16494"/>
                      <a:pt x="6856" y="15992"/>
                    </a:cubicBezTo>
                    <a:cubicBezTo>
                      <a:pt x="491" y="14715"/>
                      <a:pt x="-2156" y="7496"/>
                      <a:pt x="2011" y="2776"/>
                    </a:cubicBezTo>
                    <a:cubicBezTo>
                      <a:pt x="3901" y="635"/>
                      <a:pt x="6739" y="-271"/>
                      <a:pt x="9479" y="69"/>
                    </a:cubicBezTo>
                    <a:close/>
                    <a:moveTo>
                      <a:pt x="16811" y="1700"/>
                    </a:moveTo>
                    <a:cubicBezTo>
                      <a:pt x="18616" y="3812"/>
                      <a:pt x="19444" y="6467"/>
                      <a:pt x="19139" y="9165"/>
                    </a:cubicBezTo>
                    <a:cubicBezTo>
                      <a:pt x="18834" y="11863"/>
                      <a:pt x="17427" y="14284"/>
                      <a:pt x="15191" y="15988"/>
                    </a:cubicBezTo>
                    <a:cubicBezTo>
                      <a:pt x="12662" y="17916"/>
                      <a:pt x="9407" y="18600"/>
                      <a:pt x="6359" y="18040"/>
                    </a:cubicBezTo>
                    <a:cubicBezTo>
                      <a:pt x="5749" y="17929"/>
                      <a:pt x="5143" y="17767"/>
                      <a:pt x="4558" y="17555"/>
                    </a:cubicBezTo>
                    <a:lnTo>
                      <a:pt x="4164" y="19468"/>
                    </a:lnTo>
                    <a:lnTo>
                      <a:pt x="7063" y="20000"/>
                    </a:lnTo>
                    <a:lnTo>
                      <a:pt x="6790" y="21329"/>
                    </a:lnTo>
                    <a:lnTo>
                      <a:pt x="227" y="20124"/>
                    </a:lnTo>
                    <a:lnTo>
                      <a:pt x="500" y="18796"/>
                    </a:lnTo>
                    <a:lnTo>
                      <a:pt x="2757" y="19210"/>
                    </a:lnTo>
                    <a:lnTo>
                      <a:pt x="3219" y="16965"/>
                    </a:lnTo>
                    <a:cubicBezTo>
                      <a:pt x="2951" y="16825"/>
                      <a:pt x="2688" y="16674"/>
                      <a:pt x="2431" y="16511"/>
                    </a:cubicBezTo>
                    <a:cubicBezTo>
                      <a:pt x="2174" y="16349"/>
                      <a:pt x="1928" y="16168"/>
                      <a:pt x="1684" y="15982"/>
                    </a:cubicBezTo>
                    <a:lnTo>
                      <a:pt x="2580" y="14934"/>
                    </a:lnTo>
                    <a:cubicBezTo>
                      <a:pt x="5970" y="17523"/>
                      <a:pt x="10902" y="17523"/>
                      <a:pt x="14300" y="14933"/>
                    </a:cubicBezTo>
                    <a:cubicBezTo>
                      <a:pt x="16239" y="13456"/>
                      <a:pt x="17444" y="11360"/>
                      <a:pt x="17708" y="9021"/>
                    </a:cubicBezTo>
                    <a:cubicBezTo>
                      <a:pt x="17973" y="6682"/>
                      <a:pt x="17267" y="4385"/>
                      <a:pt x="15703" y="2555"/>
                    </a:cubicBezTo>
                    <a:lnTo>
                      <a:pt x="16811" y="1700"/>
                    </a:lnTo>
                    <a:close/>
                    <a:moveTo>
                      <a:pt x="9715" y="1064"/>
                    </a:moveTo>
                    <a:cubicBezTo>
                      <a:pt x="9278" y="996"/>
                      <a:pt x="8832" y="968"/>
                      <a:pt x="8387" y="974"/>
                    </a:cubicBezTo>
                    <a:cubicBezTo>
                      <a:pt x="8460" y="1222"/>
                      <a:pt x="8544" y="1461"/>
                      <a:pt x="8641" y="1699"/>
                    </a:cubicBezTo>
                    <a:cubicBezTo>
                      <a:pt x="8737" y="1936"/>
                      <a:pt x="8846" y="2172"/>
                      <a:pt x="8962" y="2399"/>
                    </a:cubicBezTo>
                    <a:cubicBezTo>
                      <a:pt x="9289" y="2208"/>
                      <a:pt x="9627" y="2028"/>
                      <a:pt x="9967" y="1859"/>
                    </a:cubicBezTo>
                    <a:cubicBezTo>
                      <a:pt x="10307" y="1689"/>
                      <a:pt x="10645" y="1529"/>
                      <a:pt x="10997" y="1382"/>
                    </a:cubicBezTo>
                    <a:cubicBezTo>
                      <a:pt x="10579" y="1244"/>
                      <a:pt x="10153" y="1132"/>
                      <a:pt x="9715" y="1064"/>
                    </a:cubicBezTo>
                    <a:close/>
                    <a:moveTo>
                      <a:pt x="12202" y="1889"/>
                    </a:moveTo>
                    <a:cubicBezTo>
                      <a:pt x="11715" y="2060"/>
                      <a:pt x="11237" y="2254"/>
                      <a:pt x="10773" y="2470"/>
                    </a:cubicBezTo>
                    <a:cubicBezTo>
                      <a:pt x="10309" y="2687"/>
                      <a:pt x="9856" y="2925"/>
                      <a:pt x="9417" y="3184"/>
                    </a:cubicBezTo>
                    <a:cubicBezTo>
                      <a:pt x="9617" y="3488"/>
                      <a:pt x="9841" y="3788"/>
                      <a:pt x="10079" y="4067"/>
                    </a:cubicBezTo>
                    <a:cubicBezTo>
                      <a:pt x="10318" y="4345"/>
                      <a:pt x="10571" y="4610"/>
                      <a:pt x="10847" y="4861"/>
                    </a:cubicBezTo>
                    <a:lnTo>
                      <a:pt x="13083" y="2442"/>
                    </a:lnTo>
                    <a:cubicBezTo>
                      <a:pt x="12944" y="2342"/>
                      <a:pt x="12798" y="2240"/>
                      <a:pt x="12652" y="2149"/>
                    </a:cubicBezTo>
                    <a:cubicBezTo>
                      <a:pt x="12506" y="2059"/>
                      <a:pt x="12354" y="1969"/>
                      <a:pt x="12202" y="1889"/>
                    </a:cubicBezTo>
                    <a:close/>
                    <a:moveTo>
                      <a:pt x="7362" y="1000"/>
                    </a:moveTo>
                    <a:cubicBezTo>
                      <a:pt x="6540" y="1111"/>
                      <a:pt x="5754" y="1343"/>
                      <a:pt x="5029" y="1689"/>
                    </a:cubicBezTo>
                    <a:cubicBezTo>
                      <a:pt x="4305" y="2035"/>
                      <a:pt x="3644" y="2485"/>
                      <a:pt x="3064" y="3041"/>
                    </a:cubicBezTo>
                    <a:lnTo>
                      <a:pt x="5529" y="5074"/>
                    </a:lnTo>
                    <a:cubicBezTo>
                      <a:pt x="5922" y="4671"/>
                      <a:pt x="6339" y="4283"/>
                      <a:pt x="6773" y="3923"/>
                    </a:cubicBezTo>
                    <a:cubicBezTo>
                      <a:pt x="7206" y="3564"/>
                      <a:pt x="7655" y="3227"/>
                      <a:pt x="8126" y="2912"/>
                    </a:cubicBezTo>
                    <a:cubicBezTo>
                      <a:pt x="7964" y="2608"/>
                      <a:pt x="7819" y="2296"/>
                      <a:pt x="7690" y="1976"/>
                    </a:cubicBezTo>
                    <a:cubicBezTo>
                      <a:pt x="7561" y="1655"/>
                      <a:pt x="7454" y="1336"/>
                      <a:pt x="7362" y="1000"/>
                    </a:cubicBezTo>
                    <a:close/>
                    <a:moveTo>
                      <a:pt x="13806" y="3027"/>
                    </a:moveTo>
                    <a:lnTo>
                      <a:pt x="11570" y="5446"/>
                    </a:lnTo>
                    <a:cubicBezTo>
                      <a:pt x="11852" y="5649"/>
                      <a:pt x="12144" y="5840"/>
                      <a:pt x="12449" y="6011"/>
                    </a:cubicBezTo>
                    <a:cubicBezTo>
                      <a:pt x="12752" y="6182"/>
                      <a:pt x="13064" y="6332"/>
                      <a:pt x="13387" y="6469"/>
                    </a:cubicBezTo>
                    <a:cubicBezTo>
                      <a:pt x="13602" y="6013"/>
                      <a:pt x="13798" y="5550"/>
                      <a:pt x="13963" y="5077"/>
                    </a:cubicBezTo>
                    <a:cubicBezTo>
                      <a:pt x="14128" y="4603"/>
                      <a:pt x="14273" y="4122"/>
                      <a:pt x="14386" y="3633"/>
                    </a:cubicBezTo>
                    <a:cubicBezTo>
                      <a:pt x="14296" y="3528"/>
                      <a:pt x="14195" y="3418"/>
                      <a:pt x="14098" y="3318"/>
                    </a:cubicBezTo>
                    <a:cubicBezTo>
                      <a:pt x="14001" y="3218"/>
                      <a:pt x="13909" y="3123"/>
                      <a:pt x="13806" y="3027"/>
                    </a:cubicBezTo>
                    <a:close/>
                    <a:moveTo>
                      <a:pt x="15097" y="4643"/>
                    </a:moveTo>
                    <a:cubicBezTo>
                      <a:pt x="14989" y="5011"/>
                      <a:pt x="14872" y="5369"/>
                      <a:pt x="14735" y="5729"/>
                    </a:cubicBezTo>
                    <a:cubicBezTo>
                      <a:pt x="14598" y="6089"/>
                      <a:pt x="14440" y="6449"/>
                      <a:pt x="14276" y="6798"/>
                    </a:cubicBezTo>
                    <a:cubicBezTo>
                      <a:pt x="14551" y="6884"/>
                      <a:pt x="14842" y="6953"/>
                      <a:pt x="15125" y="7013"/>
                    </a:cubicBezTo>
                    <a:cubicBezTo>
                      <a:pt x="15409" y="7074"/>
                      <a:pt x="15688" y="7122"/>
                      <a:pt x="15977" y="7158"/>
                    </a:cubicBezTo>
                    <a:cubicBezTo>
                      <a:pt x="15915" y="6710"/>
                      <a:pt x="15813" y="6274"/>
                      <a:pt x="15666" y="5853"/>
                    </a:cubicBezTo>
                    <a:cubicBezTo>
                      <a:pt x="15519" y="5432"/>
                      <a:pt x="15324" y="5029"/>
                      <a:pt x="15097" y="4643"/>
                    </a:cubicBezTo>
                    <a:close/>
                    <a:moveTo>
                      <a:pt x="8606" y="3701"/>
                    </a:moveTo>
                    <a:cubicBezTo>
                      <a:pt x="8180" y="3989"/>
                      <a:pt x="7775" y="4303"/>
                      <a:pt x="7382" y="4630"/>
                    </a:cubicBezTo>
                    <a:cubicBezTo>
                      <a:pt x="6990" y="4957"/>
                      <a:pt x="6609" y="5294"/>
                      <a:pt x="6252" y="5658"/>
                    </a:cubicBezTo>
                    <a:lnTo>
                      <a:pt x="8448" y="7464"/>
                    </a:lnTo>
                    <a:lnTo>
                      <a:pt x="10216" y="5542"/>
                    </a:lnTo>
                    <a:cubicBezTo>
                      <a:pt x="9905" y="5266"/>
                      <a:pt x="9620" y="4976"/>
                      <a:pt x="9351" y="4670"/>
                    </a:cubicBezTo>
                    <a:cubicBezTo>
                      <a:pt x="9081" y="4363"/>
                      <a:pt x="8831" y="4036"/>
                      <a:pt x="8606" y="3701"/>
                    </a:cubicBezTo>
                    <a:close/>
                    <a:moveTo>
                      <a:pt x="2433" y="3721"/>
                    </a:moveTo>
                    <a:cubicBezTo>
                      <a:pt x="1932" y="4341"/>
                      <a:pt x="1546" y="5031"/>
                      <a:pt x="1284" y="5757"/>
                    </a:cubicBezTo>
                    <a:cubicBezTo>
                      <a:pt x="1022" y="6483"/>
                      <a:pt x="879" y="7253"/>
                      <a:pt x="878" y="8036"/>
                    </a:cubicBezTo>
                    <a:cubicBezTo>
                      <a:pt x="1138" y="8064"/>
                      <a:pt x="1405" y="8097"/>
                      <a:pt x="1661" y="8144"/>
                    </a:cubicBezTo>
                    <a:cubicBezTo>
                      <a:pt x="2118" y="8228"/>
                      <a:pt x="2562" y="8343"/>
                      <a:pt x="3001" y="8485"/>
                    </a:cubicBezTo>
                    <a:cubicBezTo>
                      <a:pt x="3265" y="8000"/>
                      <a:pt x="3553" y="7531"/>
                      <a:pt x="3870" y="7076"/>
                    </a:cubicBezTo>
                    <a:cubicBezTo>
                      <a:pt x="4187" y="6619"/>
                      <a:pt x="4542" y="6181"/>
                      <a:pt x="4910" y="5757"/>
                    </a:cubicBezTo>
                    <a:lnTo>
                      <a:pt x="2433" y="3721"/>
                    </a:lnTo>
                    <a:close/>
                    <a:moveTo>
                      <a:pt x="10939" y="6126"/>
                    </a:moveTo>
                    <a:lnTo>
                      <a:pt x="9169" y="8060"/>
                    </a:lnTo>
                    <a:lnTo>
                      <a:pt x="11249" y="9761"/>
                    </a:lnTo>
                    <a:cubicBezTo>
                      <a:pt x="11579" y="9378"/>
                      <a:pt x="11885" y="8986"/>
                      <a:pt x="12172" y="8576"/>
                    </a:cubicBezTo>
                    <a:cubicBezTo>
                      <a:pt x="12459" y="8166"/>
                      <a:pt x="12721" y="7741"/>
                      <a:pt x="12963" y="7306"/>
                    </a:cubicBezTo>
                    <a:cubicBezTo>
                      <a:pt x="12603" y="7149"/>
                      <a:pt x="12253" y="6964"/>
                      <a:pt x="11915" y="6769"/>
                    </a:cubicBezTo>
                    <a:cubicBezTo>
                      <a:pt x="11577" y="6573"/>
                      <a:pt x="11251" y="6358"/>
                      <a:pt x="10939" y="6126"/>
                    </a:cubicBezTo>
                    <a:close/>
                    <a:moveTo>
                      <a:pt x="13849" y="7647"/>
                    </a:moveTo>
                    <a:cubicBezTo>
                      <a:pt x="13586" y="8127"/>
                      <a:pt x="13297" y="8593"/>
                      <a:pt x="12982" y="9045"/>
                    </a:cubicBezTo>
                    <a:cubicBezTo>
                      <a:pt x="12667" y="9497"/>
                      <a:pt x="12334" y="9936"/>
                      <a:pt x="11969" y="10357"/>
                    </a:cubicBezTo>
                    <a:lnTo>
                      <a:pt x="14436" y="12379"/>
                    </a:lnTo>
                    <a:cubicBezTo>
                      <a:pt x="14933" y="11764"/>
                      <a:pt x="15319" y="11085"/>
                      <a:pt x="15581" y="10366"/>
                    </a:cubicBezTo>
                    <a:cubicBezTo>
                      <a:pt x="15842" y="9647"/>
                      <a:pt x="15976" y="8886"/>
                      <a:pt x="15982" y="8110"/>
                    </a:cubicBezTo>
                    <a:cubicBezTo>
                      <a:pt x="15743" y="8082"/>
                      <a:pt x="15506" y="8058"/>
                      <a:pt x="15271" y="8015"/>
                    </a:cubicBezTo>
                    <a:cubicBezTo>
                      <a:pt x="15030" y="7970"/>
                      <a:pt x="14788" y="7908"/>
                      <a:pt x="14551" y="7847"/>
                    </a:cubicBezTo>
                    <a:cubicBezTo>
                      <a:pt x="14314" y="7786"/>
                      <a:pt x="14080" y="7724"/>
                      <a:pt x="13849" y="7647"/>
                    </a:cubicBezTo>
                    <a:close/>
                    <a:moveTo>
                      <a:pt x="5621" y="6339"/>
                    </a:moveTo>
                    <a:cubicBezTo>
                      <a:pt x="5287" y="6724"/>
                      <a:pt x="4981" y="7134"/>
                      <a:pt x="4692" y="7547"/>
                    </a:cubicBezTo>
                    <a:cubicBezTo>
                      <a:pt x="4403" y="7961"/>
                      <a:pt x="4130" y="8387"/>
                      <a:pt x="3887" y="8826"/>
                    </a:cubicBezTo>
                    <a:cubicBezTo>
                      <a:pt x="4272" y="8990"/>
                      <a:pt x="4648" y="9168"/>
                      <a:pt x="5008" y="9376"/>
                    </a:cubicBezTo>
                    <a:cubicBezTo>
                      <a:pt x="5368" y="9585"/>
                      <a:pt x="5718" y="9817"/>
                      <a:pt x="6049" y="10067"/>
                    </a:cubicBezTo>
                    <a:lnTo>
                      <a:pt x="7817" y="8145"/>
                    </a:lnTo>
                    <a:lnTo>
                      <a:pt x="5621" y="6339"/>
                    </a:lnTo>
                    <a:close/>
                    <a:moveTo>
                      <a:pt x="8538" y="8741"/>
                    </a:moveTo>
                    <a:lnTo>
                      <a:pt x="6770" y="10663"/>
                    </a:lnTo>
                    <a:cubicBezTo>
                      <a:pt x="7059" y="10924"/>
                      <a:pt x="7330" y="11201"/>
                      <a:pt x="7582" y="11489"/>
                    </a:cubicBezTo>
                    <a:cubicBezTo>
                      <a:pt x="7834" y="11777"/>
                      <a:pt x="8064" y="12076"/>
                      <a:pt x="8278" y="12390"/>
                    </a:cubicBezTo>
                    <a:cubicBezTo>
                      <a:pt x="8700" y="12103"/>
                      <a:pt x="9109" y="11798"/>
                      <a:pt x="9499" y="11473"/>
                    </a:cubicBezTo>
                    <a:cubicBezTo>
                      <a:pt x="9889" y="11147"/>
                      <a:pt x="10262" y="10804"/>
                      <a:pt x="10617" y="10442"/>
                    </a:cubicBezTo>
                    <a:lnTo>
                      <a:pt x="8538" y="8741"/>
                    </a:lnTo>
                    <a:close/>
                    <a:moveTo>
                      <a:pt x="1798" y="9132"/>
                    </a:moveTo>
                    <a:cubicBezTo>
                      <a:pt x="1535" y="9075"/>
                      <a:pt x="1275" y="9033"/>
                      <a:pt x="1007" y="8999"/>
                    </a:cubicBezTo>
                    <a:cubicBezTo>
                      <a:pt x="1062" y="9423"/>
                      <a:pt x="1148" y="9837"/>
                      <a:pt x="1280" y="10238"/>
                    </a:cubicBezTo>
                    <a:cubicBezTo>
                      <a:pt x="1412" y="10638"/>
                      <a:pt x="1583" y="11018"/>
                      <a:pt x="1786" y="11388"/>
                    </a:cubicBezTo>
                    <a:cubicBezTo>
                      <a:pt x="1891" y="11037"/>
                      <a:pt x="2008" y="10691"/>
                      <a:pt x="2139" y="10348"/>
                    </a:cubicBezTo>
                    <a:cubicBezTo>
                      <a:pt x="2270" y="10005"/>
                      <a:pt x="2418" y="9667"/>
                      <a:pt x="2574" y="9334"/>
                    </a:cubicBezTo>
                    <a:cubicBezTo>
                      <a:pt x="2319" y="9257"/>
                      <a:pt x="2059" y="9189"/>
                      <a:pt x="1798" y="9132"/>
                    </a:cubicBezTo>
                    <a:close/>
                    <a:moveTo>
                      <a:pt x="11338" y="11038"/>
                    </a:moveTo>
                    <a:cubicBezTo>
                      <a:pt x="10948" y="11437"/>
                      <a:pt x="10541" y="11810"/>
                      <a:pt x="10111" y="12167"/>
                    </a:cubicBezTo>
                    <a:cubicBezTo>
                      <a:pt x="9681" y="12525"/>
                      <a:pt x="9224" y="12866"/>
                      <a:pt x="8757" y="13179"/>
                    </a:cubicBezTo>
                    <a:cubicBezTo>
                      <a:pt x="8923" y="13483"/>
                      <a:pt x="9075" y="13796"/>
                      <a:pt x="9206" y="14117"/>
                    </a:cubicBezTo>
                    <a:cubicBezTo>
                      <a:pt x="9337" y="14439"/>
                      <a:pt x="9449" y="14769"/>
                      <a:pt x="9544" y="15106"/>
                    </a:cubicBezTo>
                    <a:cubicBezTo>
                      <a:pt x="10358" y="14993"/>
                      <a:pt x="11133" y="14757"/>
                      <a:pt x="11852" y="14413"/>
                    </a:cubicBezTo>
                    <a:cubicBezTo>
                      <a:pt x="12571" y="14068"/>
                      <a:pt x="13229" y="13610"/>
                      <a:pt x="13805" y="13059"/>
                    </a:cubicBezTo>
                    <a:lnTo>
                      <a:pt x="11338" y="11038"/>
                    </a:lnTo>
                    <a:close/>
                    <a:moveTo>
                      <a:pt x="3466" y="9652"/>
                    </a:moveTo>
                    <a:cubicBezTo>
                      <a:pt x="3255" y="10099"/>
                      <a:pt x="3068" y="10559"/>
                      <a:pt x="2906" y="11023"/>
                    </a:cubicBezTo>
                    <a:cubicBezTo>
                      <a:pt x="2744" y="11488"/>
                      <a:pt x="2612" y="11967"/>
                      <a:pt x="2500" y="12447"/>
                    </a:cubicBezTo>
                    <a:cubicBezTo>
                      <a:pt x="2606" y="12576"/>
                      <a:pt x="2712" y="12693"/>
                      <a:pt x="2827" y="12816"/>
                    </a:cubicBezTo>
                    <a:cubicBezTo>
                      <a:pt x="2943" y="12939"/>
                      <a:pt x="3067" y="13064"/>
                      <a:pt x="3192" y="13180"/>
                    </a:cubicBezTo>
                    <a:lnTo>
                      <a:pt x="5416" y="10759"/>
                    </a:lnTo>
                    <a:cubicBezTo>
                      <a:pt x="5115" y="10538"/>
                      <a:pt x="4810" y="10332"/>
                      <a:pt x="4484" y="10148"/>
                    </a:cubicBezTo>
                    <a:cubicBezTo>
                      <a:pt x="4158" y="9964"/>
                      <a:pt x="3813" y="9796"/>
                      <a:pt x="3466" y="9652"/>
                    </a:cubicBezTo>
                    <a:close/>
                    <a:moveTo>
                      <a:pt x="6136" y="11355"/>
                    </a:moveTo>
                    <a:lnTo>
                      <a:pt x="3901" y="13774"/>
                    </a:lnTo>
                    <a:cubicBezTo>
                      <a:pt x="4016" y="13856"/>
                      <a:pt x="4137" y="13929"/>
                      <a:pt x="4256" y="14005"/>
                    </a:cubicBezTo>
                    <a:cubicBezTo>
                      <a:pt x="4376" y="14081"/>
                      <a:pt x="4502" y="14158"/>
                      <a:pt x="4626" y="14228"/>
                    </a:cubicBezTo>
                    <a:cubicBezTo>
                      <a:pt x="5123" y="14054"/>
                      <a:pt x="5608" y="13859"/>
                      <a:pt x="6082" y="13639"/>
                    </a:cubicBezTo>
                    <a:cubicBezTo>
                      <a:pt x="6556" y="13419"/>
                      <a:pt x="7019" y="13171"/>
                      <a:pt x="7466" y="12906"/>
                    </a:cubicBezTo>
                    <a:cubicBezTo>
                      <a:pt x="7279" y="12625"/>
                      <a:pt x="7074" y="12352"/>
                      <a:pt x="6853" y="12093"/>
                    </a:cubicBezTo>
                    <a:cubicBezTo>
                      <a:pt x="6632" y="11833"/>
                      <a:pt x="6391" y="11591"/>
                      <a:pt x="6136" y="11355"/>
                    </a:cubicBezTo>
                    <a:close/>
                    <a:moveTo>
                      <a:pt x="7934" y="13694"/>
                    </a:moveTo>
                    <a:cubicBezTo>
                      <a:pt x="7591" y="13896"/>
                      <a:pt x="7243" y="14084"/>
                      <a:pt x="6885" y="14262"/>
                    </a:cubicBezTo>
                    <a:cubicBezTo>
                      <a:pt x="6527" y="14440"/>
                      <a:pt x="6160" y="14609"/>
                      <a:pt x="5788" y="14762"/>
                    </a:cubicBezTo>
                    <a:cubicBezTo>
                      <a:pt x="6191" y="14908"/>
                      <a:pt x="6614" y="15020"/>
                      <a:pt x="7040" y="15099"/>
                    </a:cubicBezTo>
                    <a:cubicBezTo>
                      <a:pt x="7538" y="15190"/>
                      <a:pt x="8041" y="15236"/>
                      <a:pt x="8548" y="15233"/>
                    </a:cubicBezTo>
                    <a:cubicBezTo>
                      <a:pt x="8471" y="14966"/>
                      <a:pt x="8384" y="14704"/>
                      <a:pt x="8282" y="14447"/>
                    </a:cubicBezTo>
                    <a:cubicBezTo>
                      <a:pt x="8181" y="14190"/>
                      <a:pt x="8061" y="13938"/>
                      <a:pt x="7934" y="13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ïṥľi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49F1C2D-7D87-457D-A333-755AD90FE91C}"/>
                  </a:ext>
                </a:extLst>
              </p:cNvPr>
              <p:cNvSpPr/>
              <p:nvPr/>
            </p:nvSpPr>
            <p:spPr>
              <a:xfrm>
                <a:off x="6329369" y="1043025"/>
                <a:ext cx="377695" cy="3776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13" h="20113" extrusionOk="0">
                    <a:moveTo>
                      <a:pt x="8483" y="125"/>
                    </a:moveTo>
                    <a:cubicBezTo>
                      <a:pt x="2996" y="994"/>
                      <a:pt x="-744" y="6142"/>
                      <a:pt x="125" y="11629"/>
                    </a:cubicBezTo>
                    <a:cubicBezTo>
                      <a:pt x="994" y="17116"/>
                      <a:pt x="6142" y="20856"/>
                      <a:pt x="11629" y="19987"/>
                    </a:cubicBezTo>
                    <a:cubicBezTo>
                      <a:pt x="17116" y="19118"/>
                      <a:pt x="20856" y="13970"/>
                      <a:pt x="19987" y="8483"/>
                    </a:cubicBezTo>
                    <a:cubicBezTo>
                      <a:pt x="19118" y="2996"/>
                      <a:pt x="13970" y="-744"/>
                      <a:pt x="8483" y="125"/>
                    </a:cubicBezTo>
                    <a:close/>
                    <a:moveTo>
                      <a:pt x="8760" y="1873"/>
                    </a:moveTo>
                    <a:cubicBezTo>
                      <a:pt x="8956" y="1842"/>
                      <a:pt x="9163" y="1878"/>
                      <a:pt x="9336" y="2004"/>
                    </a:cubicBezTo>
                    <a:cubicBezTo>
                      <a:pt x="9681" y="2255"/>
                      <a:pt x="9758" y="2741"/>
                      <a:pt x="9507" y="3087"/>
                    </a:cubicBezTo>
                    <a:cubicBezTo>
                      <a:pt x="9256" y="3432"/>
                      <a:pt x="8770" y="3509"/>
                      <a:pt x="8424" y="3258"/>
                    </a:cubicBezTo>
                    <a:cubicBezTo>
                      <a:pt x="8079" y="3007"/>
                      <a:pt x="8002" y="2521"/>
                      <a:pt x="8253" y="2175"/>
                    </a:cubicBezTo>
                    <a:cubicBezTo>
                      <a:pt x="8378" y="2002"/>
                      <a:pt x="8564" y="1904"/>
                      <a:pt x="8760" y="1873"/>
                    </a:cubicBezTo>
                    <a:close/>
                    <a:moveTo>
                      <a:pt x="9098" y="4008"/>
                    </a:moveTo>
                    <a:cubicBezTo>
                      <a:pt x="9327" y="3971"/>
                      <a:pt x="9546" y="4130"/>
                      <a:pt x="9582" y="4359"/>
                    </a:cubicBezTo>
                    <a:lnTo>
                      <a:pt x="10314" y="8984"/>
                    </a:lnTo>
                    <a:cubicBezTo>
                      <a:pt x="10465" y="9019"/>
                      <a:pt x="10626" y="8992"/>
                      <a:pt x="10759" y="9088"/>
                    </a:cubicBezTo>
                    <a:cubicBezTo>
                      <a:pt x="10893" y="9186"/>
                      <a:pt x="10931" y="9343"/>
                      <a:pt x="11011" y="9477"/>
                    </a:cubicBezTo>
                    <a:lnTo>
                      <a:pt x="14460" y="8930"/>
                    </a:lnTo>
                    <a:cubicBezTo>
                      <a:pt x="14689" y="8894"/>
                      <a:pt x="14908" y="9053"/>
                      <a:pt x="14944" y="9282"/>
                    </a:cubicBezTo>
                    <a:cubicBezTo>
                      <a:pt x="14980" y="9511"/>
                      <a:pt x="14822" y="9729"/>
                      <a:pt x="14593" y="9766"/>
                    </a:cubicBezTo>
                    <a:lnTo>
                      <a:pt x="11143" y="10312"/>
                    </a:lnTo>
                    <a:cubicBezTo>
                      <a:pt x="11108" y="10464"/>
                      <a:pt x="11121" y="10625"/>
                      <a:pt x="11024" y="10759"/>
                    </a:cubicBezTo>
                    <a:cubicBezTo>
                      <a:pt x="10636" y="11292"/>
                      <a:pt x="9886" y="11411"/>
                      <a:pt x="9353" y="11024"/>
                    </a:cubicBezTo>
                    <a:cubicBezTo>
                      <a:pt x="8820" y="10636"/>
                      <a:pt x="8701" y="9886"/>
                      <a:pt x="9088" y="9353"/>
                    </a:cubicBezTo>
                    <a:cubicBezTo>
                      <a:pt x="9188" y="9215"/>
                      <a:pt x="9357" y="9195"/>
                      <a:pt x="9495" y="9114"/>
                    </a:cubicBezTo>
                    <a:lnTo>
                      <a:pt x="8762" y="4489"/>
                    </a:lnTo>
                    <a:cubicBezTo>
                      <a:pt x="8726" y="4260"/>
                      <a:pt x="8869" y="4044"/>
                      <a:pt x="9098" y="4008"/>
                    </a:cubicBezTo>
                    <a:close/>
                    <a:moveTo>
                      <a:pt x="2495" y="10476"/>
                    </a:moveTo>
                    <a:cubicBezTo>
                      <a:pt x="2691" y="10446"/>
                      <a:pt x="2898" y="10482"/>
                      <a:pt x="3071" y="10607"/>
                    </a:cubicBezTo>
                    <a:cubicBezTo>
                      <a:pt x="3417" y="10859"/>
                      <a:pt x="3494" y="11345"/>
                      <a:pt x="3243" y="11690"/>
                    </a:cubicBezTo>
                    <a:cubicBezTo>
                      <a:pt x="2992" y="12035"/>
                      <a:pt x="2505" y="12113"/>
                      <a:pt x="2160" y="11862"/>
                    </a:cubicBezTo>
                    <a:cubicBezTo>
                      <a:pt x="1814" y="11610"/>
                      <a:pt x="1737" y="11124"/>
                      <a:pt x="1988" y="10779"/>
                    </a:cubicBezTo>
                    <a:cubicBezTo>
                      <a:pt x="2114" y="10606"/>
                      <a:pt x="2300" y="10507"/>
                      <a:pt x="2495" y="10476"/>
                    </a:cubicBezTo>
                    <a:close/>
                    <a:moveTo>
                      <a:pt x="17392" y="8117"/>
                    </a:moveTo>
                    <a:cubicBezTo>
                      <a:pt x="17587" y="8086"/>
                      <a:pt x="17779" y="8125"/>
                      <a:pt x="17952" y="8250"/>
                    </a:cubicBezTo>
                    <a:cubicBezTo>
                      <a:pt x="18298" y="8502"/>
                      <a:pt x="18375" y="8988"/>
                      <a:pt x="18124" y="9333"/>
                    </a:cubicBezTo>
                    <a:cubicBezTo>
                      <a:pt x="17872" y="9678"/>
                      <a:pt x="17402" y="9753"/>
                      <a:pt x="17056" y="9502"/>
                    </a:cubicBezTo>
                    <a:cubicBezTo>
                      <a:pt x="16711" y="9251"/>
                      <a:pt x="16634" y="8765"/>
                      <a:pt x="16885" y="8419"/>
                    </a:cubicBezTo>
                    <a:cubicBezTo>
                      <a:pt x="17010" y="8247"/>
                      <a:pt x="17196" y="8148"/>
                      <a:pt x="17392" y="8117"/>
                    </a:cubicBezTo>
                    <a:close/>
                    <a:moveTo>
                      <a:pt x="11112" y="16723"/>
                    </a:moveTo>
                    <a:cubicBezTo>
                      <a:pt x="11308" y="16692"/>
                      <a:pt x="11515" y="16728"/>
                      <a:pt x="11688" y="16854"/>
                    </a:cubicBezTo>
                    <a:cubicBezTo>
                      <a:pt x="12033" y="17105"/>
                      <a:pt x="12110" y="17591"/>
                      <a:pt x="11859" y="17937"/>
                    </a:cubicBezTo>
                    <a:cubicBezTo>
                      <a:pt x="11608" y="18282"/>
                      <a:pt x="11122" y="18359"/>
                      <a:pt x="10776" y="18108"/>
                    </a:cubicBezTo>
                    <a:cubicBezTo>
                      <a:pt x="10431" y="17857"/>
                      <a:pt x="10354" y="17371"/>
                      <a:pt x="10605" y="17025"/>
                    </a:cubicBezTo>
                    <a:cubicBezTo>
                      <a:pt x="10730" y="16853"/>
                      <a:pt x="10916" y="16754"/>
                      <a:pt x="11112" y="16723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ïṧ1i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D63E5E7-D252-4B19-90C1-9E303F972DF1}"/>
                  </a:ext>
                </a:extLst>
              </p:cNvPr>
              <p:cNvSpPr/>
              <p:nvPr/>
            </p:nvSpPr>
            <p:spPr>
              <a:xfrm>
                <a:off x="7889640" y="2458141"/>
                <a:ext cx="322192" cy="4056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5" y="0"/>
                    </a:moveTo>
                    <a:lnTo>
                      <a:pt x="0" y="18854"/>
                    </a:lnTo>
                    <a:lnTo>
                      <a:pt x="17786" y="21600"/>
                    </a:lnTo>
                    <a:lnTo>
                      <a:pt x="21600" y="6017"/>
                    </a:lnTo>
                    <a:lnTo>
                      <a:pt x="18300" y="2113"/>
                    </a:lnTo>
                    <a:lnTo>
                      <a:pt x="4615" y="0"/>
                    </a:lnTo>
                    <a:close/>
                    <a:moveTo>
                      <a:pt x="9206" y="5215"/>
                    </a:moveTo>
                    <a:lnTo>
                      <a:pt x="15684" y="6215"/>
                    </a:lnTo>
                    <a:lnTo>
                      <a:pt x="15556" y="6735"/>
                    </a:lnTo>
                    <a:lnTo>
                      <a:pt x="9079" y="5735"/>
                    </a:lnTo>
                    <a:lnTo>
                      <a:pt x="9206" y="5215"/>
                    </a:lnTo>
                    <a:close/>
                    <a:moveTo>
                      <a:pt x="4712" y="9845"/>
                    </a:moveTo>
                    <a:lnTo>
                      <a:pt x="17667" y="11845"/>
                    </a:lnTo>
                    <a:lnTo>
                      <a:pt x="17544" y="12350"/>
                    </a:lnTo>
                    <a:lnTo>
                      <a:pt x="4588" y="10350"/>
                    </a:lnTo>
                    <a:lnTo>
                      <a:pt x="4712" y="9845"/>
                    </a:lnTo>
                    <a:close/>
                    <a:moveTo>
                      <a:pt x="4086" y="12402"/>
                    </a:moveTo>
                    <a:lnTo>
                      <a:pt x="17041" y="14402"/>
                    </a:lnTo>
                    <a:lnTo>
                      <a:pt x="16914" y="14923"/>
                    </a:lnTo>
                    <a:lnTo>
                      <a:pt x="3958" y="12923"/>
                    </a:lnTo>
                    <a:lnTo>
                      <a:pt x="4086" y="12402"/>
                    </a:lnTo>
                    <a:close/>
                    <a:moveTo>
                      <a:pt x="3460" y="14960"/>
                    </a:moveTo>
                    <a:lnTo>
                      <a:pt x="9938" y="15960"/>
                    </a:lnTo>
                    <a:lnTo>
                      <a:pt x="9810" y="16480"/>
                    </a:lnTo>
                    <a:lnTo>
                      <a:pt x="3332" y="15480"/>
                    </a:lnTo>
                    <a:lnTo>
                      <a:pt x="3460" y="14960"/>
                    </a:ln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ïslî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87DF9B0-49A2-41EA-809C-38EB21F4C536}"/>
                  </a:ext>
                </a:extLst>
              </p:cNvPr>
              <p:cNvSpPr/>
              <p:nvPr/>
            </p:nvSpPr>
            <p:spPr>
              <a:xfrm>
                <a:off x="7601158" y="2346374"/>
                <a:ext cx="324622" cy="6894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919" y="0"/>
                    </a:moveTo>
                    <a:lnTo>
                      <a:pt x="15512" y="1725"/>
                    </a:lnTo>
                    <a:cubicBezTo>
                      <a:pt x="15654" y="1751"/>
                      <a:pt x="17066" y="2005"/>
                      <a:pt x="17066" y="2005"/>
                    </a:cubicBezTo>
                    <a:lnTo>
                      <a:pt x="16932" y="2169"/>
                    </a:lnTo>
                    <a:lnTo>
                      <a:pt x="15379" y="1889"/>
                    </a:lnTo>
                    <a:lnTo>
                      <a:pt x="14764" y="2643"/>
                    </a:lnTo>
                    <a:cubicBezTo>
                      <a:pt x="14901" y="2667"/>
                      <a:pt x="15906" y="2848"/>
                      <a:pt x="15906" y="2848"/>
                    </a:cubicBezTo>
                    <a:lnTo>
                      <a:pt x="15773" y="3012"/>
                    </a:lnTo>
                    <a:lnTo>
                      <a:pt x="14631" y="2807"/>
                    </a:lnTo>
                    <a:lnTo>
                      <a:pt x="14016" y="3561"/>
                    </a:lnTo>
                    <a:cubicBezTo>
                      <a:pt x="14158" y="3586"/>
                      <a:pt x="15569" y="3841"/>
                      <a:pt x="15569" y="3841"/>
                    </a:cubicBezTo>
                    <a:lnTo>
                      <a:pt x="15436" y="4004"/>
                    </a:lnTo>
                    <a:lnTo>
                      <a:pt x="13883" y="3724"/>
                    </a:lnTo>
                    <a:lnTo>
                      <a:pt x="13267" y="4479"/>
                    </a:lnTo>
                    <a:cubicBezTo>
                      <a:pt x="13404" y="4504"/>
                      <a:pt x="14409" y="4684"/>
                      <a:pt x="14409" y="4684"/>
                    </a:cubicBezTo>
                    <a:lnTo>
                      <a:pt x="14276" y="4848"/>
                    </a:lnTo>
                    <a:lnTo>
                      <a:pt x="13134" y="4643"/>
                    </a:lnTo>
                    <a:lnTo>
                      <a:pt x="12519" y="5397"/>
                    </a:lnTo>
                    <a:cubicBezTo>
                      <a:pt x="12661" y="5422"/>
                      <a:pt x="14072" y="5676"/>
                      <a:pt x="14072" y="5676"/>
                    </a:cubicBezTo>
                    <a:lnTo>
                      <a:pt x="13939" y="5840"/>
                    </a:lnTo>
                    <a:lnTo>
                      <a:pt x="12386" y="5561"/>
                    </a:lnTo>
                    <a:lnTo>
                      <a:pt x="11771" y="6315"/>
                    </a:lnTo>
                    <a:cubicBezTo>
                      <a:pt x="11908" y="6339"/>
                      <a:pt x="12913" y="6520"/>
                      <a:pt x="12913" y="6520"/>
                    </a:cubicBezTo>
                    <a:lnTo>
                      <a:pt x="12780" y="6684"/>
                    </a:lnTo>
                    <a:lnTo>
                      <a:pt x="11638" y="6478"/>
                    </a:lnTo>
                    <a:lnTo>
                      <a:pt x="11023" y="7232"/>
                    </a:lnTo>
                    <a:cubicBezTo>
                      <a:pt x="11164" y="7258"/>
                      <a:pt x="12575" y="7513"/>
                      <a:pt x="12575" y="7513"/>
                    </a:cubicBezTo>
                    <a:lnTo>
                      <a:pt x="12442" y="7677"/>
                    </a:lnTo>
                    <a:lnTo>
                      <a:pt x="10890" y="7396"/>
                    </a:lnTo>
                    <a:lnTo>
                      <a:pt x="10274" y="8151"/>
                    </a:lnTo>
                    <a:cubicBezTo>
                      <a:pt x="10411" y="8176"/>
                      <a:pt x="11416" y="8356"/>
                      <a:pt x="11416" y="8356"/>
                    </a:cubicBezTo>
                    <a:lnTo>
                      <a:pt x="11283" y="8520"/>
                    </a:lnTo>
                    <a:lnTo>
                      <a:pt x="10141" y="8315"/>
                    </a:lnTo>
                    <a:lnTo>
                      <a:pt x="9526" y="9069"/>
                    </a:lnTo>
                    <a:cubicBezTo>
                      <a:pt x="9667" y="9094"/>
                      <a:pt x="11079" y="9348"/>
                      <a:pt x="11079" y="9348"/>
                    </a:cubicBezTo>
                    <a:lnTo>
                      <a:pt x="10946" y="9512"/>
                    </a:lnTo>
                    <a:lnTo>
                      <a:pt x="9392" y="9232"/>
                    </a:lnTo>
                    <a:lnTo>
                      <a:pt x="8778" y="9986"/>
                    </a:lnTo>
                    <a:cubicBezTo>
                      <a:pt x="8914" y="10011"/>
                      <a:pt x="9919" y="10193"/>
                      <a:pt x="9919" y="10193"/>
                    </a:cubicBezTo>
                    <a:lnTo>
                      <a:pt x="9786" y="10355"/>
                    </a:lnTo>
                    <a:lnTo>
                      <a:pt x="8644" y="10150"/>
                    </a:lnTo>
                    <a:lnTo>
                      <a:pt x="8029" y="10905"/>
                    </a:lnTo>
                    <a:cubicBezTo>
                      <a:pt x="8170" y="10930"/>
                      <a:pt x="9582" y="11185"/>
                      <a:pt x="9582" y="11184"/>
                    </a:cubicBezTo>
                    <a:lnTo>
                      <a:pt x="9449" y="11348"/>
                    </a:lnTo>
                    <a:lnTo>
                      <a:pt x="7896" y="11068"/>
                    </a:lnTo>
                    <a:lnTo>
                      <a:pt x="7281" y="11823"/>
                    </a:lnTo>
                    <a:cubicBezTo>
                      <a:pt x="7417" y="11847"/>
                      <a:pt x="8423" y="12028"/>
                      <a:pt x="8423" y="12028"/>
                    </a:cubicBezTo>
                    <a:lnTo>
                      <a:pt x="8289" y="12192"/>
                    </a:lnTo>
                    <a:lnTo>
                      <a:pt x="7147" y="11987"/>
                    </a:lnTo>
                    <a:lnTo>
                      <a:pt x="6533" y="12740"/>
                    </a:lnTo>
                    <a:cubicBezTo>
                      <a:pt x="6674" y="12766"/>
                      <a:pt x="8086" y="13020"/>
                      <a:pt x="8086" y="13020"/>
                    </a:cubicBezTo>
                    <a:lnTo>
                      <a:pt x="7952" y="13184"/>
                    </a:lnTo>
                    <a:lnTo>
                      <a:pt x="6399" y="12904"/>
                    </a:lnTo>
                    <a:lnTo>
                      <a:pt x="5784" y="13659"/>
                    </a:lnTo>
                    <a:cubicBezTo>
                      <a:pt x="5920" y="13684"/>
                      <a:pt x="6926" y="13864"/>
                      <a:pt x="6926" y="13864"/>
                    </a:cubicBezTo>
                    <a:lnTo>
                      <a:pt x="6792" y="14028"/>
                    </a:lnTo>
                    <a:lnTo>
                      <a:pt x="5651" y="13822"/>
                    </a:lnTo>
                    <a:lnTo>
                      <a:pt x="5036" y="14577"/>
                    </a:lnTo>
                    <a:cubicBezTo>
                      <a:pt x="5177" y="14602"/>
                      <a:pt x="6589" y="14856"/>
                      <a:pt x="6589" y="14856"/>
                    </a:cubicBezTo>
                    <a:lnTo>
                      <a:pt x="6455" y="15020"/>
                    </a:lnTo>
                    <a:lnTo>
                      <a:pt x="4902" y="14741"/>
                    </a:lnTo>
                    <a:lnTo>
                      <a:pt x="4288" y="15494"/>
                    </a:lnTo>
                    <a:cubicBezTo>
                      <a:pt x="4424" y="15519"/>
                      <a:pt x="5430" y="15700"/>
                      <a:pt x="5430" y="15700"/>
                    </a:cubicBezTo>
                    <a:lnTo>
                      <a:pt x="5296" y="15863"/>
                    </a:lnTo>
                    <a:lnTo>
                      <a:pt x="4154" y="15658"/>
                    </a:lnTo>
                    <a:lnTo>
                      <a:pt x="3540" y="16412"/>
                    </a:lnTo>
                    <a:cubicBezTo>
                      <a:pt x="3681" y="16437"/>
                      <a:pt x="5093" y="16691"/>
                      <a:pt x="5093" y="16691"/>
                    </a:cubicBezTo>
                    <a:lnTo>
                      <a:pt x="4959" y="16855"/>
                    </a:lnTo>
                    <a:lnTo>
                      <a:pt x="3406" y="16576"/>
                    </a:lnTo>
                    <a:lnTo>
                      <a:pt x="2791" y="17331"/>
                    </a:lnTo>
                    <a:cubicBezTo>
                      <a:pt x="2927" y="17355"/>
                      <a:pt x="3933" y="17536"/>
                      <a:pt x="3933" y="17536"/>
                    </a:cubicBezTo>
                    <a:lnTo>
                      <a:pt x="3799" y="17700"/>
                    </a:lnTo>
                    <a:lnTo>
                      <a:pt x="2658" y="17493"/>
                    </a:lnTo>
                    <a:lnTo>
                      <a:pt x="2042" y="18248"/>
                    </a:lnTo>
                    <a:cubicBezTo>
                      <a:pt x="2184" y="18274"/>
                      <a:pt x="3596" y="18528"/>
                      <a:pt x="3596" y="18528"/>
                    </a:cubicBezTo>
                    <a:lnTo>
                      <a:pt x="3462" y="18692"/>
                    </a:lnTo>
                    <a:lnTo>
                      <a:pt x="1909" y="18412"/>
                    </a:lnTo>
                    <a:lnTo>
                      <a:pt x="1294" y="19166"/>
                    </a:lnTo>
                    <a:cubicBezTo>
                      <a:pt x="1431" y="19191"/>
                      <a:pt x="2436" y="19371"/>
                      <a:pt x="2436" y="19371"/>
                    </a:cubicBezTo>
                    <a:lnTo>
                      <a:pt x="2303" y="19535"/>
                    </a:lnTo>
                    <a:lnTo>
                      <a:pt x="1161" y="19330"/>
                    </a:lnTo>
                    <a:lnTo>
                      <a:pt x="546" y="20084"/>
                    </a:lnTo>
                    <a:cubicBezTo>
                      <a:pt x="688" y="20109"/>
                      <a:pt x="2099" y="20364"/>
                      <a:pt x="2099" y="20364"/>
                    </a:cubicBezTo>
                    <a:lnTo>
                      <a:pt x="1966" y="20527"/>
                    </a:lnTo>
                    <a:lnTo>
                      <a:pt x="413" y="20248"/>
                    </a:lnTo>
                    <a:lnTo>
                      <a:pt x="0" y="20754"/>
                    </a:lnTo>
                    <a:lnTo>
                      <a:pt x="4681" y="21600"/>
                    </a:lnTo>
                    <a:lnTo>
                      <a:pt x="21600" y="846"/>
                    </a:lnTo>
                    <a:lnTo>
                      <a:pt x="16919" y="0"/>
                    </a:lnTo>
                    <a:close/>
                    <a:moveTo>
                      <a:pt x="18807" y="978"/>
                    </a:moveTo>
                    <a:cubicBezTo>
                      <a:pt x="19275" y="1062"/>
                      <a:pt x="19509" y="1308"/>
                      <a:pt x="19330" y="1528"/>
                    </a:cubicBezTo>
                    <a:cubicBezTo>
                      <a:pt x="19151" y="1748"/>
                      <a:pt x="18626" y="1858"/>
                      <a:pt x="18158" y="1774"/>
                    </a:cubicBezTo>
                    <a:cubicBezTo>
                      <a:pt x="17691" y="1689"/>
                      <a:pt x="17457" y="1442"/>
                      <a:pt x="17637" y="1222"/>
                    </a:cubicBezTo>
                    <a:cubicBezTo>
                      <a:pt x="17816" y="1002"/>
                      <a:pt x="18340" y="893"/>
                      <a:pt x="18807" y="978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" name="iṥḷí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6686DBB-CB0B-474D-8DB0-DF1F5E6D682F}"/>
                  </a:ext>
                </a:extLst>
              </p:cNvPr>
              <p:cNvSpPr/>
              <p:nvPr/>
            </p:nvSpPr>
            <p:spPr>
              <a:xfrm>
                <a:off x="7189635" y="2948482"/>
                <a:ext cx="199979" cy="2213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îsļï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24B37F5-467C-4AFC-928A-2D95D4F6907B}"/>
                  </a:ext>
                </a:extLst>
              </p:cNvPr>
              <p:cNvSpPr/>
              <p:nvPr/>
            </p:nvSpPr>
            <p:spPr>
              <a:xfrm>
                <a:off x="4481838" y="950803"/>
                <a:ext cx="564092" cy="3429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4177"/>
                    </a:moveTo>
                    <a:cubicBezTo>
                      <a:pt x="2527" y="15134"/>
                      <a:pt x="4222" y="12910"/>
                      <a:pt x="5702" y="10575"/>
                    </a:cubicBezTo>
                    <a:cubicBezTo>
                      <a:pt x="6408" y="13676"/>
                      <a:pt x="7362" y="16803"/>
                      <a:pt x="9837" y="17741"/>
                    </a:cubicBezTo>
                    <a:cubicBezTo>
                      <a:pt x="12287" y="18668"/>
                      <a:pt x="13976" y="16590"/>
                      <a:pt x="15426" y="14335"/>
                    </a:cubicBezTo>
                    <a:cubicBezTo>
                      <a:pt x="16134" y="17472"/>
                      <a:pt x="17076" y="20652"/>
                      <a:pt x="19580" y="21600"/>
                    </a:cubicBezTo>
                    <a:lnTo>
                      <a:pt x="19844" y="19777"/>
                    </a:lnTo>
                    <a:cubicBezTo>
                      <a:pt x="17724" y="18974"/>
                      <a:pt x="17025" y="16203"/>
                      <a:pt x="16319" y="12948"/>
                    </a:cubicBezTo>
                    <a:cubicBezTo>
                      <a:pt x="17841" y="10489"/>
                      <a:pt x="19206" y="8437"/>
                      <a:pt x="21352" y="9250"/>
                    </a:cubicBezTo>
                    <a:lnTo>
                      <a:pt x="21600" y="7421"/>
                    </a:lnTo>
                    <a:cubicBezTo>
                      <a:pt x="19073" y="6464"/>
                      <a:pt x="17365" y="8691"/>
                      <a:pt x="15886" y="11025"/>
                    </a:cubicBezTo>
                    <a:cubicBezTo>
                      <a:pt x="15180" y="7926"/>
                      <a:pt x="14217" y="4820"/>
                      <a:pt x="11744" y="3883"/>
                    </a:cubicBezTo>
                    <a:cubicBezTo>
                      <a:pt x="9288" y="2954"/>
                      <a:pt x="7622" y="5034"/>
                      <a:pt x="6170" y="7294"/>
                    </a:cubicBezTo>
                    <a:cubicBezTo>
                      <a:pt x="5461" y="4152"/>
                      <a:pt x="4515" y="950"/>
                      <a:pt x="2007" y="0"/>
                    </a:cubicBezTo>
                    <a:cubicBezTo>
                      <a:pt x="2007" y="0"/>
                      <a:pt x="1755" y="1827"/>
                      <a:pt x="1755" y="1827"/>
                    </a:cubicBezTo>
                    <a:cubicBezTo>
                      <a:pt x="3881" y="2632"/>
                      <a:pt x="4569" y="5413"/>
                      <a:pt x="5277" y="8681"/>
                    </a:cubicBezTo>
                    <a:cubicBezTo>
                      <a:pt x="3758" y="11134"/>
                      <a:pt x="2389" y="13165"/>
                      <a:pt x="247" y="12354"/>
                    </a:cubicBezTo>
                    <a:lnTo>
                      <a:pt x="0" y="14177"/>
                    </a:lnTo>
                    <a:close/>
                    <a:moveTo>
                      <a:pt x="608" y="11260"/>
                    </a:moveTo>
                    <a:cubicBezTo>
                      <a:pt x="982" y="11395"/>
                      <a:pt x="1324" y="11420"/>
                      <a:pt x="1648" y="11361"/>
                    </a:cubicBezTo>
                    <a:cubicBezTo>
                      <a:pt x="1648" y="11361"/>
                      <a:pt x="2736" y="3679"/>
                      <a:pt x="2736" y="3679"/>
                    </a:cubicBezTo>
                    <a:cubicBezTo>
                      <a:pt x="2461" y="3396"/>
                      <a:pt x="2144" y="3178"/>
                      <a:pt x="1771" y="3033"/>
                    </a:cubicBezTo>
                    <a:lnTo>
                      <a:pt x="608" y="11260"/>
                    </a:lnTo>
                    <a:close/>
                    <a:moveTo>
                      <a:pt x="2743" y="10793"/>
                    </a:moveTo>
                    <a:cubicBezTo>
                      <a:pt x="3150" y="10493"/>
                      <a:pt x="3533" y="10048"/>
                      <a:pt x="3917" y="9511"/>
                    </a:cubicBezTo>
                    <a:lnTo>
                      <a:pt x="4287" y="6924"/>
                    </a:lnTo>
                    <a:cubicBezTo>
                      <a:pt x="4087" y="6170"/>
                      <a:pt x="3864" y="5496"/>
                      <a:pt x="3579" y="4938"/>
                    </a:cubicBezTo>
                    <a:lnTo>
                      <a:pt x="2743" y="10793"/>
                    </a:lnTo>
                    <a:close/>
                    <a:moveTo>
                      <a:pt x="6595" y="9188"/>
                    </a:moveTo>
                    <a:cubicBezTo>
                      <a:pt x="8063" y="6828"/>
                      <a:pt x="9414" y="4924"/>
                      <a:pt x="11495" y="5712"/>
                    </a:cubicBezTo>
                    <a:cubicBezTo>
                      <a:pt x="13593" y="6506"/>
                      <a:pt x="14292" y="9219"/>
                      <a:pt x="14990" y="12431"/>
                    </a:cubicBezTo>
                    <a:cubicBezTo>
                      <a:pt x="13526" y="14784"/>
                      <a:pt x="12177" y="16704"/>
                      <a:pt x="10101" y="15917"/>
                    </a:cubicBezTo>
                    <a:cubicBezTo>
                      <a:pt x="8003" y="15123"/>
                      <a:pt x="7294" y="12399"/>
                      <a:pt x="6595" y="9188"/>
                    </a:cubicBezTo>
                    <a:close/>
                    <a:moveTo>
                      <a:pt x="7938" y="11422"/>
                    </a:moveTo>
                    <a:cubicBezTo>
                      <a:pt x="8176" y="12303"/>
                      <a:pt x="8447" y="13084"/>
                      <a:pt x="8788" y="13733"/>
                    </a:cubicBezTo>
                    <a:lnTo>
                      <a:pt x="9770" y="6683"/>
                    </a:lnTo>
                    <a:cubicBezTo>
                      <a:pt x="9292" y="7022"/>
                      <a:pt x="8844" y="7536"/>
                      <a:pt x="8395" y="8157"/>
                    </a:cubicBezTo>
                    <a:lnTo>
                      <a:pt x="7938" y="11422"/>
                    </a:lnTo>
                    <a:close/>
                    <a:moveTo>
                      <a:pt x="9753" y="14444"/>
                    </a:moveTo>
                    <a:cubicBezTo>
                      <a:pt x="9947" y="14585"/>
                      <a:pt x="10156" y="14700"/>
                      <a:pt x="10391" y="14785"/>
                    </a:cubicBezTo>
                    <a:cubicBezTo>
                      <a:pt x="10509" y="14829"/>
                      <a:pt x="10624" y="14858"/>
                      <a:pt x="10737" y="14880"/>
                    </a:cubicBezTo>
                    <a:lnTo>
                      <a:pt x="11912" y="6809"/>
                    </a:lnTo>
                    <a:cubicBezTo>
                      <a:pt x="11804" y="6751"/>
                      <a:pt x="11691" y="6700"/>
                      <a:pt x="11572" y="6657"/>
                    </a:cubicBezTo>
                    <a:cubicBezTo>
                      <a:pt x="11338" y="6572"/>
                      <a:pt x="11118" y="6530"/>
                      <a:pt x="10904" y="6522"/>
                    </a:cubicBezTo>
                    <a:lnTo>
                      <a:pt x="9753" y="14444"/>
                    </a:lnTo>
                    <a:close/>
                    <a:moveTo>
                      <a:pt x="11819" y="15088"/>
                    </a:moveTo>
                    <a:cubicBezTo>
                      <a:pt x="12255" y="14876"/>
                      <a:pt x="12659" y="14511"/>
                      <a:pt x="13056" y="14038"/>
                    </a:cubicBezTo>
                    <a:lnTo>
                      <a:pt x="13679" y="9709"/>
                    </a:lnTo>
                    <a:cubicBezTo>
                      <a:pt x="13451" y="9006"/>
                      <a:pt x="13187" y="8394"/>
                      <a:pt x="12852" y="7898"/>
                    </a:cubicBezTo>
                    <a:lnTo>
                      <a:pt x="11819" y="15088"/>
                    </a:lnTo>
                    <a:close/>
                    <a:moveTo>
                      <a:pt x="17315" y="14655"/>
                    </a:moveTo>
                    <a:cubicBezTo>
                      <a:pt x="17522" y="15364"/>
                      <a:pt x="17751" y="15987"/>
                      <a:pt x="18038" y="16501"/>
                    </a:cubicBezTo>
                    <a:lnTo>
                      <a:pt x="18774" y="10835"/>
                    </a:lnTo>
                    <a:cubicBezTo>
                      <a:pt x="18379" y="11153"/>
                      <a:pt x="18008" y="11606"/>
                      <a:pt x="17639" y="12150"/>
                    </a:cubicBezTo>
                    <a:lnTo>
                      <a:pt x="17315" y="14655"/>
                    </a:lnTo>
                    <a:close/>
                    <a:moveTo>
                      <a:pt x="19142" y="17799"/>
                    </a:moveTo>
                    <a:cubicBezTo>
                      <a:pt x="19411" y="18060"/>
                      <a:pt x="19719" y="18258"/>
                      <a:pt x="20080" y="18383"/>
                    </a:cubicBezTo>
                    <a:lnTo>
                      <a:pt x="21155" y="10467"/>
                    </a:lnTo>
                    <a:cubicBezTo>
                      <a:pt x="20792" y="10352"/>
                      <a:pt x="20458" y="10341"/>
                      <a:pt x="20145" y="10409"/>
                    </a:cubicBezTo>
                    <a:cubicBezTo>
                      <a:pt x="20145" y="10409"/>
                      <a:pt x="19142" y="17799"/>
                      <a:pt x="19142" y="1779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îsḻi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BBF7961-6726-43F9-A265-095D69A17416}"/>
                  </a:ext>
                </a:extLst>
              </p:cNvPr>
              <p:cNvSpPr/>
              <p:nvPr/>
            </p:nvSpPr>
            <p:spPr>
              <a:xfrm>
                <a:off x="7492569" y="917408"/>
                <a:ext cx="274231" cy="284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67" h="21369" extrusionOk="0">
                    <a:moveTo>
                      <a:pt x="9892" y="341"/>
                    </a:moveTo>
                    <a:cubicBezTo>
                      <a:pt x="10333" y="-98"/>
                      <a:pt x="11063" y="-117"/>
                      <a:pt x="11519" y="307"/>
                    </a:cubicBezTo>
                    <a:lnTo>
                      <a:pt x="21020" y="9136"/>
                    </a:lnTo>
                    <a:cubicBezTo>
                      <a:pt x="21476" y="9561"/>
                      <a:pt x="21482" y="10263"/>
                      <a:pt x="21042" y="10702"/>
                    </a:cubicBezTo>
                    <a:lnTo>
                      <a:pt x="10676" y="21032"/>
                    </a:lnTo>
                    <a:cubicBezTo>
                      <a:pt x="10236" y="21471"/>
                      <a:pt x="9512" y="21483"/>
                      <a:pt x="9056" y="21059"/>
                    </a:cubicBezTo>
                    <a:lnTo>
                      <a:pt x="6577" y="18755"/>
                    </a:lnTo>
                    <a:lnTo>
                      <a:pt x="9366" y="15976"/>
                    </a:lnTo>
                    <a:cubicBezTo>
                      <a:pt x="9806" y="15537"/>
                      <a:pt x="9793" y="14841"/>
                      <a:pt x="9337" y="14417"/>
                    </a:cubicBezTo>
                    <a:lnTo>
                      <a:pt x="7682" y="12879"/>
                    </a:lnTo>
                    <a:cubicBezTo>
                      <a:pt x="7226" y="12455"/>
                      <a:pt x="6503" y="12467"/>
                      <a:pt x="6062" y="12906"/>
                    </a:cubicBezTo>
                    <a:lnTo>
                      <a:pt x="3274" y="15685"/>
                    </a:lnTo>
                    <a:lnTo>
                      <a:pt x="1210" y="13767"/>
                    </a:lnTo>
                    <a:cubicBezTo>
                      <a:pt x="754" y="13343"/>
                      <a:pt x="734" y="12641"/>
                      <a:pt x="1175" y="12202"/>
                    </a:cubicBezTo>
                    <a:lnTo>
                      <a:pt x="351" y="11436"/>
                    </a:lnTo>
                    <a:cubicBezTo>
                      <a:pt x="-105" y="11012"/>
                      <a:pt x="-118" y="10316"/>
                      <a:pt x="322" y="9877"/>
                    </a:cubicBezTo>
                    <a:lnTo>
                      <a:pt x="9892" y="341"/>
                    </a:lnTo>
                    <a:close/>
                    <a:moveTo>
                      <a:pt x="10322" y="1500"/>
                    </a:moveTo>
                    <a:lnTo>
                      <a:pt x="1949" y="9844"/>
                    </a:lnTo>
                    <a:cubicBezTo>
                      <a:pt x="1949" y="9844"/>
                      <a:pt x="1145" y="10641"/>
                      <a:pt x="1971" y="11409"/>
                    </a:cubicBezTo>
                    <a:lnTo>
                      <a:pt x="11146" y="2266"/>
                    </a:lnTo>
                    <a:cubicBezTo>
                      <a:pt x="11366" y="2046"/>
                      <a:pt x="11360" y="1705"/>
                      <a:pt x="11132" y="1492"/>
                    </a:cubicBezTo>
                    <a:cubicBezTo>
                      <a:pt x="10904" y="1281"/>
                      <a:pt x="10542" y="1280"/>
                      <a:pt x="10322" y="1500"/>
                    </a:cubicBezTo>
                    <a:close/>
                    <a:moveTo>
                      <a:pt x="6083" y="13685"/>
                    </a:moveTo>
                    <a:cubicBezTo>
                      <a:pt x="6523" y="13247"/>
                      <a:pt x="7247" y="13234"/>
                      <a:pt x="7703" y="13658"/>
                    </a:cubicBezTo>
                    <a:lnTo>
                      <a:pt x="8527" y="14424"/>
                    </a:lnTo>
                    <a:cubicBezTo>
                      <a:pt x="8983" y="14848"/>
                      <a:pt x="8996" y="15544"/>
                      <a:pt x="8555" y="15983"/>
                    </a:cubicBezTo>
                    <a:lnTo>
                      <a:pt x="6161" y="18369"/>
                    </a:lnTo>
                    <a:cubicBezTo>
                      <a:pt x="5721" y="18808"/>
                      <a:pt x="4991" y="18826"/>
                      <a:pt x="4535" y="18403"/>
                    </a:cubicBezTo>
                    <a:lnTo>
                      <a:pt x="3711" y="17637"/>
                    </a:lnTo>
                    <a:cubicBezTo>
                      <a:pt x="3254" y="17213"/>
                      <a:pt x="3249" y="16510"/>
                      <a:pt x="3689" y="16071"/>
                    </a:cubicBezTo>
                    <a:lnTo>
                      <a:pt x="6083" y="13685"/>
                    </a:lnTo>
                    <a:close/>
                    <a:moveTo>
                      <a:pt x="6506" y="14851"/>
                    </a:moveTo>
                    <a:cubicBezTo>
                      <a:pt x="6286" y="15071"/>
                      <a:pt x="6285" y="15419"/>
                      <a:pt x="6514" y="15631"/>
                    </a:cubicBezTo>
                    <a:cubicBezTo>
                      <a:pt x="6742" y="15843"/>
                      <a:pt x="7110" y="15837"/>
                      <a:pt x="7330" y="15617"/>
                    </a:cubicBezTo>
                    <a:cubicBezTo>
                      <a:pt x="7550" y="15398"/>
                      <a:pt x="7544" y="15043"/>
                      <a:pt x="7316" y="14831"/>
                    </a:cubicBezTo>
                    <a:cubicBezTo>
                      <a:pt x="7088" y="14619"/>
                      <a:pt x="6726" y="14632"/>
                      <a:pt x="6506" y="1485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ïṡlî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9F03760-91C3-4E56-B2DE-41E6F639C3C3}"/>
                  </a:ext>
                </a:extLst>
              </p:cNvPr>
              <p:cNvSpPr/>
              <p:nvPr/>
            </p:nvSpPr>
            <p:spPr>
              <a:xfrm>
                <a:off x="3656893" y="1073378"/>
                <a:ext cx="286778" cy="4431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20" h="21353" extrusionOk="0">
                    <a:moveTo>
                      <a:pt x="15021" y="3564"/>
                    </a:moveTo>
                    <a:lnTo>
                      <a:pt x="1858" y="5543"/>
                    </a:lnTo>
                    <a:lnTo>
                      <a:pt x="6199" y="17788"/>
                    </a:lnTo>
                    <a:lnTo>
                      <a:pt x="19362" y="15809"/>
                    </a:lnTo>
                    <a:cubicBezTo>
                      <a:pt x="19362" y="15809"/>
                      <a:pt x="15021" y="3564"/>
                      <a:pt x="15021" y="3564"/>
                    </a:cubicBezTo>
                    <a:close/>
                    <a:moveTo>
                      <a:pt x="10139" y="2364"/>
                    </a:moveTo>
                    <a:lnTo>
                      <a:pt x="5438" y="3070"/>
                    </a:lnTo>
                    <a:cubicBezTo>
                      <a:pt x="5178" y="3109"/>
                      <a:pt x="5016" y="3278"/>
                      <a:pt x="5076" y="3447"/>
                    </a:cubicBezTo>
                    <a:cubicBezTo>
                      <a:pt x="5136" y="3616"/>
                      <a:pt x="5395" y="3722"/>
                      <a:pt x="5655" y="3683"/>
                    </a:cubicBezTo>
                    <a:lnTo>
                      <a:pt x="10356" y="2976"/>
                    </a:lnTo>
                    <a:cubicBezTo>
                      <a:pt x="10615" y="2937"/>
                      <a:pt x="10777" y="2768"/>
                      <a:pt x="10717" y="2599"/>
                    </a:cubicBezTo>
                    <a:cubicBezTo>
                      <a:pt x="10657" y="2430"/>
                      <a:pt x="10398" y="2325"/>
                      <a:pt x="10139" y="2364"/>
                    </a:cubicBezTo>
                    <a:close/>
                    <a:moveTo>
                      <a:pt x="14119" y="19177"/>
                    </a:moveTo>
                    <a:cubicBezTo>
                      <a:pt x="14897" y="19060"/>
                      <a:pt x="15383" y="18554"/>
                      <a:pt x="15204" y="18046"/>
                    </a:cubicBezTo>
                    <a:cubicBezTo>
                      <a:pt x="15024" y="17539"/>
                      <a:pt x="14246" y="17223"/>
                      <a:pt x="13468" y="17340"/>
                    </a:cubicBezTo>
                    <a:cubicBezTo>
                      <a:pt x="12689" y="17457"/>
                      <a:pt x="12203" y="17963"/>
                      <a:pt x="12383" y="18470"/>
                    </a:cubicBezTo>
                    <a:cubicBezTo>
                      <a:pt x="12563" y="18978"/>
                      <a:pt x="13340" y="19294"/>
                      <a:pt x="14119" y="19177"/>
                    </a:cubicBezTo>
                    <a:close/>
                    <a:moveTo>
                      <a:pt x="19724" y="19624"/>
                    </a:moveTo>
                    <a:lnTo>
                      <a:pt x="8442" y="21320"/>
                    </a:lnTo>
                    <a:cubicBezTo>
                      <a:pt x="7403" y="21476"/>
                      <a:pt x="6367" y="21054"/>
                      <a:pt x="6127" y="20378"/>
                    </a:cubicBezTo>
                    <a:lnTo>
                      <a:pt x="50" y="3235"/>
                    </a:lnTo>
                    <a:cubicBezTo>
                      <a:pt x="-190" y="2559"/>
                      <a:pt x="458" y="1884"/>
                      <a:pt x="1496" y="1728"/>
                    </a:cubicBezTo>
                    <a:lnTo>
                      <a:pt x="12778" y="32"/>
                    </a:lnTo>
                    <a:cubicBezTo>
                      <a:pt x="13817" y="-124"/>
                      <a:pt x="14853" y="298"/>
                      <a:pt x="15093" y="974"/>
                    </a:cubicBezTo>
                    <a:lnTo>
                      <a:pt x="21170" y="18117"/>
                    </a:lnTo>
                    <a:cubicBezTo>
                      <a:pt x="21410" y="18793"/>
                      <a:pt x="20762" y="19468"/>
                      <a:pt x="19724" y="1962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" name="ïṩlï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CC3B337-693E-4E22-8F58-2573AF3660A2}"/>
                  </a:ext>
                </a:extLst>
              </p:cNvPr>
              <p:cNvSpPr/>
              <p:nvPr/>
            </p:nvSpPr>
            <p:spPr>
              <a:xfrm>
                <a:off x="6249844" y="1990937"/>
                <a:ext cx="580037" cy="3107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6" extrusionOk="0">
                    <a:moveTo>
                      <a:pt x="16536" y="15317"/>
                    </a:moveTo>
                    <a:lnTo>
                      <a:pt x="16511" y="12603"/>
                    </a:lnTo>
                    <a:lnTo>
                      <a:pt x="16510" y="12603"/>
                    </a:lnTo>
                    <a:cubicBezTo>
                      <a:pt x="16510" y="12601"/>
                      <a:pt x="16511" y="12598"/>
                      <a:pt x="16511" y="12596"/>
                    </a:cubicBezTo>
                    <a:cubicBezTo>
                      <a:pt x="16497" y="11097"/>
                      <a:pt x="13851" y="9967"/>
                      <a:pt x="10600" y="10073"/>
                    </a:cubicBezTo>
                    <a:cubicBezTo>
                      <a:pt x="7350" y="10179"/>
                      <a:pt x="4727" y="11481"/>
                      <a:pt x="4741" y="12979"/>
                    </a:cubicBezTo>
                    <a:cubicBezTo>
                      <a:pt x="4741" y="12982"/>
                      <a:pt x="4741" y="12984"/>
                      <a:pt x="4741" y="12986"/>
                    </a:cubicBezTo>
                    <a:lnTo>
                      <a:pt x="4741" y="12986"/>
                    </a:lnTo>
                    <a:lnTo>
                      <a:pt x="4744" y="13374"/>
                    </a:lnTo>
                    <a:lnTo>
                      <a:pt x="0" y="9650"/>
                    </a:lnTo>
                    <a:lnTo>
                      <a:pt x="10506" y="0"/>
                    </a:lnTo>
                    <a:lnTo>
                      <a:pt x="21600" y="11274"/>
                    </a:lnTo>
                    <a:cubicBezTo>
                      <a:pt x="21600" y="11274"/>
                      <a:pt x="16536" y="15317"/>
                      <a:pt x="16536" y="15317"/>
                    </a:cubicBezTo>
                    <a:close/>
                    <a:moveTo>
                      <a:pt x="3433" y="20010"/>
                    </a:moveTo>
                    <a:cubicBezTo>
                      <a:pt x="3441" y="20866"/>
                      <a:pt x="3096" y="21572"/>
                      <a:pt x="2663" y="21586"/>
                    </a:cubicBezTo>
                    <a:cubicBezTo>
                      <a:pt x="2229" y="21600"/>
                      <a:pt x="1871" y="20917"/>
                      <a:pt x="1863" y="20061"/>
                    </a:cubicBezTo>
                    <a:cubicBezTo>
                      <a:pt x="1858" y="19488"/>
                      <a:pt x="2012" y="18988"/>
                      <a:pt x="2243" y="18712"/>
                    </a:cubicBezTo>
                    <a:lnTo>
                      <a:pt x="2180" y="11901"/>
                    </a:lnTo>
                    <a:lnTo>
                      <a:pt x="2970" y="12521"/>
                    </a:lnTo>
                    <a:lnTo>
                      <a:pt x="3028" y="18686"/>
                    </a:lnTo>
                    <a:cubicBezTo>
                      <a:pt x="3264" y="18947"/>
                      <a:pt x="3427" y="19437"/>
                      <a:pt x="3433" y="20010"/>
                    </a:cubicBezTo>
                    <a:close/>
                    <a:moveTo>
                      <a:pt x="15799" y="20383"/>
                    </a:moveTo>
                    <a:lnTo>
                      <a:pt x="15729" y="12978"/>
                    </a:lnTo>
                    <a:cubicBezTo>
                      <a:pt x="15274" y="12403"/>
                      <a:pt x="13503" y="11530"/>
                      <a:pt x="10615" y="11624"/>
                    </a:cubicBezTo>
                    <a:cubicBezTo>
                      <a:pt x="7726" y="11718"/>
                      <a:pt x="5972" y="12706"/>
                      <a:pt x="5529" y="13310"/>
                    </a:cubicBezTo>
                    <a:lnTo>
                      <a:pt x="5598" y="20715"/>
                    </a:lnTo>
                    <a:cubicBezTo>
                      <a:pt x="5598" y="20715"/>
                      <a:pt x="15799" y="20383"/>
                      <a:pt x="15799" y="2038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ïŝḷï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A88B4AD-F178-49E7-8E48-90137B002B37}"/>
                  </a:ext>
                </a:extLst>
              </p:cNvPr>
              <p:cNvSpPr/>
              <p:nvPr/>
            </p:nvSpPr>
            <p:spPr>
              <a:xfrm>
                <a:off x="4733579" y="2428093"/>
                <a:ext cx="212513" cy="4513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754"/>
                    </a:moveTo>
                    <a:lnTo>
                      <a:pt x="20194" y="19029"/>
                    </a:lnTo>
                    <a:cubicBezTo>
                      <a:pt x="20052" y="19054"/>
                      <a:pt x="18642" y="19310"/>
                      <a:pt x="18642" y="19310"/>
                    </a:cubicBezTo>
                    <a:lnTo>
                      <a:pt x="18509" y="19147"/>
                    </a:lnTo>
                    <a:lnTo>
                      <a:pt x="20060" y="18865"/>
                    </a:lnTo>
                    <a:lnTo>
                      <a:pt x="19445" y="18111"/>
                    </a:lnTo>
                    <a:cubicBezTo>
                      <a:pt x="19309" y="18136"/>
                      <a:pt x="18305" y="18318"/>
                      <a:pt x="18305" y="18318"/>
                    </a:cubicBezTo>
                    <a:lnTo>
                      <a:pt x="18172" y="18155"/>
                    </a:lnTo>
                    <a:lnTo>
                      <a:pt x="19312" y="17947"/>
                    </a:lnTo>
                    <a:lnTo>
                      <a:pt x="18697" y="17193"/>
                    </a:lnTo>
                    <a:cubicBezTo>
                      <a:pt x="18556" y="17219"/>
                      <a:pt x="17145" y="17474"/>
                      <a:pt x="17145" y="17474"/>
                    </a:cubicBezTo>
                    <a:lnTo>
                      <a:pt x="17013" y="17311"/>
                    </a:lnTo>
                    <a:lnTo>
                      <a:pt x="18564" y="17030"/>
                    </a:lnTo>
                    <a:lnTo>
                      <a:pt x="17948" y="16275"/>
                    </a:lnTo>
                    <a:cubicBezTo>
                      <a:pt x="17812" y="16299"/>
                      <a:pt x="16808" y="16482"/>
                      <a:pt x="16808" y="16482"/>
                    </a:cubicBezTo>
                    <a:lnTo>
                      <a:pt x="16675" y="16318"/>
                    </a:lnTo>
                    <a:lnTo>
                      <a:pt x="17815" y="16111"/>
                    </a:lnTo>
                    <a:lnTo>
                      <a:pt x="17200" y="15357"/>
                    </a:lnTo>
                    <a:cubicBezTo>
                      <a:pt x="17059" y="15383"/>
                      <a:pt x="15649" y="15639"/>
                      <a:pt x="15649" y="15639"/>
                    </a:cubicBezTo>
                    <a:lnTo>
                      <a:pt x="15515" y="15475"/>
                    </a:lnTo>
                    <a:lnTo>
                      <a:pt x="17067" y="15193"/>
                    </a:lnTo>
                    <a:lnTo>
                      <a:pt x="16452" y="14439"/>
                    </a:lnTo>
                    <a:cubicBezTo>
                      <a:pt x="16316" y="14464"/>
                      <a:pt x="15312" y="14647"/>
                      <a:pt x="15312" y="14647"/>
                    </a:cubicBezTo>
                    <a:lnTo>
                      <a:pt x="15179" y="14483"/>
                    </a:lnTo>
                    <a:lnTo>
                      <a:pt x="16319" y="14275"/>
                    </a:lnTo>
                    <a:lnTo>
                      <a:pt x="15704" y="13522"/>
                    </a:lnTo>
                    <a:cubicBezTo>
                      <a:pt x="15563" y="13547"/>
                      <a:pt x="14152" y="13802"/>
                      <a:pt x="14152" y="13802"/>
                    </a:cubicBezTo>
                    <a:lnTo>
                      <a:pt x="14018" y="13638"/>
                    </a:lnTo>
                    <a:lnTo>
                      <a:pt x="15571" y="13358"/>
                    </a:lnTo>
                    <a:lnTo>
                      <a:pt x="14955" y="12603"/>
                    </a:lnTo>
                    <a:cubicBezTo>
                      <a:pt x="14819" y="12628"/>
                      <a:pt x="13815" y="12810"/>
                      <a:pt x="13815" y="12810"/>
                    </a:cubicBezTo>
                    <a:lnTo>
                      <a:pt x="13681" y="12646"/>
                    </a:lnTo>
                    <a:lnTo>
                      <a:pt x="14822" y="12439"/>
                    </a:lnTo>
                    <a:lnTo>
                      <a:pt x="14207" y="11685"/>
                    </a:lnTo>
                    <a:cubicBezTo>
                      <a:pt x="14066" y="11711"/>
                      <a:pt x="12656" y="11967"/>
                      <a:pt x="12656" y="11967"/>
                    </a:cubicBezTo>
                    <a:lnTo>
                      <a:pt x="12522" y="11803"/>
                    </a:lnTo>
                    <a:lnTo>
                      <a:pt x="14073" y="11521"/>
                    </a:lnTo>
                    <a:lnTo>
                      <a:pt x="13459" y="10768"/>
                    </a:lnTo>
                    <a:cubicBezTo>
                      <a:pt x="13323" y="10792"/>
                      <a:pt x="12318" y="10974"/>
                      <a:pt x="12318" y="10974"/>
                    </a:cubicBezTo>
                    <a:lnTo>
                      <a:pt x="12185" y="10811"/>
                    </a:lnTo>
                    <a:lnTo>
                      <a:pt x="13325" y="10604"/>
                    </a:lnTo>
                    <a:lnTo>
                      <a:pt x="12710" y="9849"/>
                    </a:lnTo>
                    <a:cubicBezTo>
                      <a:pt x="12569" y="9874"/>
                      <a:pt x="11159" y="10131"/>
                      <a:pt x="11159" y="10131"/>
                    </a:cubicBezTo>
                    <a:lnTo>
                      <a:pt x="11025" y="9967"/>
                    </a:lnTo>
                    <a:lnTo>
                      <a:pt x="12577" y="9686"/>
                    </a:lnTo>
                    <a:lnTo>
                      <a:pt x="11962" y="8931"/>
                    </a:lnTo>
                    <a:cubicBezTo>
                      <a:pt x="11826" y="8956"/>
                      <a:pt x="10822" y="9139"/>
                      <a:pt x="10822" y="9139"/>
                    </a:cubicBezTo>
                    <a:lnTo>
                      <a:pt x="10688" y="8975"/>
                    </a:lnTo>
                    <a:lnTo>
                      <a:pt x="11828" y="8767"/>
                    </a:lnTo>
                    <a:lnTo>
                      <a:pt x="11214" y="8014"/>
                    </a:lnTo>
                    <a:cubicBezTo>
                      <a:pt x="11073" y="8039"/>
                      <a:pt x="9663" y="8295"/>
                      <a:pt x="9663" y="8295"/>
                    </a:cubicBezTo>
                    <a:lnTo>
                      <a:pt x="9529" y="8131"/>
                    </a:lnTo>
                    <a:lnTo>
                      <a:pt x="11080" y="7850"/>
                    </a:lnTo>
                    <a:lnTo>
                      <a:pt x="10465" y="7095"/>
                    </a:lnTo>
                    <a:cubicBezTo>
                      <a:pt x="10329" y="7120"/>
                      <a:pt x="9325" y="7302"/>
                      <a:pt x="9325" y="7302"/>
                    </a:cubicBezTo>
                    <a:lnTo>
                      <a:pt x="9191" y="7138"/>
                    </a:lnTo>
                    <a:lnTo>
                      <a:pt x="10332" y="6932"/>
                    </a:lnTo>
                    <a:lnTo>
                      <a:pt x="9717" y="6177"/>
                    </a:lnTo>
                    <a:cubicBezTo>
                      <a:pt x="9576" y="6203"/>
                      <a:pt x="8165" y="6459"/>
                      <a:pt x="8165" y="6459"/>
                    </a:cubicBezTo>
                    <a:lnTo>
                      <a:pt x="8032" y="6295"/>
                    </a:lnTo>
                    <a:lnTo>
                      <a:pt x="9583" y="6013"/>
                    </a:lnTo>
                    <a:lnTo>
                      <a:pt x="8969" y="5260"/>
                    </a:lnTo>
                    <a:cubicBezTo>
                      <a:pt x="8832" y="5284"/>
                      <a:pt x="7829" y="5467"/>
                      <a:pt x="7829" y="5467"/>
                    </a:cubicBezTo>
                    <a:lnTo>
                      <a:pt x="7695" y="5303"/>
                    </a:lnTo>
                    <a:lnTo>
                      <a:pt x="8835" y="5096"/>
                    </a:lnTo>
                    <a:lnTo>
                      <a:pt x="8221" y="4342"/>
                    </a:lnTo>
                    <a:cubicBezTo>
                      <a:pt x="8079" y="4367"/>
                      <a:pt x="6669" y="4624"/>
                      <a:pt x="6669" y="4624"/>
                    </a:cubicBezTo>
                    <a:lnTo>
                      <a:pt x="6536" y="4460"/>
                    </a:lnTo>
                    <a:lnTo>
                      <a:pt x="8087" y="4178"/>
                    </a:lnTo>
                    <a:lnTo>
                      <a:pt x="7472" y="3423"/>
                    </a:lnTo>
                    <a:cubicBezTo>
                      <a:pt x="7335" y="3448"/>
                      <a:pt x="6331" y="3630"/>
                      <a:pt x="6331" y="3630"/>
                    </a:cubicBezTo>
                    <a:lnTo>
                      <a:pt x="6198" y="3467"/>
                    </a:lnTo>
                    <a:lnTo>
                      <a:pt x="7339" y="3260"/>
                    </a:lnTo>
                    <a:lnTo>
                      <a:pt x="6724" y="2505"/>
                    </a:lnTo>
                    <a:cubicBezTo>
                      <a:pt x="6582" y="2531"/>
                      <a:pt x="5172" y="2787"/>
                      <a:pt x="5172" y="2787"/>
                    </a:cubicBezTo>
                    <a:lnTo>
                      <a:pt x="5039" y="2623"/>
                    </a:lnTo>
                    <a:lnTo>
                      <a:pt x="6590" y="2342"/>
                    </a:lnTo>
                    <a:lnTo>
                      <a:pt x="5975" y="1588"/>
                    </a:lnTo>
                    <a:cubicBezTo>
                      <a:pt x="5839" y="1613"/>
                      <a:pt x="4835" y="1795"/>
                      <a:pt x="4835" y="1795"/>
                    </a:cubicBezTo>
                    <a:lnTo>
                      <a:pt x="4702" y="1631"/>
                    </a:lnTo>
                    <a:lnTo>
                      <a:pt x="5842" y="1424"/>
                    </a:lnTo>
                    <a:lnTo>
                      <a:pt x="5227" y="670"/>
                    </a:lnTo>
                    <a:cubicBezTo>
                      <a:pt x="5086" y="696"/>
                      <a:pt x="3675" y="951"/>
                      <a:pt x="3675" y="951"/>
                    </a:cubicBezTo>
                    <a:lnTo>
                      <a:pt x="3543" y="788"/>
                    </a:lnTo>
                    <a:lnTo>
                      <a:pt x="5094" y="506"/>
                    </a:lnTo>
                    <a:lnTo>
                      <a:pt x="4681" y="0"/>
                    </a:lnTo>
                    <a:lnTo>
                      <a:pt x="0" y="846"/>
                    </a:lnTo>
                    <a:lnTo>
                      <a:pt x="16919" y="21600"/>
                    </a:lnTo>
                    <a:lnTo>
                      <a:pt x="21600" y="20754"/>
                    </a:lnTo>
                    <a:close/>
                    <a:moveTo>
                      <a:pt x="18807" y="20622"/>
                    </a:moveTo>
                    <a:cubicBezTo>
                      <a:pt x="18340" y="20707"/>
                      <a:pt x="17816" y="20598"/>
                      <a:pt x="17637" y="20378"/>
                    </a:cubicBezTo>
                    <a:cubicBezTo>
                      <a:pt x="17457" y="20158"/>
                      <a:pt x="17691" y="19911"/>
                      <a:pt x="18158" y="19826"/>
                    </a:cubicBezTo>
                    <a:cubicBezTo>
                      <a:pt x="18626" y="19742"/>
                      <a:pt x="19151" y="19852"/>
                      <a:pt x="19330" y="20072"/>
                    </a:cubicBezTo>
                    <a:cubicBezTo>
                      <a:pt x="19509" y="20292"/>
                      <a:pt x="19275" y="20538"/>
                      <a:pt x="18807" y="20622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" name="îṩlî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DE2ED1E-DCCB-49E9-A195-568745C78735}"/>
                  </a:ext>
                </a:extLst>
              </p:cNvPr>
              <p:cNvSpPr/>
              <p:nvPr/>
            </p:nvSpPr>
            <p:spPr>
              <a:xfrm>
                <a:off x="3994874" y="949033"/>
                <a:ext cx="249144" cy="3164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837"/>
                    </a:moveTo>
                    <a:lnTo>
                      <a:pt x="1844" y="21600"/>
                    </a:lnTo>
                    <a:lnTo>
                      <a:pt x="21600" y="20512"/>
                    </a:lnTo>
                    <a:lnTo>
                      <a:pt x="20076" y="3352"/>
                    </a:lnTo>
                    <a:lnTo>
                      <a:pt x="15202" y="0"/>
                    </a:lnTo>
                    <a:lnTo>
                      <a:pt x="0" y="837"/>
                    </a:lnTo>
                    <a:close/>
                    <a:moveTo>
                      <a:pt x="6705" y="5273"/>
                    </a:moveTo>
                    <a:lnTo>
                      <a:pt x="13900" y="4876"/>
                    </a:lnTo>
                    <a:lnTo>
                      <a:pt x="13951" y="5450"/>
                    </a:lnTo>
                    <a:lnTo>
                      <a:pt x="6756" y="5846"/>
                    </a:lnTo>
                    <a:lnTo>
                      <a:pt x="6705" y="5273"/>
                    </a:lnTo>
                    <a:close/>
                    <a:moveTo>
                      <a:pt x="3609" y="11120"/>
                    </a:moveTo>
                    <a:lnTo>
                      <a:pt x="18000" y="10328"/>
                    </a:lnTo>
                    <a:lnTo>
                      <a:pt x="18049" y="10884"/>
                    </a:lnTo>
                    <a:lnTo>
                      <a:pt x="3658" y="11677"/>
                    </a:lnTo>
                    <a:lnTo>
                      <a:pt x="3609" y="11120"/>
                    </a:lnTo>
                    <a:close/>
                    <a:moveTo>
                      <a:pt x="3859" y="13936"/>
                    </a:moveTo>
                    <a:lnTo>
                      <a:pt x="18250" y="13144"/>
                    </a:lnTo>
                    <a:lnTo>
                      <a:pt x="18301" y="13717"/>
                    </a:lnTo>
                    <a:lnTo>
                      <a:pt x="3910" y="14509"/>
                    </a:lnTo>
                    <a:lnTo>
                      <a:pt x="3859" y="13936"/>
                    </a:lnTo>
                    <a:close/>
                    <a:moveTo>
                      <a:pt x="4109" y="16753"/>
                    </a:moveTo>
                    <a:lnTo>
                      <a:pt x="11305" y="16357"/>
                    </a:lnTo>
                    <a:lnTo>
                      <a:pt x="11356" y="16930"/>
                    </a:lnTo>
                    <a:lnTo>
                      <a:pt x="4160" y="17326"/>
                    </a:lnTo>
                    <a:lnTo>
                      <a:pt x="4109" y="16753"/>
                    </a:ln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íš1i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4240896-D390-4EF2-911F-3EB3AAC11EE2}"/>
                  </a:ext>
                </a:extLst>
              </p:cNvPr>
              <p:cNvSpPr/>
              <p:nvPr/>
            </p:nvSpPr>
            <p:spPr>
              <a:xfrm>
                <a:off x="6486917" y="3498775"/>
                <a:ext cx="493485" cy="4727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5" h="21600" extrusionOk="0">
                    <a:moveTo>
                      <a:pt x="8914" y="18801"/>
                    </a:moveTo>
                    <a:lnTo>
                      <a:pt x="4785" y="21600"/>
                    </a:lnTo>
                    <a:lnTo>
                      <a:pt x="4816" y="16426"/>
                    </a:lnTo>
                    <a:cubicBezTo>
                      <a:pt x="4816" y="16426"/>
                      <a:pt x="8914" y="18801"/>
                      <a:pt x="8914" y="18801"/>
                    </a:cubicBezTo>
                    <a:close/>
                    <a:moveTo>
                      <a:pt x="13648" y="9886"/>
                    </a:moveTo>
                    <a:cubicBezTo>
                      <a:pt x="14256" y="10473"/>
                      <a:pt x="14710" y="11017"/>
                      <a:pt x="14897" y="11332"/>
                    </a:cubicBezTo>
                    <a:cubicBezTo>
                      <a:pt x="15850" y="10515"/>
                      <a:pt x="17245" y="10354"/>
                      <a:pt x="18616" y="11148"/>
                    </a:cubicBezTo>
                    <a:cubicBezTo>
                      <a:pt x="20411" y="12189"/>
                      <a:pt x="21595" y="16528"/>
                      <a:pt x="21595" y="16528"/>
                    </a:cubicBezTo>
                    <a:cubicBezTo>
                      <a:pt x="21595" y="16528"/>
                      <a:pt x="21592" y="16527"/>
                      <a:pt x="21588" y="16526"/>
                    </a:cubicBezTo>
                    <a:cubicBezTo>
                      <a:pt x="21592" y="16529"/>
                      <a:pt x="21593" y="16531"/>
                      <a:pt x="21593" y="16531"/>
                    </a:cubicBezTo>
                    <a:cubicBezTo>
                      <a:pt x="21593" y="16531"/>
                      <a:pt x="17444" y="17785"/>
                      <a:pt x="15649" y="16745"/>
                    </a:cubicBezTo>
                    <a:cubicBezTo>
                      <a:pt x="14292" y="15958"/>
                      <a:pt x="13682" y="14654"/>
                      <a:pt x="13824" y="13387"/>
                    </a:cubicBezTo>
                    <a:cubicBezTo>
                      <a:pt x="13475" y="13392"/>
                      <a:pt x="12782" y="13278"/>
                      <a:pt x="11970" y="13046"/>
                    </a:cubicBezTo>
                    <a:lnTo>
                      <a:pt x="9286" y="18101"/>
                    </a:lnTo>
                    <a:lnTo>
                      <a:pt x="5188" y="15725"/>
                    </a:lnTo>
                    <a:lnTo>
                      <a:pt x="7746" y="10909"/>
                    </a:lnTo>
                    <a:cubicBezTo>
                      <a:pt x="5611" y="9358"/>
                      <a:pt x="2500" y="6818"/>
                      <a:pt x="1282" y="5700"/>
                    </a:cubicBezTo>
                    <a:cubicBezTo>
                      <a:pt x="139" y="4651"/>
                      <a:pt x="14" y="4208"/>
                      <a:pt x="8" y="4074"/>
                    </a:cubicBezTo>
                    <a:cubicBezTo>
                      <a:pt x="-5" y="4066"/>
                      <a:pt x="-1" y="4060"/>
                      <a:pt x="9" y="4052"/>
                    </a:cubicBezTo>
                    <a:cubicBezTo>
                      <a:pt x="10" y="4035"/>
                      <a:pt x="13" y="4026"/>
                      <a:pt x="13" y="4026"/>
                    </a:cubicBezTo>
                    <a:cubicBezTo>
                      <a:pt x="143" y="3970"/>
                      <a:pt x="568" y="3846"/>
                      <a:pt x="2025" y="4303"/>
                    </a:cubicBezTo>
                    <a:cubicBezTo>
                      <a:pt x="3577" y="4790"/>
                      <a:pt x="7287" y="6203"/>
                      <a:pt x="9677" y="7273"/>
                    </a:cubicBezTo>
                    <a:lnTo>
                      <a:pt x="11818" y="3240"/>
                    </a:lnTo>
                    <a:lnTo>
                      <a:pt x="15917" y="5613"/>
                    </a:lnTo>
                    <a:cubicBezTo>
                      <a:pt x="15917" y="5613"/>
                      <a:pt x="13648" y="9886"/>
                      <a:pt x="13648" y="9886"/>
                    </a:cubicBezTo>
                    <a:close/>
                    <a:moveTo>
                      <a:pt x="12197" y="2525"/>
                    </a:moveTo>
                    <a:lnTo>
                      <a:pt x="13538" y="0"/>
                    </a:lnTo>
                    <a:lnTo>
                      <a:pt x="17637" y="2372"/>
                    </a:lnTo>
                    <a:lnTo>
                      <a:pt x="16296" y="4898"/>
                    </a:lnTo>
                    <a:cubicBezTo>
                      <a:pt x="16296" y="4898"/>
                      <a:pt x="12197" y="2525"/>
                      <a:pt x="12197" y="2525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ïṥḷî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36475C1-CDF3-46C2-B157-CE20A30D07D9}"/>
                  </a:ext>
                </a:extLst>
              </p:cNvPr>
              <p:cNvSpPr/>
              <p:nvPr/>
            </p:nvSpPr>
            <p:spPr>
              <a:xfrm>
                <a:off x="5008758" y="3088025"/>
                <a:ext cx="296292" cy="2904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1" h="21600" extrusionOk="0">
                    <a:moveTo>
                      <a:pt x="0" y="6005"/>
                    </a:moveTo>
                    <a:lnTo>
                      <a:pt x="2577" y="11807"/>
                    </a:lnTo>
                    <a:cubicBezTo>
                      <a:pt x="2577" y="11807"/>
                      <a:pt x="3706" y="12286"/>
                      <a:pt x="4255" y="11343"/>
                    </a:cubicBezTo>
                    <a:cubicBezTo>
                      <a:pt x="4860" y="10297"/>
                      <a:pt x="7052" y="9212"/>
                      <a:pt x="8001" y="11472"/>
                    </a:cubicBezTo>
                    <a:cubicBezTo>
                      <a:pt x="8949" y="13731"/>
                      <a:pt x="7204" y="14700"/>
                      <a:pt x="5987" y="14655"/>
                    </a:cubicBezTo>
                    <a:cubicBezTo>
                      <a:pt x="4886" y="14615"/>
                      <a:pt x="4270" y="15618"/>
                      <a:pt x="4270" y="15618"/>
                    </a:cubicBezTo>
                    <a:lnTo>
                      <a:pt x="6927" y="21600"/>
                    </a:lnTo>
                    <a:lnTo>
                      <a:pt x="11852" y="19189"/>
                    </a:lnTo>
                    <a:cubicBezTo>
                      <a:pt x="11852" y="19189"/>
                      <a:pt x="11984" y="18276"/>
                      <a:pt x="11207" y="17738"/>
                    </a:cubicBezTo>
                    <a:cubicBezTo>
                      <a:pt x="10263" y="17087"/>
                      <a:pt x="9280" y="15038"/>
                      <a:pt x="11605" y="13899"/>
                    </a:cubicBezTo>
                    <a:cubicBezTo>
                      <a:pt x="13931" y="12761"/>
                      <a:pt x="14808" y="14792"/>
                      <a:pt x="14617" y="16180"/>
                    </a:cubicBezTo>
                    <a:cubicBezTo>
                      <a:pt x="14474" y="17220"/>
                      <a:pt x="15221" y="17540"/>
                      <a:pt x="15221" y="17540"/>
                    </a:cubicBezTo>
                    <a:lnTo>
                      <a:pt x="19368" y="15510"/>
                    </a:lnTo>
                    <a:cubicBezTo>
                      <a:pt x="19368" y="15510"/>
                      <a:pt x="17338" y="11290"/>
                      <a:pt x="17019" y="10076"/>
                    </a:cubicBezTo>
                    <a:cubicBezTo>
                      <a:pt x="16676" y="8775"/>
                      <a:pt x="18369" y="8955"/>
                      <a:pt x="18673" y="8964"/>
                    </a:cubicBezTo>
                    <a:cubicBezTo>
                      <a:pt x="20424" y="9020"/>
                      <a:pt x="21600" y="7510"/>
                      <a:pt x="20656" y="5385"/>
                    </a:cubicBezTo>
                    <a:cubicBezTo>
                      <a:pt x="19712" y="3260"/>
                      <a:pt x="17321" y="3778"/>
                      <a:pt x="16643" y="5120"/>
                    </a:cubicBezTo>
                    <a:cubicBezTo>
                      <a:pt x="16139" y="6117"/>
                      <a:pt x="15546" y="6529"/>
                      <a:pt x="15164" y="5995"/>
                    </a:cubicBezTo>
                    <a:cubicBezTo>
                      <a:pt x="14272" y="4748"/>
                      <a:pt x="12268" y="0"/>
                      <a:pt x="12268" y="0"/>
                    </a:cubicBezTo>
                    <a:lnTo>
                      <a:pt x="8380" y="1903"/>
                    </a:lnTo>
                    <a:cubicBezTo>
                      <a:pt x="8380" y="1903"/>
                      <a:pt x="8041" y="3203"/>
                      <a:pt x="8973" y="3711"/>
                    </a:cubicBezTo>
                    <a:cubicBezTo>
                      <a:pt x="10375" y="4474"/>
                      <a:pt x="10679" y="6519"/>
                      <a:pt x="8834" y="7423"/>
                    </a:cubicBezTo>
                    <a:cubicBezTo>
                      <a:pt x="6988" y="8326"/>
                      <a:pt x="5715" y="6969"/>
                      <a:pt x="5997" y="5295"/>
                    </a:cubicBezTo>
                    <a:cubicBezTo>
                      <a:pt x="6154" y="4357"/>
                      <a:pt x="5083" y="3527"/>
                      <a:pt x="5083" y="3527"/>
                    </a:cubicBezTo>
                    <a:cubicBezTo>
                      <a:pt x="5083" y="3527"/>
                      <a:pt x="0" y="6005"/>
                      <a:pt x="0" y="6005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ïśľí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2DBB8E1-975D-4CCA-9E85-979D1EF83D2C}"/>
                  </a:ext>
                </a:extLst>
              </p:cNvPr>
              <p:cNvSpPr/>
              <p:nvPr/>
            </p:nvSpPr>
            <p:spPr>
              <a:xfrm>
                <a:off x="6798848" y="1089165"/>
                <a:ext cx="238802" cy="2555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íṥ1î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90835D2-9F7C-4516-9B13-745C56EF39DE}"/>
                  </a:ext>
                </a:extLst>
              </p:cNvPr>
              <p:cNvSpPr/>
              <p:nvPr/>
            </p:nvSpPr>
            <p:spPr>
              <a:xfrm>
                <a:off x="6137219" y="1767402"/>
                <a:ext cx="242586" cy="2258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4" h="21600" extrusionOk="0">
                    <a:moveTo>
                      <a:pt x="0" y="3459"/>
                    </a:moveTo>
                    <a:lnTo>
                      <a:pt x="1422" y="10208"/>
                    </a:lnTo>
                    <a:cubicBezTo>
                      <a:pt x="1422" y="10208"/>
                      <a:pt x="2469" y="10982"/>
                      <a:pt x="3219" y="10113"/>
                    </a:cubicBezTo>
                    <a:cubicBezTo>
                      <a:pt x="4049" y="9149"/>
                      <a:pt x="6494" y="8518"/>
                      <a:pt x="6992" y="11134"/>
                    </a:cubicBezTo>
                    <a:cubicBezTo>
                      <a:pt x="7491" y="13750"/>
                      <a:pt x="5522" y="14362"/>
                      <a:pt x="4296" y="14027"/>
                    </a:cubicBezTo>
                    <a:cubicBezTo>
                      <a:pt x="3187" y="13725"/>
                      <a:pt x="2357" y="14641"/>
                      <a:pt x="2357" y="14641"/>
                    </a:cubicBezTo>
                    <a:lnTo>
                      <a:pt x="3823" y="21600"/>
                    </a:lnTo>
                    <a:lnTo>
                      <a:pt x="9313" y="20212"/>
                    </a:lnTo>
                    <a:cubicBezTo>
                      <a:pt x="9313" y="20212"/>
                      <a:pt x="9635" y="19276"/>
                      <a:pt x="8958" y="18523"/>
                    </a:cubicBezTo>
                    <a:cubicBezTo>
                      <a:pt x="8134" y="17611"/>
                      <a:pt x="7558" y="15210"/>
                      <a:pt x="10150" y="14555"/>
                    </a:cubicBezTo>
                    <a:cubicBezTo>
                      <a:pt x="12743" y="13899"/>
                      <a:pt x="13216" y="16255"/>
                      <a:pt x="12736" y="17679"/>
                    </a:cubicBezTo>
                    <a:cubicBezTo>
                      <a:pt x="12378" y="18747"/>
                      <a:pt x="13070" y="19262"/>
                      <a:pt x="13070" y="19262"/>
                    </a:cubicBezTo>
                    <a:lnTo>
                      <a:pt x="17693" y="18092"/>
                    </a:lnTo>
                    <a:cubicBezTo>
                      <a:pt x="17693" y="18092"/>
                      <a:pt x="16501" y="13146"/>
                      <a:pt x="16426" y="11786"/>
                    </a:cubicBezTo>
                    <a:cubicBezTo>
                      <a:pt x="16346" y="10328"/>
                      <a:pt x="18026" y="10919"/>
                      <a:pt x="18332" y="11000"/>
                    </a:cubicBezTo>
                    <a:cubicBezTo>
                      <a:pt x="20097" y="11473"/>
                      <a:pt x="21600" y="10153"/>
                      <a:pt x="21079" y="7680"/>
                    </a:cubicBezTo>
                    <a:cubicBezTo>
                      <a:pt x="20558" y="5208"/>
                      <a:pt x="18027" y="5192"/>
                      <a:pt x="17063" y="6452"/>
                    </a:cubicBezTo>
                    <a:cubicBezTo>
                      <a:pt x="16347" y="7388"/>
                      <a:pt x="15661" y="7684"/>
                      <a:pt x="15383" y="7029"/>
                    </a:cubicBezTo>
                    <a:cubicBezTo>
                      <a:pt x="14735" y="5498"/>
                      <a:pt x="13677" y="0"/>
                      <a:pt x="13677" y="0"/>
                    </a:cubicBezTo>
                    <a:lnTo>
                      <a:pt x="9343" y="1096"/>
                    </a:lnTo>
                    <a:cubicBezTo>
                      <a:pt x="9343" y="1096"/>
                      <a:pt x="8732" y="2392"/>
                      <a:pt x="9572" y="3149"/>
                    </a:cubicBezTo>
                    <a:cubicBezTo>
                      <a:pt x="10838" y="4289"/>
                      <a:pt x="10727" y="6525"/>
                      <a:pt x="8669" y="7045"/>
                    </a:cubicBezTo>
                    <a:cubicBezTo>
                      <a:pt x="6612" y="7566"/>
                      <a:pt x="5599" y="5828"/>
                      <a:pt x="6228" y="4123"/>
                    </a:cubicBezTo>
                    <a:cubicBezTo>
                      <a:pt x="6581" y="3168"/>
                      <a:pt x="5664" y="2036"/>
                      <a:pt x="5664" y="2036"/>
                    </a:cubicBezTo>
                    <a:cubicBezTo>
                      <a:pt x="5664" y="2036"/>
                      <a:pt x="0" y="3459"/>
                      <a:pt x="0" y="3459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iṧľï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026642D-8349-4CB1-8C78-E184CF1E15D2}"/>
                  </a:ext>
                </a:extLst>
              </p:cNvPr>
              <p:cNvSpPr/>
              <p:nvPr/>
            </p:nvSpPr>
            <p:spPr>
              <a:xfrm>
                <a:off x="8065406" y="2125138"/>
                <a:ext cx="192944" cy="20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íSḷí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46920DE5-949D-411D-A547-CF06B81554AE}"/>
                  </a:ext>
                </a:extLst>
              </p:cNvPr>
              <p:cNvSpPr/>
              <p:nvPr/>
            </p:nvSpPr>
            <p:spPr>
              <a:xfrm>
                <a:off x="4119446" y="2191116"/>
                <a:ext cx="522071" cy="3415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0" y="15429"/>
                    </a:moveTo>
                    <a:lnTo>
                      <a:pt x="2700" y="15429"/>
                    </a:lnTo>
                    <a:lnTo>
                      <a:pt x="2700" y="2057"/>
                    </a:lnTo>
                    <a:lnTo>
                      <a:pt x="18900" y="2057"/>
                    </a:lnTo>
                    <a:cubicBezTo>
                      <a:pt x="18900" y="2057"/>
                      <a:pt x="18900" y="15429"/>
                      <a:pt x="18900" y="15429"/>
                    </a:cubicBezTo>
                    <a:close/>
                    <a:moveTo>
                      <a:pt x="18900" y="0"/>
                    </a:moveTo>
                    <a:lnTo>
                      <a:pt x="2700" y="0"/>
                    </a:lnTo>
                    <a:cubicBezTo>
                      <a:pt x="1954" y="0"/>
                      <a:pt x="1350" y="922"/>
                      <a:pt x="1350" y="2057"/>
                    </a:cubicBezTo>
                    <a:cubicBezTo>
                      <a:pt x="1350" y="2057"/>
                      <a:pt x="1350" y="17486"/>
                      <a:pt x="1364" y="17486"/>
                    </a:cubicBezTo>
                    <a:lnTo>
                      <a:pt x="20235" y="17486"/>
                    </a:lnTo>
                    <a:cubicBezTo>
                      <a:pt x="20250" y="17486"/>
                      <a:pt x="20250" y="2057"/>
                      <a:pt x="20250" y="2057"/>
                    </a:cubicBezTo>
                    <a:cubicBezTo>
                      <a:pt x="20250" y="922"/>
                      <a:pt x="19646" y="0"/>
                      <a:pt x="18900" y="0"/>
                    </a:cubicBezTo>
                    <a:close/>
                    <a:moveTo>
                      <a:pt x="20250" y="21600"/>
                    </a:moveTo>
                    <a:lnTo>
                      <a:pt x="1350" y="21600"/>
                    </a:lnTo>
                    <a:cubicBezTo>
                      <a:pt x="604" y="21600"/>
                      <a:pt x="0" y="20679"/>
                      <a:pt x="0" y="19543"/>
                    </a:cubicBezTo>
                    <a:lnTo>
                      <a:pt x="0" y="18514"/>
                    </a:lnTo>
                    <a:lnTo>
                      <a:pt x="8775" y="18514"/>
                    </a:lnTo>
                    <a:lnTo>
                      <a:pt x="8775" y="19543"/>
                    </a:lnTo>
                    <a:lnTo>
                      <a:pt x="12825" y="19543"/>
                    </a:lnTo>
                    <a:lnTo>
                      <a:pt x="12825" y="18514"/>
                    </a:lnTo>
                    <a:lnTo>
                      <a:pt x="21600" y="18514"/>
                    </a:lnTo>
                    <a:lnTo>
                      <a:pt x="21600" y="19543"/>
                    </a:lnTo>
                    <a:cubicBezTo>
                      <a:pt x="21600" y="20679"/>
                      <a:pt x="20995" y="21600"/>
                      <a:pt x="20250" y="21600"/>
                    </a:cubicBezTo>
                    <a:cubicBezTo>
                      <a:pt x="20250" y="21600"/>
                      <a:pt x="20250" y="21600"/>
                      <a:pt x="20250" y="2160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íṣḻî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9A83BB2-21EB-4D7C-9458-1B61D0EBE969}"/>
                  </a:ext>
                </a:extLst>
              </p:cNvPr>
              <p:cNvSpPr/>
              <p:nvPr/>
            </p:nvSpPr>
            <p:spPr>
              <a:xfrm>
                <a:off x="4937505" y="2375583"/>
                <a:ext cx="418847" cy="4377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147" y="16723"/>
                    </a:moveTo>
                    <a:lnTo>
                      <a:pt x="0" y="16809"/>
                    </a:lnTo>
                    <a:lnTo>
                      <a:pt x="2774" y="12622"/>
                    </a:lnTo>
                    <a:cubicBezTo>
                      <a:pt x="2774" y="12622"/>
                      <a:pt x="5147" y="16723"/>
                      <a:pt x="5147" y="16723"/>
                    </a:cubicBezTo>
                    <a:close/>
                    <a:moveTo>
                      <a:pt x="14076" y="11989"/>
                    </a:moveTo>
                    <a:cubicBezTo>
                      <a:pt x="14302" y="12788"/>
                      <a:pt x="14417" y="13471"/>
                      <a:pt x="14416" y="13825"/>
                    </a:cubicBezTo>
                    <a:cubicBezTo>
                      <a:pt x="15694" y="13667"/>
                      <a:pt x="17017" y="14276"/>
                      <a:pt x="17811" y="15648"/>
                    </a:cubicBezTo>
                    <a:cubicBezTo>
                      <a:pt x="18851" y="17445"/>
                      <a:pt x="17597" y="21598"/>
                      <a:pt x="17597" y="21598"/>
                    </a:cubicBezTo>
                    <a:cubicBezTo>
                      <a:pt x="17597" y="21598"/>
                      <a:pt x="17595" y="21596"/>
                      <a:pt x="17592" y="21593"/>
                    </a:cubicBezTo>
                    <a:cubicBezTo>
                      <a:pt x="17594" y="21598"/>
                      <a:pt x="17594" y="21600"/>
                      <a:pt x="17594" y="21600"/>
                    </a:cubicBezTo>
                    <a:cubicBezTo>
                      <a:pt x="17594" y="21600"/>
                      <a:pt x="13250" y="20419"/>
                      <a:pt x="12210" y="18622"/>
                    </a:cubicBezTo>
                    <a:cubicBezTo>
                      <a:pt x="11424" y="17264"/>
                      <a:pt x="11576" y="15881"/>
                      <a:pt x="12373" y="14927"/>
                    </a:cubicBezTo>
                    <a:cubicBezTo>
                      <a:pt x="12061" y="14746"/>
                      <a:pt x="11508" y="14286"/>
                      <a:pt x="10910" y="13667"/>
                    </a:cubicBezTo>
                    <a:lnTo>
                      <a:pt x="5848" y="16352"/>
                    </a:lnTo>
                    <a:lnTo>
                      <a:pt x="3475" y="12249"/>
                    </a:lnTo>
                    <a:lnTo>
                      <a:pt x="8299" y="9692"/>
                    </a:lnTo>
                    <a:cubicBezTo>
                      <a:pt x="7229" y="7299"/>
                      <a:pt x="5819" y="3586"/>
                      <a:pt x="5332" y="2032"/>
                    </a:cubicBezTo>
                    <a:cubicBezTo>
                      <a:pt x="4875" y="574"/>
                      <a:pt x="5000" y="148"/>
                      <a:pt x="5066" y="36"/>
                    </a:cubicBezTo>
                    <a:cubicBezTo>
                      <a:pt x="5058" y="23"/>
                      <a:pt x="5065" y="20"/>
                      <a:pt x="5078" y="19"/>
                    </a:cubicBezTo>
                    <a:cubicBezTo>
                      <a:pt x="5088" y="6"/>
                      <a:pt x="5095" y="0"/>
                      <a:pt x="5095" y="0"/>
                    </a:cubicBezTo>
                    <a:cubicBezTo>
                      <a:pt x="5240" y="24"/>
                      <a:pt x="5683" y="148"/>
                      <a:pt x="6732" y="1292"/>
                    </a:cubicBezTo>
                    <a:cubicBezTo>
                      <a:pt x="7850" y="2510"/>
                      <a:pt x="10390" y="5624"/>
                      <a:pt x="11941" y="7761"/>
                    </a:cubicBezTo>
                    <a:lnTo>
                      <a:pt x="15980" y="5619"/>
                    </a:lnTo>
                    <a:lnTo>
                      <a:pt x="18355" y="9720"/>
                    </a:lnTo>
                    <a:cubicBezTo>
                      <a:pt x="18355" y="9720"/>
                      <a:pt x="14076" y="11989"/>
                      <a:pt x="14076" y="11989"/>
                    </a:cubicBezTo>
                    <a:close/>
                    <a:moveTo>
                      <a:pt x="16695" y="5238"/>
                    </a:moveTo>
                    <a:lnTo>
                      <a:pt x="19224" y="3898"/>
                    </a:lnTo>
                    <a:lnTo>
                      <a:pt x="21600" y="7999"/>
                    </a:lnTo>
                    <a:lnTo>
                      <a:pt x="19071" y="9339"/>
                    </a:lnTo>
                    <a:cubicBezTo>
                      <a:pt x="19071" y="9339"/>
                      <a:pt x="16695" y="5238"/>
                      <a:pt x="16695" y="5238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isḻï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88C1646-F29A-4FD0-BB93-71E8A134C2BE}"/>
                  </a:ext>
                </a:extLst>
              </p:cNvPr>
              <p:cNvSpPr/>
              <p:nvPr/>
            </p:nvSpPr>
            <p:spPr>
              <a:xfrm>
                <a:off x="8238170" y="2473937"/>
                <a:ext cx="286286" cy="4544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5" h="21600" extrusionOk="0">
                    <a:moveTo>
                      <a:pt x="0" y="938"/>
                    </a:moveTo>
                    <a:lnTo>
                      <a:pt x="6284" y="11455"/>
                    </a:lnTo>
                    <a:lnTo>
                      <a:pt x="10032" y="10516"/>
                    </a:lnTo>
                    <a:lnTo>
                      <a:pt x="6771" y="5067"/>
                    </a:lnTo>
                    <a:cubicBezTo>
                      <a:pt x="7276" y="5103"/>
                      <a:pt x="7799" y="5064"/>
                      <a:pt x="8290" y="4918"/>
                    </a:cubicBezTo>
                    <a:cubicBezTo>
                      <a:pt x="9265" y="4628"/>
                      <a:pt x="9902" y="4019"/>
                      <a:pt x="10109" y="3335"/>
                    </a:cubicBezTo>
                    <a:cubicBezTo>
                      <a:pt x="10127" y="3275"/>
                      <a:pt x="10142" y="3214"/>
                      <a:pt x="10154" y="3153"/>
                    </a:cubicBezTo>
                    <a:cubicBezTo>
                      <a:pt x="11859" y="3250"/>
                      <a:pt x="13418" y="3571"/>
                      <a:pt x="14738" y="4133"/>
                    </a:cubicBezTo>
                    <a:cubicBezTo>
                      <a:pt x="16916" y="5061"/>
                      <a:pt x="18325" y="6560"/>
                      <a:pt x="18814" y="8470"/>
                    </a:cubicBezTo>
                    <a:cubicBezTo>
                      <a:pt x="19575" y="11446"/>
                      <a:pt x="17428" y="14404"/>
                      <a:pt x="13562" y="15911"/>
                    </a:cubicBezTo>
                    <a:lnTo>
                      <a:pt x="12515" y="14314"/>
                    </a:lnTo>
                    <a:lnTo>
                      <a:pt x="15137" y="13594"/>
                    </a:lnTo>
                    <a:lnTo>
                      <a:pt x="14615" y="12797"/>
                    </a:lnTo>
                    <a:lnTo>
                      <a:pt x="5054" y="15424"/>
                    </a:lnTo>
                    <a:lnTo>
                      <a:pt x="5577" y="16221"/>
                    </a:lnTo>
                    <a:lnTo>
                      <a:pt x="8203" y="15499"/>
                    </a:lnTo>
                    <a:lnTo>
                      <a:pt x="9904" y="18094"/>
                    </a:lnTo>
                    <a:lnTo>
                      <a:pt x="4408" y="19605"/>
                    </a:lnTo>
                    <a:lnTo>
                      <a:pt x="5716" y="21600"/>
                    </a:lnTo>
                    <a:lnTo>
                      <a:pt x="21015" y="17395"/>
                    </a:lnTo>
                    <a:lnTo>
                      <a:pt x="19707" y="15399"/>
                    </a:lnTo>
                    <a:lnTo>
                      <a:pt x="15876" y="16453"/>
                    </a:lnTo>
                    <a:cubicBezTo>
                      <a:pt x="19603" y="14559"/>
                      <a:pt x="21600" y="11416"/>
                      <a:pt x="20792" y="8258"/>
                    </a:cubicBezTo>
                    <a:cubicBezTo>
                      <a:pt x="20210" y="5981"/>
                      <a:pt x="18497" y="4180"/>
                      <a:pt x="15839" y="3048"/>
                    </a:cubicBezTo>
                    <a:cubicBezTo>
                      <a:pt x="14076" y="2297"/>
                      <a:pt x="11998" y="1893"/>
                      <a:pt x="9725" y="1829"/>
                    </a:cubicBezTo>
                    <a:cubicBezTo>
                      <a:pt x="8880" y="999"/>
                      <a:pt x="7217" y="649"/>
                      <a:pt x="5755" y="1051"/>
                    </a:cubicBezTo>
                    <a:cubicBezTo>
                      <a:pt x="5329" y="1168"/>
                      <a:pt x="4967" y="1337"/>
                      <a:pt x="4668" y="1543"/>
                    </a:cubicBezTo>
                    <a:lnTo>
                      <a:pt x="3742" y="0"/>
                    </a:lnTo>
                    <a:lnTo>
                      <a:pt x="0" y="938"/>
                    </a:lnTo>
                    <a:close/>
                    <a:moveTo>
                      <a:pt x="6539" y="2246"/>
                    </a:moveTo>
                    <a:cubicBezTo>
                      <a:pt x="7096" y="2088"/>
                      <a:pt x="7748" y="2205"/>
                      <a:pt x="8082" y="2533"/>
                    </a:cubicBezTo>
                    <a:cubicBezTo>
                      <a:pt x="8426" y="2872"/>
                      <a:pt x="8318" y="3324"/>
                      <a:pt x="7835" y="3581"/>
                    </a:cubicBezTo>
                    <a:cubicBezTo>
                      <a:pt x="7738" y="3636"/>
                      <a:pt x="7630" y="3685"/>
                      <a:pt x="7504" y="3719"/>
                    </a:cubicBezTo>
                    <a:cubicBezTo>
                      <a:pt x="6877" y="3892"/>
                      <a:pt x="6149" y="3701"/>
                      <a:pt x="5884" y="3295"/>
                    </a:cubicBezTo>
                    <a:cubicBezTo>
                      <a:pt x="5620" y="2890"/>
                      <a:pt x="5916" y="2423"/>
                      <a:pt x="6539" y="22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3" name="îṩḷí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D31E3EA-7281-4EF3-B190-369869DCBAA0}"/>
                  </a:ext>
                </a:extLst>
              </p:cNvPr>
              <p:cNvSpPr/>
              <p:nvPr/>
            </p:nvSpPr>
            <p:spPr>
              <a:xfrm>
                <a:off x="7233997" y="1299449"/>
                <a:ext cx="344058" cy="2438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ïṧḷi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AC500E5-C4E7-4A2A-B66A-F46826A7ACEE}"/>
                  </a:ext>
                </a:extLst>
              </p:cNvPr>
              <p:cNvSpPr/>
              <p:nvPr/>
            </p:nvSpPr>
            <p:spPr>
              <a:xfrm>
                <a:off x="6131113" y="3623650"/>
                <a:ext cx="286139" cy="3062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5" name="ís1ï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091DED0-DE68-48ED-8343-3E9EBB39E09E}"/>
                  </a:ext>
                </a:extLst>
              </p:cNvPr>
              <p:cNvSpPr/>
              <p:nvPr/>
            </p:nvSpPr>
            <p:spPr>
              <a:xfrm>
                <a:off x="5778336" y="3961792"/>
                <a:ext cx="377753" cy="3777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957" h="18957" extrusionOk="0">
                    <a:moveTo>
                      <a:pt x="5474" y="890"/>
                    </a:moveTo>
                    <a:cubicBezTo>
                      <a:pt x="729" y="3103"/>
                      <a:pt x="-1322" y="8738"/>
                      <a:pt x="890" y="13482"/>
                    </a:cubicBezTo>
                    <a:cubicBezTo>
                      <a:pt x="3103" y="18227"/>
                      <a:pt x="8738" y="20278"/>
                      <a:pt x="13482" y="18066"/>
                    </a:cubicBezTo>
                    <a:cubicBezTo>
                      <a:pt x="18227" y="15853"/>
                      <a:pt x="20278" y="10218"/>
                      <a:pt x="18066" y="5474"/>
                    </a:cubicBezTo>
                    <a:cubicBezTo>
                      <a:pt x="15853" y="729"/>
                      <a:pt x="10218" y="-1322"/>
                      <a:pt x="5474" y="890"/>
                    </a:cubicBezTo>
                    <a:close/>
                    <a:moveTo>
                      <a:pt x="6178" y="2402"/>
                    </a:moveTo>
                    <a:cubicBezTo>
                      <a:pt x="6348" y="2323"/>
                      <a:pt x="6545" y="2302"/>
                      <a:pt x="6734" y="2371"/>
                    </a:cubicBezTo>
                    <a:cubicBezTo>
                      <a:pt x="7112" y="2509"/>
                      <a:pt x="7308" y="2929"/>
                      <a:pt x="7170" y="3307"/>
                    </a:cubicBezTo>
                    <a:cubicBezTo>
                      <a:pt x="7033" y="3685"/>
                      <a:pt x="6612" y="3882"/>
                      <a:pt x="6234" y="3744"/>
                    </a:cubicBezTo>
                    <a:cubicBezTo>
                      <a:pt x="5856" y="3606"/>
                      <a:pt x="5660" y="3186"/>
                      <a:pt x="5798" y="2808"/>
                    </a:cubicBezTo>
                    <a:cubicBezTo>
                      <a:pt x="5866" y="2618"/>
                      <a:pt x="6009" y="2481"/>
                      <a:pt x="6178" y="2402"/>
                    </a:cubicBezTo>
                    <a:close/>
                    <a:moveTo>
                      <a:pt x="7039" y="4248"/>
                    </a:moveTo>
                    <a:cubicBezTo>
                      <a:pt x="7237" y="4156"/>
                      <a:pt x="7476" y="4242"/>
                      <a:pt x="7569" y="4441"/>
                    </a:cubicBezTo>
                    <a:lnTo>
                      <a:pt x="9434" y="8440"/>
                    </a:lnTo>
                    <a:cubicBezTo>
                      <a:pt x="9580" y="8433"/>
                      <a:pt x="9718" y="8366"/>
                      <a:pt x="9863" y="8419"/>
                    </a:cubicBezTo>
                    <a:cubicBezTo>
                      <a:pt x="10010" y="8472"/>
                      <a:pt x="10085" y="8605"/>
                      <a:pt x="10192" y="8705"/>
                    </a:cubicBezTo>
                    <a:lnTo>
                      <a:pt x="13175" y="7314"/>
                    </a:lnTo>
                    <a:cubicBezTo>
                      <a:pt x="13373" y="7222"/>
                      <a:pt x="13612" y="7309"/>
                      <a:pt x="13705" y="7507"/>
                    </a:cubicBezTo>
                    <a:cubicBezTo>
                      <a:pt x="13797" y="7705"/>
                      <a:pt x="13710" y="7944"/>
                      <a:pt x="13512" y="8037"/>
                    </a:cubicBezTo>
                    <a:lnTo>
                      <a:pt x="10529" y="9427"/>
                    </a:lnTo>
                    <a:cubicBezTo>
                      <a:pt x="10537" y="9574"/>
                      <a:pt x="10591" y="9717"/>
                      <a:pt x="10537" y="9863"/>
                    </a:cubicBezTo>
                    <a:cubicBezTo>
                      <a:pt x="10325" y="10447"/>
                      <a:pt x="9676" y="10750"/>
                      <a:pt x="9092" y="10537"/>
                    </a:cubicBezTo>
                    <a:cubicBezTo>
                      <a:pt x="8509" y="10325"/>
                      <a:pt x="8206" y="9676"/>
                      <a:pt x="8419" y="9092"/>
                    </a:cubicBezTo>
                    <a:cubicBezTo>
                      <a:pt x="8474" y="8942"/>
                      <a:pt x="8621" y="8880"/>
                      <a:pt x="8725" y="8771"/>
                    </a:cubicBezTo>
                    <a:lnTo>
                      <a:pt x="6860" y="4771"/>
                    </a:lnTo>
                    <a:cubicBezTo>
                      <a:pt x="6767" y="4573"/>
                      <a:pt x="6841" y="4340"/>
                      <a:pt x="7039" y="4248"/>
                    </a:cubicBezTo>
                    <a:close/>
                    <a:moveTo>
                      <a:pt x="2738" y="11823"/>
                    </a:moveTo>
                    <a:cubicBezTo>
                      <a:pt x="2908" y="11744"/>
                      <a:pt x="3105" y="11723"/>
                      <a:pt x="3294" y="11792"/>
                    </a:cubicBezTo>
                    <a:cubicBezTo>
                      <a:pt x="3672" y="11930"/>
                      <a:pt x="3868" y="12350"/>
                      <a:pt x="3730" y="12728"/>
                    </a:cubicBezTo>
                    <a:cubicBezTo>
                      <a:pt x="3593" y="13106"/>
                      <a:pt x="3172" y="13302"/>
                      <a:pt x="2794" y="13165"/>
                    </a:cubicBezTo>
                    <a:cubicBezTo>
                      <a:pt x="2416" y="13027"/>
                      <a:pt x="2220" y="12607"/>
                      <a:pt x="2358" y="12228"/>
                    </a:cubicBezTo>
                    <a:cubicBezTo>
                      <a:pt x="2426" y="12039"/>
                      <a:pt x="2569" y="11902"/>
                      <a:pt x="2738" y="11823"/>
                    </a:cubicBezTo>
                    <a:close/>
                    <a:moveTo>
                      <a:pt x="15620" y="5816"/>
                    </a:moveTo>
                    <a:cubicBezTo>
                      <a:pt x="15789" y="5737"/>
                      <a:pt x="15973" y="5722"/>
                      <a:pt x="16162" y="5791"/>
                    </a:cubicBezTo>
                    <a:cubicBezTo>
                      <a:pt x="16540" y="5929"/>
                      <a:pt x="16736" y="6349"/>
                      <a:pt x="16598" y="6728"/>
                    </a:cubicBezTo>
                    <a:cubicBezTo>
                      <a:pt x="16461" y="7106"/>
                      <a:pt x="16054" y="7296"/>
                      <a:pt x="15675" y="7158"/>
                    </a:cubicBezTo>
                    <a:cubicBezTo>
                      <a:pt x="15297" y="7020"/>
                      <a:pt x="15101" y="6600"/>
                      <a:pt x="15239" y="6222"/>
                    </a:cubicBezTo>
                    <a:cubicBezTo>
                      <a:pt x="15308" y="6033"/>
                      <a:pt x="15451" y="5895"/>
                      <a:pt x="15620" y="5816"/>
                    </a:cubicBezTo>
                    <a:close/>
                    <a:moveTo>
                      <a:pt x="12166" y="15243"/>
                    </a:moveTo>
                    <a:cubicBezTo>
                      <a:pt x="12335" y="15164"/>
                      <a:pt x="12533" y="15143"/>
                      <a:pt x="12722" y="15212"/>
                    </a:cubicBezTo>
                    <a:cubicBezTo>
                      <a:pt x="13100" y="15350"/>
                      <a:pt x="13296" y="15770"/>
                      <a:pt x="13158" y="16148"/>
                    </a:cubicBezTo>
                    <a:cubicBezTo>
                      <a:pt x="13021" y="16526"/>
                      <a:pt x="12600" y="16723"/>
                      <a:pt x="12222" y="16585"/>
                    </a:cubicBezTo>
                    <a:cubicBezTo>
                      <a:pt x="11844" y="16447"/>
                      <a:pt x="11648" y="16027"/>
                      <a:pt x="11785" y="15649"/>
                    </a:cubicBezTo>
                    <a:cubicBezTo>
                      <a:pt x="11854" y="15460"/>
                      <a:pt x="11997" y="15322"/>
                      <a:pt x="12166" y="15243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6" name="iṥḻí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515F3BE-6DF7-498E-AB30-283D9EE8889F}"/>
                  </a:ext>
                </a:extLst>
              </p:cNvPr>
              <p:cNvSpPr/>
              <p:nvPr/>
            </p:nvSpPr>
            <p:spPr>
              <a:xfrm>
                <a:off x="6703947" y="3986237"/>
                <a:ext cx="352452" cy="366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67" h="21369" extrusionOk="0">
                    <a:moveTo>
                      <a:pt x="9892" y="341"/>
                    </a:moveTo>
                    <a:cubicBezTo>
                      <a:pt x="10333" y="-98"/>
                      <a:pt x="11063" y="-117"/>
                      <a:pt x="11519" y="307"/>
                    </a:cubicBezTo>
                    <a:lnTo>
                      <a:pt x="21020" y="9136"/>
                    </a:lnTo>
                    <a:cubicBezTo>
                      <a:pt x="21476" y="9561"/>
                      <a:pt x="21482" y="10263"/>
                      <a:pt x="21042" y="10702"/>
                    </a:cubicBezTo>
                    <a:lnTo>
                      <a:pt x="10676" y="21032"/>
                    </a:lnTo>
                    <a:cubicBezTo>
                      <a:pt x="10236" y="21471"/>
                      <a:pt x="9512" y="21483"/>
                      <a:pt x="9056" y="21059"/>
                    </a:cubicBezTo>
                    <a:lnTo>
                      <a:pt x="6577" y="18755"/>
                    </a:lnTo>
                    <a:lnTo>
                      <a:pt x="9366" y="15976"/>
                    </a:lnTo>
                    <a:cubicBezTo>
                      <a:pt x="9806" y="15537"/>
                      <a:pt x="9793" y="14841"/>
                      <a:pt x="9337" y="14417"/>
                    </a:cubicBezTo>
                    <a:lnTo>
                      <a:pt x="7682" y="12879"/>
                    </a:lnTo>
                    <a:cubicBezTo>
                      <a:pt x="7226" y="12455"/>
                      <a:pt x="6503" y="12467"/>
                      <a:pt x="6062" y="12906"/>
                    </a:cubicBezTo>
                    <a:lnTo>
                      <a:pt x="3274" y="15685"/>
                    </a:lnTo>
                    <a:lnTo>
                      <a:pt x="1210" y="13767"/>
                    </a:lnTo>
                    <a:cubicBezTo>
                      <a:pt x="754" y="13343"/>
                      <a:pt x="734" y="12641"/>
                      <a:pt x="1175" y="12202"/>
                    </a:cubicBezTo>
                    <a:lnTo>
                      <a:pt x="351" y="11436"/>
                    </a:lnTo>
                    <a:cubicBezTo>
                      <a:pt x="-105" y="11012"/>
                      <a:pt x="-118" y="10316"/>
                      <a:pt x="322" y="9877"/>
                    </a:cubicBezTo>
                    <a:lnTo>
                      <a:pt x="9892" y="341"/>
                    </a:lnTo>
                    <a:close/>
                    <a:moveTo>
                      <a:pt x="10322" y="1500"/>
                    </a:moveTo>
                    <a:lnTo>
                      <a:pt x="1949" y="9844"/>
                    </a:lnTo>
                    <a:cubicBezTo>
                      <a:pt x="1949" y="9844"/>
                      <a:pt x="1145" y="10641"/>
                      <a:pt x="1971" y="11409"/>
                    </a:cubicBezTo>
                    <a:lnTo>
                      <a:pt x="11146" y="2266"/>
                    </a:lnTo>
                    <a:cubicBezTo>
                      <a:pt x="11366" y="2046"/>
                      <a:pt x="11360" y="1705"/>
                      <a:pt x="11132" y="1492"/>
                    </a:cubicBezTo>
                    <a:cubicBezTo>
                      <a:pt x="10904" y="1281"/>
                      <a:pt x="10542" y="1280"/>
                      <a:pt x="10322" y="1500"/>
                    </a:cubicBezTo>
                    <a:close/>
                    <a:moveTo>
                      <a:pt x="6083" y="13685"/>
                    </a:moveTo>
                    <a:cubicBezTo>
                      <a:pt x="6523" y="13247"/>
                      <a:pt x="7247" y="13234"/>
                      <a:pt x="7703" y="13658"/>
                    </a:cubicBezTo>
                    <a:lnTo>
                      <a:pt x="8527" y="14424"/>
                    </a:lnTo>
                    <a:cubicBezTo>
                      <a:pt x="8983" y="14848"/>
                      <a:pt x="8996" y="15544"/>
                      <a:pt x="8555" y="15983"/>
                    </a:cubicBezTo>
                    <a:lnTo>
                      <a:pt x="6161" y="18369"/>
                    </a:lnTo>
                    <a:cubicBezTo>
                      <a:pt x="5721" y="18808"/>
                      <a:pt x="4991" y="18826"/>
                      <a:pt x="4535" y="18403"/>
                    </a:cubicBezTo>
                    <a:lnTo>
                      <a:pt x="3711" y="17637"/>
                    </a:lnTo>
                    <a:cubicBezTo>
                      <a:pt x="3254" y="17213"/>
                      <a:pt x="3249" y="16510"/>
                      <a:pt x="3689" y="16071"/>
                    </a:cubicBezTo>
                    <a:lnTo>
                      <a:pt x="6083" y="13685"/>
                    </a:lnTo>
                    <a:close/>
                    <a:moveTo>
                      <a:pt x="6506" y="14851"/>
                    </a:moveTo>
                    <a:cubicBezTo>
                      <a:pt x="6286" y="15071"/>
                      <a:pt x="6285" y="15419"/>
                      <a:pt x="6514" y="15631"/>
                    </a:cubicBezTo>
                    <a:cubicBezTo>
                      <a:pt x="6742" y="15843"/>
                      <a:pt x="7110" y="15837"/>
                      <a:pt x="7330" y="15617"/>
                    </a:cubicBezTo>
                    <a:cubicBezTo>
                      <a:pt x="7550" y="15398"/>
                      <a:pt x="7544" y="15043"/>
                      <a:pt x="7316" y="14831"/>
                    </a:cubicBezTo>
                    <a:cubicBezTo>
                      <a:pt x="7088" y="14619"/>
                      <a:pt x="6726" y="14632"/>
                      <a:pt x="6506" y="14851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" name="ïşļî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30DA400-E790-48F1-9DA8-E7B2D7C98B68}"/>
                  </a:ext>
                </a:extLst>
              </p:cNvPr>
              <p:cNvSpPr/>
              <p:nvPr/>
            </p:nvSpPr>
            <p:spPr>
              <a:xfrm>
                <a:off x="8346144" y="2065716"/>
                <a:ext cx="359556" cy="2169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1" h="21289" extrusionOk="0">
                    <a:moveTo>
                      <a:pt x="5099" y="1723"/>
                    </a:moveTo>
                    <a:lnTo>
                      <a:pt x="3700" y="16273"/>
                    </a:lnTo>
                    <a:lnTo>
                      <a:pt x="16313" y="19565"/>
                    </a:lnTo>
                    <a:lnTo>
                      <a:pt x="17712" y="5015"/>
                    </a:lnTo>
                    <a:cubicBezTo>
                      <a:pt x="17712" y="5015"/>
                      <a:pt x="5099" y="1723"/>
                      <a:pt x="5099" y="1723"/>
                    </a:cubicBezTo>
                    <a:close/>
                    <a:moveTo>
                      <a:pt x="2757" y="5906"/>
                    </a:moveTo>
                    <a:lnTo>
                      <a:pt x="2258" y="11102"/>
                    </a:lnTo>
                    <a:cubicBezTo>
                      <a:pt x="2230" y="11389"/>
                      <a:pt x="2349" y="11659"/>
                      <a:pt x="2523" y="11704"/>
                    </a:cubicBezTo>
                    <a:cubicBezTo>
                      <a:pt x="2697" y="11750"/>
                      <a:pt x="2861" y="11554"/>
                      <a:pt x="2889" y="11267"/>
                    </a:cubicBezTo>
                    <a:lnTo>
                      <a:pt x="3388" y="6071"/>
                    </a:lnTo>
                    <a:cubicBezTo>
                      <a:pt x="3416" y="5784"/>
                      <a:pt x="3297" y="5514"/>
                      <a:pt x="3123" y="5469"/>
                    </a:cubicBezTo>
                    <a:cubicBezTo>
                      <a:pt x="2949" y="5423"/>
                      <a:pt x="2785" y="5619"/>
                      <a:pt x="2757" y="5906"/>
                    </a:cubicBezTo>
                    <a:close/>
                    <a:moveTo>
                      <a:pt x="19585" y="12429"/>
                    </a:moveTo>
                    <a:cubicBezTo>
                      <a:pt x="19668" y="11568"/>
                      <a:pt x="19311" y="10759"/>
                      <a:pt x="18789" y="10623"/>
                    </a:cubicBezTo>
                    <a:cubicBezTo>
                      <a:pt x="18266" y="10487"/>
                      <a:pt x="17776" y="11074"/>
                      <a:pt x="17693" y="11935"/>
                    </a:cubicBezTo>
                    <a:cubicBezTo>
                      <a:pt x="17610" y="12796"/>
                      <a:pt x="17967" y="13604"/>
                      <a:pt x="18489" y="13741"/>
                    </a:cubicBezTo>
                    <a:cubicBezTo>
                      <a:pt x="19012" y="13877"/>
                      <a:pt x="19502" y="13289"/>
                      <a:pt x="19585" y="12429"/>
                    </a:cubicBezTo>
                    <a:close/>
                    <a:moveTo>
                      <a:pt x="21396" y="7042"/>
                    </a:moveTo>
                    <a:lnTo>
                      <a:pt x="20197" y="19513"/>
                    </a:lnTo>
                    <a:cubicBezTo>
                      <a:pt x="20087" y="20661"/>
                      <a:pt x="19433" y="21444"/>
                      <a:pt x="18736" y="21262"/>
                    </a:cubicBezTo>
                    <a:lnTo>
                      <a:pt x="1078" y="16653"/>
                    </a:lnTo>
                    <a:cubicBezTo>
                      <a:pt x="381" y="16472"/>
                      <a:pt x="-94" y="15394"/>
                      <a:pt x="16" y="14246"/>
                    </a:cubicBezTo>
                    <a:lnTo>
                      <a:pt x="1215" y="1775"/>
                    </a:lnTo>
                    <a:cubicBezTo>
                      <a:pt x="1325" y="627"/>
                      <a:pt x="1979" y="-156"/>
                      <a:pt x="2676" y="26"/>
                    </a:cubicBezTo>
                    <a:lnTo>
                      <a:pt x="20334" y="4635"/>
                    </a:lnTo>
                    <a:cubicBezTo>
                      <a:pt x="21031" y="4816"/>
                      <a:pt x="21506" y="5894"/>
                      <a:pt x="21396" y="7042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isḷi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DF07403-E807-4679-A83B-30F148CAA5CD}"/>
                  </a:ext>
                </a:extLst>
              </p:cNvPr>
              <p:cNvSpPr/>
              <p:nvPr/>
            </p:nvSpPr>
            <p:spPr>
              <a:xfrm>
                <a:off x="7024744" y="3829642"/>
                <a:ext cx="290770" cy="267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1" h="21254" extrusionOk="0">
                    <a:moveTo>
                      <a:pt x="14806" y="20802"/>
                    </a:moveTo>
                    <a:cubicBezTo>
                      <a:pt x="16771" y="20078"/>
                      <a:pt x="18497" y="18506"/>
                      <a:pt x="19509" y="16252"/>
                    </a:cubicBezTo>
                    <a:cubicBezTo>
                      <a:pt x="21534" y="11744"/>
                      <a:pt x="19954" y="6226"/>
                      <a:pt x="15980" y="3929"/>
                    </a:cubicBezTo>
                    <a:cubicBezTo>
                      <a:pt x="12750" y="2062"/>
                      <a:pt x="8929" y="2896"/>
                      <a:pt x="6525" y="5695"/>
                    </a:cubicBezTo>
                    <a:cubicBezTo>
                      <a:pt x="6494" y="5619"/>
                      <a:pt x="6446" y="5549"/>
                      <a:pt x="6387" y="5489"/>
                    </a:cubicBezTo>
                    <a:lnTo>
                      <a:pt x="1181" y="167"/>
                    </a:lnTo>
                    <a:cubicBezTo>
                      <a:pt x="946" y="-73"/>
                      <a:pt x="582" y="-53"/>
                      <a:pt x="370" y="214"/>
                    </a:cubicBezTo>
                    <a:lnTo>
                      <a:pt x="146" y="499"/>
                    </a:lnTo>
                    <a:cubicBezTo>
                      <a:pt x="-66" y="765"/>
                      <a:pt x="-44" y="1177"/>
                      <a:pt x="192" y="1417"/>
                    </a:cubicBezTo>
                    <a:lnTo>
                      <a:pt x="5396" y="6733"/>
                    </a:lnTo>
                    <a:cubicBezTo>
                      <a:pt x="5480" y="6818"/>
                      <a:pt x="5581" y="6859"/>
                      <a:pt x="5685" y="6879"/>
                    </a:cubicBezTo>
                    <a:cubicBezTo>
                      <a:pt x="5480" y="7214"/>
                      <a:pt x="5286" y="7560"/>
                      <a:pt x="5118" y="7933"/>
                    </a:cubicBezTo>
                    <a:cubicBezTo>
                      <a:pt x="3093" y="12441"/>
                      <a:pt x="4673" y="17959"/>
                      <a:pt x="8647" y="20256"/>
                    </a:cubicBezTo>
                    <a:cubicBezTo>
                      <a:pt x="10634" y="21405"/>
                      <a:pt x="12840" y="21527"/>
                      <a:pt x="14806" y="20802"/>
                    </a:cubicBezTo>
                    <a:close/>
                    <a:moveTo>
                      <a:pt x="14414" y="19435"/>
                    </a:moveTo>
                    <a:cubicBezTo>
                      <a:pt x="12758" y="20045"/>
                      <a:pt x="10896" y="19937"/>
                      <a:pt x="9221" y="18969"/>
                    </a:cubicBezTo>
                    <a:cubicBezTo>
                      <a:pt x="5873" y="17034"/>
                      <a:pt x="4542" y="12385"/>
                      <a:pt x="6248" y="8586"/>
                    </a:cubicBezTo>
                    <a:cubicBezTo>
                      <a:pt x="7954" y="4788"/>
                      <a:pt x="12052" y="3277"/>
                      <a:pt x="15400" y="5212"/>
                    </a:cubicBezTo>
                    <a:cubicBezTo>
                      <a:pt x="18748" y="7148"/>
                      <a:pt x="20080" y="11797"/>
                      <a:pt x="18374" y="15596"/>
                    </a:cubicBezTo>
                    <a:cubicBezTo>
                      <a:pt x="17521" y="17495"/>
                      <a:pt x="16070" y="18824"/>
                      <a:pt x="14414" y="19435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isḷî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08692B6-A5E2-4D5F-B69B-07A59D4C20C2}"/>
                  </a:ext>
                </a:extLst>
              </p:cNvPr>
              <p:cNvSpPr/>
              <p:nvPr/>
            </p:nvSpPr>
            <p:spPr>
              <a:xfrm>
                <a:off x="6290584" y="4059104"/>
                <a:ext cx="253336" cy="280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íśļi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2532405-FFC3-4949-A9C1-23617A39DAC1}"/>
                  </a:ext>
                </a:extLst>
              </p:cNvPr>
              <p:cNvSpPr/>
              <p:nvPr/>
            </p:nvSpPr>
            <p:spPr>
              <a:xfrm>
                <a:off x="7011337" y="3513552"/>
                <a:ext cx="191587" cy="221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1" name="í$1i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2C9CB0B-3762-41E1-8859-F2D40EA68DF7}"/>
                  </a:ext>
                </a:extLst>
              </p:cNvPr>
              <p:cNvSpPr/>
              <p:nvPr/>
            </p:nvSpPr>
            <p:spPr>
              <a:xfrm>
                <a:off x="7209580" y="944990"/>
                <a:ext cx="225713" cy="2532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57" h="21254" extrusionOk="0">
                    <a:moveTo>
                      <a:pt x="8090" y="6610"/>
                    </a:moveTo>
                    <a:lnTo>
                      <a:pt x="8090" y="3934"/>
                    </a:lnTo>
                    <a:lnTo>
                      <a:pt x="19378" y="1852"/>
                    </a:lnTo>
                    <a:lnTo>
                      <a:pt x="19378" y="4528"/>
                    </a:lnTo>
                    <a:cubicBezTo>
                      <a:pt x="19378" y="4528"/>
                      <a:pt x="8090" y="6610"/>
                      <a:pt x="8090" y="6610"/>
                    </a:cubicBezTo>
                    <a:close/>
                    <a:moveTo>
                      <a:pt x="21057" y="0"/>
                    </a:moveTo>
                    <a:lnTo>
                      <a:pt x="6411" y="2701"/>
                    </a:lnTo>
                    <a:lnTo>
                      <a:pt x="6411" y="15495"/>
                    </a:lnTo>
                    <a:cubicBezTo>
                      <a:pt x="5363" y="15254"/>
                      <a:pt x="3972" y="15448"/>
                      <a:pt x="2666" y="16104"/>
                    </a:cubicBezTo>
                    <a:cubicBezTo>
                      <a:pt x="567" y="17160"/>
                      <a:pt x="-518" y="19009"/>
                      <a:pt x="244" y="20236"/>
                    </a:cubicBezTo>
                    <a:cubicBezTo>
                      <a:pt x="1005" y="21462"/>
                      <a:pt x="3325" y="21600"/>
                      <a:pt x="5425" y="20544"/>
                    </a:cubicBezTo>
                    <a:cubicBezTo>
                      <a:pt x="7005" y="19749"/>
                      <a:pt x="8010" y="18505"/>
                      <a:pt x="8085" y="17416"/>
                    </a:cubicBezTo>
                    <a:lnTo>
                      <a:pt x="8090" y="17416"/>
                    </a:lnTo>
                    <a:lnTo>
                      <a:pt x="8090" y="8152"/>
                    </a:lnTo>
                    <a:lnTo>
                      <a:pt x="19378" y="6070"/>
                    </a:lnTo>
                    <a:lnTo>
                      <a:pt x="19378" y="10758"/>
                    </a:lnTo>
                    <a:cubicBezTo>
                      <a:pt x="18330" y="10518"/>
                      <a:pt x="16941" y="10712"/>
                      <a:pt x="15636" y="11368"/>
                    </a:cubicBezTo>
                    <a:cubicBezTo>
                      <a:pt x="13536" y="12424"/>
                      <a:pt x="12452" y="14273"/>
                      <a:pt x="13213" y="15499"/>
                    </a:cubicBezTo>
                    <a:cubicBezTo>
                      <a:pt x="13975" y="16725"/>
                      <a:pt x="16295" y="16863"/>
                      <a:pt x="18395" y="15807"/>
                    </a:cubicBezTo>
                    <a:cubicBezTo>
                      <a:pt x="20060" y="14970"/>
                      <a:pt x="21082" y="13635"/>
                      <a:pt x="21056" y="12506"/>
                    </a:cubicBezTo>
                    <a:lnTo>
                      <a:pt x="21057" y="12506"/>
                    </a:lnTo>
                    <a:cubicBezTo>
                      <a:pt x="21057" y="12506"/>
                      <a:pt x="21057" y="0"/>
                      <a:pt x="21057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íṩļî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4AAD2ED3-9FBE-4E10-9694-81966AFC13F1}"/>
                  </a:ext>
                </a:extLst>
              </p:cNvPr>
              <p:cNvSpPr/>
              <p:nvPr/>
            </p:nvSpPr>
            <p:spPr>
              <a:xfrm>
                <a:off x="5332758" y="2199719"/>
                <a:ext cx="245690" cy="228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4" h="21600" extrusionOk="0">
                    <a:moveTo>
                      <a:pt x="0" y="3459"/>
                    </a:moveTo>
                    <a:lnTo>
                      <a:pt x="1422" y="10208"/>
                    </a:lnTo>
                    <a:cubicBezTo>
                      <a:pt x="1422" y="10208"/>
                      <a:pt x="2469" y="10982"/>
                      <a:pt x="3219" y="10113"/>
                    </a:cubicBezTo>
                    <a:cubicBezTo>
                      <a:pt x="4049" y="9149"/>
                      <a:pt x="6494" y="8518"/>
                      <a:pt x="6992" y="11134"/>
                    </a:cubicBezTo>
                    <a:cubicBezTo>
                      <a:pt x="7491" y="13750"/>
                      <a:pt x="5522" y="14362"/>
                      <a:pt x="4296" y="14027"/>
                    </a:cubicBezTo>
                    <a:cubicBezTo>
                      <a:pt x="3187" y="13725"/>
                      <a:pt x="2357" y="14641"/>
                      <a:pt x="2357" y="14641"/>
                    </a:cubicBezTo>
                    <a:lnTo>
                      <a:pt x="3823" y="21600"/>
                    </a:lnTo>
                    <a:lnTo>
                      <a:pt x="9313" y="20212"/>
                    </a:lnTo>
                    <a:cubicBezTo>
                      <a:pt x="9313" y="20212"/>
                      <a:pt x="9635" y="19276"/>
                      <a:pt x="8958" y="18523"/>
                    </a:cubicBezTo>
                    <a:cubicBezTo>
                      <a:pt x="8134" y="17611"/>
                      <a:pt x="7558" y="15210"/>
                      <a:pt x="10150" y="14555"/>
                    </a:cubicBezTo>
                    <a:cubicBezTo>
                      <a:pt x="12743" y="13899"/>
                      <a:pt x="13216" y="16255"/>
                      <a:pt x="12736" y="17679"/>
                    </a:cubicBezTo>
                    <a:cubicBezTo>
                      <a:pt x="12378" y="18747"/>
                      <a:pt x="13070" y="19262"/>
                      <a:pt x="13070" y="19262"/>
                    </a:cubicBezTo>
                    <a:lnTo>
                      <a:pt x="17693" y="18092"/>
                    </a:lnTo>
                    <a:cubicBezTo>
                      <a:pt x="17693" y="18092"/>
                      <a:pt x="16501" y="13146"/>
                      <a:pt x="16426" y="11786"/>
                    </a:cubicBezTo>
                    <a:cubicBezTo>
                      <a:pt x="16346" y="10328"/>
                      <a:pt x="18026" y="10919"/>
                      <a:pt x="18332" y="11000"/>
                    </a:cubicBezTo>
                    <a:cubicBezTo>
                      <a:pt x="20097" y="11473"/>
                      <a:pt x="21600" y="10153"/>
                      <a:pt x="21079" y="7680"/>
                    </a:cubicBezTo>
                    <a:cubicBezTo>
                      <a:pt x="20558" y="5208"/>
                      <a:pt x="18027" y="5192"/>
                      <a:pt x="17063" y="6452"/>
                    </a:cubicBezTo>
                    <a:cubicBezTo>
                      <a:pt x="16347" y="7388"/>
                      <a:pt x="15661" y="7684"/>
                      <a:pt x="15383" y="7029"/>
                    </a:cubicBezTo>
                    <a:cubicBezTo>
                      <a:pt x="14735" y="5498"/>
                      <a:pt x="13677" y="0"/>
                      <a:pt x="13677" y="0"/>
                    </a:cubicBezTo>
                    <a:lnTo>
                      <a:pt x="9343" y="1096"/>
                    </a:lnTo>
                    <a:cubicBezTo>
                      <a:pt x="9343" y="1096"/>
                      <a:pt x="8732" y="2392"/>
                      <a:pt x="9572" y="3149"/>
                    </a:cubicBezTo>
                    <a:cubicBezTo>
                      <a:pt x="10838" y="4289"/>
                      <a:pt x="10727" y="6525"/>
                      <a:pt x="8669" y="7045"/>
                    </a:cubicBezTo>
                    <a:cubicBezTo>
                      <a:pt x="6612" y="7566"/>
                      <a:pt x="5599" y="5828"/>
                      <a:pt x="6228" y="4123"/>
                    </a:cubicBezTo>
                    <a:cubicBezTo>
                      <a:pt x="6581" y="3168"/>
                      <a:pt x="5664" y="2036"/>
                      <a:pt x="5664" y="2036"/>
                    </a:cubicBezTo>
                    <a:cubicBezTo>
                      <a:pt x="5664" y="2036"/>
                      <a:pt x="0" y="3459"/>
                      <a:pt x="0" y="345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3" name="îśľï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BBE7A63-B63D-481F-9BAB-835B5BAE8228}"/>
                  </a:ext>
                </a:extLst>
              </p:cNvPr>
              <p:cNvSpPr/>
              <p:nvPr/>
            </p:nvSpPr>
            <p:spPr>
              <a:xfrm>
                <a:off x="5707141" y="1345107"/>
                <a:ext cx="220747" cy="3156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1" h="21511" extrusionOk="0">
                    <a:moveTo>
                      <a:pt x="18683" y="0"/>
                    </a:moveTo>
                    <a:lnTo>
                      <a:pt x="17079" y="1668"/>
                    </a:lnTo>
                    <a:cubicBezTo>
                      <a:pt x="17015" y="1638"/>
                      <a:pt x="16700" y="1488"/>
                      <a:pt x="16700" y="1488"/>
                    </a:cubicBezTo>
                    <a:lnTo>
                      <a:pt x="15441" y="2801"/>
                    </a:lnTo>
                    <a:lnTo>
                      <a:pt x="15820" y="2981"/>
                    </a:lnTo>
                    <a:lnTo>
                      <a:pt x="15441" y="3375"/>
                    </a:lnTo>
                    <a:lnTo>
                      <a:pt x="2730" y="16587"/>
                    </a:lnTo>
                    <a:cubicBezTo>
                      <a:pt x="2279" y="17056"/>
                      <a:pt x="509" y="19614"/>
                      <a:pt x="586" y="20489"/>
                    </a:cubicBezTo>
                    <a:cubicBezTo>
                      <a:pt x="597" y="20614"/>
                      <a:pt x="646" y="20706"/>
                      <a:pt x="742" y="20751"/>
                    </a:cubicBezTo>
                    <a:cubicBezTo>
                      <a:pt x="1508" y="21113"/>
                      <a:pt x="4988" y="18432"/>
                      <a:pt x="5504" y="17895"/>
                    </a:cubicBezTo>
                    <a:lnTo>
                      <a:pt x="18209" y="4684"/>
                    </a:lnTo>
                    <a:lnTo>
                      <a:pt x="18588" y="4289"/>
                    </a:lnTo>
                    <a:lnTo>
                      <a:pt x="18984" y="4477"/>
                    </a:lnTo>
                    <a:lnTo>
                      <a:pt x="14043" y="9610"/>
                    </a:lnTo>
                    <a:lnTo>
                      <a:pt x="14611" y="9879"/>
                    </a:lnTo>
                    <a:lnTo>
                      <a:pt x="20810" y="3434"/>
                    </a:lnTo>
                    <a:cubicBezTo>
                      <a:pt x="20810" y="3434"/>
                      <a:pt x="20191" y="3144"/>
                      <a:pt x="19847" y="2981"/>
                    </a:cubicBezTo>
                    <a:lnTo>
                      <a:pt x="21451" y="1313"/>
                    </a:lnTo>
                    <a:cubicBezTo>
                      <a:pt x="21451" y="1313"/>
                      <a:pt x="18683" y="0"/>
                      <a:pt x="18683" y="0"/>
                    </a:cubicBezTo>
                    <a:close/>
                    <a:moveTo>
                      <a:pt x="586" y="20489"/>
                    </a:moveTo>
                    <a:cubicBezTo>
                      <a:pt x="585" y="20448"/>
                      <a:pt x="574" y="20416"/>
                      <a:pt x="580" y="20368"/>
                    </a:cubicBezTo>
                    <a:lnTo>
                      <a:pt x="319" y="20638"/>
                    </a:lnTo>
                    <a:cubicBezTo>
                      <a:pt x="213" y="20748"/>
                      <a:pt x="-149" y="21394"/>
                      <a:pt x="68" y="21497"/>
                    </a:cubicBezTo>
                    <a:cubicBezTo>
                      <a:pt x="286" y="21600"/>
                      <a:pt x="1004" y="21123"/>
                      <a:pt x="1110" y="21013"/>
                    </a:cubicBezTo>
                    <a:lnTo>
                      <a:pt x="1371" y="20739"/>
                    </a:lnTo>
                    <a:cubicBezTo>
                      <a:pt x="1093" y="20840"/>
                      <a:pt x="868" y="20874"/>
                      <a:pt x="731" y="20810"/>
                    </a:cubicBezTo>
                    <a:cubicBezTo>
                      <a:pt x="624" y="20759"/>
                      <a:pt x="588" y="20638"/>
                      <a:pt x="586" y="2048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4" name="ïsḻi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D449745-70EC-40E7-8D27-0F57EBC55D11}"/>
                  </a:ext>
                </a:extLst>
              </p:cNvPr>
              <p:cNvSpPr/>
              <p:nvPr/>
            </p:nvSpPr>
            <p:spPr>
              <a:xfrm>
                <a:off x="5131007" y="1214187"/>
                <a:ext cx="311373" cy="220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iṩ1í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E4601EC-C93F-4C01-B47B-AE9EFAAB540D}"/>
                  </a:ext>
                </a:extLst>
              </p:cNvPr>
              <p:cNvSpPr/>
              <p:nvPr/>
            </p:nvSpPr>
            <p:spPr>
              <a:xfrm>
                <a:off x="7839981" y="1597557"/>
                <a:ext cx="311374" cy="220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6" name="îṧḷî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FCC0F9F-0ED9-47E7-89F2-3DAF188644E0}"/>
                  </a:ext>
                </a:extLst>
              </p:cNvPr>
              <p:cNvSpPr/>
              <p:nvPr/>
            </p:nvSpPr>
            <p:spPr>
              <a:xfrm>
                <a:off x="8598826" y="2332431"/>
                <a:ext cx="238451" cy="263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ïSlí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49EDF208-872E-4252-9DF5-242998B00154}"/>
                  </a:ext>
                </a:extLst>
              </p:cNvPr>
              <p:cNvSpPr/>
              <p:nvPr/>
            </p:nvSpPr>
            <p:spPr>
              <a:xfrm>
                <a:off x="8285198" y="1660626"/>
                <a:ext cx="416025" cy="2721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0" y="15429"/>
                    </a:moveTo>
                    <a:lnTo>
                      <a:pt x="2700" y="15429"/>
                    </a:lnTo>
                    <a:lnTo>
                      <a:pt x="2700" y="2057"/>
                    </a:lnTo>
                    <a:lnTo>
                      <a:pt x="18900" y="2057"/>
                    </a:lnTo>
                    <a:cubicBezTo>
                      <a:pt x="18900" y="2057"/>
                      <a:pt x="18900" y="15429"/>
                      <a:pt x="18900" y="15429"/>
                    </a:cubicBezTo>
                    <a:close/>
                    <a:moveTo>
                      <a:pt x="18900" y="0"/>
                    </a:moveTo>
                    <a:lnTo>
                      <a:pt x="2700" y="0"/>
                    </a:lnTo>
                    <a:cubicBezTo>
                      <a:pt x="1954" y="0"/>
                      <a:pt x="1350" y="922"/>
                      <a:pt x="1350" y="2057"/>
                    </a:cubicBezTo>
                    <a:cubicBezTo>
                      <a:pt x="1350" y="2057"/>
                      <a:pt x="1350" y="17486"/>
                      <a:pt x="1364" y="17486"/>
                    </a:cubicBezTo>
                    <a:lnTo>
                      <a:pt x="20235" y="17486"/>
                    </a:lnTo>
                    <a:cubicBezTo>
                      <a:pt x="20250" y="17486"/>
                      <a:pt x="20250" y="2057"/>
                      <a:pt x="20250" y="2057"/>
                    </a:cubicBezTo>
                    <a:cubicBezTo>
                      <a:pt x="20250" y="922"/>
                      <a:pt x="19646" y="0"/>
                      <a:pt x="18900" y="0"/>
                    </a:cubicBezTo>
                    <a:close/>
                    <a:moveTo>
                      <a:pt x="20250" y="21600"/>
                    </a:moveTo>
                    <a:lnTo>
                      <a:pt x="1350" y="21600"/>
                    </a:lnTo>
                    <a:cubicBezTo>
                      <a:pt x="604" y="21600"/>
                      <a:pt x="0" y="20679"/>
                      <a:pt x="0" y="19543"/>
                    </a:cubicBezTo>
                    <a:lnTo>
                      <a:pt x="0" y="18514"/>
                    </a:lnTo>
                    <a:lnTo>
                      <a:pt x="8775" y="18514"/>
                    </a:lnTo>
                    <a:lnTo>
                      <a:pt x="8775" y="19543"/>
                    </a:lnTo>
                    <a:lnTo>
                      <a:pt x="12825" y="19543"/>
                    </a:lnTo>
                    <a:lnTo>
                      <a:pt x="12825" y="18514"/>
                    </a:lnTo>
                    <a:lnTo>
                      <a:pt x="21600" y="18514"/>
                    </a:lnTo>
                    <a:lnTo>
                      <a:pt x="21600" y="19543"/>
                    </a:lnTo>
                    <a:cubicBezTo>
                      <a:pt x="21600" y="20679"/>
                      <a:pt x="20995" y="21600"/>
                      <a:pt x="20250" y="21600"/>
                    </a:cubicBezTo>
                    <a:cubicBezTo>
                      <a:pt x="20250" y="21600"/>
                      <a:pt x="20250" y="21600"/>
                      <a:pt x="20250" y="2160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íṡḷí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85C980A-3081-4895-9C54-7888A255D9BD}"/>
                  </a:ext>
                </a:extLst>
              </p:cNvPr>
              <p:cNvSpPr/>
              <p:nvPr/>
            </p:nvSpPr>
            <p:spPr>
              <a:xfrm>
                <a:off x="2893997" y="951139"/>
                <a:ext cx="279948" cy="5598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50" y="4050"/>
                    </a:moveTo>
                    <a:lnTo>
                      <a:pt x="1618" y="4050"/>
                    </a:lnTo>
                    <a:lnTo>
                      <a:pt x="1618" y="17550"/>
                    </a:lnTo>
                    <a:lnTo>
                      <a:pt x="20250" y="17550"/>
                    </a:lnTo>
                    <a:lnTo>
                      <a:pt x="20250" y="4050"/>
                    </a:lnTo>
                    <a:close/>
                    <a:moveTo>
                      <a:pt x="14175" y="2025"/>
                    </a:moveTo>
                    <a:lnTo>
                      <a:pt x="7425" y="2025"/>
                    </a:lnTo>
                    <a:cubicBezTo>
                      <a:pt x="7052" y="2025"/>
                      <a:pt x="6750" y="2176"/>
                      <a:pt x="6750" y="2363"/>
                    </a:cubicBezTo>
                    <a:cubicBezTo>
                      <a:pt x="6750" y="2549"/>
                      <a:pt x="7052" y="2700"/>
                      <a:pt x="7425" y="2700"/>
                    </a:cubicBezTo>
                    <a:lnTo>
                      <a:pt x="14175" y="2700"/>
                    </a:lnTo>
                    <a:cubicBezTo>
                      <a:pt x="14548" y="2700"/>
                      <a:pt x="14850" y="2549"/>
                      <a:pt x="14850" y="2363"/>
                    </a:cubicBezTo>
                    <a:cubicBezTo>
                      <a:pt x="14850" y="2176"/>
                      <a:pt x="14548" y="2025"/>
                      <a:pt x="14175" y="2025"/>
                    </a:cubicBezTo>
                    <a:close/>
                    <a:moveTo>
                      <a:pt x="11475" y="20250"/>
                    </a:moveTo>
                    <a:cubicBezTo>
                      <a:pt x="12593" y="20250"/>
                      <a:pt x="13500" y="19797"/>
                      <a:pt x="13500" y="19238"/>
                    </a:cubicBezTo>
                    <a:cubicBezTo>
                      <a:pt x="13500" y="18678"/>
                      <a:pt x="12593" y="18225"/>
                      <a:pt x="11475" y="18225"/>
                    </a:cubicBezTo>
                    <a:cubicBezTo>
                      <a:pt x="10357" y="18225"/>
                      <a:pt x="9450" y="18678"/>
                      <a:pt x="9450" y="19238"/>
                    </a:cubicBezTo>
                    <a:cubicBezTo>
                      <a:pt x="9450" y="19797"/>
                      <a:pt x="10357" y="20250"/>
                      <a:pt x="11475" y="20250"/>
                    </a:cubicBezTo>
                    <a:close/>
                    <a:moveTo>
                      <a:pt x="18900" y="21600"/>
                    </a:moveTo>
                    <a:lnTo>
                      <a:pt x="2700" y="21600"/>
                    </a:lnTo>
                    <a:cubicBezTo>
                      <a:pt x="1954" y="21600"/>
                      <a:pt x="1279" y="21449"/>
                      <a:pt x="791" y="21205"/>
                    </a:cubicBezTo>
                    <a:cubicBezTo>
                      <a:pt x="302" y="20960"/>
                      <a:pt x="0" y="20623"/>
                      <a:pt x="0" y="20250"/>
                    </a:cubicBezTo>
                    <a:lnTo>
                      <a:pt x="0" y="1350"/>
                    </a:lnTo>
                    <a:cubicBezTo>
                      <a:pt x="0" y="977"/>
                      <a:pt x="302" y="640"/>
                      <a:pt x="791" y="395"/>
                    </a:cubicBezTo>
                    <a:cubicBezTo>
                      <a:pt x="1279" y="151"/>
                      <a:pt x="1954" y="0"/>
                      <a:pt x="2700" y="0"/>
                    </a:cubicBezTo>
                    <a:lnTo>
                      <a:pt x="18900" y="0"/>
                    </a:lnTo>
                    <a:cubicBezTo>
                      <a:pt x="19646" y="0"/>
                      <a:pt x="20321" y="151"/>
                      <a:pt x="20809" y="395"/>
                    </a:cubicBezTo>
                    <a:cubicBezTo>
                      <a:pt x="21298" y="640"/>
                      <a:pt x="21600" y="977"/>
                      <a:pt x="21600" y="1350"/>
                    </a:cubicBezTo>
                    <a:lnTo>
                      <a:pt x="21600" y="20250"/>
                    </a:lnTo>
                    <a:cubicBezTo>
                      <a:pt x="21600" y="20623"/>
                      <a:pt x="21298" y="20960"/>
                      <a:pt x="20809" y="21205"/>
                    </a:cubicBezTo>
                    <a:cubicBezTo>
                      <a:pt x="20321" y="21449"/>
                      <a:pt x="19646" y="21600"/>
                      <a:pt x="18900" y="21600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iṣ1î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A4601E7-A0BB-470D-AE2A-936DDA334C93}"/>
                  </a:ext>
                </a:extLst>
              </p:cNvPr>
              <p:cNvSpPr/>
              <p:nvPr/>
            </p:nvSpPr>
            <p:spPr>
              <a:xfrm>
                <a:off x="8760502" y="1373906"/>
                <a:ext cx="541023" cy="4064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377" y="10069"/>
                    </a:moveTo>
                    <a:cubicBezTo>
                      <a:pt x="13591" y="10069"/>
                      <a:pt x="12956" y="9222"/>
                      <a:pt x="12956" y="8178"/>
                    </a:cubicBezTo>
                    <a:cubicBezTo>
                      <a:pt x="12956" y="7133"/>
                      <a:pt x="13591" y="6286"/>
                      <a:pt x="14377" y="6286"/>
                    </a:cubicBezTo>
                    <a:cubicBezTo>
                      <a:pt x="15161" y="6286"/>
                      <a:pt x="15797" y="7133"/>
                      <a:pt x="15797" y="8178"/>
                    </a:cubicBezTo>
                    <a:cubicBezTo>
                      <a:pt x="15797" y="9222"/>
                      <a:pt x="15161" y="10069"/>
                      <a:pt x="14377" y="10069"/>
                    </a:cubicBezTo>
                    <a:close/>
                    <a:moveTo>
                      <a:pt x="9355" y="17542"/>
                    </a:moveTo>
                    <a:lnTo>
                      <a:pt x="6514" y="17542"/>
                    </a:lnTo>
                    <a:lnTo>
                      <a:pt x="6514" y="13759"/>
                    </a:lnTo>
                    <a:lnTo>
                      <a:pt x="9355" y="13759"/>
                    </a:lnTo>
                    <a:cubicBezTo>
                      <a:pt x="9355" y="13759"/>
                      <a:pt x="9355" y="17542"/>
                      <a:pt x="9355" y="17542"/>
                    </a:cubicBezTo>
                    <a:close/>
                    <a:moveTo>
                      <a:pt x="4885" y="17542"/>
                    </a:moveTo>
                    <a:lnTo>
                      <a:pt x="2045" y="17542"/>
                    </a:lnTo>
                    <a:lnTo>
                      <a:pt x="2045" y="13759"/>
                    </a:lnTo>
                    <a:lnTo>
                      <a:pt x="4885" y="13759"/>
                    </a:lnTo>
                    <a:cubicBezTo>
                      <a:pt x="4885" y="13759"/>
                      <a:pt x="4885" y="17542"/>
                      <a:pt x="4885" y="17542"/>
                    </a:cubicBezTo>
                    <a:close/>
                    <a:moveTo>
                      <a:pt x="14377" y="1737"/>
                    </a:moveTo>
                    <a:lnTo>
                      <a:pt x="7198" y="11684"/>
                    </a:lnTo>
                    <a:lnTo>
                      <a:pt x="624" y="11684"/>
                    </a:lnTo>
                    <a:lnTo>
                      <a:pt x="624" y="21600"/>
                    </a:lnTo>
                    <a:lnTo>
                      <a:pt x="12488" y="21600"/>
                    </a:lnTo>
                    <a:lnTo>
                      <a:pt x="12488" y="13750"/>
                    </a:lnTo>
                    <a:lnTo>
                      <a:pt x="16265" y="13750"/>
                    </a:lnTo>
                    <a:lnTo>
                      <a:pt x="16265" y="21600"/>
                    </a:lnTo>
                    <a:lnTo>
                      <a:pt x="20961" y="21600"/>
                    </a:lnTo>
                    <a:lnTo>
                      <a:pt x="20961" y="11747"/>
                    </a:lnTo>
                    <a:lnTo>
                      <a:pt x="21600" y="11747"/>
                    </a:lnTo>
                    <a:cubicBezTo>
                      <a:pt x="21600" y="11747"/>
                      <a:pt x="14377" y="1737"/>
                      <a:pt x="14377" y="1737"/>
                    </a:cubicBezTo>
                    <a:close/>
                    <a:moveTo>
                      <a:pt x="21585" y="9988"/>
                    </a:moveTo>
                    <a:lnTo>
                      <a:pt x="21585" y="10640"/>
                    </a:lnTo>
                    <a:lnTo>
                      <a:pt x="14376" y="652"/>
                    </a:lnTo>
                    <a:lnTo>
                      <a:pt x="6905" y="11004"/>
                    </a:lnTo>
                    <a:lnTo>
                      <a:pt x="0" y="11004"/>
                    </a:lnTo>
                    <a:lnTo>
                      <a:pt x="4124" y="5099"/>
                    </a:lnTo>
                    <a:lnTo>
                      <a:pt x="10696" y="5099"/>
                    </a:lnTo>
                    <a:lnTo>
                      <a:pt x="14376" y="0"/>
                    </a:lnTo>
                    <a:cubicBezTo>
                      <a:pt x="14376" y="0"/>
                      <a:pt x="21585" y="9988"/>
                      <a:pt x="21585" y="9988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0" name="ïṡli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DD1427D-E257-49A3-B611-28B34989A543}"/>
                  </a:ext>
                </a:extLst>
              </p:cNvPr>
              <p:cNvSpPr/>
              <p:nvPr/>
            </p:nvSpPr>
            <p:spPr>
              <a:xfrm>
                <a:off x="9316217" y="1066269"/>
                <a:ext cx="445844" cy="393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5" h="21448" extrusionOk="0">
                    <a:moveTo>
                      <a:pt x="1162" y="1839"/>
                    </a:moveTo>
                    <a:cubicBezTo>
                      <a:pt x="454" y="1924"/>
                      <a:pt x="-67" y="2640"/>
                      <a:pt x="7" y="3442"/>
                    </a:cubicBezTo>
                    <a:lnTo>
                      <a:pt x="1557" y="20144"/>
                    </a:lnTo>
                    <a:cubicBezTo>
                      <a:pt x="1631" y="20947"/>
                      <a:pt x="2272" y="21524"/>
                      <a:pt x="2980" y="21440"/>
                    </a:cubicBezTo>
                    <a:lnTo>
                      <a:pt x="19632" y="19456"/>
                    </a:lnTo>
                    <a:cubicBezTo>
                      <a:pt x="20339" y="19372"/>
                      <a:pt x="20850" y="18657"/>
                      <a:pt x="20776" y="17855"/>
                    </a:cubicBezTo>
                    <a:lnTo>
                      <a:pt x="20372" y="13497"/>
                    </a:lnTo>
                    <a:lnTo>
                      <a:pt x="15892" y="14031"/>
                    </a:lnTo>
                    <a:cubicBezTo>
                      <a:pt x="15184" y="14115"/>
                      <a:pt x="14553" y="13536"/>
                      <a:pt x="14479" y="12734"/>
                    </a:cubicBezTo>
                    <a:lnTo>
                      <a:pt x="14209" y="9825"/>
                    </a:lnTo>
                    <a:cubicBezTo>
                      <a:pt x="14135" y="9023"/>
                      <a:pt x="14646" y="8308"/>
                      <a:pt x="15353" y="8224"/>
                    </a:cubicBezTo>
                    <a:lnTo>
                      <a:pt x="19833" y="7690"/>
                    </a:lnTo>
                    <a:lnTo>
                      <a:pt x="19497" y="4062"/>
                    </a:lnTo>
                    <a:cubicBezTo>
                      <a:pt x="19422" y="3260"/>
                      <a:pt x="18790" y="2669"/>
                      <a:pt x="18083" y="2754"/>
                    </a:cubicBezTo>
                    <a:lnTo>
                      <a:pt x="17948" y="1305"/>
                    </a:lnTo>
                    <a:cubicBezTo>
                      <a:pt x="17874" y="503"/>
                      <a:pt x="17243" y="-76"/>
                      <a:pt x="16535" y="8"/>
                    </a:cubicBezTo>
                    <a:lnTo>
                      <a:pt x="1162" y="1839"/>
                    </a:lnTo>
                    <a:close/>
                    <a:moveTo>
                      <a:pt x="1930" y="3213"/>
                    </a:moveTo>
                    <a:lnTo>
                      <a:pt x="15381" y="1611"/>
                    </a:lnTo>
                    <a:cubicBezTo>
                      <a:pt x="15381" y="1611"/>
                      <a:pt x="16670" y="1454"/>
                      <a:pt x="16804" y="2906"/>
                    </a:cubicBezTo>
                    <a:lnTo>
                      <a:pt x="2065" y="4661"/>
                    </a:lnTo>
                    <a:cubicBezTo>
                      <a:pt x="1711" y="4704"/>
                      <a:pt x="1401" y="4420"/>
                      <a:pt x="1364" y="4018"/>
                    </a:cubicBezTo>
                    <a:cubicBezTo>
                      <a:pt x="1327" y="3618"/>
                      <a:pt x="1577" y="3255"/>
                      <a:pt x="1930" y="3213"/>
                    </a:cubicBezTo>
                    <a:close/>
                    <a:moveTo>
                      <a:pt x="16055" y="8878"/>
                    </a:moveTo>
                    <a:cubicBezTo>
                      <a:pt x="15347" y="8963"/>
                      <a:pt x="14836" y="9677"/>
                      <a:pt x="14911" y="10479"/>
                    </a:cubicBezTo>
                    <a:lnTo>
                      <a:pt x="15045" y="11928"/>
                    </a:lnTo>
                    <a:cubicBezTo>
                      <a:pt x="15120" y="12730"/>
                      <a:pt x="15751" y="13309"/>
                      <a:pt x="16458" y="13225"/>
                    </a:cubicBezTo>
                    <a:lnTo>
                      <a:pt x="20304" y="12767"/>
                    </a:lnTo>
                    <a:cubicBezTo>
                      <a:pt x="21012" y="12682"/>
                      <a:pt x="21533" y="11966"/>
                      <a:pt x="21459" y="11164"/>
                    </a:cubicBezTo>
                    <a:lnTo>
                      <a:pt x="21324" y="9716"/>
                    </a:lnTo>
                    <a:cubicBezTo>
                      <a:pt x="21250" y="8913"/>
                      <a:pt x="20608" y="8336"/>
                      <a:pt x="19901" y="8420"/>
                    </a:cubicBezTo>
                    <a:lnTo>
                      <a:pt x="16055" y="8878"/>
                    </a:lnTo>
                    <a:close/>
                    <a:moveTo>
                      <a:pt x="16834" y="10250"/>
                    </a:moveTo>
                    <a:cubicBezTo>
                      <a:pt x="17188" y="10208"/>
                      <a:pt x="17508" y="10491"/>
                      <a:pt x="17545" y="10892"/>
                    </a:cubicBezTo>
                    <a:cubicBezTo>
                      <a:pt x="17582" y="11293"/>
                      <a:pt x="17322" y="11657"/>
                      <a:pt x="16968" y="11699"/>
                    </a:cubicBezTo>
                    <a:cubicBezTo>
                      <a:pt x="16614" y="11741"/>
                      <a:pt x="16293" y="11447"/>
                      <a:pt x="16256" y="11046"/>
                    </a:cubicBezTo>
                    <a:cubicBezTo>
                      <a:pt x="16219" y="10644"/>
                      <a:pt x="16480" y="10293"/>
                      <a:pt x="16834" y="10250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íşļï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CF54024-C7B5-4DCD-9BDA-0CA9A21FBD02}"/>
                  </a:ext>
                </a:extLst>
              </p:cNvPr>
              <p:cNvSpPr/>
              <p:nvPr/>
            </p:nvSpPr>
            <p:spPr>
              <a:xfrm>
                <a:off x="3285330" y="944003"/>
                <a:ext cx="323594" cy="458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3" h="21600" extrusionOk="0">
                    <a:moveTo>
                      <a:pt x="6837" y="0"/>
                    </a:moveTo>
                    <a:lnTo>
                      <a:pt x="6304" y="11896"/>
                    </a:lnTo>
                    <a:lnTo>
                      <a:pt x="10115" y="11984"/>
                    </a:lnTo>
                    <a:lnTo>
                      <a:pt x="10387" y="5819"/>
                    </a:lnTo>
                    <a:cubicBezTo>
                      <a:pt x="10807" y="5990"/>
                      <a:pt x="11286" y="6091"/>
                      <a:pt x="11799" y="6080"/>
                    </a:cubicBezTo>
                    <a:cubicBezTo>
                      <a:pt x="12816" y="6059"/>
                      <a:pt x="13721" y="5638"/>
                      <a:pt x="14293" y="5029"/>
                    </a:cubicBezTo>
                    <a:cubicBezTo>
                      <a:pt x="14344" y="4975"/>
                      <a:pt x="14392" y="4920"/>
                      <a:pt x="14437" y="4864"/>
                    </a:cubicBezTo>
                    <a:cubicBezTo>
                      <a:pt x="15870" y="5413"/>
                      <a:pt x="17048" y="6141"/>
                      <a:pt x="17879" y="7040"/>
                    </a:cubicBezTo>
                    <a:cubicBezTo>
                      <a:pt x="19250" y="8523"/>
                      <a:pt x="19623" y="10355"/>
                      <a:pt x="18956" y="12341"/>
                    </a:cubicBezTo>
                    <a:cubicBezTo>
                      <a:pt x="17917" y="15436"/>
                      <a:pt x="14349" y="17736"/>
                      <a:pt x="10109" y="18168"/>
                    </a:cubicBezTo>
                    <a:lnTo>
                      <a:pt x="10109" y="16337"/>
                    </a:lnTo>
                    <a:lnTo>
                      <a:pt x="12811" y="16337"/>
                    </a:lnTo>
                    <a:lnTo>
                      <a:pt x="12811" y="15424"/>
                    </a:lnTo>
                    <a:lnTo>
                      <a:pt x="2958" y="15424"/>
                    </a:lnTo>
                    <a:lnTo>
                      <a:pt x="2958" y="16337"/>
                    </a:lnTo>
                    <a:lnTo>
                      <a:pt x="5665" y="16337"/>
                    </a:lnTo>
                    <a:lnTo>
                      <a:pt x="5665" y="19312"/>
                    </a:lnTo>
                    <a:lnTo>
                      <a:pt x="0" y="19312"/>
                    </a:lnTo>
                    <a:lnTo>
                      <a:pt x="0" y="21600"/>
                    </a:lnTo>
                    <a:lnTo>
                      <a:pt x="15769" y="21600"/>
                    </a:lnTo>
                    <a:lnTo>
                      <a:pt x="15769" y="19312"/>
                    </a:lnTo>
                    <a:lnTo>
                      <a:pt x="11820" y="19312"/>
                    </a:lnTo>
                    <a:cubicBezTo>
                      <a:pt x="16159" y="18468"/>
                      <a:pt x="19703" y="15947"/>
                      <a:pt x="20805" y="12664"/>
                    </a:cubicBezTo>
                    <a:cubicBezTo>
                      <a:pt x="21600" y="10296"/>
                      <a:pt x="21135" y="8089"/>
                      <a:pt x="19462" y="6280"/>
                    </a:cubicBezTo>
                    <a:cubicBezTo>
                      <a:pt x="18352" y="5079"/>
                      <a:pt x="16769" y="4131"/>
                      <a:pt x="14820" y="3462"/>
                    </a:cubicBezTo>
                    <a:cubicBezTo>
                      <a:pt x="14558" y="2431"/>
                      <a:pt x="13305" y="1647"/>
                      <a:pt x="11799" y="1647"/>
                    </a:cubicBezTo>
                    <a:cubicBezTo>
                      <a:pt x="11359" y="1647"/>
                      <a:pt x="10947" y="1715"/>
                      <a:pt x="10568" y="1835"/>
                    </a:cubicBezTo>
                    <a:lnTo>
                      <a:pt x="10642" y="88"/>
                    </a:lnTo>
                    <a:lnTo>
                      <a:pt x="6837" y="0"/>
                    </a:lnTo>
                    <a:close/>
                    <a:moveTo>
                      <a:pt x="11799" y="3017"/>
                    </a:moveTo>
                    <a:cubicBezTo>
                      <a:pt x="12376" y="3012"/>
                      <a:pt x="12879" y="3300"/>
                      <a:pt x="12982" y="3708"/>
                    </a:cubicBezTo>
                    <a:cubicBezTo>
                      <a:pt x="13088" y="4130"/>
                      <a:pt x="12736" y="4539"/>
                      <a:pt x="12167" y="4660"/>
                    </a:cubicBezTo>
                    <a:cubicBezTo>
                      <a:pt x="12051" y="4688"/>
                      <a:pt x="11928" y="4706"/>
                      <a:pt x="11799" y="4706"/>
                    </a:cubicBezTo>
                    <a:cubicBezTo>
                      <a:pt x="11152" y="4706"/>
                      <a:pt x="10625" y="4326"/>
                      <a:pt x="10626" y="3862"/>
                    </a:cubicBezTo>
                    <a:cubicBezTo>
                      <a:pt x="10628" y="3397"/>
                      <a:pt x="11153" y="3023"/>
                      <a:pt x="11799" y="3017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îšli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76A7A92-46AD-4B90-932D-CBF4F68BA6FC}"/>
                  </a:ext>
                </a:extLst>
              </p:cNvPr>
              <p:cNvSpPr/>
              <p:nvPr/>
            </p:nvSpPr>
            <p:spPr>
              <a:xfrm>
                <a:off x="11474077" y="665280"/>
                <a:ext cx="264702" cy="1876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îŝľí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3B19C62-CE68-4AAB-8037-E2E166AB81A5}"/>
                  </a:ext>
                </a:extLst>
              </p:cNvPr>
              <p:cNvSpPr/>
              <p:nvPr/>
            </p:nvSpPr>
            <p:spPr>
              <a:xfrm>
                <a:off x="3511512" y="1619973"/>
                <a:ext cx="421754" cy="466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4" name="iṥľï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CEABF1E-BFA6-41CC-AB6D-C45CFDD4368C}"/>
                  </a:ext>
                </a:extLst>
              </p:cNvPr>
              <p:cNvSpPr/>
              <p:nvPr/>
            </p:nvSpPr>
            <p:spPr>
              <a:xfrm>
                <a:off x="2157927" y="706256"/>
                <a:ext cx="441364" cy="519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1" h="21329" extrusionOk="0">
                    <a:moveTo>
                      <a:pt x="9479" y="69"/>
                    </a:moveTo>
                    <a:cubicBezTo>
                      <a:pt x="11124" y="274"/>
                      <a:pt x="12739" y="925"/>
                      <a:pt x="14086" y="2032"/>
                    </a:cubicBezTo>
                    <a:cubicBezTo>
                      <a:pt x="15976" y="3586"/>
                      <a:pt x="17010" y="5836"/>
                      <a:pt x="16935" y="8190"/>
                    </a:cubicBezTo>
                    <a:cubicBezTo>
                      <a:pt x="16907" y="10081"/>
                      <a:pt x="16182" y="11891"/>
                      <a:pt x="14858" y="13324"/>
                    </a:cubicBezTo>
                    <a:cubicBezTo>
                      <a:pt x="12857" y="15491"/>
                      <a:pt x="9835" y="16494"/>
                      <a:pt x="6856" y="15992"/>
                    </a:cubicBezTo>
                    <a:cubicBezTo>
                      <a:pt x="491" y="14715"/>
                      <a:pt x="-2156" y="7496"/>
                      <a:pt x="2011" y="2776"/>
                    </a:cubicBezTo>
                    <a:cubicBezTo>
                      <a:pt x="3901" y="635"/>
                      <a:pt x="6739" y="-271"/>
                      <a:pt x="9479" y="69"/>
                    </a:cubicBezTo>
                    <a:close/>
                    <a:moveTo>
                      <a:pt x="16811" y="1700"/>
                    </a:moveTo>
                    <a:cubicBezTo>
                      <a:pt x="18616" y="3812"/>
                      <a:pt x="19444" y="6467"/>
                      <a:pt x="19139" y="9165"/>
                    </a:cubicBezTo>
                    <a:cubicBezTo>
                      <a:pt x="18834" y="11863"/>
                      <a:pt x="17427" y="14284"/>
                      <a:pt x="15191" y="15988"/>
                    </a:cubicBezTo>
                    <a:cubicBezTo>
                      <a:pt x="12662" y="17916"/>
                      <a:pt x="9407" y="18600"/>
                      <a:pt x="6359" y="18040"/>
                    </a:cubicBezTo>
                    <a:cubicBezTo>
                      <a:pt x="5749" y="17929"/>
                      <a:pt x="5143" y="17767"/>
                      <a:pt x="4558" y="17555"/>
                    </a:cubicBezTo>
                    <a:lnTo>
                      <a:pt x="4164" y="19468"/>
                    </a:lnTo>
                    <a:lnTo>
                      <a:pt x="7063" y="20000"/>
                    </a:lnTo>
                    <a:lnTo>
                      <a:pt x="6790" y="21329"/>
                    </a:lnTo>
                    <a:lnTo>
                      <a:pt x="227" y="20124"/>
                    </a:lnTo>
                    <a:lnTo>
                      <a:pt x="500" y="18796"/>
                    </a:lnTo>
                    <a:lnTo>
                      <a:pt x="2757" y="19210"/>
                    </a:lnTo>
                    <a:lnTo>
                      <a:pt x="3219" y="16965"/>
                    </a:lnTo>
                    <a:cubicBezTo>
                      <a:pt x="2951" y="16825"/>
                      <a:pt x="2688" y="16674"/>
                      <a:pt x="2431" y="16511"/>
                    </a:cubicBezTo>
                    <a:cubicBezTo>
                      <a:pt x="2174" y="16349"/>
                      <a:pt x="1928" y="16168"/>
                      <a:pt x="1684" y="15982"/>
                    </a:cubicBezTo>
                    <a:lnTo>
                      <a:pt x="2580" y="14934"/>
                    </a:lnTo>
                    <a:cubicBezTo>
                      <a:pt x="5970" y="17523"/>
                      <a:pt x="10902" y="17523"/>
                      <a:pt x="14300" y="14933"/>
                    </a:cubicBezTo>
                    <a:cubicBezTo>
                      <a:pt x="16239" y="13456"/>
                      <a:pt x="17444" y="11360"/>
                      <a:pt x="17708" y="9021"/>
                    </a:cubicBezTo>
                    <a:cubicBezTo>
                      <a:pt x="17973" y="6682"/>
                      <a:pt x="17267" y="4385"/>
                      <a:pt x="15703" y="2555"/>
                    </a:cubicBezTo>
                    <a:lnTo>
                      <a:pt x="16811" y="1700"/>
                    </a:lnTo>
                    <a:close/>
                    <a:moveTo>
                      <a:pt x="9715" y="1064"/>
                    </a:moveTo>
                    <a:cubicBezTo>
                      <a:pt x="9278" y="996"/>
                      <a:pt x="8832" y="968"/>
                      <a:pt x="8387" y="974"/>
                    </a:cubicBezTo>
                    <a:cubicBezTo>
                      <a:pt x="8460" y="1222"/>
                      <a:pt x="8544" y="1461"/>
                      <a:pt x="8641" y="1699"/>
                    </a:cubicBezTo>
                    <a:cubicBezTo>
                      <a:pt x="8737" y="1936"/>
                      <a:pt x="8846" y="2172"/>
                      <a:pt x="8962" y="2399"/>
                    </a:cubicBezTo>
                    <a:cubicBezTo>
                      <a:pt x="9289" y="2208"/>
                      <a:pt x="9627" y="2028"/>
                      <a:pt x="9967" y="1859"/>
                    </a:cubicBezTo>
                    <a:cubicBezTo>
                      <a:pt x="10307" y="1689"/>
                      <a:pt x="10645" y="1529"/>
                      <a:pt x="10997" y="1382"/>
                    </a:cubicBezTo>
                    <a:cubicBezTo>
                      <a:pt x="10579" y="1244"/>
                      <a:pt x="10153" y="1132"/>
                      <a:pt x="9715" y="1064"/>
                    </a:cubicBezTo>
                    <a:close/>
                    <a:moveTo>
                      <a:pt x="12202" y="1889"/>
                    </a:moveTo>
                    <a:cubicBezTo>
                      <a:pt x="11715" y="2060"/>
                      <a:pt x="11237" y="2254"/>
                      <a:pt x="10773" y="2470"/>
                    </a:cubicBezTo>
                    <a:cubicBezTo>
                      <a:pt x="10309" y="2687"/>
                      <a:pt x="9856" y="2925"/>
                      <a:pt x="9417" y="3184"/>
                    </a:cubicBezTo>
                    <a:cubicBezTo>
                      <a:pt x="9617" y="3488"/>
                      <a:pt x="9841" y="3788"/>
                      <a:pt x="10079" y="4067"/>
                    </a:cubicBezTo>
                    <a:cubicBezTo>
                      <a:pt x="10318" y="4345"/>
                      <a:pt x="10571" y="4610"/>
                      <a:pt x="10847" y="4861"/>
                    </a:cubicBezTo>
                    <a:lnTo>
                      <a:pt x="13083" y="2442"/>
                    </a:lnTo>
                    <a:cubicBezTo>
                      <a:pt x="12944" y="2342"/>
                      <a:pt x="12798" y="2240"/>
                      <a:pt x="12652" y="2149"/>
                    </a:cubicBezTo>
                    <a:cubicBezTo>
                      <a:pt x="12506" y="2059"/>
                      <a:pt x="12354" y="1969"/>
                      <a:pt x="12202" y="1889"/>
                    </a:cubicBezTo>
                    <a:close/>
                    <a:moveTo>
                      <a:pt x="7362" y="1000"/>
                    </a:moveTo>
                    <a:cubicBezTo>
                      <a:pt x="6540" y="1111"/>
                      <a:pt x="5754" y="1343"/>
                      <a:pt x="5029" y="1689"/>
                    </a:cubicBezTo>
                    <a:cubicBezTo>
                      <a:pt x="4305" y="2035"/>
                      <a:pt x="3644" y="2485"/>
                      <a:pt x="3064" y="3041"/>
                    </a:cubicBezTo>
                    <a:lnTo>
                      <a:pt x="5529" y="5074"/>
                    </a:lnTo>
                    <a:cubicBezTo>
                      <a:pt x="5922" y="4671"/>
                      <a:pt x="6339" y="4283"/>
                      <a:pt x="6773" y="3923"/>
                    </a:cubicBezTo>
                    <a:cubicBezTo>
                      <a:pt x="7206" y="3564"/>
                      <a:pt x="7655" y="3227"/>
                      <a:pt x="8126" y="2912"/>
                    </a:cubicBezTo>
                    <a:cubicBezTo>
                      <a:pt x="7964" y="2608"/>
                      <a:pt x="7819" y="2296"/>
                      <a:pt x="7690" y="1976"/>
                    </a:cubicBezTo>
                    <a:cubicBezTo>
                      <a:pt x="7561" y="1655"/>
                      <a:pt x="7454" y="1336"/>
                      <a:pt x="7362" y="1000"/>
                    </a:cubicBezTo>
                    <a:close/>
                    <a:moveTo>
                      <a:pt x="13806" y="3027"/>
                    </a:moveTo>
                    <a:lnTo>
                      <a:pt x="11570" y="5446"/>
                    </a:lnTo>
                    <a:cubicBezTo>
                      <a:pt x="11852" y="5649"/>
                      <a:pt x="12144" y="5840"/>
                      <a:pt x="12449" y="6011"/>
                    </a:cubicBezTo>
                    <a:cubicBezTo>
                      <a:pt x="12752" y="6182"/>
                      <a:pt x="13064" y="6332"/>
                      <a:pt x="13387" y="6469"/>
                    </a:cubicBezTo>
                    <a:cubicBezTo>
                      <a:pt x="13602" y="6013"/>
                      <a:pt x="13798" y="5550"/>
                      <a:pt x="13963" y="5077"/>
                    </a:cubicBezTo>
                    <a:cubicBezTo>
                      <a:pt x="14128" y="4603"/>
                      <a:pt x="14273" y="4122"/>
                      <a:pt x="14386" y="3633"/>
                    </a:cubicBezTo>
                    <a:cubicBezTo>
                      <a:pt x="14296" y="3528"/>
                      <a:pt x="14195" y="3418"/>
                      <a:pt x="14098" y="3318"/>
                    </a:cubicBezTo>
                    <a:cubicBezTo>
                      <a:pt x="14001" y="3218"/>
                      <a:pt x="13909" y="3123"/>
                      <a:pt x="13806" y="3027"/>
                    </a:cubicBezTo>
                    <a:close/>
                    <a:moveTo>
                      <a:pt x="15097" y="4643"/>
                    </a:moveTo>
                    <a:cubicBezTo>
                      <a:pt x="14989" y="5011"/>
                      <a:pt x="14872" y="5369"/>
                      <a:pt x="14735" y="5729"/>
                    </a:cubicBezTo>
                    <a:cubicBezTo>
                      <a:pt x="14598" y="6089"/>
                      <a:pt x="14440" y="6449"/>
                      <a:pt x="14276" y="6798"/>
                    </a:cubicBezTo>
                    <a:cubicBezTo>
                      <a:pt x="14551" y="6884"/>
                      <a:pt x="14842" y="6953"/>
                      <a:pt x="15125" y="7013"/>
                    </a:cubicBezTo>
                    <a:cubicBezTo>
                      <a:pt x="15409" y="7074"/>
                      <a:pt x="15688" y="7122"/>
                      <a:pt x="15977" y="7158"/>
                    </a:cubicBezTo>
                    <a:cubicBezTo>
                      <a:pt x="15915" y="6710"/>
                      <a:pt x="15813" y="6274"/>
                      <a:pt x="15666" y="5853"/>
                    </a:cubicBezTo>
                    <a:cubicBezTo>
                      <a:pt x="15519" y="5432"/>
                      <a:pt x="15324" y="5029"/>
                      <a:pt x="15097" y="4643"/>
                    </a:cubicBezTo>
                    <a:close/>
                    <a:moveTo>
                      <a:pt x="8606" y="3701"/>
                    </a:moveTo>
                    <a:cubicBezTo>
                      <a:pt x="8180" y="3989"/>
                      <a:pt x="7775" y="4303"/>
                      <a:pt x="7382" y="4630"/>
                    </a:cubicBezTo>
                    <a:cubicBezTo>
                      <a:pt x="6990" y="4957"/>
                      <a:pt x="6609" y="5294"/>
                      <a:pt x="6252" y="5658"/>
                    </a:cubicBezTo>
                    <a:lnTo>
                      <a:pt x="8448" y="7464"/>
                    </a:lnTo>
                    <a:lnTo>
                      <a:pt x="10216" y="5542"/>
                    </a:lnTo>
                    <a:cubicBezTo>
                      <a:pt x="9905" y="5266"/>
                      <a:pt x="9620" y="4976"/>
                      <a:pt x="9351" y="4670"/>
                    </a:cubicBezTo>
                    <a:cubicBezTo>
                      <a:pt x="9081" y="4363"/>
                      <a:pt x="8831" y="4036"/>
                      <a:pt x="8606" y="3701"/>
                    </a:cubicBezTo>
                    <a:close/>
                    <a:moveTo>
                      <a:pt x="2433" y="3721"/>
                    </a:moveTo>
                    <a:cubicBezTo>
                      <a:pt x="1932" y="4341"/>
                      <a:pt x="1546" y="5031"/>
                      <a:pt x="1284" y="5757"/>
                    </a:cubicBezTo>
                    <a:cubicBezTo>
                      <a:pt x="1022" y="6483"/>
                      <a:pt x="879" y="7253"/>
                      <a:pt x="878" y="8036"/>
                    </a:cubicBezTo>
                    <a:cubicBezTo>
                      <a:pt x="1138" y="8064"/>
                      <a:pt x="1405" y="8097"/>
                      <a:pt x="1661" y="8144"/>
                    </a:cubicBezTo>
                    <a:cubicBezTo>
                      <a:pt x="2118" y="8228"/>
                      <a:pt x="2562" y="8343"/>
                      <a:pt x="3001" y="8485"/>
                    </a:cubicBezTo>
                    <a:cubicBezTo>
                      <a:pt x="3265" y="8000"/>
                      <a:pt x="3553" y="7531"/>
                      <a:pt x="3870" y="7076"/>
                    </a:cubicBezTo>
                    <a:cubicBezTo>
                      <a:pt x="4187" y="6619"/>
                      <a:pt x="4542" y="6181"/>
                      <a:pt x="4910" y="5757"/>
                    </a:cubicBezTo>
                    <a:lnTo>
                      <a:pt x="2433" y="3721"/>
                    </a:lnTo>
                    <a:close/>
                    <a:moveTo>
                      <a:pt x="10939" y="6126"/>
                    </a:moveTo>
                    <a:lnTo>
                      <a:pt x="9169" y="8060"/>
                    </a:lnTo>
                    <a:lnTo>
                      <a:pt x="11249" y="9761"/>
                    </a:lnTo>
                    <a:cubicBezTo>
                      <a:pt x="11579" y="9378"/>
                      <a:pt x="11885" y="8986"/>
                      <a:pt x="12172" y="8576"/>
                    </a:cubicBezTo>
                    <a:cubicBezTo>
                      <a:pt x="12459" y="8166"/>
                      <a:pt x="12721" y="7741"/>
                      <a:pt x="12963" y="7306"/>
                    </a:cubicBezTo>
                    <a:cubicBezTo>
                      <a:pt x="12603" y="7149"/>
                      <a:pt x="12253" y="6964"/>
                      <a:pt x="11915" y="6769"/>
                    </a:cubicBezTo>
                    <a:cubicBezTo>
                      <a:pt x="11577" y="6573"/>
                      <a:pt x="11251" y="6358"/>
                      <a:pt x="10939" y="6126"/>
                    </a:cubicBezTo>
                    <a:close/>
                    <a:moveTo>
                      <a:pt x="13849" y="7647"/>
                    </a:moveTo>
                    <a:cubicBezTo>
                      <a:pt x="13586" y="8127"/>
                      <a:pt x="13297" y="8593"/>
                      <a:pt x="12982" y="9045"/>
                    </a:cubicBezTo>
                    <a:cubicBezTo>
                      <a:pt x="12667" y="9497"/>
                      <a:pt x="12334" y="9936"/>
                      <a:pt x="11969" y="10357"/>
                    </a:cubicBezTo>
                    <a:lnTo>
                      <a:pt x="14436" y="12379"/>
                    </a:lnTo>
                    <a:cubicBezTo>
                      <a:pt x="14933" y="11764"/>
                      <a:pt x="15319" y="11085"/>
                      <a:pt x="15581" y="10366"/>
                    </a:cubicBezTo>
                    <a:cubicBezTo>
                      <a:pt x="15842" y="9647"/>
                      <a:pt x="15976" y="8886"/>
                      <a:pt x="15982" y="8110"/>
                    </a:cubicBezTo>
                    <a:cubicBezTo>
                      <a:pt x="15743" y="8082"/>
                      <a:pt x="15506" y="8058"/>
                      <a:pt x="15271" y="8015"/>
                    </a:cubicBezTo>
                    <a:cubicBezTo>
                      <a:pt x="15030" y="7970"/>
                      <a:pt x="14788" y="7908"/>
                      <a:pt x="14551" y="7847"/>
                    </a:cubicBezTo>
                    <a:cubicBezTo>
                      <a:pt x="14314" y="7786"/>
                      <a:pt x="14080" y="7724"/>
                      <a:pt x="13849" y="7647"/>
                    </a:cubicBezTo>
                    <a:close/>
                    <a:moveTo>
                      <a:pt x="5621" y="6339"/>
                    </a:moveTo>
                    <a:cubicBezTo>
                      <a:pt x="5287" y="6724"/>
                      <a:pt x="4981" y="7134"/>
                      <a:pt x="4692" y="7547"/>
                    </a:cubicBezTo>
                    <a:cubicBezTo>
                      <a:pt x="4403" y="7961"/>
                      <a:pt x="4130" y="8387"/>
                      <a:pt x="3887" y="8826"/>
                    </a:cubicBezTo>
                    <a:cubicBezTo>
                      <a:pt x="4272" y="8990"/>
                      <a:pt x="4648" y="9168"/>
                      <a:pt x="5008" y="9376"/>
                    </a:cubicBezTo>
                    <a:cubicBezTo>
                      <a:pt x="5368" y="9585"/>
                      <a:pt x="5718" y="9817"/>
                      <a:pt x="6049" y="10067"/>
                    </a:cubicBezTo>
                    <a:lnTo>
                      <a:pt x="7817" y="8145"/>
                    </a:lnTo>
                    <a:lnTo>
                      <a:pt x="5621" y="6339"/>
                    </a:lnTo>
                    <a:close/>
                    <a:moveTo>
                      <a:pt x="8538" y="8741"/>
                    </a:moveTo>
                    <a:lnTo>
                      <a:pt x="6770" y="10663"/>
                    </a:lnTo>
                    <a:cubicBezTo>
                      <a:pt x="7059" y="10924"/>
                      <a:pt x="7330" y="11201"/>
                      <a:pt x="7582" y="11489"/>
                    </a:cubicBezTo>
                    <a:cubicBezTo>
                      <a:pt x="7834" y="11777"/>
                      <a:pt x="8064" y="12076"/>
                      <a:pt x="8278" y="12390"/>
                    </a:cubicBezTo>
                    <a:cubicBezTo>
                      <a:pt x="8700" y="12103"/>
                      <a:pt x="9109" y="11798"/>
                      <a:pt x="9499" y="11473"/>
                    </a:cubicBezTo>
                    <a:cubicBezTo>
                      <a:pt x="9889" y="11147"/>
                      <a:pt x="10262" y="10804"/>
                      <a:pt x="10617" y="10442"/>
                    </a:cubicBezTo>
                    <a:lnTo>
                      <a:pt x="8538" y="8741"/>
                    </a:lnTo>
                    <a:close/>
                    <a:moveTo>
                      <a:pt x="1798" y="9132"/>
                    </a:moveTo>
                    <a:cubicBezTo>
                      <a:pt x="1535" y="9075"/>
                      <a:pt x="1275" y="9033"/>
                      <a:pt x="1007" y="8999"/>
                    </a:cubicBezTo>
                    <a:cubicBezTo>
                      <a:pt x="1062" y="9423"/>
                      <a:pt x="1148" y="9837"/>
                      <a:pt x="1280" y="10238"/>
                    </a:cubicBezTo>
                    <a:cubicBezTo>
                      <a:pt x="1412" y="10638"/>
                      <a:pt x="1583" y="11018"/>
                      <a:pt x="1786" y="11388"/>
                    </a:cubicBezTo>
                    <a:cubicBezTo>
                      <a:pt x="1891" y="11037"/>
                      <a:pt x="2008" y="10691"/>
                      <a:pt x="2139" y="10348"/>
                    </a:cubicBezTo>
                    <a:cubicBezTo>
                      <a:pt x="2270" y="10005"/>
                      <a:pt x="2418" y="9667"/>
                      <a:pt x="2574" y="9334"/>
                    </a:cubicBezTo>
                    <a:cubicBezTo>
                      <a:pt x="2319" y="9257"/>
                      <a:pt x="2059" y="9189"/>
                      <a:pt x="1798" y="9132"/>
                    </a:cubicBezTo>
                    <a:close/>
                    <a:moveTo>
                      <a:pt x="11338" y="11038"/>
                    </a:moveTo>
                    <a:cubicBezTo>
                      <a:pt x="10948" y="11437"/>
                      <a:pt x="10541" y="11810"/>
                      <a:pt x="10111" y="12167"/>
                    </a:cubicBezTo>
                    <a:cubicBezTo>
                      <a:pt x="9681" y="12525"/>
                      <a:pt x="9224" y="12866"/>
                      <a:pt x="8757" y="13179"/>
                    </a:cubicBezTo>
                    <a:cubicBezTo>
                      <a:pt x="8923" y="13483"/>
                      <a:pt x="9075" y="13796"/>
                      <a:pt x="9206" y="14117"/>
                    </a:cubicBezTo>
                    <a:cubicBezTo>
                      <a:pt x="9337" y="14439"/>
                      <a:pt x="9449" y="14769"/>
                      <a:pt x="9544" y="15106"/>
                    </a:cubicBezTo>
                    <a:cubicBezTo>
                      <a:pt x="10358" y="14993"/>
                      <a:pt x="11133" y="14757"/>
                      <a:pt x="11852" y="14413"/>
                    </a:cubicBezTo>
                    <a:cubicBezTo>
                      <a:pt x="12571" y="14068"/>
                      <a:pt x="13229" y="13610"/>
                      <a:pt x="13805" y="13059"/>
                    </a:cubicBezTo>
                    <a:lnTo>
                      <a:pt x="11338" y="11038"/>
                    </a:lnTo>
                    <a:close/>
                    <a:moveTo>
                      <a:pt x="3466" y="9652"/>
                    </a:moveTo>
                    <a:cubicBezTo>
                      <a:pt x="3255" y="10099"/>
                      <a:pt x="3068" y="10559"/>
                      <a:pt x="2906" y="11023"/>
                    </a:cubicBezTo>
                    <a:cubicBezTo>
                      <a:pt x="2744" y="11488"/>
                      <a:pt x="2612" y="11967"/>
                      <a:pt x="2500" y="12447"/>
                    </a:cubicBezTo>
                    <a:cubicBezTo>
                      <a:pt x="2606" y="12576"/>
                      <a:pt x="2712" y="12693"/>
                      <a:pt x="2827" y="12816"/>
                    </a:cubicBezTo>
                    <a:cubicBezTo>
                      <a:pt x="2943" y="12939"/>
                      <a:pt x="3067" y="13064"/>
                      <a:pt x="3192" y="13180"/>
                    </a:cubicBezTo>
                    <a:lnTo>
                      <a:pt x="5416" y="10759"/>
                    </a:lnTo>
                    <a:cubicBezTo>
                      <a:pt x="5115" y="10538"/>
                      <a:pt x="4810" y="10332"/>
                      <a:pt x="4484" y="10148"/>
                    </a:cubicBezTo>
                    <a:cubicBezTo>
                      <a:pt x="4158" y="9964"/>
                      <a:pt x="3813" y="9796"/>
                      <a:pt x="3466" y="9652"/>
                    </a:cubicBezTo>
                    <a:close/>
                    <a:moveTo>
                      <a:pt x="6136" y="11355"/>
                    </a:moveTo>
                    <a:lnTo>
                      <a:pt x="3901" y="13774"/>
                    </a:lnTo>
                    <a:cubicBezTo>
                      <a:pt x="4016" y="13856"/>
                      <a:pt x="4137" y="13929"/>
                      <a:pt x="4256" y="14005"/>
                    </a:cubicBezTo>
                    <a:cubicBezTo>
                      <a:pt x="4376" y="14081"/>
                      <a:pt x="4502" y="14158"/>
                      <a:pt x="4626" y="14228"/>
                    </a:cubicBezTo>
                    <a:cubicBezTo>
                      <a:pt x="5123" y="14054"/>
                      <a:pt x="5608" y="13859"/>
                      <a:pt x="6082" y="13639"/>
                    </a:cubicBezTo>
                    <a:cubicBezTo>
                      <a:pt x="6556" y="13419"/>
                      <a:pt x="7019" y="13171"/>
                      <a:pt x="7466" y="12906"/>
                    </a:cubicBezTo>
                    <a:cubicBezTo>
                      <a:pt x="7279" y="12625"/>
                      <a:pt x="7074" y="12352"/>
                      <a:pt x="6853" y="12093"/>
                    </a:cubicBezTo>
                    <a:cubicBezTo>
                      <a:pt x="6632" y="11833"/>
                      <a:pt x="6391" y="11591"/>
                      <a:pt x="6136" y="11355"/>
                    </a:cubicBezTo>
                    <a:close/>
                    <a:moveTo>
                      <a:pt x="7934" y="13694"/>
                    </a:moveTo>
                    <a:cubicBezTo>
                      <a:pt x="7591" y="13896"/>
                      <a:pt x="7243" y="14084"/>
                      <a:pt x="6885" y="14262"/>
                    </a:cubicBezTo>
                    <a:cubicBezTo>
                      <a:pt x="6527" y="14440"/>
                      <a:pt x="6160" y="14609"/>
                      <a:pt x="5788" y="14762"/>
                    </a:cubicBezTo>
                    <a:cubicBezTo>
                      <a:pt x="6191" y="14908"/>
                      <a:pt x="6614" y="15020"/>
                      <a:pt x="7040" y="15099"/>
                    </a:cubicBezTo>
                    <a:cubicBezTo>
                      <a:pt x="7538" y="15190"/>
                      <a:pt x="8041" y="15236"/>
                      <a:pt x="8548" y="15233"/>
                    </a:cubicBezTo>
                    <a:cubicBezTo>
                      <a:pt x="8471" y="14966"/>
                      <a:pt x="8384" y="14704"/>
                      <a:pt x="8282" y="14447"/>
                    </a:cubicBezTo>
                    <a:cubicBezTo>
                      <a:pt x="8181" y="14190"/>
                      <a:pt x="8061" y="13938"/>
                      <a:pt x="7934" y="1369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5" name="íşļî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2AC5F0B-7EB7-4DF1-8C4C-B3AFBC5BBF6C}"/>
                  </a:ext>
                </a:extLst>
              </p:cNvPr>
              <p:cNvSpPr/>
              <p:nvPr/>
            </p:nvSpPr>
            <p:spPr>
              <a:xfrm>
                <a:off x="8688165" y="1180839"/>
                <a:ext cx="248944" cy="287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6" name="ïşḻï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191FC128-31ED-4B25-BBF4-3DA8C478BEB1}"/>
                  </a:ext>
                </a:extLst>
              </p:cNvPr>
              <p:cNvSpPr/>
              <p:nvPr/>
            </p:nvSpPr>
            <p:spPr>
              <a:xfrm>
                <a:off x="9377271" y="1550625"/>
                <a:ext cx="267688" cy="373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6" h="21363" extrusionOk="0">
                    <a:moveTo>
                      <a:pt x="10609" y="43"/>
                    </a:moveTo>
                    <a:cubicBezTo>
                      <a:pt x="8165" y="-162"/>
                      <a:pt x="5621" y="372"/>
                      <a:pt x="3560" y="1702"/>
                    </a:cubicBezTo>
                    <a:cubicBezTo>
                      <a:pt x="-561" y="4362"/>
                      <a:pt x="-1197" y="9181"/>
                      <a:pt x="2140" y="12465"/>
                    </a:cubicBezTo>
                    <a:cubicBezTo>
                      <a:pt x="4853" y="15135"/>
                      <a:pt x="9359" y="15971"/>
                      <a:pt x="13163" y="14762"/>
                    </a:cubicBezTo>
                    <a:cubicBezTo>
                      <a:pt x="13165" y="14832"/>
                      <a:pt x="13187" y="14904"/>
                      <a:pt x="13225" y="14972"/>
                    </a:cubicBezTo>
                    <a:lnTo>
                      <a:pt x="16612" y="21039"/>
                    </a:lnTo>
                    <a:cubicBezTo>
                      <a:pt x="16765" y="21313"/>
                      <a:pt x="17169" y="21438"/>
                      <a:pt x="17513" y="21316"/>
                    </a:cubicBezTo>
                    <a:lnTo>
                      <a:pt x="17878" y="21186"/>
                    </a:lnTo>
                    <a:cubicBezTo>
                      <a:pt x="18222" y="21064"/>
                      <a:pt x="18373" y="20741"/>
                      <a:pt x="18220" y="20467"/>
                    </a:cubicBezTo>
                    <a:lnTo>
                      <a:pt x="14832" y="14405"/>
                    </a:lnTo>
                    <a:cubicBezTo>
                      <a:pt x="14778" y="14307"/>
                      <a:pt x="14685" y="14238"/>
                      <a:pt x="14581" y="14183"/>
                    </a:cubicBezTo>
                    <a:cubicBezTo>
                      <a:pt x="14946" y="14006"/>
                      <a:pt x="15305" y="13816"/>
                      <a:pt x="15646" y="13596"/>
                    </a:cubicBezTo>
                    <a:cubicBezTo>
                      <a:pt x="19767" y="10937"/>
                      <a:pt x="20403" y="6118"/>
                      <a:pt x="17066" y="2833"/>
                    </a:cubicBezTo>
                    <a:cubicBezTo>
                      <a:pt x="15397" y="1191"/>
                      <a:pt x="13053" y="247"/>
                      <a:pt x="10609" y="43"/>
                    </a:cubicBezTo>
                    <a:close/>
                    <a:moveTo>
                      <a:pt x="10451" y="1237"/>
                    </a:moveTo>
                    <a:cubicBezTo>
                      <a:pt x="12511" y="1410"/>
                      <a:pt x="14487" y="2210"/>
                      <a:pt x="15893" y="3594"/>
                    </a:cubicBezTo>
                    <a:cubicBezTo>
                      <a:pt x="18705" y="6361"/>
                      <a:pt x="18170" y="10422"/>
                      <a:pt x="14697" y="12663"/>
                    </a:cubicBezTo>
                    <a:cubicBezTo>
                      <a:pt x="11225" y="14903"/>
                      <a:pt x="6130" y="14477"/>
                      <a:pt x="3318" y="11709"/>
                    </a:cubicBezTo>
                    <a:cubicBezTo>
                      <a:pt x="506" y="8942"/>
                      <a:pt x="1041" y="4882"/>
                      <a:pt x="4514" y="2641"/>
                    </a:cubicBezTo>
                    <a:cubicBezTo>
                      <a:pt x="6250" y="1520"/>
                      <a:pt x="8392" y="1065"/>
                      <a:pt x="10451" y="1237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" name="iṩli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8429F6E-1B36-44D9-80E5-85FFE635C1C5}"/>
                  </a:ext>
                </a:extLst>
              </p:cNvPr>
              <p:cNvSpPr/>
              <p:nvPr/>
            </p:nvSpPr>
            <p:spPr>
              <a:xfrm>
                <a:off x="881118" y="313486"/>
                <a:ext cx="619024" cy="538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11" h="20755" extrusionOk="0">
                    <a:moveTo>
                      <a:pt x="19584" y="17493"/>
                    </a:moveTo>
                    <a:cubicBezTo>
                      <a:pt x="20285" y="15474"/>
                      <a:pt x="19446" y="13169"/>
                      <a:pt x="17713" y="12355"/>
                    </a:cubicBezTo>
                    <a:cubicBezTo>
                      <a:pt x="17250" y="12137"/>
                      <a:pt x="16769" y="12051"/>
                      <a:pt x="16299" y="12076"/>
                    </a:cubicBezTo>
                    <a:lnTo>
                      <a:pt x="16979" y="15864"/>
                    </a:lnTo>
                    <a:cubicBezTo>
                      <a:pt x="17026" y="16130"/>
                      <a:pt x="16880" y="16392"/>
                      <a:pt x="16651" y="16448"/>
                    </a:cubicBezTo>
                    <a:cubicBezTo>
                      <a:pt x="16421" y="16504"/>
                      <a:pt x="16197" y="16333"/>
                      <a:pt x="16149" y="16066"/>
                    </a:cubicBezTo>
                    <a:lnTo>
                      <a:pt x="15463" y="12241"/>
                    </a:lnTo>
                    <a:cubicBezTo>
                      <a:pt x="14515" y="12577"/>
                      <a:pt x="13699" y="13388"/>
                      <a:pt x="13299" y="14539"/>
                    </a:cubicBezTo>
                    <a:cubicBezTo>
                      <a:pt x="12598" y="16558"/>
                      <a:pt x="13437" y="18863"/>
                      <a:pt x="15170" y="19678"/>
                    </a:cubicBezTo>
                    <a:cubicBezTo>
                      <a:pt x="16902" y="20492"/>
                      <a:pt x="18883" y="19512"/>
                      <a:pt x="19584" y="17493"/>
                    </a:cubicBezTo>
                    <a:close/>
                    <a:moveTo>
                      <a:pt x="15627" y="8106"/>
                    </a:moveTo>
                    <a:lnTo>
                      <a:pt x="14103" y="7390"/>
                    </a:lnTo>
                    <a:cubicBezTo>
                      <a:pt x="13930" y="7309"/>
                      <a:pt x="13778" y="7065"/>
                      <a:pt x="13765" y="6848"/>
                    </a:cubicBezTo>
                    <a:lnTo>
                      <a:pt x="13656" y="5032"/>
                    </a:lnTo>
                    <a:lnTo>
                      <a:pt x="10795" y="6746"/>
                    </a:lnTo>
                    <a:cubicBezTo>
                      <a:pt x="10795" y="6746"/>
                      <a:pt x="11073" y="7066"/>
                      <a:pt x="11414" y="7457"/>
                    </a:cubicBezTo>
                    <a:lnTo>
                      <a:pt x="15229" y="9251"/>
                    </a:lnTo>
                    <a:cubicBezTo>
                      <a:pt x="15229" y="9251"/>
                      <a:pt x="15627" y="8106"/>
                      <a:pt x="15627" y="8106"/>
                    </a:cubicBezTo>
                    <a:close/>
                    <a:moveTo>
                      <a:pt x="14372" y="9913"/>
                    </a:moveTo>
                    <a:lnTo>
                      <a:pt x="12806" y="9176"/>
                    </a:lnTo>
                    <a:cubicBezTo>
                      <a:pt x="12893" y="9424"/>
                      <a:pt x="12898" y="9706"/>
                      <a:pt x="12809" y="9962"/>
                    </a:cubicBezTo>
                    <a:lnTo>
                      <a:pt x="12810" y="9962"/>
                    </a:lnTo>
                    <a:cubicBezTo>
                      <a:pt x="12810" y="9962"/>
                      <a:pt x="12547" y="10716"/>
                      <a:pt x="12219" y="11653"/>
                    </a:cubicBezTo>
                    <a:cubicBezTo>
                      <a:pt x="12219" y="11653"/>
                      <a:pt x="14372" y="9913"/>
                      <a:pt x="14372" y="9913"/>
                    </a:cubicBezTo>
                    <a:close/>
                    <a:moveTo>
                      <a:pt x="10985" y="9659"/>
                    </a:moveTo>
                    <a:cubicBezTo>
                      <a:pt x="10985" y="9659"/>
                      <a:pt x="9447" y="8080"/>
                      <a:pt x="8716" y="7322"/>
                    </a:cubicBezTo>
                    <a:lnTo>
                      <a:pt x="7700" y="8064"/>
                    </a:lnTo>
                    <a:cubicBezTo>
                      <a:pt x="8137" y="9073"/>
                      <a:pt x="8262" y="10259"/>
                      <a:pt x="8000" y="11408"/>
                    </a:cubicBezTo>
                    <a:lnTo>
                      <a:pt x="10044" y="12368"/>
                    </a:lnTo>
                    <a:cubicBezTo>
                      <a:pt x="10044" y="12368"/>
                      <a:pt x="10985" y="9659"/>
                      <a:pt x="10985" y="9659"/>
                    </a:cubicBezTo>
                    <a:close/>
                    <a:moveTo>
                      <a:pt x="7069" y="12035"/>
                    </a:moveTo>
                    <a:lnTo>
                      <a:pt x="3942" y="10565"/>
                    </a:lnTo>
                    <a:cubicBezTo>
                      <a:pt x="3725" y="10463"/>
                      <a:pt x="3620" y="10176"/>
                      <a:pt x="3708" y="9923"/>
                    </a:cubicBezTo>
                    <a:cubicBezTo>
                      <a:pt x="3748" y="9808"/>
                      <a:pt x="3821" y="9723"/>
                      <a:pt x="3908" y="9670"/>
                    </a:cubicBezTo>
                    <a:lnTo>
                      <a:pt x="3907" y="9669"/>
                    </a:lnTo>
                    <a:lnTo>
                      <a:pt x="6662" y="7658"/>
                    </a:lnTo>
                    <a:cubicBezTo>
                      <a:pt x="6317" y="7179"/>
                      <a:pt x="5871" y="6789"/>
                      <a:pt x="5340" y="6539"/>
                    </a:cubicBezTo>
                    <a:cubicBezTo>
                      <a:pt x="3607" y="5725"/>
                      <a:pt x="1627" y="6705"/>
                      <a:pt x="926" y="8724"/>
                    </a:cubicBezTo>
                    <a:cubicBezTo>
                      <a:pt x="225" y="10743"/>
                      <a:pt x="1064" y="13048"/>
                      <a:pt x="2797" y="13862"/>
                    </a:cubicBezTo>
                    <a:cubicBezTo>
                      <a:pt x="4424" y="14627"/>
                      <a:pt x="6269" y="13809"/>
                      <a:pt x="7069" y="12035"/>
                    </a:cubicBezTo>
                    <a:close/>
                    <a:moveTo>
                      <a:pt x="5031" y="10012"/>
                    </a:moveTo>
                    <a:lnTo>
                      <a:pt x="7363" y="11108"/>
                    </a:lnTo>
                    <a:cubicBezTo>
                      <a:pt x="7547" y="10207"/>
                      <a:pt x="7448" y="9286"/>
                      <a:pt x="7119" y="8488"/>
                    </a:cubicBezTo>
                    <a:cubicBezTo>
                      <a:pt x="7119" y="8488"/>
                      <a:pt x="5031" y="10012"/>
                      <a:pt x="5031" y="10012"/>
                    </a:cubicBezTo>
                    <a:close/>
                    <a:moveTo>
                      <a:pt x="20212" y="17789"/>
                    </a:moveTo>
                    <a:cubicBezTo>
                      <a:pt x="19369" y="20215"/>
                      <a:pt x="16998" y="21389"/>
                      <a:pt x="14915" y="20410"/>
                    </a:cubicBezTo>
                    <a:cubicBezTo>
                      <a:pt x="12833" y="19431"/>
                      <a:pt x="11828" y="16670"/>
                      <a:pt x="12671" y="14244"/>
                    </a:cubicBezTo>
                    <a:cubicBezTo>
                      <a:pt x="13159" y="12837"/>
                      <a:pt x="14162" y="11853"/>
                      <a:pt x="15324" y="11463"/>
                    </a:cubicBezTo>
                    <a:lnTo>
                      <a:pt x="15148" y="10486"/>
                    </a:lnTo>
                    <a:lnTo>
                      <a:pt x="11632" y="13327"/>
                    </a:lnTo>
                    <a:cubicBezTo>
                      <a:pt x="11273" y="14347"/>
                      <a:pt x="10968" y="15209"/>
                      <a:pt x="10950" y="15237"/>
                    </a:cubicBezTo>
                    <a:cubicBezTo>
                      <a:pt x="10662" y="15704"/>
                      <a:pt x="10102" y="15811"/>
                      <a:pt x="9701" y="15475"/>
                    </a:cubicBezTo>
                    <a:cubicBezTo>
                      <a:pt x="9360" y="15189"/>
                      <a:pt x="9244" y="14674"/>
                      <a:pt x="9396" y="14239"/>
                    </a:cubicBezTo>
                    <a:lnTo>
                      <a:pt x="9395" y="14238"/>
                    </a:lnTo>
                    <a:lnTo>
                      <a:pt x="9726" y="13284"/>
                    </a:lnTo>
                    <a:lnTo>
                      <a:pt x="7699" y="12331"/>
                    </a:lnTo>
                    <a:cubicBezTo>
                      <a:pt x="6756" y="14512"/>
                      <a:pt x="4520" y="15524"/>
                      <a:pt x="2543" y="14595"/>
                    </a:cubicBezTo>
                    <a:cubicBezTo>
                      <a:pt x="460" y="13616"/>
                      <a:pt x="-545" y="10855"/>
                      <a:pt x="298" y="8428"/>
                    </a:cubicBezTo>
                    <a:cubicBezTo>
                      <a:pt x="1141" y="6002"/>
                      <a:pt x="3512" y="4828"/>
                      <a:pt x="5595" y="5807"/>
                    </a:cubicBezTo>
                    <a:cubicBezTo>
                      <a:pt x="6264" y="6122"/>
                      <a:pt x="6822" y="6621"/>
                      <a:pt x="7243" y="7234"/>
                    </a:cubicBezTo>
                    <a:lnTo>
                      <a:pt x="8136" y="6582"/>
                    </a:lnTo>
                    <a:cubicBezTo>
                      <a:pt x="7913" y="6073"/>
                      <a:pt x="7937" y="5440"/>
                      <a:pt x="8243" y="4944"/>
                    </a:cubicBezTo>
                    <a:cubicBezTo>
                      <a:pt x="8388" y="4710"/>
                      <a:pt x="8577" y="4537"/>
                      <a:pt x="8788" y="4427"/>
                    </a:cubicBezTo>
                    <a:lnTo>
                      <a:pt x="8787" y="4426"/>
                    </a:lnTo>
                    <a:lnTo>
                      <a:pt x="12906" y="2084"/>
                    </a:lnTo>
                    <a:lnTo>
                      <a:pt x="12906" y="2084"/>
                    </a:lnTo>
                    <a:cubicBezTo>
                      <a:pt x="13358" y="1760"/>
                      <a:pt x="13952" y="1762"/>
                      <a:pt x="14409" y="2145"/>
                    </a:cubicBezTo>
                    <a:cubicBezTo>
                      <a:pt x="14771" y="2449"/>
                      <a:pt x="14965" y="2921"/>
                      <a:pt x="14971" y="3404"/>
                    </a:cubicBezTo>
                    <a:lnTo>
                      <a:pt x="14972" y="3404"/>
                    </a:lnTo>
                    <a:lnTo>
                      <a:pt x="15029" y="6122"/>
                    </a:lnTo>
                    <a:lnTo>
                      <a:pt x="16856" y="6980"/>
                    </a:lnTo>
                    <a:cubicBezTo>
                      <a:pt x="17203" y="7143"/>
                      <a:pt x="17370" y="7603"/>
                      <a:pt x="17230" y="8008"/>
                    </a:cubicBezTo>
                    <a:cubicBezTo>
                      <a:pt x="17098" y="8386"/>
                      <a:pt x="16745" y="8578"/>
                      <a:pt x="16415" y="8468"/>
                    </a:cubicBezTo>
                    <a:lnTo>
                      <a:pt x="15912" y="9916"/>
                    </a:lnTo>
                    <a:lnTo>
                      <a:pt x="16158" y="11290"/>
                    </a:lnTo>
                    <a:cubicBezTo>
                      <a:pt x="16757" y="11240"/>
                      <a:pt x="17374" y="11343"/>
                      <a:pt x="17967" y="11622"/>
                    </a:cubicBezTo>
                    <a:cubicBezTo>
                      <a:pt x="20050" y="12601"/>
                      <a:pt x="21055" y="15362"/>
                      <a:pt x="20212" y="17789"/>
                    </a:cubicBezTo>
                    <a:close/>
                    <a:moveTo>
                      <a:pt x="15281" y="989"/>
                    </a:moveTo>
                    <a:cubicBezTo>
                      <a:pt x="15562" y="180"/>
                      <a:pt x="16353" y="-211"/>
                      <a:pt x="17047" y="115"/>
                    </a:cubicBezTo>
                    <a:cubicBezTo>
                      <a:pt x="17741" y="442"/>
                      <a:pt x="18076" y="1362"/>
                      <a:pt x="17795" y="2171"/>
                    </a:cubicBezTo>
                    <a:cubicBezTo>
                      <a:pt x="17514" y="2979"/>
                      <a:pt x="16723" y="3371"/>
                      <a:pt x="16029" y="3044"/>
                    </a:cubicBezTo>
                    <a:cubicBezTo>
                      <a:pt x="15335" y="2718"/>
                      <a:pt x="15000" y="1798"/>
                      <a:pt x="15281" y="989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8" name="ïSḻi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337A401-A690-4C2A-B2A2-5475B2F623E5}"/>
                  </a:ext>
                </a:extLst>
              </p:cNvPr>
              <p:cNvSpPr/>
              <p:nvPr/>
            </p:nvSpPr>
            <p:spPr>
              <a:xfrm>
                <a:off x="4027648" y="1277688"/>
                <a:ext cx="461349" cy="3974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937" y="21600"/>
                    </a:moveTo>
                    <a:cubicBezTo>
                      <a:pt x="7087" y="19915"/>
                      <a:pt x="7254" y="17403"/>
                      <a:pt x="7225" y="15022"/>
                    </a:cubicBezTo>
                    <a:cubicBezTo>
                      <a:pt x="9087" y="15916"/>
                      <a:pt x="11129" y="16612"/>
                      <a:pt x="13235" y="14961"/>
                    </a:cubicBezTo>
                    <a:cubicBezTo>
                      <a:pt x="15319" y="13326"/>
                      <a:pt x="15547" y="10891"/>
                      <a:pt x="15533" y="8574"/>
                    </a:cubicBezTo>
                    <a:cubicBezTo>
                      <a:pt x="17412" y="9482"/>
                      <a:pt x="19470" y="10214"/>
                      <a:pt x="21600" y="8543"/>
                    </a:cubicBezTo>
                    <a:lnTo>
                      <a:pt x="20969" y="7441"/>
                    </a:lnTo>
                    <a:cubicBezTo>
                      <a:pt x="19165" y="8855"/>
                      <a:pt x="17455" y="8115"/>
                      <a:pt x="15526" y="7147"/>
                    </a:cubicBezTo>
                    <a:cubicBezTo>
                      <a:pt x="15470" y="4670"/>
                      <a:pt x="15489" y="2522"/>
                      <a:pt x="17315" y="1092"/>
                    </a:cubicBezTo>
                    <a:lnTo>
                      <a:pt x="16670" y="0"/>
                    </a:lnTo>
                    <a:cubicBezTo>
                      <a:pt x="14521" y="1685"/>
                      <a:pt x="14346" y="4208"/>
                      <a:pt x="14375" y="6589"/>
                    </a:cubicBezTo>
                    <a:cubicBezTo>
                      <a:pt x="12514" y="5696"/>
                      <a:pt x="10476" y="5018"/>
                      <a:pt x="8371" y="6668"/>
                    </a:cubicBezTo>
                    <a:cubicBezTo>
                      <a:pt x="6282" y="8306"/>
                      <a:pt x="6070" y="10724"/>
                      <a:pt x="6085" y="13045"/>
                    </a:cubicBezTo>
                    <a:cubicBezTo>
                      <a:pt x="4204" y="12134"/>
                      <a:pt x="2134" y="11396"/>
                      <a:pt x="0" y="13068"/>
                    </a:cubicBezTo>
                    <a:cubicBezTo>
                      <a:pt x="0" y="13068"/>
                      <a:pt x="641" y="14162"/>
                      <a:pt x="641" y="14162"/>
                    </a:cubicBezTo>
                    <a:cubicBezTo>
                      <a:pt x="2449" y="12745"/>
                      <a:pt x="4156" y="13499"/>
                      <a:pt x="6093" y="14471"/>
                    </a:cubicBezTo>
                    <a:cubicBezTo>
                      <a:pt x="6148" y="16943"/>
                      <a:pt x="6117" y="19084"/>
                      <a:pt x="4295" y="20512"/>
                    </a:cubicBezTo>
                    <a:lnTo>
                      <a:pt x="4937" y="21600"/>
                    </a:lnTo>
                    <a:close/>
                    <a:moveTo>
                      <a:pt x="4054" y="19679"/>
                    </a:moveTo>
                    <a:cubicBezTo>
                      <a:pt x="4369" y="19426"/>
                      <a:pt x="4614" y="19148"/>
                      <a:pt x="4809" y="18844"/>
                    </a:cubicBezTo>
                    <a:cubicBezTo>
                      <a:pt x="4809" y="18844"/>
                      <a:pt x="2134" y="14221"/>
                      <a:pt x="2134" y="14221"/>
                    </a:cubicBezTo>
                    <a:cubicBezTo>
                      <a:pt x="1820" y="14319"/>
                      <a:pt x="1507" y="14483"/>
                      <a:pt x="1188" y="14730"/>
                    </a:cubicBezTo>
                    <a:lnTo>
                      <a:pt x="4054" y="19679"/>
                    </a:lnTo>
                    <a:close/>
                    <a:moveTo>
                      <a:pt x="5303" y="17641"/>
                    </a:moveTo>
                    <a:cubicBezTo>
                      <a:pt x="5447" y="17150"/>
                      <a:pt x="5511" y="16611"/>
                      <a:pt x="5534" y="16026"/>
                    </a:cubicBezTo>
                    <a:lnTo>
                      <a:pt x="4636" y="14466"/>
                    </a:lnTo>
                    <a:cubicBezTo>
                      <a:pt x="4164" y="14273"/>
                      <a:pt x="3712" y="14138"/>
                      <a:pt x="3269" y="14112"/>
                    </a:cubicBezTo>
                    <a:lnTo>
                      <a:pt x="5303" y="17641"/>
                    </a:lnTo>
                    <a:close/>
                    <a:moveTo>
                      <a:pt x="7218" y="13596"/>
                    </a:moveTo>
                    <a:cubicBezTo>
                      <a:pt x="7170" y="11212"/>
                      <a:pt x="7244" y="9148"/>
                      <a:pt x="9015" y="7760"/>
                    </a:cubicBezTo>
                    <a:cubicBezTo>
                      <a:pt x="10800" y="6360"/>
                      <a:pt x="12484" y="7073"/>
                      <a:pt x="14389" y="8027"/>
                    </a:cubicBezTo>
                    <a:cubicBezTo>
                      <a:pt x="14437" y="10403"/>
                      <a:pt x="14371" y="12473"/>
                      <a:pt x="12604" y="13859"/>
                    </a:cubicBezTo>
                    <a:cubicBezTo>
                      <a:pt x="10819" y="15258"/>
                      <a:pt x="9123" y="14549"/>
                      <a:pt x="7218" y="13596"/>
                    </a:cubicBezTo>
                    <a:close/>
                    <a:moveTo>
                      <a:pt x="9128" y="13531"/>
                    </a:moveTo>
                    <a:cubicBezTo>
                      <a:pt x="9683" y="13753"/>
                      <a:pt x="10215" y="13899"/>
                      <a:pt x="10736" y="13922"/>
                    </a:cubicBezTo>
                    <a:lnTo>
                      <a:pt x="8270" y="9693"/>
                    </a:lnTo>
                    <a:cubicBezTo>
                      <a:pt x="8094" y="10262"/>
                      <a:pt x="8018" y="10890"/>
                      <a:pt x="7988" y="11570"/>
                    </a:cubicBezTo>
                    <a:lnTo>
                      <a:pt x="9128" y="13531"/>
                    </a:lnTo>
                    <a:close/>
                    <a:moveTo>
                      <a:pt x="11711" y="13445"/>
                    </a:moveTo>
                    <a:cubicBezTo>
                      <a:pt x="11906" y="13348"/>
                      <a:pt x="12100" y="13226"/>
                      <a:pt x="12298" y="13067"/>
                    </a:cubicBezTo>
                    <a:cubicBezTo>
                      <a:pt x="12398" y="12988"/>
                      <a:pt x="12489" y="12904"/>
                      <a:pt x="12577" y="12819"/>
                    </a:cubicBezTo>
                    <a:lnTo>
                      <a:pt x="9787" y="7934"/>
                    </a:lnTo>
                    <a:cubicBezTo>
                      <a:pt x="9688" y="7998"/>
                      <a:pt x="9589" y="8069"/>
                      <a:pt x="9488" y="8149"/>
                    </a:cubicBezTo>
                    <a:cubicBezTo>
                      <a:pt x="9290" y="8307"/>
                      <a:pt x="9121" y="8474"/>
                      <a:pt x="8972" y="8652"/>
                    </a:cubicBezTo>
                    <a:lnTo>
                      <a:pt x="11711" y="13445"/>
                    </a:lnTo>
                    <a:close/>
                    <a:moveTo>
                      <a:pt x="13407" y="12000"/>
                    </a:moveTo>
                    <a:cubicBezTo>
                      <a:pt x="13611" y="11527"/>
                      <a:pt x="13723" y="11008"/>
                      <a:pt x="13784" y="10444"/>
                    </a:cubicBezTo>
                    <a:lnTo>
                      <a:pt x="12283" y="7830"/>
                    </a:lnTo>
                    <a:cubicBezTo>
                      <a:pt x="11815" y="7685"/>
                      <a:pt x="11363" y="7615"/>
                      <a:pt x="10913" y="7660"/>
                    </a:cubicBezTo>
                    <a:lnTo>
                      <a:pt x="13407" y="12000"/>
                    </a:lnTo>
                    <a:close/>
                    <a:moveTo>
                      <a:pt x="16965" y="7123"/>
                    </a:moveTo>
                    <a:cubicBezTo>
                      <a:pt x="17421" y="7289"/>
                      <a:pt x="17855" y="7394"/>
                      <a:pt x="18279" y="7398"/>
                    </a:cubicBezTo>
                    <a:lnTo>
                      <a:pt x="16261" y="4044"/>
                    </a:lnTo>
                    <a:cubicBezTo>
                      <a:pt x="16133" y="4533"/>
                      <a:pt x="16081" y="5067"/>
                      <a:pt x="16071" y="5642"/>
                    </a:cubicBezTo>
                    <a:lnTo>
                      <a:pt x="16965" y="7123"/>
                    </a:lnTo>
                    <a:close/>
                    <a:moveTo>
                      <a:pt x="19610" y="7085"/>
                    </a:moveTo>
                    <a:cubicBezTo>
                      <a:pt x="19909" y="6982"/>
                      <a:pt x="20208" y="6817"/>
                      <a:pt x="20510" y="6570"/>
                    </a:cubicBezTo>
                    <a:lnTo>
                      <a:pt x="17721" y="1845"/>
                    </a:lnTo>
                    <a:cubicBezTo>
                      <a:pt x="17423" y="2098"/>
                      <a:pt x="17191" y="2376"/>
                      <a:pt x="17007" y="2675"/>
                    </a:cubicBezTo>
                    <a:cubicBezTo>
                      <a:pt x="17007" y="2675"/>
                      <a:pt x="19610" y="7085"/>
                      <a:pt x="19610" y="7085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9" name="îŝḷï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F267003-D56D-42CF-8181-3284C18AE96C}"/>
                  </a:ext>
                </a:extLst>
              </p:cNvPr>
              <p:cNvSpPr/>
              <p:nvPr/>
            </p:nvSpPr>
            <p:spPr>
              <a:xfrm>
                <a:off x="8968421" y="979385"/>
                <a:ext cx="279948" cy="4002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1" h="21511" extrusionOk="0">
                    <a:moveTo>
                      <a:pt x="18683" y="0"/>
                    </a:moveTo>
                    <a:lnTo>
                      <a:pt x="17079" y="1668"/>
                    </a:lnTo>
                    <a:cubicBezTo>
                      <a:pt x="17015" y="1638"/>
                      <a:pt x="16700" y="1488"/>
                      <a:pt x="16700" y="1488"/>
                    </a:cubicBezTo>
                    <a:lnTo>
                      <a:pt x="15441" y="2801"/>
                    </a:lnTo>
                    <a:lnTo>
                      <a:pt x="15820" y="2981"/>
                    </a:lnTo>
                    <a:lnTo>
                      <a:pt x="15441" y="3375"/>
                    </a:lnTo>
                    <a:lnTo>
                      <a:pt x="2730" y="16587"/>
                    </a:lnTo>
                    <a:cubicBezTo>
                      <a:pt x="2279" y="17056"/>
                      <a:pt x="509" y="19614"/>
                      <a:pt x="586" y="20489"/>
                    </a:cubicBezTo>
                    <a:cubicBezTo>
                      <a:pt x="597" y="20614"/>
                      <a:pt x="646" y="20706"/>
                      <a:pt x="742" y="20751"/>
                    </a:cubicBezTo>
                    <a:cubicBezTo>
                      <a:pt x="1508" y="21113"/>
                      <a:pt x="4988" y="18432"/>
                      <a:pt x="5504" y="17895"/>
                    </a:cubicBezTo>
                    <a:lnTo>
                      <a:pt x="18209" y="4684"/>
                    </a:lnTo>
                    <a:lnTo>
                      <a:pt x="18588" y="4289"/>
                    </a:lnTo>
                    <a:lnTo>
                      <a:pt x="18984" y="4477"/>
                    </a:lnTo>
                    <a:lnTo>
                      <a:pt x="14043" y="9610"/>
                    </a:lnTo>
                    <a:lnTo>
                      <a:pt x="14611" y="9879"/>
                    </a:lnTo>
                    <a:lnTo>
                      <a:pt x="20810" y="3434"/>
                    </a:lnTo>
                    <a:cubicBezTo>
                      <a:pt x="20810" y="3434"/>
                      <a:pt x="20191" y="3144"/>
                      <a:pt x="19847" y="2981"/>
                    </a:cubicBezTo>
                    <a:lnTo>
                      <a:pt x="21451" y="1313"/>
                    </a:lnTo>
                    <a:cubicBezTo>
                      <a:pt x="21451" y="1313"/>
                      <a:pt x="18683" y="0"/>
                      <a:pt x="18683" y="0"/>
                    </a:cubicBezTo>
                    <a:close/>
                    <a:moveTo>
                      <a:pt x="586" y="20489"/>
                    </a:moveTo>
                    <a:cubicBezTo>
                      <a:pt x="585" y="20448"/>
                      <a:pt x="574" y="20416"/>
                      <a:pt x="580" y="20368"/>
                    </a:cubicBezTo>
                    <a:lnTo>
                      <a:pt x="319" y="20638"/>
                    </a:lnTo>
                    <a:cubicBezTo>
                      <a:pt x="213" y="20748"/>
                      <a:pt x="-149" y="21394"/>
                      <a:pt x="68" y="21497"/>
                    </a:cubicBezTo>
                    <a:cubicBezTo>
                      <a:pt x="286" y="21600"/>
                      <a:pt x="1004" y="21123"/>
                      <a:pt x="1110" y="21013"/>
                    </a:cubicBezTo>
                    <a:lnTo>
                      <a:pt x="1371" y="20739"/>
                    </a:lnTo>
                    <a:cubicBezTo>
                      <a:pt x="1093" y="20840"/>
                      <a:pt x="868" y="20874"/>
                      <a:pt x="731" y="20810"/>
                    </a:cubicBezTo>
                    <a:cubicBezTo>
                      <a:pt x="624" y="20759"/>
                      <a:pt x="588" y="20638"/>
                      <a:pt x="586" y="2048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0" name="ïṩḷí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FBC39A8-D503-44D7-B9AF-023EAA6DDABE}"/>
                  </a:ext>
                </a:extLst>
              </p:cNvPr>
              <p:cNvSpPr/>
              <p:nvPr/>
            </p:nvSpPr>
            <p:spPr>
              <a:xfrm>
                <a:off x="8790561" y="1863863"/>
                <a:ext cx="342778" cy="38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57" h="21254" extrusionOk="0">
                    <a:moveTo>
                      <a:pt x="8090" y="6610"/>
                    </a:moveTo>
                    <a:lnTo>
                      <a:pt x="8090" y="3934"/>
                    </a:lnTo>
                    <a:lnTo>
                      <a:pt x="19378" y="1852"/>
                    </a:lnTo>
                    <a:lnTo>
                      <a:pt x="19378" y="4528"/>
                    </a:lnTo>
                    <a:cubicBezTo>
                      <a:pt x="19378" y="4528"/>
                      <a:pt x="8090" y="6610"/>
                      <a:pt x="8090" y="6610"/>
                    </a:cubicBezTo>
                    <a:close/>
                    <a:moveTo>
                      <a:pt x="21057" y="0"/>
                    </a:moveTo>
                    <a:lnTo>
                      <a:pt x="6411" y="2701"/>
                    </a:lnTo>
                    <a:lnTo>
                      <a:pt x="6411" y="15495"/>
                    </a:lnTo>
                    <a:cubicBezTo>
                      <a:pt x="5363" y="15254"/>
                      <a:pt x="3972" y="15448"/>
                      <a:pt x="2666" y="16104"/>
                    </a:cubicBezTo>
                    <a:cubicBezTo>
                      <a:pt x="567" y="17160"/>
                      <a:pt x="-518" y="19009"/>
                      <a:pt x="244" y="20236"/>
                    </a:cubicBezTo>
                    <a:cubicBezTo>
                      <a:pt x="1005" y="21462"/>
                      <a:pt x="3325" y="21600"/>
                      <a:pt x="5425" y="20544"/>
                    </a:cubicBezTo>
                    <a:cubicBezTo>
                      <a:pt x="7005" y="19749"/>
                      <a:pt x="8010" y="18505"/>
                      <a:pt x="8085" y="17416"/>
                    </a:cubicBezTo>
                    <a:lnTo>
                      <a:pt x="8090" y="17416"/>
                    </a:lnTo>
                    <a:lnTo>
                      <a:pt x="8090" y="8152"/>
                    </a:lnTo>
                    <a:lnTo>
                      <a:pt x="19378" y="6070"/>
                    </a:lnTo>
                    <a:lnTo>
                      <a:pt x="19378" y="10758"/>
                    </a:lnTo>
                    <a:cubicBezTo>
                      <a:pt x="18330" y="10518"/>
                      <a:pt x="16941" y="10712"/>
                      <a:pt x="15636" y="11368"/>
                    </a:cubicBezTo>
                    <a:cubicBezTo>
                      <a:pt x="13536" y="12424"/>
                      <a:pt x="12452" y="14273"/>
                      <a:pt x="13213" y="15499"/>
                    </a:cubicBezTo>
                    <a:cubicBezTo>
                      <a:pt x="13975" y="16725"/>
                      <a:pt x="16295" y="16863"/>
                      <a:pt x="18395" y="15807"/>
                    </a:cubicBezTo>
                    <a:cubicBezTo>
                      <a:pt x="20060" y="14970"/>
                      <a:pt x="21082" y="13635"/>
                      <a:pt x="21056" y="12506"/>
                    </a:cubicBezTo>
                    <a:lnTo>
                      <a:pt x="21057" y="12506"/>
                    </a:lnTo>
                    <a:cubicBezTo>
                      <a:pt x="21057" y="12506"/>
                      <a:pt x="21057" y="0"/>
                      <a:pt x="21057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1" name="ïşlí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829CA17-3131-4FA3-89D7-13BAC6DD3222}"/>
                  </a:ext>
                </a:extLst>
              </p:cNvPr>
              <p:cNvSpPr/>
              <p:nvPr/>
            </p:nvSpPr>
            <p:spPr>
              <a:xfrm>
                <a:off x="8988335" y="1994317"/>
                <a:ext cx="279948" cy="4002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1" h="21511" extrusionOk="0">
                    <a:moveTo>
                      <a:pt x="18683" y="0"/>
                    </a:moveTo>
                    <a:lnTo>
                      <a:pt x="17079" y="1668"/>
                    </a:lnTo>
                    <a:cubicBezTo>
                      <a:pt x="17015" y="1638"/>
                      <a:pt x="16700" y="1488"/>
                      <a:pt x="16700" y="1488"/>
                    </a:cubicBezTo>
                    <a:lnTo>
                      <a:pt x="15441" y="2801"/>
                    </a:lnTo>
                    <a:lnTo>
                      <a:pt x="15820" y="2981"/>
                    </a:lnTo>
                    <a:lnTo>
                      <a:pt x="15441" y="3375"/>
                    </a:lnTo>
                    <a:lnTo>
                      <a:pt x="2730" y="16587"/>
                    </a:lnTo>
                    <a:cubicBezTo>
                      <a:pt x="2279" y="17056"/>
                      <a:pt x="509" y="19614"/>
                      <a:pt x="586" y="20489"/>
                    </a:cubicBezTo>
                    <a:cubicBezTo>
                      <a:pt x="597" y="20614"/>
                      <a:pt x="646" y="20706"/>
                      <a:pt x="742" y="20751"/>
                    </a:cubicBezTo>
                    <a:cubicBezTo>
                      <a:pt x="1508" y="21113"/>
                      <a:pt x="4988" y="18432"/>
                      <a:pt x="5504" y="17895"/>
                    </a:cubicBezTo>
                    <a:lnTo>
                      <a:pt x="18209" y="4684"/>
                    </a:lnTo>
                    <a:lnTo>
                      <a:pt x="18588" y="4289"/>
                    </a:lnTo>
                    <a:lnTo>
                      <a:pt x="18984" y="4477"/>
                    </a:lnTo>
                    <a:lnTo>
                      <a:pt x="14043" y="9610"/>
                    </a:lnTo>
                    <a:lnTo>
                      <a:pt x="14611" y="9879"/>
                    </a:lnTo>
                    <a:lnTo>
                      <a:pt x="20810" y="3434"/>
                    </a:lnTo>
                    <a:cubicBezTo>
                      <a:pt x="20810" y="3434"/>
                      <a:pt x="20191" y="3144"/>
                      <a:pt x="19847" y="2981"/>
                    </a:cubicBezTo>
                    <a:lnTo>
                      <a:pt x="21451" y="1313"/>
                    </a:lnTo>
                    <a:cubicBezTo>
                      <a:pt x="21451" y="1313"/>
                      <a:pt x="18683" y="0"/>
                      <a:pt x="18683" y="0"/>
                    </a:cubicBezTo>
                    <a:close/>
                    <a:moveTo>
                      <a:pt x="586" y="20489"/>
                    </a:moveTo>
                    <a:cubicBezTo>
                      <a:pt x="585" y="20448"/>
                      <a:pt x="574" y="20416"/>
                      <a:pt x="580" y="20368"/>
                    </a:cubicBezTo>
                    <a:lnTo>
                      <a:pt x="319" y="20638"/>
                    </a:lnTo>
                    <a:cubicBezTo>
                      <a:pt x="213" y="20748"/>
                      <a:pt x="-149" y="21394"/>
                      <a:pt x="68" y="21497"/>
                    </a:cubicBezTo>
                    <a:cubicBezTo>
                      <a:pt x="286" y="21600"/>
                      <a:pt x="1004" y="21123"/>
                      <a:pt x="1110" y="21013"/>
                    </a:cubicBezTo>
                    <a:lnTo>
                      <a:pt x="1371" y="20739"/>
                    </a:lnTo>
                    <a:cubicBezTo>
                      <a:pt x="1093" y="20840"/>
                      <a:pt x="868" y="20874"/>
                      <a:pt x="731" y="20810"/>
                    </a:cubicBezTo>
                    <a:cubicBezTo>
                      <a:pt x="624" y="20759"/>
                      <a:pt x="588" y="20638"/>
                      <a:pt x="586" y="2048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2" name="iŝḻî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4F5C157C-2F87-41A4-B020-7E2583C92A55}"/>
                  </a:ext>
                </a:extLst>
              </p:cNvPr>
              <p:cNvSpPr/>
              <p:nvPr/>
            </p:nvSpPr>
            <p:spPr>
              <a:xfrm>
                <a:off x="10113699" y="1029217"/>
                <a:ext cx="322191" cy="4056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5" y="0"/>
                    </a:moveTo>
                    <a:lnTo>
                      <a:pt x="0" y="18854"/>
                    </a:lnTo>
                    <a:lnTo>
                      <a:pt x="17786" y="21600"/>
                    </a:lnTo>
                    <a:lnTo>
                      <a:pt x="21600" y="6017"/>
                    </a:lnTo>
                    <a:lnTo>
                      <a:pt x="18300" y="2113"/>
                    </a:lnTo>
                    <a:lnTo>
                      <a:pt x="4615" y="0"/>
                    </a:lnTo>
                    <a:close/>
                    <a:moveTo>
                      <a:pt x="9206" y="5215"/>
                    </a:moveTo>
                    <a:lnTo>
                      <a:pt x="15684" y="6215"/>
                    </a:lnTo>
                    <a:lnTo>
                      <a:pt x="15556" y="6735"/>
                    </a:lnTo>
                    <a:lnTo>
                      <a:pt x="9079" y="5735"/>
                    </a:lnTo>
                    <a:lnTo>
                      <a:pt x="9206" y="5215"/>
                    </a:lnTo>
                    <a:close/>
                    <a:moveTo>
                      <a:pt x="4712" y="9845"/>
                    </a:moveTo>
                    <a:lnTo>
                      <a:pt x="17667" y="11845"/>
                    </a:lnTo>
                    <a:lnTo>
                      <a:pt x="17544" y="12350"/>
                    </a:lnTo>
                    <a:lnTo>
                      <a:pt x="4588" y="10350"/>
                    </a:lnTo>
                    <a:lnTo>
                      <a:pt x="4712" y="9845"/>
                    </a:lnTo>
                    <a:close/>
                    <a:moveTo>
                      <a:pt x="4086" y="12402"/>
                    </a:moveTo>
                    <a:lnTo>
                      <a:pt x="17041" y="14402"/>
                    </a:lnTo>
                    <a:lnTo>
                      <a:pt x="16914" y="14923"/>
                    </a:lnTo>
                    <a:lnTo>
                      <a:pt x="3958" y="12923"/>
                    </a:lnTo>
                    <a:lnTo>
                      <a:pt x="4086" y="12402"/>
                    </a:lnTo>
                    <a:close/>
                    <a:moveTo>
                      <a:pt x="3460" y="14960"/>
                    </a:moveTo>
                    <a:lnTo>
                      <a:pt x="9938" y="15960"/>
                    </a:lnTo>
                    <a:lnTo>
                      <a:pt x="9810" y="16480"/>
                    </a:lnTo>
                    <a:lnTo>
                      <a:pt x="3332" y="15480"/>
                    </a:lnTo>
                    <a:lnTo>
                      <a:pt x="3460" y="14960"/>
                    </a:ln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3" name="işļi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F844B83-D3D3-4214-BDD4-3270C871DC2D}"/>
                  </a:ext>
                </a:extLst>
              </p:cNvPr>
              <p:cNvSpPr/>
              <p:nvPr/>
            </p:nvSpPr>
            <p:spPr>
              <a:xfrm>
                <a:off x="9659322" y="1031512"/>
                <a:ext cx="382491" cy="81230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919" y="0"/>
                    </a:moveTo>
                    <a:lnTo>
                      <a:pt x="15512" y="1725"/>
                    </a:lnTo>
                    <a:cubicBezTo>
                      <a:pt x="15654" y="1751"/>
                      <a:pt x="17066" y="2005"/>
                      <a:pt x="17066" y="2005"/>
                    </a:cubicBezTo>
                    <a:lnTo>
                      <a:pt x="16932" y="2169"/>
                    </a:lnTo>
                    <a:lnTo>
                      <a:pt x="15379" y="1889"/>
                    </a:lnTo>
                    <a:lnTo>
                      <a:pt x="14764" y="2643"/>
                    </a:lnTo>
                    <a:cubicBezTo>
                      <a:pt x="14901" y="2667"/>
                      <a:pt x="15906" y="2848"/>
                      <a:pt x="15906" y="2848"/>
                    </a:cubicBezTo>
                    <a:lnTo>
                      <a:pt x="15773" y="3012"/>
                    </a:lnTo>
                    <a:lnTo>
                      <a:pt x="14631" y="2807"/>
                    </a:lnTo>
                    <a:lnTo>
                      <a:pt x="14016" y="3561"/>
                    </a:lnTo>
                    <a:cubicBezTo>
                      <a:pt x="14158" y="3586"/>
                      <a:pt x="15569" y="3841"/>
                      <a:pt x="15569" y="3841"/>
                    </a:cubicBezTo>
                    <a:lnTo>
                      <a:pt x="15436" y="4004"/>
                    </a:lnTo>
                    <a:lnTo>
                      <a:pt x="13883" y="3724"/>
                    </a:lnTo>
                    <a:lnTo>
                      <a:pt x="13267" y="4479"/>
                    </a:lnTo>
                    <a:cubicBezTo>
                      <a:pt x="13404" y="4504"/>
                      <a:pt x="14409" y="4684"/>
                      <a:pt x="14409" y="4684"/>
                    </a:cubicBezTo>
                    <a:lnTo>
                      <a:pt x="14276" y="4848"/>
                    </a:lnTo>
                    <a:lnTo>
                      <a:pt x="13134" y="4643"/>
                    </a:lnTo>
                    <a:lnTo>
                      <a:pt x="12519" y="5397"/>
                    </a:lnTo>
                    <a:cubicBezTo>
                      <a:pt x="12661" y="5422"/>
                      <a:pt x="14072" y="5676"/>
                      <a:pt x="14072" y="5676"/>
                    </a:cubicBezTo>
                    <a:lnTo>
                      <a:pt x="13939" y="5840"/>
                    </a:lnTo>
                    <a:lnTo>
                      <a:pt x="12386" y="5561"/>
                    </a:lnTo>
                    <a:lnTo>
                      <a:pt x="11771" y="6315"/>
                    </a:lnTo>
                    <a:cubicBezTo>
                      <a:pt x="11908" y="6339"/>
                      <a:pt x="12913" y="6520"/>
                      <a:pt x="12913" y="6520"/>
                    </a:cubicBezTo>
                    <a:lnTo>
                      <a:pt x="12780" y="6684"/>
                    </a:lnTo>
                    <a:lnTo>
                      <a:pt x="11638" y="6478"/>
                    </a:lnTo>
                    <a:lnTo>
                      <a:pt x="11023" y="7232"/>
                    </a:lnTo>
                    <a:cubicBezTo>
                      <a:pt x="11164" y="7258"/>
                      <a:pt x="12575" y="7513"/>
                      <a:pt x="12575" y="7513"/>
                    </a:cubicBezTo>
                    <a:lnTo>
                      <a:pt x="12442" y="7677"/>
                    </a:lnTo>
                    <a:lnTo>
                      <a:pt x="10890" y="7396"/>
                    </a:lnTo>
                    <a:lnTo>
                      <a:pt x="10274" y="8151"/>
                    </a:lnTo>
                    <a:cubicBezTo>
                      <a:pt x="10411" y="8176"/>
                      <a:pt x="11416" y="8356"/>
                      <a:pt x="11416" y="8356"/>
                    </a:cubicBezTo>
                    <a:lnTo>
                      <a:pt x="11283" y="8520"/>
                    </a:lnTo>
                    <a:lnTo>
                      <a:pt x="10141" y="8315"/>
                    </a:lnTo>
                    <a:lnTo>
                      <a:pt x="9526" y="9069"/>
                    </a:lnTo>
                    <a:cubicBezTo>
                      <a:pt x="9667" y="9094"/>
                      <a:pt x="11079" y="9348"/>
                      <a:pt x="11079" y="9348"/>
                    </a:cubicBezTo>
                    <a:lnTo>
                      <a:pt x="10946" y="9512"/>
                    </a:lnTo>
                    <a:lnTo>
                      <a:pt x="9392" y="9232"/>
                    </a:lnTo>
                    <a:lnTo>
                      <a:pt x="8778" y="9986"/>
                    </a:lnTo>
                    <a:cubicBezTo>
                      <a:pt x="8914" y="10011"/>
                      <a:pt x="9919" y="10193"/>
                      <a:pt x="9919" y="10193"/>
                    </a:cubicBezTo>
                    <a:lnTo>
                      <a:pt x="9786" y="10355"/>
                    </a:lnTo>
                    <a:lnTo>
                      <a:pt x="8644" y="10150"/>
                    </a:lnTo>
                    <a:lnTo>
                      <a:pt x="8029" y="10905"/>
                    </a:lnTo>
                    <a:cubicBezTo>
                      <a:pt x="8170" y="10930"/>
                      <a:pt x="9582" y="11185"/>
                      <a:pt x="9582" y="11184"/>
                    </a:cubicBezTo>
                    <a:lnTo>
                      <a:pt x="9449" y="11348"/>
                    </a:lnTo>
                    <a:lnTo>
                      <a:pt x="7896" y="11068"/>
                    </a:lnTo>
                    <a:lnTo>
                      <a:pt x="7281" y="11823"/>
                    </a:lnTo>
                    <a:cubicBezTo>
                      <a:pt x="7417" y="11847"/>
                      <a:pt x="8423" y="12028"/>
                      <a:pt x="8423" y="12028"/>
                    </a:cubicBezTo>
                    <a:lnTo>
                      <a:pt x="8289" y="12192"/>
                    </a:lnTo>
                    <a:lnTo>
                      <a:pt x="7147" y="11987"/>
                    </a:lnTo>
                    <a:lnTo>
                      <a:pt x="6533" y="12740"/>
                    </a:lnTo>
                    <a:cubicBezTo>
                      <a:pt x="6674" y="12766"/>
                      <a:pt x="8086" y="13020"/>
                      <a:pt x="8086" y="13020"/>
                    </a:cubicBezTo>
                    <a:lnTo>
                      <a:pt x="7952" y="13184"/>
                    </a:lnTo>
                    <a:lnTo>
                      <a:pt x="6399" y="12904"/>
                    </a:lnTo>
                    <a:lnTo>
                      <a:pt x="5784" y="13659"/>
                    </a:lnTo>
                    <a:cubicBezTo>
                      <a:pt x="5920" y="13684"/>
                      <a:pt x="6926" y="13864"/>
                      <a:pt x="6926" y="13864"/>
                    </a:cubicBezTo>
                    <a:lnTo>
                      <a:pt x="6792" y="14028"/>
                    </a:lnTo>
                    <a:lnTo>
                      <a:pt x="5651" y="13822"/>
                    </a:lnTo>
                    <a:lnTo>
                      <a:pt x="5036" y="14577"/>
                    </a:lnTo>
                    <a:cubicBezTo>
                      <a:pt x="5177" y="14602"/>
                      <a:pt x="6589" y="14856"/>
                      <a:pt x="6589" y="14856"/>
                    </a:cubicBezTo>
                    <a:lnTo>
                      <a:pt x="6455" y="15020"/>
                    </a:lnTo>
                    <a:lnTo>
                      <a:pt x="4902" y="14741"/>
                    </a:lnTo>
                    <a:lnTo>
                      <a:pt x="4288" y="15494"/>
                    </a:lnTo>
                    <a:cubicBezTo>
                      <a:pt x="4424" y="15519"/>
                      <a:pt x="5430" y="15700"/>
                      <a:pt x="5430" y="15700"/>
                    </a:cubicBezTo>
                    <a:lnTo>
                      <a:pt x="5296" y="15863"/>
                    </a:lnTo>
                    <a:lnTo>
                      <a:pt x="4154" y="15658"/>
                    </a:lnTo>
                    <a:lnTo>
                      <a:pt x="3540" y="16412"/>
                    </a:lnTo>
                    <a:cubicBezTo>
                      <a:pt x="3681" y="16437"/>
                      <a:pt x="5093" y="16691"/>
                      <a:pt x="5093" y="16691"/>
                    </a:cubicBezTo>
                    <a:lnTo>
                      <a:pt x="4959" y="16855"/>
                    </a:lnTo>
                    <a:lnTo>
                      <a:pt x="3406" y="16576"/>
                    </a:lnTo>
                    <a:lnTo>
                      <a:pt x="2791" y="17331"/>
                    </a:lnTo>
                    <a:cubicBezTo>
                      <a:pt x="2927" y="17355"/>
                      <a:pt x="3933" y="17536"/>
                      <a:pt x="3933" y="17536"/>
                    </a:cubicBezTo>
                    <a:lnTo>
                      <a:pt x="3799" y="17700"/>
                    </a:lnTo>
                    <a:lnTo>
                      <a:pt x="2658" y="17493"/>
                    </a:lnTo>
                    <a:lnTo>
                      <a:pt x="2042" y="18248"/>
                    </a:lnTo>
                    <a:cubicBezTo>
                      <a:pt x="2184" y="18274"/>
                      <a:pt x="3596" y="18528"/>
                      <a:pt x="3596" y="18528"/>
                    </a:cubicBezTo>
                    <a:lnTo>
                      <a:pt x="3462" y="18692"/>
                    </a:lnTo>
                    <a:lnTo>
                      <a:pt x="1909" y="18412"/>
                    </a:lnTo>
                    <a:lnTo>
                      <a:pt x="1294" y="19166"/>
                    </a:lnTo>
                    <a:cubicBezTo>
                      <a:pt x="1431" y="19191"/>
                      <a:pt x="2436" y="19371"/>
                      <a:pt x="2436" y="19371"/>
                    </a:cubicBezTo>
                    <a:lnTo>
                      <a:pt x="2303" y="19535"/>
                    </a:lnTo>
                    <a:lnTo>
                      <a:pt x="1161" y="19330"/>
                    </a:lnTo>
                    <a:lnTo>
                      <a:pt x="546" y="20084"/>
                    </a:lnTo>
                    <a:cubicBezTo>
                      <a:pt x="688" y="20109"/>
                      <a:pt x="2099" y="20364"/>
                      <a:pt x="2099" y="20364"/>
                    </a:cubicBezTo>
                    <a:lnTo>
                      <a:pt x="1966" y="20527"/>
                    </a:lnTo>
                    <a:lnTo>
                      <a:pt x="413" y="20248"/>
                    </a:lnTo>
                    <a:lnTo>
                      <a:pt x="0" y="20754"/>
                    </a:lnTo>
                    <a:lnTo>
                      <a:pt x="4681" y="21600"/>
                    </a:lnTo>
                    <a:lnTo>
                      <a:pt x="21600" y="846"/>
                    </a:lnTo>
                    <a:lnTo>
                      <a:pt x="16919" y="0"/>
                    </a:lnTo>
                    <a:close/>
                    <a:moveTo>
                      <a:pt x="18807" y="978"/>
                    </a:moveTo>
                    <a:cubicBezTo>
                      <a:pt x="19275" y="1062"/>
                      <a:pt x="19509" y="1308"/>
                      <a:pt x="19330" y="1528"/>
                    </a:cubicBezTo>
                    <a:cubicBezTo>
                      <a:pt x="19151" y="1748"/>
                      <a:pt x="18626" y="1858"/>
                      <a:pt x="18158" y="1774"/>
                    </a:cubicBezTo>
                    <a:cubicBezTo>
                      <a:pt x="17691" y="1689"/>
                      <a:pt x="17457" y="1442"/>
                      <a:pt x="17637" y="1222"/>
                    </a:cubicBezTo>
                    <a:cubicBezTo>
                      <a:pt x="17816" y="1002"/>
                      <a:pt x="18340" y="893"/>
                      <a:pt x="18807" y="978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4" name="íṡḻi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44E8B74A-8B61-48FE-9643-30D6C6E0DE23}"/>
                  </a:ext>
                </a:extLst>
              </p:cNvPr>
              <p:cNvSpPr/>
              <p:nvPr/>
            </p:nvSpPr>
            <p:spPr>
              <a:xfrm>
                <a:off x="9293482" y="1813982"/>
                <a:ext cx="199978" cy="2213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5" name="is1í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60E93CF-059B-48E0-8448-BD4C069D6D86}"/>
                  </a:ext>
                </a:extLst>
              </p:cNvPr>
              <p:cNvSpPr/>
              <p:nvPr/>
            </p:nvSpPr>
            <p:spPr>
              <a:xfrm>
                <a:off x="8368011" y="1326424"/>
                <a:ext cx="239222" cy="2486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67" h="21369" extrusionOk="0">
                    <a:moveTo>
                      <a:pt x="9892" y="341"/>
                    </a:moveTo>
                    <a:cubicBezTo>
                      <a:pt x="10333" y="-98"/>
                      <a:pt x="11063" y="-117"/>
                      <a:pt x="11519" y="307"/>
                    </a:cubicBezTo>
                    <a:lnTo>
                      <a:pt x="21020" y="9136"/>
                    </a:lnTo>
                    <a:cubicBezTo>
                      <a:pt x="21476" y="9561"/>
                      <a:pt x="21482" y="10263"/>
                      <a:pt x="21042" y="10702"/>
                    </a:cubicBezTo>
                    <a:lnTo>
                      <a:pt x="10676" y="21032"/>
                    </a:lnTo>
                    <a:cubicBezTo>
                      <a:pt x="10236" y="21471"/>
                      <a:pt x="9512" y="21483"/>
                      <a:pt x="9056" y="21059"/>
                    </a:cubicBezTo>
                    <a:lnTo>
                      <a:pt x="6577" y="18755"/>
                    </a:lnTo>
                    <a:lnTo>
                      <a:pt x="9366" y="15976"/>
                    </a:lnTo>
                    <a:cubicBezTo>
                      <a:pt x="9806" y="15537"/>
                      <a:pt x="9793" y="14841"/>
                      <a:pt x="9337" y="14417"/>
                    </a:cubicBezTo>
                    <a:lnTo>
                      <a:pt x="7682" y="12879"/>
                    </a:lnTo>
                    <a:cubicBezTo>
                      <a:pt x="7226" y="12455"/>
                      <a:pt x="6503" y="12467"/>
                      <a:pt x="6062" y="12906"/>
                    </a:cubicBezTo>
                    <a:lnTo>
                      <a:pt x="3274" y="15685"/>
                    </a:lnTo>
                    <a:lnTo>
                      <a:pt x="1210" y="13767"/>
                    </a:lnTo>
                    <a:cubicBezTo>
                      <a:pt x="754" y="13343"/>
                      <a:pt x="734" y="12641"/>
                      <a:pt x="1175" y="12202"/>
                    </a:cubicBezTo>
                    <a:lnTo>
                      <a:pt x="351" y="11436"/>
                    </a:lnTo>
                    <a:cubicBezTo>
                      <a:pt x="-105" y="11012"/>
                      <a:pt x="-118" y="10316"/>
                      <a:pt x="322" y="9877"/>
                    </a:cubicBezTo>
                    <a:lnTo>
                      <a:pt x="9892" y="341"/>
                    </a:lnTo>
                    <a:close/>
                    <a:moveTo>
                      <a:pt x="10322" y="1500"/>
                    </a:moveTo>
                    <a:lnTo>
                      <a:pt x="1949" y="9844"/>
                    </a:lnTo>
                    <a:cubicBezTo>
                      <a:pt x="1949" y="9844"/>
                      <a:pt x="1145" y="10641"/>
                      <a:pt x="1971" y="11409"/>
                    </a:cubicBezTo>
                    <a:lnTo>
                      <a:pt x="11146" y="2266"/>
                    </a:lnTo>
                    <a:cubicBezTo>
                      <a:pt x="11366" y="2046"/>
                      <a:pt x="11360" y="1705"/>
                      <a:pt x="11132" y="1492"/>
                    </a:cubicBezTo>
                    <a:cubicBezTo>
                      <a:pt x="10904" y="1281"/>
                      <a:pt x="10542" y="1280"/>
                      <a:pt x="10322" y="1500"/>
                    </a:cubicBezTo>
                    <a:close/>
                    <a:moveTo>
                      <a:pt x="6083" y="13685"/>
                    </a:moveTo>
                    <a:cubicBezTo>
                      <a:pt x="6523" y="13247"/>
                      <a:pt x="7247" y="13234"/>
                      <a:pt x="7703" y="13658"/>
                    </a:cubicBezTo>
                    <a:lnTo>
                      <a:pt x="8527" y="14424"/>
                    </a:lnTo>
                    <a:cubicBezTo>
                      <a:pt x="8983" y="14848"/>
                      <a:pt x="8996" y="15544"/>
                      <a:pt x="8555" y="15983"/>
                    </a:cubicBezTo>
                    <a:lnTo>
                      <a:pt x="6161" y="18369"/>
                    </a:lnTo>
                    <a:cubicBezTo>
                      <a:pt x="5721" y="18808"/>
                      <a:pt x="4991" y="18826"/>
                      <a:pt x="4535" y="18403"/>
                    </a:cubicBezTo>
                    <a:lnTo>
                      <a:pt x="3711" y="17637"/>
                    </a:lnTo>
                    <a:cubicBezTo>
                      <a:pt x="3254" y="17213"/>
                      <a:pt x="3249" y="16510"/>
                      <a:pt x="3689" y="16071"/>
                    </a:cubicBezTo>
                    <a:lnTo>
                      <a:pt x="6083" y="13685"/>
                    </a:lnTo>
                    <a:close/>
                    <a:moveTo>
                      <a:pt x="6506" y="14851"/>
                    </a:moveTo>
                    <a:cubicBezTo>
                      <a:pt x="6286" y="15071"/>
                      <a:pt x="6285" y="15419"/>
                      <a:pt x="6514" y="15631"/>
                    </a:cubicBezTo>
                    <a:cubicBezTo>
                      <a:pt x="6742" y="15843"/>
                      <a:pt x="7110" y="15837"/>
                      <a:pt x="7330" y="15617"/>
                    </a:cubicBezTo>
                    <a:cubicBezTo>
                      <a:pt x="7550" y="15398"/>
                      <a:pt x="7544" y="15043"/>
                      <a:pt x="7316" y="14831"/>
                    </a:cubicBezTo>
                    <a:cubicBezTo>
                      <a:pt x="7088" y="14619"/>
                      <a:pt x="6726" y="14632"/>
                      <a:pt x="6506" y="1485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6" name="iṧḻi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F060956-E72F-482C-AC0A-327A81AE359D}"/>
                  </a:ext>
                </a:extLst>
              </p:cNvPr>
              <p:cNvSpPr/>
              <p:nvPr/>
            </p:nvSpPr>
            <p:spPr>
              <a:xfrm>
                <a:off x="8328310" y="944192"/>
                <a:ext cx="580037" cy="3107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6" extrusionOk="0">
                    <a:moveTo>
                      <a:pt x="16536" y="15317"/>
                    </a:moveTo>
                    <a:lnTo>
                      <a:pt x="16511" y="12603"/>
                    </a:lnTo>
                    <a:lnTo>
                      <a:pt x="16510" y="12603"/>
                    </a:lnTo>
                    <a:cubicBezTo>
                      <a:pt x="16510" y="12601"/>
                      <a:pt x="16511" y="12598"/>
                      <a:pt x="16511" y="12596"/>
                    </a:cubicBezTo>
                    <a:cubicBezTo>
                      <a:pt x="16497" y="11097"/>
                      <a:pt x="13851" y="9967"/>
                      <a:pt x="10600" y="10073"/>
                    </a:cubicBezTo>
                    <a:cubicBezTo>
                      <a:pt x="7350" y="10179"/>
                      <a:pt x="4727" y="11481"/>
                      <a:pt x="4741" y="12979"/>
                    </a:cubicBezTo>
                    <a:cubicBezTo>
                      <a:pt x="4741" y="12982"/>
                      <a:pt x="4741" y="12984"/>
                      <a:pt x="4741" y="12986"/>
                    </a:cubicBezTo>
                    <a:lnTo>
                      <a:pt x="4741" y="12986"/>
                    </a:lnTo>
                    <a:lnTo>
                      <a:pt x="4744" y="13374"/>
                    </a:lnTo>
                    <a:lnTo>
                      <a:pt x="0" y="9650"/>
                    </a:lnTo>
                    <a:lnTo>
                      <a:pt x="10506" y="0"/>
                    </a:lnTo>
                    <a:lnTo>
                      <a:pt x="21600" y="11274"/>
                    </a:lnTo>
                    <a:cubicBezTo>
                      <a:pt x="21600" y="11274"/>
                      <a:pt x="16536" y="15317"/>
                      <a:pt x="16536" y="15317"/>
                    </a:cubicBezTo>
                    <a:close/>
                    <a:moveTo>
                      <a:pt x="3433" y="20010"/>
                    </a:moveTo>
                    <a:cubicBezTo>
                      <a:pt x="3441" y="20866"/>
                      <a:pt x="3096" y="21572"/>
                      <a:pt x="2663" y="21586"/>
                    </a:cubicBezTo>
                    <a:cubicBezTo>
                      <a:pt x="2229" y="21600"/>
                      <a:pt x="1871" y="20917"/>
                      <a:pt x="1863" y="20061"/>
                    </a:cubicBezTo>
                    <a:cubicBezTo>
                      <a:pt x="1858" y="19488"/>
                      <a:pt x="2012" y="18988"/>
                      <a:pt x="2243" y="18712"/>
                    </a:cubicBezTo>
                    <a:lnTo>
                      <a:pt x="2180" y="11901"/>
                    </a:lnTo>
                    <a:lnTo>
                      <a:pt x="2970" y="12521"/>
                    </a:lnTo>
                    <a:lnTo>
                      <a:pt x="3028" y="18686"/>
                    </a:lnTo>
                    <a:cubicBezTo>
                      <a:pt x="3264" y="18947"/>
                      <a:pt x="3427" y="19437"/>
                      <a:pt x="3433" y="20010"/>
                    </a:cubicBezTo>
                    <a:close/>
                    <a:moveTo>
                      <a:pt x="15799" y="20383"/>
                    </a:moveTo>
                    <a:lnTo>
                      <a:pt x="15729" y="12978"/>
                    </a:lnTo>
                    <a:cubicBezTo>
                      <a:pt x="15274" y="12403"/>
                      <a:pt x="13503" y="11530"/>
                      <a:pt x="10615" y="11624"/>
                    </a:cubicBezTo>
                    <a:cubicBezTo>
                      <a:pt x="7726" y="11718"/>
                      <a:pt x="5972" y="12706"/>
                      <a:pt x="5529" y="13310"/>
                    </a:cubicBezTo>
                    <a:lnTo>
                      <a:pt x="5598" y="20715"/>
                    </a:lnTo>
                    <a:cubicBezTo>
                      <a:pt x="5598" y="20715"/>
                      <a:pt x="15799" y="20383"/>
                      <a:pt x="15799" y="2038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7" name="iṣḻï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6FF6EEC2-5E29-4C1E-9333-A696BDEF9AD4}"/>
                  </a:ext>
                </a:extLst>
              </p:cNvPr>
              <p:cNvSpPr/>
              <p:nvPr/>
            </p:nvSpPr>
            <p:spPr>
              <a:xfrm>
                <a:off x="10952281" y="539857"/>
                <a:ext cx="493484" cy="4727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5" h="21600" extrusionOk="0">
                    <a:moveTo>
                      <a:pt x="8914" y="18801"/>
                    </a:moveTo>
                    <a:lnTo>
                      <a:pt x="4785" y="21600"/>
                    </a:lnTo>
                    <a:lnTo>
                      <a:pt x="4816" y="16426"/>
                    </a:lnTo>
                    <a:cubicBezTo>
                      <a:pt x="4816" y="16426"/>
                      <a:pt x="8914" y="18801"/>
                      <a:pt x="8914" y="18801"/>
                    </a:cubicBezTo>
                    <a:close/>
                    <a:moveTo>
                      <a:pt x="13648" y="9886"/>
                    </a:moveTo>
                    <a:cubicBezTo>
                      <a:pt x="14256" y="10473"/>
                      <a:pt x="14710" y="11017"/>
                      <a:pt x="14897" y="11332"/>
                    </a:cubicBezTo>
                    <a:cubicBezTo>
                      <a:pt x="15850" y="10515"/>
                      <a:pt x="17245" y="10354"/>
                      <a:pt x="18616" y="11148"/>
                    </a:cubicBezTo>
                    <a:cubicBezTo>
                      <a:pt x="20411" y="12189"/>
                      <a:pt x="21595" y="16528"/>
                      <a:pt x="21595" y="16528"/>
                    </a:cubicBezTo>
                    <a:cubicBezTo>
                      <a:pt x="21595" y="16528"/>
                      <a:pt x="21592" y="16527"/>
                      <a:pt x="21588" y="16526"/>
                    </a:cubicBezTo>
                    <a:cubicBezTo>
                      <a:pt x="21592" y="16529"/>
                      <a:pt x="21593" y="16531"/>
                      <a:pt x="21593" y="16531"/>
                    </a:cubicBezTo>
                    <a:cubicBezTo>
                      <a:pt x="21593" y="16531"/>
                      <a:pt x="17444" y="17785"/>
                      <a:pt x="15649" y="16745"/>
                    </a:cubicBezTo>
                    <a:cubicBezTo>
                      <a:pt x="14292" y="15958"/>
                      <a:pt x="13682" y="14654"/>
                      <a:pt x="13824" y="13387"/>
                    </a:cubicBezTo>
                    <a:cubicBezTo>
                      <a:pt x="13475" y="13392"/>
                      <a:pt x="12782" y="13278"/>
                      <a:pt x="11970" y="13046"/>
                    </a:cubicBezTo>
                    <a:lnTo>
                      <a:pt x="9286" y="18101"/>
                    </a:lnTo>
                    <a:lnTo>
                      <a:pt x="5188" y="15725"/>
                    </a:lnTo>
                    <a:lnTo>
                      <a:pt x="7746" y="10909"/>
                    </a:lnTo>
                    <a:cubicBezTo>
                      <a:pt x="5611" y="9358"/>
                      <a:pt x="2500" y="6818"/>
                      <a:pt x="1282" y="5700"/>
                    </a:cubicBezTo>
                    <a:cubicBezTo>
                      <a:pt x="139" y="4651"/>
                      <a:pt x="14" y="4208"/>
                      <a:pt x="8" y="4074"/>
                    </a:cubicBezTo>
                    <a:cubicBezTo>
                      <a:pt x="-5" y="4066"/>
                      <a:pt x="-1" y="4060"/>
                      <a:pt x="9" y="4052"/>
                    </a:cubicBezTo>
                    <a:cubicBezTo>
                      <a:pt x="10" y="4035"/>
                      <a:pt x="13" y="4026"/>
                      <a:pt x="13" y="4026"/>
                    </a:cubicBezTo>
                    <a:cubicBezTo>
                      <a:pt x="143" y="3970"/>
                      <a:pt x="568" y="3846"/>
                      <a:pt x="2025" y="4303"/>
                    </a:cubicBezTo>
                    <a:cubicBezTo>
                      <a:pt x="3577" y="4790"/>
                      <a:pt x="7287" y="6203"/>
                      <a:pt x="9677" y="7273"/>
                    </a:cubicBezTo>
                    <a:lnTo>
                      <a:pt x="11818" y="3240"/>
                    </a:lnTo>
                    <a:lnTo>
                      <a:pt x="15917" y="5613"/>
                    </a:lnTo>
                    <a:cubicBezTo>
                      <a:pt x="15917" y="5613"/>
                      <a:pt x="13648" y="9886"/>
                      <a:pt x="13648" y="9886"/>
                    </a:cubicBezTo>
                    <a:close/>
                    <a:moveTo>
                      <a:pt x="12197" y="2525"/>
                    </a:moveTo>
                    <a:lnTo>
                      <a:pt x="13538" y="0"/>
                    </a:lnTo>
                    <a:lnTo>
                      <a:pt x="17637" y="2372"/>
                    </a:lnTo>
                    <a:lnTo>
                      <a:pt x="16296" y="4898"/>
                    </a:lnTo>
                    <a:cubicBezTo>
                      <a:pt x="16296" y="4898"/>
                      <a:pt x="12197" y="2525"/>
                      <a:pt x="12197" y="2525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8" name="îSļî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B792FCE-9E9D-4D81-8FA3-3468E8BF4810}"/>
                  </a:ext>
                </a:extLst>
              </p:cNvPr>
              <p:cNvSpPr/>
              <p:nvPr/>
            </p:nvSpPr>
            <p:spPr>
              <a:xfrm>
                <a:off x="7998336" y="934257"/>
                <a:ext cx="238802" cy="2555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9" name="ïṧľî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11BECE35-7D60-4A38-A29A-D5AB3BE89A2F}"/>
                  </a:ext>
                </a:extLst>
              </p:cNvPr>
              <p:cNvSpPr/>
              <p:nvPr/>
            </p:nvSpPr>
            <p:spPr>
              <a:xfrm>
                <a:off x="9930314" y="1379669"/>
                <a:ext cx="192944" cy="2064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0" name="iš1i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2F35ABF-76EB-40F9-B301-BDC54F720D1C}"/>
                  </a:ext>
                </a:extLst>
              </p:cNvPr>
              <p:cNvSpPr/>
              <p:nvPr/>
            </p:nvSpPr>
            <p:spPr>
              <a:xfrm>
                <a:off x="12031918" y="341727"/>
                <a:ext cx="223406" cy="3546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5" h="21600" extrusionOk="0">
                    <a:moveTo>
                      <a:pt x="0" y="938"/>
                    </a:moveTo>
                    <a:lnTo>
                      <a:pt x="6284" y="11455"/>
                    </a:lnTo>
                    <a:lnTo>
                      <a:pt x="10032" y="10516"/>
                    </a:lnTo>
                    <a:lnTo>
                      <a:pt x="6771" y="5067"/>
                    </a:lnTo>
                    <a:cubicBezTo>
                      <a:pt x="7276" y="5103"/>
                      <a:pt x="7799" y="5064"/>
                      <a:pt x="8290" y="4918"/>
                    </a:cubicBezTo>
                    <a:cubicBezTo>
                      <a:pt x="9265" y="4628"/>
                      <a:pt x="9902" y="4019"/>
                      <a:pt x="10109" y="3335"/>
                    </a:cubicBezTo>
                    <a:cubicBezTo>
                      <a:pt x="10127" y="3275"/>
                      <a:pt x="10142" y="3214"/>
                      <a:pt x="10154" y="3153"/>
                    </a:cubicBezTo>
                    <a:cubicBezTo>
                      <a:pt x="11859" y="3250"/>
                      <a:pt x="13418" y="3571"/>
                      <a:pt x="14738" y="4133"/>
                    </a:cubicBezTo>
                    <a:cubicBezTo>
                      <a:pt x="16916" y="5061"/>
                      <a:pt x="18325" y="6560"/>
                      <a:pt x="18814" y="8470"/>
                    </a:cubicBezTo>
                    <a:cubicBezTo>
                      <a:pt x="19575" y="11446"/>
                      <a:pt x="17428" y="14404"/>
                      <a:pt x="13562" y="15911"/>
                    </a:cubicBezTo>
                    <a:lnTo>
                      <a:pt x="12515" y="14314"/>
                    </a:lnTo>
                    <a:lnTo>
                      <a:pt x="15137" y="13594"/>
                    </a:lnTo>
                    <a:lnTo>
                      <a:pt x="14615" y="12797"/>
                    </a:lnTo>
                    <a:lnTo>
                      <a:pt x="5054" y="15424"/>
                    </a:lnTo>
                    <a:lnTo>
                      <a:pt x="5577" y="16221"/>
                    </a:lnTo>
                    <a:lnTo>
                      <a:pt x="8203" y="15499"/>
                    </a:lnTo>
                    <a:lnTo>
                      <a:pt x="9904" y="18094"/>
                    </a:lnTo>
                    <a:lnTo>
                      <a:pt x="4408" y="19605"/>
                    </a:lnTo>
                    <a:lnTo>
                      <a:pt x="5716" y="21600"/>
                    </a:lnTo>
                    <a:lnTo>
                      <a:pt x="21015" y="17395"/>
                    </a:lnTo>
                    <a:lnTo>
                      <a:pt x="19707" y="15399"/>
                    </a:lnTo>
                    <a:lnTo>
                      <a:pt x="15876" y="16453"/>
                    </a:lnTo>
                    <a:cubicBezTo>
                      <a:pt x="19603" y="14559"/>
                      <a:pt x="21600" y="11416"/>
                      <a:pt x="20792" y="8258"/>
                    </a:cubicBezTo>
                    <a:cubicBezTo>
                      <a:pt x="20210" y="5981"/>
                      <a:pt x="18497" y="4180"/>
                      <a:pt x="15839" y="3048"/>
                    </a:cubicBezTo>
                    <a:cubicBezTo>
                      <a:pt x="14076" y="2297"/>
                      <a:pt x="11998" y="1893"/>
                      <a:pt x="9725" y="1829"/>
                    </a:cubicBezTo>
                    <a:cubicBezTo>
                      <a:pt x="8880" y="999"/>
                      <a:pt x="7217" y="649"/>
                      <a:pt x="5755" y="1051"/>
                    </a:cubicBezTo>
                    <a:cubicBezTo>
                      <a:pt x="5329" y="1168"/>
                      <a:pt x="4967" y="1337"/>
                      <a:pt x="4668" y="1543"/>
                    </a:cubicBezTo>
                    <a:lnTo>
                      <a:pt x="3742" y="0"/>
                    </a:lnTo>
                    <a:lnTo>
                      <a:pt x="0" y="938"/>
                    </a:lnTo>
                    <a:close/>
                    <a:moveTo>
                      <a:pt x="6539" y="2246"/>
                    </a:moveTo>
                    <a:cubicBezTo>
                      <a:pt x="7096" y="2088"/>
                      <a:pt x="7748" y="2205"/>
                      <a:pt x="8082" y="2533"/>
                    </a:cubicBezTo>
                    <a:cubicBezTo>
                      <a:pt x="8426" y="2872"/>
                      <a:pt x="8318" y="3324"/>
                      <a:pt x="7835" y="3581"/>
                    </a:cubicBezTo>
                    <a:cubicBezTo>
                      <a:pt x="7738" y="3636"/>
                      <a:pt x="7630" y="3685"/>
                      <a:pt x="7504" y="3719"/>
                    </a:cubicBezTo>
                    <a:cubicBezTo>
                      <a:pt x="6877" y="3892"/>
                      <a:pt x="6149" y="3701"/>
                      <a:pt x="5884" y="3295"/>
                    </a:cubicBezTo>
                    <a:cubicBezTo>
                      <a:pt x="5620" y="2890"/>
                      <a:pt x="5916" y="2423"/>
                      <a:pt x="6539" y="22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1" name="ïṣḷ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BA20FDE-37D3-421F-8052-65455D9015FD}"/>
                  </a:ext>
                </a:extLst>
              </p:cNvPr>
              <p:cNvSpPr/>
              <p:nvPr/>
            </p:nvSpPr>
            <p:spPr>
              <a:xfrm>
                <a:off x="3109623" y="1509243"/>
                <a:ext cx="351414" cy="2490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2" name="iSḷî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2824965-7D04-4A91-94F8-4E0984D52D6D}"/>
                  </a:ext>
                </a:extLst>
              </p:cNvPr>
              <p:cNvSpPr/>
              <p:nvPr/>
            </p:nvSpPr>
            <p:spPr>
              <a:xfrm>
                <a:off x="4040199" y="1706069"/>
                <a:ext cx="352452" cy="3662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67" h="21369" extrusionOk="0">
                    <a:moveTo>
                      <a:pt x="9892" y="341"/>
                    </a:moveTo>
                    <a:cubicBezTo>
                      <a:pt x="10333" y="-98"/>
                      <a:pt x="11063" y="-117"/>
                      <a:pt x="11519" y="307"/>
                    </a:cubicBezTo>
                    <a:lnTo>
                      <a:pt x="21020" y="9136"/>
                    </a:lnTo>
                    <a:cubicBezTo>
                      <a:pt x="21476" y="9561"/>
                      <a:pt x="21482" y="10263"/>
                      <a:pt x="21042" y="10702"/>
                    </a:cubicBezTo>
                    <a:lnTo>
                      <a:pt x="10676" y="21032"/>
                    </a:lnTo>
                    <a:cubicBezTo>
                      <a:pt x="10236" y="21471"/>
                      <a:pt x="9512" y="21483"/>
                      <a:pt x="9056" y="21059"/>
                    </a:cubicBezTo>
                    <a:lnTo>
                      <a:pt x="6577" y="18755"/>
                    </a:lnTo>
                    <a:lnTo>
                      <a:pt x="9366" y="15976"/>
                    </a:lnTo>
                    <a:cubicBezTo>
                      <a:pt x="9806" y="15537"/>
                      <a:pt x="9793" y="14841"/>
                      <a:pt x="9337" y="14417"/>
                    </a:cubicBezTo>
                    <a:lnTo>
                      <a:pt x="7682" y="12879"/>
                    </a:lnTo>
                    <a:cubicBezTo>
                      <a:pt x="7226" y="12455"/>
                      <a:pt x="6503" y="12467"/>
                      <a:pt x="6062" y="12906"/>
                    </a:cubicBezTo>
                    <a:lnTo>
                      <a:pt x="3274" y="15685"/>
                    </a:lnTo>
                    <a:lnTo>
                      <a:pt x="1210" y="13767"/>
                    </a:lnTo>
                    <a:cubicBezTo>
                      <a:pt x="754" y="13343"/>
                      <a:pt x="734" y="12641"/>
                      <a:pt x="1175" y="12202"/>
                    </a:cubicBezTo>
                    <a:lnTo>
                      <a:pt x="351" y="11436"/>
                    </a:lnTo>
                    <a:cubicBezTo>
                      <a:pt x="-105" y="11012"/>
                      <a:pt x="-118" y="10316"/>
                      <a:pt x="322" y="9877"/>
                    </a:cubicBezTo>
                    <a:lnTo>
                      <a:pt x="9892" y="341"/>
                    </a:lnTo>
                    <a:close/>
                    <a:moveTo>
                      <a:pt x="10322" y="1500"/>
                    </a:moveTo>
                    <a:lnTo>
                      <a:pt x="1949" y="9844"/>
                    </a:lnTo>
                    <a:cubicBezTo>
                      <a:pt x="1949" y="9844"/>
                      <a:pt x="1145" y="10641"/>
                      <a:pt x="1971" y="11409"/>
                    </a:cubicBezTo>
                    <a:lnTo>
                      <a:pt x="11146" y="2266"/>
                    </a:lnTo>
                    <a:cubicBezTo>
                      <a:pt x="11366" y="2046"/>
                      <a:pt x="11360" y="1705"/>
                      <a:pt x="11132" y="1492"/>
                    </a:cubicBezTo>
                    <a:cubicBezTo>
                      <a:pt x="10904" y="1281"/>
                      <a:pt x="10542" y="1280"/>
                      <a:pt x="10322" y="1500"/>
                    </a:cubicBezTo>
                    <a:close/>
                    <a:moveTo>
                      <a:pt x="6083" y="13685"/>
                    </a:moveTo>
                    <a:cubicBezTo>
                      <a:pt x="6523" y="13247"/>
                      <a:pt x="7247" y="13234"/>
                      <a:pt x="7703" y="13658"/>
                    </a:cubicBezTo>
                    <a:lnTo>
                      <a:pt x="8527" y="14424"/>
                    </a:lnTo>
                    <a:cubicBezTo>
                      <a:pt x="8983" y="14848"/>
                      <a:pt x="8996" y="15544"/>
                      <a:pt x="8555" y="15983"/>
                    </a:cubicBezTo>
                    <a:lnTo>
                      <a:pt x="6161" y="18369"/>
                    </a:lnTo>
                    <a:cubicBezTo>
                      <a:pt x="5721" y="18808"/>
                      <a:pt x="4991" y="18826"/>
                      <a:pt x="4535" y="18403"/>
                    </a:cubicBezTo>
                    <a:lnTo>
                      <a:pt x="3711" y="17637"/>
                    </a:lnTo>
                    <a:cubicBezTo>
                      <a:pt x="3254" y="17213"/>
                      <a:pt x="3249" y="16510"/>
                      <a:pt x="3689" y="16071"/>
                    </a:cubicBezTo>
                    <a:lnTo>
                      <a:pt x="6083" y="13685"/>
                    </a:lnTo>
                    <a:close/>
                    <a:moveTo>
                      <a:pt x="6506" y="14851"/>
                    </a:moveTo>
                    <a:cubicBezTo>
                      <a:pt x="6286" y="15071"/>
                      <a:pt x="6285" y="15419"/>
                      <a:pt x="6514" y="15631"/>
                    </a:cubicBezTo>
                    <a:cubicBezTo>
                      <a:pt x="6742" y="15843"/>
                      <a:pt x="7110" y="15837"/>
                      <a:pt x="7330" y="15617"/>
                    </a:cubicBezTo>
                    <a:cubicBezTo>
                      <a:pt x="7550" y="15398"/>
                      <a:pt x="7544" y="15043"/>
                      <a:pt x="7316" y="14831"/>
                    </a:cubicBezTo>
                    <a:cubicBezTo>
                      <a:pt x="7088" y="14619"/>
                      <a:pt x="6726" y="14632"/>
                      <a:pt x="6506" y="14851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3" name="íṡľî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5A82E220-498F-4AEC-AE83-7B063F22B91B}"/>
                  </a:ext>
                </a:extLst>
              </p:cNvPr>
              <p:cNvSpPr/>
              <p:nvPr/>
            </p:nvSpPr>
            <p:spPr>
              <a:xfrm>
                <a:off x="10489820" y="917756"/>
                <a:ext cx="432471" cy="2609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1" h="21289" extrusionOk="0">
                    <a:moveTo>
                      <a:pt x="5099" y="1723"/>
                    </a:moveTo>
                    <a:lnTo>
                      <a:pt x="3700" y="16273"/>
                    </a:lnTo>
                    <a:lnTo>
                      <a:pt x="16313" y="19565"/>
                    </a:lnTo>
                    <a:lnTo>
                      <a:pt x="17712" y="5015"/>
                    </a:lnTo>
                    <a:cubicBezTo>
                      <a:pt x="17712" y="5015"/>
                      <a:pt x="5099" y="1723"/>
                      <a:pt x="5099" y="1723"/>
                    </a:cubicBezTo>
                    <a:close/>
                    <a:moveTo>
                      <a:pt x="2757" y="5906"/>
                    </a:moveTo>
                    <a:lnTo>
                      <a:pt x="2258" y="11102"/>
                    </a:lnTo>
                    <a:cubicBezTo>
                      <a:pt x="2230" y="11390"/>
                      <a:pt x="2349" y="11659"/>
                      <a:pt x="2523" y="11704"/>
                    </a:cubicBezTo>
                    <a:cubicBezTo>
                      <a:pt x="2697" y="11750"/>
                      <a:pt x="2861" y="11554"/>
                      <a:pt x="2889" y="11267"/>
                    </a:cubicBezTo>
                    <a:lnTo>
                      <a:pt x="3388" y="6071"/>
                    </a:lnTo>
                    <a:cubicBezTo>
                      <a:pt x="3416" y="5784"/>
                      <a:pt x="3297" y="5514"/>
                      <a:pt x="3123" y="5469"/>
                    </a:cubicBezTo>
                    <a:cubicBezTo>
                      <a:pt x="2949" y="5423"/>
                      <a:pt x="2785" y="5619"/>
                      <a:pt x="2757" y="5906"/>
                    </a:cubicBezTo>
                    <a:close/>
                    <a:moveTo>
                      <a:pt x="19585" y="12429"/>
                    </a:moveTo>
                    <a:cubicBezTo>
                      <a:pt x="19668" y="11568"/>
                      <a:pt x="19311" y="10759"/>
                      <a:pt x="18789" y="10623"/>
                    </a:cubicBezTo>
                    <a:cubicBezTo>
                      <a:pt x="18266" y="10487"/>
                      <a:pt x="17776" y="11074"/>
                      <a:pt x="17693" y="11935"/>
                    </a:cubicBezTo>
                    <a:cubicBezTo>
                      <a:pt x="17610" y="12796"/>
                      <a:pt x="17967" y="13604"/>
                      <a:pt x="18489" y="13741"/>
                    </a:cubicBezTo>
                    <a:cubicBezTo>
                      <a:pt x="19012" y="13877"/>
                      <a:pt x="19502" y="13289"/>
                      <a:pt x="19585" y="12429"/>
                    </a:cubicBezTo>
                    <a:close/>
                    <a:moveTo>
                      <a:pt x="21396" y="7042"/>
                    </a:moveTo>
                    <a:lnTo>
                      <a:pt x="20197" y="19513"/>
                    </a:lnTo>
                    <a:cubicBezTo>
                      <a:pt x="20087" y="20661"/>
                      <a:pt x="19433" y="21444"/>
                      <a:pt x="18736" y="21262"/>
                    </a:cubicBezTo>
                    <a:lnTo>
                      <a:pt x="1078" y="16653"/>
                    </a:lnTo>
                    <a:cubicBezTo>
                      <a:pt x="381" y="16472"/>
                      <a:pt x="-94" y="15394"/>
                      <a:pt x="16" y="14246"/>
                    </a:cubicBezTo>
                    <a:lnTo>
                      <a:pt x="1215" y="1775"/>
                    </a:lnTo>
                    <a:cubicBezTo>
                      <a:pt x="1325" y="627"/>
                      <a:pt x="1979" y="-156"/>
                      <a:pt x="2676" y="26"/>
                    </a:cubicBezTo>
                    <a:lnTo>
                      <a:pt x="20334" y="4635"/>
                    </a:lnTo>
                    <a:cubicBezTo>
                      <a:pt x="21031" y="4816"/>
                      <a:pt x="21506" y="5894"/>
                      <a:pt x="21396" y="7042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4" name="íśļi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F4614D5-FA77-4D43-9E59-1C339CC7FDC2}"/>
                  </a:ext>
                </a:extLst>
              </p:cNvPr>
              <p:cNvSpPr/>
              <p:nvPr/>
            </p:nvSpPr>
            <p:spPr>
              <a:xfrm>
                <a:off x="5516736" y="1190795"/>
                <a:ext cx="290770" cy="267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391" h="21254" extrusionOk="0">
                    <a:moveTo>
                      <a:pt x="14806" y="20802"/>
                    </a:moveTo>
                    <a:cubicBezTo>
                      <a:pt x="16771" y="20078"/>
                      <a:pt x="18497" y="18506"/>
                      <a:pt x="19509" y="16252"/>
                    </a:cubicBezTo>
                    <a:cubicBezTo>
                      <a:pt x="21534" y="11744"/>
                      <a:pt x="19954" y="6226"/>
                      <a:pt x="15980" y="3929"/>
                    </a:cubicBezTo>
                    <a:cubicBezTo>
                      <a:pt x="12750" y="2062"/>
                      <a:pt x="8929" y="2896"/>
                      <a:pt x="6525" y="5695"/>
                    </a:cubicBezTo>
                    <a:cubicBezTo>
                      <a:pt x="6494" y="5619"/>
                      <a:pt x="6446" y="5549"/>
                      <a:pt x="6387" y="5489"/>
                    </a:cubicBezTo>
                    <a:lnTo>
                      <a:pt x="1181" y="167"/>
                    </a:lnTo>
                    <a:cubicBezTo>
                      <a:pt x="946" y="-73"/>
                      <a:pt x="582" y="-53"/>
                      <a:pt x="370" y="214"/>
                    </a:cubicBezTo>
                    <a:lnTo>
                      <a:pt x="146" y="499"/>
                    </a:lnTo>
                    <a:cubicBezTo>
                      <a:pt x="-66" y="765"/>
                      <a:pt x="-44" y="1177"/>
                      <a:pt x="192" y="1417"/>
                    </a:cubicBezTo>
                    <a:lnTo>
                      <a:pt x="5396" y="6733"/>
                    </a:lnTo>
                    <a:cubicBezTo>
                      <a:pt x="5480" y="6818"/>
                      <a:pt x="5581" y="6859"/>
                      <a:pt x="5685" y="6879"/>
                    </a:cubicBezTo>
                    <a:cubicBezTo>
                      <a:pt x="5480" y="7214"/>
                      <a:pt x="5286" y="7560"/>
                      <a:pt x="5118" y="7933"/>
                    </a:cubicBezTo>
                    <a:cubicBezTo>
                      <a:pt x="3093" y="12441"/>
                      <a:pt x="4673" y="17959"/>
                      <a:pt x="8647" y="20256"/>
                    </a:cubicBezTo>
                    <a:cubicBezTo>
                      <a:pt x="10634" y="21405"/>
                      <a:pt x="12840" y="21527"/>
                      <a:pt x="14806" y="20802"/>
                    </a:cubicBezTo>
                    <a:close/>
                    <a:moveTo>
                      <a:pt x="14414" y="19435"/>
                    </a:moveTo>
                    <a:cubicBezTo>
                      <a:pt x="12758" y="20045"/>
                      <a:pt x="10896" y="19937"/>
                      <a:pt x="9221" y="18969"/>
                    </a:cubicBezTo>
                    <a:cubicBezTo>
                      <a:pt x="5873" y="17034"/>
                      <a:pt x="4542" y="12385"/>
                      <a:pt x="6248" y="8586"/>
                    </a:cubicBezTo>
                    <a:cubicBezTo>
                      <a:pt x="7954" y="4788"/>
                      <a:pt x="12052" y="3277"/>
                      <a:pt x="15400" y="5212"/>
                    </a:cubicBezTo>
                    <a:cubicBezTo>
                      <a:pt x="18748" y="7148"/>
                      <a:pt x="20080" y="11797"/>
                      <a:pt x="18374" y="15596"/>
                    </a:cubicBezTo>
                    <a:cubicBezTo>
                      <a:pt x="17521" y="17495"/>
                      <a:pt x="16070" y="18824"/>
                      <a:pt x="14414" y="19435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5" name="ïṩḷî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6B841DAE-6C3F-436E-9785-AD06A9D29874}"/>
                  </a:ext>
                </a:extLst>
              </p:cNvPr>
              <p:cNvSpPr/>
              <p:nvPr/>
            </p:nvSpPr>
            <p:spPr>
              <a:xfrm>
                <a:off x="11837718" y="542647"/>
                <a:ext cx="191587" cy="2213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6" name="ïšlï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60E0EE6-6048-4BB8-905C-1298E41C446F}"/>
                  </a:ext>
                </a:extLst>
              </p:cNvPr>
              <p:cNvSpPr/>
              <p:nvPr/>
            </p:nvSpPr>
            <p:spPr>
              <a:xfrm>
                <a:off x="8061681" y="1271231"/>
                <a:ext cx="225712" cy="2532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57" h="21254" extrusionOk="0">
                    <a:moveTo>
                      <a:pt x="8090" y="6610"/>
                    </a:moveTo>
                    <a:lnTo>
                      <a:pt x="8090" y="3934"/>
                    </a:lnTo>
                    <a:lnTo>
                      <a:pt x="19378" y="1852"/>
                    </a:lnTo>
                    <a:lnTo>
                      <a:pt x="19378" y="4528"/>
                    </a:lnTo>
                    <a:cubicBezTo>
                      <a:pt x="19378" y="4528"/>
                      <a:pt x="8090" y="6610"/>
                      <a:pt x="8090" y="6610"/>
                    </a:cubicBezTo>
                    <a:close/>
                    <a:moveTo>
                      <a:pt x="21057" y="0"/>
                    </a:moveTo>
                    <a:lnTo>
                      <a:pt x="6411" y="2701"/>
                    </a:lnTo>
                    <a:lnTo>
                      <a:pt x="6411" y="15495"/>
                    </a:lnTo>
                    <a:cubicBezTo>
                      <a:pt x="5363" y="15254"/>
                      <a:pt x="3972" y="15448"/>
                      <a:pt x="2666" y="16104"/>
                    </a:cubicBezTo>
                    <a:cubicBezTo>
                      <a:pt x="567" y="17160"/>
                      <a:pt x="-518" y="19009"/>
                      <a:pt x="244" y="20236"/>
                    </a:cubicBezTo>
                    <a:cubicBezTo>
                      <a:pt x="1005" y="21462"/>
                      <a:pt x="3325" y="21600"/>
                      <a:pt x="5425" y="20544"/>
                    </a:cubicBezTo>
                    <a:cubicBezTo>
                      <a:pt x="7005" y="19749"/>
                      <a:pt x="8010" y="18505"/>
                      <a:pt x="8085" y="17416"/>
                    </a:cubicBezTo>
                    <a:lnTo>
                      <a:pt x="8090" y="17416"/>
                    </a:lnTo>
                    <a:lnTo>
                      <a:pt x="8090" y="8152"/>
                    </a:lnTo>
                    <a:lnTo>
                      <a:pt x="19378" y="6070"/>
                    </a:lnTo>
                    <a:lnTo>
                      <a:pt x="19378" y="10758"/>
                    </a:lnTo>
                    <a:cubicBezTo>
                      <a:pt x="18330" y="10518"/>
                      <a:pt x="16941" y="10712"/>
                      <a:pt x="15636" y="11368"/>
                    </a:cubicBezTo>
                    <a:cubicBezTo>
                      <a:pt x="13536" y="12424"/>
                      <a:pt x="12452" y="14273"/>
                      <a:pt x="13213" y="15499"/>
                    </a:cubicBezTo>
                    <a:cubicBezTo>
                      <a:pt x="13975" y="16725"/>
                      <a:pt x="16295" y="16863"/>
                      <a:pt x="18395" y="15807"/>
                    </a:cubicBezTo>
                    <a:cubicBezTo>
                      <a:pt x="20060" y="14970"/>
                      <a:pt x="21082" y="13635"/>
                      <a:pt x="21056" y="12506"/>
                    </a:cubicBezTo>
                    <a:lnTo>
                      <a:pt x="21057" y="12506"/>
                    </a:lnTo>
                    <a:cubicBezTo>
                      <a:pt x="21057" y="12506"/>
                      <a:pt x="21057" y="0"/>
                      <a:pt x="21057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7" name="ísľi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ECA95A9-DFE2-46F9-8624-3AA4D2945683}"/>
                  </a:ext>
                </a:extLst>
              </p:cNvPr>
              <p:cNvSpPr/>
              <p:nvPr/>
            </p:nvSpPr>
            <p:spPr>
              <a:xfrm>
                <a:off x="1541795" y="735579"/>
                <a:ext cx="311373" cy="220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8" name="i$ļi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D544AE3-CBC2-4C7F-A10E-584B2C4F013B}"/>
                  </a:ext>
                </a:extLst>
              </p:cNvPr>
              <p:cNvSpPr/>
              <p:nvPr/>
            </p:nvSpPr>
            <p:spPr>
              <a:xfrm>
                <a:off x="10683840" y="620305"/>
                <a:ext cx="238452" cy="263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9" name="ïṣľi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6495D1D6-91A5-4474-83DA-6DFFE34D7354}"/>
                  </a:ext>
                </a:extLst>
              </p:cNvPr>
              <p:cNvSpPr/>
              <p:nvPr/>
            </p:nvSpPr>
            <p:spPr>
              <a:xfrm>
                <a:off x="2513005" y="1142280"/>
                <a:ext cx="365926" cy="239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0" y="15429"/>
                    </a:moveTo>
                    <a:lnTo>
                      <a:pt x="2700" y="15429"/>
                    </a:lnTo>
                    <a:lnTo>
                      <a:pt x="2700" y="2057"/>
                    </a:lnTo>
                    <a:lnTo>
                      <a:pt x="18900" y="2057"/>
                    </a:lnTo>
                    <a:cubicBezTo>
                      <a:pt x="18900" y="2057"/>
                      <a:pt x="18900" y="15429"/>
                      <a:pt x="18900" y="15429"/>
                    </a:cubicBezTo>
                    <a:close/>
                    <a:moveTo>
                      <a:pt x="18900" y="0"/>
                    </a:moveTo>
                    <a:lnTo>
                      <a:pt x="2700" y="0"/>
                    </a:lnTo>
                    <a:cubicBezTo>
                      <a:pt x="1954" y="0"/>
                      <a:pt x="1350" y="922"/>
                      <a:pt x="1350" y="2057"/>
                    </a:cubicBezTo>
                    <a:cubicBezTo>
                      <a:pt x="1350" y="2057"/>
                      <a:pt x="1350" y="17486"/>
                      <a:pt x="1364" y="17486"/>
                    </a:cubicBezTo>
                    <a:lnTo>
                      <a:pt x="20235" y="17486"/>
                    </a:lnTo>
                    <a:cubicBezTo>
                      <a:pt x="20250" y="17486"/>
                      <a:pt x="20250" y="2057"/>
                      <a:pt x="20250" y="2057"/>
                    </a:cubicBezTo>
                    <a:cubicBezTo>
                      <a:pt x="20250" y="922"/>
                      <a:pt x="19646" y="0"/>
                      <a:pt x="18900" y="0"/>
                    </a:cubicBezTo>
                    <a:close/>
                    <a:moveTo>
                      <a:pt x="20250" y="21600"/>
                    </a:moveTo>
                    <a:lnTo>
                      <a:pt x="1350" y="21600"/>
                    </a:lnTo>
                    <a:cubicBezTo>
                      <a:pt x="604" y="21600"/>
                      <a:pt x="0" y="20679"/>
                      <a:pt x="0" y="19543"/>
                    </a:cubicBezTo>
                    <a:lnTo>
                      <a:pt x="0" y="18514"/>
                    </a:lnTo>
                    <a:lnTo>
                      <a:pt x="8775" y="18514"/>
                    </a:lnTo>
                    <a:lnTo>
                      <a:pt x="8775" y="19543"/>
                    </a:lnTo>
                    <a:lnTo>
                      <a:pt x="12825" y="19543"/>
                    </a:lnTo>
                    <a:lnTo>
                      <a:pt x="12825" y="18514"/>
                    </a:lnTo>
                    <a:lnTo>
                      <a:pt x="21600" y="18514"/>
                    </a:lnTo>
                    <a:lnTo>
                      <a:pt x="21600" y="19543"/>
                    </a:lnTo>
                    <a:cubicBezTo>
                      <a:pt x="21600" y="20679"/>
                      <a:pt x="20995" y="21600"/>
                      <a:pt x="20250" y="21600"/>
                    </a:cubicBezTo>
                    <a:cubicBezTo>
                      <a:pt x="20250" y="21600"/>
                      <a:pt x="20250" y="21600"/>
                      <a:pt x="20250" y="2160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0" name="îŝ1î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D3CEB75-7C67-4B97-B6A6-40A96D8C559C}"/>
                  </a:ext>
                </a:extLst>
              </p:cNvPr>
              <p:cNvSpPr/>
              <p:nvPr/>
            </p:nvSpPr>
            <p:spPr>
              <a:xfrm>
                <a:off x="5741972" y="910068"/>
                <a:ext cx="295631" cy="3272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1" name="îṡ1í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17C8412-ECB6-4E31-9875-3E392D18DF78}"/>
                  </a:ext>
                </a:extLst>
              </p:cNvPr>
              <p:cNvSpPr/>
              <p:nvPr/>
            </p:nvSpPr>
            <p:spPr>
              <a:xfrm>
                <a:off x="3861634" y="2119719"/>
                <a:ext cx="245690" cy="228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4" h="21600" extrusionOk="0">
                    <a:moveTo>
                      <a:pt x="0" y="3459"/>
                    </a:moveTo>
                    <a:lnTo>
                      <a:pt x="1422" y="10208"/>
                    </a:lnTo>
                    <a:cubicBezTo>
                      <a:pt x="1422" y="10208"/>
                      <a:pt x="2469" y="10982"/>
                      <a:pt x="3219" y="10113"/>
                    </a:cubicBezTo>
                    <a:cubicBezTo>
                      <a:pt x="4049" y="9149"/>
                      <a:pt x="6494" y="8518"/>
                      <a:pt x="6992" y="11134"/>
                    </a:cubicBezTo>
                    <a:cubicBezTo>
                      <a:pt x="7491" y="13750"/>
                      <a:pt x="5522" y="14362"/>
                      <a:pt x="4296" y="14027"/>
                    </a:cubicBezTo>
                    <a:cubicBezTo>
                      <a:pt x="3187" y="13725"/>
                      <a:pt x="2357" y="14641"/>
                      <a:pt x="2357" y="14641"/>
                    </a:cubicBezTo>
                    <a:lnTo>
                      <a:pt x="3823" y="21600"/>
                    </a:lnTo>
                    <a:lnTo>
                      <a:pt x="9313" y="20212"/>
                    </a:lnTo>
                    <a:cubicBezTo>
                      <a:pt x="9313" y="20212"/>
                      <a:pt x="9635" y="19276"/>
                      <a:pt x="8958" y="18523"/>
                    </a:cubicBezTo>
                    <a:cubicBezTo>
                      <a:pt x="8134" y="17611"/>
                      <a:pt x="7558" y="15210"/>
                      <a:pt x="10150" y="14555"/>
                    </a:cubicBezTo>
                    <a:cubicBezTo>
                      <a:pt x="12743" y="13899"/>
                      <a:pt x="13216" y="16255"/>
                      <a:pt x="12736" y="17679"/>
                    </a:cubicBezTo>
                    <a:cubicBezTo>
                      <a:pt x="12378" y="18747"/>
                      <a:pt x="13070" y="19262"/>
                      <a:pt x="13070" y="19262"/>
                    </a:cubicBezTo>
                    <a:lnTo>
                      <a:pt x="17693" y="18092"/>
                    </a:lnTo>
                    <a:cubicBezTo>
                      <a:pt x="17693" y="18092"/>
                      <a:pt x="16501" y="13146"/>
                      <a:pt x="16426" y="11786"/>
                    </a:cubicBezTo>
                    <a:cubicBezTo>
                      <a:pt x="16346" y="10328"/>
                      <a:pt x="18026" y="10919"/>
                      <a:pt x="18332" y="11000"/>
                    </a:cubicBezTo>
                    <a:cubicBezTo>
                      <a:pt x="20097" y="11473"/>
                      <a:pt x="21600" y="10153"/>
                      <a:pt x="21079" y="7680"/>
                    </a:cubicBezTo>
                    <a:cubicBezTo>
                      <a:pt x="20558" y="5208"/>
                      <a:pt x="18027" y="5192"/>
                      <a:pt x="17063" y="6452"/>
                    </a:cubicBezTo>
                    <a:cubicBezTo>
                      <a:pt x="16347" y="7388"/>
                      <a:pt x="15661" y="7684"/>
                      <a:pt x="15383" y="7029"/>
                    </a:cubicBezTo>
                    <a:cubicBezTo>
                      <a:pt x="14735" y="5498"/>
                      <a:pt x="13677" y="0"/>
                      <a:pt x="13677" y="0"/>
                    </a:cubicBezTo>
                    <a:lnTo>
                      <a:pt x="9343" y="1096"/>
                    </a:lnTo>
                    <a:cubicBezTo>
                      <a:pt x="9343" y="1096"/>
                      <a:pt x="8732" y="2392"/>
                      <a:pt x="9572" y="3149"/>
                    </a:cubicBezTo>
                    <a:cubicBezTo>
                      <a:pt x="10838" y="4289"/>
                      <a:pt x="10727" y="6525"/>
                      <a:pt x="8669" y="7045"/>
                    </a:cubicBezTo>
                    <a:cubicBezTo>
                      <a:pt x="6612" y="7566"/>
                      <a:pt x="5599" y="5828"/>
                      <a:pt x="6228" y="4123"/>
                    </a:cubicBezTo>
                    <a:cubicBezTo>
                      <a:pt x="6581" y="3168"/>
                      <a:pt x="5664" y="2036"/>
                      <a:pt x="5664" y="2036"/>
                    </a:cubicBezTo>
                    <a:cubicBezTo>
                      <a:pt x="5664" y="2036"/>
                      <a:pt x="0" y="3459"/>
                      <a:pt x="0" y="345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2" name="iṩlï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53E319E-F008-46DA-A26F-25655EC6E5D6}"/>
                  </a:ext>
                </a:extLst>
              </p:cNvPr>
              <p:cNvSpPr/>
              <p:nvPr/>
            </p:nvSpPr>
            <p:spPr>
              <a:xfrm>
                <a:off x="4468947" y="2596937"/>
                <a:ext cx="264634" cy="2646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13" h="20113" extrusionOk="0">
                    <a:moveTo>
                      <a:pt x="8483" y="125"/>
                    </a:moveTo>
                    <a:cubicBezTo>
                      <a:pt x="2996" y="994"/>
                      <a:pt x="-744" y="6142"/>
                      <a:pt x="125" y="11629"/>
                    </a:cubicBezTo>
                    <a:cubicBezTo>
                      <a:pt x="994" y="17116"/>
                      <a:pt x="6142" y="20856"/>
                      <a:pt x="11629" y="19987"/>
                    </a:cubicBezTo>
                    <a:cubicBezTo>
                      <a:pt x="17116" y="19118"/>
                      <a:pt x="20856" y="13970"/>
                      <a:pt x="19987" y="8483"/>
                    </a:cubicBezTo>
                    <a:cubicBezTo>
                      <a:pt x="19118" y="2996"/>
                      <a:pt x="13970" y="-744"/>
                      <a:pt x="8483" y="125"/>
                    </a:cubicBezTo>
                    <a:close/>
                    <a:moveTo>
                      <a:pt x="8760" y="1873"/>
                    </a:moveTo>
                    <a:cubicBezTo>
                      <a:pt x="8956" y="1842"/>
                      <a:pt x="9163" y="1878"/>
                      <a:pt x="9336" y="2004"/>
                    </a:cubicBezTo>
                    <a:cubicBezTo>
                      <a:pt x="9681" y="2255"/>
                      <a:pt x="9758" y="2741"/>
                      <a:pt x="9507" y="3087"/>
                    </a:cubicBezTo>
                    <a:cubicBezTo>
                      <a:pt x="9256" y="3432"/>
                      <a:pt x="8770" y="3509"/>
                      <a:pt x="8424" y="3258"/>
                    </a:cubicBezTo>
                    <a:cubicBezTo>
                      <a:pt x="8079" y="3007"/>
                      <a:pt x="8002" y="2521"/>
                      <a:pt x="8253" y="2175"/>
                    </a:cubicBezTo>
                    <a:cubicBezTo>
                      <a:pt x="8378" y="2002"/>
                      <a:pt x="8564" y="1904"/>
                      <a:pt x="8760" y="1873"/>
                    </a:cubicBezTo>
                    <a:close/>
                    <a:moveTo>
                      <a:pt x="9098" y="4008"/>
                    </a:moveTo>
                    <a:cubicBezTo>
                      <a:pt x="9327" y="3971"/>
                      <a:pt x="9546" y="4130"/>
                      <a:pt x="9582" y="4359"/>
                    </a:cubicBezTo>
                    <a:lnTo>
                      <a:pt x="10314" y="8984"/>
                    </a:lnTo>
                    <a:cubicBezTo>
                      <a:pt x="10465" y="9019"/>
                      <a:pt x="10626" y="8992"/>
                      <a:pt x="10759" y="9088"/>
                    </a:cubicBezTo>
                    <a:cubicBezTo>
                      <a:pt x="10893" y="9186"/>
                      <a:pt x="10931" y="9343"/>
                      <a:pt x="11011" y="9477"/>
                    </a:cubicBezTo>
                    <a:lnTo>
                      <a:pt x="14460" y="8930"/>
                    </a:lnTo>
                    <a:cubicBezTo>
                      <a:pt x="14689" y="8894"/>
                      <a:pt x="14908" y="9053"/>
                      <a:pt x="14944" y="9282"/>
                    </a:cubicBezTo>
                    <a:cubicBezTo>
                      <a:pt x="14980" y="9511"/>
                      <a:pt x="14822" y="9729"/>
                      <a:pt x="14593" y="9766"/>
                    </a:cubicBezTo>
                    <a:lnTo>
                      <a:pt x="11143" y="10312"/>
                    </a:lnTo>
                    <a:cubicBezTo>
                      <a:pt x="11108" y="10464"/>
                      <a:pt x="11121" y="10625"/>
                      <a:pt x="11024" y="10759"/>
                    </a:cubicBezTo>
                    <a:cubicBezTo>
                      <a:pt x="10636" y="11292"/>
                      <a:pt x="9886" y="11411"/>
                      <a:pt x="9353" y="11024"/>
                    </a:cubicBezTo>
                    <a:cubicBezTo>
                      <a:pt x="8820" y="10636"/>
                      <a:pt x="8701" y="9886"/>
                      <a:pt x="9088" y="9353"/>
                    </a:cubicBezTo>
                    <a:cubicBezTo>
                      <a:pt x="9188" y="9215"/>
                      <a:pt x="9357" y="9195"/>
                      <a:pt x="9495" y="9114"/>
                    </a:cubicBezTo>
                    <a:lnTo>
                      <a:pt x="8762" y="4489"/>
                    </a:lnTo>
                    <a:cubicBezTo>
                      <a:pt x="8726" y="4260"/>
                      <a:pt x="8869" y="4044"/>
                      <a:pt x="9098" y="4008"/>
                    </a:cubicBezTo>
                    <a:close/>
                    <a:moveTo>
                      <a:pt x="2495" y="10476"/>
                    </a:moveTo>
                    <a:cubicBezTo>
                      <a:pt x="2691" y="10446"/>
                      <a:pt x="2898" y="10482"/>
                      <a:pt x="3071" y="10607"/>
                    </a:cubicBezTo>
                    <a:cubicBezTo>
                      <a:pt x="3417" y="10859"/>
                      <a:pt x="3494" y="11345"/>
                      <a:pt x="3243" y="11690"/>
                    </a:cubicBezTo>
                    <a:cubicBezTo>
                      <a:pt x="2992" y="12035"/>
                      <a:pt x="2505" y="12113"/>
                      <a:pt x="2160" y="11862"/>
                    </a:cubicBezTo>
                    <a:cubicBezTo>
                      <a:pt x="1814" y="11610"/>
                      <a:pt x="1737" y="11124"/>
                      <a:pt x="1988" y="10779"/>
                    </a:cubicBezTo>
                    <a:cubicBezTo>
                      <a:pt x="2114" y="10606"/>
                      <a:pt x="2300" y="10507"/>
                      <a:pt x="2495" y="10476"/>
                    </a:cubicBezTo>
                    <a:close/>
                    <a:moveTo>
                      <a:pt x="17392" y="8117"/>
                    </a:moveTo>
                    <a:cubicBezTo>
                      <a:pt x="17587" y="8086"/>
                      <a:pt x="17779" y="8125"/>
                      <a:pt x="17952" y="8250"/>
                    </a:cubicBezTo>
                    <a:cubicBezTo>
                      <a:pt x="18298" y="8502"/>
                      <a:pt x="18375" y="8988"/>
                      <a:pt x="18124" y="9333"/>
                    </a:cubicBezTo>
                    <a:cubicBezTo>
                      <a:pt x="17872" y="9678"/>
                      <a:pt x="17402" y="9753"/>
                      <a:pt x="17056" y="9502"/>
                    </a:cubicBezTo>
                    <a:cubicBezTo>
                      <a:pt x="16711" y="9251"/>
                      <a:pt x="16634" y="8765"/>
                      <a:pt x="16885" y="8419"/>
                    </a:cubicBezTo>
                    <a:cubicBezTo>
                      <a:pt x="17010" y="8247"/>
                      <a:pt x="17196" y="8148"/>
                      <a:pt x="17392" y="8117"/>
                    </a:cubicBezTo>
                    <a:close/>
                    <a:moveTo>
                      <a:pt x="11112" y="16723"/>
                    </a:moveTo>
                    <a:cubicBezTo>
                      <a:pt x="11308" y="16692"/>
                      <a:pt x="11515" y="16728"/>
                      <a:pt x="11688" y="16854"/>
                    </a:cubicBezTo>
                    <a:cubicBezTo>
                      <a:pt x="12033" y="17105"/>
                      <a:pt x="12110" y="17591"/>
                      <a:pt x="11859" y="17937"/>
                    </a:cubicBezTo>
                    <a:cubicBezTo>
                      <a:pt x="11608" y="18282"/>
                      <a:pt x="11122" y="18359"/>
                      <a:pt x="10776" y="18108"/>
                    </a:cubicBezTo>
                    <a:cubicBezTo>
                      <a:pt x="10431" y="17857"/>
                      <a:pt x="10354" y="17371"/>
                      <a:pt x="10605" y="17025"/>
                    </a:cubicBezTo>
                    <a:cubicBezTo>
                      <a:pt x="10730" y="16853"/>
                      <a:pt x="10916" y="16754"/>
                      <a:pt x="11112" y="1672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íśḷï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1D515B67-1C95-4B04-AAC9-624CA271F281}"/>
                  </a:ext>
                </a:extLst>
              </p:cNvPr>
              <p:cNvSpPr/>
              <p:nvPr/>
            </p:nvSpPr>
            <p:spPr>
              <a:xfrm>
                <a:off x="1865753" y="798471"/>
                <a:ext cx="248644" cy="2660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4" name="íṧ1i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58D8D34-BD6C-4F8C-B6C8-59E140737587}"/>
                  </a:ext>
                </a:extLst>
              </p:cNvPr>
              <p:cNvSpPr/>
              <p:nvPr/>
            </p:nvSpPr>
            <p:spPr>
              <a:xfrm>
                <a:off x="2645231" y="760943"/>
                <a:ext cx="238451" cy="263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5" name="ïŝli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ACD4B46-668F-4972-B997-1259F79B8BB2}"/>
                  </a:ext>
                </a:extLst>
              </p:cNvPr>
              <p:cNvSpPr/>
              <p:nvPr/>
            </p:nvSpPr>
            <p:spPr>
              <a:xfrm>
                <a:off x="5288806" y="915293"/>
                <a:ext cx="217200" cy="2324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1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6" name="íṧľí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E84944F-E447-4235-AF2D-B1110FE52ABC}"/>
                  </a:ext>
                </a:extLst>
              </p:cNvPr>
              <p:cNvSpPr/>
              <p:nvPr/>
            </p:nvSpPr>
            <p:spPr>
              <a:xfrm>
                <a:off x="9787635" y="862219"/>
                <a:ext cx="191587" cy="221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íšľí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494C7BB-C71B-4530-ACC6-3C14B5FE92E0}"/>
                  </a:ext>
                </a:extLst>
              </p:cNvPr>
              <p:cNvSpPr/>
              <p:nvPr/>
            </p:nvSpPr>
            <p:spPr>
              <a:xfrm>
                <a:off x="6108980" y="892435"/>
                <a:ext cx="192944" cy="20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8" name="íšľi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4B426A8-44DA-4112-B351-6AD7D9FA115D}"/>
                  </a:ext>
                </a:extLst>
              </p:cNvPr>
              <p:cNvSpPr/>
              <p:nvPr/>
            </p:nvSpPr>
            <p:spPr>
              <a:xfrm>
                <a:off x="4798732" y="2917259"/>
                <a:ext cx="192944" cy="2064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9" name="iṥḷî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5D584F98-A627-40F7-B368-8B1B8F092167}"/>
                  </a:ext>
                </a:extLst>
              </p:cNvPr>
              <p:cNvSpPr/>
              <p:nvPr/>
            </p:nvSpPr>
            <p:spPr>
              <a:xfrm>
                <a:off x="3603725" y="803709"/>
                <a:ext cx="311373" cy="220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0" name="iṡļï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939010A-9B61-42EE-AEDE-B29117C5BDDE}"/>
                  </a:ext>
                </a:extLst>
              </p:cNvPr>
              <p:cNvSpPr/>
              <p:nvPr/>
            </p:nvSpPr>
            <p:spPr>
              <a:xfrm>
                <a:off x="6634343" y="828190"/>
                <a:ext cx="311373" cy="220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1" name="ïş1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5F4D8181-C45E-4E12-8D85-FD4FEA5F3F1D}"/>
                  </a:ext>
                </a:extLst>
              </p:cNvPr>
              <p:cNvSpPr/>
              <p:nvPr/>
            </p:nvSpPr>
            <p:spPr>
              <a:xfrm>
                <a:off x="10043252" y="688587"/>
                <a:ext cx="443966" cy="3146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2" name="ïsḷî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84CF867-534C-4774-ADB2-45A2E02E49C8}"/>
                  </a:ext>
                </a:extLst>
              </p:cNvPr>
              <p:cNvSpPr/>
              <p:nvPr/>
            </p:nvSpPr>
            <p:spPr>
              <a:xfrm>
                <a:off x="8159807" y="579422"/>
                <a:ext cx="370502" cy="4101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3" name="ïSḻí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8224C54-1171-4970-BB47-AF20779EE4A8}"/>
                  </a:ext>
                </a:extLst>
              </p:cNvPr>
              <p:cNvSpPr/>
              <p:nvPr/>
            </p:nvSpPr>
            <p:spPr>
              <a:xfrm>
                <a:off x="4161854" y="572017"/>
                <a:ext cx="327681" cy="3627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4" name="ïŝḻï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64FEA04-3F97-4FB1-BFFD-0AEAD1333163}"/>
                  </a:ext>
                </a:extLst>
              </p:cNvPr>
              <p:cNvSpPr/>
              <p:nvPr/>
            </p:nvSpPr>
            <p:spPr>
              <a:xfrm>
                <a:off x="8799016" y="346166"/>
                <a:ext cx="821761" cy="649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18" y="16416"/>
                    </a:moveTo>
                    <a:cubicBezTo>
                      <a:pt x="20918" y="14034"/>
                      <a:pt x="19389" y="12096"/>
                      <a:pt x="17510" y="12096"/>
                    </a:cubicBezTo>
                    <a:cubicBezTo>
                      <a:pt x="17007" y="12096"/>
                      <a:pt x="16531" y="12238"/>
                      <a:pt x="16102" y="12487"/>
                    </a:cubicBezTo>
                    <a:lnTo>
                      <a:pt x="17962" y="16005"/>
                    </a:lnTo>
                    <a:cubicBezTo>
                      <a:pt x="18093" y="16253"/>
                      <a:pt x="18040" y="16588"/>
                      <a:pt x="17845" y="16754"/>
                    </a:cubicBezTo>
                    <a:cubicBezTo>
                      <a:pt x="17649" y="16920"/>
                      <a:pt x="17385" y="16854"/>
                      <a:pt x="17254" y="16606"/>
                    </a:cubicBezTo>
                    <a:lnTo>
                      <a:pt x="15375" y="13053"/>
                    </a:lnTo>
                    <a:cubicBezTo>
                      <a:pt x="14600" y="13846"/>
                      <a:pt x="14102" y="15058"/>
                      <a:pt x="14102" y="16416"/>
                    </a:cubicBezTo>
                    <a:cubicBezTo>
                      <a:pt x="14102" y="18798"/>
                      <a:pt x="15631" y="20736"/>
                      <a:pt x="17510" y="20736"/>
                    </a:cubicBezTo>
                    <a:cubicBezTo>
                      <a:pt x="19389" y="20736"/>
                      <a:pt x="20918" y="18798"/>
                      <a:pt x="20918" y="16416"/>
                    </a:cubicBezTo>
                    <a:close/>
                    <a:moveTo>
                      <a:pt x="14189" y="8782"/>
                    </a:moveTo>
                    <a:lnTo>
                      <a:pt x="12536" y="8782"/>
                    </a:lnTo>
                    <a:cubicBezTo>
                      <a:pt x="12348" y="8782"/>
                      <a:pt x="12128" y="8607"/>
                      <a:pt x="12045" y="8393"/>
                    </a:cubicBezTo>
                    <a:lnTo>
                      <a:pt x="11356" y="6603"/>
                    </a:lnTo>
                    <a:lnTo>
                      <a:pt x="9243" y="9705"/>
                    </a:lnTo>
                    <a:cubicBezTo>
                      <a:pt x="9243" y="9705"/>
                      <a:pt x="9606" y="9897"/>
                      <a:pt x="10051" y="10132"/>
                    </a:cubicBezTo>
                    <a:lnTo>
                      <a:pt x="14189" y="10132"/>
                    </a:lnTo>
                    <a:cubicBezTo>
                      <a:pt x="14189" y="10132"/>
                      <a:pt x="14189" y="8782"/>
                      <a:pt x="14189" y="8782"/>
                    </a:cubicBezTo>
                    <a:close/>
                    <a:moveTo>
                      <a:pt x="13604" y="11212"/>
                    </a:moveTo>
                    <a:lnTo>
                      <a:pt x="11905" y="11212"/>
                    </a:lnTo>
                    <a:cubicBezTo>
                      <a:pt x="12066" y="11422"/>
                      <a:pt x="12163" y="11705"/>
                      <a:pt x="12163" y="12007"/>
                    </a:cubicBezTo>
                    <a:lnTo>
                      <a:pt x="12164" y="12007"/>
                    </a:lnTo>
                    <a:cubicBezTo>
                      <a:pt x="12164" y="12007"/>
                      <a:pt x="12162" y="12897"/>
                      <a:pt x="12160" y="14004"/>
                    </a:cubicBezTo>
                    <a:cubicBezTo>
                      <a:pt x="12160" y="14004"/>
                      <a:pt x="13604" y="11212"/>
                      <a:pt x="13604" y="11212"/>
                    </a:cubicBezTo>
                    <a:close/>
                    <a:moveTo>
                      <a:pt x="10364" y="12569"/>
                    </a:moveTo>
                    <a:cubicBezTo>
                      <a:pt x="10364" y="12569"/>
                      <a:pt x="8419" y="11701"/>
                      <a:pt x="7492" y="11281"/>
                    </a:cubicBezTo>
                    <a:lnTo>
                      <a:pt x="6784" y="12517"/>
                    </a:lnTo>
                    <a:cubicBezTo>
                      <a:pt x="7518" y="13333"/>
                      <a:pt x="8019" y="14475"/>
                      <a:pt x="8147" y="15766"/>
                    </a:cubicBezTo>
                    <a:lnTo>
                      <a:pt x="10364" y="15766"/>
                    </a:lnTo>
                    <a:cubicBezTo>
                      <a:pt x="10364" y="15766"/>
                      <a:pt x="10364" y="12569"/>
                      <a:pt x="10364" y="12569"/>
                    </a:cubicBezTo>
                    <a:close/>
                    <a:moveTo>
                      <a:pt x="7481" y="16846"/>
                    </a:moveTo>
                    <a:lnTo>
                      <a:pt x="4090" y="16846"/>
                    </a:lnTo>
                    <a:cubicBezTo>
                      <a:pt x="3855" y="16846"/>
                      <a:pt x="3664" y="16604"/>
                      <a:pt x="3664" y="16306"/>
                    </a:cubicBezTo>
                    <a:cubicBezTo>
                      <a:pt x="3664" y="16171"/>
                      <a:pt x="3704" y="16049"/>
                      <a:pt x="3769" y="15955"/>
                    </a:cubicBezTo>
                    <a:lnTo>
                      <a:pt x="3767" y="15953"/>
                    </a:lnTo>
                    <a:lnTo>
                      <a:pt x="5685" y="12601"/>
                    </a:lnTo>
                    <a:cubicBezTo>
                      <a:pt x="5209" y="12280"/>
                      <a:pt x="4666" y="12096"/>
                      <a:pt x="4090" y="12096"/>
                    </a:cubicBezTo>
                    <a:cubicBezTo>
                      <a:pt x="2211" y="12096"/>
                      <a:pt x="682" y="14034"/>
                      <a:pt x="682" y="16416"/>
                    </a:cubicBezTo>
                    <a:cubicBezTo>
                      <a:pt x="682" y="18798"/>
                      <a:pt x="2211" y="20736"/>
                      <a:pt x="4090" y="20736"/>
                    </a:cubicBezTo>
                    <a:cubicBezTo>
                      <a:pt x="5855" y="20736"/>
                      <a:pt x="7310" y="19027"/>
                      <a:pt x="7481" y="16846"/>
                    </a:cubicBezTo>
                    <a:close/>
                    <a:moveTo>
                      <a:pt x="4926" y="15766"/>
                    </a:moveTo>
                    <a:lnTo>
                      <a:pt x="7455" y="15766"/>
                    </a:lnTo>
                    <a:cubicBezTo>
                      <a:pt x="7335" y="14765"/>
                      <a:pt x="6945" y="13877"/>
                      <a:pt x="6379" y="13225"/>
                    </a:cubicBezTo>
                    <a:cubicBezTo>
                      <a:pt x="6379" y="13225"/>
                      <a:pt x="4926" y="15766"/>
                      <a:pt x="4926" y="15766"/>
                    </a:cubicBezTo>
                    <a:close/>
                    <a:moveTo>
                      <a:pt x="21600" y="16416"/>
                    </a:moveTo>
                    <a:cubicBezTo>
                      <a:pt x="21600" y="19279"/>
                      <a:pt x="19769" y="21600"/>
                      <a:pt x="17510" y="21600"/>
                    </a:cubicBezTo>
                    <a:cubicBezTo>
                      <a:pt x="15251" y="21600"/>
                      <a:pt x="13420" y="19279"/>
                      <a:pt x="13420" y="16416"/>
                    </a:cubicBezTo>
                    <a:cubicBezTo>
                      <a:pt x="13420" y="14756"/>
                      <a:pt x="14036" y="13280"/>
                      <a:pt x="14994" y="12331"/>
                    </a:cubicBezTo>
                    <a:lnTo>
                      <a:pt x="14513" y="11423"/>
                    </a:lnTo>
                    <a:lnTo>
                      <a:pt x="12154" y="15982"/>
                    </a:lnTo>
                    <a:cubicBezTo>
                      <a:pt x="12150" y="17186"/>
                      <a:pt x="12145" y="18206"/>
                      <a:pt x="12138" y="18243"/>
                    </a:cubicBezTo>
                    <a:cubicBezTo>
                      <a:pt x="12020" y="18855"/>
                      <a:pt x="11533" y="19229"/>
                      <a:pt x="11050" y="19080"/>
                    </a:cubicBezTo>
                    <a:cubicBezTo>
                      <a:pt x="10639" y="18953"/>
                      <a:pt x="10364" y="18486"/>
                      <a:pt x="10365" y="17972"/>
                    </a:cubicBezTo>
                    <a:lnTo>
                      <a:pt x="10364" y="17972"/>
                    </a:lnTo>
                    <a:lnTo>
                      <a:pt x="10364" y="16846"/>
                    </a:lnTo>
                    <a:lnTo>
                      <a:pt x="8165" y="16846"/>
                    </a:lnTo>
                    <a:cubicBezTo>
                      <a:pt x="7992" y="19507"/>
                      <a:pt x="6234" y="21600"/>
                      <a:pt x="4090" y="21600"/>
                    </a:cubicBezTo>
                    <a:cubicBezTo>
                      <a:pt x="1831" y="21600"/>
                      <a:pt x="0" y="19279"/>
                      <a:pt x="0" y="16416"/>
                    </a:cubicBezTo>
                    <a:cubicBezTo>
                      <a:pt x="0" y="13553"/>
                      <a:pt x="1831" y="11232"/>
                      <a:pt x="4090" y="11232"/>
                    </a:cubicBezTo>
                    <a:cubicBezTo>
                      <a:pt x="4816" y="11232"/>
                      <a:pt x="5498" y="11473"/>
                      <a:pt x="6089" y="11894"/>
                    </a:cubicBezTo>
                    <a:lnTo>
                      <a:pt x="6711" y="10807"/>
                    </a:lnTo>
                    <a:cubicBezTo>
                      <a:pt x="6338" y="10396"/>
                      <a:pt x="6155" y="9743"/>
                      <a:pt x="6280" y="9094"/>
                    </a:cubicBezTo>
                    <a:cubicBezTo>
                      <a:pt x="6339" y="8788"/>
                      <a:pt x="6460" y="8522"/>
                      <a:pt x="6620" y="8310"/>
                    </a:cubicBezTo>
                    <a:lnTo>
                      <a:pt x="6619" y="8309"/>
                    </a:lnTo>
                    <a:lnTo>
                      <a:pt x="9702" y="3971"/>
                    </a:lnTo>
                    <a:lnTo>
                      <a:pt x="9702" y="3971"/>
                    </a:lnTo>
                    <a:cubicBezTo>
                      <a:pt x="10018" y="3426"/>
                      <a:pt x="10573" y="3146"/>
                      <a:pt x="11124" y="3316"/>
                    </a:cubicBezTo>
                    <a:cubicBezTo>
                      <a:pt x="11559" y="3451"/>
                      <a:pt x="11893" y="3838"/>
                      <a:pt x="12055" y="4325"/>
                    </a:cubicBezTo>
                    <a:lnTo>
                      <a:pt x="12056" y="4324"/>
                    </a:lnTo>
                    <a:lnTo>
                      <a:pt x="12989" y="7054"/>
                    </a:lnTo>
                    <a:lnTo>
                      <a:pt x="14970" y="7054"/>
                    </a:lnTo>
                    <a:cubicBezTo>
                      <a:pt x="15347" y="7054"/>
                      <a:pt x="15652" y="7440"/>
                      <a:pt x="15652" y="7918"/>
                    </a:cubicBezTo>
                    <a:cubicBezTo>
                      <a:pt x="15652" y="8364"/>
                      <a:pt x="15384" y="8727"/>
                      <a:pt x="15041" y="8772"/>
                    </a:cubicBezTo>
                    <a:lnTo>
                      <a:pt x="15041" y="10481"/>
                    </a:lnTo>
                    <a:lnTo>
                      <a:pt x="15716" y="11757"/>
                    </a:lnTo>
                    <a:cubicBezTo>
                      <a:pt x="16258" y="11421"/>
                      <a:pt x="16866" y="11232"/>
                      <a:pt x="17510" y="11232"/>
                    </a:cubicBezTo>
                    <a:cubicBezTo>
                      <a:pt x="19769" y="11232"/>
                      <a:pt x="21600" y="13553"/>
                      <a:pt x="21600" y="16416"/>
                    </a:cubicBezTo>
                    <a:close/>
                    <a:moveTo>
                      <a:pt x="11562" y="1728"/>
                    </a:moveTo>
                    <a:cubicBezTo>
                      <a:pt x="11562" y="774"/>
                      <a:pt x="12172" y="0"/>
                      <a:pt x="12925" y="0"/>
                    </a:cubicBezTo>
                    <a:cubicBezTo>
                      <a:pt x="13678" y="0"/>
                      <a:pt x="14289" y="774"/>
                      <a:pt x="14289" y="1728"/>
                    </a:cubicBezTo>
                    <a:cubicBezTo>
                      <a:pt x="14289" y="2682"/>
                      <a:pt x="13678" y="3456"/>
                      <a:pt x="12925" y="3456"/>
                    </a:cubicBezTo>
                    <a:cubicBezTo>
                      <a:pt x="12172" y="3456"/>
                      <a:pt x="11562" y="2682"/>
                      <a:pt x="11562" y="1728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5" name="îṣļî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6DC28D6-A7AE-42E9-AF58-399408C7A70D}"/>
                  </a:ext>
                </a:extLst>
              </p:cNvPr>
              <p:cNvSpPr/>
              <p:nvPr/>
            </p:nvSpPr>
            <p:spPr>
              <a:xfrm>
                <a:off x="12261167" y="240878"/>
                <a:ext cx="362156" cy="3469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5" h="21600" extrusionOk="0">
                    <a:moveTo>
                      <a:pt x="8914" y="18801"/>
                    </a:moveTo>
                    <a:lnTo>
                      <a:pt x="4785" y="21600"/>
                    </a:lnTo>
                    <a:lnTo>
                      <a:pt x="4816" y="16426"/>
                    </a:lnTo>
                    <a:cubicBezTo>
                      <a:pt x="4816" y="16426"/>
                      <a:pt x="8914" y="18801"/>
                      <a:pt x="8914" y="18801"/>
                    </a:cubicBezTo>
                    <a:close/>
                    <a:moveTo>
                      <a:pt x="13648" y="9886"/>
                    </a:moveTo>
                    <a:cubicBezTo>
                      <a:pt x="14256" y="10473"/>
                      <a:pt x="14710" y="11017"/>
                      <a:pt x="14897" y="11332"/>
                    </a:cubicBezTo>
                    <a:cubicBezTo>
                      <a:pt x="15850" y="10515"/>
                      <a:pt x="17245" y="10354"/>
                      <a:pt x="18616" y="11148"/>
                    </a:cubicBezTo>
                    <a:cubicBezTo>
                      <a:pt x="20411" y="12189"/>
                      <a:pt x="21595" y="16528"/>
                      <a:pt x="21595" y="16528"/>
                    </a:cubicBezTo>
                    <a:cubicBezTo>
                      <a:pt x="21595" y="16528"/>
                      <a:pt x="21592" y="16527"/>
                      <a:pt x="21588" y="16526"/>
                    </a:cubicBezTo>
                    <a:cubicBezTo>
                      <a:pt x="21592" y="16529"/>
                      <a:pt x="21593" y="16531"/>
                      <a:pt x="21593" y="16531"/>
                    </a:cubicBezTo>
                    <a:cubicBezTo>
                      <a:pt x="21593" y="16531"/>
                      <a:pt x="17444" y="17785"/>
                      <a:pt x="15649" y="16745"/>
                    </a:cubicBezTo>
                    <a:cubicBezTo>
                      <a:pt x="14292" y="15958"/>
                      <a:pt x="13682" y="14654"/>
                      <a:pt x="13824" y="13387"/>
                    </a:cubicBezTo>
                    <a:cubicBezTo>
                      <a:pt x="13475" y="13392"/>
                      <a:pt x="12782" y="13278"/>
                      <a:pt x="11970" y="13046"/>
                    </a:cubicBezTo>
                    <a:lnTo>
                      <a:pt x="9286" y="18101"/>
                    </a:lnTo>
                    <a:lnTo>
                      <a:pt x="5188" y="15725"/>
                    </a:lnTo>
                    <a:lnTo>
                      <a:pt x="7746" y="10909"/>
                    </a:lnTo>
                    <a:cubicBezTo>
                      <a:pt x="5611" y="9358"/>
                      <a:pt x="2500" y="6818"/>
                      <a:pt x="1282" y="5700"/>
                    </a:cubicBezTo>
                    <a:cubicBezTo>
                      <a:pt x="139" y="4651"/>
                      <a:pt x="14" y="4208"/>
                      <a:pt x="8" y="4074"/>
                    </a:cubicBezTo>
                    <a:cubicBezTo>
                      <a:pt x="-5" y="4066"/>
                      <a:pt x="-1" y="4060"/>
                      <a:pt x="9" y="4052"/>
                    </a:cubicBezTo>
                    <a:cubicBezTo>
                      <a:pt x="10" y="4035"/>
                      <a:pt x="13" y="4026"/>
                      <a:pt x="13" y="4026"/>
                    </a:cubicBezTo>
                    <a:cubicBezTo>
                      <a:pt x="143" y="3970"/>
                      <a:pt x="568" y="3846"/>
                      <a:pt x="2025" y="4303"/>
                    </a:cubicBezTo>
                    <a:cubicBezTo>
                      <a:pt x="3577" y="4790"/>
                      <a:pt x="7287" y="6203"/>
                      <a:pt x="9677" y="7273"/>
                    </a:cubicBezTo>
                    <a:lnTo>
                      <a:pt x="11818" y="3240"/>
                    </a:lnTo>
                    <a:lnTo>
                      <a:pt x="15917" y="5613"/>
                    </a:lnTo>
                    <a:cubicBezTo>
                      <a:pt x="15917" y="5613"/>
                      <a:pt x="13648" y="9886"/>
                      <a:pt x="13648" y="9886"/>
                    </a:cubicBezTo>
                    <a:close/>
                    <a:moveTo>
                      <a:pt x="12197" y="2525"/>
                    </a:moveTo>
                    <a:lnTo>
                      <a:pt x="13538" y="0"/>
                    </a:lnTo>
                    <a:lnTo>
                      <a:pt x="17637" y="2372"/>
                    </a:lnTo>
                    <a:lnTo>
                      <a:pt x="16296" y="4898"/>
                    </a:lnTo>
                    <a:cubicBezTo>
                      <a:pt x="16296" y="4898"/>
                      <a:pt x="12197" y="2525"/>
                      <a:pt x="12197" y="2525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6" name="îṣlí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4389C207-0F53-4F8A-8C6D-7F319AA211E5}"/>
                  </a:ext>
                </a:extLst>
              </p:cNvPr>
              <p:cNvSpPr/>
              <p:nvPr/>
            </p:nvSpPr>
            <p:spPr>
              <a:xfrm>
                <a:off x="3130703" y="458594"/>
                <a:ext cx="478221" cy="4581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5" h="21600" extrusionOk="0">
                    <a:moveTo>
                      <a:pt x="8914" y="18801"/>
                    </a:moveTo>
                    <a:lnTo>
                      <a:pt x="4785" y="21600"/>
                    </a:lnTo>
                    <a:lnTo>
                      <a:pt x="4816" y="16426"/>
                    </a:lnTo>
                    <a:cubicBezTo>
                      <a:pt x="4816" y="16426"/>
                      <a:pt x="8914" y="18801"/>
                      <a:pt x="8914" y="18801"/>
                    </a:cubicBezTo>
                    <a:close/>
                    <a:moveTo>
                      <a:pt x="13648" y="9886"/>
                    </a:moveTo>
                    <a:cubicBezTo>
                      <a:pt x="14256" y="10473"/>
                      <a:pt x="14710" y="11017"/>
                      <a:pt x="14897" y="11332"/>
                    </a:cubicBezTo>
                    <a:cubicBezTo>
                      <a:pt x="15850" y="10515"/>
                      <a:pt x="17245" y="10354"/>
                      <a:pt x="18616" y="11148"/>
                    </a:cubicBezTo>
                    <a:cubicBezTo>
                      <a:pt x="20411" y="12189"/>
                      <a:pt x="21595" y="16528"/>
                      <a:pt x="21595" y="16528"/>
                    </a:cubicBezTo>
                    <a:cubicBezTo>
                      <a:pt x="21595" y="16528"/>
                      <a:pt x="21592" y="16527"/>
                      <a:pt x="21588" y="16526"/>
                    </a:cubicBezTo>
                    <a:cubicBezTo>
                      <a:pt x="21592" y="16529"/>
                      <a:pt x="21593" y="16531"/>
                      <a:pt x="21593" y="16531"/>
                    </a:cubicBezTo>
                    <a:cubicBezTo>
                      <a:pt x="21593" y="16531"/>
                      <a:pt x="17444" y="17785"/>
                      <a:pt x="15649" y="16745"/>
                    </a:cubicBezTo>
                    <a:cubicBezTo>
                      <a:pt x="14292" y="15958"/>
                      <a:pt x="13682" y="14654"/>
                      <a:pt x="13824" y="13387"/>
                    </a:cubicBezTo>
                    <a:cubicBezTo>
                      <a:pt x="13475" y="13392"/>
                      <a:pt x="12782" y="13278"/>
                      <a:pt x="11970" y="13046"/>
                    </a:cubicBezTo>
                    <a:lnTo>
                      <a:pt x="9286" y="18101"/>
                    </a:lnTo>
                    <a:lnTo>
                      <a:pt x="5188" y="15725"/>
                    </a:lnTo>
                    <a:lnTo>
                      <a:pt x="7746" y="10909"/>
                    </a:lnTo>
                    <a:cubicBezTo>
                      <a:pt x="5611" y="9358"/>
                      <a:pt x="2500" y="6818"/>
                      <a:pt x="1282" y="5700"/>
                    </a:cubicBezTo>
                    <a:cubicBezTo>
                      <a:pt x="139" y="4651"/>
                      <a:pt x="14" y="4208"/>
                      <a:pt x="8" y="4074"/>
                    </a:cubicBezTo>
                    <a:cubicBezTo>
                      <a:pt x="-5" y="4066"/>
                      <a:pt x="-1" y="4060"/>
                      <a:pt x="9" y="4052"/>
                    </a:cubicBezTo>
                    <a:cubicBezTo>
                      <a:pt x="10" y="4035"/>
                      <a:pt x="13" y="4026"/>
                      <a:pt x="13" y="4026"/>
                    </a:cubicBezTo>
                    <a:cubicBezTo>
                      <a:pt x="143" y="3970"/>
                      <a:pt x="568" y="3846"/>
                      <a:pt x="2025" y="4303"/>
                    </a:cubicBezTo>
                    <a:cubicBezTo>
                      <a:pt x="3577" y="4790"/>
                      <a:pt x="7287" y="6203"/>
                      <a:pt x="9677" y="7273"/>
                    </a:cubicBezTo>
                    <a:lnTo>
                      <a:pt x="11818" y="3240"/>
                    </a:lnTo>
                    <a:lnTo>
                      <a:pt x="15917" y="5613"/>
                    </a:lnTo>
                    <a:cubicBezTo>
                      <a:pt x="15917" y="5613"/>
                      <a:pt x="13648" y="9886"/>
                      <a:pt x="13648" y="9886"/>
                    </a:cubicBezTo>
                    <a:close/>
                    <a:moveTo>
                      <a:pt x="12197" y="2525"/>
                    </a:moveTo>
                    <a:lnTo>
                      <a:pt x="13538" y="0"/>
                    </a:lnTo>
                    <a:lnTo>
                      <a:pt x="17637" y="2372"/>
                    </a:lnTo>
                    <a:lnTo>
                      <a:pt x="16296" y="4898"/>
                    </a:lnTo>
                    <a:cubicBezTo>
                      <a:pt x="16296" y="4898"/>
                      <a:pt x="12197" y="2525"/>
                      <a:pt x="12197" y="2525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7" name="îṣli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93198F4-3D4B-43C0-9B54-269C3128935E}"/>
                  </a:ext>
                </a:extLst>
              </p:cNvPr>
              <p:cNvSpPr/>
              <p:nvPr/>
            </p:nvSpPr>
            <p:spPr>
              <a:xfrm>
                <a:off x="9537442" y="402957"/>
                <a:ext cx="564092" cy="3429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4177"/>
                    </a:moveTo>
                    <a:cubicBezTo>
                      <a:pt x="2527" y="15134"/>
                      <a:pt x="4222" y="12910"/>
                      <a:pt x="5702" y="10575"/>
                    </a:cubicBezTo>
                    <a:cubicBezTo>
                      <a:pt x="6408" y="13676"/>
                      <a:pt x="7362" y="16803"/>
                      <a:pt x="9837" y="17741"/>
                    </a:cubicBezTo>
                    <a:cubicBezTo>
                      <a:pt x="12287" y="18668"/>
                      <a:pt x="13976" y="16590"/>
                      <a:pt x="15426" y="14335"/>
                    </a:cubicBezTo>
                    <a:cubicBezTo>
                      <a:pt x="16134" y="17472"/>
                      <a:pt x="17076" y="20652"/>
                      <a:pt x="19580" y="21600"/>
                    </a:cubicBezTo>
                    <a:lnTo>
                      <a:pt x="19844" y="19777"/>
                    </a:lnTo>
                    <a:cubicBezTo>
                      <a:pt x="17724" y="18974"/>
                      <a:pt x="17025" y="16203"/>
                      <a:pt x="16319" y="12948"/>
                    </a:cubicBezTo>
                    <a:cubicBezTo>
                      <a:pt x="17841" y="10489"/>
                      <a:pt x="19206" y="8437"/>
                      <a:pt x="21352" y="9250"/>
                    </a:cubicBezTo>
                    <a:lnTo>
                      <a:pt x="21600" y="7421"/>
                    </a:lnTo>
                    <a:cubicBezTo>
                      <a:pt x="19073" y="6464"/>
                      <a:pt x="17365" y="8691"/>
                      <a:pt x="15886" y="11025"/>
                    </a:cubicBezTo>
                    <a:cubicBezTo>
                      <a:pt x="15180" y="7926"/>
                      <a:pt x="14217" y="4820"/>
                      <a:pt x="11744" y="3883"/>
                    </a:cubicBezTo>
                    <a:cubicBezTo>
                      <a:pt x="9288" y="2954"/>
                      <a:pt x="7622" y="5034"/>
                      <a:pt x="6170" y="7294"/>
                    </a:cubicBezTo>
                    <a:cubicBezTo>
                      <a:pt x="5461" y="4152"/>
                      <a:pt x="4515" y="950"/>
                      <a:pt x="2007" y="0"/>
                    </a:cubicBezTo>
                    <a:cubicBezTo>
                      <a:pt x="2007" y="0"/>
                      <a:pt x="1755" y="1827"/>
                      <a:pt x="1755" y="1827"/>
                    </a:cubicBezTo>
                    <a:cubicBezTo>
                      <a:pt x="3881" y="2632"/>
                      <a:pt x="4569" y="5413"/>
                      <a:pt x="5277" y="8681"/>
                    </a:cubicBezTo>
                    <a:cubicBezTo>
                      <a:pt x="3758" y="11134"/>
                      <a:pt x="2389" y="13165"/>
                      <a:pt x="247" y="12354"/>
                    </a:cubicBezTo>
                    <a:lnTo>
                      <a:pt x="0" y="14177"/>
                    </a:lnTo>
                    <a:close/>
                    <a:moveTo>
                      <a:pt x="608" y="11260"/>
                    </a:moveTo>
                    <a:cubicBezTo>
                      <a:pt x="982" y="11395"/>
                      <a:pt x="1324" y="11420"/>
                      <a:pt x="1648" y="11361"/>
                    </a:cubicBezTo>
                    <a:cubicBezTo>
                      <a:pt x="1648" y="11361"/>
                      <a:pt x="2736" y="3679"/>
                      <a:pt x="2736" y="3679"/>
                    </a:cubicBezTo>
                    <a:cubicBezTo>
                      <a:pt x="2461" y="3396"/>
                      <a:pt x="2144" y="3178"/>
                      <a:pt x="1771" y="3033"/>
                    </a:cubicBezTo>
                    <a:lnTo>
                      <a:pt x="608" y="11260"/>
                    </a:lnTo>
                    <a:close/>
                    <a:moveTo>
                      <a:pt x="2743" y="10793"/>
                    </a:moveTo>
                    <a:cubicBezTo>
                      <a:pt x="3150" y="10493"/>
                      <a:pt x="3533" y="10048"/>
                      <a:pt x="3917" y="9511"/>
                    </a:cubicBezTo>
                    <a:lnTo>
                      <a:pt x="4287" y="6924"/>
                    </a:lnTo>
                    <a:cubicBezTo>
                      <a:pt x="4087" y="6170"/>
                      <a:pt x="3864" y="5496"/>
                      <a:pt x="3579" y="4938"/>
                    </a:cubicBezTo>
                    <a:lnTo>
                      <a:pt x="2743" y="10793"/>
                    </a:lnTo>
                    <a:close/>
                    <a:moveTo>
                      <a:pt x="6595" y="9188"/>
                    </a:moveTo>
                    <a:cubicBezTo>
                      <a:pt x="8063" y="6828"/>
                      <a:pt x="9414" y="4924"/>
                      <a:pt x="11495" y="5712"/>
                    </a:cubicBezTo>
                    <a:cubicBezTo>
                      <a:pt x="13593" y="6506"/>
                      <a:pt x="14292" y="9219"/>
                      <a:pt x="14990" y="12431"/>
                    </a:cubicBezTo>
                    <a:cubicBezTo>
                      <a:pt x="13526" y="14784"/>
                      <a:pt x="12177" y="16704"/>
                      <a:pt x="10101" y="15917"/>
                    </a:cubicBezTo>
                    <a:cubicBezTo>
                      <a:pt x="8003" y="15123"/>
                      <a:pt x="7294" y="12399"/>
                      <a:pt x="6595" y="9188"/>
                    </a:cubicBezTo>
                    <a:close/>
                    <a:moveTo>
                      <a:pt x="7938" y="11422"/>
                    </a:moveTo>
                    <a:cubicBezTo>
                      <a:pt x="8176" y="12303"/>
                      <a:pt x="8447" y="13084"/>
                      <a:pt x="8788" y="13733"/>
                    </a:cubicBezTo>
                    <a:lnTo>
                      <a:pt x="9770" y="6683"/>
                    </a:lnTo>
                    <a:cubicBezTo>
                      <a:pt x="9292" y="7022"/>
                      <a:pt x="8844" y="7536"/>
                      <a:pt x="8395" y="8157"/>
                    </a:cubicBezTo>
                    <a:lnTo>
                      <a:pt x="7938" y="11422"/>
                    </a:lnTo>
                    <a:close/>
                    <a:moveTo>
                      <a:pt x="9753" y="14444"/>
                    </a:moveTo>
                    <a:cubicBezTo>
                      <a:pt x="9947" y="14585"/>
                      <a:pt x="10156" y="14700"/>
                      <a:pt x="10391" y="14785"/>
                    </a:cubicBezTo>
                    <a:cubicBezTo>
                      <a:pt x="10509" y="14829"/>
                      <a:pt x="10624" y="14858"/>
                      <a:pt x="10737" y="14880"/>
                    </a:cubicBezTo>
                    <a:lnTo>
                      <a:pt x="11912" y="6809"/>
                    </a:lnTo>
                    <a:cubicBezTo>
                      <a:pt x="11804" y="6751"/>
                      <a:pt x="11691" y="6700"/>
                      <a:pt x="11572" y="6657"/>
                    </a:cubicBezTo>
                    <a:cubicBezTo>
                      <a:pt x="11338" y="6572"/>
                      <a:pt x="11118" y="6530"/>
                      <a:pt x="10904" y="6522"/>
                    </a:cubicBezTo>
                    <a:lnTo>
                      <a:pt x="9753" y="14444"/>
                    </a:lnTo>
                    <a:close/>
                    <a:moveTo>
                      <a:pt x="11819" y="15088"/>
                    </a:moveTo>
                    <a:cubicBezTo>
                      <a:pt x="12255" y="14876"/>
                      <a:pt x="12659" y="14511"/>
                      <a:pt x="13056" y="14038"/>
                    </a:cubicBezTo>
                    <a:lnTo>
                      <a:pt x="13679" y="9709"/>
                    </a:lnTo>
                    <a:cubicBezTo>
                      <a:pt x="13451" y="9006"/>
                      <a:pt x="13187" y="8394"/>
                      <a:pt x="12852" y="7898"/>
                    </a:cubicBezTo>
                    <a:lnTo>
                      <a:pt x="11819" y="15088"/>
                    </a:lnTo>
                    <a:close/>
                    <a:moveTo>
                      <a:pt x="17315" y="14655"/>
                    </a:moveTo>
                    <a:cubicBezTo>
                      <a:pt x="17522" y="15364"/>
                      <a:pt x="17751" y="15987"/>
                      <a:pt x="18038" y="16501"/>
                    </a:cubicBezTo>
                    <a:lnTo>
                      <a:pt x="18774" y="10835"/>
                    </a:lnTo>
                    <a:cubicBezTo>
                      <a:pt x="18379" y="11153"/>
                      <a:pt x="18008" y="11606"/>
                      <a:pt x="17639" y="12150"/>
                    </a:cubicBezTo>
                    <a:lnTo>
                      <a:pt x="17315" y="14655"/>
                    </a:lnTo>
                    <a:close/>
                    <a:moveTo>
                      <a:pt x="19142" y="17799"/>
                    </a:moveTo>
                    <a:cubicBezTo>
                      <a:pt x="19411" y="18060"/>
                      <a:pt x="19719" y="18258"/>
                      <a:pt x="20080" y="18383"/>
                    </a:cubicBezTo>
                    <a:lnTo>
                      <a:pt x="21155" y="10467"/>
                    </a:lnTo>
                    <a:cubicBezTo>
                      <a:pt x="20792" y="10352"/>
                      <a:pt x="20458" y="10341"/>
                      <a:pt x="20145" y="10409"/>
                    </a:cubicBezTo>
                    <a:cubicBezTo>
                      <a:pt x="20145" y="10409"/>
                      <a:pt x="19142" y="17799"/>
                      <a:pt x="19142" y="1779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8" name="îṥ1î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8EE84E1-B9F0-444D-88C3-CF3A835E8D05}"/>
                  </a:ext>
                </a:extLst>
              </p:cNvPr>
              <p:cNvSpPr/>
              <p:nvPr/>
            </p:nvSpPr>
            <p:spPr>
              <a:xfrm>
                <a:off x="256186" y="262511"/>
                <a:ext cx="583358" cy="3546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4177"/>
                    </a:moveTo>
                    <a:cubicBezTo>
                      <a:pt x="2527" y="15134"/>
                      <a:pt x="4222" y="12910"/>
                      <a:pt x="5702" y="10575"/>
                    </a:cubicBezTo>
                    <a:cubicBezTo>
                      <a:pt x="6408" y="13676"/>
                      <a:pt x="7362" y="16803"/>
                      <a:pt x="9837" y="17741"/>
                    </a:cubicBezTo>
                    <a:cubicBezTo>
                      <a:pt x="12287" y="18668"/>
                      <a:pt x="13976" y="16590"/>
                      <a:pt x="15426" y="14335"/>
                    </a:cubicBezTo>
                    <a:cubicBezTo>
                      <a:pt x="16134" y="17472"/>
                      <a:pt x="17076" y="20652"/>
                      <a:pt x="19580" y="21600"/>
                    </a:cubicBezTo>
                    <a:lnTo>
                      <a:pt x="19844" y="19777"/>
                    </a:lnTo>
                    <a:cubicBezTo>
                      <a:pt x="17724" y="18974"/>
                      <a:pt x="17025" y="16203"/>
                      <a:pt x="16319" y="12948"/>
                    </a:cubicBezTo>
                    <a:cubicBezTo>
                      <a:pt x="17841" y="10489"/>
                      <a:pt x="19206" y="8437"/>
                      <a:pt x="21352" y="9250"/>
                    </a:cubicBezTo>
                    <a:lnTo>
                      <a:pt x="21600" y="7421"/>
                    </a:lnTo>
                    <a:cubicBezTo>
                      <a:pt x="19073" y="6464"/>
                      <a:pt x="17365" y="8691"/>
                      <a:pt x="15886" y="11025"/>
                    </a:cubicBezTo>
                    <a:cubicBezTo>
                      <a:pt x="15180" y="7926"/>
                      <a:pt x="14217" y="4820"/>
                      <a:pt x="11744" y="3883"/>
                    </a:cubicBezTo>
                    <a:cubicBezTo>
                      <a:pt x="9288" y="2954"/>
                      <a:pt x="7622" y="5034"/>
                      <a:pt x="6170" y="7294"/>
                    </a:cubicBezTo>
                    <a:cubicBezTo>
                      <a:pt x="5461" y="4152"/>
                      <a:pt x="4515" y="950"/>
                      <a:pt x="2007" y="0"/>
                    </a:cubicBezTo>
                    <a:cubicBezTo>
                      <a:pt x="2007" y="0"/>
                      <a:pt x="1755" y="1827"/>
                      <a:pt x="1755" y="1827"/>
                    </a:cubicBezTo>
                    <a:cubicBezTo>
                      <a:pt x="3881" y="2632"/>
                      <a:pt x="4569" y="5413"/>
                      <a:pt x="5277" y="8681"/>
                    </a:cubicBezTo>
                    <a:cubicBezTo>
                      <a:pt x="3758" y="11134"/>
                      <a:pt x="2389" y="13165"/>
                      <a:pt x="247" y="12354"/>
                    </a:cubicBezTo>
                    <a:lnTo>
                      <a:pt x="0" y="14177"/>
                    </a:lnTo>
                    <a:close/>
                    <a:moveTo>
                      <a:pt x="608" y="11260"/>
                    </a:moveTo>
                    <a:cubicBezTo>
                      <a:pt x="982" y="11395"/>
                      <a:pt x="1324" y="11420"/>
                      <a:pt x="1648" y="11361"/>
                    </a:cubicBezTo>
                    <a:cubicBezTo>
                      <a:pt x="1648" y="11361"/>
                      <a:pt x="2736" y="3679"/>
                      <a:pt x="2736" y="3679"/>
                    </a:cubicBezTo>
                    <a:cubicBezTo>
                      <a:pt x="2461" y="3396"/>
                      <a:pt x="2144" y="3178"/>
                      <a:pt x="1771" y="3033"/>
                    </a:cubicBezTo>
                    <a:lnTo>
                      <a:pt x="608" y="11260"/>
                    </a:lnTo>
                    <a:close/>
                    <a:moveTo>
                      <a:pt x="2743" y="10793"/>
                    </a:moveTo>
                    <a:cubicBezTo>
                      <a:pt x="3150" y="10493"/>
                      <a:pt x="3533" y="10048"/>
                      <a:pt x="3917" y="9511"/>
                    </a:cubicBezTo>
                    <a:lnTo>
                      <a:pt x="4287" y="6924"/>
                    </a:lnTo>
                    <a:cubicBezTo>
                      <a:pt x="4087" y="6170"/>
                      <a:pt x="3864" y="5496"/>
                      <a:pt x="3579" y="4938"/>
                    </a:cubicBezTo>
                    <a:lnTo>
                      <a:pt x="2743" y="10793"/>
                    </a:lnTo>
                    <a:close/>
                    <a:moveTo>
                      <a:pt x="6595" y="9188"/>
                    </a:moveTo>
                    <a:cubicBezTo>
                      <a:pt x="8063" y="6828"/>
                      <a:pt x="9414" y="4924"/>
                      <a:pt x="11495" y="5712"/>
                    </a:cubicBezTo>
                    <a:cubicBezTo>
                      <a:pt x="13593" y="6506"/>
                      <a:pt x="14292" y="9219"/>
                      <a:pt x="14990" y="12431"/>
                    </a:cubicBezTo>
                    <a:cubicBezTo>
                      <a:pt x="13526" y="14784"/>
                      <a:pt x="12177" y="16704"/>
                      <a:pt x="10101" y="15917"/>
                    </a:cubicBezTo>
                    <a:cubicBezTo>
                      <a:pt x="8003" y="15123"/>
                      <a:pt x="7294" y="12399"/>
                      <a:pt x="6595" y="9188"/>
                    </a:cubicBezTo>
                    <a:close/>
                    <a:moveTo>
                      <a:pt x="7938" y="11422"/>
                    </a:moveTo>
                    <a:cubicBezTo>
                      <a:pt x="8176" y="12303"/>
                      <a:pt x="8447" y="13084"/>
                      <a:pt x="8788" y="13733"/>
                    </a:cubicBezTo>
                    <a:lnTo>
                      <a:pt x="9770" y="6683"/>
                    </a:lnTo>
                    <a:cubicBezTo>
                      <a:pt x="9292" y="7022"/>
                      <a:pt x="8844" y="7536"/>
                      <a:pt x="8395" y="8157"/>
                    </a:cubicBezTo>
                    <a:lnTo>
                      <a:pt x="7938" y="11422"/>
                    </a:lnTo>
                    <a:close/>
                    <a:moveTo>
                      <a:pt x="9753" y="14444"/>
                    </a:moveTo>
                    <a:cubicBezTo>
                      <a:pt x="9947" y="14585"/>
                      <a:pt x="10156" y="14700"/>
                      <a:pt x="10391" y="14785"/>
                    </a:cubicBezTo>
                    <a:cubicBezTo>
                      <a:pt x="10509" y="14829"/>
                      <a:pt x="10624" y="14858"/>
                      <a:pt x="10737" y="14880"/>
                    </a:cubicBezTo>
                    <a:lnTo>
                      <a:pt x="11912" y="6809"/>
                    </a:lnTo>
                    <a:cubicBezTo>
                      <a:pt x="11804" y="6751"/>
                      <a:pt x="11691" y="6700"/>
                      <a:pt x="11572" y="6657"/>
                    </a:cubicBezTo>
                    <a:cubicBezTo>
                      <a:pt x="11338" y="6572"/>
                      <a:pt x="11118" y="6530"/>
                      <a:pt x="10904" y="6522"/>
                    </a:cubicBezTo>
                    <a:lnTo>
                      <a:pt x="9753" y="14444"/>
                    </a:lnTo>
                    <a:close/>
                    <a:moveTo>
                      <a:pt x="11819" y="15088"/>
                    </a:moveTo>
                    <a:cubicBezTo>
                      <a:pt x="12255" y="14876"/>
                      <a:pt x="12659" y="14511"/>
                      <a:pt x="13056" y="14038"/>
                    </a:cubicBezTo>
                    <a:lnTo>
                      <a:pt x="13679" y="9709"/>
                    </a:lnTo>
                    <a:cubicBezTo>
                      <a:pt x="13451" y="9006"/>
                      <a:pt x="13187" y="8394"/>
                      <a:pt x="12852" y="7898"/>
                    </a:cubicBezTo>
                    <a:lnTo>
                      <a:pt x="11819" y="15088"/>
                    </a:lnTo>
                    <a:close/>
                    <a:moveTo>
                      <a:pt x="17315" y="14655"/>
                    </a:moveTo>
                    <a:cubicBezTo>
                      <a:pt x="17522" y="15364"/>
                      <a:pt x="17751" y="15987"/>
                      <a:pt x="18038" y="16501"/>
                    </a:cubicBezTo>
                    <a:lnTo>
                      <a:pt x="18774" y="10835"/>
                    </a:lnTo>
                    <a:cubicBezTo>
                      <a:pt x="18379" y="11153"/>
                      <a:pt x="18008" y="11606"/>
                      <a:pt x="17639" y="12150"/>
                    </a:cubicBezTo>
                    <a:lnTo>
                      <a:pt x="17315" y="14655"/>
                    </a:lnTo>
                    <a:close/>
                    <a:moveTo>
                      <a:pt x="19142" y="17799"/>
                    </a:moveTo>
                    <a:cubicBezTo>
                      <a:pt x="19411" y="18060"/>
                      <a:pt x="19719" y="18258"/>
                      <a:pt x="20080" y="18383"/>
                    </a:cubicBezTo>
                    <a:lnTo>
                      <a:pt x="21155" y="10467"/>
                    </a:lnTo>
                    <a:cubicBezTo>
                      <a:pt x="20792" y="10352"/>
                      <a:pt x="20458" y="10341"/>
                      <a:pt x="20145" y="10409"/>
                    </a:cubicBezTo>
                    <a:cubicBezTo>
                      <a:pt x="20145" y="10409"/>
                      <a:pt x="19142" y="17799"/>
                      <a:pt x="19142" y="17799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9" name="ïṣļí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0616D74-0587-49BC-906E-18A0D833C25E}"/>
                  </a:ext>
                </a:extLst>
              </p:cNvPr>
              <p:cNvSpPr/>
              <p:nvPr/>
            </p:nvSpPr>
            <p:spPr>
              <a:xfrm>
                <a:off x="6156088" y="564011"/>
                <a:ext cx="416025" cy="2721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0" y="15429"/>
                    </a:moveTo>
                    <a:lnTo>
                      <a:pt x="2700" y="15429"/>
                    </a:lnTo>
                    <a:lnTo>
                      <a:pt x="2700" y="2057"/>
                    </a:lnTo>
                    <a:lnTo>
                      <a:pt x="18900" y="2057"/>
                    </a:lnTo>
                    <a:cubicBezTo>
                      <a:pt x="18900" y="2057"/>
                      <a:pt x="18900" y="15429"/>
                      <a:pt x="18900" y="15429"/>
                    </a:cubicBezTo>
                    <a:close/>
                    <a:moveTo>
                      <a:pt x="18900" y="0"/>
                    </a:moveTo>
                    <a:lnTo>
                      <a:pt x="2700" y="0"/>
                    </a:lnTo>
                    <a:cubicBezTo>
                      <a:pt x="1954" y="0"/>
                      <a:pt x="1350" y="922"/>
                      <a:pt x="1350" y="2057"/>
                    </a:cubicBezTo>
                    <a:cubicBezTo>
                      <a:pt x="1350" y="2057"/>
                      <a:pt x="1350" y="17486"/>
                      <a:pt x="1364" y="17486"/>
                    </a:cubicBezTo>
                    <a:lnTo>
                      <a:pt x="20235" y="17486"/>
                    </a:lnTo>
                    <a:cubicBezTo>
                      <a:pt x="20250" y="17486"/>
                      <a:pt x="20250" y="2057"/>
                      <a:pt x="20250" y="2057"/>
                    </a:cubicBezTo>
                    <a:cubicBezTo>
                      <a:pt x="20250" y="922"/>
                      <a:pt x="19646" y="0"/>
                      <a:pt x="18900" y="0"/>
                    </a:cubicBezTo>
                    <a:close/>
                    <a:moveTo>
                      <a:pt x="20250" y="21600"/>
                    </a:moveTo>
                    <a:lnTo>
                      <a:pt x="1350" y="21600"/>
                    </a:lnTo>
                    <a:cubicBezTo>
                      <a:pt x="604" y="21600"/>
                      <a:pt x="0" y="20679"/>
                      <a:pt x="0" y="19543"/>
                    </a:cubicBezTo>
                    <a:lnTo>
                      <a:pt x="0" y="18514"/>
                    </a:lnTo>
                    <a:lnTo>
                      <a:pt x="8775" y="18514"/>
                    </a:lnTo>
                    <a:lnTo>
                      <a:pt x="8775" y="19543"/>
                    </a:lnTo>
                    <a:lnTo>
                      <a:pt x="12825" y="19543"/>
                    </a:lnTo>
                    <a:lnTo>
                      <a:pt x="12825" y="18514"/>
                    </a:lnTo>
                    <a:lnTo>
                      <a:pt x="21600" y="18514"/>
                    </a:lnTo>
                    <a:lnTo>
                      <a:pt x="21600" y="19543"/>
                    </a:lnTo>
                    <a:cubicBezTo>
                      <a:pt x="21600" y="20679"/>
                      <a:pt x="20995" y="21600"/>
                      <a:pt x="20250" y="21600"/>
                    </a:cubicBezTo>
                    <a:cubicBezTo>
                      <a:pt x="20250" y="21600"/>
                      <a:pt x="20250" y="21600"/>
                      <a:pt x="20250" y="2160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0" name="isḻí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5824412-DF09-4381-A688-FDEE4846EA4B}"/>
                  </a:ext>
                </a:extLst>
              </p:cNvPr>
              <p:cNvSpPr/>
              <p:nvPr/>
            </p:nvSpPr>
            <p:spPr>
              <a:xfrm>
                <a:off x="10281113" y="233739"/>
                <a:ext cx="552171" cy="3612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00" y="15429"/>
                    </a:moveTo>
                    <a:lnTo>
                      <a:pt x="2700" y="15429"/>
                    </a:lnTo>
                    <a:lnTo>
                      <a:pt x="2700" y="2057"/>
                    </a:lnTo>
                    <a:lnTo>
                      <a:pt x="18900" y="2057"/>
                    </a:lnTo>
                    <a:cubicBezTo>
                      <a:pt x="18900" y="2057"/>
                      <a:pt x="18900" y="15429"/>
                      <a:pt x="18900" y="15429"/>
                    </a:cubicBezTo>
                    <a:close/>
                    <a:moveTo>
                      <a:pt x="18900" y="0"/>
                    </a:moveTo>
                    <a:lnTo>
                      <a:pt x="2700" y="0"/>
                    </a:lnTo>
                    <a:cubicBezTo>
                      <a:pt x="1954" y="0"/>
                      <a:pt x="1350" y="922"/>
                      <a:pt x="1350" y="2057"/>
                    </a:cubicBezTo>
                    <a:cubicBezTo>
                      <a:pt x="1350" y="2057"/>
                      <a:pt x="1350" y="17486"/>
                      <a:pt x="1364" y="17486"/>
                    </a:cubicBezTo>
                    <a:lnTo>
                      <a:pt x="20235" y="17486"/>
                    </a:lnTo>
                    <a:cubicBezTo>
                      <a:pt x="20250" y="17486"/>
                      <a:pt x="20250" y="2057"/>
                      <a:pt x="20250" y="2057"/>
                    </a:cubicBezTo>
                    <a:cubicBezTo>
                      <a:pt x="20250" y="922"/>
                      <a:pt x="19646" y="0"/>
                      <a:pt x="18900" y="0"/>
                    </a:cubicBezTo>
                    <a:close/>
                    <a:moveTo>
                      <a:pt x="20250" y="21600"/>
                    </a:moveTo>
                    <a:lnTo>
                      <a:pt x="1350" y="21600"/>
                    </a:lnTo>
                    <a:cubicBezTo>
                      <a:pt x="604" y="21600"/>
                      <a:pt x="0" y="20679"/>
                      <a:pt x="0" y="19543"/>
                    </a:cubicBezTo>
                    <a:lnTo>
                      <a:pt x="0" y="18514"/>
                    </a:lnTo>
                    <a:lnTo>
                      <a:pt x="8775" y="18514"/>
                    </a:lnTo>
                    <a:lnTo>
                      <a:pt x="8775" y="19543"/>
                    </a:lnTo>
                    <a:lnTo>
                      <a:pt x="12825" y="19543"/>
                    </a:lnTo>
                    <a:lnTo>
                      <a:pt x="12825" y="18514"/>
                    </a:lnTo>
                    <a:lnTo>
                      <a:pt x="21600" y="18514"/>
                    </a:lnTo>
                    <a:lnTo>
                      <a:pt x="21600" y="19543"/>
                    </a:lnTo>
                    <a:cubicBezTo>
                      <a:pt x="21600" y="20679"/>
                      <a:pt x="20995" y="21600"/>
                      <a:pt x="20250" y="21600"/>
                    </a:cubicBezTo>
                    <a:cubicBezTo>
                      <a:pt x="20250" y="21600"/>
                      <a:pt x="20250" y="21600"/>
                      <a:pt x="20250" y="2160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1" name="ïsḻî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65BDC718-3578-4973-9D5F-DD133B471456}"/>
                  </a:ext>
                </a:extLst>
              </p:cNvPr>
              <p:cNvSpPr/>
              <p:nvPr/>
            </p:nvSpPr>
            <p:spPr>
              <a:xfrm>
                <a:off x="7050464" y="49151"/>
                <a:ext cx="319501" cy="3419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2" name="ïŝļï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42177E0-47C5-418F-8798-D19BF39498DA}"/>
                  </a:ext>
                </a:extLst>
              </p:cNvPr>
              <p:cNvSpPr/>
              <p:nvPr/>
            </p:nvSpPr>
            <p:spPr>
              <a:xfrm>
                <a:off x="2245561" y="175503"/>
                <a:ext cx="319501" cy="3419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" name="ïšľí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2E703D7-3939-451F-8CCB-8DE52CF49A8C}"/>
                  </a:ext>
                </a:extLst>
              </p:cNvPr>
              <p:cNvSpPr/>
              <p:nvPr/>
            </p:nvSpPr>
            <p:spPr>
              <a:xfrm>
                <a:off x="12692697" y="204520"/>
                <a:ext cx="263778" cy="2822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4" name="îSḷí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D20E9AF-F9D6-461A-9D8D-39F90ECFDFB7}"/>
                  </a:ext>
                </a:extLst>
              </p:cNvPr>
              <p:cNvSpPr/>
              <p:nvPr/>
            </p:nvSpPr>
            <p:spPr>
              <a:xfrm>
                <a:off x="8472554" y="362785"/>
                <a:ext cx="432472" cy="2609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1" h="21289" extrusionOk="0">
                    <a:moveTo>
                      <a:pt x="5099" y="1723"/>
                    </a:moveTo>
                    <a:lnTo>
                      <a:pt x="3700" y="16273"/>
                    </a:lnTo>
                    <a:lnTo>
                      <a:pt x="16313" y="19565"/>
                    </a:lnTo>
                    <a:lnTo>
                      <a:pt x="17712" y="5015"/>
                    </a:lnTo>
                    <a:cubicBezTo>
                      <a:pt x="17712" y="5015"/>
                      <a:pt x="5099" y="1723"/>
                      <a:pt x="5099" y="1723"/>
                    </a:cubicBezTo>
                    <a:close/>
                    <a:moveTo>
                      <a:pt x="2757" y="5906"/>
                    </a:moveTo>
                    <a:lnTo>
                      <a:pt x="2258" y="11102"/>
                    </a:lnTo>
                    <a:cubicBezTo>
                      <a:pt x="2230" y="11390"/>
                      <a:pt x="2349" y="11659"/>
                      <a:pt x="2523" y="11704"/>
                    </a:cubicBezTo>
                    <a:cubicBezTo>
                      <a:pt x="2697" y="11750"/>
                      <a:pt x="2861" y="11554"/>
                      <a:pt x="2889" y="11267"/>
                    </a:cubicBezTo>
                    <a:lnTo>
                      <a:pt x="3388" y="6071"/>
                    </a:lnTo>
                    <a:cubicBezTo>
                      <a:pt x="3416" y="5784"/>
                      <a:pt x="3297" y="5514"/>
                      <a:pt x="3123" y="5469"/>
                    </a:cubicBezTo>
                    <a:cubicBezTo>
                      <a:pt x="2949" y="5423"/>
                      <a:pt x="2785" y="5619"/>
                      <a:pt x="2757" y="5906"/>
                    </a:cubicBezTo>
                    <a:close/>
                    <a:moveTo>
                      <a:pt x="19585" y="12429"/>
                    </a:moveTo>
                    <a:cubicBezTo>
                      <a:pt x="19668" y="11568"/>
                      <a:pt x="19311" y="10759"/>
                      <a:pt x="18789" y="10623"/>
                    </a:cubicBezTo>
                    <a:cubicBezTo>
                      <a:pt x="18266" y="10487"/>
                      <a:pt x="17776" y="11074"/>
                      <a:pt x="17693" y="11935"/>
                    </a:cubicBezTo>
                    <a:cubicBezTo>
                      <a:pt x="17610" y="12796"/>
                      <a:pt x="17967" y="13604"/>
                      <a:pt x="18489" y="13741"/>
                    </a:cubicBezTo>
                    <a:cubicBezTo>
                      <a:pt x="19012" y="13877"/>
                      <a:pt x="19502" y="13289"/>
                      <a:pt x="19585" y="12429"/>
                    </a:cubicBezTo>
                    <a:close/>
                    <a:moveTo>
                      <a:pt x="21396" y="7042"/>
                    </a:moveTo>
                    <a:lnTo>
                      <a:pt x="20197" y="19513"/>
                    </a:lnTo>
                    <a:cubicBezTo>
                      <a:pt x="20087" y="20661"/>
                      <a:pt x="19433" y="21444"/>
                      <a:pt x="18736" y="21262"/>
                    </a:cubicBezTo>
                    <a:lnTo>
                      <a:pt x="1078" y="16653"/>
                    </a:lnTo>
                    <a:cubicBezTo>
                      <a:pt x="381" y="16472"/>
                      <a:pt x="-94" y="15394"/>
                      <a:pt x="16" y="14246"/>
                    </a:cubicBezTo>
                    <a:lnTo>
                      <a:pt x="1215" y="1775"/>
                    </a:lnTo>
                    <a:cubicBezTo>
                      <a:pt x="1325" y="627"/>
                      <a:pt x="1979" y="-156"/>
                      <a:pt x="2676" y="26"/>
                    </a:cubicBezTo>
                    <a:lnTo>
                      <a:pt x="20334" y="4635"/>
                    </a:lnTo>
                    <a:cubicBezTo>
                      <a:pt x="21031" y="4816"/>
                      <a:pt x="21506" y="5894"/>
                      <a:pt x="21396" y="7042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5" name="îsḷí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529F0FB-4550-4B37-87E2-E5FC46558304}"/>
                  </a:ext>
                </a:extLst>
              </p:cNvPr>
              <p:cNvSpPr/>
              <p:nvPr/>
            </p:nvSpPr>
            <p:spPr>
              <a:xfrm>
                <a:off x="3611364" y="338052"/>
                <a:ext cx="557157" cy="3361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11" h="21289" extrusionOk="0">
                    <a:moveTo>
                      <a:pt x="5099" y="1723"/>
                    </a:moveTo>
                    <a:lnTo>
                      <a:pt x="3700" y="16273"/>
                    </a:lnTo>
                    <a:lnTo>
                      <a:pt x="16313" y="19565"/>
                    </a:lnTo>
                    <a:lnTo>
                      <a:pt x="17712" y="5015"/>
                    </a:lnTo>
                    <a:cubicBezTo>
                      <a:pt x="17712" y="5015"/>
                      <a:pt x="5099" y="1723"/>
                      <a:pt x="5099" y="1723"/>
                    </a:cubicBezTo>
                    <a:close/>
                    <a:moveTo>
                      <a:pt x="2757" y="5906"/>
                    </a:moveTo>
                    <a:lnTo>
                      <a:pt x="2258" y="11102"/>
                    </a:lnTo>
                    <a:cubicBezTo>
                      <a:pt x="2230" y="11390"/>
                      <a:pt x="2349" y="11659"/>
                      <a:pt x="2523" y="11704"/>
                    </a:cubicBezTo>
                    <a:cubicBezTo>
                      <a:pt x="2697" y="11750"/>
                      <a:pt x="2861" y="11554"/>
                      <a:pt x="2889" y="11267"/>
                    </a:cubicBezTo>
                    <a:lnTo>
                      <a:pt x="3388" y="6071"/>
                    </a:lnTo>
                    <a:cubicBezTo>
                      <a:pt x="3416" y="5784"/>
                      <a:pt x="3297" y="5514"/>
                      <a:pt x="3123" y="5469"/>
                    </a:cubicBezTo>
                    <a:cubicBezTo>
                      <a:pt x="2949" y="5423"/>
                      <a:pt x="2785" y="5619"/>
                      <a:pt x="2757" y="5906"/>
                    </a:cubicBezTo>
                    <a:close/>
                    <a:moveTo>
                      <a:pt x="19585" y="12429"/>
                    </a:moveTo>
                    <a:cubicBezTo>
                      <a:pt x="19668" y="11568"/>
                      <a:pt x="19311" y="10759"/>
                      <a:pt x="18789" y="10623"/>
                    </a:cubicBezTo>
                    <a:cubicBezTo>
                      <a:pt x="18266" y="10487"/>
                      <a:pt x="17776" y="11074"/>
                      <a:pt x="17693" y="11935"/>
                    </a:cubicBezTo>
                    <a:cubicBezTo>
                      <a:pt x="17610" y="12796"/>
                      <a:pt x="17967" y="13604"/>
                      <a:pt x="18489" y="13741"/>
                    </a:cubicBezTo>
                    <a:cubicBezTo>
                      <a:pt x="19012" y="13877"/>
                      <a:pt x="19502" y="13289"/>
                      <a:pt x="19585" y="12429"/>
                    </a:cubicBezTo>
                    <a:close/>
                    <a:moveTo>
                      <a:pt x="21396" y="7042"/>
                    </a:moveTo>
                    <a:lnTo>
                      <a:pt x="20197" y="19513"/>
                    </a:lnTo>
                    <a:cubicBezTo>
                      <a:pt x="20087" y="20661"/>
                      <a:pt x="19433" y="21444"/>
                      <a:pt x="18736" y="21262"/>
                    </a:cubicBezTo>
                    <a:lnTo>
                      <a:pt x="1078" y="16653"/>
                    </a:lnTo>
                    <a:cubicBezTo>
                      <a:pt x="381" y="16472"/>
                      <a:pt x="-94" y="15394"/>
                      <a:pt x="16" y="14246"/>
                    </a:cubicBezTo>
                    <a:lnTo>
                      <a:pt x="1215" y="1775"/>
                    </a:lnTo>
                    <a:cubicBezTo>
                      <a:pt x="1325" y="627"/>
                      <a:pt x="1979" y="-156"/>
                      <a:pt x="2676" y="26"/>
                    </a:cubicBezTo>
                    <a:lnTo>
                      <a:pt x="20334" y="4635"/>
                    </a:lnTo>
                    <a:cubicBezTo>
                      <a:pt x="21031" y="4816"/>
                      <a:pt x="21506" y="5894"/>
                      <a:pt x="21396" y="7042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6" name="ï$ļi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7D3253B-F647-4B80-92E3-DE9BE0A24DA9}"/>
                  </a:ext>
                </a:extLst>
              </p:cNvPr>
              <p:cNvSpPr/>
              <p:nvPr/>
            </p:nvSpPr>
            <p:spPr>
              <a:xfrm>
                <a:off x="7810220" y="757200"/>
                <a:ext cx="264703" cy="1876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7" name="îşļi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FB055C4-84C0-4F50-A90E-7D2A0EA60D29}"/>
                  </a:ext>
                </a:extLst>
              </p:cNvPr>
              <p:cNvSpPr/>
              <p:nvPr/>
            </p:nvSpPr>
            <p:spPr>
              <a:xfrm>
                <a:off x="4941257" y="587832"/>
                <a:ext cx="322191" cy="4056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5" y="0"/>
                    </a:moveTo>
                    <a:lnTo>
                      <a:pt x="0" y="18854"/>
                    </a:lnTo>
                    <a:lnTo>
                      <a:pt x="17786" y="21600"/>
                    </a:lnTo>
                    <a:lnTo>
                      <a:pt x="21600" y="6017"/>
                    </a:lnTo>
                    <a:lnTo>
                      <a:pt x="18300" y="2113"/>
                    </a:lnTo>
                    <a:lnTo>
                      <a:pt x="4615" y="0"/>
                    </a:lnTo>
                    <a:close/>
                    <a:moveTo>
                      <a:pt x="9206" y="5215"/>
                    </a:moveTo>
                    <a:lnTo>
                      <a:pt x="15684" y="6215"/>
                    </a:lnTo>
                    <a:lnTo>
                      <a:pt x="15556" y="6735"/>
                    </a:lnTo>
                    <a:lnTo>
                      <a:pt x="9079" y="5735"/>
                    </a:lnTo>
                    <a:lnTo>
                      <a:pt x="9206" y="5215"/>
                    </a:lnTo>
                    <a:close/>
                    <a:moveTo>
                      <a:pt x="4712" y="9845"/>
                    </a:moveTo>
                    <a:lnTo>
                      <a:pt x="17667" y="11845"/>
                    </a:lnTo>
                    <a:lnTo>
                      <a:pt x="17544" y="12350"/>
                    </a:lnTo>
                    <a:lnTo>
                      <a:pt x="4588" y="10350"/>
                    </a:lnTo>
                    <a:lnTo>
                      <a:pt x="4712" y="9845"/>
                    </a:lnTo>
                    <a:close/>
                    <a:moveTo>
                      <a:pt x="4086" y="12402"/>
                    </a:moveTo>
                    <a:lnTo>
                      <a:pt x="17041" y="14402"/>
                    </a:lnTo>
                    <a:lnTo>
                      <a:pt x="16914" y="14923"/>
                    </a:lnTo>
                    <a:lnTo>
                      <a:pt x="3958" y="12923"/>
                    </a:lnTo>
                    <a:lnTo>
                      <a:pt x="4086" y="12402"/>
                    </a:lnTo>
                    <a:close/>
                    <a:moveTo>
                      <a:pt x="3460" y="14960"/>
                    </a:moveTo>
                    <a:lnTo>
                      <a:pt x="9938" y="15960"/>
                    </a:lnTo>
                    <a:lnTo>
                      <a:pt x="9810" y="16480"/>
                    </a:lnTo>
                    <a:lnTo>
                      <a:pt x="3332" y="15480"/>
                    </a:lnTo>
                    <a:lnTo>
                      <a:pt x="3460" y="14960"/>
                    </a:ln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8" name="îşḻí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539E3331-E4FC-4AF7-B1D7-2515B5D15B84}"/>
                  </a:ext>
                </a:extLst>
              </p:cNvPr>
              <p:cNvSpPr/>
              <p:nvPr/>
            </p:nvSpPr>
            <p:spPr>
              <a:xfrm>
                <a:off x="2710180" y="223327"/>
                <a:ext cx="428185" cy="5391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5" y="0"/>
                    </a:moveTo>
                    <a:lnTo>
                      <a:pt x="0" y="18854"/>
                    </a:lnTo>
                    <a:lnTo>
                      <a:pt x="17786" y="21600"/>
                    </a:lnTo>
                    <a:lnTo>
                      <a:pt x="21600" y="6017"/>
                    </a:lnTo>
                    <a:lnTo>
                      <a:pt x="18300" y="2113"/>
                    </a:lnTo>
                    <a:lnTo>
                      <a:pt x="4615" y="0"/>
                    </a:lnTo>
                    <a:close/>
                    <a:moveTo>
                      <a:pt x="9206" y="5215"/>
                    </a:moveTo>
                    <a:lnTo>
                      <a:pt x="15684" y="6215"/>
                    </a:lnTo>
                    <a:lnTo>
                      <a:pt x="15556" y="6735"/>
                    </a:lnTo>
                    <a:lnTo>
                      <a:pt x="9079" y="5735"/>
                    </a:lnTo>
                    <a:lnTo>
                      <a:pt x="9206" y="5215"/>
                    </a:lnTo>
                    <a:close/>
                    <a:moveTo>
                      <a:pt x="4712" y="9845"/>
                    </a:moveTo>
                    <a:lnTo>
                      <a:pt x="17667" y="11845"/>
                    </a:lnTo>
                    <a:lnTo>
                      <a:pt x="17544" y="12350"/>
                    </a:lnTo>
                    <a:lnTo>
                      <a:pt x="4588" y="10350"/>
                    </a:lnTo>
                    <a:lnTo>
                      <a:pt x="4712" y="9845"/>
                    </a:lnTo>
                    <a:close/>
                    <a:moveTo>
                      <a:pt x="4086" y="12402"/>
                    </a:moveTo>
                    <a:lnTo>
                      <a:pt x="17041" y="14402"/>
                    </a:lnTo>
                    <a:lnTo>
                      <a:pt x="16914" y="14923"/>
                    </a:lnTo>
                    <a:lnTo>
                      <a:pt x="3958" y="12923"/>
                    </a:lnTo>
                    <a:lnTo>
                      <a:pt x="4086" y="12402"/>
                    </a:lnTo>
                    <a:close/>
                    <a:moveTo>
                      <a:pt x="3460" y="14960"/>
                    </a:moveTo>
                    <a:lnTo>
                      <a:pt x="9938" y="15960"/>
                    </a:lnTo>
                    <a:lnTo>
                      <a:pt x="9810" y="16480"/>
                    </a:lnTo>
                    <a:lnTo>
                      <a:pt x="3332" y="15480"/>
                    </a:lnTo>
                    <a:lnTo>
                      <a:pt x="3460" y="14960"/>
                    </a:ln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íšḷî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848B28E-5EBB-48B7-AC88-3892C78A25EF}"/>
                  </a:ext>
                </a:extLst>
              </p:cNvPr>
              <p:cNvSpPr/>
              <p:nvPr/>
            </p:nvSpPr>
            <p:spPr>
              <a:xfrm>
                <a:off x="11633417" y="285541"/>
                <a:ext cx="259147" cy="326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5" y="0"/>
                    </a:moveTo>
                    <a:lnTo>
                      <a:pt x="0" y="18854"/>
                    </a:lnTo>
                    <a:lnTo>
                      <a:pt x="17786" y="21600"/>
                    </a:lnTo>
                    <a:lnTo>
                      <a:pt x="21600" y="6017"/>
                    </a:lnTo>
                    <a:lnTo>
                      <a:pt x="18300" y="2113"/>
                    </a:lnTo>
                    <a:lnTo>
                      <a:pt x="4615" y="0"/>
                    </a:lnTo>
                    <a:close/>
                    <a:moveTo>
                      <a:pt x="9206" y="5215"/>
                    </a:moveTo>
                    <a:lnTo>
                      <a:pt x="15684" y="6215"/>
                    </a:lnTo>
                    <a:lnTo>
                      <a:pt x="15556" y="6735"/>
                    </a:lnTo>
                    <a:lnTo>
                      <a:pt x="9079" y="5735"/>
                    </a:lnTo>
                    <a:lnTo>
                      <a:pt x="9206" y="5215"/>
                    </a:lnTo>
                    <a:close/>
                    <a:moveTo>
                      <a:pt x="4712" y="9845"/>
                    </a:moveTo>
                    <a:lnTo>
                      <a:pt x="17667" y="11845"/>
                    </a:lnTo>
                    <a:lnTo>
                      <a:pt x="17544" y="12350"/>
                    </a:lnTo>
                    <a:lnTo>
                      <a:pt x="4588" y="10350"/>
                    </a:lnTo>
                    <a:lnTo>
                      <a:pt x="4712" y="9845"/>
                    </a:lnTo>
                    <a:close/>
                    <a:moveTo>
                      <a:pt x="4086" y="12402"/>
                    </a:moveTo>
                    <a:lnTo>
                      <a:pt x="17041" y="14402"/>
                    </a:lnTo>
                    <a:lnTo>
                      <a:pt x="16914" y="14923"/>
                    </a:lnTo>
                    <a:lnTo>
                      <a:pt x="3958" y="12923"/>
                    </a:lnTo>
                    <a:lnTo>
                      <a:pt x="4086" y="12402"/>
                    </a:lnTo>
                    <a:close/>
                    <a:moveTo>
                      <a:pt x="3460" y="14960"/>
                    </a:moveTo>
                    <a:lnTo>
                      <a:pt x="9938" y="15960"/>
                    </a:lnTo>
                    <a:lnTo>
                      <a:pt x="9810" y="16480"/>
                    </a:lnTo>
                    <a:lnTo>
                      <a:pt x="3332" y="15480"/>
                    </a:lnTo>
                    <a:lnTo>
                      <a:pt x="3460" y="14960"/>
                    </a:ln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íṡľí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B956139-E26A-4D6E-8343-DB62FCB735C9}"/>
                  </a:ext>
                </a:extLst>
              </p:cNvPr>
              <p:cNvSpPr/>
              <p:nvPr/>
            </p:nvSpPr>
            <p:spPr>
              <a:xfrm>
                <a:off x="5593148" y="386437"/>
                <a:ext cx="447121" cy="6393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1" h="21511" extrusionOk="0">
                    <a:moveTo>
                      <a:pt x="18683" y="0"/>
                    </a:moveTo>
                    <a:lnTo>
                      <a:pt x="17079" y="1668"/>
                    </a:lnTo>
                    <a:cubicBezTo>
                      <a:pt x="17015" y="1638"/>
                      <a:pt x="16700" y="1488"/>
                      <a:pt x="16700" y="1488"/>
                    </a:cubicBezTo>
                    <a:lnTo>
                      <a:pt x="15441" y="2801"/>
                    </a:lnTo>
                    <a:lnTo>
                      <a:pt x="15820" y="2981"/>
                    </a:lnTo>
                    <a:lnTo>
                      <a:pt x="15441" y="3375"/>
                    </a:lnTo>
                    <a:lnTo>
                      <a:pt x="2730" y="16587"/>
                    </a:lnTo>
                    <a:cubicBezTo>
                      <a:pt x="2279" y="17056"/>
                      <a:pt x="509" y="19614"/>
                      <a:pt x="586" y="20489"/>
                    </a:cubicBezTo>
                    <a:cubicBezTo>
                      <a:pt x="597" y="20614"/>
                      <a:pt x="646" y="20706"/>
                      <a:pt x="742" y="20751"/>
                    </a:cubicBezTo>
                    <a:cubicBezTo>
                      <a:pt x="1508" y="21113"/>
                      <a:pt x="4988" y="18432"/>
                      <a:pt x="5504" y="17895"/>
                    </a:cubicBezTo>
                    <a:lnTo>
                      <a:pt x="18209" y="4684"/>
                    </a:lnTo>
                    <a:lnTo>
                      <a:pt x="18588" y="4289"/>
                    </a:lnTo>
                    <a:lnTo>
                      <a:pt x="18984" y="4477"/>
                    </a:lnTo>
                    <a:lnTo>
                      <a:pt x="14043" y="9610"/>
                    </a:lnTo>
                    <a:lnTo>
                      <a:pt x="14611" y="9879"/>
                    </a:lnTo>
                    <a:lnTo>
                      <a:pt x="20810" y="3434"/>
                    </a:lnTo>
                    <a:cubicBezTo>
                      <a:pt x="20810" y="3434"/>
                      <a:pt x="20191" y="3144"/>
                      <a:pt x="19847" y="2981"/>
                    </a:cubicBezTo>
                    <a:lnTo>
                      <a:pt x="21451" y="1313"/>
                    </a:lnTo>
                    <a:cubicBezTo>
                      <a:pt x="21451" y="1313"/>
                      <a:pt x="18683" y="0"/>
                      <a:pt x="18683" y="0"/>
                    </a:cubicBezTo>
                    <a:close/>
                    <a:moveTo>
                      <a:pt x="586" y="20489"/>
                    </a:moveTo>
                    <a:cubicBezTo>
                      <a:pt x="585" y="20448"/>
                      <a:pt x="574" y="20416"/>
                      <a:pt x="580" y="20368"/>
                    </a:cubicBezTo>
                    <a:lnTo>
                      <a:pt x="319" y="20638"/>
                    </a:lnTo>
                    <a:cubicBezTo>
                      <a:pt x="213" y="20748"/>
                      <a:pt x="-149" y="21394"/>
                      <a:pt x="68" y="21497"/>
                    </a:cubicBezTo>
                    <a:cubicBezTo>
                      <a:pt x="286" y="21600"/>
                      <a:pt x="1004" y="21123"/>
                      <a:pt x="1110" y="21013"/>
                    </a:cubicBezTo>
                    <a:lnTo>
                      <a:pt x="1371" y="20739"/>
                    </a:lnTo>
                    <a:cubicBezTo>
                      <a:pt x="1093" y="20840"/>
                      <a:pt x="868" y="20874"/>
                      <a:pt x="731" y="20810"/>
                    </a:cubicBezTo>
                    <a:cubicBezTo>
                      <a:pt x="624" y="20759"/>
                      <a:pt x="588" y="20638"/>
                      <a:pt x="586" y="2048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1" name="iśļí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1C1E0E5A-7F92-40E3-A61E-9B3D29650BEA}"/>
                  </a:ext>
                </a:extLst>
              </p:cNvPr>
              <p:cNvSpPr/>
              <p:nvPr/>
            </p:nvSpPr>
            <p:spPr>
              <a:xfrm>
                <a:off x="1542552" y="221372"/>
                <a:ext cx="370026" cy="5290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1" h="21511" extrusionOk="0">
                    <a:moveTo>
                      <a:pt x="18683" y="0"/>
                    </a:moveTo>
                    <a:lnTo>
                      <a:pt x="17079" y="1668"/>
                    </a:lnTo>
                    <a:cubicBezTo>
                      <a:pt x="17015" y="1638"/>
                      <a:pt x="16700" y="1488"/>
                      <a:pt x="16700" y="1488"/>
                    </a:cubicBezTo>
                    <a:lnTo>
                      <a:pt x="15441" y="2801"/>
                    </a:lnTo>
                    <a:lnTo>
                      <a:pt x="15820" y="2981"/>
                    </a:lnTo>
                    <a:lnTo>
                      <a:pt x="15441" y="3375"/>
                    </a:lnTo>
                    <a:lnTo>
                      <a:pt x="2730" y="16587"/>
                    </a:lnTo>
                    <a:cubicBezTo>
                      <a:pt x="2279" y="17056"/>
                      <a:pt x="509" y="19614"/>
                      <a:pt x="586" y="20489"/>
                    </a:cubicBezTo>
                    <a:cubicBezTo>
                      <a:pt x="597" y="20614"/>
                      <a:pt x="646" y="20706"/>
                      <a:pt x="742" y="20751"/>
                    </a:cubicBezTo>
                    <a:cubicBezTo>
                      <a:pt x="1508" y="21113"/>
                      <a:pt x="4988" y="18432"/>
                      <a:pt x="5504" y="17895"/>
                    </a:cubicBezTo>
                    <a:lnTo>
                      <a:pt x="18209" y="4684"/>
                    </a:lnTo>
                    <a:lnTo>
                      <a:pt x="18588" y="4289"/>
                    </a:lnTo>
                    <a:lnTo>
                      <a:pt x="18984" y="4477"/>
                    </a:lnTo>
                    <a:lnTo>
                      <a:pt x="14043" y="9610"/>
                    </a:lnTo>
                    <a:lnTo>
                      <a:pt x="14611" y="9879"/>
                    </a:lnTo>
                    <a:lnTo>
                      <a:pt x="20810" y="3434"/>
                    </a:lnTo>
                    <a:cubicBezTo>
                      <a:pt x="20810" y="3434"/>
                      <a:pt x="20191" y="3144"/>
                      <a:pt x="19847" y="2981"/>
                    </a:cubicBezTo>
                    <a:lnTo>
                      <a:pt x="21451" y="1313"/>
                    </a:lnTo>
                    <a:cubicBezTo>
                      <a:pt x="21451" y="1313"/>
                      <a:pt x="18683" y="0"/>
                      <a:pt x="18683" y="0"/>
                    </a:cubicBezTo>
                    <a:close/>
                    <a:moveTo>
                      <a:pt x="586" y="20489"/>
                    </a:moveTo>
                    <a:cubicBezTo>
                      <a:pt x="585" y="20448"/>
                      <a:pt x="574" y="20416"/>
                      <a:pt x="580" y="20368"/>
                    </a:cubicBezTo>
                    <a:lnTo>
                      <a:pt x="319" y="20638"/>
                    </a:lnTo>
                    <a:cubicBezTo>
                      <a:pt x="213" y="20748"/>
                      <a:pt x="-149" y="21394"/>
                      <a:pt x="68" y="21497"/>
                    </a:cubicBezTo>
                    <a:cubicBezTo>
                      <a:pt x="286" y="21600"/>
                      <a:pt x="1004" y="21123"/>
                      <a:pt x="1110" y="21013"/>
                    </a:cubicBezTo>
                    <a:lnTo>
                      <a:pt x="1371" y="20739"/>
                    </a:lnTo>
                    <a:cubicBezTo>
                      <a:pt x="1093" y="20840"/>
                      <a:pt x="868" y="20874"/>
                      <a:pt x="731" y="20810"/>
                    </a:cubicBezTo>
                    <a:cubicBezTo>
                      <a:pt x="624" y="20759"/>
                      <a:pt x="588" y="20638"/>
                      <a:pt x="586" y="20489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2" name="îŝḷi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C6C5213-A68A-42FC-BDBB-1B0113F32197}"/>
                  </a:ext>
                </a:extLst>
              </p:cNvPr>
              <p:cNvSpPr/>
              <p:nvPr/>
            </p:nvSpPr>
            <p:spPr>
              <a:xfrm>
                <a:off x="7389274" y="487114"/>
                <a:ext cx="324612" cy="4000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9" h="21341" extrusionOk="0">
                    <a:moveTo>
                      <a:pt x="12205" y="0"/>
                    </a:moveTo>
                    <a:cubicBezTo>
                      <a:pt x="11720" y="1"/>
                      <a:pt x="11326" y="320"/>
                      <a:pt x="11326" y="713"/>
                    </a:cubicBezTo>
                    <a:lnTo>
                      <a:pt x="11325" y="2819"/>
                    </a:lnTo>
                    <a:cubicBezTo>
                      <a:pt x="11950" y="2747"/>
                      <a:pt x="12537" y="2740"/>
                      <a:pt x="13081" y="2776"/>
                    </a:cubicBezTo>
                    <a:lnTo>
                      <a:pt x="13083" y="713"/>
                    </a:lnTo>
                    <a:cubicBezTo>
                      <a:pt x="13083" y="320"/>
                      <a:pt x="12690" y="1"/>
                      <a:pt x="12205" y="0"/>
                    </a:cubicBezTo>
                    <a:close/>
                    <a:moveTo>
                      <a:pt x="18280" y="1334"/>
                    </a:moveTo>
                    <a:cubicBezTo>
                      <a:pt x="17859" y="1138"/>
                      <a:pt x="17322" y="1255"/>
                      <a:pt x="17079" y="1596"/>
                    </a:cubicBezTo>
                    <a:lnTo>
                      <a:pt x="15817" y="3366"/>
                    </a:lnTo>
                    <a:cubicBezTo>
                      <a:pt x="16385" y="3577"/>
                      <a:pt x="16889" y="3826"/>
                      <a:pt x="17333" y="4087"/>
                    </a:cubicBezTo>
                    <a:lnTo>
                      <a:pt x="18600" y="2308"/>
                    </a:lnTo>
                    <a:cubicBezTo>
                      <a:pt x="18843" y="1966"/>
                      <a:pt x="18700" y="1531"/>
                      <a:pt x="18280" y="1334"/>
                    </a:cubicBezTo>
                    <a:close/>
                    <a:moveTo>
                      <a:pt x="879" y="9125"/>
                    </a:moveTo>
                    <a:cubicBezTo>
                      <a:pt x="394" y="9126"/>
                      <a:pt x="0" y="9445"/>
                      <a:pt x="0" y="9839"/>
                    </a:cubicBezTo>
                    <a:cubicBezTo>
                      <a:pt x="0" y="10232"/>
                      <a:pt x="393" y="10551"/>
                      <a:pt x="879" y="10551"/>
                    </a:cubicBezTo>
                    <a:lnTo>
                      <a:pt x="3404" y="10550"/>
                    </a:lnTo>
                    <a:cubicBezTo>
                      <a:pt x="3351" y="10107"/>
                      <a:pt x="3343" y="9629"/>
                      <a:pt x="3405" y="9124"/>
                    </a:cubicBezTo>
                    <a:cubicBezTo>
                      <a:pt x="3405" y="9124"/>
                      <a:pt x="879" y="9125"/>
                      <a:pt x="879" y="9125"/>
                    </a:cubicBezTo>
                    <a:close/>
                    <a:moveTo>
                      <a:pt x="2851" y="4649"/>
                    </a:moveTo>
                    <a:cubicBezTo>
                      <a:pt x="2431" y="4453"/>
                      <a:pt x="1894" y="4570"/>
                      <a:pt x="1651" y="4911"/>
                    </a:cubicBezTo>
                    <a:cubicBezTo>
                      <a:pt x="1408" y="5251"/>
                      <a:pt x="1552" y="5687"/>
                      <a:pt x="1973" y="5884"/>
                    </a:cubicBezTo>
                    <a:lnTo>
                      <a:pt x="4171" y="6912"/>
                    </a:lnTo>
                    <a:cubicBezTo>
                      <a:pt x="4408" y="6513"/>
                      <a:pt x="4715" y="6106"/>
                      <a:pt x="5109" y="5706"/>
                    </a:cubicBezTo>
                    <a:cubicBezTo>
                      <a:pt x="5109" y="5706"/>
                      <a:pt x="2851" y="4649"/>
                      <a:pt x="2851" y="4649"/>
                    </a:cubicBezTo>
                    <a:close/>
                    <a:moveTo>
                      <a:pt x="6118" y="1310"/>
                    </a:moveTo>
                    <a:cubicBezTo>
                      <a:pt x="5698" y="1506"/>
                      <a:pt x="5553" y="1942"/>
                      <a:pt x="5795" y="2283"/>
                    </a:cubicBezTo>
                    <a:lnTo>
                      <a:pt x="7150" y="4186"/>
                    </a:lnTo>
                    <a:cubicBezTo>
                      <a:pt x="7326" y="4088"/>
                      <a:pt x="8471" y="3556"/>
                      <a:pt x="8675" y="3478"/>
                    </a:cubicBezTo>
                    <a:lnTo>
                      <a:pt x="7318" y="1570"/>
                    </a:lnTo>
                    <a:cubicBezTo>
                      <a:pt x="7075" y="1229"/>
                      <a:pt x="6538" y="1113"/>
                      <a:pt x="6118" y="1310"/>
                    </a:cubicBezTo>
                    <a:close/>
                    <a:moveTo>
                      <a:pt x="18708" y="6478"/>
                    </a:moveTo>
                    <a:cubicBezTo>
                      <a:pt x="17247" y="4749"/>
                      <a:pt x="13396" y="2259"/>
                      <a:pt x="8417" y="4592"/>
                    </a:cubicBezTo>
                    <a:cubicBezTo>
                      <a:pt x="8416" y="4592"/>
                      <a:pt x="8415" y="4593"/>
                      <a:pt x="8414" y="4593"/>
                    </a:cubicBezTo>
                    <a:cubicBezTo>
                      <a:pt x="8414" y="4593"/>
                      <a:pt x="8413" y="4593"/>
                      <a:pt x="8413" y="4594"/>
                    </a:cubicBezTo>
                    <a:cubicBezTo>
                      <a:pt x="8412" y="4594"/>
                      <a:pt x="8411" y="4594"/>
                      <a:pt x="8411" y="4595"/>
                    </a:cubicBezTo>
                    <a:cubicBezTo>
                      <a:pt x="8410" y="4595"/>
                      <a:pt x="8409" y="4595"/>
                      <a:pt x="8409" y="4596"/>
                    </a:cubicBezTo>
                    <a:cubicBezTo>
                      <a:pt x="3429" y="6929"/>
                      <a:pt x="4160" y="10880"/>
                      <a:pt x="5276" y="12771"/>
                    </a:cubicBezTo>
                    <a:cubicBezTo>
                      <a:pt x="6289" y="14473"/>
                      <a:pt x="8765" y="15342"/>
                      <a:pt x="9094" y="15507"/>
                    </a:cubicBezTo>
                    <a:cubicBezTo>
                      <a:pt x="9630" y="15775"/>
                      <a:pt x="12317" y="16498"/>
                      <a:pt x="13014" y="17370"/>
                    </a:cubicBezTo>
                    <a:cubicBezTo>
                      <a:pt x="13975" y="18570"/>
                      <a:pt x="14185" y="18516"/>
                      <a:pt x="15033" y="18314"/>
                    </a:cubicBezTo>
                    <a:cubicBezTo>
                      <a:pt x="15896" y="18109"/>
                      <a:pt x="19095" y="16611"/>
                      <a:pt x="19745" y="16106"/>
                    </a:cubicBezTo>
                    <a:cubicBezTo>
                      <a:pt x="20384" y="15611"/>
                      <a:pt x="20547" y="15491"/>
                      <a:pt x="19747" y="14216"/>
                    </a:cubicBezTo>
                    <a:cubicBezTo>
                      <a:pt x="19165" y="13290"/>
                      <a:pt x="19737" y="11040"/>
                      <a:pt x="19718" y="10529"/>
                    </a:cubicBezTo>
                    <a:cubicBezTo>
                      <a:pt x="19707" y="10216"/>
                      <a:pt x="20017" y="8041"/>
                      <a:pt x="18708" y="6478"/>
                    </a:cubicBezTo>
                    <a:close/>
                    <a:moveTo>
                      <a:pt x="21272" y="17648"/>
                    </a:moveTo>
                    <a:cubicBezTo>
                      <a:pt x="21133" y="17452"/>
                      <a:pt x="20824" y="17385"/>
                      <a:pt x="20583" y="17498"/>
                    </a:cubicBezTo>
                    <a:lnTo>
                      <a:pt x="16099" y="19599"/>
                    </a:lnTo>
                    <a:cubicBezTo>
                      <a:pt x="15858" y="19712"/>
                      <a:pt x="15775" y="19962"/>
                      <a:pt x="15914" y="20158"/>
                    </a:cubicBezTo>
                    <a:lnTo>
                      <a:pt x="15914" y="20158"/>
                    </a:lnTo>
                    <a:cubicBezTo>
                      <a:pt x="16053" y="20353"/>
                      <a:pt x="16361" y="20420"/>
                      <a:pt x="16603" y="20307"/>
                    </a:cubicBezTo>
                    <a:lnTo>
                      <a:pt x="21087" y="18206"/>
                    </a:lnTo>
                    <a:cubicBezTo>
                      <a:pt x="21328" y="18093"/>
                      <a:pt x="21411" y="17843"/>
                      <a:pt x="21272" y="17648"/>
                    </a:cubicBezTo>
                    <a:cubicBezTo>
                      <a:pt x="21272" y="17648"/>
                      <a:pt x="21272" y="17648"/>
                      <a:pt x="21272" y="17648"/>
                    </a:cubicBezTo>
                    <a:close/>
                    <a:moveTo>
                      <a:pt x="20584" y="16680"/>
                    </a:moveTo>
                    <a:cubicBezTo>
                      <a:pt x="20445" y="16485"/>
                      <a:pt x="20136" y="16418"/>
                      <a:pt x="19895" y="16531"/>
                    </a:cubicBezTo>
                    <a:lnTo>
                      <a:pt x="15411" y="18632"/>
                    </a:lnTo>
                    <a:cubicBezTo>
                      <a:pt x="15170" y="18745"/>
                      <a:pt x="15087" y="18995"/>
                      <a:pt x="15226" y="19190"/>
                    </a:cubicBezTo>
                    <a:lnTo>
                      <a:pt x="15226" y="19190"/>
                    </a:lnTo>
                    <a:cubicBezTo>
                      <a:pt x="15365" y="19386"/>
                      <a:pt x="15673" y="19453"/>
                      <a:pt x="15915" y="19340"/>
                    </a:cubicBezTo>
                    <a:lnTo>
                      <a:pt x="20399" y="17239"/>
                    </a:lnTo>
                    <a:cubicBezTo>
                      <a:pt x="20640" y="17126"/>
                      <a:pt x="20723" y="16876"/>
                      <a:pt x="20584" y="16680"/>
                    </a:cubicBezTo>
                    <a:cubicBezTo>
                      <a:pt x="20584" y="16680"/>
                      <a:pt x="20584" y="16680"/>
                      <a:pt x="20584" y="16680"/>
                    </a:cubicBezTo>
                    <a:close/>
                    <a:moveTo>
                      <a:pt x="17079" y="20429"/>
                    </a:moveTo>
                    <a:lnTo>
                      <a:pt x="20979" y="18602"/>
                    </a:lnTo>
                    <a:cubicBezTo>
                      <a:pt x="21600" y="19474"/>
                      <a:pt x="21230" y="20591"/>
                      <a:pt x="20153" y="21095"/>
                    </a:cubicBezTo>
                    <a:cubicBezTo>
                      <a:pt x="19076" y="21600"/>
                      <a:pt x="17700" y="21302"/>
                      <a:pt x="17079" y="20429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3" name="ïṣ1î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82998F3-9CFA-4C26-A289-31C8C51A9E65}"/>
                  </a:ext>
                </a:extLst>
              </p:cNvPr>
              <p:cNvSpPr/>
              <p:nvPr/>
            </p:nvSpPr>
            <p:spPr>
              <a:xfrm>
                <a:off x="4478419" y="266157"/>
                <a:ext cx="402704" cy="4963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9" h="21341" extrusionOk="0">
                    <a:moveTo>
                      <a:pt x="12205" y="0"/>
                    </a:moveTo>
                    <a:cubicBezTo>
                      <a:pt x="11720" y="1"/>
                      <a:pt x="11326" y="320"/>
                      <a:pt x="11326" y="713"/>
                    </a:cubicBezTo>
                    <a:lnTo>
                      <a:pt x="11325" y="2819"/>
                    </a:lnTo>
                    <a:cubicBezTo>
                      <a:pt x="11950" y="2747"/>
                      <a:pt x="12537" y="2740"/>
                      <a:pt x="13081" y="2776"/>
                    </a:cubicBezTo>
                    <a:lnTo>
                      <a:pt x="13083" y="713"/>
                    </a:lnTo>
                    <a:cubicBezTo>
                      <a:pt x="13083" y="320"/>
                      <a:pt x="12690" y="1"/>
                      <a:pt x="12205" y="0"/>
                    </a:cubicBezTo>
                    <a:close/>
                    <a:moveTo>
                      <a:pt x="18280" y="1334"/>
                    </a:moveTo>
                    <a:cubicBezTo>
                      <a:pt x="17859" y="1138"/>
                      <a:pt x="17322" y="1255"/>
                      <a:pt x="17079" y="1596"/>
                    </a:cubicBezTo>
                    <a:lnTo>
                      <a:pt x="15817" y="3366"/>
                    </a:lnTo>
                    <a:cubicBezTo>
                      <a:pt x="16385" y="3577"/>
                      <a:pt x="16889" y="3826"/>
                      <a:pt x="17333" y="4087"/>
                    </a:cubicBezTo>
                    <a:lnTo>
                      <a:pt x="18600" y="2308"/>
                    </a:lnTo>
                    <a:cubicBezTo>
                      <a:pt x="18843" y="1966"/>
                      <a:pt x="18700" y="1531"/>
                      <a:pt x="18280" y="1334"/>
                    </a:cubicBezTo>
                    <a:close/>
                    <a:moveTo>
                      <a:pt x="879" y="9125"/>
                    </a:moveTo>
                    <a:cubicBezTo>
                      <a:pt x="394" y="9126"/>
                      <a:pt x="0" y="9445"/>
                      <a:pt x="0" y="9839"/>
                    </a:cubicBezTo>
                    <a:cubicBezTo>
                      <a:pt x="0" y="10232"/>
                      <a:pt x="393" y="10551"/>
                      <a:pt x="879" y="10551"/>
                    </a:cubicBezTo>
                    <a:lnTo>
                      <a:pt x="3404" y="10550"/>
                    </a:lnTo>
                    <a:cubicBezTo>
                      <a:pt x="3351" y="10107"/>
                      <a:pt x="3343" y="9629"/>
                      <a:pt x="3405" y="9124"/>
                    </a:cubicBezTo>
                    <a:cubicBezTo>
                      <a:pt x="3405" y="9124"/>
                      <a:pt x="879" y="9125"/>
                      <a:pt x="879" y="9125"/>
                    </a:cubicBezTo>
                    <a:close/>
                    <a:moveTo>
                      <a:pt x="2851" y="4649"/>
                    </a:moveTo>
                    <a:cubicBezTo>
                      <a:pt x="2431" y="4453"/>
                      <a:pt x="1894" y="4570"/>
                      <a:pt x="1651" y="4911"/>
                    </a:cubicBezTo>
                    <a:cubicBezTo>
                      <a:pt x="1408" y="5251"/>
                      <a:pt x="1552" y="5687"/>
                      <a:pt x="1973" y="5884"/>
                    </a:cubicBezTo>
                    <a:lnTo>
                      <a:pt x="4171" y="6912"/>
                    </a:lnTo>
                    <a:cubicBezTo>
                      <a:pt x="4408" y="6513"/>
                      <a:pt x="4715" y="6106"/>
                      <a:pt x="5109" y="5706"/>
                    </a:cubicBezTo>
                    <a:cubicBezTo>
                      <a:pt x="5109" y="5706"/>
                      <a:pt x="2851" y="4649"/>
                      <a:pt x="2851" y="4649"/>
                    </a:cubicBezTo>
                    <a:close/>
                    <a:moveTo>
                      <a:pt x="6118" y="1310"/>
                    </a:moveTo>
                    <a:cubicBezTo>
                      <a:pt x="5698" y="1506"/>
                      <a:pt x="5553" y="1942"/>
                      <a:pt x="5795" y="2283"/>
                    </a:cubicBezTo>
                    <a:lnTo>
                      <a:pt x="7150" y="4186"/>
                    </a:lnTo>
                    <a:cubicBezTo>
                      <a:pt x="7326" y="4088"/>
                      <a:pt x="8471" y="3556"/>
                      <a:pt x="8675" y="3478"/>
                    </a:cubicBezTo>
                    <a:lnTo>
                      <a:pt x="7318" y="1570"/>
                    </a:lnTo>
                    <a:cubicBezTo>
                      <a:pt x="7075" y="1229"/>
                      <a:pt x="6538" y="1113"/>
                      <a:pt x="6118" y="1310"/>
                    </a:cubicBezTo>
                    <a:close/>
                    <a:moveTo>
                      <a:pt x="18708" y="6478"/>
                    </a:moveTo>
                    <a:cubicBezTo>
                      <a:pt x="17247" y="4749"/>
                      <a:pt x="13396" y="2259"/>
                      <a:pt x="8417" y="4592"/>
                    </a:cubicBezTo>
                    <a:cubicBezTo>
                      <a:pt x="8416" y="4592"/>
                      <a:pt x="8415" y="4593"/>
                      <a:pt x="8414" y="4593"/>
                    </a:cubicBezTo>
                    <a:cubicBezTo>
                      <a:pt x="8414" y="4593"/>
                      <a:pt x="8413" y="4593"/>
                      <a:pt x="8413" y="4594"/>
                    </a:cubicBezTo>
                    <a:cubicBezTo>
                      <a:pt x="8412" y="4594"/>
                      <a:pt x="8411" y="4594"/>
                      <a:pt x="8411" y="4595"/>
                    </a:cubicBezTo>
                    <a:cubicBezTo>
                      <a:pt x="8410" y="4595"/>
                      <a:pt x="8409" y="4595"/>
                      <a:pt x="8409" y="4596"/>
                    </a:cubicBezTo>
                    <a:cubicBezTo>
                      <a:pt x="3429" y="6929"/>
                      <a:pt x="4160" y="10880"/>
                      <a:pt x="5276" y="12771"/>
                    </a:cubicBezTo>
                    <a:cubicBezTo>
                      <a:pt x="6289" y="14473"/>
                      <a:pt x="8765" y="15342"/>
                      <a:pt x="9094" y="15507"/>
                    </a:cubicBezTo>
                    <a:cubicBezTo>
                      <a:pt x="9630" y="15775"/>
                      <a:pt x="12317" y="16498"/>
                      <a:pt x="13014" y="17370"/>
                    </a:cubicBezTo>
                    <a:cubicBezTo>
                      <a:pt x="13975" y="18570"/>
                      <a:pt x="14185" y="18516"/>
                      <a:pt x="15033" y="18314"/>
                    </a:cubicBezTo>
                    <a:cubicBezTo>
                      <a:pt x="15896" y="18109"/>
                      <a:pt x="19095" y="16611"/>
                      <a:pt x="19745" y="16106"/>
                    </a:cubicBezTo>
                    <a:cubicBezTo>
                      <a:pt x="20384" y="15611"/>
                      <a:pt x="20547" y="15491"/>
                      <a:pt x="19747" y="14216"/>
                    </a:cubicBezTo>
                    <a:cubicBezTo>
                      <a:pt x="19165" y="13290"/>
                      <a:pt x="19737" y="11040"/>
                      <a:pt x="19718" y="10529"/>
                    </a:cubicBezTo>
                    <a:cubicBezTo>
                      <a:pt x="19707" y="10216"/>
                      <a:pt x="20017" y="8041"/>
                      <a:pt x="18708" y="6478"/>
                    </a:cubicBezTo>
                    <a:close/>
                    <a:moveTo>
                      <a:pt x="21272" y="17648"/>
                    </a:moveTo>
                    <a:cubicBezTo>
                      <a:pt x="21133" y="17452"/>
                      <a:pt x="20824" y="17385"/>
                      <a:pt x="20583" y="17498"/>
                    </a:cubicBezTo>
                    <a:lnTo>
                      <a:pt x="16099" y="19599"/>
                    </a:lnTo>
                    <a:cubicBezTo>
                      <a:pt x="15858" y="19712"/>
                      <a:pt x="15775" y="19962"/>
                      <a:pt x="15914" y="20158"/>
                    </a:cubicBezTo>
                    <a:lnTo>
                      <a:pt x="15914" y="20158"/>
                    </a:lnTo>
                    <a:cubicBezTo>
                      <a:pt x="16053" y="20353"/>
                      <a:pt x="16361" y="20420"/>
                      <a:pt x="16603" y="20307"/>
                    </a:cubicBezTo>
                    <a:lnTo>
                      <a:pt x="21087" y="18206"/>
                    </a:lnTo>
                    <a:cubicBezTo>
                      <a:pt x="21328" y="18093"/>
                      <a:pt x="21411" y="17843"/>
                      <a:pt x="21272" y="17648"/>
                    </a:cubicBezTo>
                    <a:cubicBezTo>
                      <a:pt x="21272" y="17648"/>
                      <a:pt x="21272" y="17648"/>
                      <a:pt x="21272" y="17648"/>
                    </a:cubicBezTo>
                    <a:close/>
                    <a:moveTo>
                      <a:pt x="20584" y="16680"/>
                    </a:moveTo>
                    <a:cubicBezTo>
                      <a:pt x="20445" y="16485"/>
                      <a:pt x="20136" y="16418"/>
                      <a:pt x="19895" y="16531"/>
                    </a:cubicBezTo>
                    <a:lnTo>
                      <a:pt x="15411" y="18632"/>
                    </a:lnTo>
                    <a:cubicBezTo>
                      <a:pt x="15170" y="18745"/>
                      <a:pt x="15087" y="18995"/>
                      <a:pt x="15226" y="19190"/>
                    </a:cubicBezTo>
                    <a:lnTo>
                      <a:pt x="15226" y="19190"/>
                    </a:lnTo>
                    <a:cubicBezTo>
                      <a:pt x="15365" y="19386"/>
                      <a:pt x="15673" y="19453"/>
                      <a:pt x="15915" y="19340"/>
                    </a:cubicBezTo>
                    <a:lnTo>
                      <a:pt x="20399" y="17239"/>
                    </a:lnTo>
                    <a:cubicBezTo>
                      <a:pt x="20640" y="17126"/>
                      <a:pt x="20723" y="16876"/>
                      <a:pt x="20584" y="16680"/>
                    </a:cubicBezTo>
                    <a:cubicBezTo>
                      <a:pt x="20584" y="16680"/>
                      <a:pt x="20584" y="16680"/>
                      <a:pt x="20584" y="16680"/>
                    </a:cubicBezTo>
                    <a:close/>
                    <a:moveTo>
                      <a:pt x="17079" y="20429"/>
                    </a:moveTo>
                    <a:lnTo>
                      <a:pt x="20979" y="18602"/>
                    </a:lnTo>
                    <a:cubicBezTo>
                      <a:pt x="21600" y="19474"/>
                      <a:pt x="21230" y="20591"/>
                      <a:pt x="20153" y="21095"/>
                    </a:cubicBezTo>
                    <a:cubicBezTo>
                      <a:pt x="19076" y="21600"/>
                      <a:pt x="17700" y="21302"/>
                      <a:pt x="17079" y="2042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î$ļî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C4376015-2932-4D3D-BC89-875451D6E18C}"/>
                  </a:ext>
                </a:extLst>
              </p:cNvPr>
              <p:cNvSpPr/>
              <p:nvPr/>
            </p:nvSpPr>
            <p:spPr>
              <a:xfrm>
                <a:off x="10877059" y="205080"/>
                <a:ext cx="277473" cy="3419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9" h="21341" extrusionOk="0">
                    <a:moveTo>
                      <a:pt x="12205" y="0"/>
                    </a:moveTo>
                    <a:cubicBezTo>
                      <a:pt x="11720" y="1"/>
                      <a:pt x="11326" y="320"/>
                      <a:pt x="11326" y="713"/>
                    </a:cubicBezTo>
                    <a:lnTo>
                      <a:pt x="11325" y="2819"/>
                    </a:lnTo>
                    <a:cubicBezTo>
                      <a:pt x="11950" y="2747"/>
                      <a:pt x="12537" y="2740"/>
                      <a:pt x="13081" y="2776"/>
                    </a:cubicBezTo>
                    <a:lnTo>
                      <a:pt x="13083" y="713"/>
                    </a:lnTo>
                    <a:cubicBezTo>
                      <a:pt x="13083" y="320"/>
                      <a:pt x="12690" y="1"/>
                      <a:pt x="12205" y="0"/>
                    </a:cubicBezTo>
                    <a:close/>
                    <a:moveTo>
                      <a:pt x="18280" y="1334"/>
                    </a:moveTo>
                    <a:cubicBezTo>
                      <a:pt x="17859" y="1138"/>
                      <a:pt x="17322" y="1255"/>
                      <a:pt x="17079" y="1596"/>
                    </a:cubicBezTo>
                    <a:lnTo>
                      <a:pt x="15817" y="3366"/>
                    </a:lnTo>
                    <a:cubicBezTo>
                      <a:pt x="16385" y="3577"/>
                      <a:pt x="16889" y="3826"/>
                      <a:pt x="17333" y="4087"/>
                    </a:cubicBezTo>
                    <a:lnTo>
                      <a:pt x="18600" y="2308"/>
                    </a:lnTo>
                    <a:cubicBezTo>
                      <a:pt x="18843" y="1966"/>
                      <a:pt x="18700" y="1531"/>
                      <a:pt x="18280" y="1334"/>
                    </a:cubicBezTo>
                    <a:close/>
                    <a:moveTo>
                      <a:pt x="879" y="9125"/>
                    </a:moveTo>
                    <a:cubicBezTo>
                      <a:pt x="394" y="9126"/>
                      <a:pt x="0" y="9445"/>
                      <a:pt x="0" y="9839"/>
                    </a:cubicBezTo>
                    <a:cubicBezTo>
                      <a:pt x="0" y="10232"/>
                      <a:pt x="393" y="10551"/>
                      <a:pt x="879" y="10551"/>
                    </a:cubicBezTo>
                    <a:lnTo>
                      <a:pt x="3404" y="10550"/>
                    </a:lnTo>
                    <a:cubicBezTo>
                      <a:pt x="3351" y="10107"/>
                      <a:pt x="3343" y="9629"/>
                      <a:pt x="3405" y="9124"/>
                    </a:cubicBezTo>
                    <a:cubicBezTo>
                      <a:pt x="3405" y="9124"/>
                      <a:pt x="879" y="9125"/>
                      <a:pt x="879" y="9125"/>
                    </a:cubicBezTo>
                    <a:close/>
                    <a:moveTo>
                      <a:pt x="2851" y="4649"/>
                    </a:moveTo>
                    <a:cubicBezTo>
                      <a:pt x="2431" y="4453"/>
                      <a:pt x="1894" y="4570"/>
                      <a:pt x="1651" y="4911"/>
                    </a:cubicBezTo>
                    <a:cubicBezTo>
                      <a:pt x="1408" y="5251"/>
                      <a:pt x="1552" y="5687"/>
                      <a:pt x="1973" y="5884"/>
                    </a:cubicBezTo>
                    <a:lnTo>
                      <a:pt x="4171" y="6912"/>
                    </a:lnTo>
                    <a:cubicBezTo>
                      <a:pt x="4408" y="6513"/>
                      <a:pt x="4715" y="6106"/>
                      <a:pt x="5109" y="5706"/>
                    </a:cubicBezTo>
                    <a:cubicBezTo>
                      <a:pt x="5109" y="5706"/>
                      <a:pt x="2851" y="4649"/>
                      <a:pt x="2851" y="4649"/>
                    </a:cubicBezTo>
                    <a:close/>
                    <a:moveTo>
                      <a:pt x="6118" y="1310"/>
                    </a:moveTo>
                    <a:cubicBezTo>
                      <a:pt x="5698" y="1506"/>
                      <a:pt x="5553" y="1942"/>
                      <a:pt x="5795" y="2283"/>
                    </a:cubicBezTo>
                    <a:lnTo>
                      <a:pt x="7150" y="4186"/>
                    </a:lnTo>
                    <a:cubicBezTo>
                      <a:pt x="7326" y="4088"/>
                      <a:pt x="8471" y="3556"/>
                      <a:pt x="8675" y="3478"/>
                    </a:cubicBezTo>
                    <a:lnTo>
                      <a:pt x="7318" y="1570"/>
                    </a:lnTo>
                    <a:cubicBezTo>
                      <a:pt x="7075" y="1229"/>
                      <a:pt x="6538" y="1113"/>
                      <a:pt x="6118" y="1310"/>
                    </a:cubicBezTo>
                    <a:close/>
                    <a:moveTo>
                      <a:pt x="18708" y="6478"/>
                    </a:moveTo>
                    <a:cubicBezTo>
                      <a:pt x="17247" y="4749"/>
                      <a:pt x="13396" y="2259"/>
                      <a:pt x="8417" y="4592"/>
                    </a:cubicBezTo>
                    <a:cubicBezTo>
                      <a:pt x="8416" y="4592"/>
                      <a:pt x="8415" y="4593"/>
                      <a:pt x="8414" y="4593"/>
                    </a:cubicBezTo>
                    <a:cubicBezTo>
                      <a:pt x="8414" y="4593"/>
                      <a:pt x="8413" y="4593"/>
                      <a:pt x="8413" y="4594"/>
                    </a:cubicBezTo>
                    <a:cubicBezTo>
                      <a:pt x="8412" y="4594"/>
                      <a:pt x="8411" y="4594"/>
                      <a:pt x="8411" y="4595"/>
                    </a:cubicBezTo>
                    <a:cubicBezTo>
                      <a:pt x="8410" y="4595"/>
                      <a:pt x="8409" y="4595"/>
                      <a:pt x="8409" y="4596"/>
                    </a:cubicBezTo>
                    <a:cubicBezTo>
                      <a:pt x="3429" y="6929"/>
                      <a:pt x="4160" y="10880"/>
                      <a:pt x="5276" y="12771"/>
                    </a:cubicBezTo>
                    <a:cubicBezTo>
                      <a:pt x="6289" y="14473"/>
                      <a:pt x="8765" y="15342"/>
                      <a:pt x="9094" y="15507"/>
                    </a:cubicBezTo>
                    <a:cubicBezTo>
                      <a:pt x="9630" y="15775"/>
                      <a:pt x="12317" y="16498"/>
                      <a:pt x="13014" y="17370"/>
                    </a:cubicBezTo>
                    <a:cubicBezTo>
                      <a:pt x="13975" y="18570"/>
                      <a:pt x="14185" y="18516"/>
                      <a:pt x="15033" y="18314"/>
                    </a:cubicBezTo>
                    <a:cubicBezTo>
                      <a:pt x="15896" y="18109"/>
                      <a:pt x="19095" y="16611"/>
                      <a:pt x="19745" y="16106"/>
                    </a:cubicBezTo>
                    <a:cubicBezTo>
                      <a:pt x="20384" y="15611"/>
                      <a:pt x="20547" y="15491"/>
                      <a:pt x="19747" y="14216"/>
                    </a:cubicBezTo>
                    <a:cubicBezTo>
                      <a:pt x="19165" y="13290"/>
                      <a:pt x="19737" y="11040"/>
                      <a:pt x="19718" y="10529"/>
                    </a:cubicBezTo>
                    <a:cubicBezTo>
                      <a:pt x="19707" y="10216"/>
                      <a:pt x="20017" y="8041"/>
                      <a:pt x="18708" y="6478"/>
                    </a:cubicBezTo>
                    <a:close/>
                    <a:moveTo>
                      <a:pt x="21272" y="17648"/>
                    </a:moveTo>
                    <a:cubicBezTo>
                      <a:pt x="21133" y="17452"/>
                      <a:pt x="20824" y="17385"/>
                      <a:pt x="20583" y="17498"/>
                    </a:cubicBezTo>
                    <a:lnTo>
                      <a:pt x="16099" y="19599"/>
                    </a:lnTo>
                    <a:cubicBezTo>
                      <a:pt x="15858" y="19712"/>
                      <a:pt x="15775" y="19962"/>
                      <a:pt x="15914" y="20158"/>
                    </a:cubicBezTo>
                    <a:lnTo>
                      <a:pt x="15914" y="20158"/>
                    </a:lnTo>
                    <a:cubicBezTo>
                      <a:pt x="16053" y="20353"/>
                      <a:pt x="16361" y="20420"/>
                      <a:pt x="16603" y="20307"/>
                    </a:cubicBezTo>
                    <a:lnTo>
                      <a:pt x="21087" y="18206"/>
                    </a:lnTo>
                    <a:cubicBezTo>
                      <a:pt x="21328" y="18093"/>
                      <a:pt x="21411" y="17843"/>
                      <a:pt x="21272" y="17648"/>
                    </a:cubicBezTo>
                    <a:cubicBezTo>
                      <a:pt x="21272" y="17648"/>
                      <a:pt x="21272" y="17648"/>
                      <a:pt x="21272" y="17648"/>
                    </a:cubicBezTo>
                    <a:close/>
                    <a:moveTo>
                      <a:pt x="20584" y="16680"/>
                    </a:moveTo>
                    <a:cubicBezTo>
                      <a:pt x="20445" y="16485"/>
                      <a:pt x="20136" y="16418"/>
                      <a:pt x="19895" y="16531"/>
                    </a:cubicBezTo>
                    <a:lnTo>
                      <a:pt x="15411" y="18632"/>
                    </a:lnTo>
                    <a:cubicBezTo>
                      <a:pt x="15170" y="18745"/>
                      <a:pt x="15087" y="18995"/>
                      <a:pt x="15226" y="19190"/>
                    </a:cubicBezTo>
                    <a:lnTo>
                      <a:pt x="15226" y="19190"/>
                    </a:lnTo>
                    <a:cubicBezTo>
                      <a:pt x="15365" y="19386"/>
                      <a:pt x="15673" y="19453"/>
                      <a:pt x="15915" y="19340"/>
                    </a:cubicBezTo>
                    <a:lnTo>
                      <a:pt x="20399" y="17239"/>
                    </a:lnTo>
                    <a:cubicBezTo>
                      <a:pt x="20640" y="17126"/>
                      <a:pt x="20723" y="16876"/>
                      <a:pt x="20584" y="16680"/>
                    </a:cubicBezTo>
                    <a:cubicBezTo>
                      <a:pt x="20584" y="16680"/>
                      <a:pt x="20584" y="16680"/>
                      <a:pt x="20584" y="16680"/>
                    </a:cubicBezTo>
                    <a:close/>
                    <a:moveTo>
                      <a:pt x="17079" y="20429"/>
                    </a:moveTo>
                    <a:lnTo>
                      <a:pt x="20979" y="18602"/>
                    </a:lnTo>
                    <a:cubicBezTo>
                      <a:pt x="21600" y="19474"/>
                      <a:pt x="21230" y="20591"/>
                      <a:pt x="20153" y="21095"/>
                    </a:cubicBezTo>
                    <a:cubicBezTo>
                      <a:pt x="19076" y="21600"/>
                      <a:pt x="17700" y="21302"/>
                      <a:pt x="17079" y="2042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îṡļî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C49E4DA-2934-4A63-9EDE-6673877955C5}"/>
                  </a:ext>
                </a:extLst>
              </p:cNvPr>
              <p:cNvSpPr/>
              <p:nvPr/>
            </p:nvSpPr>
            <p:spPr>
              <a:xfrm>
                <a:off x="5271298" y="323865"/>
                <a:ext cx="581911" cy="3867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23" extrusionOk="0">
                    <a:moveTo>
                      <a:pt x="17523" y="7527"/>
                    </a:moveTo>
                    <a:lnTo>
                      <a:pt x="16892" y="5510"/>
                    </a:lnTo>
                    <a:lnTo>
                      <a:pt x="16892" y="5510"/>
                    </a:lnTo>
                    <a:cubicBezTo>
                      <a:pt x="16891" y="5509"/>
                      <a:pt x="16891" y="5507"/>
                      <a:pt x="16891" y="5505"/>
                    </a:cubicBezTo>
                    <a:cubicBezTo>
                      <a:pt x="16543" y="4391"/>
                      <a:pt x="13689" y="5277"/>
                      <a:pt x="10517" y="7484"/>
                    </a:cubicBezTo>
                    <a:cubicBezTo>
                      <a:pt x="7344" y="9692"/>
                      <a:pt x="5056" y="12384"/>
                      <a:pt x="5404" y="13498"/>
                    </a:cubicBezTo>
                    <a:cubicBezTo>
                      <a:pt x="5404" y="13499"/>
                      <a:pt x="5405" y="13501"/>
                      <a:pt x="5405" y="13502"/>
                    </a:cubicBezTo>
                    <a:lnTo>
                      <a:pt x="5405" y="13503"/>
                    </a:lnTo>
                    <a:lnTo>
                      <a:pt x="5495" y="13791"/>
                    </a:lnTo>
                    <a:lnTo>
                      <a:pt x="0" y="14107"/>
                    </a:lnTo>
                    <a:lnTo>
                      <a:pt x="8178" y="0"/>
                    </a:lnTo>
                    <a:lnTo>
                      <a:pt x="21600" y="1182"/>
                    </a:lnTo>
                    <a:cubicBezTo>
                      <a:pt x="21600" y="1182"/>
                      <a:pt x="17523" y="7527"/>
                      <a:pt x="17523" y="7527"/>
                    </a:cubicBezTo>
                    <a:close/>
                    <a:moveTo>
                      <a:pt x="5685" y="19621"/>
                    </a:moveTo>
                    <a:cubicBezTo>
                      <a:pt x="5884" y="20257"/>
                      <a:pt x="5703" y="21011"/>
                      <a:pt x="5280" y="21306"/>
                    </a:cubicBezTo>
                    <a:cubicBezTo>
                      <a:pt x="4857" y="21600"/>
                      <a:pt x="4353" y="21323"/>
                      <a:pt x="4154" y="20686"/>
                    </a:cubicBezTo>
                    <a:cubicBezTo>
                      <a:pt x="4021" y="20261"/>
                      <a:pt x="4061" y="19785"/>
                      <a:pt x="4227" y="19427"/>
                    </a:cubicBezTo>
                    <a:lnTo>
                      <a:pt x="2645" y="14366"/>
                    </a:lnTo>
                    <a:lnTo>
                      <a:pt x="3561" y="14314"/>
                    </a:lnTo>
                    <a:lnTo>
                      <a:pt x="4992" y="18894"/>
                    </a:lnTo>
                    <a:cubicBezTo>
                      <a:pt x="5283" y="18935"/>
                      <a:pt x="5552" y="19195"/>
                      <a:pt x="5685" y="19621"/>
                    </a:cubicBezTo>
                    <a:close/>
                    <a:moveTo>
                      <a:pt x="17927" y="11804"/>
                    </a:moveTo>
                    <a:lnTo>
                      <a:pt x="16207" y="6303"/>
                    </a:lnTo>
                    <a:cubicBezTo>
                      <a:pt x="15632" y="6170"/>
                      <a:pt x="13695" y="6675"/>
                      <a:pt x="10877" y="8636"/>
                    </a:cubicBezTo>
                    <a:cubicBezTo>
                      <a:pt x="8057" y="10598"/>
                      <a:pt x="6553" y="12487"/>
                      <a:pt x="6252" y="13230"/>
                    </a:cubicBezTo>
                    <a:lnTo>
                      <a:pt x="7971" y="18731"/>
                    </a:lnTo>
                    <a:cubicBezTo>
                      <a:pt x="7971" y="18731"/>
                      <a:pt x="17927" y="11804"/>
                      <a:pt x="17927" y="11804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ïṡḻî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858A44D-A096-4A4D-8A12-21810B667723}"/>
                  </a:ext>
                </a:extLst>
              </p:cNvPr>
              <p:cNvSpPr/>
              <p:nvPr/>
            </p:nvSpPr>
            <p:spPr>
              <a:xfrm>
                <a:off x="881764" y="86647"/>
                <a:ext cx="466576" cy="3101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23" extrusionOk="0">
                    <a:moveTo>
                      <a:pt x="17523" y="7527"/>
                    </a:moveTo>
                    <a:lnTo>
                      <a:pt x="16892" y="5510"/>
                    </a:lnTo>
                    <a:lnTo>
                      <a:pt x="16892" y="5510"/>
                    </a:lnTo>
                    <a:cubicBezTo>
                      <a:pt x="16891" y="5509"/>
                      <a:pt x="16891" y="5507"/>
                      <a:pt x="16891" y="5505"/>
                    </a:cubicBezTo>
                    <a:cubicBezTo>
                      <a:pt x="16543" y="4391"/>
                      <a:pt x="13689" y="5277"/>
                      <a:pt x="10517" y="7484"/>
                    </a:cubicBezTo>
                    <a:cubicBezTo>
                      <a:pt x="7344" y="9692"/>
                      <a:pt x="5056" y="12384"/>
                      <a:pt x="5404" y="13498"/>
                    </a:cubicBezTo>
                    <a:cubicBezTo>
                      <a:pt x="5404" y="13499"/>
                      <a:pt x="5405" y="13501"/>
                      <a:pt x="5405" y="13502"/>
                    </a:cubicBezTo>
                    <a:lnTo>
                      <a:pt x="5405" y="13503"/>
                    </a:lnTo>
                    <a:lnTo>
                      <a:pt x="5495" y="13791"/>
                    </a:lnTo>
                    <a:lnTo>
                      <a:pt x="0" y="14107"/>
                    </a:lnTo>
                    <a:lnTo>
                      <a:pt x="8178" y="0"/>
                    </a:lnTo>
                    <a:lnTo>
                      <a:pt x="21600" y="1182"/>
                    </a:lnTo>
                    <a:cubicBezTo>
                      <a:pt x="21600" y="1182"/>
                      <a:pt x="17523" y="7527"/>
                      <a:pt x="17523" y="7527"/>
                    </a:cubicBezTo>
                    <a:close/>
                    <a:moveTo>
                      <a:pt x="5685" y="19621"/>
                    </a:moveTo>
                    <a:cubicBezTo>
                      <a:pt x="5884" y="20257"/>
                      <a:pt x="5703" y="21011"/>
                      <a:pt x="5280" y="21306"/>
                    </a:cubicBezTo>
                    <a:cubicBezTo>
                      <a:pt x="4857" y="21600"/>
                      <a:pt x="4353" y="21323"/>
                      <a:pt x="4154" y="20686"/>
                    </a:cubicBezTo>
                    <a:cubicBezTo>
                      <a:pt x="4021" y="20261"/>
                      <a:pt x="4061" y="19785"/>
                      <a:pt x="4227" y="19427"/>
                    </a:cubicBezTo>
                    <a:lnTo>
                      <a:pt x="2645" y="14366"/>
                    </a:lnTo>
                    <a:lnTo>
                      <a:pt x="3561" y="14314"/>
                    </a:lnTo>
                    <a:lnTo>
                      <a:pt x="4992" y="18894"/>
                    </a:lnTo>
                    <a:cubicBezTo>
                      <a:pt x="5283" y="18935"/>
                      <a:pt x="5552" y="19195"/>
                      <a:pt x="5685" y="19621"/>
                    </a:cubicBezTo>
                    <a:close/>
                    <a:moveTo>
                      <a:pt x="17927" y="11804"/>
                    </a:moveTo>
                    <a:lnTo>
                      <a:pt x="16207" y="6303"/>
                    </a:lnTo>
                    <a:cubicBezTo>
                      <a:pt x="15632" y="6170"/>
                      <a:pt x="13695" y="6675"/>
                      <a:pt x="10877" y="8636"/>
                    </a:cubicBezTo>
                    <a:cubicBezTo>
                      <a:pt x="8057" y="10598"/>
                      <a:pt x="6553" y="12487"/>
                      <a:pt x="6252" y="13230"/>
                    </a:cubicBezTo>
                    <a:lnTo>
                      <a:pt x="7971" y="18731"/>
                    </a:lnTo>
                    <a:cubicBezTo>
                      <a:pt x="7971" y="18731"/>
                      <a:pt x="17927" y="11804"/>
                      <a:pt x="17927" y="11804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í$ḻí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1CE9C75-820C-4EBC-9754-234979B84EF5}"/>
                  </a:ext>
                </a:extLst>
              </p:cNvPr>
              <p:cNvSpPr/>
              <p:nvPr/>
            </p:nvSpPr>
            <p:spPr>
              <a:xfrm>
                <a:off x="11310903" y="156988"/>
                <a:ext cx="308532" cy="3415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í$lí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45D2395-9E52-46D6-9783-E5A0425129C1}"/>
                  </a:ext>
                </a:extLst>
              </p:cNvPr>
              <p:cNvSpPr/>
              <p:nvPr/>
            </p:nvSpPr>
            <p:spPr>
              <a:xfrm>
                <a:off x="1873749" y="393783"/>
                <a:ext cx="309234" cy="3092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13" h="20113" extrusionOk="0">
                    <a:moveTo>
                      <a:pt x="8483" y="125"/>
                    </a:moveTo>
                    <a:cubicBezTo>
                      <a:pt x="2996" y="994"/>
                      <a:pt x="-744" y="6142"/>
                      <a:pt x="125" y="11629"/>
                    </a:cubicBezTo>
                    <a:cubicBezTo>
                      <a:pt x="994" y="17116"/>
                      <a:pt x="6142" y="20856"/>
                      <a:pt x="11629" y="19987"/>
                    </a:cubicBezTo>
                    <a:cubicBezTo>
                      <a:pt x="17116" y="19118"/>
                      <a:pt x="20856" y="13970"/>
                      <a:pt x="19987" y="8483"/>
                    </a:cubicBezTo>
                    <a:cubicBezTo>
                      <a:pt x="19118" y="2996"/>
                      <a:pt x="13970" y="-744"/>
                      <a:pt x="8483" y="125"/>
                    </a:cubicBezTo>
                    <a:close/>
                    <a:moveTo>
                      <a:pt x="8760" y="1873"/>
                    </a:moveTo>
                    <a:cubicBezTo>
                      <a:pt x="8956" y="1842"/>
                      <a:pt x="9163" y="1878"/>
                      <a:pt x="9336" y="2004"/>
                    </a:cubicBezTo>
                    <a:cubicBezTo>
                      <a:pt x="9681" y="2255"/>
                      <a:pt x="9758" y="2741"/>
                      <a:pt x="9507" y="3087"/>
                    </a:cubicBezTo>
                    <a:cubicBezTo>
                      <a:pt x="9256" y="3432"/>
                      <a:pt x="8770" y="3509"/>
                      <a:pt x="8424" y="3258"/>
                    </a:cubicBezTo>
                    <a:cubicBezTo>
                      <a:pt x="8079" y="3007"/>
                      <a:pt x="8002" y="2521"/>
                      <a:pt x="8253" y="2175"/>
                    </a:cubicBezTo>
                    <a:cubicBezTo>
                      <a:pt x="8378" y="2002"/>
                      <a:pt x="8564" y="1904"/>
                      <a:pt x="8760" y="1873"/>
                    </a:cubicBezTo>
                    <a:close/>
                    <a:moveTo>
                      <a:pt x="9098" y="4008"/>
                    </a:moveTo>
                    <a:cubicBezTo>
                      <a:pt x="9327" y="3971"/>
                      <a:pt x="9546" y="4130"/>
                      <a:pt x="9582" y="4359"/>
                    </a:cubicBezTo>
                    <a:lnTo>
                      <a:pt x="10314" y="8984"/>
                    </a:lnTo>
                    <a:cubicBezTo>
                      <a:pt x="10465" y="9019"/>
                      <a:pt x="10626" y="8992"/>
                      <a:pt x="10759" y="9088"/>
                    </a:cubicBezTo>
                    <a:cubicBezTo>
                      <a:pt x="10893" y="9186"/>
                      <a:pt x="10931" y="9343"/>
                      <a:pt x="11011" y="9477"/>
                    </a:cubicBezTo>
                    <a:lnTo>
                      <a:pt x="14460" y="8930"/>
                    </a:lnTo>
                    <a:cubicBezTo>
                      <a:pt x="14689" y="8894"/>
                      <a:pt x="14908" y="9053"/>
                      <a:pt x="14944" y="9282"/>
                    </a:cubicBezTo>
                    <a:cubicBezTo>
                      <a:pt x="14980" y="9511"/>
                      <a:pt x="14822" y="9729"/>
                      <a:pt x="14593" y="9766"/>
                    </a:cubicBezTo>
                    <a:lnTo>
                      <a:pt x="11143" y="10312"/>
                    </a:lnTo>
                    <a:cubicBezTo>
                      <a:pt x="11108" y="10464"/>
                      <a:pt x="11121" y="10625"/>
                      <a:pt x="11024" y="10759"/>
                    </a:cubicBezTo>
                    <a:cubicBezTo>
                      <a:pt x="10636" y="11292"/>
                      <a:pt x="9886" y="11411"/>
                      <a:pt x="9353" y="11024"/>
                    </a:cubicBezTo>
                    <a:cubicBezTo>
                      <a:pt x="8820" y="10636"/>
                      <a:pt x="8701" y="9886"/>
                      <a:pt x="9088" y="9353"/>
                    </a:cubicBezTo>
                    <a:cubicBezTo>
                      <a:pt x="9188" y="9215"/>
                      <a:pt x="9357" y="9195"/>
                      <a:pt x="9495" y="9114"/>
                    </a:cubicBezTo>
                    <a:lnTo>
                      <a:pt x="8762" y="4489"/>
                    </a:lnTo>
                    <a:cubicBezTo>
                      <a:pt x="8726" y="4260"/>
                      <a:pt x="8869" y="4044"/>
                      <a:pt x="9098" y="4008"/>
                    </a:cubicBezTo>
                    <a:close/>
                    <a:moveTo>
                      <a:pt x="2495" y="10476"/>
                    </a:moveTo>
                    <a:cubicBezTo>
                      <a:pt x="2691" y="10446"/>
                      <a:pt x="2898" y="10482"/>
                      <a:pt x="3071" y="10607"/>
                    </a:cubicBezTo>
                    <a:cubicBezTo>
                      <a:pt x="3417" y="10859"/>
                      <a:pt x="3494" y="11345"/>
                      <a:pt x="3243" y="11690"/>
                    </a:cubicBezTo>
                    <a:cubicBezTo>
                      <a:pt x="2992" y="12035"/>
                      <a:pt x="2505" y="12113"/>
                      <a:pt x="2160" y="11862"/>
                    </a:cubicBezTo>
                    <a:cubicBezTo>
                      <a:pt x="1814" y="11610"/>
                      <a:pt x="1737" y="11124"/>
                      <a:pt x="1988" y="10779"/>
                    </a:cubicBezTo>
                    <a:cubicBezTo>
                      <a:pt x="2114" y="10606"/>
                      <a:pt x="2300" y="10507"/>
                      <a:pt x="2495" y="10476"/>
                    </a:cubicBezTo>
                    <a:close/>
                    <a:moveTo>
                      <a:pt x="17392" y="8117"/>
                    </a:moveTo>
                    <a:cubicBezTo>
                      <a:pt x="17587" y="8086"/>
                      <a:pt x="17779" y="8125"/>
                      <a:pt x="17952" y="8250"/>
                    </a:cubicBezTo>
                    <a:cubicBezTo>
                      <a:pt x="18298" y="8502"/>
                      <a:pt x="18375" y="8988"/>
                      <a:pt x="18124" y="9333"/>
                    </a:cubicBezTo>
                    <a:cubicBezTo>
                      <a:pt x="17872" y="9678"/>
                      <a:pt x="17402" y="9753"/>
                      <a:pt x="17056" y="9502"/>
                    </a:cubicBezTo>
                    <a:cubicBezTo>
                      <a:pt x="16711" y="9251"/>
                      <a:pt x="16634" y="8765"/>
                      <a:pt x="16885" y="8419"/>
                    </a:cubicBezTo>
                    <a:cubicBezTo>
                      <a:pt x="17010" y="8247"/>
                      <a:pt x="17196" y="8148"/>
                      <a:pt x="17392" y="8117"/>
                    </a:cubicBezTo>
                    <a:close/>
                    <a:moveTo>
                      <a:pt x="11112" y="16723"/>
                    </a:moveTo>
                    <a:cubicBezTo>
                      <a:pt x="11308" y="16692"/>
                      <a:pt x="11515" y="16728"/>
                      <a:pt x="11688" y="16854"/>
                    </a:cubicBezTo>
                    <a:cubicBezTo>
                      <a:pt x="12033" y="17105"/>
                      <a:pt x="12110" y="17591"/>
                      <a:pt x="11859" y="17937"/>
                    </a:cubicBezTo>
                    <a:cubicBezTo>
                      <a:pt x="11608" y="18282"/>
                      <a:pt x="11122" y="18359"/>
                      <a:pt x="10776" y="18108"/>
                    </a:cubicBezTo>
                    <a:cubicBezTo>
                      <a:pt x="10431" y="17857"/>
                      <a:pt x="10354" y="17371"/>
                      <a:pt x="10605" y="17025"/>
                    </a:cubicBezTo>
                    <a:cubicBezTo>
                      <a:pt x="10730" y="16853"/>
                      <a:pt x="10916" y="16754"/>
                      <a:pt x="11112" y="16723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ïṥľî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F63B805-1126-4FB4-ABAE-89777A342666}"/>
                  </a:ext>
                </a:extLst>
              </p:cNvPr>
              <p:cNvSpPr/>
              <p:nvPr/>
            </p:nvSpPr>
            <p:spPr>
              <a:xfrm>
                <a:off x="6970531" y="498231"/>
                <a:ext cx="267687" cy="3736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206" h="21363" extrusionOk="0">
                    <a:moveTo>
                      <a:pt x="10609" y="43"/>
                    </a:moveTo>
                    <a:cubicBezTo>
                      <a:pt x="8165" y="-162"/>
                      <a:pt x="5621" y="372"/>
                      <a:pt x="3560" y="1702"/>
                    </a:cubicBezTo>
                    <a:cubicBezTo>
                      <a:pt x="-561" y="4362"/>
                      <a:pt x="-1197" y="9181"/>
                      <a:pt x="2140" y="12465"/>
                    </a:cubicBezTo>
                    <a:cubicBezTo>
                      <a:pt x="4853" y="15135"/>
                      <a:pt x="9359" y="15971"/>
                      <a:pt x="13163" y="14762"/>
                    </a:cubicBezTo>
                    <a:cubicBezTo>
                      <a:pt x="13165" y="14832"/>
                      <a:pt x="13187" y="14904"/>
                      <a:pt x="13225" y="14972"/>
                    </a:cubicBezTo>
                    <a:lnTo>
                      <a:pt x="16612" y="21039"/>
                    </a:lnTo>
                    <a:cubicBezTo>
                      <a:pt x="16765" y="21313"/>
                      <a:pt x="17169" y="21438"/>
                      <a:pt x="17513" y="21316"/>
                    </a:cubicBezTo>
                    <a:lnTo>
                      <a:pt x="17878" y="21186"/>
                    </a:lnTo>
                    <a:cubicBezTo>
                      <a:pt x="18222" y="21064"/>
                      <a:pt x="18373" y="20741"/>
                      <a:pt x="18220" y="20467"/>
                    </a:cubicBezTo>
                    <a:lnTo>
                      <a:pt x="14832" y="14405"/>
                    </a:lnTo>
                    <a:cubicBezTo>
                      <a:pt x="14778" y="14307"/>
                      <a:pt x="14685" y="14238"/>
                      <a:pt x="14581" y="14183"/>
                    </a:cubicBezTo>
                    <a:cubicBezTo>
                      <a:pt x="14946" y="14006"/>
                      <a:pt x="15305" y="13816"/>
                      <a:pt x="15646" y="13596"/>
                    </a:cubicBezTo>
                    <a:cubicBezTo>
                      <a:pt x="19767" y="10937"/>
                      <a:pt x="20403" y="6118"/>
                      <a:pt x="17066" y="2833"/>
                    </a:cubicBezTo>
                    <a:cubicBezTo>
                      <a:pt x="15397" y="1191"/>
                      <a:pt x="13053" y="247"/>
                      <a:pt x="10609" y="43"/>
                    </a:cubicBezTo>
                    <a:close/>
                    <a:moveTo>
                      <a:pt x="10451" y="1237"/>
                    </a:moveTo>
                    <a:cubicBezTo>
                      <a:pt x="12511" y="1410"/>
                      <a:pt x="14487" y="2210"/>
                      <a:pt x="15893" y="3594"/>
                    </a:cubicBezTo>
                    <a:cubicBezTo>
                      <a:pt x="18705" y="6361"/>
                      <a:pt x="18170" y="10422"/>
                      <a:pt x="14697" y="12663"/>
                    </a:cubicBezTo>
                    <a:cubicBezTo>
                      <a:pt x="11225" y="14903"/>
                      <a:pt x="6130" y="14477"/>
                      <a:pt x="3318" y="11709"/>
                    </a:cubicBezTo>
                    <a:cubicBezTo>
                      <a:pt x="506" y="8942"/>
                      <a:pt x="1041" y="4882"/>
                      <a:pt x="4514" y="2641"/>
                    </a:cubicBezTo>
                    <a:cubicBezTo>
                      <a:pt x="6250" y="1520"/>
                      <a:pt x="8392" y="1065"/>
                      <a:pt x="10451" y="1237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íṩlí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44D2C886-DDDE-4170-8235-77069CC90F6C}"/>
                  </a:ext>
                </a:extLst>
              </p:cNvPr>
              <p:cNvSpPr/>
              <p:nvPr/>
            </p:nvSpPr>
            <p:spPr>
              <a:xfrm>
                <a:off x="8921973" y="119425"/>
                <a:ext cx="274231" cy="284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67" h="21369" extrusionOk="0">
                    <a:moveTo>
                      <a:pt x="9892" y="341"/>
                    </a:moveTo>
                    <a:cubicBezTo>
                      <a:pt x="10333" y="-98"/>
                      <a:pt x="11063" y="-117"/>
                      <a:pt x="11519" y="307"/>
                    </a:cubicBezTo>
                    <a:lnTo>
                      <a:pt x="21020" y="9136"/>
                    </a:lnTo>
                    <a:cubicBezTo>
                      <a:pt x="21476" y="9561"/>
                      <a:pt x="21482" y="10263"/>
                      <a:pt x="21042" y="10702"/>
                    </a:cubicBezTo>
                    <a:lnTo>
                      <a:pt x="10676" y="21032"/>
                    </a:lnTo>
                    <a:cubicBezTo>
                      <a:pt x="10236" y="21471"/>
                      <a:pt x="9512" y="21483"/>
                      <a:pt x="9056" y="21059"/>
                    </a:cubicBezTo>
                    <a:lnTo>
                      <a:pt x="6577" y="18755"/>
                    </a:lnTo>
                    <a:lnTo>
                      <a:pt x="9366" y="15976"/>
                    </a:lnTo>
                    <a:cubicBezTo>
                      <a:pt x="9806" y="15537"/>
                      <a:pt x="9793" y="14841"/>
                      <a:pt x="9337" y="14417"/>
                    </a:cubicBezTo>
                    <a:lnTo>
                      <a:pt x="7682" y="12879"/>
                    </a:lnTo>
                    <a:cubicBezTo>
                      <a:pt x="7226" y="12455"/>
                      <a:pt x="6503" y="12467"/>
                      <a:pt x="6062" y="12906"/>
                    </a:cubicBezTo>
                    <a:lnTo>
                      <a:pt x="3274" y="15685"/>
                    </a:lnTo>
                    <a:lnTo>
                      <a:pt x="1210" y="13767"/>
                    </a:lnTo>
                    <a:cubicBezTo>
                      <a:pt x="754" y="13343"/>
                      <a:pt x="734" y="12641"/>
                      <a:pt x="1175" y="12202"/>
                    </a:cubicBezTo>
                    <a:lnTo>
                      <a:pt x="351" y="11436"/>
                    </a:lnTo>
                    <a:cubicBezTo>
                      <a:pt x="-105" y="11012"/>
                      <a:pt x="-118" y="10316"/>
                      <a:pt x="322" y="9877"/>
                    </a:cubicBezTo>
                    <a:lnTo>
                      <a:pt x="9892" y="341"/>
                    </a:lnTo>
                    <a:close/>
                    <a:moveTo>
                      <a:pt x="10322" y="1500"/>
                    </a:moveTo>
                    <a:lnTo>
                      <a:pt x="1949" y="9844"/>
                    </a:lnTo>
                    <a:cubicBezTo>
                      <a:pt x="1949" y="9844"/>
                      <a:pt x="1145" y="10641"/>
                      <a:pt x="1971" y="11409"/>
                    </a:cubicBezTo>
                    <a:lnTo>
                      <a:pt x="11146" y="2266"/>
                    </a:lnTo>
                    <a:cubicBezTo>
                      <a:pt x="11366" y="2046"/>
                      <a:pt x="11360" y="1705"/>
                      <a:pt x="11132" y="1492"/>
                    </a:cubicBezTo>
                    <a:cubicBezTo>
                      <a:pt x="10904" y="1281"/>
                      <a:pt x="10542" y="1280"/>
                      <a:pt x="10322" y="1500"/>
                    </a:cubicBezTo>
                    <a:close/>
                    <a:moveTo>
                      <a:pt x="6083" y="13685"/>
                    </a:moveTo>
                    <a:cubicBezTo>
                      <a:pt x="6523" y="13247"/>
                      <a:pt x="7247" y="13234"/>
                      <a:pt x="7703" y="13658"/>
                    </a:cubicBezTo>
                    <a:lnTo>
                      <a:pt x="8527" y="14424"/>
                    </a:lnTo>
                    <a:cubicBezTo>
                      <a:pt x="8983" y="14848"/>
                      <a:pt x="8996" y="15544"/>
                      <a:pt x="8555" y="15983"/>
                    </a:cubicBezTo>
                    <a:lnTo>
                      <a:pt x="6161" y="18369"/>
                    </a:lnTo>
                    <a:cubicBezTo>
                      <a:pt x="5721" y="18808"/>
                      <a:pt x="4991" y="18826"/>
                      <a:pt x="4535" y="18403"/>
                    </a:cubicBezTo>
                    <a:lnTo>
                      <a:pt x="3711" y="17637"/>
                    </a:lnTo>
                    <a:cubicBezTo>
                      <a:pt x="3254" y="17213"/>
                      <a:pt x="3249" y="16510"/>
                      <a:pt x="3689" y="16071"/>
                    </a:cubicBezTo>
                    <a:lnTo>
                      <a:pt x="6083" y="13685"/>
                    </a:lnTo>
                    <a:close/>
                    <a:moveTo>
                      <a:pt x="6506" y="14851"/>
                    </a:moveTo>
                    <a:cubicBezTo>
                      <a:pt x="6286" y="15071"/>
                      <a:pt x="6285" y="15419"/>
                      <a:pt x="6514" y="15631"/>
                    </a:cubicBezTo>
                    <a:cubicBezTo>
                      <a:pt x="6742" y="15843"/>
                      <a:pt x="7110" y="15837"/>
                      <a:pt x="7330" y="15617"/>
                    </a:cubicBezTo>
                    <a:cubicBezTo>
                      <a:pt x="7550" y="15398"/>
                      <a:pt x="7544" y="15043"/>
                      <a:pt x="7316" y="14831"/>
                    </a:cubicBezTo>
                    <a:cubicBezTo>
                      <a:pt x="7088" y="14619"/>
                      <a:pt x="6726" y="14632"/>
                      <a:pt x="6506" y="1485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1" name="ïsḷï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2DB7BC3-790F-4B4F-80BF-B29EA73C18FD}"/>
                  </a:ext>
                </a:extLst>
              </p:cNvPr>
              <p:cNvSpPr/>
              <p:nvPr/>
            </p:nvSpPr>
            <p:spPr>
              <a:xfrm>
                <a:off x="11832441" y="60037"/>
                <a:ext cx="274231" cy="284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67" h="21369" extrusionOk="0">
                    <a:moveTo>
                      <a:pt x="9892" y="341"/>
                    </a:moveTo>
                    <a:cubicBezTo>
                      <a:pt x="10333" y="-98"/>
                      <a:pt x="11063" y="-117"/>
                      <a:pt x="11519" y="307"/>
                    </a:cubicBezTo>
                    <a:lnTo>
                      <a:pt x="21020" y="9136"/>
                    </a:lnTo>
                    <a:cubicBezTo>
                      <a:pt x="21476" y="9561"/>
                      <a:pt x="21482" y="10263"/>
                      <a:pt x="21042" y="10702"/>
                    </a:cubicBezTo>
                    <a:lnTo>
                      <a:pt x="10676" y="21032"/>
                    </a:lnTo>
                    <a:cubicBezTo>
                      <a:pt x="10236" y="21471"/>
                      <a:pt x="9512" y="21483"/>
                      <a:pt x="9056" y="21059"/>
                    </a:cubicBezTo>
                    <a:lnTo>
                      <a:pt x="6577" y="18755"/>
                    </a:lnTo>
                    <a:lnTo>
                      <a:pt x="9366" y="15976"/>
                    </a:lnTo>
                    <a:cubicBezTo>
                      <a:pt x="9806" y="15537"/>
                      <a:pt x="9793" y="14841"/>
                      <a:pt x="9337" y="14417"/>
                    </a:cubicBezTo>
                    <a:lnTo>
                      <a:pt x="7682" y="12879"/>
                    </a:lnTo>
                    <a:cubicBezTo>
                      <a:pt x="7226" y="12455"/>
                      <a:pt x="6503" y="12467"/>
                      <a:pt x="6062" y="12906"/>
                    </a:cubicBezTo>
                    <a:lnTo>
                      <a:pt x="3274" y="15685"/>
                    </a:lnTo>
                    <a:lnTo>
                      <a:pt x="1210" y="13767"/>
                    </a:lnTo>
                    <a:cubicBezTo>
                      <a:pt x="754" y="13343"/>
                      <a:pt x="734" y="12641"/>
                      <a:pt x="1175" y="12202"/>
                    </a:cubicBezTo>
                    <a:lnTo>
                      <a:pt x="351" y="11436"/>
                    </a:lnTo>
                    <a:cubicBezTo>
                      <a:pt x="-105" y="11012"/>
                      <a:pt x="-118" y="10316"/>
                      <a:pt x="322" y="9877"/>
                    </a:cubicBezTo>
                    <a:lnTo>
                      <a:pt x="9892" y="341"/>
                    </a:lnTo>
                    <a:close/>
                    <a:moveTo>
                      <a:pt x="10322" y="1500"/>
                    </a:moveTo>
                    <a:lnTo>
                      <a:pt x="1949" y="9844"/>
                    </a:lnTo>
                    <a:cubicBezTo>
                      <a:pt x="1949" y="9844"/>
                      <a:pt x="1145" y="10641"/>
                      <a:pt x="1971" y="11409"/>
                    </a:cubicBezTo>
                    <a:lnTo>
                      <a:pt x="11146" y="2266"/>
                    </a:lnTo>
                    <a:cubicBezTo>
                      <a:pt x="11366" y="2046"/>
                      <a:pt x="11360" y="1705"/>
                      <a:pt x="11132" y="1492"/>
                    </a:cubicBezTo>
                    <a:cubicBezTo>
                      <a:pt x="10904" y="1281"/>
                      <a:pt x="10542" y="1280"/>
                      <a:pt x="10322" y="1500"/>
                    </a:cubicBezTo>
                    <a:close/>
                    <a:moveTo>
                      <a:pt x="6083" y="13685"/>
                    </a:moveTo>
                    <a:cubicBezTo>
                      <a:pt x="6523" y="13247"/>
                      <a:pt x="7247" y="13234"/>
                      <a:pt x="7703" y="13658"/>
                    </a:cubicBezTo>
                    <a:lnTo>
                      <a:pt x="8527" y="14424"/>
                    </a:lnTo>
                    <a:cubicBezTo>
                      <a:pt x="8983" y="14848"/>
                      <a:pt x="8996" y="15544"/>
                      <a:pt x="8555" y="15983"/>
                    </a:cubicBezTo>
                    <a:lnTo>
                      <a:pt x="6161" y="18369"/>
                    </a:lnTo>
                    <a:cubicBezTo>
                      <a:pt x="5721" y="18808"/>
                      <a:pt x="4991" y="18826"/>
                      <a:pt x="4535" y="18403"/>
                    </a:cubicBezTo>
                    <a:lnTo>
                      <a:pt x="3711" y="17637"/>
                    </a:lnTo>
                    <a:cubicBezTo>
                      <a:pt x="3254" y="17213"/>
                      <a:pt x="3249" y="16510"/>
                      <a:pt x="3689" y="16071"/>
                    </a:cubicBezTo>
                    <a:lnTo>
                      <a:pt x="6083" y="13685"/>
                    </a:lnTo>
                    <a:close/>
                    <a:moveTo>
                      <a:pt x="6506" y="14851"/>
                    </a:moveTo>
                    <a:cubicBezTo>
                      <a:pt x="6286" y="15071"/>
                      <a:pt x="6285" y="15419"/>
                      <a:pt x="6514" y="15631"/>
                    </a:cubicBezTo>
                    <a:cubicBezTo>
                      <a:pt x="6742" y="15843"/>
                      <a:pt x="7110" y="15837"/>
                      <a:pt x="7330" y="15617"/>
                    </a:cubicBezTo>
                    <a:cubicBezTo>
                      <a:pt x="7550" y="15398"/>
                      <a:pt x="7544" y="15043"/>
                      <a:pt x="7316" y="14831"/>
                    </a:cubicBezTo>
                    <a:cubicBezTo>
                      <a:pt x="7088" y="14619"/>
                      <a:pt x="6726" y="14632"/>
                      <a:pt x="6506" y="1485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2" name="í$ḷí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BD5EDA8-26CF-451A-885C-AFFF8927469A}"/>
                  </a:ext>
                </a:extLst>
              </p:cNvPr>
              <p:cNvSpPr/>
              <p:nvPr/>
            </p:nvSpPr>
            <p:spPr>
              <a:xfrm>
                <a:off x="12596904" y="55072"/>
                <a:ext cx="191587" cy="221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ï$ļî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9C262349-7466-4DCF-A3F6-1B5817FCB8EF}"/>
                  </a:ext>
                </a:extLst>
              </p:cNvPr>
              <p:cNvSpPr/>
              <p:nvPr/>
            </p:nvSpPr>
            <p:spPr>
              <a:xfrm>
                <a:off x="4293763" y="98941"/>
                <a:ext cx="279948" cy="4002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51" h="21511" extrusionOk="0">
                    <a:moveTo>
                      <a:pt x="18683" y="0"/>
                    </a:moveTo>
                    <a:lnTo>
                      <a:pt x="17079" y="1668"/>
                    </a:lnTo>
                    <a:cubicBezTo>
                      <a:pt x="17015" y="1638"/>
                      <a:pt x="16700" y="1488"/>
                      <a:pt x="16700" y="1488"/>
                    </a:cubicBezTo>
                    <a:lnTo>
                      <a:pt x="15441" y="2801"/>
                    </a:lnTo>
                    <a:lnTo>
                      <a:pt x="15820" y="2981"/>
                    </a:lnTo>
                    <a:lnTo>
                      <a:pt x="15441" y="3375"/>
                    </a:lnTo>
                    <a:lnTo>
                      <a:pt x="2730" y="16587"/>
                    </a:lnTo>
                    <a:cubicBezTo>
                      <a:pt x="2279" y="17056"/>
                      <a:pt x="509" y="19614"/>
                      <a:pt x="586" y="20489"/>
                    </a:cubicBezTo>
                    <a:cubicBezTo>
                      <a:pt x="597" y="20614"/>
                      <a:pt x="646" y="20706"/>
                      <a:pt x="742" y="20751"/>
                    </a:cubicBezTo>
                    <a:cubicBezTo>
                      <a:pt x="1508" y="21113"/>
                      <a:pt x="4988" y="18432"/>
                      <a:pt x="5504" y="17895"/>
                    </a:cubicBezTo>
                    <a:lnTo>
                      <a:pt x="18209" y="4684"/>
                    </a:lnTo>
                    <a:lnTo>
                      <a:pt x="18588" y="4289"/>
                    </a:lnTo>
                    <a:lnTo>
                      <a:pt x="18984" y="4477"/>
                    </a:lnTo>
                    <a:lnTo>
                      <a:pt x="14043" y="9610"/>
                    </a:lnTo>
                    <a:lnTo>
                      <a:pt x="14611" y="9879"/>
                    </a:lnTo>
                    <a:lnTo>
                      <a:pt x="20810" y="3434"/>
                    </a:lnTo>
                    <a:cubicBezTo>
                      <a:pt x="20810" y="3434"/>
                      <a:pt x="20191" y="3144"/>
                      <a:pt x="19847" y="2981"/>
                    </a:cubicBezTo>
                    <a:lnTo>
                      <a:pt x="21451" y="1313"/>
                    </a:lnTo>
                    <a:cubicBezTo>
                      <a:pt x="21451" y="1313"/>
                      <a:pt x="18683" y="0"/>
                      <a:pt x="18683" y="0"/>
                    </a:cubicBezTo>
                    <a:close/>
                    <a:moveTo>
                      <a:pt x="586" y="20489"/>
                    </a:moveTo>
                    <a:cubicBezTo>
                      <a:pt x="585" y="20448"/>
                      <a:pt x="574" y="20416"/>
                      <a:pt x="580" y="20368"/>
                    </a:cubicBezTo>
                    <a:lnTo>
                      <a:pt x="319" y="20638"/>
                    </a:lnTo>
                    <a:cubicBezTo>
                      <a:pt x="213" y="20748"/>
                      <a:pt x="-149" y="21394"/>
                      <a:pt x="68" y="21497"/>
                    </a:cubicBezTo>
                    <a:cubicBezTo>
                      <a:pt x="286" y="21600"/>
                      <a:pt x="1004" y="21123"/>
                      <a:pt x="1110" y="21013"/>
                    </a:cubicBezTo>
                    <a:lnTo>
                      <a:pt x="1371" y="20739"/>
                    </a:lnTo>
                    <a:cubicBezTo>
                      <a:pt x="1093" y="20840"/>
                      <a:pt x="868" y="20874"/>
                      <a:pt x="731" y="20810"/>
                    </a:cubicBezTo>
                    <a:cubicBezTo>
                      <a:pt x="624" y="20759"/>
                      <a:pt x="588" y="20638"/>
                      <a:pt x="586" y="2048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ï$ḷí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E5D7665-0C1B-42BD-84EA-9A4D0C56B0B1}"/>
                  </a:ext>
                </a:extLst>
              </p:cNvPr>
              <p:cNvSpPr/>
              <p:nvPr/>
            </p:nvSpPr>
            <p:spPr>
              <a:xfrm>
                <a:off x="7164112" y="4031006"/>
                <a:ext cx="273164" cy="3156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5" name="í$ḷi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4298BA6-460E-452E-A4FC-8876146E2F0B}"/>
                  </a:ext>
                </a:extLst>
              </p:cNvPr>
              <p:cNvSpPr/>
              <p:nvPr/>
            </p:nvSpPr>
            <p:spPr>
              <a:xfrm>
                <a:off x="8024372" y="472989"/>
                <a:ext cx="191586" cy="221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íSľí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30F2D31-880C-4692-99E8-6C73E1F785AF}"/>
                  </a:ext>
                </a:extLst>
              </p:cNvPr>
              <p:cNvSpPr/>
              <p:nvPr/>
            </p:nvSpPr>
            <p:spPr>
              <a:xfrm>
                <a:off x="6518927" y="116218"/>
                <a:ext cx="462686" cy="4808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67" h="21369" extrusionOk="0">
                    <a:moveTo>
                      <a:pt x="9892" y="341"/>
                    </a:moveTo>
                    <a:cubicBezTo>
                      <a:pt x="10333" y="-98"/>
                      <a:pt x="11063" y="-117"/>
                      <a:pt x="11519" y="307"/>
                    </a:cubicBezTo>
                    <a:lnTo>
                      <a:pt x="21020" y="9136"/>
                    </a:lnTo>
                    <a:cubicBezTo>
                      <a:pt x="21476" y="9561"/>
                      <a:pt x="21482" y="10263"/>
                      <a:pt x="21042" y="10702"/>
                    </a:cubicBezTo>
                    <a:lnTo>
                      <a:pt x="10676" y="21032"/>
                    </a:lnTo>
                    <a:cubicBezTo>
                      <a:pt x="10236" y="21471"/>
                      <a:pt x="9512" y="21483"/>
                      <a:pt x="9056" y="21059"/>
                    </a:cubicBezTo>
                    <a:lnTo>
                      <a:pt x="6577" y="18755"/>
                    </a:lnTo>
                    <a:lnTo>
                      <a:pt x="9366" y="15976"/>
                    </a:lnTo>
                    <a:cubicBezTo>
                      <a:pt x="9806" y="15537"/>
                      <a:pt x="9793" y="14841"/>
                      <a:pt x="9337" y="14417"/>
                    </a:cubicBezTo>
                    <a:lnTo>
                      <a:pt x="7682" y="12879"/>
                    </a:lnTo>
                    <a:cubicBezTo>
                      <a:pt x="7226" y="12455"/>
                      <a:pt x="6503" y="12467"/>
                      <a:pt x="6062" y="12906"/>
                    </a:cubicBezTo>
                    <a:lnTo>
                      <a:pt x="3274" y="15685"/>
                    </a:lnTo>
                    <a:lnTo>
                      <a:pt x="1210" y="13767"/>
                    </a:lnTo>
                    <a:cubicBezTo>
                      <a:pt x="754" y="13343"/>
                      <a:pt x="734" y="12641"/>
                      <a:pt x="1175" y="12202"/>
                    </a:cubicBezTo>
                    <a:lnTo>
                      <a:pt x="351" y="11436"/>
                    </a:lnTo>
                    <a:cubicBezTo>
                      <a:pt x="-105" y="11012"/>
                      <a:pt x="-118" y="10316"/>
                      <a:pt x="322" y="9877"/>
                    </a:cubicBezTo>
                    <a:lnTo>
                      <a:pt x="9892" y="341"/>
                    </a:lnTo>
                    <a:close/>
                    <a:moveTo>
                      <a:pt x="10322" y="1500"/>
                    </a:moveTo>
                    <a:lnTo>
                      <a:pt x="1949" y="9844"/>
                    </a:lnTo>
                    <a:cubicBezTo>
                      <a:pt x="1949" y="9844"/>
                      <a:pt x="1145" y="10641"/>
                      <a:pt x="1971" y="11409"/>
                    </a:cubicBezTo>
                    <a:lnTo>
                      <a:pt x="11146" y="2266"/>
                    </a:lnTo>
                    <a:cubicBezTo>
                      <a:pt x="11366" y="2046"/>
                      <a:pt x="11360" y="1705"/>
                      <a:pt x="11132" y="1492"/>
                    </a:cubicBezTo>
                    <a:cubicBezTo>
                      <a:pt x="10904" y="1281"/>
                      <a:pt x="10542" y="1280"/>
                      <a:pt x="10322" y="1500"/>
                    </a:cubicBezTo>
                    <a:close/>
                    <a:moveTo>
                      <a:pt x="6083" y="13685"/>
                    </a:moveTo>
                    <a:cubicBezTo>
                      <a:pt x="6523" y="13247"/>
                      <a:pt x="7247" y="13234"/>
                      <a:pt x="7703" y="13658"/>
                    </a:cubicBezTo>
                    <a:lnTo>
                      <a:pt x="8527" y="14424"/>
                    </a:lnTo>
                    <a:cubicBezTo>
                      <a:pt x="8983" y="14848"/>
                      <a:pt x="8996" y="15544"/>
                      <a:pt x="8555" y="15983"/>
                    </a:cubicBezTo>
                    <a:lnTo>
                      <a:pt x="6161" y="18369"/>
                    </a:lnTo>
                    <a:cubicBezTo>
                      <a:pt x="5721" y="18808"/>
                      <a:pt x="4991" y="18826"/>
                      <a:pt x="4535" y="18403"/>
                    </a:cubicBezTo>
                    <a:lnTo>
                      <a:pt x="3711" y="17637"/>
                    </a:lnTo>
                    <a:cubicBezTo>
                      <a:pt x="3254" y="17213"/>
                      <a:pt x="3249" y="16510"/>
                      <a:pt x="3689" y="16071"/>
                    </a:cubicBezTo>
                    <a:lnTo>
                      <a:pt x="6083" y="13685"/>
                    </a:lnTo>
                    <a:close/>
                    <a:moveTo>
                      <a:pt x="6506" y="14851"/>
                    </a:moveTo>
                    <a:cubicBezTo>
                      <a:pt x="6286" y="15071"/>
                      <a:pt x="6285" y="15419"/>
                      <a:pt x="6514" y="15631"/>
                    </a:cubicBezTo>
                    <a:cubicBezTo>
                      <a:pt x="6742" y="15843"/>
                      <a:pt x="7110" y="15837"/>
                      <a:pt x="7330" y="15617"/>
                    </a:cubicBezTo>
                    <a:cubicBezTo>
                      <a:pt x="7550" y="15398"/>
                      <a:pt x="7544" y="15043"/>
                      <a:pt x="7316" y="14831"/>
                    </a:cubicBezTo>
                    <a:cubicBezTo>
                      <a:pt x="7088" y="14619"/>
                      <a:pt x="6726" y="14632"/>
                      <a:pt x="6506" y="14851"/>
                    </a:cubicBezTo>
                    <a:close/>
                  </a:path>
                </a:pathLst>
              </a:custGeom>
              <a:solidFill>
                <a:srgbClr val="41BDC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iṡḷi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3964BB9-8C67-4D78-836E-CA6B48872C50}"/>
                  </a:ext>
                </a:extLst>
              </p:cNvPr>
              <p:cNvSpPr/>
              <p:nvPr/>
            </p:nvSpPr>
            <p:spPr>
              <a:xfrm>
                <a:off x="3247692" y="188570"/>
                <a:ext cx="191587" cy="221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íṣlï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5CDA8C62-0948-4C49-BF75-9B887DE4C5C2}"/>
                  </a:ext>
                </a:extLst>
              </p:cNvPr>
              <p:cNvSpPr/>
              <p:nvPr/>
            </p:nvSpPr>
            <p:spPr>
              <a:xfrm>
                <a:off x="7449333" y="78472"/>
                <a:ext cx="672792" cy="4090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4177"/>
                    </a:moveTo>
                    <a:cubicBezTo>
                      <a:pt x="2527" y="15134"/>
                      <a:pt x="4222" y="12910"/>
                      <a:pt x="5702" y="10575"/>
                    </a:cubicBezTo>
                    <a:cubicBezTo>
                      <a:pt x="6408" y="13676"/>
                      <a:pt x="7362" y="16803"/>
                      <a:pt x="9837" y="17741"/>
                    </a:cubicBezTo>
                    <a:cubicBezTo>
                      <a:pt x="12287" y="18668"/>
                      <a:pt x="13976" y="16590"/>
                      <a:pt x="15426" y="14335"/>
                    </a:cubicBezTo>
                    <a:cubicBezTo>
                      <a:pt x="16134" y="17472"/>
                      <a:pt x="17076" y="20652"/>
                      <a:pt x="19580" y="21600"/>
                    </a:cubicBezTo>
                    <a:lnTo>
                      <a:pt x="19844" y="19777"/>
                    </a:lnTo>
                    <a:cubicBezTo>
                      <a:pt x="17724" y="18974"/>
                      <a:pt x="17025" y="16203"/>
                      <a:pt x="16319" y="12948"/>
                    </a:cubicBezTo>
                    <a:cubicBezTo>
                      <a:pt x="17841" y="10489"/>
                      <a:pt x="19206" y="8437"/>
                      <a:pt x="21352" y="9250"/>
                    </a:cubicBezTo>
                    <a:lnTo>
                      <a:pt x="21600" y="7421"/>
                    </a:lnTo>
                    <a:cubicBezTo>
                      <a:pt x="19073" y="6464"/>
                      <a:pt x="17365" y="8691"/>
                      <a:pt x="15886" y="11025"/>
                    </a:cubicBezTo>
                    <a:cubicBezTo>
                      <a:pt x="15180" y="7926"/>
                      <a:pt x="14217" y="4820"/>
                      <a:pt x="11744" y="3883"/>
                    </a:cubicBezTo>
                    <a:cubicBezTo>
                      <a:pt x="9288" y="2954"/>
                      <a:pt x="7622" y="5034"/>
                      <a:pt x="6170" y="7294"/>
                    </a:cubicBezTo>
                    <a:cubicBezTo>
                      <a:pt x="5461" y="4152"/>
                      <a:pt x="4515" y="950"/>
                      <a:pt x="2007" y="0"/>
                    </a:cubicBezTo>
                    <a:cubicBezTo>
                      <a:pt x="2007" y="0"/>
                      <a:pt x="1755" y="1827"/>
                      <a:pt x="1755" y="1827"/>
                    </a:cubicBezTo>
                    <a:cubicBezTo>
                      <a:pt x="3881" y="2632"/>
                      <a:pt x="4569" y="5413"/>
                      <a:pt x="5277" y="8681"/>
                    </a:cubicBezTo>
                    <a:cubicBezTo>
                      <a:pt x="3758" y="11134"/>
                      <a:pt x="2389" y="13165"/>
                      <a:pt x="247" y="12354"/>
                    </a:cubicBezTo>
                    <a:lnTo>
                      <a:pt x="0" y="14177"/>
                    </a:lnTo>
                    <a:close/>
                    <a:moveTo>
                      <a:pt x="608" y="11260"/>
                    </a:moveTo>
                    <a:cubicBezTo>
                      <a:pt x="982" y="11395"/>
                      <a:pt x="1324" y="11420"/>
                      <a:pt x="1648" y="11361"/>
                    </a:cubicBezTo>
                    <a:cubicBezTo>
                      <a:pt x="1648" y="11361"/>
                      <a:pt x="2736" y="3679"/>
                      <a:pt x="2736" y="3679"/>
                    </a:cubicBezTo>
                    <a:cubicBezTo>
                      <a:pt x="2461" y="3396"/>
                      <a:pt x="2144" y="3178"/>
                      <a:pt x="1771" y="3033"/>
                    </a:cubicBezTo>
                    <a:lnTo>
                      <a:pt x="608" y="11260"/>
                    </a:lnTo>
                    <a:close/>
                    <a:moveTo>
                      <a:pt x="2743" y="10793"/>
                    </a:moveTo>
                    <a:cubicBezTo>
                      <a:pt x="3150" y="10493"/>
                      <a:pt x="3533" y="10048"/>
                      <a:pt x="3917" y="9511"/>
                    </a:cubicBezTo>
                    <a:lnTo>
                      <a:pt x="4287" y="6924"/>
                    </a:lnTo>
                    <a:cubicBezTo>
                      <a:pt x="4087" y="6170"/>
                      <a:pt x="3864" y="5496"/>
                      <a:pt x="3579" y="4938"/>
                    </a:cubicBezTo>
                    <a:lnTo>
                      <a:pt x="2743" y="10793"/>
                    </a:lnTo>
                    <a:close/>
                    <a:moveTo>
                      <a:pt x="6595" y="9188"/>
                    </a:moveTo>
                    <a:cubicBezTo>
                      <a:pt x="8063" y="6828"/>
                      <a:pt x="9414" y="4924"/>
                      <a:pt x="11495" y="5712"/>
                    </a:cubicBezTo>
                    <a:cubicBezTo>
                      <a:pt x="13593" y="6506"/>
                      <a:pt x="14292" y="9219"/>
                      <a:pt x="14990" y="12431"/>
                    </a:cubicBezTo>
                    <a:cubicBezTo>
                      <a:pt x="13526" y="14784"/>
                      <a:pt x="12177" y="16704"/>
                      <a:pt x="10101" y="15917"/>
                    </a:cubicBezTo>
                    <a:cubicBezTo>
                      <a:pt x="8003" y="15123"/>
                      <a:pt x="7294" y="12399"/>
                      <a:pt x="6595" y="9188"/>
                    </a:cubicBezTo>
                    <a:close/>
                    <a:moveTo>
                      <a:pt x="7938" y="11422"/>
                    </a:moveTo>
                    <a:cubicBezTo>
                      <a:pt x="8176" y="12303"/>
                      <a:pt x="8447" y="13084"/>
                      <a:pt x="8788" y="13733"/>
                    </a:cubicBezTo>
                    <a:lnTo>
                      <a:pt x="9770" y="6683"/>
                    </a:lnTo>
                    <a:cubicBezTo>
                      <a:pt x="9292" y="7022"/>
                      <a:pt x="8844" y="7536"/>
                      <a:pt x="8395" y="8157"/>
                    </a:cubicBezTo>
                    <a:lnTo>
                      <a:pt x="7938" y="11422"/>
                    </a:lnTo>
                    <a:close/>
                    <a:moveTo>
                      <a:pt x="9753" y="14444"/>
                    </a:moveTo>
                    <a:cubicBezTo>
                      <a:pt x="9947" y="14585"/>
                      <a:pt x="10156" y="14700"/>
                      <a:pt x="10391" y="14785"/>
                    </a:cubicBezTo>
                    <a:cubicBezTo>
                      <a:pt x="10509" y="14829"/>
                      <a:pt x="10624" y="14858"/>
                      <a:pt x="10737" y="14880"/>
                    </a:cubicBezTo>
                    <a:lnTo>
                      <a:pt x="11912" y="6809"/>
                    </a:lnTo>
                    <a:cubicBezTo>
                      <a:pt x="11804" y="6751"/>
                      <a:pt x="11691" y="6700"/>
                      <a:pt x="11572" y="6657"/>
                    </a:cubicBezTo>
                    <a:cubicBezTo>
                      <a:pt x="11338" y="6572"/>
                      <a:pt x="11118" y="6530"/>
                      <a:pt x="10904" y="6522"/>
                    </a:cubicBezTo>
                    <a:lnTo>
                      <a:pt x="9753" y="14444"/>
                    </a:lnTo>
                    <a:close/>
                    <a:moveTo>
                      <a:pt x="11819" y="15088"/>
                    </a:moveTo>
                    <a:cubicBezTo>
                      <a:pt x="12255" y="14876"/>
                      <a:pt x="12659" y="14511"/>
                      <a:pt x="13056" y="14038"/>
                    </a:cubicBezTo>
                    <a:lnTo>
                      <a:pt x="13679" y="9709"/>
                    </a:lnTo>
                    <a:cubicBezTo>
                      <a:pt x="13451" y="9006"/>
                      <a:pt x="13187" y="8394"/>
                      <a:pt x="12852" y="7898"/>
                    </a:cubicBezTo>
                    <a:lnTo>
                      <a:pt x="11819" y="15088"/>
                    </a:lnTo>
                    <a:close/>
                    <a:moveTo>
                      <a:pt x="17315" y="14655"/>
                    </a:moveTo>
                    <a:cubicBezTo>
                      <a:pt x="17522" y="15364"/>
                      <a:pt x="17751" y="15987"/>
                      <a:pt x="18038" y="16501"/>
                    </a:cubicBezTo>
                    <a:lnTo>
                      <a:pt x="18774" y="10835"/>
                    </a:lnTo>
                    <a:cubicBezTo>
                      <a:pt x="18379" y="11153"/>
                      <a:pt x="18008" y="11606"/>
                      <a:pt x="17639" y="12150"/>
                    </a:cubicBezTo>
                    <a:lnTo>
                      <a:pt x="17315" y="14655"/>
                    </a:lnTo>
                    <a:close/>
                    <a:moveTo>
                      <a:pt x="19142" y="17799"/>
                    </a:moveTo>
                    <a:cubicBezTo>
                      <a:pt x="19411" y="18060"/>
                      <a:pt x="19719" y="18258"/>
                      <a:pt x="20080" y="18383"/>
                    </a:cubicBezTo>
                    <a:lnTo>
                      <a:pt x="21155" y="10467"/>
                    </a:lnTo>
                    <a:cubicBezTo>
                      <a:pt x="20792" y="10352"/>
                      <a:pt x="20458" y="10341"/>
                      <a:pt x="20145" y="10409"/>
                    </a:cubicBezTo>
                    <a:cubicBezTo>
                      <a:pt x="20145" y="10409"/>
                      <a:pt x="19142" y="17799"/>
                      <a:pt x="19142" y="17799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iṧ1í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67383FC-C30D-4997-BA28-854CEFDBD821}"/>
                  </a:ext>
                </a:extLst>
              </p:cNvPr>
              <p:cNvSpPr/>
              <p:nvPr/>
            </p:nvSpPr>
            <p:spPr>
              <a:xfrm>
                <a:off x="6132512" y="111998"/>
                <a:ext cx="277473" cy="3419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9" h="21341" extrusionOk="0">
                    <a:moveTo>
                      <a:pt x="12205" y="0"/>
                    </a:moveTo>
                    <a:cubicBezTo>
                      <a:pt x="11720" y="1"/>
                      <a:pt x="11326" y="320"/>
                      <a:pt x="11326" y="713"/>
                    </a:cubicBezTo>
                    <a:lnTo>
                      <a:pt x="11325" y="2819"/>
                    </a:lnTo>
                    <a:cubicBezTo>
                      <a:pt x="11950" y="2747"/>
                      <a:pt x="12537" y="2740"/>
                      <a:pt x="13081" y="2776"/>
                    </a:cubicBezTo>
                    <a:lnTo>
                      <a:pt x="13083" y="713"/>
                    </a:lnTo>
                    <a:cubicBezTo>
                      <a:pt x="13083" y="320"/>
                      <a:pt x="12690" y="1"/>
                      <a:pt x="12205" y="0"/>
                    </a:cubicBezTo>
                    <a:close/>
                    <a:moveTo>
                      <a:pt x="18280" y="1334"/>
                    </a:moveTo>
                    <a:cubicBezTo>
                      <a:pt x="17859" y="1138"/>
                      <a:pt x="17322" y="1255"/>
                      <a:pt x="17079" y="1596"/>
                    </a:cubicBezTo>
                    <a:lnTo>
                      <a:pt x="15817" y="3366"/>
                    </a:lnTo>
                    <a:cubicBezTo>
                      <a:pt x="16385" y="3577"/>
                      <a:pt x="16889" y="3826"/>
                      <a:pt x="17333" y="4087"/>
                    </a:cubicBezTo>
                    <a:lnTo>
                      <a:pt x="18600" y="2308"/>
                    </a:lnTo>
                    <a:cubicBezTo>
                      <a:pt x="18843" y="1966"/>
                      <a:pt x="18700" y="1531"/>
                      <a:pt x="18280" y="1334"/>
                    </a:cubicBezTo>
                    <a:close/>
                    <a:moveTo>
                      <a:pt x="879" y="9125"/>
                    </a:moveTo>
                    <a:cubicBezTo>
                      <a:pt x="394" y="9126"/>
                      <a:pt x="0" y="9445"/>
                      <a:pt x="0" y="9839"/>
                    </a:cubicBezTo>
                    <a:cubicBezTo>
                      <a:pt x="0" y="10232"/>
                      <a:pt x="393" y="10551"/>
                      <a:pt x="879" y="10551"/>
                    </a:cubicBezTo>
                    <a:lnTo>
                      <a:pt x="3404" y="10550"/>
                    </a:lnTo>
                    <a:cubicBezTo>
                      <a:pt x="3351" y="10107"/>
                      <a:pt x="3343" y="9629"/>
                      <a:pt x="3405" y="9124"/>
                    </a:cubicBezTo>
                    <a:cubicBezTo>
                      <a:pt x="3405" y="9124"/>
                      <a:pt x="879" y="9125"/>
                      <a:pt x="879" y="9125"/>
                    </a:cubicBezTo>
                    <a:close/>
                    <a:moveTo>
                      <a:pt x="2851" y="4649"/>
                    </a:moveTo>
                    <a:cubicBezTo>
                      <a:pt x="2431" y="4453"/>
                      <a:pt x="1894" y="4570"/>
                      <a:pt x="1651" y="4911"/>
                    </a:cubicBezTo>
                    <a:cubicBezTo>
                      <a:pt x="1408" y="5251"/>
                      <a:pt x="1552" y="5687"/>
                      <a:pt x="1973" y="5884"/>
                    </a:cubicBezTo>
                    <a:lnTo>
                      <a:pt x="4171" y="6912"/>
                    </a:lnTo>
                    <a:cubicBezTo>
                      <a:pt x="4408" y="6513"/>
                      <a:pt x="4715" y="6106"/>
                      <a:pt x="5109" y="5706"/>
                    </a:cubicBezTo>
                    <a:cubicBezTo>
                      <a:pt x="5109" y="5706"/>
                      <a:pt x="2851" y="4649"/>
                      <a:pt x="2851" y="4649"/>
                    </a:cubicBezTo>
                    <a:close/>
                    <a:moveTo>
                      <a:pt x="6118" y="1310"/>
                    </a:moveTo>
                    <a:cubicBezTo>
                      <a:pt x="5698" y="1506"/>
                      <a:pt x="5553" y="1942"/>
                      <a:pt x="5795" y="2283"/>
                    </a:cubicBezTo>
                    <a:lnTo>
                      <a:pt x="7150" y="4186"/>
                    </a:lnTo>
                    <a:cubicBezTo>
                      <a:pt x="7326" y="4088"/>
                      <a:pt x="8471" y="3556"/>
                      <a:pt x="8675" y="3478"/>
                    </a:cubicBezTo>
                    <a:lnTo>
                      <a:pt x="7318" y="1570"/>
                    </a:lnTo>
                    <a:cubicBezTo>
                      <a:pt x="7075" y="1229"/>
                      <a:pt x="6538" y="1113"/>
                      <a:pt x="6118" y="1310"/>
                    </a:cubicBezTo>
                    <a:close/>
                    <a:moveTo>
                      <a:pt x="18708" y="6478"/>
                    </a:moveTo>
                    <a:cubicBezTo>
                      <a:pt x="17247" y="4749"/>
                      <a:pt x="13396" y="2259"/>
                      <a:pt x="8417" y="4592"/>
                    </a:cubicBezTo>
                    <a:cubicBezTo>
                      <a:pt x="8416" y="4592"/>
                      <a:pt x="8415" y="4593"/>
                      <a:pt x="8414" y="4593"/>
                    </a:cubicBezTo>
                    <a:cubicBezTo>
                      <a:pt x="8414" y="4593"/>
                      <a:pt x="8413" y="4593"/>
                      <a:pt x="8413" y="4594"/>
                    </a:cubicBezTo>
                    <a:cubicBezTo>
                      <a:pt x="8412" y="4594"/>
                      <a:pt x="8411" y="4594"/>
                      <a:pt x="8411" y="4595"/>
                    </a:cubicBezTo>
                    <a:cubicBezTo>
                      <a:pt x="8410" y="4595"/>
                      <a:pt x="8409" y="4595"/>
                      <a:pt x="8409" y="4596"/>
                    </a:cubicBezTo>
                    <a:cubicBezTo>
                      <a:pt x="3429" y="6929"/>
                      <a:pt x="4160" y="10880"/>
                      <a:pt x="5276" y="12771"/>
                    </a:cubicBezTo>
                    <a:cubicBezTo>
                      <a:pt x="6289" y="14473"/>
                      <a:pt x="8765" y="15342"/>
                      <a:pt x="9094" y="15507"/>
                    </a:cubicBezTo>
                    <a:cubicBezTo>
                      <a:pt x="9630" y="15775"/>
                      <a:pt x="12317" y="16498"/>
                      <a:pt x="13014" y="17370"/>
                    </a:cubicBezTo>
                    <a:cubicBezTo>
                      <a:pt x="13975" y="18570"/>
                      <a:pt x="14185" y="18516"/>
                      <a:pt x="15033" y="18314"/>
                    </a:cubicBezTo>
                    <a:cubicBezTo>
                      <a:pt x="15896" y="18109"/>
                      <a:pt x="19095" y="16611"/>
                      <a:pt x="19745" y="16106"/>
                    </a:cubicBezTo>
                    <a:cubicBezTo>
                      <a:pt x="20384" y="15611"/>
                      <a:pt x="20547" y="15491"/>
                      <a:pt x="19747" y="14216"/>
                    </a:cubicBezTo>
                    <a:cubicBezTo>
                      <a:pt x="19165" y="13290"/>
                      <a:pt x="19737" y="11040"/>
                      <a:pt x="19718" y="10529"/>
                    </a:cubicBezTo>
                    <a:cubicBezTo>
                      <a:pt x="19707" y="10216"/>
                      <a:pt x="20017" y="8041"/>
                      <a:pt x="18708" y="6478"/>
                    </a:cubicBezTo>
                    <a:close/>
                    <a:moveTo>
                      <a:pt x="21272" y="17648"/>
                    </a:moveTo>
                    <a:cubicBezTo>
                      <a:pt x="21133" y="17452"/>
                      <a:pt x="20824" y="17385"/>
                      <a:pt x="20583" y="17498"/>
                    </a:cubicBezTo>
                    <a:lnTo>
                      <a:pt x="16099" y="19599"/>
                    </a:lnTo>
                    <a:cubicBezTo>
                      <a:pt x="15858" y="19712"/>
                      <a:pt x="15775" y="19962"/>
                      <a:pt x="15914" y="20158"/>
                    </a:cubicBezTo>
                    <a:lnTo>
                      <a:pt x="15914" y="20158"/>
                    </a:lnTo>
                    <a:cubicBezTo>
                      <a:pt x="16053" y="20353"/>
                      <a:pt x="16361" y="20420"/>
                      <a:pt x="16603" y="20307"/>
                    </a:cubicBezTo>
                    <a:lnTo>
                      <a:pt x="21087" y="18206"/>
                    </a:lnTo>
                    <a:cubicBezTo>
                      <a:pt x="21328" y="18093"/>
                      <a:pt x="21411" y="17843"/>
                      <a:pt x="21272" y="17648"/>
                    </a:cubicBezTo>
                    <a:cubicBezTo>
                      <a:pt x="21272" y="17648"/>
                      <a:pt x="21272" y="17648"/>
                      <a:pt x="21272" y="17648"/>
                    </a:cubicBezTo>
                    <a:close/>
                    <a:moveTo>
                      <a:pt x="20584" y="16680"/>
                    </a:moveTo>
                    <a:cubicBezTo>
                      <a:pt x="20445" y="16485"/>
                      <a:pt x="20136" y="16418"/>
                      <a:pt x="19895" y="16531"/>
                    </a:cubicBezTo>
                    <a:lnTo>
                      <a:pt x="15411" y="18632"/>
                    </a:lnTo>
                    <a:cubicBezTo>
                      <a:pt x="15170" y="18745"/>
                      <a:pt x="15087" y="18995"/>
                      <a:pt x="15226" y="19190"/>
                    </a:cubicBezTo>
                    <a:lnTo>
                      <a:pt x="15226" y="19190"/>
                    </a:lnTo>
                    <a:cubicBezTo>
                      <a:pt x="15365" y="19386"/>
                      <a:pt x="15673" y="19453"/>
                      <a:pt x="15915" y="19340"/>
                    </a:cubicBezTo>
                    <a:lnTo>
                      <a:pt x="20399" y="17239"/>
                    </a:lnTo>
                    <a:cubicBezTo>
                      <a:pt x="20640" y="17126"/>
                      <a:pt x="20723" y="16876"/>
                      <a:pt x="20584" y="16680"/>
                    </a:cubicBezTo>
                    <a:cubicBezTo>
                      <a:pt x="20584" y="16680"/>
                      <a:pt x="20584" y="16680"/>
                      <a:pt x="20584" y="16680"/>
                    </a:cubicBezTo>
                    <a:close/>
                    <a:moveTo>
                      <a:pt x="17079" y="20429"/>
                    </a:moveTo>
                    <a:lnTo>
                      <a:pt x="20979" y="18602"/>
                    </a:lnTo>
                    <a:cubicBezTo>
                      <a:pt x="21600" y="19474"/>
                      <a:pt x="21230" y="20591"/>
                      <a:pt x="20153" y="21095"/>
                    </a:cubicBezTo>
                    <a:cubicBezTo>
                      <a:pt x="19076" y="21600"/>
                      <a:pt x="17700" y="21302"/>
                      <a:pt x="17079" y="20429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ïṩļí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30C1234-0C09-483B-895D-B0FE2544B530}"/>
                  </a:ext>
                </a:extLst>
              </p:cNvPr>
              <p:cNvSpPr/>
              <p:nvPr/>
            </p:nvSpPr>
            <p:spPr>
              <a:xfrm>
                <a:off x="-1" y="190791"/>
                <a:ext cx="217200" cy="2324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1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í$ḻí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C3F54C1-23D2-4E94-BFD0-E7F3D184A3C7}"/>
                  </a:ext>
                </a:extLst>
              </p:cNvPr>
              <p:cNvSpPr/>
              <p:nvPr/>
            </p:nvSpPr>
            <p:spPr>
              <a:xfrm>
                <a:off x="456549" y="22668"/>
                <a:ext cx="238451" cy="263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iṣļi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541B7A0D-5DA8-4484-A67E-0928E3A3B055}"/>
                  </a:ext>
                </a:extLst>
              </p:cNvPr>
              <p:cNvSpPr/>
              <p:nvPr/>
            </p:nvSpPr>
            <p:spPr>
              <a:xfrm>
                <a:off x="1490177" y="96127"/>
                <a:ext cx="311373" cy="220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işlí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90B851B-2850-4D78-A661-50BBA7ED91BE}"/>
                  </a:ext>
                </a:extLst>
              </p:cNvPr>
              <p:cNvSpPr/>
              <p:nvPr/>
            </p:nvSpPr>
            <p:spPr>
              <a:xfrm>
                <a:off x="9410960" y="98121"/>
                <a:ext cx="271787" cy="3140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iṩļi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0DB61DC-2D0D-445E-A7F3-15A4601BA930}"/>
                  </a:ext>
                </a:extLst>
              </p:cNvPr>
              <p:cNvSpPr/>
              <p:nvPr/>
            </p:nvSpPr>
            <p:spPr>
              <a:xfrm>
                <a:off x="4920102" y="61696"/>
                <a:ext cx="396721" cy="349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5" h="21448" extrusionOk="0">
                    <a:moveTo>
                      <a:pt x="1162" y="1839"/>
                    </a:moveTo>
                    <a:cubicBezTo>
                      <a:pt x="454" y="1924"/>
                      <a:pt x="-67" y="2640"/>
                      <a:pt x="7" y="3442"/>
                    </a:cubicBezTo>
                    <a:lnTo>
                      <a:pt x="1557" y="20144"/>
                    </a:lnTo>
                    <a:cubicBezTo>
                      <a:pt x="1631" y="20947"/>
                      <a:pt x="2272" y="21524"/>
                      <a:pt x="2980" y="21440"/>
                    </a:cubicBezTo>
                    <a:lnTo>
                      <a:pt x="19632" y="19456"/>
                    </a:lnTo>
                    <a:cubicBezTo>
                      <a:pt x="20339" y="19372"/>
                      <a:pt x="20850" y="18657"/>
                      <a:pt x="20776" y="17855"/>
                    </a:cubicBezTo>
                    <a:lnTo>
                      <a:pt x="20372" y="13497"/>
                    </a:lnTo>
                    <a:lnTo>
                      <a:pt x="15892" y="14031"/>
                    </a:lnTo>
                    <a:cubicBezTo>
                      <a:pt x="15184" y="14115"/>
                      <a:pt x="14553" y="13536"/>
                      <a:pt x="14479" y="12734"/>
                    </a:cubicBezTo>
                    <a:lnTo>
                      <a:pt x="14209" y="9825"/>
                    </a:lnTo>
                    <a:cubicBezTo>
                      <a:pt x="14135" y="9023"/>
                      <a:pt x="14646" y="8308"/>
                      <a:pt x="15353" y="8224"/>
                    </a:cubicBezTo>
                    <a:lnTo>
                      <a:pt x="19833" y="7690"/>
                    </a:lnTo>
                    <a:lnTo>
                      <a:pt x="19497" y="4062"/>
                    </a:lnTo>
                    <a:cubicBezTo>
                      <a:pt x="19422" y="3260"/>
                      <a:pt x="18790" y="2669"/>
                      <a:pt x="18083" y="2754"/>
                    </a:cubicBezTo>
                    <a:lnTo>
                      <a:pt x="17948" y="1305"/>
                    </a:lnTo>
                    <a:cubicBezTo>
                      <a:pt x="17874" y="503"/>
                      <a:pt x="17243" y="-76"/>
                      <a:pt x="16535" y="8"/>
                    </a:cubicBezTo>
                    <a:lnTo>
                      <a:pt x="1162" y="1839"/>
                    </a:lnTo>
                    <a:close/>
                    <a:moveTo>
                      <a:pt x="1930" y="3213"/>
                    </a:moveTo>
                    <a:lnTo>
                      <a:pt x="15381" y="1611"/>
                    </a:lnTo>
                    <a:cubicBezTo>
                      <a:pt x="15381" y="1611"/>
                      <a:pt x="16670" y="1454"/>
                      <a:pt x="16804" y="2906"/>
                    </a:cubicBezTo>
                    <a:lnTo>
                      <a:pt x="2065" y="4661"/>
                    </a:lnTo>
                    <a:cubicBezTo>
                      <a:pt x="1711" y="4704"/>
                      <a:pt x="1401" y="4420"/>
                      <a:pt x="1364" y="4018"/>
                    </a:cubicBezTo>
                    <a:cubicBezTo>
                      <a:pt x="1327" y="3618"/>
                      <a:pt x="1577" y="3255"/>
                      <a:pt x="1930" y="3213"/>
                    </a:cubicBezTo>
                    <a:close/>
                    <a:moveTo>
                      <a:pt x="16055" y="8878"/>
                    </a:moveTo>
                    <a:cubicBezTo>
                      <a:pt x="15347" y="8963"/>
                      <a:pt x="14836" y="9677"/>
                      <a:pt x="14911" y="10479"/>
                    </a:cubicBezTo>
                    <a:lnTo>
                      <a:pt x="15045" y="11928"/>
                    </a:lnTo>
                    <a:cubicBezTo>
                      <a:pt x="15120" y="12730"/>
                      <a:pt x="15751" y="13309"/>
                      <a:pt x="16458" y="13225"/>
                    </a:cubicBezTo>
                    <a:lnTo>
                      <a:pt x="20304" y="12767"/>
                    </a:lnTo>
                    <a:cubicBezTo>
                      <a:pt x="21012" y="12682"/>
                      <a:pt x="21533" y="11966"/>
                      <a:pt x="21459" y="11164"/>
                    </a:cubicBezTo>
                    <a:lnTo>
                      <a:pt x="21324" y="9716"/>
                    </a:lnTo>
                    <a:cubicBezTo>
                      <a:pt x="21250" y="8913"/>
                      <a:pt x="20608" y="8336"/>
                      <a:pt x="19901" y="8420"/>
                    </a:cubicBezTo>
                    <a:lnTo>
                      <a:pt x="16055" y="8878"/>
                    </a:lnTo>
                    <a:close/>
                    <a:moveTo>
                      <a:pt x="16834" y="10250"/>
                    </a:moveTo>
                    <a:cubicBezTo>
                      <a:pt x="17188" y="10208"/>
                      <a:pt x="17508" y="10491"/>
                      <a:pt x="17545" y="10892"/>
                    </a:cubicBezTo>
                    <a:cubicBezTo>
                      <a:pt x="17582" y="11293"/>
                      <a:pt x="17322" y="11657"/>
                      <a:pt x="16968" y="11699"/>
                    </a:cubicBezTo>
                    <a:cubicBezTo>
                      <a:pt x="16614" y="11741"/>
                      <a:pt x="16293" y="11447"/>
                      <a:pt x="16256" y="11046"/>
                    </a:cubicBezTo>
                    <a:cubicBezTo>
                      <a:pt x="16219" y="10644"/>
                      <a:pt x="16480" y="10293"/>
                      <a:pt x="16834" y="1025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íSļï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15DDAAF5-2AA6-4C1E-AF21-E1BBDDFD2C4C}"/>
                  </a:ext>
                </a:extLst>
              </p:cNvPr>
              <p:cNvSpPr/>
              <p:nvPr/>
            </p:nvSpPr>
            <p:spPr>
              <a:xfrm>
                <a:off x="9802780" y="101828"/>
                <a:ext cx="342195" cy="3017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65" h="21448" extrusionOk="0">
                    <a:moveTo>
                      <a:pt x="1162" y="1839"/>
                    </a:moveTo>
                    <a:cubicBezTo>
                      <a:pt x="454" y="1924"/>
                      <a:pt x="-67" y="2640"/>
                      <a:pt x="7" y="3442"/>
                    </a:cubicBezTo>
                    <a:lnTo>
                      <a:pt x="1557" y="20144"/>
                    </a:lnTo>
                    <a:cubicBezTo>
                      <a:pt x="1631" y="20947"/>
                      <a:pt x="2272" y="21524"/>
                      <a:pt x="2980" y="21440"/>
                    </a:cubicBezTo>
                    <a:lnTo>
                      <a:pt x="19632" y="19456"/>
                    </a:lnTo>
                    <a:cubicBezTo>
                      <a:pt x="20339" y="19372"/>
                      <a:pt x="20850" y="18657"/>
                      <a:pt x="20776" y="17855"/>
                    </a:cubicBezTo>
                    <a:lnTo>
                      <a:pt x="20372" y="13497"/>
                    </a:lnTo>
                    <a:lnTo>
                      <a:pt x="15892" y="14031"/>
                    </a:lnTo>
                    <a:cubicBezTo>
                      <a:pt x="15184" y="14115"/>
                      <a:pt x="14553" y="13536"/>
                      <a:pt x="14479" y="12734"/>
                    </a:cubicBezTo>
                    <a:lnTo>
                      <a:pt x="14209" y="9825"/>
                    </a:lnTo>
                    <a:cubicBezTo>
                      <a:pt x="14135" y="9023"/>
                      <a:pt x="14646" y="8308"/>
                      <a:pt x="15353" y="8224"/>
                    </a:cubicBezTo>
                    <a:lnTo>
                      <a:pt x="19833" y="7690"/>
                    </a:lnTo>
                    <a:lnTo>
                      <a:pt x="19497" y="4062"/>
                    </a:lnTo>
                    <a:cubicBezTo>
                      <a:pt x="19422" y="3260"/>
                      <a:pt x="18790" y="2669"/>
                      <a:pt x="18083" y="2754"/>
                    </a:cubicBezTo>
                    <a:lnTo>
                      <a:pt x="17948" y="1305"/>
                    </a:lnTo>
                    <a:cubicBezTo>
                      <a:pt x="17874" y="503"/>
                      <a:pt x="17243" y="-76"/>
                      <a:pt x="16535" y="8"/>
                    </a:cubicBezTo>
                    <a:lnTo>
                      <a:pt x="1162" y="1839"/>
                    </a:lnTo>
                    <a:close/>
                    <a:moveTo>
                      <a:pt x="1930" y="3213"/>
                    </a:moveTo>
                    <a:lnTo>
                      <a:pt x="15381" y="1611"/>
                    </a:lnTo>
                    <a:cubicBezTo>
                      <a:pt x="15381" y="1611"/>
                      <a:pt x="16670" y="1454"/>
                      <a:pt x="16804" y="2906"/>
                    </a:cubicBezTo>
                    <a:lnTo>
                      <a:pt x="2065" y="4661"/>
                    </a:lnTo>
                    <a:cubicBezTo>
                      <a:pt x="1711" y="4704"/>
                      <a:pt x="1401" y="4420"/>
                      <a:pt x="1364" y="4018"/>
                    </a:cubicBezTo>
                    <a:cubicBezTo>
                      <a:pt x="1327" y="3618"/>
                      <a:pt x="1577" y="3255"/>
                      <a:pt x="1930" y="3213"/>
                    </a:cubicBezTo>
                    <a:close/>
                    <a:moveTo>
                      <a:pt x="16055" y="8878"/>
                    </a:moveTo>
                    <a:cubicBezTo>
                      <a:pt x="15347" y="8963"/>
                      <a:pt x="14836" y="9677"/>
                      <a:pt x="14911" y="10479"/>
                    </a:cubicBezTo>
                    <a:lnTo>
                      <a:pt x="15045" y="11928"/>
                    </a:lnTo>
                    <a:cubicBezTo>
                      <a:pt x="15120" y="12730"/>
                      <a:pt x="15751" y="13309"/>
                      <a:pt x="16458" y="13225"/>
                    </a:cubicBezTo>
                    <a:lnTo>
                      <a:pt x="20304" y="12767"/>
                    </a:lnTo>
                    <a:cubicBezTo>
                      <a:pt x="21012" y="12682"/>
                      <a:pt x="21533" y="11966"/>
                      <a:pt x="21459" y="11164"/>
                    </a:cubicBezTo>
                    <a:lnTo>
                      <a:pt x="21324" y="9716"/>
                    </a:lnTo>
                    <a:cubicBezTo>
                      <a:pt x="21250" y="8913"/>
                      <a:pt x="20608" y="8336"/>
                      <a:pt x="19901" y="8420"/>
                    </a:cubicBezTo>
                    <a:lnTo>
                      <a:pt x="16055" y="8878"/>
                    </a:lnTo>
                    <a:close/>
                    <a:moveTo>
                      <a:pt x="16834" y="10250"/>
                    </a:moveTo>
                    <a:cubicBezTo>
                      <a:pt x="17188" y="10208"/>
                      <a:pt x="17508" y="10491"/>
                      <a:pt x="17545" y="10892"/>
                    </a:cubicBezTo>
                    <a:cubicBezTo>
                      <a:pt x="17582" y="11293"/>
                      <a:pt x="17322" y="11657"/>
                      <a:pt x="16968" y="11699"/>
                    </a:cubicBezTo>
                    <a:cubicBezTo>
                      <a:pt x="16614" y="11741"/>
                      <a:pt x="16293" y="11447"/>
                      <a:pt x="16256" y="11046"/>
                    </a:cubicBezTo>
                    <a:cubicBezTo>
                      <a:pt x="16219" y="10644"/>
                      <a:pt x="16480" y="10293"/>
                      <a:pt x="16834" y="1025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6" name="iṧḷî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DBCD5C63-7093-401C-9680-BC331C194532}"/>
                  </a:ext>
                </a:extLst>
              </p:cNvPr>
              <p:cNvSpPr/>
              <p:nvPr/>
            </p:nvSpPr>
            <p:spPr>
              <a:xfrm>
                <a:off x="2057613" y="118609"/>
                <a:ext cx="191587" cy="221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7" name="îşļï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0591B55C-5C0E-4551-B21C-34B94A74FA0E}"/>
                  </a:ext>
                </a:extLst>
              </p:cNvPr>
              <p:cNvSpPr/>
              <p:nvPr/>
            </p:nvSpPr>
            <p:spPr>
              <a:xfrm>
                <a:off x="8263478" y="68886"/>
                <a:ext cx="313158" cy="3000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5" h="21600" extrusionOk="0">
                    <a:moveTo>
                      <a:pt x="8914" y="18801"/>
                    </a:moveTo>
                    <a:lnTo>
                      <a:pt x="4785" y="21600"/>
                    </a:lnTo>
                    <a:lnTo>
                      <a:pt x="4816" y="16426"/>
                    </a:lnTo>
                    <a:cubicBezTo>
                      <a:pt x="4816" y="16426"/>
                      <a:pt x="8914" y="18801"/>
                      <a:pt x="8914" y="18801"/>
                    </a:cubicBezTo>
                    <a:close/>
                    <a:moveTo>
                      <a:pt x="13648" y="9886"/>
                    </a:moveTo>
                    <a:cubicBezTo>
                      <a:pt x="14256" y="10473"/>
                      <a:pt x="14710" y="11017"/>
                      <a:pt x="14897" y="11332"/>
                    </a:cubicBezTo>
                    <a:cubicBezTo>
                      <a:pt x="15850" y="10515"/>
                      <a:pt x="17245" y="10354"/>
                      <a:pt x="18616" y="11148"/>
                    </a:cubicBezTo>
                    <a:cubicBezTo>
                      <a:pt x="20411" y="12189"/>
                      <a:pt x="21595" y="16528"/>
                      <a:pt x="21595" y="16528"/>
                    </a:cubicBezTo>
                    <a:cubicBezTo>
                      <a:pt x="21595" y="16528"/>
                      <a:pt x="21592" y="16527"/>
                      <a:pt x="21588" y="16526"/>
                    </a:cubicBezTo>
                    <a:cubicBezTo>
                      <a:pt x="21592" y="16529"/>
                      <a:pt x="21593" y="16531"/>
                      <a:pt x="21593" y="16531"/>
                    </a:cubicBezTo>
                    <a:cubicBezTo>
                      <a:pt x="21593" y="16531"/>
                      <a:pt x="17444" y="17785"/>
                      <a:pt x="15649" y="16745"/>
                    </a:cubicBezTo>
                    <a:cubicBezTo>
                      <a:pt x="14292" y="15958"/>
                      <a:pt x="13682" y="14654"/>
                      <a:pt x="13824" y="13387"/>
                    </a:cubicBezTo>
                    <a:cubicBezTo>
                      <a:pt x="13475" y="13392"/>
                      <a:pt x="12782" y="13278"/>
                      <a:pt x="11970" y="13046"/>
                    </a:cubicBezTo>
                    <a:lnTo>
                      <a:pt x="9286" y="18101"/>
                    </a:lnTo>
                    <a:lnTo>
                      <a:pt x="5188" y="15725"/>
                    </a:lnTo>
                    <a:lnTo>
                      <a:pt x="7746" y="10909"/>
                    </a:lnTo>
                    <a:cubicBezTo>
                      <a:pt x="5611" y="9358"/>
                      <a:pt x="2500" y="6818"/>
                      <a:pt x="1282" y="5700"/>
                    </a:cubicBezTo>
                    <a:cubicBezTo>
                      <a:pt x="139" y="4651"/>
                      <a:pt x="14" y="4208"/>
                      <a:pt x="8" y="4074"/>
                    </a:cubicBezTo>
                    <a:cubicBezTo>
                      <a:pt x="-5" y="4066"/>
                      <a:pt x="-1" y="4060"/>
                      <a:pt x="9" y="4052"/>
                    </a:cubicBezTo>
                    <a:cubicBezTo>
                      <a:pt x="10" y="4035"/>
                      <a:pt x="13" y="4026"/>
                      <a:pt x="13" y="4026"/>
                    </a:cubicBezTo>
                    <a:cubicBezTo>
                      <a:pt x="143" y="3970"/>
                      <a:pt x="568" y="3846"/>
                      <a:pt x="2025" y="4303"/>
                    </a:cubicBezTo>
                    <a:cubicBezTo>
                      <a:pt x="3577" y="4790"/>
                      <a:pt x="7287" y="6203"/>
                      <a:pt x="9677" y="7273"/>
                    </a:cubicBezTo>
                    <a:lnTo>
                      <a:pt x="11818" y="3240"/>
                    </a:lnTo>
                    <a:lnTo>
                      <a:pt x="15917" y="5613"/>
                    </a:lnTo>
                    <a:cubicBezTo>
                      <a:pt x="15917" y="5613"/>
                      <a:pt x="13648" y="9886"/>
                      <a:pt x="13648" y="9886"/>
                    </a:cubicBezTo>
                    <a:close/>
                    <a:moveTo>
                      <a:pt x="12197" y="2525"/>
                    </a:moveTo>
                    <a:lnTo>
                      <a:pt x="13538" y="0"/>
                    </a:lnTo>
                    <a:lnTo>
                      <a:pt x="17637" y="2372"/>
                    </a:lnTo>
                    <a:lnTo>
                      <a:pt x="16296" y="4898"/>
                    </a:lnTo>
                    <a:cubicBezTo>
                      <a:pt x="16296" y="4898"/>
                      <a:pt x="12197" y="2525"/>
                      <a:pt x="12197" y="2525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8" name="ï$ľï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2D096BA2-C166-4610-BB90-A3837F5C6F3B}"/>
                  </a:ext>
                </a:extLst>
              </p:cNvPr>
              <p:cNvSpPr/>
              <p:nvPr/>
            </p:nvSpPr>
            <p:spPr>
              <a:xfrm>
                <a:off x="3996053" y="66578"/>
                <a:ext cx="250819" cy="2684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íŝlî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F26674A-103E-4C82-BE0C-BC8CB8E1E8D3}"/>
                  </a:ext>
                </a:extLst>
              </p:cNvPr>
              <p:cNvSpPr/>
              <p:nvPr/>
            </p:nvSpPr>
            <p:spPr>
              <a:xfrm>
                <a:off x="3540564" y="72675"/>
                <a:ext cx="311374" cy="2207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54" y="0"/>
                    </a:moveTo>
                    <a:lnTo>
                      <a:pt x="149" y="12597"/>
                    </a:lnTo>
                    <a:lnTo>
                      <a:pt x="0" y="12646"/>
                    </a:lnTo>
                    <a:lnTo>
                      <a:pt x="0" y="19074"/>
                    </a:lnTo>
                    <a:lnTo>
                      <a:pt x="9044" y="19042"/>
                    </a:lnTo>
                    <a:lnTo>
                      <a:pt x="9044" y="21600"/>
                    </a:lnTo>
                    <a:lnTo>
                      <a:pt x="10685" y="20823"/>
                    </a:lnTo>
                    <a:lnTo>
                      <a:pt x="12315" y="21600"/>
                    </a:lnTo>
                    <a:lnTo>
                      <a:pt x="12315" y="19042"/>
                    </a:lnTo>
                    <a:lnTo>
                      <a:pt x="15483" y="19025"/>
                    </a:lnTo>
                    <a:lnTo>
                      <a:pt x="15827" y="19025"/>
                    </a:lnTo>
                    <a:lnTo>
                      <a:pt x="21600" y="7043"/>
                    </a:lnTo>
                    <a:lnTo>
                      <a:pt x="21589" y="16"/>
                    </a:lnTo>
                    <a:cubicBezTo>
                      <a:pt x="21589" y="16"/>
                      <a:pt x="21589" y="0"/>
                      <a:pt x="21589" y="0"/>
                    </a:cubicBezTo>
                    <a:lnTo>
                      <a:pt x="7954" y="0"/>
                    </a:lnTo>
                    <a:close/>
                    <a:moveTo>
                      <a:pt x="20716" y="1813"/>
                    </a:moveTo>
                    <a:cubicBezTo>
                      <a:pt x="20717" y="2327"/>
                      <a:pt x="20716" y="2838"/>
                      <a:pt x="20716" y="3352"/>
                    </a:cubicBezTo>
                    <a:cubicBezTo>
                      <a:pt x="20718" y="4465"/>
                      <a:pt x="20715" y="5574"/>
                      <a:pt x="20716" y="6687"/>
                    </a:cubicBezTo>
                    <a:lnTo>
                      <a:pt x="15333" y="17779"/>
                    </a:lnTo>
                    <a:lnTo>
                      <a:pt x="12315" y="17795"/>
                    </a:lnTo>
                    <a:lnTo>
                      <a:pt x="12315" y="15220"/>
                    </a:lnTo>
                    <a:cubicBezTo>
                      <a:pt x="12315" y="15220"/>
                      <a:pt x="9044" y="15220"/>
                      <a:pt x="9044" y="15220"/>
                    </a:cubicBezTo>
                    <a:lnTo>
                      <a:pt x="9044" y="17811"/>
                    </a:lnTo>
                    <a:lnTo>
                      <a:pt x="872" y="17843"/>
                    </a:lnTo>
                    <a:lnTo>
                      <a:pt x="872" y="12646"/>
                    </a:lnTo>
                    <a:lnTo>
                      <a:pt x="15448" y="12646"/>
                    </a:lnTo>
                    <a:cubicBezTo>
                      <a:pt x="15448" y="12646"/>
                      <a:pt x="19422" y="4474"/>
                      <a:pt x="20716" y="1813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0" name="îślí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89DABDB6-AE7B-4B89-9212-A1EBF70FD746}"/>
                  </a:ext>
                </a:extLst>
              </p:cNvPr>
              <p:cNvSpPr/>
              <p:nvPr/>
            </p:nvSpPr>
            <p:spPr>
              <a:xfrm>
                <a:off x="5845264" y="61764"/>
                <a:ext cx="213184" cy="2359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78" h="21600" extrusionOk="0">
                    <a:moveTo>
                      <a:pt x="10339" y="0"/>
                    </a:moveTo>
                    <a:cubicBezTo>
                      <a:pt x="8560" y="0"/>
                      <a:pt x="6992" y="1375"/>
                      <a:pt x="5917" y="3576"/>
                    </a:cubicBezTo>
                    <a:cubicBezTo>
                      <a:pt x="5568" y="3546"/>
                      <a:pt x="5234" y="3529"/>
                      <a:pt x="4903" y="3529"/>
                    </a:cubicBezTo>
                    <a:cubicBezTo>
                      <a:pt x="2761" y="3529"/>
                      <a:pt x="1171" y="4188"/>
                      <a:pt x="431" y="5396"/>
                    </a:cubicBezTo>
                    <a:cubicBezTo>
                      <a:pt x="-452" y="6840"/>
                      <a:pt x="119" y="8796"/>
                      <a:pt x="1578" y="10761"/>
                    </a:cubicBezTo>
                    <a:cubicBezTo>
                      <a:pt x="84" y="12747"/>
                      <a:pt x="-461" y="14730"/>
                      <a:pt x="431" y="16188"/>
                    </a:cubicBezTo>
                    <a:cubicBezTo>
                      <a:pt x="1171" y="17397"/>
                      <a:pt x="2760" y="18055"/>
                      <a:pt x="4903" y="18055"/>
                    </a:cubicBezTo>
                    <a:cubicBezTo>
                      <a:pt x="5246" y="18055"/>
                      <a:pt x="5621" y="18010"/>
                      <a:pt x="5983" y="17976"/>
                    </a:cubicBezTo>
                    <a:cubicBezTo>
                      <a:pt x="7057" y="20156"/>
                      <a:pt x="8570" y="21600"/>
                      <a:pt x="10339" y="21600"/>
                    </a:cubicBezTo>
                    <a:cubicBezTo>
                      <a:pt x="12118" y="21600"/>
                      <a:pt x="13685" y="20225"/>
                      <a:pt x="14761" y="18024"/>
                    </a:cubicBezTo>
                    <a:cubicBezTo>
                      <a:pt x="15110" y="18054"/>
                      <a:pt x="15460" y="18071"/>
                      <a:pt x="15791" y="18071"/>
                    </a:cubicBezTo>
                    <a:cubicBezTo>
                      <a:pt x="17934" y="18071"/>
                      <a:pt x="19507" y="17412"/>
                      <a:pt x="20246" y="16204"/>
                    </a:cubicBezTo>
                    <a:cubicBezTo>
                      <a:pt x="21134" y="14753"/>
                      <a:pt x="20576" y="12782"/>
                      <a:pt x="19099" y="10808"/>
                    </a:cubicBezTo>
                    <a:cubicBezTo>
                      <a:pt x="20594" y="8822"/>
                      <a:pt x="21139" y="6839"/>
                      <a:pt x="20246" y="5380"/>
                    </a:cubicBezTo>
                    <a:cubicBezTo>
                      <a:pt x="19508" y="4173"/>
                      <a:pt x="17934" y="3514"/>
                      <a:pt x="15791" y="3514"/>
                    </a:cubicBezTo>
                    <a:cubicBezTo>
                      <a:pt x="15438" y="3514"/>
                      <a:pt x="15052" y="3573"/>
                      <a:pt x="14677" y="3608"/>
                    </a:cubicBezTo>
                    <a:cubicBezTo>
                      <a:pt x="13604" y="1440"/>
                      <a:pt x="12102" y="0"/>
                      <a:pt x="10339" y="0"/>
                    </a:cubicBezTo>
                    <a:close/>
                    <a:moveTo>
                      <a:pt x="10339" y="1004"/>
                    </a:moveTo>
                    <a:cubicBezTo>
                      <a:pt x="11591" y="1004"/>
                      <a:pt x="12710" y="2093"/>
                      <a:pt x="13580" y="3733"/>
                    </a:cubicBezTo>
                    <a:cubicBezTo>
                      <a:pt x="12541" y="3915"/>
                      <a:pt x="11452" y="4238"/>
                      <a:pt x="10355" y="4643"/>
                    </a:cubicBezTo>
                    <a:cubicBezTo>
                      <a:pt x="9226" y="4226"/>
                      <a:pt x="8099" y="3899"/>
                      <a:pt x="7031" y="3718"/>
                    </a:cubicBezTo>
                    <a:cubicBezTo>
                      <a:pt x="7905" y="2046"/>
                      <a:pt x="9073" y="1004"/>
                      <a:pt x="10339" y="1004"/>
                    </a:cubicBezTo>
                    <a:close/>
                    <a:moveTo>
                      <a:pt x="15791" y="4518"/>
                    </a:moveTo>
                    <a:cubicBezTo>
                      <a:pt x="17538" y="4518"/>
                      <a:pt x="18791" y="4998"/>
                      <a:pt x="19332" y="5882"/>
                    </a:cubicBezTo>
                    <a:cubicBezTo>
                      <a:pt x="19959" y="6907"/>
                      <a:pt x="19540" y="8380"/>
                      <a:pt x="18468" y="9914"/>
                    </a:cubicBezTo>
                    <a:cubicBezTo>
                      <a:pt x="17787" y="9159"/>
                      <a:pt x="16951" y="8410"/>
                      <a:pt x="16007" y="7702"/>
                    </a:cubicBezTo>
                    <a:cubicBezTo>
                      <a:pt x="15826" y="6556"/>
                      <a:pt x="15554" y="5511"/>
                      <a:pt x="15193" y="4565"/>
                    </a:cubicBezTo>
                    <a:cubicBezTo>
                      <a:pt x="15389" y="4554"/>
                      <a:pt x="15602" y="4518"/>
                      <a:pt x="15791" y="4518"/>
                    </a:cubicBezTo>
                    <a:close/>
                    <a:moveTo>
                      <a:pt x="4903" y="4533"/>
                    </a:moveTo>
                    <a:cubicBezTo>
                      <a:pt x="5095" y="4533"/>
                      <a:pt x="5302" y="4538"/>
                      <a:pt x="5501" y="4549"/>
                    </a:cubicBezTo>
                    <a:cubicBezTo>
                      <a:pt x="5130" y="5520"/>
                      <a:pt x="4852" y="6633"/>
                      <a:pt x="4670" y="7812"/>
                    </a:cubicBezTo>
                    <a:cubicBezTo>
                      <a:pt x="3730" y="8526"/>
                      <a:pt x="2966" y="9248"/>
                      <a:pt x="2293" y="10008"/>
                    </a:cubicBezTo>
                    <a:cubicBezTo>
                      <a:pt x="1175" y="8445"/>
                      <a:pt x="708" y="6940"/>
                      <a:pt x="1346" y="5898"/>
                    </a:cubicBezTo>
                    <a:cubicBezTo>
                      <a:pt x="1887" y="5014"/>
                      <a:pt x="3156" y="4533"/>
                      <a:pt x="4903" y="4533"/>
                    </a:cubicBezTo>
                    <a:close/>
                    <a:moveTo>
                      <a:pt x="14062" y="4659"/>
                    </a:moveTo>
                    <a:cubicBezTo>
                      <a:pt x="14333" y="5325"/>
                      <a:pt x="14582" y="6051"/>
                      <a:pt x="14761" y="6839"/>
                    </a:cubicBezTo>
                    <a:cubicBezTo>
                      <a:pt x="14294" y="6539"/>
                      <a:pt x="13808" y="6239"/>
                      <a:pt x="13298" y="5961"/>
                    </a:cubicBezTo>
                    <a:cubicBezTo>
                      <a:pt x="12768" y="5672"/>
                      <a:pt x="12225" y="5480"/>
                      <a:pt x="11685" y="5239"/>
                    </a:cubicBezTo>
                    <a:cubicBezTo>
                      <a:pt x="12500" y="4985"/>
                      <a:pt x="13298" y="4775"/>
                      <a:pt x="14062" y="4659"/>
                    </a:cubicBezTo>
                    <a:close/>
                    <a:moveTo>
                      <a:pt x="6599" y="4675"/>
                    </a:moveTo>
                    <a:cubicBezTo>
                      <a:pt x="7326" y="4784"/>
                      <a:pt x="8103" y="5021"/>
                      <a:pt x="8876" y="5255"/>
                    </a:cubicBezTo>
                    <a:cubicBezTo>
                      <a:pt x="8379" y="5481"/>
                      <a:pt x="7868" y="5695"/>
                      <a:pt x="7380" y="5961"/>
                    </a:cubicBezTo>
                    <a:cubicBezTo>
                      <a:pt x="6837" y="6256"/>
                      <a:pt x="6443" y="6613"/>
                      <a:pt x="5950" y="6933"/>
                    </a:cubicBezTo>
                    <a:cubicBezTo>
                      <a:pt x="6128" y="6137"/>
                      <a:pt x="6326" y="5348"/>
                      <a:pt x="6599" y="4675"/>
                    </a:cubicBezTo>
                    <a:close/>
                    <a:moveTo>
                      <a:pt x="10405" y="5788"/>
                    </a:moveTo>
                    <a:cubicBezTo>
                      <a:pt x="11196" y="6102"/>
                      <a:pt x="11987" y="6415"/>
                      <a:pt x="12766" y="6839"/>
                    </a:cubicBezTo>
                    <a:cubicBezTo>
                      <a:pt x="13571" y="7278"/>
                      <a:pt x="14317" y="7751"/>
                      <a:pt x="15010" y="8251"/>
                    </a:cubicBezTo>
                    <a:cubicBezTo>
                      <a:pt x="15123" y="9067"/>
                      <a:pt x="15193" y="9915"/>
                      <a:pt x="15193" y="10792"/>
                    </a:cubicBezTo>
                    <a:cubicBezTo>
                      <a:pt x="15193" y="11657"/>
                      <a:pt x="15070" y="12466"/>
                      <a:pt x="14960" y="13271"/>
                    </a:cubicBezTo>
                    <a:cubicBezTo>
                      <a:pt x="14260" y="13779"/>
                      <a:pt x="13583" y="14300"/>
                      <a:pt x="12766" y="14745"/>
                    </a:cubicBezTo>
                    <a:cubicBezTo>
                      <a:pt x="11937" y="15197"/>
                      <a:pt x="11096" y="15469"/>
                      <a:pt x="10256" y="15796"/>
                    </a:cubicBezTo>
                    <a:cubicBezTo>
                      <a:pt x="9475" y="15485"/>
                      <a:pt x="8681" y="15180"/>
                      <a:pt x="7912" y="14761"/>
                    </a:cubicBezTo>
                    <a:cubicBezTo>
                      <a:pt x="7107" y="14323"/>
                      <a:pt x="6360" y="13849"/>
                      <a:pt x="5668" y="13349"/>
                    </a:cubicBezTo>
                    <a:cubicBezTo>
                      <a:pt x="5554" y="12533"/>
                      <a:pt x="5501" y="11669"/>
                      <a:pt x="5501" y="10792"/>
                    </a:cubicBezTo>
                    <a:cubicBezTo>
                      <a:pt x="5501" y="9918"/>
                      <a:pt x="5605" y="9111"/>
                      <a:pt x="5718" y="8298"/>
                    </a:cubicBezTo>
                    <a:cubicBezTo>
                      <a:pt x="6420" y="7788"/>
                      <a:pt x="7092" y="7270"/>
                      <a:pt x="7912" y="6824"/>
                    </a:cubicBezTo>
                    <a:cubicBezTo>
                      <a:pt x="8731" y="6377"/>
                      <a:pt x="9574" y="6113"/>
                      <a:pt x="10405" y="5788"/>
                    </a:cubicBezTo>
                    <a:close/>
                    <a:moveTo>
                      <a:pt x="10339" y="7984"/>
                    </a:moveTo>
                    <a:cubicBezTo>
                      <a:pt x="8690" y="7984"/>
                      <a:pt x="7363" y="9237"/>
                      <a:pt x="7363" y="10792"/>
                    </a:cubicBezTo>
                    <a:cubicBezTo>
                      <a:pt x="7363" y="12348"/>
                      <a:pt x="8690" y="13616"/>
                      <a:pt x="10339" y="13616"/>
                    </a:cubicBezTo>
                    <a:cubicBezTo>
                      <a:pt x="11987" y="13616"/>
                      <a:pt x="13331" y="12348"/>
                      <a:pt x="13331" y="10792"/>
                    </a:cubicBezTo>
                    <a:cubicBezTo>
                      <a:pt x="13331" y="9237"/>
                      <a:pt x="11987" y="7984"/>
                      <a:pt x="10339" y="7984"/>
                    </a:cubicBezTo>
                    <a:close/>
                    <a:moveTo>
                      <a:pt x="4571" y="9098"/>
                    </a:moveTo>
                    <a:cubicBezTo>
                      <a:pt x="4522" y="9664"/>
                      <a:pt x="4438" y="10197"/>
                      <a:pt x="4438" y="10792"/>
                    </a:cubicBezTo>
                    <a:cubicBezTo>
                      <a:pt x="4438" y="11349"/>
                      <a:pt x="4462" y="11892"/>
                      <a:pt x="4504" y="12424"/>
                    </a:cubicBezTo>
                    <a:cubicBezTo>
                      <a:pt x="3891" y="11902"/>
                      <a:pt x="3374" y="11375"/>
                      <a:pt x="2908" y="10839"/>
                    </a:cubicBezTo>
                    <a:cubicBezTo>
                      <a:pt x="3403" y="10260"/>
                      <a:pt x="3903" y="9661"/>
                      <a:pt x="4571" y="9098"/>
                    </a:cubicBezTo>
                    <a:close/>
                    <a:moveTo>
                      <a:pt x="16190" y="9176"/>
                    </a:moveTo>
                    <a:cubicBezTo>
                      <a:pt x="16796" y="9693"/>
                      <a:pt x="17307" y="10215"/>
                      <a:pt x="17769" y="10745"/>
                    </a:cubicBezTo>
                    <a:cubicBezTo>
                      <a:pt x="17273" y="11325"/>
                      <a:pt x="16776" y="11907"/>
                      <a:pt x="16107" y="12471"/>
                    </a:cubicBezTo>
                    <a:cubicBezTo>
                      <a:pt x="16155" y="11912"/>
                      <a:pt x="16257" y="11379"/>
                      <a:pt x="16257" y="10792"/>
                    </a:cubicBezTo>
                    <a:cubicBezTo>
                      <a:pt x="16257" y="10236"/>
                      <a:pt x="16233" y="9708"/>
                      <a:pt x="16190" y="9176"/>
                    </a:cubicBezTo>
                    <a:close/>
                    <a:moveTo>
                      <a:pt x="18384" y="11576"/>
                    </a:moveTo>
                    <a:cubicBezTo>
                      <a:pt x="19512" y="13146"/>
                      <a:pt x="19972" y="14656"/>
                      <a:pt x="19332" y="15702"/>
                    </a:cubicBezTo>
                    <a:cubicBezTo>
                      <a:pt x="18791" y="16586"/>
                      <a:pt x="17537" y="17067"/>
                      <a:pt x="15791" y="17067"/>
                    </a:cubicBezTo>
                    <a:cubicBezTo>
                      <a:pt x="15599" y="17067"/>
                      <a:pt x="15392" y="17047"/>
                      <a:pt x="15193" y="17035"/>
                    </a:cubicBezTo>
                    <a:cubicBezTo>
                      <a:pt x="15564" y="16065"/>
                      <a:pt x="15826" y="14967"/>
                      <a:pt x="16007" y="13788"/>
                    </a:cubicBezTo>
                    <a:cubicBezTo>
                      <a:pt x="16951" y="13073"/>
                      <a:pt x="17710" y="12337"/>
                      <a:pt x="18384" y="11576"/>
                    </a:cubicBezTo>
                    <a:close/>
                    <a:moveTo>
                      <a:pt x="2210" y="11655"/>
                    </a:moveTo>
                    <a:cubicBezTo>
                      <a:pt x="2896" y="12420"/>
                      <a:pt x="3714" y="13165"/>
                      <a:pt x="4670" y="13882"/>
                    </a:cubicBezTo>
                    <a:cubicBezTo>
                      <a:pt x="4849" y="15014"/>
                      <a:pt x="5113" y="16067"/>
                      <a:pt x="5468" y="17004"/>
                    </a:cubicBezTo>
                    <a:cubicBezTo>
                      <a:pt x="5283" y="17014"/>
                      <a:pt x="5081" y="17051"/>
                      <a:pt x="4903" y="17051"/>
                    </a:cubicBezTo>
                    <a:cubicBezTo>
                      <a:pt x="3156" y="17051"/>
                      <a:pt x="1887" y="16571"/>
                      <a:pt x="1346" y="15686"/>
                    </a:cubicBezTo>
                    <a:cubicBezTo>
                      <a:pt x="717" y="14659"/>
                      <a:pt x="1131" y="13193"/>
                      <a:pt x="2210" y="11655"/>
                    </a:cubicBezTo>
                    <a:close/>
                    <a:moveTo>
                      <a:pt x="14744" y="14651"/>
                    </a:moveTo>
                    <a:cubicBezTo>
                      <a:pt x="14565" y="15455"/>
                      <a:pt x="14370" y="16247"/>
                      <a:pt x="14096" y="16925"/>
                    </a:cubicBezTo>
                    <a:cubicBezTo>
                      <a:pt x="13364" y="16816"/>
                      <a:pt x="12580" y="16581"/>
                      <a:pt x="11802" y="16345"/>
                    </a:cubicBezTo>
                    <a:cubicBezTo>
                      <a:pt x="12304" y="16117"/>
                      <a:pt x="12804" y="15892"/>
                      <a:pt x="13298" y="15624"/>
                    </a:cubicBezTo>
                    <a:cubicBezTo>
                      <a:pt x="13843" y="15326"/>
                      <a:pt x="14249" y="14973"/>
                      <a:pt x="14744" y="14651"/>
                    </a:cubicBezTo>
                    <a:close/>
                    <a:moveTo>
                      <a:pt x="5934" y="14761"/>
                    </a:moveTo>
                    <a:cubicBezTo>
                      <a:pt x="6400" y="15061"/>
                      <a:pt x="6869" y="15346"/>
                      <a:pt x="7380" y="15624"/>
                    </a:cubicBezTo>
                    <a:cubicBezTo>
                      <a:pt x="7902" y="15908"/>
                      <a:pt x="8444" y="16107"/>
                      <a:pt x="8976" y="16345"/>
                    </a:cubicBezTo>
                    <a:cubicBezTo>
                      <a:pt x="8160" y="16598"/>
                      <a:pt x="7364" y="16795"/>
                      <a:pt x="6599" y="16910"/>
                    </a:cubicBezTo>
                    <a:cubicBezTo>
                      <a:pt x="6331" y="16249"/>
                      <a:pt x="6110" y="15542"/>
                      <a:pt x="5934" y="14761"/>
                    </a:cubicBezTo>
                    <a:close/>
                    <a:moveTo>
                      <a:pt x="10322" y="16941"/>
                    </a:moveTo>
                    <a:cubicBezTo>
                      <a:pt x="11458" y="17362"/>
                      <a:pt x="12573" y="17700"/>
                      <a:pt x="13647" y="17882"/>
                    </a:cubicBezTo>
                    <a:cubicBezTo>
                      <a:pt x="12773" y="19553"/>
                      <a:pt x="11605" y="20596"/>
                      <a:pt x="10339" y="20596"/>
                    </a:cubicBezTo>
                    <a:cubicBezTo>
                      <a:pt x="9084" y="20596"/>
                      <a:pt x="7951" y="19498"/>
                      <a:pt x="7081" y="17851"/>
                    </a:cubicBezTo>
                    <a:cubicBezTo>
                      <a:pt x="8127" y="17671"/>
                      <a:pt x="9217" y="17349"/>
                      <a:pt x="10322" y="16941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1" name="îśľî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3D3EFAA6-02CC-4A26-AB99-DE9F1FD1FEF8}"/>
                  </a:ext>
                </a:extLst>
              </p:cNvPr>
              <p:cNvSpPr/>
              <p:nvPr/>
            </p:nvSpPr>
            <p:spPr>
              <a:xfrm>
                <a:off x="5480983" y="30424"/>
                <a:ext cx="192944" cy="2064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3197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2" name="íṩľí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79363EF9-AB1F-4431-B204-FC8AB2D73E08}"/>
                  </a:ext>
                </a:extLst>
              </p:cNvPr>
              <p:cNvSpPr/>
              <p:nvPr/>
            </p:nvSpPr>
            <p:spPr>
              <a:xfrm>
                <a:off x="2531890" y="42638"/>
                <a:ext cx="245690" cy="228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4" h="21600" extrusionOk="0">
                    <a:moveTo>
                      <a:pt x="0" y="3459"/>
                    </a:moveTo>
                    <a:lnTo>
                      <a:pt x="1422" y="10208"/>
                    </a:lnTo>
                    <a:cubicBezTo>
                      <a:pt x="1422" y="10208"/>
                      <a:pt x="2469" y="10982"/>
                      <a:pt x="3219" y="10113"/>
                    </a:cubicBezTo>
                    <a:cubicBezTo>
                      <a:pt x="4049" y="9149"/>
                      <a:pt x="6494" y="8518"/>
                      <a:pt x="6992" y="11134"/>
                    </a:cubicBezTo>
                    <a:cubicBezTo>
                      <a:pt x="7491" y="13750"/>
                      <a:pt x="5522" y="14362"/>
                      <a:pt x="4296" y="14027"/>
                    </a:cubicBezTo>
                    <a:cubicBezTo>
                      <a:pt x="3187" y="13725"/>
                      <a:pt x="2357" y="14641"/>
                      <a:pt x="2357" y="14641"/>
                    </a:cubicBezTo>
                    <a:lnTo>
                      <a:pt x="3823" y="21600"/>
                    </a:lnTo>
                    <a:lnTo>
                      <a:pt x="9313" y="20212"/>
                    </a:lnTo>
                    <a:cubicBezTo>
                      <a:pt x="9313" y="20212"/>
                      <a:pt x="9635" y="19276"/>
                      <a:pt x="8958" y="18523"/>
                    </a:cubicBezTo>
                    <a:cubicBezTo>
                      <a:pt x="8134" y="17611"/>
                      <a:pt x="7558" y="15210"/>
                      <a:pt x="10150" y="14555"/>
                    </a:cubicBezTo>
                    <a:cubicBezTo>
                      <a:pt x="12743" y="13899"/>
                      <a:pt x="13216" y="16255"/>
                      <a:pt x="12736" y="17679"/>
                    </a:cubicBezTo>
                    <a:cubicBezTo>
                      <a:pt x="12378" y="18747"/>
                      <a:pt x="13070" y="19262"/>
                      <a:pt x="13070" y="19262"/>
                    </a:cubicBezTo>
                    <a:lnTo>
                      <a:pt x="17693" y="18092"/>
                    </a:lnTo>
                    <a:cubicBezTo>
                      <a:pt x="17693" y="18092"/>
                      <a:pt x="16501" y="13146"/>
                      <a:pt x="16426" y="11786"/>
                    </a:cubicBezTo>
                    <a:cubicBezTo>
                      <a:pt x="16346" y="10328"/>
                      <a:pt x="18026" y="10919"/>
                      <a:pt x="18332" y="11000"/>
                    </a:cubicBezTo>
                    <a:cubicBezTo>
                      <a:pt x="20097" y="11473"/>
                      <a:pt x="21600" y="10153"/>
                      <a:pt x="21079" y="7680"/>
                    </a:cubicBezTo>
                    <a:cubicBezTo>
                      <a:pt x="20558" y="5208"/>
                      <a:pt x="18027" y="5192"/>
                      <a:pt x="17063" y="6452"/>
                    </a:cubicBezTo>
                    <a:cubicBezTo>
                      <a:pt x="16347" y="7388"/>
                      <a:pt x="15661" y="7684"/>
                      <a:pt x="15383" y="7029"/>
                    </a:cubicBezTo>
                    <a:cubicBezTo>
                      <a:pt x="14735" y="5498"/>
                      <a:pt x="13677" y="0"/>
                      <a:pt x="13677" y="0"/>
                    </a:cubicBezTo>
                    <a:lnTo>
                      <a:pt x="9343" y="1096"/>
                    </a:lnTo>
                    <a:cubicBezTo>
                      <a:pt x="9343" y="1096"/>
                      <a:pt x="8732" y="2392"/>
                      <a:pt x="9572" y="3149"/>
                    </a:cubicBezTo>
                    <a:cubicBezTo>
                      <a:pt x="10838" y="4289"/>
                      <a:pt x="10727" y="6525"/>
                      <a:pt x="8669" y="7045"/>
                    </a:cubicBezTo>
                    <a:cubicBezTo>
                      <a:pt x="6612" y="7566"/>
                      <a:pt x="5599" y="5828"/>
                      <a:pt x="6228" y="4123"/>
                    </a:cubicBezTo>
                    <a:cubicBezTo>
                      <a:pt x="6581" y="3168"/>
                      <a:pt x="5664" y="2036"/>
                      <a:pt x="5664" y="2036"/>
                    </a:cubicBezTo>
                    <a:cubicBezTo>
                      <a:pt x="5664" y="2036"/>
                      <a:pt x="0" y="3459"/>
                      <a:pt x="0" y="345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íśḻî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A79BC53C-318E-4873-B387-DE2DF5E86F57}"/>
                  </a:ext>
                </a:extLst>
              </p:cNvPr>
              <p:cNvSpPr/>
              <p:nvPr/>
            </p:nvSpPr>
            <p:spPr>
              <a:xfrm>
                <a:off x="3058003" y="14892"/>
                <a:ext cx="192944" cy="20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iṡḷi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E09A201B-2FA8-42C1-84DA-42E696130DD5}"/>
                  </a:ext>
                </a:extLst>
              </p:cNvPr>
              <p:cNvSpPr/>
              <p:nvPr/>
            </p:nvSpPr>
            <p:spPr>
              <a:xfrm>
                <a:off x="10682211" y="0"/>
                <a:ext cx="192944" cy="2064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72" h="21028" extrusionOk="0">
                    <a:moveTo>
                      <a:pt x="11134" y="0"/>
                    </a:moveTo>
                    <a:cubicBezTo>
                      <a:pt x="10473" y="291"/>
                      <a:pt x="9829" y="670"/>
                      <a:pt x="9218" y="1133"/>
                    </a:cubicBezTo>
                    <a:cubicBezTo>
                      <a:pt x="8205" y="1900"/>
                      <a:pt x="7241" y="3000"/>
                      <a:pt x="7232" y="4263"/>
                    </a:cubicBezTo>
                    <a:cubicBezTo>
                      <a:pt x="7232" y="4376"/>
                      <a:pt x="7251" y="4474"/>
                      <a:pt x="7265" y="4578"/>
                    </a:cubicBezTo>
                    <a:lnTo>
                      <a:pt x="5151" y="2019"/>
                    </a:lnTo>
                    <a:cubicBezTo>
                      <a:pt x="5136" y="2030"/>
                      <a:pt x="5118" y="2042"/>
                      <a:pt x="5102" y="2053"/>
                    </a:cubicBezTo>
                    <a:cubicBezTo>
                      <a:pt x="5027" y="2106"/>
                      <a:pt x="4955" y="2159"/>
                      <a:pt x="4880" y="2213"/>
                    </a:cubicBezTo>
                    <a:lnTo>
                      <a:pt x="7423" y="5900"/>
                    </a:lnTo>
                    <a:cubicBezTo>
                      <a:pt x="4977" y="5414"/>
                      <a:pt x="2486" y="6475"/>
                      <a:pt x="1082" y="8857"/>
                    </a:cubicBezTo>
                    <a:cubicBezTo>
                      <a:pt x="-1074" y="12513"/>
                      <a:pt x="95" y="17729"/>
                      <a:pt x="3688" y="19976"/>
                    </a:cubicBezTo>
                    <a:cubicBezTo>
                      <a:pt x="6286" y="21600"/>
                      <a:pt x="9522" y="21245"/>
                      <a:pt x="12057" y="19586"/>
                    </a:cubicBezTo>
                    <a:cubicBezTo>
                      <a:pt x="14335" y="19918"/>
                      <a:pt x="16643" y="19169"/>
                      <a:pt x="18072" y="17172"/>
                    </a:cubicBezTo>
                    <a:cubicBezTo>
                      <a:pt x="20526" y="13741"/>
                      <a:pt x="19342" y="8581"/>
                      <a:pt x="15911" y="5901"/>
                    </a:cubicBezTo>
                    <a:cubicBezTo>
                      <a:pt x="14980" y="5173"/>
                      <a:pt x="13948" y="4703"/>
                      <a:pt x="12864" y="4562"/>
                    </a:cubicBezTo>
                    <a:cubicBezTo>
                      <a:pt x="12076" y="4459"/>
                      <a:pt x="11291" y="4541"/>
                      <a:pt x="10539" y="4763"/>
                    </a:cubicBezTo>
                    <a:cubicBezTo>
                      <a:pt x="10955" y="4092"/>
                      <a:pt x="11179" y="3259"/>
                      <a:pt x="11250" y="2443"/>
                    </a:cubicBezTo>
                    <a:cubicBezTo>
                      <a:pt x="11324" y="1599"/>
                      <a:pt x="11285" y="776"/>
                      <a:pt x="11134" y="0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ïṩļî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7285E37-31B4-44A1-942D-BDAB54D6AB7A}"/>
                  </a:ext>
                </a:extLst>
              </p:cNvPr>
              <p:cNvSpPr/>
              <p:nvPr/>
            </p:nvSpPr>
            <p:spPr>
              <a:xfrm>
                <a:off x="12204179" y="29836"/>
                <a:ext cx="245690" cy="228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84" h="21600" extrusionOk="0">
                    <a:moveTo>
                      <a:pt x="0" y="3459"/>
                    </a:moveTo>
                    <a:lnTo>
                      <a:pt x="1422" y="10208"/>
                    </a:lnTo>
                    <a:cubicBezTo>
                      <a:pt x="1422" y="10208"/>
                      <a:pt x="2469" y="10982"/>
                      <a:pt x="3219" y="10113"/>
                    </a:cubicBezTo>
                    <a:cubicBezTo>
                      <a:pt x="4049" y="9149"/>
                      <a:pt x="6494" y="8518"/>
                      <a:pt x="6992" y="11134"/>
                    </a:cubicBezTo>
                    <a:cubicBezTo>
                      <a:pt x="7491" y="13750"/>
                      <a:pt x="5522" y="14362"/>
                      <a:pt x="4296" y="14027"/>
                    </a:cubicBezTo>
                    <a:cubicBezTo>
                      <a:pt x="3187" y="13725"/>
                      <a:pt x="2357" y="14641"/>
                      <a:pt x="2357" y="14641"/>
                    </a:cubicBezTo>
                    <a:lnTo>
                      <a:pt x="3823" y="21600"/>
                    </a:lnTo>
                    <a:lnTo>
                      <a:pt x="9313" y="20212"/>
                    </a:lnTo>
                    <a:cubicBezTo>
                      <a:pt x="9313" y="20212"/>
                      <a:pt x="9635" y="19276"/>
                      <a:pt x="8958" y="18523"/>
                    </a:cubicBezTo>
                    <a:cubicBezTo>
                      <a:pt x="8134" y="17611"/>
                      <a:pt x="7558" y="15210"/>
                      <a:pt x="10150" y="14555"/>
                    </a:cubicBezTo>
                    <a:cubicBezTo>
                      <a:pt x="12743" y="13899"/>
                      <a:pt x="13216" y="16255"/>
                      <a:pt x="12736" y="17679"/>
                    </a:cubicBezTo>
                    <a:cubicBezTo>
                      <a:pt x="12378" y="18747"/>
                      <a:pt x="13070" y="19262"/>
                      <a:pt x="13070" y="19262"/>
                    </a:cubicBezTo>
                    <a:lnTo>
                      <a:pt x="17693" y="18092"/>
                    </a:lnTo>
                    <a:cubicBezTo>
                      <a:pt x="17693" y="18092"/>
                      <a:pt x="16501" y="13146"/>
                      <a:pt x="16426" y="11786"/>
                    </a:cubicBezTo>
                    <a:cubicBezTo>
                      <a:pt x="16346" y="10328"/>
                      <a:pt x="18026" y="10919"/>
                      <a:pt x="18332" y="11000"/>
                    </a:cubicBezTo>
                    <a:cubicBezTo>
                      <a:pt x="20097" y="11473"/>
                      <a:pt x="21600" y="10153"/>
                      <a:pt x="21079" y="7680"/>
                    </a:cubicBezTo>
                    <a:cubicBezTo>
                      <a:pt x="20558" y="5208"/>
                      <a:pt x="18027" y="5192"/>
                      <a:pt x="17063" y="6452"/>
                    </a:cubicBezTo>
                    <a:cubicBezTo>
                      <a:pt x="16347" y="7388"/>
                      <a:pt x="15661" y="7684"/>
                      <a:pt x="15383" y="7029"/>
                    </a:cubicBezTo>
                    <a:cubicBezTo>
                      <a:pt x="14735" y="5498"/>
                      <a:pt x="13677" y="0"/>
                      <a:pt x="13677" y="0"/>
                    </a:cubicBezTo>
                    <a:lnTo>
                      <a:pt x="9343" y="1096"/>
                    </a:lnTo>
                    <a:cubicBezTo>
                      <a:pt x="9343" y="1096"/>
                      <a:pt x="8732" y="2392"/>
                      <a:pt x="9572" y="3149"/>
                    </a:cubicBezTo>
                    <a:cubicBezTo>
                      <a:pt x="10838" y="4289"/>
                      <a:pt x="10727" y="6525"/>
                      <a:pt x="8669" y="7045"/>
                    </a:cubicBezTo>
                    <a:cubicBezTo>
                      <a:pt x="6612" y="7566"/>
                      <a:pt x="5599" y="5828"/>
                      <a:pt x="6228" y="4123"/>
                    </a:cubicBezTo>
                    <a:cubicBezTo>
                      <a:pt x="6581" y="3168"/>
                      <a:pt x="5664" y="2036"/>
                      <a:pt x="5664" y="2036"/>
                    </a:cubicBezTo>
                    <a:cubicBezTo>
                      <a:pt x="5664" y="2036"/>
                      <a:pt x="0" y="3459"/>
                      <a:pt x="0" y="3459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îs1ï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BD56E837-AC29-4A6E-BC60-4AA9D60D4B63}"/>
                  </a:ext>
                </a:extLst>
              </p:cNvPr>
              <p:cNvSpPr/>
              <p:nvPr/>
            </p:nvSpPr>
            <p:spPr>
              <a:xfrm>
                <a:off x="11156736" y="68886"/>
                <a:ext cx="191587" cy="221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î$lï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id="{FC983088-5592-4156-B05D-4DF5E5583103}"/>
                  </a:ext>
                </a:extLst>
              </p:cNvPr>
              <p:cNvSpPr/>
              <p:nvPr/>
            </p:nvSpPr>
            <p:spPr>
              <a:xfrm>
                <a:off x="207189" y="18875"/>
                <a:ext cx="191587" cy="2213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307" y="15970"/>
                    </a:lnTo>
                    <a:lnTo>
                      <a:pt x="6112" y="19464"/>
                    </a:lnTo>
                    <a:cubicBezTo>
                      <a:pt x="6112" y="19464"/>
                      <a:pt x="0" y="21600"/>
                      <a:pt x="0" y="21600"/>
                    </a:cubicBezTo>
                    <a:close/>
                    <a:moveTo>
                      <a:pt x="6773" y="18782"/>
                    </a:moveTo>
                    <a:lnTo>
                      <a:pt x="1968" y="15288"/>
                    </a:lnTo>
                    <a:lnTo>
                      <a:pt x="13737" y="3150"/>
                    </a:lnTo>
                    <a:lnTo>
                      <a:pt x="18545" y="6642"/>
                    </a:lnTo>
                    <a:cubicBezTo>
                      <a:pt x="18545" y="6642"/>
                      <a:pt x="6773" y="18782"/>
                      <a:pt x="6773" y="18782"/>
                    </a:cubicBezTo>
                    <a:close/>
                    <a:moveTo>
                      <a:pt x="19218" y="5946"/>
                    </a:moveTo>
                    <a:lnTo>
                      <a:pt x="14411" y="2455"/>
                    </a:lnTo>
                    <a:lnTo>
                      <a:pt x="16792" y="0"/>
                    </a:lnTo>
                    <a:lnTo>
                      <a:pt x="21600" y="3492"/>
                    </a:lnTo>
                    <a:cubicBezTo>
                      <a:pt x="21600" y="3492"/>
                      <a:pt x="19218" y="5946"/>
                      <a:pt x="19218" y="5946"/>
                    </a:cubicBezTo>
                    <a:close/>
                  </a:path>
                </a:pathLst>
              </a:custGeom>
              <a:solidFill>
                <a:srgbClr val="B9B9B9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447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Characteristics of Big Data</a:t>
            </a:r>
          </a:p>
        </p:txBody>
      </p:sp>
      <p:grpSp>
        <p:nvGrpSpPr>
          <p:cNvPr id="4" name="iSḻiďe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AAF00A99-25D7-44CD-80B9-1276C0AB0797}"/>
              </a:ext>
            </a:extLst>
          </p:cNvPr>
          <p:cNvGrpSpPr/>
          <p:nvPr/>
        </p:nvGrpSpPr>
        <p:grpSpPr>
          <a:xfrm>
            <a:off x="6570352" y="2863024"/>
            <a:ext cx="1424911" cy="2596994"/>
            <a:chOff x="6474042" y="2675607"/>
            <a:chExt cx="1424911" cy="2596994"/>
          </a:xfrm>
          <a:solidFill>
            <a:srgbClr val="02CCCC"/>
          </a:solidFill>
        </p:grpSpPr>
        <p:sp>
          <p:nvSpPr>
            <p:cNvPr id="5" name="í$lî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C5118E54-7E44-454C-9520-C9EB6741A194}"/>
                </a:ext>
              </a:extLst>
            </p:cNvPr>
            <p:cNvSpPr/>
            <p:nvPr/>
          </p:nvSpPr>
          <p:spPr>
            <a:xfrm>
              <a:off x="6474042" y="2675607"/>
              <a:ext cx="1424911" cy="1347837"/>
            </a:xfrm>
            <a:prstGeom prst="wedgeEllipseCallout">
              <a:avLst>
                <a:gd name="adj1" fmla="val -29"/>
                <a:gd name="adj2" fmla="val 65817"/>
              </a:avLst>
            </a:prstGeom>
            <a:grp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E2F465D7-9C4E-4104-BE06-5817A069D758}"/>
                </a:ext>
              </a:extLst>
            </p:cNvPr>
            <p:cNvCxnSpPr/>
            <p:nvPr/>
          </p:nvCxnSpPr>
          <p:spPr>
            <a:xfrm>
              <a:off x="7186497" y="4363198"/>
              <a:ext cx="0" cy="909403"/>
            </a:xfrm>
            <a:prstGeom prst="line">
              <a:avLst/>
            </a:prstGeom>
            <a:grpFill/>
            <a:ln w="28575">
              <a:solidFill>
                <a:srgbClr val="02CCCC"/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isļîḍé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20986884-FB58-4435-9F23-7749180B26FB}"/>
              </a:ext>
            </a:extLst>
          </p:cNvPr>
          <p:cNvGrpSpPr/>
          <p:nvPr/>
        </p:nvGrpSpPr>
        <p:grpSpPr>
          <a:xfrm>
            <a:off x="4363528" y="3993135"/>
            <a:ext cx="2596994" cy="1424911"/>
            <a:chOff x="4267218" y="3805718"/>
            <a:chExt cx="2596994" cy="1424911"/>
          </a:xfrm>
          <a:solidFill>
            <a:schemeClr val="bg1">
              <a:lumMod val="75000"/>
            </a:schemeClr>
          </a:solidFill>
        </p:grpSpPr>
        <p:sp>
          <p:nvSpPr>
            <p:cNvPr id="8" name="íŝl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2C451D15-E4D2-4651-AB28-F67E0C05EDA1}"/>
                </a:ext>
              </a:extLst>
            </p:cNvPr>
            <p:cNvSpPr/>
            <p:nvPr/>
          </p:nvSpPr>
          <p:spPr>
            <a:xfrm rot="5400000">
              <a:off x="5477838" y="3844255"/>
              <a:ext cx="1424911" cy="1347837"/>
            </a:xfrm>
            <a:prstGeom prst="wedgeEllipseCallout">
              <a:avLst>
                <a:gd name="adj1" fmla="val -29"/>
                <a:gd name="adj2" fmla="val 65817"/>
              </a:avLst>
            </a:prstGeom>
            <a:grp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EE2BBC08-F51D-4C64-84A3-5378CD750E7F}"/>
                </a:ext>
              </a:extLst>
            </p:cNvPr>
            <p:cNvCxnSpPr/>
            <p:nvPr/>
          </p:nvCxnSpPr>
          <p:spPr>
            <a:xfrm rot="5400000">
              <a:off x="4721920" y="4063471"/>
              <a:ext cx="0" cy="909403"/>
            </a:xfrm>
            <a:prstGeom prst="line">
              <a:avLst/>
            </a:prstGeom>
            <a:grpFill/>
            <a:ln w="28575">
              <a:solidFill>
                <a:schemeClr val="accent6"/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îśḻîḍe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6E86512C-BDAB-4704-A51B-ED5D0204AB6A}"/>
              </a:ext>
            </a:extLst>
          </p:cNvPr>
          <p:cNvGrpSpPr/>
          <p:nvPr/>
        </p:nvGrpSpPr>
        <p:grpSpPr>
          <a:xfrm>
            <a:off x="5424098" y="1810814"/>
            <a:ext cx="2596993" cy="1424911"/>
            <a:chOff x="5327788" y="1623397"/>
            <a:chExt cx="2596993" cy="1424911"/>
          </a:xfrm>
          <a:solidFill>
            <a:schemeClr val="bg1">
              <a:lumMod val="75000"/>
            </a:schemeClr>
          </a:solidFill>
        </p:grpSpPr>
        <p:sp>
          <p:nvSpPr>
            <p:cNvPr id="11" name="î$ḻ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D04AF55A-9AAA-4C88-9DCD-58397BECD694}"/>
                </a:ext>
              </a:extLst>
            </p:cNvPr>
            <p:cNvSpPr/>
            <p:nvPr/>
          </p:nvSpPr>
          <p:spPr>
            <a:xfrm rot="16200000" flipH="1">
              <a:off x="5289251" y="1661934"/>
              <a:ext cx="1424911" cy="1347837"/>
            </a:xfrm>
            <a:prstGeom prst="wedgeEllipseCallout">
              <a:avLst>
                <a:gd name="adj1" fmla="val -29"/>
                <a:gd name="adj2" fmla="val 65817"/>
              </a:avLst>
            </a:prstGeom>
            <a:grp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7EAEA123-9508-4F89-9A81-71BC664D3DA1}"/>
                </a:ext>
              </a:extLst>
            </p:cNvPr>
            <p:cNvCxnSpPr/>
            <p:nvPr/>
          </p:nvCxnSpPr>
          <p:spPr>
            <a:xfrm rot="16200000" flipH="1">
              <a:off x="7470080" y="1881151"/>
              <a:ext cx="0" cy="909403"/>
            </a:xfrm>
            <a:prstGeom prst="line">
              <a:avLst/>
            </a:prstGeom>
            <a:grp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ïṩḷîḓê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0B93AAFA-07CA-45A2-A7E1-7EFB03F7058F}"/>
              </a:ext>
            </a:extLst>
          </p:cNvPr>
          <p:cNvGrpSpPr/>
          <p:nvPr/>
        </p:nvGrpSpPr>
        <p:grpSpPr>
          <a:xfrm>
            <a:off x="4408729" y="1772816"/>
            <a:ext cx="1424911" cy="2596994"/>
            <a:chOff x="4312419" y="1585399"/>
            <a:chExt cx="1424911" cy="2596994"/>
          </a:xfrm>
          <a:solidFill>
            <a:srgbClr val="02CCCC"/>
          </a:solidFill>
        </p:grpSpPr>
        <p:sp>
          <p:nvSpPr>
            <p:cNvPr id="14" name="íšḻi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E50085A4-29B4-4792-BA3C-0816C68E0ED8}"/>
                </a:ext>
              </a:extLst>
            </p:cNvPr>
            <p:cNvSpPr/>
            <p:nvPr/>
          </p:nvSpPr>
          <p:spPr>
            <a:xfrm flipV="1">
              <a:off x="4312419" y="2834556"/>
              <a:ext cx="1424911" cy="1347837"/>
            </a:xfrm>
            <a:prstGeom prst="wedgeEllipseCallout">
              <a:avLst>
                <a:gd name="adj1" fmla="val -29"/>
                <a:gd name="adj2" fmla="val 65817"/>
              </a:avLst>
            </a:prstGeom>
            <a:grp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id="{BC408438-16B3-4B71-BFFD-787BD2A55717}"/>
                </a:ext>
              </a:extLst>
            </p:cNvPr>
            <p:cNvCxnSpPr/>
            <p:nvPr/>
          </p:nvCxnSpPr>
          <p:spPr>
            <a:xfrm flipV="1">
              <a:off x="5024875" y="1585399"/>
              <a:ext cx="0" cy="909403"/>
            </a:xfrm>
            <a:prstGeom prst="line">
              <a:avLst/>
            </a:prstGeom>
            <a:grpFill/>
            <a:ln w="28575">
              <a:solidFill>
                <a:srgbClr val="02CCCC"/>
              </a:solidFill>
              <a:prstDash val="sys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ïşļîde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C8A6C82A-B03B-4E6B-83B1-103F5A11BBAF}"/>
              </a:ext>
            </a:extLst>
          </p:cNvPr>
          <p:cNvSpPr/>
          <p:nvPr/>
        </p:nvSpPr>
        <p:spPr bwMode="auto">
          <a:xfrm>
            <a:off x="5789902" y="2194872"/>
            <a:ext cx="616228" cy="593819"/>
          </a:xfrm>
          <a:custGeom>
            <a:avLst/>
            <a:gdLst>
              <a:gd name="T0" fmla="*/ 0 w 208"/>
              <a:gd name="T1" fmla="*/ 68 h 201"/>
              <a:gd name="T2" fmla="*/ 8 w 208"/>
              <a:gd name="T3" fmla="*/ 78 h 201"/>
              <a:gd name="T4" fmla="*/ 31 w 208"/>
              <a:gd name="T5" fmla="*/ 72 h 201"/>
              <a:gd name="T6" fmla="*/ 64 w 208"/>
              <a:gd name="T7" fmla="*/ 172 h 201"/>
              <a:gd name="T8" fmla="*/ 106 w 208"/>
              <a:gd name="T9" fmla="*/ 189 h 201"/>
              <a:gd name="T10" fmla="*/ 197 w 208"/>
              <a:gd name="T11" fmla="*/ 62 h 201"/>
              <a:gd name="T12" fmla="*/ 114 w 208"/>
              <a:gd name="T13" fmla="*/ 67 h 201"/>
              <a:gd name="T14" fmla="*/ 137 w 208"/>
              <a:gd name="T15" fmla="*/ 94 h 201"/>
              <a:gd name="T16" fmla="*/ 109 w 208"/>
              <a:gd name="T17" fmla="*/ 130 h 201"/>
              <a:gd name="T18" fmla="*/ 93 w 208"/>
              <a:gd name="T19" fmla="*/ 90 h 201"/>
              <a:gd name="T20" fmla="*/ 60 w 208"/>
              <a:gd name="T21" fmla="*/ 22 h 201"/>
              <a:gd name="T22" fmla="*/ 0 w 208"/>
              <a:gd name="T23" fmla="*/ 68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8" h="201">
                <a:moveTo>
                  <a:pt x="0" y="68"/>
                </a:moveTo>
                <a:cubicBezTo>
                  <a:pt x="8" y="78"/>
                  <a:pt x="8" y="78"/>
                  <a:pt x="8" y="78"/>
                </a:cubicBezTo>
                <a:cubicBezTo>
                  <a:pt x="8" y="78"/>
                  <a:pt x="25" y="65"/>
                  <a:pt x="31" y="72"/>
                </a:cubicBezTo>
                <a:cubicBezTo>
                  <a:pt x="36" y="78"/>
                  <a:pt x="57" y="157"/>
                  <a:pt x="64" y="172"/>
                </a:cubicBezTo>
                <a:cubicBezTo>
                  <a:pt x="70" y="184"/>
                  <a:pt x="87" y="201"/>
                  <a:pt x="106" y="189"/>
                </a:cubicBezTo>
                <a:cubicBezTo>
                  <a:pt x="125" y="177"/>
                  <a:pt x="186" y="124"/>
                  <a:pt x="197" y="62"/>
                </a:cubicBezTo>
                <a:cubicBezTo>
                  <a:pt x="208" y="0"/>
                  <a:pt x="123" y="13"/>
                  <a:pt x="114" y="67"/>
                </a:cubicBezTo>
                <a:cubicBezTo>
                  <a:pt x="137" y="54"/>
                  <a:pt x="149" y="73"/>
                  <a:pt x="137" y="94"/>
                </a:cubicBezTo>
                <a:cubicBezTo>
                  <a:pt x="126" y="116"/>
                  <a:pt x="115" y="130"/>
                  <a:pt x="109" y="130"/>
                </a:cubicBezTo>
                <a:cubicBezTo>
                  <a:pt x="104" y="130"/>
                  <a:pt x="100" y="116"/>
                  <a:pt x="93" y="90"/>
                </a:cubicBezTo>
                <a:cubicBezTo>
                  <a:pt x="87" y="64"/>
                  <a:pt x="87" y="17"/>
                  <a:pt x="60" y="22"/>
                </a:cubicBezTo>
                <a:cubicBezTo>
                  <a:pt x="34" y="27"/>
                  <a:pt x="0" y="68"/>
                  <a:pt x="0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7" name="îşľïdè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591DFEAE-C6B1-414D-B2CD-11F8A15F239D}"/>
              </a:ext>
            </a:extLst>
          </p:cNvPr>
          <p:cNvSpPr/>
          <p:nvPr/>
        </p:nvSpPr>
        <p:spPr>
          <a:xfrm>
            <a:off x="1139229" y="1967156"/>
            <a:ext cx="3077166" cy="604673"/>
          </a:xfrm>
          <a:prstGeom prst="rect">
            <a:avLst/>
          </a:prstGeom>
        </p:spPr>
        <p:txBody>
          <a:bodyPr wrap="square" lIns="0" tIns="0" rIns="0" bIns="0" anchor="ctr">
            <a:normAutofit fontScale="55000" lnSpcReduction="20000"/>
          </a:bodyPr>
          <a:lstStyle/>
          <a:p>
            <a:pPr algn="r">
              <a:lnSpc>
                <a:spcPct val="120000"/>
              </a:lnSpc>
            </a:pPr>
            <a:r>
              <a:rPr lang="en-US" sz="3200" b="1" dirty="0">
                <a:latin typeface="Arial" panose="020B0604020202020204" pitchFamily="34" charset="0"/>
              </a:rPr>
              <a:t>Volume: the </a:t>
            </a:r>
            <a:r>
              <a:rPr lang="en-US" sz="3200" b="1" dirty="0" smtClean="0">
                <a:latin typeface="Arial" panose="020B0604020202020204" pitchFamily="34" charset="0"/>
              </a:rPr>
              <a:t>amount </a:t>
            </a:r>
            <a:r>
              <a:rPr lang="en-US" sz="3200" b="1" dirty="0">
                <a:latin typeface="Arial" panose="020B0604020202020204" pitchFamily="34" charset="0"/>
              </a:rPr>
              <a:t>of data</a:t>
            </a:r>
          </a:p>
        </p:txBody>
      </p:sp>
      <p:sp>
        <p:nvSpPr>
          <p:cNvPr id="18" name="ïşļîde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C8A6C82A-B03B-4E6B-83B1-103F5A11BBAF}"/>
              </a:ext>
            </a:extLst>
          </p:cNvPr>
          <p:cNvSpPr/>
          <p:nvPr/>
        </p:nvSpPr>
        <p:spPr bwMode="auto">
          <a:xfrm>
            <a:off x="6979894" y="3291972"/>
            <a:ext cx="616228" cy="593819"/>
          </a:xfrm>
          <a:custGeom>
            <a:avLst/>
            <a:gdLst>
              <a:gd name="T0" fmla="*/ 0 w 208"/>
              <a:gd name="T1" fmla="*/ 68 h 201"/>
              <a:gd name="T2" fmla="*/ 8 w 208"/>
              <a:gd name="T3" fmla="*/ 78 h 201"/>
              <a:gd name="T4" fmla="*/ 31 w 208"/>
              <a:gd name="T5" fmla="*/ 72 h 201"/>
              <a:gd name="T6" fmla="*/ 64 w 208"/>
              <a:gd name="T7" fmla="*/ 172 h 201"/>
              <a:gd name="T8" fmla="*/ 106 w 208"/>
              <a:gd name="T9" fmla="*/ 189 h 201"/>
              <a:gd name="T10" fmla="*/ 197 w 208"/>
              <a:gd name="T11" fmla="*/ 62 h 201"/>
              <a:gd name="T12" fmla="*/ 114 w 208"/>
              <a:gd name="T13" fmla="*/ 67 h 201"/>
              <a:gd name="T14" fmla="*/ 137 w 208"/>
              <a:gd name="T15" fmla="*/ 94 h 201"/>
              <a:gd name="T16" fmla="*/ 109 w 208"/>
              <a:gd name="T17" fmla="*/ 130 h 201"/>
              <a:gd name="T18" fmla="*/ 93 w 208"/>
              <a:gd name="T19" fmla="*/ 90 h 201"/>
              <a:gd name="T20" fmla="*/ 60 w 208"/>
              <a:gd name="T21" fmla="*/ 22 h 201"/>
              <a:gd name="T22" fmla="*/ 0 w 208"/>
              <a:gd name="T23" fmla="*/ 68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8" h="201">
                <a:moveTo>
                  <a:pt x="0" y="68"/>
                </a:moveTo>
                <a:cubicBezTo>
                  <a:pt x="8" y="78"/>
                  <a:pt x="8" y="78"/>
                  <a:pt x="8" y="78"/>
                </a:cubicBezTo>
                <a:cubicBezTo>
                  <a:pt x="8" y="78"/>
                  <a:pt x="25" y="65"/>
                  <a:pt x="31" y="72"/>
                </a:cubicBezTo>
                <a:cubicBezTo>
                  <a:pt x="36" y="78"/>
                  <a:pt x="57" y="157"/>
                  <a:pt x="64" y="172"/>
                </a:cubicBezTo>
                <a:cubicBezTo>
                  <a:pt x="70" y="184"/>
                  <a:pt x="87" y="201"/>
                  <a:pt x="106" y="189"/>
                </a:cubicBezTo>
                <a:cubicBezTo>
                  <a:pt x="125" y="177"/>
                  <a:pt x="186" y="124"/>
                  <a:pt x="197" y="62"/>
                </a:cubicBezTo>
                <a:cubicBezTo>
                  <a:pt x="208" y="0"/>
                  <a:pt x="123" y="13"/>
                  <a:pt x="114" y="67"/>
                </a:cubicBezTo>
                <a:cubicBezTo>
                  <a:pt x="137" y="54"/>
                  <a:pt x="149" y="73"/>
                  <a:pt x="137" y="94"/>
                </a:cubicBezTo>
                <a:cubicBezTo>
                  <a:pt x="126" y="116"/>
                  <a:pt x="115" y="130"/>
                  <a:pt x="109" y="130"/>
                </a:cubicBezTo>
                <a:cubicBezTo>
                  <a:pt x="104" y="130"/>
                  <a:pt x="100" y="116"/>
                  <a:pt x="93" y="90"/>
                </a:cubicBezTo>
                <a:cubicBezTo>
                  <a:pt x="87" y="64"/>
                  <a:pt x="87" y="17"/>
                  <a:pt x="60" y="22"/>
                </a:cubicBezTo>
                <a:cubicBezTo>
                  <a:pt x="34" y="27"/>
                  <a:pt x="0" y="68"/>
                  <a:pt x="0" y="68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9" name="ïşļîde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C8A6C82A-B03B-4E6B-83B1-103F5A11BBAF}"/>
              </a:ext>
            </a:extLst>
          </p:cNvPr>
          <p:cNvSpPr/>
          <p:nvPr/>
        </p:nvSpPr>
        <p:spPr bwMode="auto">
          <a:xfrm>
            <a:off x="5954124" y="4455922"/>
            <a:ext cx="616228" cy="593819"/>
          </a:xfrm>
          <a:custGeom>
            <a:avLst/>
            <a:gdLst>
              <a:gd name="T0" fmla="*/ 0 w 208"/>
              <a:gd name="T1" fmla="*/ 68 h 201"/>
              <a:gd name="T2" fmla="*/ 8 w 208"/>
              <a:gd name="T3" fmla="*/ 78 h 201"/>
              <a:gd name="T4" fmla="*/ 31 w 208"/>
              <a:gd name="T5" fmla="*/ 72 h 201"/>
              <a:gd name="T6" fmla="*/ 64 w 208"/>
              <a:gd name="T7" fmla="*/ 172 h 201"/>
              <a:gd name="T8" fmla="*/ 106 w 208"/>
              <a:gd name="T9" fmla="*/ 189 h 201"/>
              <a:gd name="T10" fmla="*/ 197 w 208"/>
              <a:gd name="T11" fmla="*/ 62 h 201"/>
              <a:gd name="T12" fmla="*/ 114 w 208"/>
              <a:gd name="T13" fmla="*/ 67 h 201"/>
              <a:gd name="T14" fmla="*/ 137 w 208"/>
              <a:gd name="T15" fmla="*/ 94 h 201"/>
              <a:gd name="T16" fmla="*/ 109 w 208"/>
              <a:gd name="T17" fmla="*/ 130 h 201"/>
              <a:gd name="T18" fmla="*/ 93 w 208"/>
              <a:gd name="T19" fmla="*/ 90 h 201"/>
              <a:gd name="T20" fmla="*/ 60 w 208"/>
              <a:gd name="T21" fmla="*/ 22 h 201"/>
              <a:gd name="T22" fmla="*/ 0 w 208"/>
              <a:gd name="T23" fmla="*/ 68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8" h="201">
                <a:moveTo>
                  <a:pt x="0" y="68"/>
                </a:moveTo>
                <a:cubicBezTo>
                  <a:pt x="8" y="78"/>
                  <a:pt x="8" y="78"/>
                  <a:pt x="8" y="78"/>
                </a:cubicBezTo>
                <a:cubicBezTo>
                  <a:pt x="8" y="78"/>
                  <a:pt x="25" y="65"/>
                  <a:pt x="31" y="72"/>
                </a:cubicBezTo>
                <a:cubicBezTo>
                  <a:pt x="36" y="78"/>
                  <a:pt x="57" y="157"/>
                  <a:pt x="64" y="172"/>
                </a:cubicBezTo>
                <a:cubicBezTo>
                  <a:pt x="70" y="184"/>
                  <a:pt x="87" y="201"/>
                  <a:pt x="106" y="189"/>
                </a:cubicBezTo>
                <a:cubicBezTo>
                  <a:pt x="125" y="177"/>
                  <a:pt x="186" y="124"/>
                  <a:pt x="197" y="62"/>
                </a:cubicBezTo>
                <a:cubicBezTo>
                  <a:pt x="208" y="0"/>
                  <a:pt x="123" y="13"/>
                  <a:pt x="114" y="67"/>
                </a:cubicBezTo>
                <a:cubicBezTo>
                  <a:pt x="137" y="54"/>
                  <a:pt x="149" y="73"/>
                  <a:pt x="137" y="94"/>
                </a:cubicBezTo>
                <a:cubicBezTo>
                  <a:pt x="126" y="116"/>
                  <a:pt x="115" y="130"/>
                  <a:pt x="109" y="130"/>
                </a:cubicBezTo>
                <a:cubicBezTo>
                  <a:pt x="104" y="130"/>
                  <a:pt x="100" y="116"/>
                  <a:pt x="93" y="90"/>
                </a:cubicBezTo>
                <a:cubicBezTo>
                  <a:pt x="87" y="64"/>
                  <a:pt x="87" y="17"/>
                  <a:pt x="60" y="22"/>
                </a:cubicBezTo>
                <a:cubicBezTo>
                  <a:pt x="34" y="27"/>
                  <a:pt x="0" y="68"/>
                  <a:pt x="0" y="6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20" name="ïşļîde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C8A6C82A-B03B-4E6B-83B1-103F5A11BBAF}"/>
              </a:ext>
            </a:extLst>
          </p:cNvPr>
          <p:cNvSpPr/>
          <p:nvPr/>
        </p:nvSpPr>
        <p:spPr bwMode="auto">
          <a:xfrm>
            <a:off x="4791686" y="3398981"/>
            <a:ext cx="616228" cy="593819"/>
          </a:xfrm>
          <a:custGeom>
            <a:avLst/>
            <a:gdLst>
              <a:gd name="T0" fmla="*/ 0 w 208"/>
              <a:gd name="T1" fmla="*/ 68 h 201"/>
              <a:gd name="T2" fmla="*/ 8 w 208"/>
              <a:gd name="T3" fmla="*/ 78 h 201"/>
              <a:gd name="T4" fmla="*/ 31 w 208"/>
              <a:gd name="T5" fmla="*/ 72 h 201"/>
              <a:gd name="T6" fmla="*/ 64 w 208"/>
              <a:gd name="T7" fmla="*/ 172 h 201"/>
              <a:gd name="T8" fmla="*/ 106 w 208"/>
              <a:gd name="T9" fmla="*/ 189 h 201"/>
              <a:gd name="T10" fmla="*/ 197 w 208"/>
              <a:gd name="T11" fmla="*/ 62 h 201"/>
              <a:gd name="T12" fmla="*/ 114 w 208"/>
              <a:gd name="T13" fmla="*/ 67 h 201"/>
              <a:gd name="T14" fmla="*/ 137 w 208"/>
              <a:gd name="T15" fmla="*/ 94 h 201"/>
              <a:gd name="T16" fmla="*/ 109 w 208"/>
              <a:gd name="T17" fmla="*/ 130 h 201"/>
              <a:gd name="T18" fmla="*/ 93 w 208"/>
              <a:gd name="T19" fmla="*/ 90 h 201"/>
              <a:gd name="T20" fmla="*/ 60 w 208"/>
              <a:gd name="T21" fmla="*/ 22 h 201"/>
              <a:gd name="T22" fmla="*/ 0 w 208"/>
              <a:gd name="T23" fmla="*/ 68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8" h="201">
                <a:moveTo>
                  <a:pt x="0" y="68"/>
                </a:moveTo>
                <a:cubicBezTo>
                  <a:pt x="8" y="78"/>
                  <a:pt x="8" y="78"/>
                  <a:pt x="8" y="78"/>
                </a:cubicBezTo>
                <a:cubicBezTo>
                  <a:pt x="8" y="78"/>
                  <a:pt x="25" y="65"/>
                  <a:pt x="31" y="72"/>
                </a:cubicBezTo>
                <a:cubicBezTo>
                  <a:pt x="36" y="78"/>
                  <a:pt x="57" y="157"/>
                  <a:pt x="64" y="172"/>
                </a:cubicBezTo>
                <a:cubicBezTo>
                  <a:pt x="70" y="184"/>
                  <a:pt x="87" y="201"/>
                  <a:pt x="106" y="189"/>
                </a:cubicBezTo>
                <a:cubicBezTo>
                  <a:pt x="125" y="177"/>
                  <a:pt x="186" y="124"/>
                  <a:pt x="197" y="62"/>
                </a:cubicBezTo>
                <a:cubicBezTo>
                  <a:pt x="208" y="0"/>
                  <a:pt x="123" y="13"/>
                  <a:pt x="114" y="67"/>
                </a:cubicBezTo>
                <a:cubicBezTo>
                  <a:pt x="137" y="54"/>
                  <a:pt x="149" y="73"/>
                  <a:pt x="137" y="94"/>
                </a:cubicBezTo>
                <a:cubicBezTo>
                  <a:pt x="126" y="116"/>
                  <a:pt x="115" y="130"/>
                  <a:pt x="109" y="130"/>
                </a:cubicBezTo>
                <a:cubicBezTo>
                  <a:pt x="104" y="130"/>
                  <a:pt x="100" y="116"/>
                  <a:pt x="93" y="90"/>
                </a:cubicBezTo>
                <a:cubicBezTo>
                  <a:pt x="87" y="64"/>
                  <a:pt x="87" y="17"/>
                  <a:pt x="60" y="22"/>
                </a:cubicBezTo>
                <a:cubicBezTo>
                  <a:pt x="34" y="27"/>
                  <a:pt x="0" y="68"/>
                  <a:pt x="0" y="68"/>
                </a:cubicBezTo>
                <a:close/>
              </a:path>
            </a:pathLst>
          </a:custGeom>
          <a:solidFill>
            <a:srgbClr val="EB35AE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21" name="îşľïdè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591DFEAE-C6B1-414D-B2CD-11F8A15F239D}"/>
              </a:ext>
            </a:extLst>
          </p:cNvPr>
          <p:cNvSpPr/>
          <p:nvPr/>
        </p:nvSpPr>
        <p:spPr>
          <a:xfrm>
            <a:off x="1139229" y="4369810"/>
            <a:ext cx="2902014" cy="604673"/>
          </a:xfrm>
          <a:prstGeom prst="rect">
            <a:avLst/>
          </a:prstGeom>
        </p:spPr>
        <p:txBody>
          <a:bodyPr wrap="square" lIns="0" tIns="0" rIns="0" bIns="0" anchor="ctr">
            <a:normAutofit fontScale="55000" lnSpcReduction="20000"/>
          </a:bodyPr>
          <a:lstStyle/>
          <a:p>
            <a:pPr algn="r">
              <a:lnSpc>
                <a:spcPct val="120000"/>
              </a:lnSpc>
            </a:pPr>
            <a:r>
              <a:rPr lang="en-US" sz="3200" b="1" dirty="0">
                <a:latin typeface="Arial" panose="020B0604020202020204" pitchFamily="34" charset="0"/>
              </a:rPr>
              <a:t>Velocity: the speed at which data is generated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2" name="îşľïdè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591DFEAE-C6B1-414D-B2CD-11F8A15F239D}"/>
              </a:ext>
            </a:extLst>
          </p:cNvPr>
          <p:cNvSpPr/>
          <p:nvPr/>
        </p:nvSpPr>
        <p:spPr>
          <a:xfrm>
            <a:off x="8215689" y="2160605"/>
            <a:ext cx="2902014" cy="604673"/>
          </a:xfrm>
          <a:prstGeom prst="rect">
            <a:avLst/>
          </a:prstGeom>
        </p:spPr>
        <p:txBody>
          <a:bodyPr wrap="square" lIns="0" tIns="0" rIns="0" bIns="0" anchor="ctr">
            <a:normAutofit fontScale="55000" lnSpcReduction="20000"/>
          </a:bodyPr>
          <a:lstStyle/>
          <a:p>
            <a:pPr algn="r">
              <a:lnSpc>
                <a:spcPct val="120000"/>
              </a:lnSpc>
            </a:pPr>
            <a:r>
              <a:rPr lang="en-US" sz="3200" b="1" dirty="0">
                <a:latin typeface="Arial" panose="020B0604020202020204" pitchFamily="34" charset="0"/>
              </a:rPr>
              <a:t>Variety: the different types of data</a:t>
            </a:r>
          </a:p>
        </p:txBody>
      </p:sp>
      <p:sp>
        <p:nvSpPr>
          <p:cNvPr id="23" name="îşľïdè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id="{591DFEAE-C6B1-414D-B2CD-11F8A15F239D}"/>
              </a:ext>
            </a:extLst>
          </p:cNvPr>
          <p:cNvSpPr/>
          <p:nvPr/>
        </p:nvSpPr>
        <p:spPr>
          <a:xfrm>
            <a:off x="7602991" y="4672146"/>
            <a:ext cx="2902014" cy="604673"/>
          </a:xfrm>
          <a:prstGeom prst="rect">
            <a:avLst/>
          </a:prstGeom>
        </p:spPr>
        <p:txBody>
          <a:bodyPr wrap="square" lIns="0" tIns="0" rIns="0" bIns="0" anchor="ctr">
            <a:normAutofit fontScale="55000" lnSpcReduction="20000"/>
          </a:bodyPr>
          <a:lstStyle/>
          <a:p>
            <a:pPr algn="r">
              <a:lnSpc>
                <a:spcPct val="120000"/>
              </a:lnSpc>
            </a:pPr>
            <a:r>
              <a:rPr lang="en-US" sz="3200" b="1" dirty="0">
                <a:latin typeface="Arial" panose="020B0604020202020204" pitchFamily="34" charset="0"/>
              </a:rPr>
              <a:t>Value: the value that can be extracted from data</a:t>
            </a:r>
            <a:r>
              <a:rPr lang="en-US" sz="16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013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Big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Data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Processing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11524" y="1244482"/>
            <a:ext cx="8034283" cy="880133"/>
            <a:chOff x="1811524" y="1244482"/>
            <a:chExt cx="8034283" cy="880133"/>
          </a:xfrm>
        </p:grpSpPr>
        <p:sp>
          <p:nvSpPr>
            <p:cNvPr id="5" name="Freeform 22"/>
            <p:cNvSpPr>
              <a:spLocks/>
            </p:cNvSpPr>
            <p:nvPr/>
          </p:nvSpPr>
          <p:spPr bwMode="auto">
            <a:xfrm rot="18888862">
              <a:off x="1839113" y="1247933"/>
              <a:ext cx="880133" cy="873231"/>
            </a:xfrm>
            <a:custGeom>
              <a:avLst/>
              <a:gdLst/>
              <a:ahLst/>
              <a:cxnLst>
                <a:cxn ang="0">
                  <a:pos x="1020" y="1012"/>
                </a:cxn>
                <a:cxn ang="0">
                  <a:pos x="1020" y="532"/>
                </a:cxn>
                <a:cxn ang="0">
                  <a:pos x="910" y="642"/>
                </a:cxn>
                <a:cxn ang="0">
                  <a:pos x="266" y="0"/>
                </a:cxn>
                <a:cxn ang="0">
                  <a:pos x="266" y="258"/>
                </a:cxn>
                <a:cxn ang="0">
                  <a:pos x="0" y="258"/>
                </a:cxn>
                <a:cxn ang="0">
                  <a:pos x="648" y="904"/>
                </a:cxn>
                <a:cxn ang="0">
                  <a:pos x="540" y="1012"/>
                </a:cxn>
                <a:cxn ang="0">
                  <a:pos x="1020" y="1012"/>
                </a:cxn>
              </a:cxnLst>
              <a:rect l="0" t="0" r="r" b="b"/>
              <a:pathLst>
                <a:path w="1020" h="1012">
                  <a:moveTo>
                    <a:pt x="1020" y="1012"/>
                  </a:moveTo>
                  <a:lnTo>
                    <a:pt x="1020" y="532"/>
                  </a:lnTo>
                  <a:lnTo>
                    <a:pt x="910" y="642"/>
                  </a:lnTo>
                  <a:lnTo>
                    <a:pt x="266" y="0"/>
                  </a:lnTo>
                  <a:lnTo>
                    <a:pt x="266" y="258"/>
                  </a:lnTo>
                  <a:lnTo>
                    <a:pt x="0" y="258"/>
                  </a:lnTo>
                  <a:lnTo>
                    <a:pt x="648" y="904"/>
                  </a:lnTo>
                  <a:lnTo>
                    <a:pt x="540" y="1012"/>
                  </a:lnTo>
                  <a:lnTo>
                    <a:pt x="1020" y="1012"/>
                  </a:lnTo>
                  <a:close/>
                </a:path>
              </a:pathLst>
            </a:custGeom>
            <a:solidFill>
              <a:srgbClr val="41BDC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48" tIns="60974" rIns="121948" bIns="60974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334" dirty="0">
                <a:latin typeface="Arial" panose="020B0604020202020204" pitchFamily="34" charset="0"/>
                <a:ea typeface="SimSun" pitchFamily="2" charset="-122"/>
              </a:endParaRPr>
            </a:p>
          </p:txBody>
        </p:sp>
        <p:sp>
          <p:nvSpPr>
            <p:cNvPr id="6" name="Freeform 22"/>
            <p:cNvSpPr>
              <a:spLocks/>
            </p:cNvSpPr>
            <p:nvPr/>
          </p:nvSpPr>
          <p:spPr bwMode="auto">
            <a:xfrm rot="18888862">
              <a:off x="4894832" y="1247933"/>
              <a:ext cx="880133" cy="873231"/>
            </a:xfrm>
            <a:custGeom>
              <a:avLst/>
              <a:gdLst/>
              <a:ahLst/>
              <a:cxnLst>
                <a:cxn ang="0">
                  <a:pos x="1020" y="1012"/>
                </a:cxn>
                <a:cxn ang="0">
                  <a:pos x="1020" y="532"/>
                </a:cxn>
                <a:cxn ang="0">
                  <a:pos x="910" y="642"/>
                </a:cxn>
                <a:cxn ang="0">
                  <a:pos x="266" y="0"/>
                </a:cxn>
                <a:cxn ang="0">
                  <a:pos x="266" y="258"/>
                </a:cxn>
                <a:cxn ang="0">
                  <a:pos x="0" y="258"/>
                </a:cxn>
                <a:cxn ang="0">
                  <a:pos x="648" y="904"/>
                </a:cxn>
                <a:cxn ang="0">
                  <a:pos x="540" y="1012"/>
                </a:cxn>
                <a:cxn ang="0">
                  <a:pos x="1020" y="1012"/>
                </a:cxn>
              </a:cxnLst>
              <a:rect l="0" t="0" r="r" b="b"/>
              <a:pathLst>
                <a:path w="1020" h="1012">
                  <a:moveTo>
                    <a:pt x="1020" y="1012"/>
                  </a:moveTo>
                  <a:lnTo>
                    <a:pt x="1020" y="532"/>
                  </a:lnTo>
                  <a:lnTo>
                    <a:pt x="910" y="642"/>
                  </a:lnTo>
                  <a:lnTo>
                    <a:pt x="266" y="0"/>
                  </a:lnTo>
                  <a:lnTo>
                    <a:pt x="266" y="258"/>
                  </a:lnTo>
                  <a:lnTo>
                    <a:pt x="0" y="258"/>
                  </a:lnTo>
                  <a:lnTo>
                    <a:pt x="648" y="904"/>
                  </a:lnTo>
                  <a:lnTo>
                    <a:pt x="540" y="1012"/>
                  </a:lnTo>
                  <a:lnTo>
                    <a:pt x="1020" y="1012"/>
                  </a:lnTo>
                  <a:close/>
                </a:path>
              </a:pathLst>
            </a:custGeom>
            <a:solidFill>
              <a:srgbClr val="41D7C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48" tIns="60974" rIns="121948" bIns="60974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334">
                <a:latin typeface="Arial" panose="020B0604020202020204" pitchFamily="34" charset="0"/>
                <a:ea typeface="SimSun" pitchFamily="2" charset="-122"/>
              </a:endParaRPr>
            </a:p>
          </p:txBody>
        </p:sp>
        <p:sp>
          <p:nvSpPr>
            <p:cNvPr id="7" name="Freeform 22"/>
            <p:cNvSpPr>
              <a:spLocks/>
            </p:cNvSpPr>
            <p:nvPr/>
          </p:nvSpPr>
          <p:spPr bwMode="auto">
            <a:xfrm rot="18888862">
              <a:off x="8969125" y="1247933"/>
              <a:ext cx="880133" cy="873231"/>
            </a:xfrm>
            <a:custGeom>
              <a:avLst/>
              <a:gdLst/>
              <a:ahLst/>
              <a:cxnLst>
                <a:cxn ang="0">
                  <a:pos x="1020" y="1012"/>
                </a:cxn>
                <a:cxn ang="0">
                  <a:pos x="1020" y="532"/>
                </a:cxn>
                <a:cxn ang="0">
                  <a:pos x="910" y="642"/>
                </a:cxn>
                <a:cxn ang="0">
                  <a:pos x="266" y="0"/>
                </a:cxn>
                <a:cxn ang="0">
                  <a:pos x="266" y="258"/>
                </a:cxn>
                <a:cxn ang="0">
                  <a:pos x="0" y="258"/>
                </a:cxn>
                <a:cxn ang="0">
                  <a:pos x="648" y="904"/>
                </a:cxn>
                <a:cxn ang="0">
                  <a:pos x="540" y="1012"/>
                </a:cxn>
                <a:cxn ang="0">
                  <a:pos x="1020" y="1012"/>
                </a:cxn>
              </a:cxnLst>
              <a:rect l="0" t="0" r="r" b="b"/>
              <a:pathLst>
                <a:path w="1020" h="1012">
                  <a:moveTo>
                    <a:pt x="1020" y="1012"/>
                  </a:moveTo>
                  <a:lnTo>
                    <a:pt x="1020" y="532"/>
                  </a:lnTo>
                  <a:lnTo>
                    <a:pt x="910" y="642"/>
                  </a:lnTo>
                  <a:lnTo>
                    <a:pt x="266" y="0"/>
                  </a:lnTo>
                  <a:lnTo>
                    <a:pt x="266" y="258"/>
                  </a:lnTo>
                  <a:lnTo>
                    <a:pt x="0" y="258"/>
                  </a:lnTo>
                  <a:lnTo>
                    <a:pt x="648" y="904"/>
                  </a:lnTo>
                  <a:lnTo>
                    <a:pt x="540" y="1012"/>
                  </a:lnTo>
                  <a:lnTo>
                    <a:pt x="1020" y="1012"/>
                  </a:lnTo>
                  <a:close/>
                </a:path>
              </a:pathLst>
            </a:custGeom>
            <a:solidFill>
              <a:srgbClr val="41F0C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48" tIns="60974" rIns="121948" bIns="60974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334" dirty="0">
                <a:latin typeface="Arial" panose="020B0604020202020204" pitchFamily="34" charset="0"/>
                <a:ea typeface="SimSun" pitchFamily="2" charset="-122"/>
              </a:endParaRPr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auto">
            <a:xfrm rot="18888862">
              <a:off x="6931978" y="1247933"/>
              <a:ext cx="880133" cy="873231"/>
            </a:xfrm>
            <a:custGeom>
              <a:avLst/>
              <a:gdLst/>
              <a:ahLst/>
              <a:cxnLst>
                <a:cxn ang="0">
                  <a:pos x="1020" y="1012"/>
                </a:cxn>
                <a:cxn ang="0">
                  <a:pos x="1020" y="532"/>
                </a:cxn>
                <a:cxn ang="0">
                  <a:pos x="910" y="642"/>
                </a:cxn>
                <a:cxn ang="0">
                  <a:pos x="266" y="0"/>
                </a:cxn>
                <a:cxn ang="0">
                  <a:pos x="266" y="258"/>
                </a:cxn>
                <a:cxn ang="0">
                  <a:pos x="0" y="258"/>
                </a:cxn>
                <a:cxn ang="0">
                  <a:pos x="648" y="904"/>
                </a:cxn>
                <a:cxn ang="0">
                  <a:pos x="540" y="1012"/>
                </a:cxn>
                <a:cxn ang="0">
                  <a:pos x="1020" y="1012"/>
                </a:cxn>
              </a:cxnLst>
              <a:rect l="0" t="0" r="r" b="b"/>
              <a:pathLst>
                <a:path w="1020" h="1012">
                  <a:moveTo>
                    <a:pt x="1020" y="1012"/>
                  </a:moveTo>
                  <a:lnTo>
                    <a:pt x="1020" y="532"/>
                  </a:lnTo>
                  <a:lnTo>
                    <a:pt x="910" y="642"/>
                  </a:lnTo>
                  <a:lnTo>
                    <a:pt x="266" y="0"/>
                  </a:lnTo>
                  <a:lnTo>
                    <a:pt x="266" y="258"/>
                  </a:lnTo>
                  <a:lnTo>
                    <a:pt x="0" y="258"/>
                  </a:lnTo>
                  <a:lnTo>
                    <a:pt x="648" y="904"/>
                  </a:lnTo>
                  <a:lnTo>
                    <a:pt x="540" y="1012"/>
                  </a:lnTo>
                  <a:lnTo>
                    <a:pt x="1020" y="1012"/>
                  </a:lnTo>
                  <a:close/>
                </a:path>
              </a:pathLst>
            </a:custGeom>
            <a:solidFill>
              <a:srgbClr val="41E6C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48" tIns="60974" rIns="121948" bIns="60974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334">
                <a:latin typeface="Arial" panose="020B0604020202020204" pitchFamily="34" charset="0"/>
                <a:ea typeface="SimSun" pitchFamily="2" charset="-122"/>
              </a:endParaRPr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auto">
            <a:xfrm rot="18888862">
              <a:off x="2857686" y="1247933"/>
              <a:ext cx="880133" cy="873231"/>
            </a:xfrm>
            <a:custGeom>
              <a:avLst/>
              <a:gdLst/>
              <a:ahLst/>
              <a:cxnLst>
                <a:cxn ang="0">
                  <a:pos x="1020" y="1012"/>
                </a:cxn>
                <a:cxn ang="0">
                  <a:pos x="1020" y="532"/>
                </a:cxn>
                <a:cxn ang="0">
                  <a:pos x="910" y="642"/>
                </a:cxn>
                <a:cxn ang="0">
                  <a:pos x="266" y="0"/>
                </a:cxn>
                <a:cxn ang="0">
                  <a:pos x="266" y="258"/>
                </a:cxn>
                <a:cxn ang="0">
                  <a:pos x="0" y="258"/>
                </a:cxn>
                <a:cxn ang="0">
                  <a:pos x="648" y="904"/>
                </a:cxn>
                <a:cxn ang="0">
                  <a:pos x="540" y="1012"/>
                </a:cxn>
                <a:cxn ang="0">
                  <a:pos x="1020" y="1012"/>
                </a:cxn>
              </a:cxnLst>
              <a:rect l="0" t="0" r="r" b="b"/>
              <a:pathLst>
                <a:path w="1020" h="1012">
                  <a:moveTo>
                    <a:pt x="1020" y="1012"/>
                  </a:moveTo>
                  <a:lnTo>
                    <a:pt x="1020" y="532"/>
                  </a:lnTo>
                  <a:lnTo>
                    <a:pt x="910" y="642"/>
                  </a:lnTo>
                  <a:lnTo>
                    <a:pt x="266" y="0"/>
                  </a:lnTo>
                  <a:lnTo>
                    <a:pt x="266" y="258"/>
                  </a:lnTo>
                  <a:lnTo>
                    <a:pt x="0" y="258"/>
                  </a:lnTo>
                  <a:lnTo>
                    <a:pt x="648" y="904"/>
                  </a:lnTo>
                  <a:lnTo>
                    <a:pt x="540" y="1012"/>
                  </a:lnTo>
                  <a:lnTo>
                    <a:pt x="1020" y="1012"/>
                  </a:lnTo>
                  <a:close/>
                </a:path>
              </a:pathLst>
            </a:custGeom>
            <a:solidFill>
              <a:srgbClr val="41CDC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48" tIns="60974" rIns="121948" bIns="60974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334">
                <a:latin typeface="Arial" panose="020B0604020202020204" pitchFamily="34" charset="0"/>
                <a:ea typeface="SimSun" pitchFamily="2" charset="-122"/>
              </a:endParaRPr>
            </a:p>
          </p:txBody>
        </p:sp>
        <p:sp>
          <p:nvSpPr>
            <p:cNvPr id="10" name="Freeform 22"/>
            <p:cNvSpPr>
              <a:spLocks/>
            </p:cNvSpPr>
            <p:nvPr/>
          </p:nvSpPr>
          <p:spPr bwMode="auto">
            <a:xfrm rot="18888862">
              <a:off x="3876259" y="1247933"/>
              <a:ext cx="880133" cy="873231"/>
            </a:xfrm>
            <a:custGeom>
              <a:avLst/>
              <a:gdLst/>
              <a:ahLst/>
              <a:cxnLst>
                <a:cxn ang="0">
                  <a:pos x="1020" y="1012"/>
                </a:cxn>
                <a:cxn ang="0">
                  <a:pos x="1020" y="532"/>
                </a:cxn>
                <a:cxn ang="0">
                  <a:pos x="910" y="642"/>
                </a:cxn>
                <a:cxn ang="0">
                  <a:pos x="266" y="0"/>
                </a:cxn>
                <a:cxn ang="0">
                  <a:pos x="266" y="258"/>
                </a:cxn>
                <a:cxn ang="0">
                  <a:pos x="0" y="258"/>
                </a:cxn>
                <a:cxn ang="0">
                  <a:pos x="648" y="904"/>
                </a:cxn>
                <a:cxn ang="0">
                  <a:pos x="540" y="1012"/>
                </a:cxn>
                <a:cxn ang="0">
                  <a:pos x="1020" y="1012"/>
                </a:cxn>
              </a:cxnLst>
              <a:rect l="0" t="0" r="r" b="b"/>
              <a:pathLst>
                <a:path w="1020" h="1012">
                  <a:moveTo>
                    <a:pt x="1020" y="1012"/>
                  </a:moveTo>
                  <a:lnTo>
                    <a:pt x="1020" y="532"/>
                  </a:lnTo>
                  <a:lnTo>
                    <a:pt x="910" y="642"/>
                  </a:lnTo>
                  <a:lnTo>
                    <a:pt x="266" y="0"/>
                  </a:lnTo>
                  <a:lnTo>
                    <a:pt x="266" y="258"/>
                  </a:lnTo>
                  <a:lnTo>
                    <a:pt x="0" y="258"/>
                  </a:lnTo>
                  <a:lnTo>
                    <a:pt x="648" y="904"/>
                  </a:lnTo>
                  <a:lnTo>
                    <a:pt x="540" y="1012"/>
                  </a:lnTo>
                  <a:lnTo>
                    <a:pt x="1020" y="1012"/>
                  </a:lnTo>
                  <a:close/>
                </a:path>
              </a:pathLst>
            </a:custGeom>
            <a:solidFill>
              <a:srgbClr val="41D2C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48" tIns="60974" rIns="121948" bIns="60974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334">
                <a:latin typeface="Arial" panose="020B0604020202020204" pitchFamily="34" charset="0"/>
                <a:ea typeface="SimSun" pitchFamily="2" charset="-122"/>
              </a:endParaRPr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auto">
            <a:xfrm rot="18888862">
              <a:off x="5913405" y="1247933"/>
              <a:ext cx="880133" cy="873231"/>
            </a:xfrm>
            <a:custGeom>
              <a:avLst/>
              <a:gdLst/>
              <a:ahLst/>
              <a:cxnLst>
                <a:cxn ang="0">
                  <a:pos x="1020" y="1012"/>
                </a:cxn>
                <a:cxn ang="0">
                  <a:pos x="1020" y="532"/>
                </a:cxn>
                <a:cxn ang="0">
                  <a:pos x="910" y="642"/>
                </a:cxn>
                <a:cxn ang="0">
                  <a:pos x="266" y="0"/>
                </a:cxn>
                <a:cxn ang="0">
                  <a:pos x="266" y="258"/>
                </a:cxn>
                <a:cxn ang="0">
                  <a:pos x="0" y="258"/>
                </a:cxn>
                <a:cxn ang="0">
                  <a:pos x="648" y="904"/>
                </a:cxn>
                <a:cxn ang="0">
                  <a:pos x="540" y="1012"/>
                </a:cxn>
                <a:cxn ang="0">
                  <a:pos x="1020" y="1012"/>
                </a:cxn>
              </a:cxnLst>
              <a:rect l="0" t="0" r="r" b="b"/>
              <a:pathLst>
                <a:path w="1020" h="1012">
                  <a:moveTo>
                    <a:pt x="1020" y="1012"/>
                  </a:moveTo>
                  <a:lnTo>
                    <a:pt x="1020" y="532"/>
                  </a:lnTo>
                  <a:lnTo>
                    <a:pt x="910" y="642"/>
                  </a:lnTo>
                  <a:lnTo>
                    <a:pt x="266" y="0"/>
                  </a:lnTo>
                  <a:lnTo>
                    <a:pt x="266" y="258"/>
                  </a:lnTo>
                  <a:lnTo>
                    <a:pt x="0" y="258"/>
                  </a:lnTo>
                  <a:lnTo>
                    <a:pt x="648" y="904"/>
                  </a:lnTo>
                  <a:lnTo>
                    <a:pt x="540" y="1012"/>
                  </a:lnTo>
                  <a:lnTo>
                    <a:pt x="1020" y="1012"/>
                  </a:lnTo>
                  <a:close/>
                </a:path>
              </a:pathLst>
            </a:custGeom>
            <a:solidFill>
              <a:srgbClr val="41DCC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48" tIns="60974" rIns="121948" bIns="60974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334">
                <a:latin typeface="Arial" panose="020B0604020202020204" pitchFamily="34" charset="0"/>
                <a:ea typeface="SimSun" pitchFamily="2" charset="-122"/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auto">
            <a:xfrm rot="18888862">
              <a:off x="7950551" y="1247933"/>
              <a:ext cx="880133" cy="873231"/>
            </a:xfrm>
            <a:custGeom>
              <a:avLst/>
              <a:gdLst/>
              <a:ahLst/>
              <a:cxnLst>
                <a:cxn ang="0">
                  <a:pos x="1020" y="1012"/>
                </a:cxn>
                <a:cxn ang="0">
                  <a:pos x="1020" y="532"/>
                </a:cxn>
                <a:cxn ang="0">
                  <a:pos x="910" y="642"/>
                </a:cxn>
                <a:cxn ang="0">
                  <a:pos x="266" y="0"/>
                </a:cxn>
                <a:cxn ang="0">
                  <a:pos x="266" y="258"/>
                </a:cxn>
                <a:cxn ang="0">
                  <a:pos x="0" y="258"/>
                </a:cxn>
                <a:cxn ang="0">
                  <a:pos x="648" y="904"/>
                </a:cxn>
                <a:cxn ang="0">
                  <a:pos x="540" y="1012"/>
                </a:cxn>
                <a:cxn ang="0">
                  <a:pos x="1020" y="1012"/>
                </a:cxn>
              </a:cxnLst>
              <a:rect l="0" t="0" r="r" b="b"/>
              <a:pathLst>
                <a:path w="1020" h="1012">
                  <a:moveTo>
                    <a:pt x="1020" y="1012"/>
                  </a:moveTo>
                  <a:lnTo>
                    <a:pt x="1020" y="532"/>
                  </a:lnTo>
                  <a:lnTo>
                    <a:pt x="910" y="642"/>
                  </a:lnTo>
                  <a:lnTo>
                    <a:pt x="266" y="0"/>
                  </a:lnTo>
                  <a:lnTo>
                    <a:pt x="266" y="258"/>
                  </a:lnTo>
                  <a:lnTo>
                    <a:pt x="0" y="258"/>
                  </a:lnTo>
                  <a:lnTo>
                    <a:pt x="648" y="904"/>
                  </a:lnTo>
                  <a:lnTo>
                    <a:pt x="540" y="1012"/>
                  </a:lnTo>
                  <a:lnTo>
                    <a:pt x="1020" y="1012"/>
                  </a:lnTo>
                  <a:close/>
                </a:path>
              </a:pathLst>
            </a:custGeom>
            <a:solidFill>
              <a:srgbClr val="41EBC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21948" tIns="60974" rIns="121948" bIns="60974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</a:pPr>
              <a:endParaRPr lang="zh-CN" altLang="en-US" sz="1334">
                <a:latin typeface="Arial" panose="020B0604020202020204" pitchFamily="34" charset="0"/>
                <a:ea typeface="SimSun" pitchFamily="2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 bwMode="auto">
            <a:xfrm>
              <a:off x="1811524" y="1502881"/>
              <a:ext cx="975584" cy="3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latin typeface="Arial" panose="020B0604020202020204" pitchFamily="34" charset="0"/>
                  <a:ea typeface="+mn-ea"/>
                  <a:cs typeface="Arial" pitchFamily="34" charset="0"/>
                </a:rPr>
                <a:t>Collect</a:t>
              </a:r>
            </a:p>
          </p:txBody>
        </p:sp>
        <p:sp>
          <p:nvSpPr>
            <p:cNvPr id="14" name="文本框 13"/>
            <p:cNvSpPr txBox="1"/>
            <p:nvPr/>
          </p:nvSpPr>
          <p:spPr bwMode="auto">
            <a:xfrm>
              <a:off x="2899077" y="1487606"/>
              <a:ext cx="984314" cy="3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latin typeface="Arial" panose="020B0604020202020204" pitchFamily="34" charset="0"/>
                  <a:ea typeface="+mn-ea"/>
                  <a:cs typeface="Arial" pitchFamily="34" charset="0"/>
                </a:rPr>
                <a:t>Transmit</a:t>
              </a:r>
            </a:p>
          </p:txBody>
        </p:sp>
        <p:sp>
          <p:nvSpPr>
            <p:cNvPr id="15" name="文本框 14"/>
            <p:cNvSpPr txBox="1"/>
            <p:nvPr/>
          </p:nvSpPr>
          <p:spPr bwMode="auto">
            <a:xfrm>
              <a:off x="3902639" y="1487606"/>
              <a:ext cx="844429" cy="3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latin typeface="Arial" panose="020B0604020202020204" pitchFamily="34" charset="0"/>
                  <a:ea typeface="+mn-ea"/>
                  <a:cs typeface="Arial" pitchFamily="34" charset="0"/>
                </a:rPr>
                <a:t>Store</a:t>
              </a:r>
            </a:p>
          </p:txBody>
        </p:sp>
        <p:sp>
          <p:nvSpPr>
            <p:cNvPr id="16" name="文本框 15"/>
            <p:cNvSpPr txBox="1"/>
            <p:nvPr/>
          </p:nvSpPr>
          <p:spPr bwMode="auto">
            <a:xfrm>
              <a:off x="4906201" y="1487606"/>
              <a:ext cx="975584" cy="3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latin typeface="Arial" panose="020B0604020202020204" pitchFamily="34" charset="0"/>
                  <a:ea typeface="+mn-ea"/>
                  <a:cs typeface="Arial" pitchFamily="34" charset="0"/>
                </a:rPr>
                <a:t>Process</a:t>
              </a:r>
            </a:p>
          </p:txBody>
        </p:sp>
        <p:sp>
          <p:nvSpPr>
            <p:cNvPr id="17" name="文本框 16"/>
            <p:cNvSpPr txBox="1"/>
            <p:nvPr/>
          </p:nvSpPr>
          <p:spPr bwMode="auto">
            <a:xfrm>
              <a:off x="5909763" y="1487606"/>
              <a:ext cx="990596" cy="3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latin typeface="Arial" panose="020B0604020202020204" pitchFamily="34" charset="0"/>
                  <a:ea typeface="+mn-ea"/>
                  <a:cs typeface="Arial" pitchFamily="34" charset="0"/>
                </a:rPr>
                <a:t>Analyze</a:t>
              </a:r>
            </a:p>
          </p:txBody>
        </p:sp>
        <p:sp>
          <p:nvSpPr>
            <p:cNvPr id="18" name="文本框 17"/>
            <p:cNvSpPr txBox="1"/>
            <p:nvPr/>
          </p:nvSpPr>
          <p:spPr bwMode="auto">
            <a:xfrm>
              <a:off x="6943759" y="1497654"/>
              <a:ext cx="844429" cy="3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latin typeface="Arial" panose="020B0604020202020204" pitchFamily="34" charset="0"/>
                  <a:ea typeface="+mn-ea"/>
                  <a:cs typeface="Arial" pitchFamily="34" charset="0"/>
                </a:rPr>
                <a:t>Search</a:t>
              </a:r>
            </a:p>
          </p:txBody>
        </p:sp>
        <p:sp>
          <p:nvSpPr>
            <p:cNvPr id="19" name="文本框 18"/>
            <p:cNvSpPr txBox="1"/>
            <p:nvPr/>
          </p:nvSpPr>
          <p:spPr bwMode="auto">
            <a:xfrm>
              <a:off x="7916887" y="1487606"/>
              <a:ext cx="844429" cy="3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latin typeface="Arial" panose="020B0604020202020204" pitchFamily="34" charset="0"/>
                  <a:ea typeface="+mn-ea"/>
                  <a:cs typeface="Arial" pitchFamily="34" charset="0"/>
                </a:rPr>
                <a:t>Mine</a:t>
              </a:r>
            </a:p>
          </p:txBody>
        </p:sp>
        <p:sp>
          <p:nvSpPr>
            <p:cNvPr id="20" name="文本框 19"/>
            <p:cNvSpPr txBox="1"/>
            <p:nvPr/>
          </p:nvSpPr>
          <p:spPr bwMode="auto">
            <a:xfrm>
              <a:off x="8920451" y="1487606"/>
              <a:ext cx="844429" cy="34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latin typeface="Arial" panose="020B0604020202020204" pitchFamily="34" charset="0"/>
                  <a:ea typeface="+mn-ea"/>
                  <a:cs typeface="Arial" pitchFamily="34" charset="0"/>
                </a:rPr>
                <a:t>Use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68737" y="2151035"/>
            <a:ext cx="4649409" cy="3636404"/>
            <a:chOff x="3254716" y="1175657"/>
            <a:chExt cx="5682568" cy="4961863"/>
          </a:xfrm>
        </p:grpSpPr>
        <p:sp>
          <p:nvSpPr>
            <p:cNvPr id="22" name="ïṥḻï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EEFAFFB-E266-40DD-8EED-BFA312EA559F}"/>
                </a:ext>
              </a:extLst>
            </p:cNvPr>
            <p:cNvSpPr/>
            <p:nvPr/>
          </p:nvSpPr>
          <p:spPr bwMode="auto">
            <a:xfrm>
              <a:off x="6700658" y="4446920"/>
              <a:ext cx="152692" cy="940580"/>
            </a:xfrm>
            <a:custGeom>
              <a:avLst/>
              <a:gdLst>
                <a:gd name="T0" fmla="*/ 42 w 60"/>
                <a:gd name="T1" fmla="*/ 0 h 371"/>
                <a:gd name="T2" fmla="*/ 42 w 60"/>
                <a:gd name="T3" fmla="*/ 21 h 371"/>
                <a:gd name="T4" fmla="*/ 42 w 60"/>
                <a:gd name="T5" fmla="*/ 21 h 371"/>
                <a:gd name="T6" fmla="*/ 47 w 60"/>
                <a:gd name="T7" fmla="*/ 28 h 371"/>
                <a:gd name="T8" fmla="*/ 47 w 60"/>
                <a:gd name="T9" fmla="*/ 344 h 371"/>
                <a:gd name="T10" fmla="*/ 44 w 60"/>
                <a:gd name="T11" fmla="*/ 355 h 371"/>
                <a:gd name="T12" fmla="*/ 33 w 60"/>
                <a:gd name="T13" fmla="*/ 359 h 371"/>
                <a:gd name="T14" fmla="*/ 22 w 60"/>
                <a:gd name="T15" fmla="*/ 359 h 371"/>
                <a:gd name="T16" fmla="*/ 15 w 60"/>
                <a:gd name="T17" fmla="*/ 354 h 371"/>
                <a:gd name="T18" fmla="*/ 15 w 60"/>
                <a:gd name="T19" fmla="*/ 353 h 371"/>
                <a:gd name="T20" fmla="*/ 0 w 60"/>
                <a:gd name="T21" fmla="*/ 353 h 371"/>
                <a:gd name="T22" fmla="*/ 0 w 60"/>
                <a:gd name="T23" fmla="*/ 371 h 371"/>
                <a:gd name="T24" fmla="*/ 15 w 60"/>
                <a:gd name="T25" fmla="*/ 371 h 371"/>
                <a:gd name="T26" fmla="*/ 15 w 60"/>
                <a:gd name="T27" fmla="*/ 371 h 371"/>
                <a:gd name="T28" fmla="*/ 22 w 60"/>
                <a:gd name="T29" fmla="*/ 366 h 371"/>
                <a:gd name="T30" fmla="*/ 33 w 60"/>
                <a:gd name="T31" fmla="*/ 366 h 371"/>
                <a:gd name="T32" fmla="*/ 34 w 60"/>
                <a:gd name="T33" fmla="*/ 366 h 371"/>
                <a:gd name="T34" fmla="*/ 48 w 60"/>
                <a:gd name="T35" fmla="*/ 361 h 371"/>
                <a:gd name="T36" fmla="*/ 54 w 60"/>
                <a:gd name="T37" fmla="*/ 344 h 371"/>
                <a:gd name="T38" fmla="*/ 54 w 60"/>
                <a:gd name="T39" fmla="*/ 28 h 371"/>
                <a:gd name="T40" fmla="*/ 60 w 60"/>
                <a:gd name="T41" fmla="*/ 21 h 371"/>
                <a:gd name="T42" fmla="*/ 60 w 60"/>
                <a:gd name="T43" fmla="*/ 21 h 371"/>
                <a:gd name="T44" fmla="*/ 60 w 60"/>
                <a:gd name="T45" fmla="*/ 0 h 371"/>
                <a:gd name="T46" fmla="*/ 42 w 60"/>
                <a:gd name="T47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0" h="371">
                  <a:moveTo>
                    <a:pt x="42" y="0"/>
                  </a:move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3" y="24"/>
                    <a:pt x="45" y="27"/>
                    <a:pt x="47" y="28"/>
                  </a:cubicBezTo>
                  <a:cubicBezTo>
                    <a:pt x="47" y="344"/>
                    <a:pt x="47" y="344"/>
                    <a:pt x="47" y="344"/>
                  </a:cubicBezTo>
                  <a:cubicBezTo>
                    <a:pt x="47" y="349"/>
                    <a:pt x="46" y="353"/>
                    <a:pt x="44" y="355"/>
                  </a:cubicBezTo>
                  <a:cubicBezTo>
                    <a:pt x="40" y="359"/>
                    <a:pt x="33" y="359"/>
                    <a:pt x="33" y="359"/>
                  </a:cubicBezTo>
                  <a:cubicBezTo>
                    <a:pt x="22" y="359"/>
                    <a:pt x="22" y="359"/>
                    <a:pt x="22" y="359"/>
                  </a:cubicBezTo>
                  <a:cubicBezTo>
                    <a:pt x="21" y="356"/>
                    <a:pt x="18" y="354"/>
                    <a:pt x="15" y="354"/>
                  </a:cubicBezTo>
                  <a:cubicBezTo>
                    <a:pt x="15" y="353"/>
                    <a:pt x="15" y="353"/>
                    <a:pt x="15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71"/>
                    <a:pt x="0" y="371"/>
                    <a:pt x="0" y="371"/>
                  </a:cubicBezTo>
                  <a:cubicBezTo>
                    <a:pt x="15" y="371"/>
                    <a:pt x="15" y="371"/>
                    <a:pt x="15" y="371"/>
                  </a:cubicBezTo>
                  <a:cubicBezTo>
                    <a:pt x="15" y="371"/>
                    <a:pt x="15" y="371"/>
                    <a:pt x="15" y="371"/>
                  </a:cubicBezTo>
                  <a:cubicBezTo>
                    <a:pt x="18" y="371"/>
                    <a:pt x="21" y="369"/>
                    <a:pt x="22" y="366"/>
                  </a:cubicBezTo>
                  <a:cubicBezTo>
                    <a:pt x="33" y="366"/>
                    <a:pt x="33" y="366"/>
                    <a:pt x="33" y="366"/>
                  </a:cubicBezTo>
                  <a:cubicBezTo>
                    <a:pt x="33" y="366"/>
                    <a:pt x="33" y="366"/>
                    <a:pt x="34" y="366"/>
                  </a:cubicBezTo>
                  <a:cubicBezTo>
                    <a:pt x="37" y="366"/>
                    <a:pt x="43" y="365"/>
                    <a:pt x="48" y="361"/>
                  </a:cubicBezTo>
                  <a:cubicBezTo>
                    <a:pt x="52" y="357"/>
                    <a:pt x="54" y="351"/>
                    <a:pt x="54" y="344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7" y="27"/>
                    <a:pt x="59" y="24"/>
                    <a:pt x="60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0"/>
                    <a:pt x="60" y="0"/>
                    <a:pt x="60" y="0"/>
                  </a:cubicBezTo>
                  <a:lnTo>
                    <a:pt x="42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" name="ï$ḷî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4C41D9B-18E8-4309-8873-3E624DEF1814}"/>
                </a:ext>
              </a:extLst>
            </p:cNvPr>
            <p:cNvSpPr/>
            <p:nvPr/>
          </p:nvSpPr>
          <p:spPr bwMode="auto">
            <a:xfrm>
              <a:off x="7008484" y="4439591"/>
              <a:ext cx="45197" cy="1092050"/>
            </a:xfrm>
            <a:custGeom>
              <a:avLst/>
              <a:gdLst>
                <a:gd name="T0" fmla="*/ 0 w 18"/>
                <a:gd name="T1" fmla="*/ 411 h 431"/>
                <a:gd name="T2" fmla="*/ 0 w 18"/>
                <a:gd name="T3" fmla="*/ 411 h 431"/>
                <a:gd name="T4" fmla="*/ 0 w 18"/>
                <a:gd name="T5" fmla="*/ 431 h 431"/>
                <a:gd name="T6" fmla="*/ 18 w 18"/>
                <a:gd name="T7" fmla="*/ 431 h 431"/>
                <a:gd name="T8" fmla="*/ 18 w 18"/>
                <a:gd name="T9" fmla="*/ 411 h 431"/>
                <a:gd name="T10" fmla="*/ 17 w 18"/>
                <a:gd name="T11" fmla="*/ 411 h 431"/>
                <a:gd name="T12" fmla="*/ 12 w 18"/>
                <a:gd name="T13" fmla="*/ 404 h 431"/>
                <a:gd name="T14" fmla="*/ 12 w 18"/>
                <a:gd name="T15" fmla="*/ 27 h 431"/>
                <a:gd name="T16" fmla="*/ 17 w 18"/>
                <a:gd name="T17" fmla="*/ 20 h 431"/>
                <a:gd name="T18" fmla="*/ 18 w 18"/>
                <a:gd name="T19" fmla="*/ 20 h 431"/>
                <a:gd name="T20" fmla="*/ 18 w 18"/>
                <a:gd name="T21" fmla="*/ 0 h 431"/>
                <a:gd name="T22" fmla="*/ 0 w 18"/>
                <a:gd name="T23" fmla="*/ 0 h 431"/>
                <a:gd name="T24" fmla="*/ 0 w 18"/>
                <a:gd name="T25" fmla="*/ 20 h 431"/>
                <a:gd name="T26" fmla="*/ 0 w 18"/>
                <a:gd name="T27" fmla="*/ 20 h 431"/>
                <a:gd name="T28" fmla="*/ 5 w 18"/>
                <a:gd name="T29" fmla="*/ 28 h 431"/>
                <a:gd name="T30" fmla="*/ 5 w 18"/>
                <a:gd name="T31" fmla="*/ 404 h 431"/>
                <a:gd name="T32" fmla="*/ 0 w 18"/>
                <a:gd name="T33" fmla="*/ 411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431">
                  <a:moveTo>
                    <a:pt x="0" y="411"/>
                  </a:moveTo>
                  <a:cubicBezTo>
                    <a:pt x="0" y="411"/>
                    <a:pt x="0" y="411"/>
                    <a:pt x="0" y="411"/>
                  </a:cubicBezTo>
                  <a:cubicBezTo>
                    <a:pt x="0" y="431"/>
                    <a:pt x="0" y="431"/>
                    <a:pt x="0" y="431"/>
                  </a:cubicBezTo>
                  <a:cubicBezTo>
                    <a:pt x="18" y="431"/>
                    <a:pt x="18" y="431"/>
                    <a:pt x="18" y="431"/>
                  </a:cubicBezTo>
                  <a:cubicBezTo>
                    <a:pt x="18" y="411"/>
                    <a:pt x="18" y="411"/>
                    <a:pt x="18" y="411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17" y="408"/>
                    <a:pt x="15" y="405"/>
                    <a:pt x="12" y="404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5" y="26"/>
                    <a:pt x="17" y="24"/>
                    <a:pt x="17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4"/>
                    <a:pt x="2" y="26"/>
                    <a:pt x="5" y="28"/>
                  </a:cubicBezTo>
                  <a:cubicBezTo>
                    <a:pt x="5" y="404"/>
                    <a:pt x="5" y="404"/>
                    <a:pt x="5" y="404"/>
                  </a:cubicBezTo>
                  <a:cubicBezTo>
                    <a:pt x="2" y="405"/>
                    <a:pt x="0" y="408"/>
                    <a:pt x="0" y="41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" name="íṩḻ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8E7C231-4DEF-4CF6-A7E6-21061B6AA105}"/>
                </a:ext>
              </a:extLst>
            </p:cNvPr>
            <p:cNvSpPr/>
            <p:nvPr/>
          </p:nvSpPr>
          <p:spPr bwMode="auto">
            <a:xfrm>
              <a:off x="5054033" y="4437147"/>
              <a:ext cx="654741" cy="934472"/>
            </a:xfrm>
            <a:custGeom>
              <a:avLst/>
              <a:gdLst>
                <a:gd name="T0" fmla="*/ 252 w 258"/>
                <a:gd name="T1" fmla="*/ 1 h 369"/>
                <a:gd name="T2" fmla="*/ 250 w 258"/>
                <a:gd name="T3" fmla="*/ 0 h 369"/>
                <a:gd name="T4" fmla="*/ 247 w 258"/>
                <a:gd name="T5" fmla="*/ 1 h 369"/>
                <a:gd name="T6" fmla="*/ 240 w 258"/>
                <a:gd name="T7" fmla="*/ 1 h 369"/>
                <a:gd name="T8" fmla="*/ 240 w 258"/>
                <a:gd name="T9" fmla="*/ 24 h 369"/>
                <a:gd name="T10" fmla="*/ 240 w 258"/>
                <a:gd name="T11" fmla="*/ 24 h 369"/>
                <a:gd name="T12" fmla="*/ 246 w 258"/>
                <a:gd name="T13" fmla="*/ 32 h 369"/>
                <a:gd name="T14" fmla="*/ 246 w 258"/>
                <a:gd name="T15" fmla="*/ 58 h 369"/>
                <a:gd name="T16" fmla="*/ 241 w 258"/>
                <a:gd name="T17" fmla="*/ 74 h 369"/>
                <a:gd name="T18" fmla="*/ 224 w 258"/>
                <a:gd name="T19" fmla="*/ 80 h 369"/>
                <a:gd name="T20" fmla="*/ 47 w 258"/>
                <a:gd name="T21" fmla="*/ 80 h 369"/>
                <a:gd name="T22" fmla="*/ 47 w 258"/>
                <a:gd name="T23" fmla="*/ 80 h 369"/>
                <a:gd name="T24" fmla="*/ 34 w 258"/>
                <a:gd name="T25" fmla="*/ 80 h 369"/>
                <a:gd name="T26" fmla="*/ 12 w 258"/>
                <a:gd name="T27" fmla="*/ 88 h 369"/>
                <a:gd name="T28" fmla="*/ 5 w 258"/>
                <a:gd name="T29" fmla="*/ 108 h 369"/>
                <a:gd name="T30" fmla="*/ 5 w 258"/>
                <a:gd name="T31" fmla="*/ 109 h 369"/>
                <a:gd name="T32" fmla="*/ 5 w 258"/>
                <a:gd name="T33" fmla="*/ 339 h 369"/>
                <a:gd name="T34" fmla="*/ 1 w 258"/>
                <a:gd name="T35" fmla="*/ 346 h 369"/>
                <a:gd name="T36" fmla="*/ 0 w 258"/>
                <a:gd name="T37" fmla="*/ 346 h 369"/>
                <a:gd name="T38" fmla="*/ 0 w 258"/>
                <a:gd name="T39" fmla="*/ 369 h 369"/>
                <a:gd name="T40" fmla="*/ 18 w 258"/>
                <a:gd name="T41" fmla="*/ 369 h 369"/>
                <a:gd name="T42" fmla="*/ 18 w 258"/>
                <a:gd name="T43" fmla="*/ 346 h 369"/>
                <a:gd name="T44" fmla="*/ 18 w 258"/>
                <a:gd name="T45" fmla="*/ 346 h 369"/>
                <a:gd name="T46" fmla="*/ 12 w 258"/>
                <a:gd name="T47" fmla="*/ 339 h 369"/>
                <a:gd name="T48" fmla="*/ 12 w 258"/>
                <a:gd name="T49" fmla="*/ 108 h 369"/>
                <a:gd name="T50" fmla="*/ 17 w 258"/>
                <a:gd name="T51" fmla="*/ 93 h 369"/>
                <a:gd name="T52" fmla="*/ 34 w 258"/>
                <a:gd name="T53" fmla="*/ 87 h 369"/>
                <a:gd name="T54" fmla="*/ 42 w 258"/>
                <a:gd name="T55" fmla="*/ 87 h 369"/>
                <a:gd name="T56" fmla="*/ 42 w 258"/>
                <a:gd name="T57" fmla="*/ 87 h 369"/>
                <a:gd name="T58" fmla="*/ 224 w 258"/>
                <a:gd name="T59" fmla="*/ 87 h 369"/>
                <a:gd name="T60" fmla="*/ 246 w 258"/>
                <a:gd name="T61" fmla="*/ 78 h 369"/>
                <a:gd name="T62" fmla="*/ 253 w 258"/>
                <a:gd name="T63" fmla="*/ 59 h 369"/>
                <a:gd name="T64" fmla="*/ 253 w 258"/>
                <a:gd name="T65" fmla="*/ 58 h 369"/>
                <a:gd name="T66" fmla="*/ 253 w 258"/>
                <a:gd name="T67" fmla="*/ 31 h 369"/>
                <a:gd name="T68" fmla="*/ 258 w 258"/>
                <a:gd name="T69" fmla="*/ 24 h 369"/>
                <a:gd name="T70" fmla="*/ 258 w 258"/>
                <a:gd name="T71" fmla="*/ 24 h 369"/>
                <a:gd name="T72" fmla="*/ 258 w 258"/>
                <a:gd name="T73" fmla="*/ 1 h 369"/>
                <a:gd name="T74" fmla="*/ 252 w 258"/>
                <a:gd name="T75" fmla="*/ 1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8" h="369">
                  <a:moveTo>
                    <a:pt x="252" y="1"/>
                  </a:moveTo>
                  <a:cubicBezTo>
                    <a:pt x="251" y="1"/>
                    <a:pt x="251" y="0"/>
                    <a:pt x="250" y="0"/>
                  </a:cubicBezTo>
                  <a:cubicBezTo>
                    <a:pt x="249" y="0"/>
                    <a:pt x="248" y="1"/>
                    <a:pt x="247" y="1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40" y="24"/>
                    <a:pt x="240" y="24"/>
                    <a:pt x="240" y="24"/>
                  </a:cubicBezTo>
                  <a:cubicBezTo>
                    <a:pt x="240" y="24"/>
                    <a:pt x="240" y="24"/>
                    <a:pt x="240" y="24"/>
                  </a:cubicBezTo>
                  <a:cubicBezTo>
                    <a:pt x="241" y="28"/>
                    <a:pt x="243" y="31"/>
                    <a:pt x="246" y="32"/>
                  </a:cubicBezTo>
                  <a:cubicBezTo>
                    <a:pt x="246" y="58"/>
                    <a:pt x="246" y="58"/>
                    <a:pt x="246" y="58"/>
                  </a:cubicBezTo>
                  <a:cubicBezTo>
                    <a:pt x="246" y="58"/>
                    <a:pt x="247" y="67"/>
                    <a:pt x="241" y="74"/>
                  </a:cubicBezTo>
                  <a:cubicBezTo>
                    <a:pt x="237" y="78"/>
                    <a:pt x="231" y="80"/>
                    <a:pt x="224" y="80"/>
                  </a:cubicBezTo>
                  <a:cubicBezTo>
                    <a:pt x="47" y="80"/>
                    <a:pt x="47" y="80"/>
                    <a:pt x="47" y="80"/>
                  </a:cubicBezTo>
                  <a:cubicBezTo>
                    <a:pt x="47" y="80"/>
                    <a:pt x="47" y="80"/>
                    <a:pt x="47" y="80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25" y="80"/>
                    <a:pt x="17" y="82"/>
                    <a:pt x="12" y="88"/>
                  </a:cubicBezTo>
                  <a:cubicBezTo>
                    <a:pt x="6" y="95"/>
                    <a:pt x="5" y="105"/>
                    <a:pt x="5" y="108"/>
                  </a:cubicBezTo>
                  <a:cubicBezTo>
                    <a:pt x="5" y="108"/>
                    <a:pt x="5" y="109"/>
                    <a:pt x="5" y="109"/>
                  </a:cubicBezTo>
                  <a:cubicBezTo>
                    <a:pt x="5" y="339"/>
                    <a:pt x="5" y="339"/>
                    <a:pt x="5" y="339"/>
                  </a:cubicBezTo>
                  <a:cubicBezTo>
                    <a:pt x="3" y="341"/>
                    <a:pt x="1" y="343"/>
                    <a:pt x="1" y="346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18" y="369"/>
                    <a:pt x="18" y="369"/>
                    <a:pt x="18" y="369"/>
                  </a:cubicBezTo>
                  <a:cubicBezTo>
                    <a:pt x="18" y="346"/>
                    <a:pt x="18" y="346"/>
                    <a:pt x="18" y="346"/>
                  </a:cubicBezTo>
                  <a:cubicBezTo>
                    <a:pt x="18" y="346"/>
                    <a:pt x="18" y="346"/>
                    <a:pt x="18" y="346"/>
                  </a:cubicBezTo>
                  <a:cubicBezTo>
                    <a:pt x="18" y="343"/>
                    <a:pt x="15" y="340"/>
                    <a:pt x="12" y="339"/>
                  </a:cubicBezTo>
                  <a:cubicBezTo>
                    <a:pt x="12" y="108"/>
                    <a:pt x="12" y="108"/>
                    <a:pt x="12" y="108"/>
                  </a:cubicBezTo>
                  <a:cubicBezTo>
                    <a:pt x="12" y="108"/>
                    <a:pt x="11" y="99"/>
                    <a:pt x="17" y="93"/>
                  </a:cubicBezTo>
                  <a:cubicBezTo>
                    <a:pt x="21" y="89"/>
                    <a:pt x="27" y="87"/>
                    <a:pt x="34" y="87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42" y="87"/>
                    <a:pt x="42" y="87"/>
                    <a:pt x="42" y="87"/>
                  </a:cubicBezTo>
                  <a:cubicBezTo>
                    <a:pt x="224" y="87"/>
                    <a:pt x="224" y="87"/>
                    <a:pt x="224" y="87"/>
                  </a:cubicBezTo>
                  <a:cubicBezTo>
                    <a:pt x="233" y="87"/>
                    <a:pt x="241" y="84"/>
                    <a:pt x="246" y="78"/>
                  </a:cubicBezTo>
                  <a:cubicBezTo>
                    <a:pt x="253" y="71"/>
                    <a:pt x="253" y="62"/>
                    <a:pt x="253" y="59"/>
                  </a:cubicBezTo>
                  <a:cubicBezTo>
                    <a:pt x="253" y="58"/>
                    <a:pt x="253" y="58"/>
                    <a:pt x="253" y="58"/>
                  </a:cubicBezTo>
                  <a:cubicBezTo>
                    <a:pt x="253" y="31"/>
                    <a:pt x="253" y="31"/>
                    <a:pt x="253" y="31"/>
                  </a:cubicBezTo>
                  <a:cubicBezTo>
                    <a:pt x="256" y="30"/>
                    <a:pt x="257" y="27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1"/>
                    <a:pt x="258" y="1"/>
                    <a:pt x="258" y="1"/>
                  </a:cubicBezTo>
                  <a:lnTo>
                    <a:pt x="252" y="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" name="islî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A828647-90C5-4D72-A64C-C88BBDA33C8E}"/>
                </a:ext>
              </a:extLst>
            </p:cNvPr>
            <p:cNvSpPr/>
            <p:nvPr/>
          </p:nvSpPr>
          <p:spPr bwMode="auto">
            <a:xfrm>
              <a:off x="4848816" y="5377727"/>
              <a:ext cx="482506" cy="759793"/>
            </a:xfrm>
            <a:custGeom>
              <a:avLst/>
              <a:gdLst>
                <a:gd name="T0" fmla="*/ 154 w 190"/>
                <a:gd name="T1" fmla="*/ 0 h 300"/>
                <a:gd name="T2" fmla="*/ 35 w 190"/>
                <a:gd name="T3" fmla="*/ 0 h 300"/>
                <a:gd name="T4" fmla="*/ 0 w 190"/>
                <a:gd name="T5" fmla="*/ 36 h 300"/>
                <a:gd name="T6" fmla="*/ 0 w 190"/>
                <a:gd name="T7" fmla="*/ 264 h 300"/>
                <a:gd name="T8" fmla="*/ 35 w 190"/>
                <a:gd name="T9" fmla="*/ 300 h 300"/>
                <a:gd name="T10" fmla="*/ 154 w 190"/>
                <a:gd name="T11" fmla="*/ 300 h 300"/>
                <a:gd name="T12" fmla="*/ 190 w 190"/>
                <a:gd name="T13" fmla="*/ 264 h 300"/>
                <a:gd name="T14" fmla="*/ 190 w 190"/>
                <a:gd name="T15" fmla="*/ 36 h 300"/>
                <a:gd name="T16" fmla="*/ 154 w 190"/>
                <a:gd name="T17" fmla="*/ 0 h 300"/>
                <a:gd name="T18" fmla="*/ 152 w 190"/>
                <a:gd name="T19" fmla="*/ 29 h 300"/>
                <a:gd name="T20" fmla="*/ 159 w 190"/>
                <a:gd name="T21" fmla="*/ 36 h 300"/>
                <a:gd name="T22" fmla="*/ 152 w 190"/>
                <a:gd name="T23" fmla="*/ 43 h 300"/>
                <a:gd name="T24" fmla="*/ 145 w 190"/>
                <a:gd name="T25" fmla="*/ 36 h 300"/>
                <a:gd name="T26" fmla="*/ 152 w 190"/>
                <a:gd name="T27" fmla="*/ 29 h 300"/>
                <a:gd name="T28" fmla="*/ 60 w 190"/>
                <a:gd name="T29" fmla="*/ 28 h 300"/>
                <a:gd name="T30" fmla="*/ 128 w 190"/>
                <a:gd name="T31" fmla="*/ 28 h 300"/>
                <a:gd name="T32" fmla="*/ 133 w 190"/>
                <a:gd name="T33" fmla="*/ 34 h 300"/>
                <a:gd name="T34" fmla="*/ 128 w 190"/>
                <a:gd name="T35" fmla="*/ 39 h 300"/>
                <a:gd name="T36" fmla="*/ 60 w 190"/>
                <a:gd name="T37" fmla="*/ 39 h 300"/>
                <a:gd name="T38" fmla="*/ 55 w 190"/>
                <a:gd name="T39" fmla="*/ 34 h 300"/>
                <a:gd name="T40" fmla="*/ 60 w 190"/>
                <a:gd name="T41" fmla="*/ 28 h 300"/>
                <a:gd name="T42" fmla="*/ 118 w 190"/>
                <a:gd name="T43" fmla="*/ 280 h 300"/>
                <a:gd name="T44" fmla="*/ 71 w 190"/>
                <a:gd name="T45" fmla="*/ 280 h 300"/>
                <a:gd name="T46" fmla="*/ 67 w 190"/>
                <a:gd name="T47" fmla="*/ 276 h 300"/>
                <a:gd name="T48" fmla="*/ 71 w 190"/>
                <a:gd name="T49" fmla="*/ 272 h 300"/>
                <a:gd name="T50" fmla="*/ 118 w 190"/>
                <a:gd name="T51" fmla="*/ 272 h 300"/>
                <a:gd name="T52" fmla="*/ 121 w 190"/>
                <a:gd name="T53" fmla="*/ 276 h 300"/>
                <a:gd name="T54" fmla="*/ 118 w 190"/>
                <a:gd name="T55" fmla="*/ 280 h 300"/>
                <a:gd name="T56" fmla="*/ 163 w 190"/>
                <a:gd name="T57" fmla="*/ 256 h 300"/>
                <a:gd name="T58" fmla="*/ 25 w 190"/>
                <a:gd name="T59" fmla="*/ 256 h 300"/>
                <a:gd name="T60" fmla="*/ 25 w 190"/>
                <a:gd name="T61" fmla="*/ 56 h 300"/>
                <a:gd name="T62" fmla="*/ 163 w 190"/>
                <a:gd name="T63" fmla="*/ 56 h 300"/>
                <a:gd name="T64" fmla="*/ 163 w 190"/>
                <a:gd name="T65" fmla="*/ 256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90" h="300">
                  <a:moveTo>
                    <a:pt x="154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264"/>
                    <a:pt x="0" y="264"/>
                    <a:pt x="0" y="264"/>
                  </a:cubicBezTo>
                  <a:cubicBezTo>
                    <a:pt x="0" y="284"/>
                    <a:pt x="16" y="300"/>
                    <a:pt x="35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74" y="300"/>
                    <a:pt x="190" y="284"/>
                    <a:pt x="190" y="264"/>
                  </a:cubicBezTo>
                  <a:cubicBezTo>
                    <a:pt x="190" y="36"/>
                    <a:pt x="190" y="36"/>
                    <a:pt x="190" y="36"/>
                  </a:cubicBezTo>
                  <a:cubicBezTo>
                    <a:pt x="190" y="16"/>
                    <a:pt x="174" y="0"/>
                    <a:pt x="154" y="0"/>
                  </a:cubicBezTo>
                  <a:close/>
                  <a:moveTo>
                    <a:pt x="152" y="29"/>
                  </a:moveTo>
                  <a:cubicBezTo>
                    <a:pt x="156" y="29"/>
                    <a:pt x="159" y="32"/>
                    <a:pt x="159" y="36"/>
                  </a:cubicBezTo>
                  <a:cubicBezTo>
                    <a:pt x="159" y="40"/>
                    <a:pt x="156" y="43"/>
                    <a:pt x="152" y="43"/>
                  </a:cubicBezTo>
                  <a:cubicBezTo>
                    <a:pt x="148" y="43"/>
                    <a:pt x="145" y="40"/>
                    <a:pt x="145" y="36"/>
                  </a:cubicBezTo>
                  <a:cubicBezTo>
                    <a:pt x="145" y="32"/>
                    <a:pt x="148" y="29"/>
                    <a:pt x="152" y="29"/>
                  </a:cubicBezTo>
                  <a:close/>
                  <a:moveTo>
                    <a:pt x="60" y="28"/>
                  </a:moveTo>
                  <a:cubicBezTo>
                    <a:pt x="128" y="28"/>
                    <a:pt x="128" y="28"/>
                    <a:pt x="128" y="28"/>
                  </a:cubicBezTo>
                  <a:cubicBezTo>
                    <a:pt x="131" y="28"/>
                    <a:pt x="133" y="31"/>
                    <a:pt x="133" y="34"/>
                  </a:cubicBezTo>
                  <a:cubicBezTo>
                    <a:pt x="133" y="37"/>
                    <a:pt x="131" y="39"/>
                    <a:pt x="128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57" y="39"/>
                    <a:pt x="55" y="37"/>
                    <a:pt x="55" y="34"/>
                  </a:cubicBezTo>
                  <a:cubicBezTo>
                    <a:pt x="55" y="31"/>
                    <a:pt x="57" y="28"/>
                    <a:pt x="60" y="28"/>
                  </a:cubicBezTo>
                  <a:close/>
                  <a:moveTo>
                    <a:pt x="118" y="280"/>
                  </a:moveTo>
                  <a:cubicBezTo>
                    <a:pt x="71" y="280"/>
                    <a:pt x="71" y="280"/>
                    <a:pt x="71" y="280"/>
                  </a:cubicBezTo>
                  <a:cubicBezTo>
                    <a:pt x="68" y="280"/>
                    <a:pt x="67" y="278"/>
                    <a:pt x="67" y="276"/>
                  </a:cubicBezTo>
                  <a:cubicBezTo>
                    <a:pt x="67" y="274"/>
                    <a:pt x="68" y="272"/>
                    <a:pt x="71" y="272"/>
                  </a:cubicBezTo>
                  <a:cubicBezTo>
                    <a:pt x="118" y="272"/>
                    <a:pt x="118" y="272"/>
                    <a:pt x="118" y="272"/>
                  </a:cubicBezTo>
                  <a:cubicBezTo>
                    <a:pt x="120" y="272"/>
                    <a:pt x="121" y="274"/>
                    <a:pt x="121" y="276"/>
                  </a:cubicBezTo>
                  <a:cubicBezTo>
                    <a:pt x="121" y="278"/>
                    <a:pt x="120" y="280"/>
                    <a:pt x="118" y="280"/>
                  </a:cubicBezTo>
                  <a:close/>
                  <a:moveTo>
                    <a:pt x="163" y="256"/>
                  </a:moveTo>
                  <a:cubicBezTo>
                    <a:pt x="25" y="256"/>
                    <a:pt x="25" y="256"/>
                    <a:pt x="25" y="2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163" y="56"/>
                    <a:pt x="163" y="56"/>
                    <a:pt x="163" y="56"/>
                  </a:cubicBezTo>
                  <a:lnTo>
                    <a:pt x="163" y="25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" name="ïŝļî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7651BCE-D805-40C1-9E35-AA9FB77D2CE1}"/>
                </a:ext>
              </a:extLst>
            </p:cNvPr>
            <p:cNvSpPr/>
            <p:nvPr/>
          </p:nvSpPr>
          <p:spPr bwMode="auto">
            <a:xfrm>
              <a:off x="5800390" y="5859011"/>
              <a:ext cx="550911" cy="179566"/>
            </a:xfrm>
            <a:custGeom>
              <a:avLst/>
              <a:gdLst>
                <a:gd name="T0" fmla="*/ 194 w 217"/>
                <a:gd name="T1" fmla="*/ 26 h 71"/>
                <a:gd name="T2" fmla="*/ 174 w 217"/>
                <a:gd name="T3" fmla="*/ 26 h 71"/>
                <a:gd name="T4" fmla="*/ 176 w 217"/>
                <a:gd name="T5" fmla="*/ 18 h 71"/>
                <a:gd name="T6" fmla="*/ 159 w 217"/>
                <a:gd name="T7" fmla="*/ 0 h 71"/>
                <a:gd name="T8" fmla="*/ 56 w 217"/>
                <a:gd name="T9" fmla="*/ 0 h 71"/>
                <a:gd name="T10" fmla="*/ 39 w 217"/>
                <a:gd name="T11" fmla="*/ 18 h 71"/>
                <a:gd name="T12" fmla="*/ 41 w 217"/>
                <a:gd name="T13" fmla="*/ 26 h 71"/>
                <a:gd name="T14" fmla="*/ 22 w 217"/>
                <a:gd name="T15" fmla="*/ 26 h 71"/>
                <a:gd name="T16" fmla="*/ 0 w 217"/>
                <a:gd name="T17" fmla="*/ 48 h 71"/>
                <a:gd name="T18" fmla="*/ 22 w 217"/>
                <a:gd name="T19" fmla="*/ 71 h 71"/>
                <a:gd name="T20" fmla="*/ 194 w 217"/>
                <a:gd name="T21" fmla="*/ 71 h 71"/>
                <a:gd name="T22" fmla="*/ 217 w 217"/>
                <a:gd name="T23" fmla="*/ 48 h 71"/>
                <a:gd name="T24" fmla="*/ 194 w 217"/>
                <a:gd name="T25" fmla="*/ 2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7" h="71">
                  <a:moveTo>
                    <a:pt x="194" y="26"/>
                  </a:moveTo>
                  <a:cubicBezTo>
                    <a:pt x="174" y="26"/>
                    <a:pt x="174" y="26"/>
                    <a:pt x="174" y="26"/>
                  </a:cubicBezTo>
                  <a:cubicBezTo>
                    <a:pt x="175" y="24"/>
                    <a:pt x="176" y="21"/>
                    <a:pt x="176" y="18"/>
                  </a:cubicBezTo>
                  <a:cubicBezTo>
                    <a:pt x="176" y="8"/>
                    <a:pt x="168" y="0"/>
                    <a:pt x="159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47" y="0"/>
                    <a:pt x="39" y="8"/>
                    <a:pt x="39" y="18"/>
                  </a:cubicBezTo>
                  <a:cubicBezTo>
                    <a:pt x="39" y="21"/>
                    <a:pt x="40" y="24"/>
                    <a:pt x="4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10" y="26"/>
                    <a:pt x="0" y="36"/>
                    <a:pt x="0" y="48"/>
                  </a:cubicBezTo>
                  <a:cubicBezTo>
                    <a:pt x="0" y="61"/>
                    <a:pt x="10" y="71"/>
                    <a:pt x="22" y="71"/>
                  </a:cubicBezTo>
                  <a:cubicBezTo>
                    <a:pt x="194" y="71"/>
                    <a:pt x="194" y="71"/>
                    <a:pt x="194" y="71"/>
                  </a:cubicBezTo>
                  <a:cubicBezTo>
                    <a:pt x="207" y="71"/>
                    <a:pt x="217" y="61"/>
                    <a:pt x="217" y="48"/>
                  </a:cubicBezTo>
                  <a:cubicBezTo>
                    <a:pt x="217" y="36"/>
                    <a:pt x="207" y="26"/>
                    <a:pt x="194" y="2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" name="îṡľ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134DD93-B109-4AE0-B37C-0904D5CCB700}"/>
                </a:ext>
              </a:extLst>
            </p:cNvPr>
            <p:cNvSpPr/>
            <p:nvPr/>
          </p:nvSpPr>
          <p:spPr bwMode="auto">
            <a:xfrm>
              <a:off x="5397284" y="4862241"/>
              <a:ext cx="1303375" cy="958903"/>
            </a:xfrm>
            <a:custGeom>
              <a:avLst/>
              <a:gdLst>
                <a:gd name="T0" fmla="*/ 514 w 514"/>
                <a:gd name="T1" fmla="*/ 264 h 378"/>
                <a:gd name="T2" fmla="*/ 514 w 514"/>
                <a:gd name="T3" fmla="*/ 70 h 378"/>
                <a:gd name="T4" fmla="*/ 444 w 514"/>
                <a:gd name="T5" fmla="*/ 0 h 378"/>
                <a:gd name="T6" fmla="*/ 69 w 514"/>
                <a:gd name="T7" fmla="*/ 0 h 378"/>
                <a:gd name="T8" fmla="*/ 0 w 514"/>
                <a:gd name="T9" fmla="*/ 70 h 378"/>
                <a:gd name="T10" fmla="*/ 0 w 514"/>
                <a:gd name="T11" fmla="*/ 308 h 378"/>
                <a:gd name="T12" fmla="*/ 69 w 514"/>
                <a:gd name="T13" fmla="*/ 378 h 378"/>
                <a:gd name="T14" fmla="*/ 411 w 514"/>
                <a:gd name="T15" fmla="*/ 378 h 378"/>
                <a:gd name="T16" fmla="*/ 411 w 514"/>
                <a:gd name="T17" fmla="*/ 338 h 378"/>
                <a:gd name="T18" fmla="*/ 96 w 514"/>
                <a:gd name="T19" fmla="*/ 338 h 378"/>
                <a:gd name="T20" fmla="*/ 37 w 514"/>
                <a:gd name="T21" fmla="*/ 283 h 378"/>
                <a:gd name="T22" fmla="*/ 37 w 514"/>
                <a:gd name="T23" fmla="*/ 95 h 378"/>
                <a:gd name="T24" fmla="*/ 96 w 514"/>
                <a:gd name="T25" fmla="*/ 40 h 378"/>
                <a:gd name="T26" fmla="*/ 416 w 514"/>
                <a:gd name="T27" fmla="*/ 40 h 378"/>
                <a:gd name="T28" fmla="*/ 475 w 514"/>
                <a:gd name="T29" fmla="*/ 95 h 378"/>
                <a:gd name="T30" fmla="*/ 475 w 514"/>
                <a:gd name="T31" fmla="*/ 264 h 378"/>
                <a:gd name="T32" fmla="*/ 514 w 514"/>
                <a:gd name="T33" fmla="*/ 264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4" h="378">
                  <a:moveTo>
                    <a:pt x="514" y="264"/>
                  </a:moveTo>
                  <a:cubicBezTo>
                    <a:pt x="514" y="70"/>
                    <a:pt x="514" y="70"/>
                    <a:pt x="514" y="70"/>
                  </a:cubicBezTo>
                  <a:cubicBezTo>
                    <a:pt x="514" y="31"/>
                    <a:pt x="483" y="0"/>
                    <a:pt x="444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1" y="0"/>
                    <a:pt x="0" y="31"/>
                    <a:pt x="0" y="70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0" y="347"/>
                    <a:pt x="31" y="378"/>
                    <a:pt x="69" y="378"/>
                  </a:cubicBezTo>
                  <a:cubicBezTo>
                    <a:pt x="411" y="378"/>
                    <a:pt x="411" y="378"/>
                    <a:pt x="411" y="378"/>
                  </a:cubicBezTo>
                  <a:cubicBezTo>
                    <a:pt x="411" y="338"/>
                    <a:pt x="411" y="338"/>
                    <a:pt x="411" y="338"/>
                  </a:cubicBezTo>
                  <a:cubicBezTo>
                    <a:pt x="96" y="338"/>
                    <a:pt x="96" y="338"/>
                    <a:pt x="96" y="338"/>
                  </a:cubicBezTo>
                  <a:cubicBezTo>
                    <a:pt x="51" y="339"/>
                    <a:pt x="36" y="322"/>
                    <a:pt x="37" y="283"/>
                  </a:cubicBezTo>
                  <a:cubicBezTo>
                    <a:pt x="37" y="95"/>
                    <a:pt x="37" y="95"/>
                    <a:pt x="37" y="95"/>
                  </a:cubicBezTo>
                  <a:cubicBezTo>
                    <a:pt x="39" y="50"/>
                    <a:pt x="54" y="40"/>
                    <a:pt x="96" y="40"/>
                  </a:cubicBezTo>
                  <a:cubicBezTo>
                    <a:pt x="416" y="40"/>
                    <a:pt x="416" y="40"/>
                    <a:pt x="416" y="40"/>
                  </a:cubicBezTo>
                  <a:cubicBezTo>
                    <a:pt x="468" y="40"/>
                    <a:pt x="475" y="58"/>
                    <a:pt x="475" y="95"/>
                  </a:cubicBezTo>
                  <a:cubicBezTo>
                    <a:pt x="475" y="264"/>
                    <a:pt x="475" y="264"/>
                    <a:pt x="475" y="264"/>
                  </a:cubicBezTo>
                  <a:lnTo>
                    <a:pt x="514" y="26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" name="ïšl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2A91DCE-6461-4DC5-8BEB-554AA9B0BC25}"/>
                </a:ext>
              </a:extLst>
            </p:cNvPr>
            <p:cNvSpPr/>
            <p:nvPr/>
          </p:nvSpPr>
          <p:spPr bwMode="auto">
            <a:xfrm>
              <a:off x="6442915" y="5531640"/>
              <a:ext cx="902713" cy="605880"/>
            </a:xfrm>
            <a:custGeom>
              <a:avLst/>
              <a:gdLst>
                <a:gd name="T0" fmla="*/ 317 w 356"/>
                <a:gd name="T1" fmla="*/ 0 h 239"/>
                <a:gd name="T2" fmla="*/ 38 w 356"/>
                <a:gd name="T3" fmla="*/ 0 h 239"/>
                <a:gd name="T4" fmla="*/ 0 w 356"/>
                <a:gd name="T5" fmla="*/ 39 h 239"/>
                <a:gd name="T6" fmla="*/ 0 w 356"/>
                <a:gd name="T7" fmla="*/ 201 h 239"/>
                <a:gd name="T8" fmla="*/ 38 w 356"/>
                <a:gd name="T9" fmla="*/ 239 h 239"/>
                <a:gd name="T10" fmla="*/ 317 w 356"/>
                <a:gd name="T11" fmla="*/ 239 h 239"/>
                <a:gd name="T12" fmla="*/ 356 w 356"/>
                <a:gd name="T13" fmla="*/ 201 h 239"/>
                <a:gd name="T14" fmla="*/ 356 w 356"/>
                <a:gd name="T15" fmla="*/ 39 h 239"/>
                <a:gd name="T16" fmla="*/ 317 w 356"/>
                <a:gd name="T17" fmla="*/ 0 h 239"/>
                <a:gd name="T18" fmla="*/ 28 w 356"/>
                <a:gd name="T19" fmla="*/ 104 h 239"/>
                <a:gd name="T20" fmla="*/ 43 w 356"/>
                <a:gd name="T21" fmla="*/ 120 h 239"/>
                <a:gd name="T22" fmla="*/ 28 w 356"/>
                <a:gd name="T23" fmla="*/ 135 h 239"/>
                <a:gd name="T24" fmla="*/ 12 w 356"/>
                <a:gd name="T25" fmla="*/ 120 h 239"/>
                <a:gd name="T26" fmla="*/ 28 w 356"/>
                <a:gd name="T27" fmla="*/ 104 h 239"/>
                <a:gd name="T28" fmla="*/ 323 w 356"/>
                <a:gd name="T29" fmla="*/ 29 h 239"/>
                <a:gd name="T30" fmla="*/ 323 w 356"/>
                <a:gd name="T31" fmla="*/ 214 h 239"/>
                <a:gd name="T32" fmla="*/ 55 w 356"/>
                <a:gd name="T33" fmla="*/ 214 h 239"/>
                <a:gd name="T34" fmla="*/ 55 w 356"/>
                <a:gd name="T35" fmla="*/ 29 h 239"/>
                <a:gd name="T36" fmla="*/ 323 w 356"/>
                <a:gd name="T37" fmla="*/ 2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6" h="239">
                  <a:moveTo>
                    <a:pt x="317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9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222"/>
                    <a:pt x="17" y="239"/>
                    <a:pt x="38" y="239"/>
                  </a:cubicBezTo>
                  <a:cubicBezTo>
                    <a:pt x="317" y="239"/>
                    <a:pt x="317" y="239"/>
                    <a:pt x="317" y="239"/>
                  </a:cubicBezTo>
                  <a:cubicBezTo>
                    <a:pt x="339" y="239"/>
                    <a:pt x="356" y="222"/>
                    <a:pt x="356" y="201"/>
                  </a:cubicBezTo>
                  <a:cubicBezTo>
                    <a:pt x="356" y="39"/>
                    <a:pt x="356" y="39"/>
                    <a:pt x="356" y="39"/>
                  </a:cubicBezTo>
                  <a:cubicBezTo>
                    <a:pt x="356" y="17"/>
                    <a:pt x="339" y="0"/>
                    <a:pt x="317" y="0"/>
                  </a:cubicBezTo>
                  <a:close/>
                  <a:moveTo>
                    <a:pt x="28" y="104"/>
                  </a:moveTo>
                  <a:cubicBezTo>
                    <a:pt x="36" y="104"/>
                    <a:pt x="43" y="111"/>
                    <a:pt x="43" y="120"/>
                  </a:cubicBezTo>
                  <a:cubicBezTo>
                    <a:pt x="43" y="128"/>
                    <a:pt x="36" y="135"/>
                    <a:pt x="28" y="135"/>
                  </a:cubicBezTo>
                  <a:cubicBezTo>
                    <a:pt x="19" y="135"/>
                    <a:pt x="12" y="128"/>
                    <a:pt x="12" y="120"/>
                  </a:cubicBezTo>
                  <a:cubicBezTo>
                    <a:pt x="12" y="111"/>
                    <a:pt x="19" y="104"/>
                    <a:pt x="28" y="104"/>
                  </a:cubicBezTo>
                  <a:close/>
                  <a:moveTo>
                    <a:pt x="323" y="29"/>
                  </a:moveTo>
                  <a:cubicBezTo>
                    <a:pt x="323" y="214"/>
                    <a:pt x="323" y="214"/>
                    <a:pt x="323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9"/>
                    <a:pt x="55" y="29"/>
                    <a:pt x="55" y="29"/>
                  </a:cubicBezTo>
                  <a:lnTo>
                    <a:pt x="323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" name="íṩ1ï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CDAECE5-B924-4022-BD9A-6F5895DF523D}"/>
                </a:ext>
              </a:extLst>
            </p:cNvPr>
            <p:cNvSpPr/>
            <p:nvPr/>
          </p:nvSpPr>
          <p:spPr bwMode="auto">
            <a:xfrm>
              <a:off x="7908754" y="3597955"/>
              <a:ext cx="117267" cy="108717"/>
            </a:xfrm>
            <a:custGeom>
              <a:avLst/>
              <a:gdLst>
                <a:gd name="T0" fmla="*/ 41 w 46"/>
                <a:gd name="T1" fmla="*/ 0 h 43"/>
                <a:gd name="T2" fmla="*/ 5 w 46"/>
                <a:gd name="T3" fmla="*/ 0 h 43"/>
                <a:gd name="T4" fmla="*/ 0 w 46"/>
                <a:gd name="T5" fmla="*/ 5 h 43"/>
                <a:gd name="T6" fmla="*/ 0 w 46"/>
                <a:gd name="T7" fmla="*/ 38 h 43"/>
                <a:gd name="T8" fmla="*/ 5 w 46"/>
                <a:gd name="T9" fmla="*/ 43 h 43"/>
                <a:gd name="T10" fmla="*/ 41 w 46"/>
                <a:gd name="T11" fmla="*/ 43 h 43"/>
                <a:gd name="T12" fmla="*/ 46 w 46"/>
                <a:gd name="T13" fmla="*/ 38 h 43"/>
                <a:gd name="T14" fmla="*/ 46 w 46"/>
                <a:gd name="T15" fmla="*/ 5 h 43"/>
                <a:gd name="T16" fmla="*/ 41 w 46"/>
                <a:gd name="T17" fmla="*/ 0 h 43"/>
                <a:gd name="T18" fmla="*/ 23 w 46"/>
                <a:gd name="T19" fmla="*/ 32 h 43"/>
                <a:gd name="T20" fmla="*/ 20 w 46"/>
                <a:gd name="T21" fmla="*/ 30 h 43"/>
                <a:gd name="T22" fmla="*/ 23 w 46"/>
                <a:gd name="T23" fmla="*/ 27 h 43"/>
                <a:gd name="T24" fmla="*/ 25 w 46"/>
                <a:gd name="T25" fmla="*/ 30 h 43"/>
                <a:gd name="T26" fmla="*/ 23 w 46"/>
                <a:gd name="T27" fmla="*/ 32 h 43"/>
                <a:gd name="T28" fmla="*/ 27 w 46"/>
                <a:gd name="T29" fmla="*/ 28 h 43"/>
                <a:gd name="T30" fmla="*/ 27 w 46"/>
                <a:gd name="T31" fmla="*/ 28 h 43"/>
                <a:gd name="T32" fmla="*/ 23 w 46"/>
                <a:gd name="T33" fmla="*/ 24 h 43"/>
                <a:gd name="T34" fmla="*/ 19 w 46"/>
                <a:gd name="T35" fmla="*/ 28 h 43"/>
                <a:gd name="T36" fmla="*/ 19 w 46"/>
                <a:gd name="T37" fmla="*/ 28 h 43"/>
                <a:gd name="T38" fmla="*/ 17 w 46"/>
                <a:gd name="T39" fmla="*/ 27 h 43"/>
                <a:gd name="T40" fmla="*/ 23 w 46"/>
                <a:gd name="T41" fmla="*/ 23 h 43"/>
                <a:gd name="T42" fmla="*/ 28 w 46"/>
                <a:gd name="T43" fmla="*/ 27 h 43"/>
                <a:gd name="T44" fmla="*/ 27 w 46"/>
                <a:gd name="T45" fmla="*/ 28 h 43"/>
                <a:gd name="T46" fmla="*/ 31 w 46"/>
                <a:gd name="T47" fmla="*/ 26 h 43"/>
                <a:gd name="T48" fmla="*/ 31 w 46"/>
                <a:gd name="T49" fmla="*/ 26 h 43"/>
                <a:gd name="T50" fmla="*/ 23 w 46"/>
                <a:gd name="T51" fmla="*/ 19 h 43"/>
                <a:gd name="T52" fmla="*/ 14 w 46"/>
                <a:gd name="T53" fmla="*/ 26 h 43"/>
                <a:gd name="T54" fmla="*/ 14 w 46"/>
                <a:gd name="T55" fmla="*/ 26 h 43"/>
                <a:gd name="T56" fmla="*/ 12 w 46"/>
                <a:gd name="T57" fmla="*/ 25 h 43"/>
                <a:gd name="T58" fmla="*/ 23 w 46"/>
                <a:gd name="T59" fmla="*/ 16 h 43"/>
                <a:gd name="T60" fmla="*/ 34 w 46"/>
                <a:gd name="T61" fmla="*/ 25 h 43"/>
                <a:gd name="T62" fmla="*/ 31 w 46"/>
                <a:gd name="T63" fmla="*/ 26 h 43"/>
                <a:gd name="T64" fmla="*/ 37 w 46"/>
                <a:gd name="T65" fmla="*/ 25 h 43"/>
                <a:gd name="T66" fmla="*/ 37 w 46"/>
                <a:gd name="T67" fmla="*/ 25 h 43"/>
                <a:gd name="T68" fmla="*/ 23 w 46"/>
                <a:gd name="T69" fmla="*/ 12 h 43"/>
                <a:gd name="T70" fmla="*/ 9 w 46"/>
                <a:gd name="T71" fmla="*/ 25 h 43"/>
                <a:gd name="T72" fmla="*/ 8 w 46"/>
                <a:gd name="T73" fmla="*/ 25 h 43"/>
                <a:gd name="T74" fmla="*/ 4 w 46"/>
                <a:gd name="T75" fmla="*/ 23 h 43"/>
                <a:gd name="T76" fmla="*/ 23 w 46"/>
                <a:gd name="T77" fmla="*/ 6 h 43"/>
                <a:gd name="T78" fmla="*/ 43 w 46"/>
                <a:gd name="T79" fmla="*/ 23 h 43"/>
                <a:gd name="T80" fmla="*/ 37 w 46"/>
                <a:gd name="T81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6" h="43">
                  <a:moveTo>
                    <a:pt x="41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3"/>
                    <a:pt x="5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4" y="43"/>
                    <a:pt x="46" y="41"/>
                    <a:pt x="46" y="38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2"/>
                    <a:pt x="44" y="0"/>
                    <a:pt x="41" y="0"/>
                  </a:cubicBezTo>
                  <a:close/>
                  <a:moveTo>
                    <a:pt x="23" y="32"/>
                  </a:moveTo>
                  <a:cubicBezTo>
                    <a:pt x="21" y="32"/>
                    <a:pt x="20" y="31"/>
                    <a:pt x="20" y="30"/>
                  </a:cubicBezTo>
                  <a:cubicBezTo>
                    <a:pt x="20" y="28"/>
                    <a:pt x="21" y="27"/>
                    <a:pt x="23" y="27"/>
                  </a:cubicBezTo>
                  <a:cubicBezTo>
                    <a:pt x="24" y="27"/>
                    <a:pt x="25" y="28"/>
                    <a:pt x="25" y="30"/>
                  </a:cubicBezTo>
                  <a:cubicBezTo>
                    <a:pt x="25" y="31"/>
                    <a:pt x="24" y="32"/>
                    <a:pt x="23" y="32"/>
                  </a:cubicBezTo>
                  <a:close/>
                  <a:moveTo>
                    <a:pt x="27" y="28"/>
                  </a:moveTo>
                  <a:cubicBezTo>
                    <a:pt x="27" y="28"/>
                    <a:pt x="27" y="28"/>
                    <a:pt x="27" y="28"/>
                  </a:cubicBezTo>
                  <a:cubicBezTo>
                    <a:pt x="27" y="26"/>
                    <a:pt x="25" y="24"/>
                    <a:pt x="23" y="24"/>
                  </a:cubicBezTo>
                  <a:cubicBezTo>
                    <a:pt x="21" y="24"/>
                    <a:pt x="19" y="26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5"/>
                    <a:pt x="20" y="23"/>
                    <a:pt x="23" y="23"/>
                  </a:cubicBezTo>
                  <a:cubicBezTo>
                    <a:pt x="26" y="23"/>
                    <a:pt x="28" y="25"/>
                    <a:pt x="28" y="27"/>
                  </a:cubicBezTo>
                  <a:lnTo>
                    <a:pt x="27" y="28"/>
                  </a:lnTo>
                  <a:close/>
                  <a:moveTo>
                    <a:pt x="31" y="26"/>
                  </a:moveTo>
                  <a:cubicBezTo>
                    <a:pt x="31" y="26"/>
                    <a:pt x="31" y="26"/>
                    <a:pt x="31" y="26"/>
                  </a:cubicBezTo>
                  <a:cubicBezTo>
                    <a:pt x="30" y="22"/>
                    <a:pt x="27" y="19"/>
                    <a:pt x="23" y="19"/>
                  </a:cubicBezTo>
                  <a:cubicBezTo>
                    <a:pt x="18" y="19"/>
                    <a:pt x="15" y="22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0"/>
                    <a:pt x="17" y="16"/>
                    <a:pt x="23" y="16"/>
                  </a:cubicBezTo>
                  <a:cubicBezTo>
                    <a:pt x="28" y="16"/>
                    <a:pt x="33" y="20"/>
                    <a:pt x="34" y="25"/>
                  </a:cubicBezTo>
                  <a:lnTo>
                    <a:pt x="31" y="26"/>
                  </a:lnTo>
                  <a:close/>
                  <a:moveTo>
                    <a:pt x="37" y="25"/>
                  </a:moveTo>
                  <a:cubicBezTo>
                    <a:pt x="37" y="25"/>
                    <a:pt x="37" y="25"/>
                    <a:pt x="37" y="25"/>
                  </a:cubicBezTo>
                  <a:cubicBezTo>
                    <a:pt x="37" y="18"/>
                    <a:pt x="30" y="12"/>
                    <a:pt x="23" y="12"/>
                  </a:cubicBezTo>
                  <a:cubicBezTo>
                    <a:pt x="16" y="12"/>
                    <a:pt x="9" y="18"/>
                    <a:pt x="9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5" y="13"/>
                    <a:pt x="13" y="6"/>
                    <a:pt x="23" y="6"/>
                  </a:cubicBezTo>
                  <a:cubicBezTo>
                    <a:pt x="33" y="6"/>
                    <a:pt x="41" y="13"/>
                    <a:pt x="43" y="23"/>
                  </a:cubicBezTo>
                  <a:lnTo>
                    <a:pt x="37" y="2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" name="íṩ1ï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BF62662-B557-4A2C-B9CF-DC0C9DFFF6C6}"/>
                </a:ext>
              </a:extLst>
            </p:cNvPr>
            <p:cNvSpPr/>
            <p:nvPr/>
          </p:nvSpPr>
          <p:spPr bwMode="auto">
            <a:xfrm>
              <a:off x="5830928" y="3441599"/>
              <a:ext cx="141698" cy="151470"/>
            </a:xfrm>
            <a:custGeom>
              <a:avLst/>
              <a:gdLst>
                <a:gd name="T0" fmla="*/ 55 w 56"/>
                <a:gd name="T1" fmla="*/ 46 h 60"/>
                <a:gd name="T2" fmla="*/ 55 w 56"/>
                <a:gd name="T3" fmla="*/ 27 h 60"/>
                <a:gd name="T4" fmla="*/ 51 w 56"/>
                <a:gd name="T5" fmla="*/ 18 h 60"/>
                <a:gd name="T6" fmla="*/ 47 w 56"/>
                <a:gd name="T7" fmla="*/ 16 h 60"/>
                <a:gd name="T8" fmla="*/ 47 w 56"/>
                <a:gd name="T9" fmla="*/ 16 h 60"/>
                <a:gd name="T10" fmla="*/ 37 w 56"/>
                <a:gd name="T11" fmla="*/ 16 h 60"/>
                <a:gd name="T12" fmla="*/ 36 w 56"/>
                <a:gd name="T13" fmla="*/ 4 h 60"/>
                <a:gd name="T14" fmla="*/ 32 w 56"/>
                <a:gd name="T15" fmla="*/ 0 h 60"/>
                <a:gd name="T16" fmla="*/ 28 w 56"/>
                <a:gd name="T17" fmla="*/ 1 h 60"/>
                <a:gd name="T18" fmla="*/ 27 w 56"/>
                <a:gd name="T19" fmla="*/ 2 h 60"/>
                <a:gd name="T20" fmla="*/ 17 w 56"/>
                <a:gd name="T21" fmla="*/ 17 h 60"/>
                <a:gd name="T22" fmla="*/ 0 w 56"/>
                <a:gd name="T23" fmla="*/ 23 h 60"/>
                <a:gd name="T24" fmla="*/ 0 w 56"/>
                <a:gd name="T25" fmla="*/ 49 h 60"/>
                <a:gd name="T26" fmla="*/ 19 w 56"/>
                <a:gd name="T27" fmla="*/ 60 h 60"/>
                <a:gd name="T28" fmla="*/ 48 w 56"/>
                <a:gd name="T29" fmla="*/ 60 h 60"/>
                <a:gd name="T30" fmla="*/ 48 w 56"/>
                <a:gd name="T31" fmla="*/ 60 h 60"/>
                <a:gd name="T32" fmla="*/ 55 w 56"/>
                <a:gd name="T33" fmla="*/ 46 h 60"/>
                <a:gd name="T34" fmla="*/ 47 w 56"/>
                <a:gd name="T35" fmla="*/ 57 h 60"/>
                <a:gd name="T36" fmla="*/ 47 w 56"/>
                <a:gd name="T37" fmla="*/ 58 h 60"/>
                <a:gd name="T38" fmla="*/ 20 w 56"/>
                <a:gd name="T39" fmla="*/ 58 h 60"/>
                <a:gd name="T40" fmla="*/ 3 w 56"/>
                <a:gd name="T41" fmla="*/ 48 h 60"/>
                <a:gd name="T42" fmla="*/ 3 w 56"/>
                <a:gd name="T43" fmla="*/ 24 h 60"/>
                <a:gd name="T44" fmla="*/ 19 w 56"/>
                <a:gd name="T45" fmla="*/ 19 h 60"/>
                <a:gd name="T46" fmla="*/ 29 w 56"/>
                <a:gd name="T47" fmla="*/ 4 h 60"/>
                <a:gd name="T48" fmla="*/ 29 w 56"/>
                <a:gd name="T49" fmla="*/ 3 h 60"/>
                <a:gd name="T50" fmla="*/ 32 w 56"/>
                <a:gd name="T51" fmla="*/ 3 h 60"/>
                <a:gd name="T52" fmla="*/ 34 w 56"/>
                <a:gd name="T53" fmla="*/ 5 h 60"/>
                <a:gd name="T54" fmla="*/ 34 w 56"/>
                <a:gd name="T55" fmla="*/ 19 h 60"/>
                <a:gd name="T56" fmla="*/ 47 w 56"/>
                <a:gd name="T57" fmla="*/ 19 h 60"/>
                <a:gd name="T58" fmla="*/ 47 w 56"/>
                <a:gd name="T59" fmla="*/ 19 h 60"/>
                <a:gd name="T60" fmla="*/ 50 w 56"/>
                <a:gd name="T61" fmla="*/ 20 h 60"/>
                <a:gd name="T62" fmla="*/ 53 w 56"/>
                <a:gd name="T63" fmla="*/ 27 h 60"/>
                <a:gd name="T64" fmla="*/ 53 w 56"/>
                <a:gd name="T65" fmla="*/ 46 h 60"/>
                <a:gd name="T66" fmla="*/ 47 w 56"/>
                <a:gd name="T67" fmla="*/ 5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60">
                  <a:moveTo>
                    <a:pt x="55" y="46"/>
                  </a:moveTo>
                  <a:cubicBezTo>
                    <a:pt x="55" y="27"/>
                    <a:pt x="55" y="27"/>
                    <a:pt x="55" y="27"/>
                  </a:cubicBezTo>
                  <a:cubicBezTo>
                    <a:pt x="55" y="22"/>
                    <a:pt x="53" y="20"/>
                    <a:pt x="51" y="18"/>
                  </a:cubicBezTo>
                  <a:cubicBezTo>
                    <a:pt x="49" y="17"/>
                    <a:pt x="48" y="16"/>
                    <a:pt x="47" y="16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1"/>
                    <a:pt x="37" y="6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30" y="0"/>
                    <a:pt x="28" y="1"/>
                    <a:pt x="28" y="1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56" y="57"/>
                    <a:pt x="55" y="48"/>
                    <a:pt x="55" y="46"/>
                  </a:cubicBezTo>
                  <a:close/>
                  <a:moveTo>
                    <a:pt x="47" y="57"/>
                  </a:moveTo>
                  <a:cubicBezTo>
                    <a:pt x="47" y="58"/>
                    <a:pt x="47" y="58"/>
                    <a:pt x="47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30" y="3"/>
                    <a:pt x="32" y="3"/>
                  </a:cubicBezTo>
                  <a:cubicBezTo>
                    <a:pt x="33" y="3"/>
                    <a:pt x="33" y="3"/>
                    <a:pt x="34" y="5"/>
                  </a:cubicBezTo>
                  <a:cubicBezTo>
                    <a:pt x="34" y="7"/>
                    <a:pt x="34" y="16"/>
                    <a:pt x="34" y="19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19"/>
                    <a:pt x="48" y="19"/>
                    <a:pt x="50" y="20"/>
                  </a:cubicBezTo>
                  <a:cubicBezTo>
                    <a:pt x="51" y="21"/>
                    <a:pt x="53" y="23"/>
                    <a:pt x="53" y="27"/>
                  </a:cubicBezTo>
                  <a:cubicBezTo>
                    <a:pt x="53" y="46"/>
                    <a:pt x="53" y="46"/>
                    <a:pt x="53" y="46"/>
                  </a:cubicBezTo>
                  <a:cubicBezTo>
                    <a:pt x="53" y="47"/>
                    <a:pt x="53" y="55"/>
                    <a:pt x="47" y="5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" name="íṩl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7B9F92D-6FAB-4363-B086-0F97219BBE5A}"/>
                </a:ext>
              </a:extLst>
            </p:cNvPr>
            <p:cNvSpPr/>
            <p:nvPr/>
          </p:nvSpPr>
          <p:spPr bwMode="auto">
            <a:xfrm>
              <a:off x="5779623" y="3494125"/>
              <a:ext cx="43975" cy="78178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" name="iṧļ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61669E9-07C6-45D1-B45A-ABFB79B0D7E4}"/>
                </a:ext>
              </a:extLst>
            </p:cNvPr>
            <p:cNvSpPr/>
            <p:nvPr/>
          </p:nvSpPr>
          <p:spPr bwMode="auto">
            <a:xfrm>
              <a:off x="4898899" y="2444829"/>
              <a:ext cx="208882" cy="169793"/>
            </a:xfrm>
            <a:custGeom>
              <a:avLst/>
              <a:gdLst>
                <a:gd name="T0" fmla="*/ 41 w 82"/>
                <a:gd name="T1" fmla="*/ 0 h 67"/>
                <a:gd name="T2" fmla="*/ 0 w 82"/>
                <a:gd name="T3" fmla="*/ 44 h 67"/>
                <a:gd name="T4" fmla="*/ 18 w 82"/>
                <a:gd name="T5" fmla="*/ 44 h 67"/>
                <a:gd name="T6" fmla="*/ 18 w 82"/>
                <a:gd name="T7" fmla="*/ 57 h 67"/>
                <a:gd name="T8" fmla="*/ 27 w 82"/>
                <a:gd name="T9" fmla="*/ 67 h 67"/>
                <a:gd name="T10" fmla="*/ 56 w 82"/>
                <a:gd name="T11" fmla="*/ 67 h 67"/>
                <a:gd name="T12" fmla="*/ 66 w 82"/>
                <a:gd name="T13" fmla="*/ 57 h 67"/>
                <a:gd name="T14" fmla="*/ 66 w 82"/>
                <a:gd name="T15" fmla="*/ 44 h 67"/>
                <a:gd name="T16" fmla="*/ 82 w 82"/>
                <a:gd name="T17" fmla="*/ 44 h 67"/>
                <a:gd name="T18" fmla="*/ 41 w 82"/>
                <a:gd name="T19" fmla="*/ 0 h 67"/>
                <a:gd name="T20" fmla="*/ 59 w 82"/>
                <a:gd name="T21" fmla="*/ 37 h 67"/>
                <a:gd name="T22" fmla="*/ 59 w 82"/>
                <a:gd name="T23" fmla="*/ 37 h 67"/>
                <a:gd name="T24" fmla="*/ 59 w 82"/>
                <a:gd name="T25" fmla="*/ 57 h 67"/>
                <a:gd name="T26" fmla="*/ 56 w 82"/>
                <a:gd name="T27" fmla="*/ 59 h 67"/>
                <a:gd name="T28" fmla="*/ 27 w 82"/>
                <a:gd name="T29" fmla="*/ 59 h 67"/>
                <a:gd name="T30" fmla="*/ 25 w 82"/>
                <a:gd name="T31" fmla="*/ 57 h 67"/>
                <a:gd name="T32" fmla="*/ 25 w 82"/>
                <a:gd name="T33" fmla="*/ 37 h 67"/>
                <a:gd name="T34" fmla="*/ 25 w 82"/>
                <a:gd name="T35" fmla="*/ 37 h 67"/>
                <a:gd name="T36" fmla="*/ 17 w 82"/>
                <a:gd name="T37" fmla="*/ 37 h 67"/>
                <a:gd name="T38" fmla="*/ 41 w 82"/>
                <a:gd name="T39" fmla="*/ 11 h 67"/>
                <a:gd name="T40" fmla="*/ 66 w 82"/>
                <a:gd name="T41" fmla="*/ 37 h 67"/>
                <a:gd name="T42" fmla="*/ 59 w 82"/>
                <a:gd name="T43" fmla="*/ 3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2" h="67">
                  <a:moveTo>
                    <a:pt x="41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63"/>
                    <a:pt x="22" y="67"/>
                    <a:pt x="27" y="67"/>
                  </a:cubicBezTo>
                  <a:cubicBezTo>
                    <a:pt x="56" y="67"/>
                    <a:pt x="56" y="67"/>
                    <a:pt x="56" y="67"/>
                  </a:cubicBezTo>
                  <a:cubicBezTo>
                    <a:pt x="62" y="67"/>
                    <a:pt x="66" y="63"/>
                    <a:pt x="66" y="57"/>
                  </a:cubicBezTo>
                  <a:cubicBezTo>
                    <a:pt x="66" y="44"/>
                    <a:pt x="66" y="44"/>
                    <a:pt x="66" y="44"/>
                  </a:cubicBezTo>
                  <a:cubicBezTo>
                    <a:pt x="82" y="44"/>
                    <a:pt x="82" y="44"/>
                    <a:pt x="82" y="44"/>
                  </a:cubicBezTo>
                  <a:lnTo>
                    <a:pt x="41" y="0"/>
                  </a:lnTo>
                  <a:close/>
                  <a:moveTo>
                    <a:pt x="59" y="37"/>
                  </a:moveTo>
                  <a:cubicBezTo>
                    <a:pt x="59" y="37"/>
                    <a:pt x="59" y="37"/>
                    <a:pt x="59" y="37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59" y="59"/>
                    <a:pt x="58" y="59"/>
                    <a:pt x="56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6" y="59"/>
                    <a:pt x="25" y="59"/>
                    <a:pt x="25" y="5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66" y="37"/>
                    <a:pt x="66" y="37"/>
                    <a:pt x="66" y="37"/>
                  </a:cubicBezTo>
                  <a:lnTo>
                    <a:pt x="59" y="3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" name="iŝl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13D26A9-DFCF-4531-9589-9388722819BF}"/>
                </a:ext>
              </a:extLst>
            </p:cNvPr>
            <p:cNvSpPr/>
            <p:nvPr/>
          </p:nvSpPr>
          <p:spPr bwMode="auto">
            <a:xfrm>
              <a:off x="5333764" y="2460709"/>
              <a:ext cx="103831" cy="108717"/>
            </a:xfrm>
            <a:custGeom>
              <a:avLst/>
              <a:gdLst>
                <a:gd name="T0" fmla="*/ 41 w 41"/>
                <a:gd name="T1" fmla="*/ 15 h 43"/>
                <a:gd name="T2" fmla="*/ 35 w 41"/>
                <a:gd name="T3" fmla="*/ 4 h 43"/>
                <a:gd name="T4" fmla="*/ 20 w 41"/>
                <a:gd name="T5" fmla="*/ 0 h 43"/>
                <a:gd name="T6" fmla="*/ 6 w 41"/>
                <a:gd name="T7" fmla="*/ 4 h 43"/>
                <a:gd name="T8" fmla="*/ 0 w 41"/>
                <a:gd name="T9" fmla="*/ 15 h 43"/>
                <a:gd name="T10" fmla="*/ 6 w 41"/>
                <a:gd name="T11" fmla="*/ 26 h 43"/>
                <a:gd name="T12" fmla="*/ 10 w 41"/>
                <a:gd name="T13" fmla="*/ 28 h 43"/>
                <a:gd name="T14" fmla="*/ 11 w 41"/>
                <a:gd name="T15" fmla="*/ 43 h 43"/>
                <a:gd name="T16" fmla="*/ 21 w 41"/>
                <a:gd name="T17" fmla="*/ 30 h 43"/>
                <a:gd name="T18" fmla="*/ 35 w 41"/>
                <a:gd name="T19" fmla="*/ 26 h 43"/>
                <a:gd name="T20" fmla="*/ 41 w 41"/>
                <a:gd name="T21" fmla="*/ 15 h 43"/>
                <a:gd name="T22" fmla="*/ 24 w 41"/>
                <a:gd name="T23" fmla="*/ 27 h 43"/>
                <a:gd name="T24" fmla="*/ 20 w 41"/>
                <a:gd name="T25" fmla="*/ 26 h 43"/>
                <a:gd name="T26" fmla="*/ 13 w 41"/>
                <a:gd name="T27" fmla="*/ 35 h 43"/>
                <a:gd name="T28" fmla="*/ 13 w 41"/>
                <a:gd name="T29" fmla="*/ 26 h 43"/>
                <a:gd name="T30" fmla="*/ 13 w 41"/>
                <a:gd name="T31" fmla="*/ 26 h 43"/>
                <a:gd name="T32" fmla="*/ 12 w 41"/>
                <a:gd name="T33" fmla="*/ 25 h 43"/>
                <a:gd name="T34" fmla="*/ 4 w 41"/>
                <a:gd name="T35" fmla="*/ 15 h 43"/>
                <a:gd name="T36" fmla="*/ 20 w 41"/>
                <a:gd name="T37" fmla="*/ 3 h 43"/>
                <a:gd name="T38" fmla="*/ 37 w 41"/>
                <a:gd name="T39" fmla="*/ 15 h 43"/>
                <a:gd name="T40" fmla="*/ 24 w 41"/>
                <a:gd name="T41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1" h="43">
                  <a:moveTo>
                    <a:pt x="41" y="15"/>
                  </a:moveTo>
                  <a:cubicBezTo>
                    <a:pt x="41" y="11"/>
                    <a:pt x="39" y="7"/>
                    <a:pt x="35" y="4"/>
                  </a:cubicBezTo>
                  <a:cubicBezTo>
                    <a:pt x="31" y="1"/>
                    <a:pt x="26" y="0"/>
                    <a:pt x="20" y="0"/>
                  </a:cubicBezTo>
                  <a:cubicBezTo>
                    <a:pt x="15" y="0"/>
                    <a:pt x="10" y="1"/>
                    <a:pt x="6" y="4"/>
                  </a:cubicBezTo>
                  <a:cubicBezTo>
                    <a:pt x="2" y="7"/>
                    <a:pt x="0" y="11"/>
                    <a:pt x="0" y="15"/>
                  </a:cubicBezTo>
                  <a:cubicBezTo>
                    <a:pt x="0" y="19"/>
                    <a:pt x="2" y="23"/>
                    <a:pt x="6" y="26"/>
                  </a:cubicBezTo>
                  <a:cubicBezTo>
                    <a:pt x="7" y="27"/>
                    <a:pt x="8" y="28"/>
                    <a:pt x="10" y="28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6" y="30"/>
                    <a:pt x="31" y="29"/>
                    <a:pt x="35" y="26"/>
                  </a:cubicBezTo>
                  <a:cubicBezTo>
                    <a:pt x="39" y="23"/>
                    <a:pt x="41" y="19"/>
                    <a:pt x="41" y="15"/>
                  </a:cubicBezTo>
                  <a:close/>
                  <a:moveTo>
                    <a:pt x="24" y="27"/>
                  </a:moveTo>
                  <a:cubicBezTo>
                    <a:pt x="20" y="26"/>
                    <a:pt x="20" y="26"/>
                    <a:pt x="20" y="2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7" y="23"/>
                    <a:pt x="4" y="19"/>
                    <a:pt x="4" y="15"/>
                  </a:cubicBezTo>
                  <a:cubicBezTo>
                    <a:pt x="4" y="9"/>
                    <a:pt x="11" y="3"/>
                    <a:pt x="20" y="3"/>
                  </a:cubicBezTo>
                  <a:cubicBezTo>
                    <a:pt x="30" y="3"/>
                    <a:pt x="37" y="9"/>
                    <a:pt x="37" y="15"/>
                  </a:cubicBezTo>
                  <a:cubicBezTo>
                    <a:pt x="37" y="21"/>
                    <a:pt x="31" y="26"/>
                    <a:pt x="24" y="2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" name="î$ľï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CDFBF8B-8073-4025-8CE9-EAD92571C221}"/>
                </a:ext>
              </a:extLst>
            </p:cNvPr>
            <p:cNvSpPr/>
            <p:nvPr/>
          </p:nvSpPr>
          <p:spPr bwMode="auto">
            <a:xfrm>
              <a:off x="5355752" y="2491247"/>
              <a:ext cx="15880" cy="12215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" name="íṩlï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491E02B-D12C-4FF2-8B91-D9E528B425E9}"/>
                </a:ext>
              </a:extLst>
            </p:cNvPr>
            <p:cNvSpPr/>
            <p:nvPr/>
          </p:nvSpPr>
          <p:spPr bwMode="auto">
            <a:xfrm>
              <a:off x="5376518" y="2491247"/>
              <a:ext cx="14658" cy="12215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" name="î$li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72907C5-7287-446F-8426-15499A76FA0C}"/>
                </a:ext>
              </a:extLst>
            </p:cNvPr>
            <p:cNvSpPr/>
            <p:nvPr/>
          </p:nvSpPr>
          <p:spPr bwMode="auto">
            <a:xfrm>
              <a:off x="5397284" y="2491247"/>
              <a:ext cx="14658" cy="12215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" name="ïṡḷï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726314A-5052-4409-969A-0478032E6FE1}"/>
                </a:ext>
              </a:extLst>
            </p:cNvPr>
            <p:cNvSpPr/>
            <p:nvPr/>
          </p:nvSpPr>
          <p:spPr bwMode="auto">
            <a:xfrm>
              <a:off x="5411942" y="2477810"/>
              <a:ext cx="84286" cy="101388"/>
            </a:xfrm>
            <a:custGeom>
              <a:avLst/>
              <a:gdLst>
                <a:gd name="T0" fmla="*/ 27 w 33"/>
                <a:gd name="T1" fmla="*/ 4 h 40"/>
                <a:gd name="T2" fmla="*/ 14 w 33"/>
                <a:gd name="T3" fmla="*/ 0 h 40"/>
                <a:gd name="T4" fmla="*/ 9 w 33"/>
                <a:gd name="T5" fmla="*/ 1 h 40"/>
                <a:gd name="T6" fmla="*/ 11 w 33"/>
                <a:gd name="T7" fmla="*/ 4 h 40"/>
                <a:gd name="T8" fmla="*/ 14 w 33"/>
                <a:gd name="T9" fmla="*/ 3 h 40"/>
                <a:gd name="T10" fmla="*/ 30 w 33"/>
                <a:gd name="T11" fmla="*/ 14 h 40"/>
                <a:gd name="T12" fmla="*/ 22 w 33"/>
                <a:gd name="T13" fmla="*/ 24 h 40"/>
                <a:gd name="T14" fmla="*/ 21 w 33"/>
                <a:gd name="T15" fmla="*/ 24 h 40"/>
                <a:gd name="T16" fmla="*/ 21 w 33"/>
                <a:gd name="T17" fmla="*/ 24 h 40"/>
                <a:gd name="T18" fmla="*/ 21 w 33"/>
                <a:gd name="T19" fmla="*/ 33 h 40"/>
                <a:gd name="T20" fmla="*/ 15 w 33"/>
                <a:gd name="T21" fmla="*/ 25 h 40"/>
                <a:gd name="T22" fmla="*/ 11 w 33"/>
                <a:gd name="T23" fmla="*/ 25 h 40"/>
                <a:gd name="T24" fmla="*/ 3 w 33"/>
                <a:gd name="T25" fmla="*/ 22 h 40"/>
                <a:gd name="T26" fmla="*/ 0 w 33"/>
                <a:gd name="T27" fmla="*/ 23 h 40"/>
                <a:gd name="T28" fmla="*/ 1 w 33"/>
                <a:gd name="T29" fmla="*/ 25 h 40"/>
                <a:gd name="T30" fmla="*/ 14 w 33"/>
                <a:gd name="T31" fmla="*/ 28 h 40"/>
                <a:gd name="T32" fmla="*/ 23 w 33"/>
                <a:gd name="T33" fmla="*/ 40 h 40"/>
                <a:gd name="T34" fmla="*/ 24 w 33"/>
                <a:gd name="T35" fmla="*/ 26 h 40"/>
                <a:gd name="T36" fmla="*/ 27 w 33"/>
                <a:gd name="T37" fmla="*/ 25 h 40"/>
                <a:gd name="T38" fmla="*/ 33 w 33"/>
                <a:gd name="T39" fmla="*/ 14 h 40"/>
                <a:gd name="T40" fmla="*/ 27 w 33"/>
                <a:gd name="T41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40">
                  <a:moveTo>
                    <a:pt x="27" y="4"/>
                  </a:moveTo>
                  <a:cubicBezTo>
                    <a:pt x="24" y="2"/>
                    <a:pt x="19" y="0"/>
                    <a:pt x="14" y="0"/>
                  </a:cubicBezTo>
                  <a:cubicBezTo>
                    <a:pt x="12" y="0"/>
                    <a:pt x="10" y="1"/>
                    <a:pt x="9" y="1"/>
                  </a:cubicBezTo>
                  <a:cubicBezTo>
                    <a:pt x="10" y="2"/>
                    <a:pt x="10" y="3"/>
                    <a:pt x="11" y="4"/>
                  </a:cubicBezTo>
                  <a:cubicBezTo>
                    <a:pt x="12" y="4"/>
                    <a:pt x="13" y="3"/>
                    <a:pt x="14" y="3"/>
                  </a:cubicBezTo>
                  <a:cubicBezTo>
                    <a:pt x="23" y="3"/>
                    <a:pt x="30" y="8"/>
                    <a:pt x="30" y="14"/>
                  </a:cubicBezTo>
                  <a:cubicBezTo>
                    <a:pt x="30" y="18"/>
                    <a:pt x="27" y="22"/>
                    <a:pt x="22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8" y="25"/>
                    <a:pt x="5" y="23"/>
                    <a:pt x="3" y="22"/>
                  </a:cubicBezTo>
                  <a:cubicBezTo>
                    <a:pt x="2" y="22"/>
                    <a:pt x="1" y="23"/>
                    <a:pt x="0" y="23"/>
                  </a:cubicBezTo>
                  <a:cubicBezTo>
                    <a:pt x="0" y="24"/>
                    <a:pt x="1" y="24"/>
                    <a:pt x="1" y="25"/>
                  </a:cubicBezTo>
                  <a:cubicBezTo>
                    <a:pt x="5" y="27"/>
                    <a:pt x="9" y="28"/>
                    <a:pt x="14" y="2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6"/>
                    <a:pt x="26" y="25"/>
                    <a:pt x="27" y="25"/>
                  </a:cubicBezTo>
                  <a:cubicBezTo>
                    <a:pt x="31" y="22"/>
                    <a:pt x="33" y="18"/>
                    <a:pt x="33" y="14"/>
                  </a:cubicBezTo>
                  <a:cubicBezTo>
                    <a:pt x="33" y="10"/>
                    <a:pt x="31" y="7"/>
                    <a:pt x="27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" name="ïṩľî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D87CF9E-9C06-49BE-B5A9-F26F4C9F7F85}"/>
                </a:ext>
              </a:extLst>
            </p:cNvPr>
            <p:cNvSpPr/>
            <p:nvPr/>
          </p:nvSpPr>
          <p:spPr bwMode="auto">
            <a:xfrm>
              <a:off x="5440037" y="2505906"/>
              <a:ext cx="14658" cy="12215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" name="ï$1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5FED179-89FA-4451-A5E1-3F9A334ABD00}"/>
                </a:ext>
              </a:extLst>
            </p:cNvPr>
            <p:cNvSpPr/>
            <p:nvPr/>
          </p:nvSpPr>
          <p:spPr bwMode="auto">
            <a:xfrm>
              <a:off x="5459582" y="2505906"/>
              <a:ext cx="15880" cy="12215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" name="îṩlí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91DA75A-7AA4-42A4-99E5-79DA8CFA6E11}"/>
                </a:ext>
              </a:extLst>
            </p:cNvPr>
            <p:cNvSpPr/>
            <p:nvPr/>
          </p:nvSpPr>
          <p:spPr bwMode="auto">
            <a:xfrm>
              <a:off x="3426952" y="2850378"/>
              <a:ext cx="173458" cy="89172"/>
            </a:xfrm>
            <a:custGeom>
              <a:avLst/>
              <a:gdLst>
                <a:gd name="T0" fmla="*/ 12 w 68"/>
                <a:gd name="T1" fmla="*/ 35 h 35"/>
                <a:gd name="T2" fmla="*/ 56 w 68"/>
                <a:gd name="T3" fmla="*/ 35 h 35"/>
                <a:gd name="T4" fmla="*/ 68 w 68"/>
                <a:gd name="T5" fmla="*/ 23 h 35"/>
                <a:gd name="T6" fmla="*/ 68 w 68"/>
                <a:gd name="T7" fmla="*/ 12 h 35"/>
                <a:gd name="T8" fmla="*/ 56 w 68"/>
                <a:gd name="T9" fmla="*/ 0 h 35"/>
                <a:gd name="T10" fmla="*/ 12 w 68"/>
                <a:gd name="T11" fmla="*/ 0 h 35"/>
                <a:gd name="T12" fmla="*/ 0 w 68"/>
                <a:gd name="T13" fmla="*/ 12 h 35"/>
                <a:gd name="T14" fmla="*/ 0 w 68"/>
                <a:gd name="T15" fmla="*/ 23 h 35"/>
                <a:gd name="T16" fmla="*/ 12 w 68"/>
                <a:gd name="T17" fmla="*/ 35 h 35"/>
                <a:gd name="T18" fmla="*/ 7 w 68"/>
                <a:gd name="T19" fmla="*/ 12 h 35"/>
                <a:gd name="T20" fmla="*/ 12 w 68"/>
                <a:gd name="T21" fmla="*/ 7 h 35"/>
                <a:gd name="T22" fmla="*/ 56 w 68"/>
                <a:gd name="T23" fmla="*/ 7 h 35"/>
                <a:gd name="T24" fmla="*/ 61 w 68"/>
                <a:gd name="T25" fmla="*/ 12 h 35"/>
                <a:gd name="T26" fmla="*/ 61 w 68"/>
                <a:gd name="T27" fmla="*/ 23 h 35"/>
                <a:gd name="T28" fmla="*/ 56 w 68"/>
                <a:gd name="T29" fmla="*/ 29 h 35"/>
                <a:gd name="T30" fmla="*/ 12 w 68"/>
                <a:gd name="T31" fmla="*/ 29 h 35"/>
                <a:gd name="T32" fmla="*/ 7 w 68"/>
                <a:gd name="T33" fmla="*/ 23 h 35"/>
                <a:gd name="T34" fmla="*/ 7 w 68"/>
                <a:gd name="T35" fmla="*/ 1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35">
                  <a:moveTo>
                    <a:pt x="12" y="35"/>
                  </a:moveTo>
                  <a:cubicBezTo>
                    <a:pt x="56" y="35"/>
                    <a:pt x="56" y="35"/>
                    <a:pt x="56" y="35"/>
                  </a:cubicBezTo>
                  <a:cubicBezTo>
                    <a:pt x="63" y="35"/>
                    <a:pt x="68" y="30"/>
                    <a:pt x="68" y="23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8" y="5"/>
                    <a:pt x="63" y="0"/>
                    <a:pt x="56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30"/>
                    <a:pt x="5" y="35"/>
                    <a:pt x="12" y="35"/>
                  </a:cubicBezTo>
                  <a:close/>
                  <a:moveTo>
                    <a:pt x="7" y="12"/>
                  </a:moveTo>
                  <a:cubicBezTo>
                    <a:pt x="7" y="9"/>
                    <a:pt x="9" y="7"/>
                    <a:pt x="12" y="7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9" y="7"/>
                    <a:pt x="61" y="9"/>
                    <a:pt x="61" y="12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1" y="26"/>
                    <a:pt x="59" y="29"/>
                    <a:pt x="56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9" y="29"/>
                    <a:pt x="7" y="26"/>
                    <a:pt x="7" y="23"/>
                  </a:cubicBezTo>
                  <a:lnTo>
                    <a:pt x="7" y="1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" name="i$ḷ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0FCBC11-4C9D-47D5-A194-75112BA44222}"/>
                </a:ext>
              </a:extLst>
            </p:cNvPr>
            <p:cNvSpPr/>
            <p:nvPr/>
          </p:nvSpPr>
          <p:spPr bwMode="auto">
            <a:xfrm>
              <a:off x="3536890" y="2876030"/>
              <a:ext cx="35425" cy="35425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" name="iS1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56A1F26-6DAD-48B4-A95D-76252B0A493B}"/>
                </a:ext>
              </a:extLst>
            </p:cNvPr>
            <p:cNvSpPr/>
            <p:nvPr/>
          </p:nvSpPr>
          <p:spPr bwMode="auto">
            <a:xfrm>
              <a:off x="3508795" y="2885802"/>
              <a:ext cx="19545" cy="20766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" name="íŝ1í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F6BD2FB-EB63-44E1-B0D4-1FAFF6A251F9}"/>
                </a:ext>
              </a:extLst>
            </p:cNvPr>
            <p:cNvSpPr/>
            <p:nvPr/>
          </p:nvSpPr>
          <p:spPr bwMode="auto">
            <a:xfrm>
              <a:off x="3480700" y="2885802"/>
              <a:ext cx="19545" cy="20766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" name="íṧḷí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DDE98D4-FB25-41CF-B63A-FB3936203E2F}"/>
                </a:ext>
              </a:extLst>
            </p:cNvPr>
            <p:cNvSpPr/>
            <p:nvPr/>
          </p:nvSpPr>
          <p:spPr bwMode="auto">
            <a:xfrm>
              <a:off x="3426952" y="2944435"/>
              <a:ext cx="173458" cy="141698"/>
            </a:xfrm>
            <a:custGeom>
              <a:avLst/>
              <a:gdLst>
                <a:gd name="T0" fmla="*/ 56 w 68"/>
                <a:gd name="T1" fmla="*/ 0 h 56"/>
                <a:gd name="T2" fmla="*/ 12 w 68"/>
                <a:gd name="T3" fmla="*/ 0 h 56"/>
                <a:gd name="T4" fmla="*/ 0 w 68"/>
                <a:gd name="T5" fmla="*/ 12 h 56"/>
                <a:gd name="T6" fmla="*/ 0 w 68"/>
                <a:gd name="T7" fmla="*/ 24 h 56"/>
                <a:gd name="T8" fmla="*/ 12 w 68"/>
                <a:gd name="T9" fmla="*/ 36 h 56"/>
                <a:gd name="T10" fmla="*/ 33 w 68"/>
                <a:gd name="T11" fmla="*/ 36 h 56"/>
                <a:gd name="T12" fmla="*/ 33 w 68"/>
                <a:gd name="T13" fmla="*/ 42 h 56"/>
                <a:gd name="T14" fmla="*/ 29 w 68"/>
                <a:gd name="T15" fmla="*/ 49 h 56"/>
                <a:gd name="T16" fmla="*/ 36 w 68"/>
                <a:gd name="T17" fmla="*/ 56 h 56"/>
                <a:gd name="T18" fmla="*/ 43 w 68"/>
                <a:gd name="T19" fmla="*/ 49 h 56"/>
                <a:gd name="T20" fmla="*/ 39 w 68"/>
                <a:gd name="T21" fmla="*/ 42 h 56"/>
                <a:gd name="T22" fmla="*/ 39 w 68"/>
                <a:gd name="T23" fmla="*/ 36 h 56"/>
                <a:gd name="T24" fmla="*/ 56 w 68"/>
                <a:gd name="T25" fmla="*/ 36 h 56"/>
                <a:gd name="T26" fmla="*/ 68 w 68"/>
                <a:gd name="T27" fmla="*/ 24 h 56"/>
                <a:gd name="T28" fmla="*/ 68 w 68"/>
                <a:gd name="T29" fmla="*/ 12 h 56"/>
                <a:gd name="T30" fmla="*/ 56 w 68"/>
                <a:gd name="T31" fmla="*/ 0 h 56"/>
                <a:gd name="T32" fmla="*/ 62 w 68"/>
                <a:gd name="T33" fmla="*/ 24 h 56"/>
                <a:gd name="T34" fmla="*/ 56 w 68"/>
                <a:gd name="T35" fmla="*/ 29 h 56"/>
                <a:gd name="T36" fmla="*/ 12 w 68"/>
                <a:gd name="T37" fmla="*/ 29 h 56"/>
                <a:gd name="T38" fmla="*/ 7 w 68"/>
                <a:gd name="T39" fmla="*/ 24 h 56"/>
                <a:gd name="T40" fmla="*/ 7 w 68"/>
                <a:gd name="T41" fmla="*/ 12 h 56"/>
                <a:gd name="T42" fmla="*/ 12 w 68"/>
                <a:gd name="T43" fmla="*/ 7 h 56"/>
                <a:gd name="T44" fmla="*/ 56 w 68"/>
                <a:gd name="T45" fmla="*/ 7 h 56"/>
                <a:gd name="T46" fmla="*/ 62 w 68"/>
                <a:gd name="T47" fmla="*/ 12 h 56"/>
                <a:gd name="T48" fmla="*/ 62 w 68"/>
                <a:gd name="T49" fmla="*/ 2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" h="56">
                  <a:moveTo>
                    <a:pt x="5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0"/>
                    <a:pt x="6" y="36"/>
                    <a:pt x="12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0" y="43"/>
                    <a:pt x="29" y="46"/>
                    <a:pt x="29" y="49"/>
                  </a:cubicBezTo>
                  <a:cubicBezTo>
                    <a:pt x="29" y="53"/>
                    <a:pt x="32" y="56"/>
                    <a:pt x="36" y="56"/>
                  </a:cubicBezTo>
                  <a:cubicBezTo>
                    <a:pt x="40" y="56"/>
                    <a:pt x="43" y="53"/>
                    <a:pt x="43" y="49"/>
                  </a:cubicBezTo>
                  <a:cubicBezTo>
                    <a:pt x="43" y="46"/>
                    <a:pt x="41" y="43"/>
                    <a:pt x="39" y="42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63" y="36"/>
                    <a:pt x="68" y="30"/>
                    <a:pt x="68" y="24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8" y="6"/>
                    <a:pt x="63" y="0"/>
                    <a:pt x="56" y="0"/>
                  </a:cubicBezTo>
                  <a:close/>
                  <a:moveTo>
                    <a:pt x="62" y="24"/>
                  </a:moveTo>
                  <a:cubicBezTo>
                    <a:pt x="62" y="27"/>
                    <a:pt x="59" y="29"/>
                    <a:pt x="56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9" y="29"/>
                    <a:pt x="7" y="27"/>
                    <a:pt x="7" y="24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9"/>
                    <a:pt x="9" y="7"/>
                    <a:pt x="12" y="7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9" y="7"/>
                    <a:pt x="62" y="9"/>
                    <a:pt x="62" y="12"/>
                  </a:cubicBezTo>
                  <a:lnTo>
                    <a:pt x="62" y="2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" name="ïSḻï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022D5FA-A9B1-4B26-B1A1-30759A3FEF45}"/>
                </a:ext>
              </a:extLst>
            </p:cNvPr>
            <p:cNvSpPr/>
            <p:nvPr/>
          </p:nvSpPr>
          <p:spPr bwMode="auto">
            <a:xfrm>
              <a:off x="3536890" y="2972531"/>
              <a:ext cx="37868" cy="32982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" name="ïṥḻi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BB23C91-E5A6-4E00-951D-2B39EB2C8286}"/>
                </a:ext>
              </a:extLst>
            </p:cNvPr>
            <p:cNvSpPr/>
            <p:nvPr/>
          </p:nvSpPr>
          <p:spPr bwMode="auto">
            <a:xfrm>
              <a:off x="3511239" y="2979860"/>
              <a:ext cx="19545" cy="20766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" name="íṡľí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30B3179-7EB9-4E93-AB54-92414A4BA3C1}"/>
                </a:ext>
              </a:extLst>
            </p:cNvPr>
            <p:cNvSpPr/>
            <p:nvPr/>
          </p:nvSpPr>
          <p:spPr bwMode="auto">
            <a:xfrm>
              <a:off x="3483143" y="2979860"/>
              <a:ext cx="20766" cy="20766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" name="ïS1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93D6BD1-3EC0-43F4-A321-7984A2153A39}"/>
                </a:ext>
              </a:extLst>
            </p:cNvPr>
            <p:cNvSpPr/>
            <p:nvPr/>
          </p:nvSpPr>
          <p:spPr bwMode="auto">
            <a:xfrm>
              <a:off x="5051590" y="3329218"/>
              <a:ext cx="4886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" name="íṡľ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9D09DAD-A32E-4660-93D7-E3543E27260A}"/>
                </a:ext>
              </a:extLst>
            </p:cNvPr>
            <p:cNvSpPr/>
            <p:nvPr/>
          </p:nvSpPr>
          <p:spPr bwMode="auto">
            <a:xfrm>
              <a:off x="5061362" y="3329218"/>
              <a:ext cx="8551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" name="ïṣľï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B881CBB-4152-4534-92CC-F1E11815F61C}"/>
                </a:ext>
              </a:extLst>
            </p:cNvPr>
            <p:cNvSpPr/>
            <p:nvPr/>
          </p:nvSpPr>
          <p:spPr bwMode="auto">
            <a:xfrm>
              <a:off x="5074800" y="3329218"/>
              <a:ext cx="7329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" name="ïṡļî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A8DE479-7B82-457F-B40C-6002A2150D46}"/>
                </a:ext>
              </a:extLst>
            </p:cNvPr>
            <p:cNvSpPr/>
            <p:nvPr/>
          </p:nvSpPr>
          <p:spPr bwMode="auto">
            <a:xfrm>
              <a:off x="5087015" y="3329218"/>
              <a:ext cx="7329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" name="iṩḻ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B55A58D-0631-4AEC-8EF1-B6DE70E7E505}"/>
                </a:ext>
              </a:extLst>
            </p:cNvPr>
            <p:cNvSpPr/>
            <p:nvPr/>
          </p:nvSpPr>
          <p:spPr bwMode="auto">
            <a:xfrm>
              <a:off x="5056476" y="3340212"/>
              <a:ext cx="7329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" name="íşľ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7669AEE-E838-467C-9C7C-A7425EA7C03E}"/>
                </a:ext>
              </a:extLst>
            </p:cNvPr>
            <p:cNvSpPr/>
            <p:nvPr/>
          </p:nvSpPr>
          <p:spPr bwMode="auto">
            <a:xfrm>
              <a:off x="5069913" y="3340212"/>
              <a:ext cx="7329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" name="îšḷ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04D5B19-7568-4320-ACE3-4B0968F4C3D8}"/>
                </a:ext>
              </a:extLst>
            </p:cNvPr>
            <p:cNvSpPr/>
            <p:nvPr/>
          </p:nvSpPr>
          <p:spPr bwMode="auto">
            <a:xfrm>
              <a:off x="5084572" y="3340212"/>
              <a:ext cx="4886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" name="ïṡļí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16598EF-B534-4920-AE73-1975BB10466C}"/>
                </a:ext>
              </a:extLst>
            </p:cNvPr>
            <p:cNvSpPr/>
            <p:nvPr/>
          </p:nvSpPr>
          <p:spPr bwMode="auto">
            <a:xfrm>
              <a:off x="5096787" y="3340212"/>
              <a:ext cx="6108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" name="îṩḻi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1E0BE12-AA49-49B7-81BD-0F2859B464ED}"/>
                </a:ext>
              </a:extLst>
            </p:cNvPr>
            <p:cNvSpPr/>
            <p:nvPr/>
          </p:nvSpPr>
          <p:spPr bwMode="auto">
            <a:xfrm>
              <a:off x="5049147" y="3352427"/>
              <a:ext cx="7329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" name="i$ḻ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C79EE7B-C33C-40F6-82E2-D87C92DD8D54}"/>
                </a:ext>
              </a:extLst>
            </p:cNvPr>
            <p:cNvSpPr/>
            <p:nvPr/>
          </p:nvSpPr>
          <p:spPr bwMode="auto">
            <a:xfrm>
              <a:off x="5061362" y="3352427"/>
              <a:ext cx="30539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" name="î$ļ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B514472-A744-42D3-9517-E898ABC843AE}"/>
                </a:ext>
              </a:extLst>
            </p:cNvPr>
            <p:cNvSpPr/>
            <p:nvPr/>
          </p:nvSpPr>
          <p:spPr bwMode="auto">
            <a:xfrm>
              <a:off x="5110224" y="3329218"/>
              <a:ext cx="4886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" name="işlî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9F564A0-4A7E-4927-B0C9-62F6AF98DDB8}"/>
                </a:ext>
              </a:extLst>
            </p:cNvPr>
            <p:cNvSpPr/>
            <p:nvPr/>
          </p:nvSpPr>
          <p:spPr bwMode="auto">
            <a:xfrm>
              <a:off x="5110224" y="3340212"/>
              <a:ext cx="4886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" name="íṩḷ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D1B81C4-0F25-4BC2-9270-859248AA004F}"/>
                </a:ext>
              </a:extLst>
            </p:cNvPr>
            <p:cNvSpPr/>
            <p:nvPr/>
          </p:nvSpPr>
          <p:spPr bwMode="auto">
            <a:xfrm>
              <a:off x="5110224" y="3352427"/>
              <a:ext cx="7329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1" name="ïṥľï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F4B98F4-5793-4F25-B0D0-33143A1B21C8}"/>
                </a:ext>
              </a:extLst>
            </p:cNvPr>
            <p:cNvSpPr/>
            <p:nvPr/>
          </p:nvSpPr>
          <p:spPr bwMode="auto">
            <a:xfrm>
              <a:off x="5096787" y="3349984"/>
              <a:ext cx="6108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2" name="îsľí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CC5AA92-B82E-439D-AFD7-A994DABB389A}"/>
                </a:ext>
              </a:extLst>
            </p:cNvPr>
            <p:cNvSpPr/>
            <p:nvPr/>
          </p:nvSpPr>
          <p:spPr bwMode="auto">
            <a:xfrm>
              <a:off x="5039375" y="3279135"/>
              <a:ext cx="96501" cy="90393"/>
            </a:xfrm>
            <a:custGeom>
              <a:avLst/>
              <a:gdLst>
                <a:gd name="T0" fmla="*/ 38 w 38"/>
                <a:gd name="T1" fmla="*/ 10 h 36"/>
                <a:gd name="T2" fmla="*/ 31 w 38"/>
                <a:gd name="T3" fmla="*/ 2 h 36"/>
                <a:gd name="T4" fmla="*/ 23 w 38"/>
                <a:gd name="T5" fmla="*/ 1 h 36"/>
                <a:gd name="T6" fmla="*/ 17 w 38"/>
                <a:gd name="T7" fmla="*/ 8 h 36"/>
                <a:gd name="T8" fmla="*/ 18 w 38"/>
                <a:gd name="T9" fmla="*/ 15 h 36"/>
                <a:gd name="T10" fmla="*/ 5 w 38"/>
                <a:gd name="T11" fmla="*/ 15 h 36"/>
                <a:gd name="T12" fmla="*/ 0 w 38"/>
                <a:gd name="T13" fmla="*/ 20 h 36"/>
                <a:gd name="T14" fmla="*/ 0 w 38"/>
                <a:gd name="T15" fmla="*/ 31 h 36"/>
                <a:gd name="T16" fmla="*/ 5 w 38"/>
                <a:gd name="T17" fmla="*/ 36 h 36"/>
                <a:gd name="T18" fmla="*/ 30 w 38"/>
                <a:gd name="T19" fmla="*/ 36 h 36"/>
                <a:gd name="T20" fmla="*/ 35 w 38"/>
                <a:gd name="T21" fmla="*/ 31 h 36"/>
                <a:gd name="T22" fmla="*/ 35 w 38"/>
                <a:gd name="T23" fmla="*/ 20 h 36"/>
                <a:gd name="T24" fmla="*/ 30 w 38"/>
                <a:gd name="T25" fmla="*/ 15 h 36"/>
                <a:gd name="T26" fmla="*/ 20 w 38"/>
                <a:gd name="T27" fmla="*/ 15 h 36"/>
                <a:gd name="T28" fmla="*/ 23 w 38"/>
                <a:gd name="T29" fmla="*/ 3 h 36"/>
                <a:gd name="T30" fmla="*/ 36 w 38"/>
                <a:gd name="T31" fmla="*/ 10 h 36"/>
                <a:gd name="T32" fmla="*/ 36 w 38"/>
                <a:gd name="T33" fmla="*/ 11 h 36"/>
                <a:gd name="T34" fmla="*/ 38 w 38"/>
                <a:gd name="T35" fmla="*/ 10 h 36"/>
                <a:gd name="T36" fmla="*/ 38 w 38"/>
                <a:gd name="T37" fmla="*/ 10 h 36"/>
                <a:gd name="T38" fmla="*/ 30 w 38"/>
                <a:gd name="T39" fmla="*/ 18 h 36"/>
                <a:gd name="T40" fmla="*/ 32 w 38"/>
                <a:gd name="T41" fmla="*/ 20 h 36"/>
                <a:gd name="T42" fmla="*/ 32 w 38"/>
                <a:gd name="T43" fmla="*/ 31 h 36"/>
                <a:gd name="T44" fmla="*/ 30 w 38"/>
                <a:gd name="T45" fmla="*/ 33 h 36"/>
                <a:gd name="T46" fmla="*/ 5 w 38"/>
                <a:gd name="T47" fmla="*/ 33 h 36"/>
                <a:gd name="T48" fmla="*/ 3 w 38"/>
                <a:gd name="T49" fmla="*/ 31 h 36"/>
                <a:gd name="T50" fmla="*/ 3 w 38"/>
                <a:gd name="T51" fmla="*/ 20 h 36"/>
                <a:gd name="T52" fmla="*/ 5 w 38"/>
                <a:gd name="T53" fmla="*/ 18 h 36"/>
                <a:gd name="T54" fmla="*/ 30 w 38"/>
                <a:gd name="T55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" h="36">
                  <a:moveTo>
                    <a:pt x="38" y="10"/>
                  </a:moveTo>
                  <a:cubicBezTo>
                    <a:pt x="36" y="6"/>
                    <a:pt x="34" y="3"/>
                    <a:pt x="31" y="2"/>
                  </a:cubicBezTo>
                  <a:cubicBezTo>
                    <a:pt x="28" y="0"/>
                    <a:pt x="25" y="0"/>
                    <a:pt x="23" y="1"/>
                  </a:cubicBezTo>
                  <a:cubicBezTo>
                    <a:pt x="20" y="2"/>
                    <a:pt x="18" y="5"/>
                    <a:pt x="17" y="8"/>
                  </a:cubicBezTo>
                  <a:cubicBezTo>
                    <a:pt x="17" y="10"/>
                    <a:pt x="17" y="13"/>
                    <a:pt x="18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" y="15"/>
                    <a:pt x="0" y="17"/>
                    <a:pt x="0" y="2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4"/>
                    <a:pt x="2" y="36"/>
                    <a:pt x="5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3" y="36"/>
                    <a:pt x="35" y="34"/>
                    <a:pt x="35" y="31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17"/>
                    <a:pt x="33" y="15"/>
                    <a:pt x="3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8" y="10"/>
                    <a:pt x="19" y="5"/>
                    <a:pt x="23" y="3"/>
                  </a:cubicBezTo>
                  <a:cubicBezTo>
                    <a:pt x="28" y="1"/>
                    <a:pt x="33" y="4"/>
                    <a:pt x="36" y="10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lose/>
                  <a:moveTo>
                    <a:pt x="30" y="18"/>
                  </a:moveTo>
                  <a:cubicBezTo>
                    <a:pt x="31" y="18"/>
                    <a:pt x="32" y="19"/>
                    <a:pt x="32" y="20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2"/>
                    <a:pt x="31" y="33"/>
                    <a:pt x="30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4" y="33"/>
                    <a:pt x="3" y="32"/>
                    <a:pt x="3" y="31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19"/>
                    <a:pt x="4" y="18"/>
                    <a:pt x="5" y="18"/>
                  </a:cubicBezTo>
                  <a:lnTo>
                    <a:pt x="30" y="1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3" name="ï$ḷ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2EA36C9-26E7-49BA-9068-56DB006E16DA}"/>
                </a:ext>
              </a:extLst>
            </p:cNvPr>
            <p:cNvSpPr/>
            <p:nvPr/>
          </p:nvSpPr>
          <p:spPr bwMode="auto">
            <a:xfrm>
              <a:off x="5221383" y="2286030"/>
              <a:ext cx="136812" cy="191781"/>
            </a:xfrm>
            <a:custGeom>
              <a:avLst/>
              <a:gdLst>
                <a:gd name="T0" fmla="*/ 49 w 54"/>
                <a:gd name="T1" fmla="*/ 8 h 76"/>
                <a:gd name="T2" fmla="*/ 35 w 54"/>
                <a:gd name="T3" fmla="*/ 0 h 76"/>
                <a:gd name="T4" fmla="*/ 21 w 54"/>
                <a:gd name="T5" fmla="*/ 8 h 76"/>
                <a:gd name="T6" fmla="*/ 16 w 54"/>
                <a:gd name="T7" fmla="*/ 25 h 76"/>
                <a:gd name="T8" fmla="*/ 0 w 54"/>
                <a:gd name="T9" fmla="*/ 44 h 76"/>
                <a:gd name="T10" fmla="*/ 0 w 54"/>
                <a:gd name="T11" fmla="*/ 57 h 76"/>
                <a:gd name="T12" fmla="*/ 19 w 54"/>
                <a:gd name="T13" fmla="*/ 76 h 76"/>
                <a:gd name="T14" fmla="*/ 37 w 54"/>
                <a:gd name="T15" fmla="*/ 57 h 76"/>
                <a:gd name="T16" fmla="*/ 37 w 54"/>
                <a:gd name="T17" fmla="*/ 44 h 76"/>
                <a:gd name="T18" fmla="*/ 19 w 54"/>
                <a:gd name="T19" fmla="*/ 25 h 76"/>
                <a:gd name="T20" fmla="*/ 35 w 54"/>
                <a:gd name="T21" fmla="*/ 3 h 76"/>
                <a:gd name="T22" fmla="*/ 51 w 54"/>
                <a:gd name="T23" fmla="*/ 25 h 76"/>
                <a:gd name="T24" fmla="*/ 51 w 54"/>
                <a:gd name="T25" fmla="*/ 27 h 76"/>
                <a:gd name="T26" fmla="*/ 54 w 54"/>
                <a:gd name="T27" fmla="*/ 27 h 76"/>
                <a:gd name="T28" fmla="*/ 54 w 54"/>
                <a:gd name="T29" fmla="*/ 25 h 76"/>
                <a:gd name="T30" fmla="*/ 49 w 54"/>
                <a:gd name="T31" fmla="*/ 8 h 76"/>
                <a:gd name="T32" fmla="*/ 31 w 54"/>
                <a:gd name="T33" fmla="*/ 44 h 76"/>
                <a:gd name="T34" fmla="*/ 31 w 54"/>
                <a:gd name="T35" fmla="*/ 57 h 76"/>
                <a:gd name="T36" fmla="*/ 19 w 54"/>
                <a:gd name="T37" fmla="*/ 70 h 76"/>
                <a:gd name="T38" fmla="*/ 6 w 54"/>
                <a:gd name="T39" fmla="*/ 57 h 76"/>
                <a:gd name="T40" fmla="*/ 6 w 54"/>
                <a:gd name="T41" fmla="*/ 44 h 76"/>
                <a:gd name="T42" fmla="*/ 19 w 54"/>
                <a:gd name="T43" fmla="*/ 31 h 76"/>
                <a:gd name="T44" fmla="*/ 31 w 54"/>
                <a:gd name="T45" fmla="*/ 4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76">
                  <a:moveTo>
                    <a:pt x="49" y="8"/>
                  </a:moveTo>
                  <a:cubicBezTo>
                    <a:pt x="45" y="3"/>
                    <a:pt x="40" y="0"/>
                    <a:pt x="35" y="0"/>
                  </a:cubicBezTo>
                  <a:cubicBezTo>
                    <a:pt x="30" y="0"/>
                    <a:pt x="25" y="3"/>
                    <a:pt x="21" y="8"/>
                  </a:cubicBezTo>
                  <a:cubicBezTo>
                    <a:pt x="18" y="13"/>
                    <a:pt x="16" y="19"/>
                    <a:pt x="16" y="25"/>
                  </a:cubicBezTo>
                  <a:cubicBezTo>
                    <a:pt x="7" y="27"/>
                    <a:pt x="0" y="34"/>
                    <a:pt x="0" y="4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7"/>
                    <a:pt x="9" y="76"/>
                    <a:pt x="19" y="76"/>
                  </a:cubicBezTo>
                  <a:cubicBezTo>
                    <a:pt x="29" y="76"/>
                    <a:pt x="37" y="67"/>
                    <a:pt x="37" y="57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7" y="34"/>
                    <a:pt x="29" y="25"/>
                    <a:pt x="19" y="25"/>
                  </a:cubicBezTo>
                  <a:cubicBezTo>
                    <a:pt x="20" y="13"/>
                    <a:pt x="26" y="3"/>
                    <a:pt x="35" y="3"/>
                  </a:cubicBezTo>
                  <a:cubicBezTo>
                    <a:pt x="44" y="3"/>
                    <a:pt x="51" y="13"/>
                    <a:pt x="51" y="25"/>
                  </a:cubicBezTo>
                  <a:cubicBezTo>
                    <a:pt x="51" y="26"/>
                    <a:pt x="51" y="26"/>
                    <a:pt x="51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6"/>
                    <a:pt x="54" y="26"/>
                    <a:pt x="54" y="25"/>
                  </a:cubicBezTo>
                  <a:cubicBezTo>
                    <a:pt x="54" y="19"/>
                    <a:pt x="52" y="13"/>
                    <a:pt x="49" y="8"/>
                  </a:cubicBezTo>
                  <a:close/>
                  <a:moveTo>
                    <a:pt x="31" y="44"/>
                  </a:moveTo>
                  <a:cubicBezTo>
                    <a:pt x="31" y="57"/>
                    <a:pt x="31" y="57"/>
                    <a:pt x="31" y="57"/>
                  </a:cubicBezTo>
                  <a:cubicBezTo>
                    <a:pt x="31" y="64"/>
                    <a:pt x="26" y="70"/>
                    <a:pt x="19" y="70"/>
                  </a:cubicBezTo>
                  <a:cubicBezTo>
                    <a:pt x="12" y="70"/>
                    <a:pt x="6" y="64"/>
                    <a:pt x="6" y="57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37"/>
                    <a:pt x="12" y="31"/>
                    <a:pt x="19" y="31"/>
                  </a:cubicBezTo>
                  <a:cubicBezTo>
                    <a:pt x="26" y="31"/>
                    <a:pt x="31" y="37"/>
                    <a:pt x="31" y="4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4" name="íSlî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64E2741-5AD7-4938-8F8D-C16926D6BBA3}"/>
                </a:ext>
              </a:extLst>
            </p:cNvPr>
            <p:cNvSpPr/>
            <p:nvPr/>
          </p:nvSpPr>
          <p:spPr bwMode="auto">
            <a:xfrm>
              <a:off x="5259251" y="2373980"/>
              <a:ext cx="18323" cy="32982"/>
            </a:xfrm>
            <a:custGeom>
              <a:avLst/>
              <a:gdLst>
                <a:gd name="T0" fmla="*/ 0 w 7"/>
                <a:gd name="T1" fmla="*/ 4 h 13"/>
                <a:gd name="T2" fmla="*/ 0 w 7"/>
                <a:gd name="T3" fmla="*/ 10 h 13"/>
                <a:gd name="T4" fmla="*/ 3 w 7"/>
                <a:gd name="T5" fmla="*/ 13 h 13"/>
                <a:gd name="T6" fmla="*/ 7 w 7"/>
                <a:gd name="T7" fmla="*/ 10 h 13"/>
                <a:gd name="T8" fmla="*/ 7 w 7"/>
                <a:gd name="T9" fmla="*/ 4 h 13"/>
                <a:gd name="T10" fmla="*/ 3 w 7"/>
                <a:gd name="T11" fmla="*/ 0 h 13"/>
                <a:gd name="T12" fmla="*/ 0 w 7"/>
                <a:gd name="T1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13">
                  <a:moveTo>
                    <a:pt x="0" y="4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2"/>
                    <a:pt x="1" y="13"/>
                    <a:pt x="3" y="13"/>
                  </a:cubicBezTo>
                  <a:cubicBezTo>
                    <a:pt x="5" y="13"/>
                    <a:pt x="7" y="12"/>
                    <a:pt x="7" y="1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5" name="ïşlí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C48E89D-859A-4CC2-A99C-6992BED01D14}"/>
                </a:ext>
              </a:extLst>
            </p:cNvPr>
            <p:cNvSpPr/>
            <p:nvPr/>
          </p:nvSpPr>
          <p:spPr bwMode="auto">
            <a:xfrm>
              <a:off x="5614717" y="2283587"/>
              <a:ext cx="178344" cy="205217"/>
            </a:xfrm>
            <a:custGeom>
              <a:avLst/>
              <a:gdLst>
                <a:gd name="T0" fmla="*/ 3 w 70"/>
                <a:gd name="T1" fmla="*/ 77 h 81"/>
                <a:gd name="T2" fmla="*/ 5 w 70"/>
                <a:gd name="T3" fmla="*/ 79 h 81"/>
                <a:gd name="T4" fmla="*/ 14 w 70"/>
                <a:gd name="T5" fmla="*/ 77 h 81"/>
                <a:gd name="T6" fmla="*/ 31 w 70"/>
                <a:gd name="T7" fmla="*/ 54 h 81"/>
                <a:gd name="T8" fmla="*/ 32 w 70"/>
                <a:gd name="T9" fmla="*/ 53 h 81"/>
                <a:gd name="T10" fmla="*/ 52 w 70"/>
                <a:gd name="T11" fmla="*/ 52 h 81"/>
                <a:gd name="T12" fmla="*/ 64 w 70"/>
                <a:gd name="T13" fmla="*/ 18 h 81"/>
                <a:gd name="T14" fmla="*/ 30 w 70"/>
                <a:gd name="T15" fmla="*/ 7 h 81"/>
                <a:gd name="T16" fmla="*/ 18 w 70"/>
                <a:gd name="T17" fmla="*/ 40 h 81"/>
                <a:gd name="T18" fmla="*/ 20 w 70"/>
                <a:gd name="T19" fmla="*/ 44 h 81"/>
                <a:gd name="T20" fmla="*/ 19 w 70"/>
                <a:gd name="T21" fmla="*/ 45 h 81"/>
                <a:gd name="T22" fmla="*/ 2 w 70"/>
                <a:gd name="T23" fmla="*/ 68 h 81"/>
                <a:gd name="T24" fmla="*/ 3 w 70"/>
                <a:gd name="T25" fmla="*/ 77 h 81"/>
                <a:gd name="T26" fmla="*/ 34 w 70"/>
                <a:gd name="T27" fmla="*/ 14 h 81"/>
                <a:gd name="T28" fmla="*/ 57 w 70"/>
                <a:gd name="T29" fmla="*/ 22 h 81"/>
                <a:gd name="T30" fmla="*/ 48 w 70"/>
                <a:gd name="T31" fmla="*/ 44 h 81"/>
                <a:gd name="T32" fmla="*/ 25 w 70"/>
                <a:gd name="T33" fmla="*/ 37 h 81"/>
                <a:gd name="T34" fmla="*/ 34 w 70"/>
                <a:gd name="T35" fmla="*/ 14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0" h="81">
                  <a:moveTo>
                    <a:pt x="3" y="77"/>
                  </a:moveTo>
                  <a:cubicBezTo>
                    <a:pt x="5" y="79"/>
                    <a:pt x="5" y="79"/>
                    <a:pt x="5" y="79"/>
                  </a:cubicBezTo>
                  <a:cubicBezTo>
                    <a:pt x="8" y="81"/>
                    <a:pt x="12" y="80"/>
                    <a:pt x="14" y="77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2" y="54"/>
                    <a:pt x="32" y="53"/>
                    <a:pt x="32" y="53"/>
                  </a:cubicBezTo>
                  <a:cubicBezTo>
                    <a:pt x="38" y="55"/>
                    <a:pt x="45" y="55"/>
                    <a:pt x="52" y="52"/>
                  </a:cubicBezTo>
                  <a:cubicBezTo>
                    <a:pt x="65" y="46"/>
                    <a:pt x="70" y="31"/>
                    <a:pt x="64" y="18"/>
                  </a:cubicBezTo>
                  <a:cubicBezTo>
                    <a:pt x="58" y="6"/>
                    <a:pt x="43" y="0"/>
                    <a:pt x="30" y="7"/>
                  </a:cubicBezTo>
                  <a:cubicBezTo>
                    <a:pt x="18" y="13"/>
                    <a:pt x="12" y="28"/>
                    <a:pt x="18" y="40"/>
                  </a:cubicBezTo>
                  <a:cubicBezTo>
                    <a:pt x="19" y="42"/>
                    <a:pt x="19" y="43"/>
                    <a:pt x="20" y="44"/>
                  </a:cubicBezTo>
                  <a:cubicBezTo>
                    <a:pt x="20" y="45"/>
                    <a:pt x="20" y="45"/>
                    <a:pt x="19" y="45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0" y="71"/>
                    <a:pt x="0" y="75"/>
                    <a:pt x="3" y="77"/>
                  </a:cubicBezTo>
                  <a:moveTo>
                    <a:pt x="34" y="14"/>
                  </a:moveTo>
                  <a:cubicBezTo>
                    <a:pt x="43" y="10"/>
                    <a:pt x="53" y="13"/>
                    <a:pt x="57" y="22"/>
                  </a:cubicBezTo>
                  <a:cubicBezTo>
                    <a:pt x="61" y="30"/>
                    <a:pt x="57" y="40"/>
                    <a:pt x="48" y="44"/>
                  </a:cubicBezTo>
                  <a:cubicBezTo>
                    <a:pt x="40" y="49"/>
                    <a:pt x="29" y="45"/>
                    <a:pt x="25" y="37"/>
                  </a:cubicBezTo>
                  <a:cubicBezTo>
                    <a:pt x="21" y="28"/>
                    <a:pt x="25" y="18"/>
                    <a:pt x="34" y="14"/>
                  </a:cubicBezTo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6" name="iṡlí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FD4C70B-E49A-4E23-8257-4A4F20F6B83B}"/>
                </a:ext>
              </a:extLst>
            </p:cNvPr>
            <p:cNvSpPr/>
            <p:nvPr/>
          </p:nvSpPr>
          <p:spPr bwMode="auto">
            <a:xfrm>
              <a:off x="6871673" y="3727438"/>
              <a:ext cx="156356" cy="32982"/>
            </a:xfrm>
            <a:custGeom>
              <a:avLst/>
              <a:gdLst>
                <a:gd name="T0" fmla="*/ 62 w 128"/>
                <a:gd name="T1" fmla="*/ 2 h 27"/>
                <a:gd name="T2" fmla="*/ 66 w 128"/>
                <a:gd name="T3" fmla="*/ 2 h 27"/>
                <a:gd name="T4" fmla="*/ 66 w 128"/>
                <a:gd name="T5" fmla="*/ 27 h 27"/>
                <a:gd name="T6" fmla="*/ 128 w 128"/>
                <a:gd name="T7" fmla="*/ 27 h 27"/>
                <a:gd name="T8" fmla="*/ 128 w 128"/>
                <a:gd name="T9" fmla="*/ 0 h 27"/>
                <a:gd name="T10" fmla="*/ 0 w 128"/>
                <a:gd name="T11" fmla="*/ 0 h 27"/>
                <a:gd name="T12" fmla="*/ 0 w 128"/>
                <a:gd name="T13" fmla="*/ 27 h 27"/>
                <a:gd name="T14" fmla="*/ 62 w 128"/>
                <a:gd name="T15" fmla="*/ 27 h 27"/>
                <a:gd name="T16" fmla="*/ 62 w 128"/>
                <a:gd name="T1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27">
                  <a:moveTo>
                    <a:pt x="62" y="2"/>
                  </a:moveTo>
                  <a:lnTo>
                    <a:pt x="66" y="2"/>
                  </a:lnTo>
                  <a:lnTo>
                    <a:pt x="66" y="27"/>
                  </a:lnTo>
                  <a:lnTo>
                    <a:pt x="128" y="27"/>
                  </a:lnTo>
                  <a:lnTo>
                    <a:pt x="128" y="0"/>
                  </a:lnTo>
                  <a:lnTo>
                    <a:pt x="0" y="0"/>
                  </a:lnTo>
                  <a:lnTo>
                    <a:pt x="0" y="27"/>
                  </a:lnTo>
                  <a:lnTo>
                    <a:pt x="62" y="27"/>
                  </a:lnTo>
                  <a:lnTo>
                    <a:pt x="62" y="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7" name="íṧļi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3B4DFCE-F286-4060-BB40-B00277A3771B}"/>
                </a:ext>
              </a:extLst>
            </p:cNvPr>
            <p:cNvSpPr/>
            <p:nvPr/>
          </p:nvSpPr>
          <p:spPr bwMode="auto">
            <a:xfrm>
              <a:off x="6995048" y="3765305"/>
              <a:ext cx="32982" cy="2809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8" name="îṥḻi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5BDC9D6-2015-4DB0-AEA4-1D9AF9731CC4}"/>
                </a:ext>
              </a:extLst>
            </p:cNvPr>
            <p:cNvSpPr/>
            <p:nvPr/>
          </p:nvSpPr>
          <p:spPr bwMode="auto">
            <a:xfrm>
              <a:off x="6871673" y="3765305"/>
              <a:ext cx="37868" cy="2809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9" name="ï$ļí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5FA4F97-8BB3-44AA-B2C3-7B14D4D73183}"/>
                </a:ext>
              </a:extLst>
            </p:cNvPr>
            <p:cNvSpPr/>
            <p:nvPr/>
          </p:nvSpPr>
          <p:spPr bwMode="auto">
            <a:xfrm>
              <a:off x="6914427" y="3765305"/>
              <a:ext cx="75735" cy="2809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0" name="íś1í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65CC9BC-A7A8-4620-8D4C-A152C5EFC9A0}"/>
                </a:ext>
              </a:extLst>
            </p:cNvPr>
            <p:cNvSpPr/>
            <p:nvPr/>
          </p:nvSpPr>
          <p:spPr bwMode="auto">
            <a:xfrm>
              <a:off x="6871673" y="3800730"/>
              <a:ext cx="80621" cy="28096"/>
            </a:xfrm>
            <a:custGeom>
              <a:avLst/>
              <a:gdLst>
                <a:gd name="T0" fmla="*/ 0 w 32"/>
                <a:gd name="T1" fmla="*/ 4 h 11"/>
                <a:gd name="T2" fmla="*/ 7 w 32"/>
                <a:gd name="T3" fmla="*/ 11 h 11"/>
                <a:gd name="T4" fmla="*/ 32 w 32"/>
                <a:gd name="T5" fmla="*/ 11 h 11"/>
                <a:gd name="T6" fmla="*/ 32 w 32"/>
                <a:gd name="T7" fmla="*/ 0 h 11"/>
                <a:gd name="T8" fmla="*/ 0 w 32"/>
                <a:gd name="T9" fmla="*/ 0 h 11"/>
                <a:gd name="T10" fmla="*/ 0 w 32"/>
                <a:gd name="T11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11">
                  <a:moveTo>
                    <a:pt x="0" y="4"/>
                  </a:moveTo>
                  <a:cubicBezTo>
                    <a:pt x="0" y="8"/>
                    <a:pt x="3" y="11"/>
                    <a:pt x="7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1" name="iṩlí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032F5D6-751A-40AF-BD90-9A812404789A}"/>
                </a:ext>
              </a:extLst>
            </p:cNvPr>
            <p:cNvSpPr/>
            <p:nvPr/>
          </p:nvSpPr>
          <p:spPr bwMode="auto">
            <a:xfrm>
              <a:off x="6924199" y="3694456"/>
              <a:ext cx="103831" cy="28096"/>
            </a:xfrm>
            <a:custGeom>
              <a:avLst/>
              <a:gdLst>
                <a:gd name="T0" fmla="*/ 41 w 41"/>
                <a:gd name="T1" fmla="*/ 7 h 11"/>
                <a:gd name="T2" fmla="*/ 34 w 41"/>
                <a:gd name="T3" fmla="*/ 0 h 11"/>
                <a:gd name="T4" fmla="*/ 30 w 41"/>
                <a:gd name="T5" fmla="*/ 0 h 11"/>
                <a:gd name="T6" fmla="*/ 30 w 41"/>
                <a:gd name="T7" fmla="*/ 11 h 11"/>
                <a:gd name="T8" fmla="*/ 27 w 41"/>
                <a:gd name="T9" fmla="*/ 11 h 11"/>
                <a:gd name="T10" fmla="*/ 27 w 41"/>
                <a:gd name="T11" fmla="*/ 0 h 11"/>
                <a:gd name="T12" fmla="*/ 0 w 41"/>
                <a:gd name="T13" fmla="*/ 0 h 11"/>
                <a:gd name="T14" fmla="*/ 0 w 41"/>
                <a:gd name="T15" fmla="*/ 11 h 11"/>
                <a:gd name="T16" fmla="*/ 41 w 41"/>
                <a:gd name="T17" fmla="*/ 11 h 11"/>
                <a:gd name="T18" fmla="*/ 41 w 41"/>
                <a:gd name="T1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11">
                  <a:moveTo>
                    <a:pt x="41" y="7"/>
                  </a:moveTo>
                  <a:cubicBezTo>
                    <a:pt x="41" y="3"/>
                    <a:pt x="38" y="0"/>
                    <a:pt x="3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1" y="11"/>
                    <a:pt x="41" y="11"/>
                    <a:pt x="41" y="11"/>
                  </a:cubicBezTo>
                  <a:lnTo>
                    <a:pt x="41" y="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2" name="ïṥḷí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546C52F-62C8-4070-8EE3-7E1BAC82BB09}"/>
                </a:ext>
              </a:extLst>
            </p:cNvPr>
            <p:cNvSpPr/>
            <p:nvPr/>
          </p:nvSpPr>
          <p:spPr bwMode="auto">
            <a:xfrm>
              <a:off x="6957180" y="3800730"/>
              <a:ext cx="70849" cy="28096"/>
            </a:xfrm>
            <a:custGeom>
              <a:avLst/>
              <a:gdLst>
                <a:gd name="T0" fmla="*/ 0 w 28"/>
                <a:gd name="T1" fmla="*/ 0 h 11"/>
                <a:gd name="T2" fmla="*/ 0 w 28"/>
                <a:gd name="T3" fmla="*/ 11 h 11"/>
                <a:gd name="T4" fmla="*/ 21 w 28"/>
                <a:gd name="T5" fmla="*/ 11 h 11"/>
                <a:gd name="T6" fmla="*/ 28 w 28"/>
                <a:gd name="T7" fmla="*/ 4 h 11"/>
                <a:gd name="T8" fmla="*/ 28 w 28"/>
                <a:gd name="T9" fmla="*/ 0 h 11"/>
                <a:gd name="T10" fmla="*/ 0 w 2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11">
                  <a:moveTo>
                    <a:pt x="0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5" y="11"/>
                    <a:pt x="28" y="8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3" name="ïś1i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6D41937-0FA7-4108-BCCD-7CC12E2056E2}"/>
                </a:ext>
              </a:extLst>
            </p:cNvPr>
            <p:cNvSpPr/>
            <p:nvPr/>
          </p:nvSpPr>
          <p:spPr bwMode="auto">
            <a:xfrm>
              <a:off x="6871673" y="3694456"/>
              <a:ext cx="47640" cy="28096"/>
            </a:xfrm>
            <a:custGeom>
              <a:avLst/>
              <a:gdLst>
                <a:gd name="T0" fmla="*/ 19 w 19"/>
                <a:gd name="T1" fmla="*/ 0 h 11"/>
                <a:gd name="T2" fmla="*/ 7 w 19"/>
                <a:gd name="T3" fmla="*/ 0 h 11"/>
                <a:gd name="T4" fmla="*/ 0 w 19"/>
                <a:gd name="T5" fmla="*/ 7 h 11"/>
                <a:gd name="T6" fmla="*/ 0 w 19"/>
                <a:gd name="T7" fmla="*/ 11 h 11"/>
                <a:gd name="T8" fmla="*/ 19 w 19"/>
                <a:gd name="T9" fmla="*/ 11 h 11"/>
                <a:gd name="T10" fmla="*/ 19 w 19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1">
                  <a:moveTo>
                    <a:pt x="1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9" y="11"/>
                    <a:pt x="19" y="11"/>
                    <a:pt x="19" y="11"/>
                  </a:cubicBezTo>
                  <a:lnTo>
                    <a:pt x="19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4" name="išli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58E111E-D68C-476A-BAC6-17D5AB2796E8}"/>
                </a:ext>
              </a:extLst>
            </p:cNvPr>
            <p:cNvSpPr/>
            <p:nvPr/>
          </p:nvSpPr>
          <p:spPr bwMode="auto">
            <a:xfrm>
              <a:off x="5152978" y="3694456"/>
              <a:ext cx="249193" cy="240642"/>
            </a:xfrm>
            <a:custGeom>
              <a:avLst/>
              <a:gdLst>
                <a:gd name="T0" fmla="*/ 49 w 98"/>
                <a:gd name="T1" fmla="*/ 0 h 95"/>
                <a:gd name="T2" fmla="*/ 0 w 98"/>
                <a:gd name="T3" fmla="*/ 47 h 95"/>
                <a:gd name="T4" fmla="*/ 49 w 98"/>
                <a:gd name="T5" fmla="*/ 95 h 95"/>
                <a:gd name="T6" fmla="*/ 98 w 98"/>
                <a:gd name="T7" fmla="*/ 47 h 95"/>
                <a:gd name="T8" fmla="*/ 49 w 98"/>
                <a:gd name="T9" fmla="*/ 0 h 95"/>
                <a:gd name="T10" fmla="*/ 48 w 98"/>
                <a:gd name="T11" fmla="*/ 72 h 95"/>
                <a:gd name="T12" fmla="*/ 23 w 98"/>
                <a:gd name="T13" fmla="*/ 48 h 95"/>
                <a:gd name="T14" fmla="*/ 48 w 98"/>
                <a:gd name="T15" fmla="*/ 24 h 95"/>
                <a:gd name="T16" fmla="*/ 74 w 98"/>
                <a:gd name="T17" fmla="*/ 48 h 95"/>
                <a:gd name="T18" fmla="*/ 48 w 98"/>
                <a:gd name="T19" fmla="*/ 7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" h="95">
                  <a:moveTo>
                    <a:pt x="49" y="0"/>
                  </a:moveTo>
                  <a:cubicBezTo>
                    <a:pt x="22" y="0"/>
                    <a:pt x="0" y="21"/>
                    <a:pt x="0" y="47"/>
                  </a:cubicBezTo>
                  <a:cubicBezTo>
                    <a:pt x="0" y="74"/>
                    <a:pt x="22" y="95"/>
                    <a:pt x="49" y="95"/>
                  </a:cubicBezTo>
                  <a:cubicBezTo>
                    <a:pt x="76" y="95"/>
                    <a:pt x="98" y="74"/>
                    <a:pt x="98" y="47"/>
                  </a:cubicBezTo>
                  <a:cubicBezTo>
                    <a:pt x="98" y="21"/>
                    <a:pt x="76" y="0"/>
                    <a:pt x="49" y="0"/>
                  </a:cubicBezTo>
                  <a:close/>
                  <a:moveTo>
                    <a:pt x="48" y="72"/>
                  </a:moveTo>
                  <a:cubicBezTo>
                    <a:pt x="35" y="72"/>
                    <a:pt x="23" y="61"/>
                    <a:pt x="23" y="48"/>
                  </a:cubicBezTo>
                  <a:cubicBezTo>
                    <a:pt x="23" y="34"/>
                    <a:pt x="35" y="24"/>
                    <a:pt x="48" y="24"/>
                  </a:cubicBezTo>
                  <a:cubicBezTo>
                    <a:pt x="62" y="24"/>
                    <a:pt x="74" y="34"/>
                    <a:pt x="74" y="48"/>
                  </a:cubicBezTo>
                  <a:cubicBezTo>
                    <a:pt x="74" y="61"/>
                    <a:pt x="62" y="72"/>
                    <a:pt x="48" y="7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5" name="îŝlî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7B7E508-C061-4B73-901C-DBE9025EC424}"/>
                </a:ext>
              </a:extLst>
            </p:cNvPr>
            <p:cNvSpPr/>
            <p:nvPr/>
          </p:nvSpPr>
          <p:spPr bwMode="auto">
            <a:xfrm>
              <a:off x="5226270" y="3767748"/>
              <a:ext cx="98944" cy="94058"/>
            </a:xfrm>
            <a:custGeom>
              <a:avLst/>
              <a:gdLst>
                <a:gd name="T0" fmla="*/ 20 w 39"/>
                <a:gd name="T1" fmla="*/ 0 h 37"/>
                <a:gd name="T2" fmla="*/ 0 w 39"/>
                <a:gd name="T3" fmla="*/ 18 h 37"/>
                <a:gd name="T4" fmla="*/ 20 w 39"/>
                <a:gd name="T5" fmla="*/ 37 h 37"/>
                <a:gd name="T6" fmla="*/ 39 w 39"/>
                <a:gd name="T7" fmla="*/ 18 h 37"/>
                <a:gd name="T8" fmla="*/ 20 w 39"/>
                <a:gd name="T9" fmla="*/ 0 h 37"/>
                <a:gd name="T10" fmla="*/ 19 w 39"/>
                <a:gd name="T11" fmla="*/ 34 h 37"/>
                <a:gd name="T12" fmla="*/ 4 w 39"/>
                <a:gd name="T13" fmla="*/ 19 h 37"/>
                <a:gd name="T14" fmla="*/ 19 w 39"/>
                <a:gd name="T15" fmla="*/ 4 h 37"/>
                <a:gd name="T16" fmla="*/ 35 w 39"/>
                <a:gd name="T17" fmla="*/ 19 h 37"/>
                <a:gd name="T18" fmla="*/ 19 w 39"/>
                <a:gd name="T19" fmla="*/ 3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37">
                  <a:moveTo>
                    <a:pt x="20" y="0"/>
                  </a:moveTo>
                  <a:cubicBezTo>
                    <a:pt x="9" y="0"/>
                    <a:pt x="0" y="8"/>
                    <a:pt x="0" y="18"/>
                  </a:cubicBezTo>
                  <a:cubicBezTo>
                    <a:pt x="0" y="29"/>
                    <a:pt x="9" y="37"/>
                    <a:pt x="20" y="37"/>
                  </a:cubicBezTo>
                  <a:cubicBezTo>
                    <a:pt x="30" y="37"/>
                    <a:pt x="39" y="29"/>
                    <a:pt x="39" y="18"/>
                  </a:cubicBezTo>
                  <a:cubicBezTo>
                    <a:pt x="39" y="8"/>
                    <a:pt x="30" y="0"/>
                    <a:pt x="20" y="0"/>
                  </a:cubicBezTo>
                  <a:close/>
                  <a:moveTo>
                    <a:pt x="19" y="34"/>
                  </a:moveTo>
                  <a:cubicBezTo>
                    <a:pt x="11" y="34"/>
                    <a:pt x="4" y="27"/>
                    <a:pt x="4" y="19"/>
                  </a:cubicBezTo>
                  <a:cubicBezTo>
                    <a:pt x="4" y="10"/>
                    <a:pt x="11" y="4"/>
                    <a:pt x="19" y="4"/>
                  </a:cubicBezTo>
                  <a:cubicBezTo>
                    <a:pt x="28" y="4"/>
                    <a:pt x="35" y="10"/>
                    <a:pt x="35" y="19"/>
                  </a:cubicBezTo>
                  <a:cubicBezTo>
                    <a:pt x="35" y="27"/>
                    <a:pt x="28" y="34"/>
                    <a:pt x="19" y="3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6" name="ísḻï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2180D29-567C-40C8-ACA6-B6327A81E3FF}"/>
                </a:ext>
              </a:extLst>
            </p:cNvPr>
            <p:cNvSpPr/>
            <p:nvPr/>
          </p:nvSpPr>
          <p:spPr bwMode="auto">
            <a:xfrm>
              <a:off x="4053599" y="2209073"/>
              <a:ext cx="145363" cy="164907"/>
            </a:xfrm>
            <a:custGeom>
              <a:avLst/>
              <a:gdLst>
                <a:gd name="T0" fmla="*/ 0 w 57"/>
                <a:gd name="T1" fmla="*/ 39 h 65"/>
                <a:gd name="T2" fmla="*/ 27 w 57"/>
                <a:gd name="T3" fmla="*/ 65 h 65"/>
                <a:gd name="T4" fmla="*/ 30 w 57"/>
                <a:gd name="T5" fmla="*/ 65 h 65"/>
                <a:gd name="T6" fmla="*/ 57 w 57"/>
                <a:gd name="T7" fmla="*/ 39 h 65"/>
                <a:gd name="T8" fmla="*/ 57 w 57"/>
                <a:gd name="T9" fmla="*/ 0 h 65"/>
                <a:gd name="T10" fmla="*/ 0 w 57"/>
                <a:gd name="T11" fmla="*/ 0 h 65"/>
                <a:gd name="T12" fmla="*/ 0 w 57"/>
                <a:gd name="T13" fmla="*/ 39 h 65"/>
                <a:gd name="T14" fmla="*/ 38 w 57"/>
                <a:gd name="T15" fmla="*/ 3 h 65"/>
                <a:gd name="T16" fmla="*/ 50 w 57"/>
                <a:gd name="T17" fmla="*/ 3 h 65"/>
                <a:gd name="T18" fmla="*/ 50 w 57"/>
                <a:gd name="T19" fmla="*/ 37 h 65"/>
                <a:gd name="T20" fmla="*/ 44 w 57"/>
                <a:gd name="T21" fmla="*/ 43 h 65"/>
                <a:gd name="T22" fmla="*/ 38 w 57"/>
                <a:gd name="T23" fmla="*/ 37 h 65"/>
                <a:gd name="T24" fmla="*/ 38 w 57"/>
                <a:gd name="T25" fmla="*/ 3 h 65"/>
                <a:gd name="T26" fmla="*/ 21 w 57"/>
                <a:gd name="T27" fmla="*/ 3 h 65"/>
                <a:gd name="T28" fmla="*/ 34 w 57"/>
                <a:gd name="T29" fmla="*/ 3 h 65"/>
                <a:gd name="T30" fmla="*/ 34 w 57"/>
                <a:gd name="T31" fmla="*/ 36 h 65"/>
                <a:gd name="T32" fmla="*/ 27 w 57"/>
                <a:gd name="T33" fmla="*/ 43 h 65"/>
                <a:gd name="T34" fmla="*/ 21 w 57"/>
                <a:gd name="T35" fmla="*/ 36 h 65"/>
                <a:gd name="T36" fmla="*/ 21 w 57"/>
                <a:gd name="T37" fmla="*/ 3 h 65"/>
                <a:gd name="T38" fmla="*/ 5 w 57"/>
                <a:gd name="T39" fmla="*/ 3 h 65"/>
                <a:gd name="T40" fmla="*/ 18 w 57"/>
                <a:gd name="T41" fmla="*/ 3 h 65"/>
                <a:gd name="T42" fmla="*/ 18 w 57"/>
                <a:gd name="T43" fmla="*/ 36 h 65"/>
                <a:gd name="T44" fmla="*/ 11 w 57"/>
                <a:gd name="T45" fmla="*/ 42 h 65"/>
                <a:gd name="T46" fmla="*/ 5 w 57"/>
                <a:gd name="T47" fmla="*/ 36 h 65"/>
                <a:gd name="T48" fmla="*/ 5 w 57"/>
                <a:gd name="T49" fmla="*/ 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" h="65">
                  <a:moveTo>
                    <a:pt x="0" y="39"/>
                  </a:moveTo>
                  <a:cubicBezTo>
                    <a:pt x="0" y="54"/>
                    <a:pt x="12" y="65"/>
                    <a:pt x="27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45" y="65"/>
                    <a:pt x="57" y="54"/>
                    <a:pt x="57" y="39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39"/>
                  </a:lnTo>
                  <a:close/>
                  <a:moveTo>
                    <a:pt x="38" y="3"/>
                  </a:moveTo>
                  <a:cubicBezTo>
                    <a:pt x="50" y="3"/>
                    <a:pt x="50" y="3"/>
                    <a:pt x="50" y="3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40"/>
                    <a:pt x="48" y="43"/>
                    <a:pt x="44" y="43"/>
                  </a:cubicBezTo>
                  <a:cubicBezTo>
                    <a:pt x="41" y="43"/>
                    <a:pt x="38" y="40"/>
                    <a:pt x="38" y="37"/>
                  </a:cubicBezTo>
                  <a:lnTo>
                    <a:pt x="38" y="3"/>
                  </a:lnTo>
                  <a:close/>
                  <a:moveTo>
                    <a:pt x="21" y="3"/>
                  </a:moveTo>
                  <a:cubicBezTo>
                    <a:pt x="34" y="3"/>
                    <a:pt x="34" y="3"/>
                    <a:pt x="34" y="3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40"/>
                    <a:pt x="31" y="43"/>
                    <a:pt x="27" y="43"/>
                  </a:cubicBezTo>
                  <a:cubicBezTo>
                    <a:pt x="24" y="43"/>
                    <a:pt x="21" y="40"/>
                    <a:pt x="21" y="36"/>
                  </a:cubicBezTo>
                  <a:lnTo>
                    <a:pt x="21" y="3"/>
                  </a:lnTo>
                  <a:close/>
                  <a:moveTo>
                    <a:pt x="5" y="3"/>
                  </a:moveTo>
                  <a:cubicBezTo>
                    <a:pt x="18" y="3"/>
                    <a:pt x="18" y="3"/>
                    <a:pt x="18" y="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40"/>
                    <a:pt x="15" y="42"/>
                    <a:pt x="11" y="42"/>
                  </a:cubicBezTo>
                  <a:cubicBezTo>
                    <a:pt x="8" y="42"/>
                    <a:pt x="5" y="40"/>
                    <a:pt x="5" y="36"/>
                  </a:cubicBezTo>
                  <a:lnTo>
                    <a:pt x="5" y="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7" name="ïṡlí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BB191EE-853D-4105-8B3F-4DE3507B3332}"/>
                </a:ext>
              </a:extLst>
            </p:cNvPr>
            <p:cNvSpPr/>
            <p:nvPr/>
          </p:nvSpPr>
          <p:spPr bwMode="auto">
            <a:xfrm>
              <a:off x="4041383" y="2128452"/>
              <a:ext cx="169793" cy="75735"/>
            </a:xfrm>
            <a:custGeom>
              <a:avLst/>
              <a:gdLst>
                <a:gd name="T0" fmla="*/ 58 w 67"/>
                <a:gd name="T1" fmla="*/ 12 h 30"/>
                <a:gd name="T2" fmla="*/ 46 w 67"/>
                <a:gd name="T3" fmla="*/ 12 h 30"/>
                <a:gd name="T4" fmla="*/ 33 w 67"/>
                <a:gd name="T5" fmla="*/ 0 h 30"/>
                <a:gd name="T6" fmla="*/ 20 w 67"/>
                <a:gd name="T7" fmla="*/ 12 h 30"/>
                <a:gd name="T8" fmla="*/ 9 w 67"/>
                <a:gd name="T9" fmla="*/ 12 h 30"/>
                <a:gd name="T10" fmla="*/ 0 w 67"/>
                <a:gd name="T11" fmla="*/ 21 h 30"/>
                <a:gd name="T12" fmla="*/ 0 w 67"/>
                <a:gd name="T13" fmla="*/ 21 h 30"/>
                <a:gd name="T14" fmla="*/ 9 w 67"/>
                <a:gd name="T15" fmla="*/ 30 h 30"/>
                <a:gd name="T16" fmla="*/ 58 w 67"/>
                <a:gd name="T17" fmla="*/ 30 h 30"/>
                <a:gd name="T18" fmla="*/ 67 w 67"/>
                <a:gd name="T19" fmla="*/ 21 h 30"/>
                <a:gd name="T20" fmla="*/ 67 w 67"/>
                <a:gd name="T21" fmla="*/ 21 h 30"/>
                <a:gd name="T22" fmla="*/ 58 w 67"/>
                <a:gd name="T23" fmla="*/ 12 h 30"/>
                <a:gd name="T24" fmla="*/ 23 w 67"/>
                <a:gd name="T25" fmla="*/ 12 h 30"/>
                <a:gd name="T26" fmla="*/ 33 w 67"/>
                <a:gd name="T27" fmla="*/ 4 h 30"/>
                <a:gd name="T28" fmla="*/ 42 w 67"/>
                <a:gd name="T29" fmla="*/ 12 h 30"/>
                <a:gd name="T30" fmla="*/ 23 w 67"/>
                <a:gd name="T31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7" h="30">
                  <a:moveTo>
                    <a:pt x="58" y="12"/>
                  </a:moveTo>
                  <a:cubicBezTo>
                    <a:pt x="46" y="12"/>
                    <a:pt x="46" y="12"/>
                    <a:pt x="46" y="12"/>
                  </a:cubicBezTo>
                  <a:cubicBezTo>
                    <a:pt x="45" y="5"/>
                    <a:pt x="39" y="0"/>
                    <a:pt x="33" y="0"/>
                  </a:cubicBezTo>
                  <a:cubicBezTo>
                    <a:pt x="26" y="0"/>
                    <a:pt x="21" y="5"/>
                    <a:pt x="20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4" y="12"/>
                    <a:pt x="0" y="16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6"/>
                    <a:pt x="4" y="30"/>
                    <a:pt x="9" y="30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63" y="30"/>
                    <a:pt x="67" y="26"/>
                    <a:pt x="67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16"/>
                    <a:pt x="63" y="12"/>
                    <a:pt x="58" y="12"/>
                  </a:cubicBezTo>
                  <a:close/>
                  <a:moveTo>
                    <a:pt x="23" y="12"/>
                  </a:moveTo>
                  <a:cubicBezTo>
                    <a:pt x="24" y="7"/>
                    <a:pt x="28" y="4"/>
                    <a:pt x="33" y="4"/>
                  </a:cubicBezTo>
                  <a:cubicBezTo>
                    <a:pt x="37" y="4"/>
                    <a:pt x="41" y="7"/>
                    <a:pt x="42" y="12"/>
                  </a:cubicBezTo>
                  <a:lnTo>
                    <a:pt x="23" y="1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8" name="íṥļí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78A2CC6-C975-4A38-B439-77473C68D374}"/>
                </a:ext>
              </a:extLst>
            </p:cNvPr>
            <p:cNvSpPr/>
            <p:nvPr/>
          </p:nvSpPr>
          <p:spPr bwMode="auto">
            <a:xfrm>
              <a:off x="5640369" y="1196423"/>
              <a:ext cx="134369" cy="179566"/>
            </a:xfrm>
            <a:custGeom>
              <a:avLst/>
              <a:gdLst>
                <a:gd name="T0" fmla="*/ 46 w 53"/>
                <a:gd name="T1" fmla="*/ 0 h 71"/>
                <a:gd name="T2" fmla="*/ 7 w 53"/>
                <a:gd name="T3" fmla="*/ 0 h 71"/>
                <a:gd name="T4" fmla="*/ 0 w 53"/>
                <a:gd name="T5" fmla="*/ 7 h 71"/>
                <a:gd name="T6" fmla="*/ 0 w 53"/>
                <a:gd name="T7" fmla="*/ 64 h 71"/>
                <a:gd name="T8" fmla="*/ 7 w 53"/>
                <a:gd name="T9" fmla="*/ 71 h 71"/>
                <a:gd name="T10" fmla="*/ 46 w 53"/>
                <a:gd name="T11" fmla="*/ 71 h 71"/>
                <a:gd name="T12" fmla="*/ 53 w 53"/>
                <a:gd name="T13" fmla="*/ 64 h 71"/>
                <a:gd name="T14" fmla="*/ 53 w 53"/>
                <a:gd name="T15" fmla="*/ 7 h 71"/>
                <a:gd name="T16" fmla="*/ 46 w 53"/>
                <a:gd name="T17" fmla="*/ 0 h 71"/>
                <a:gd name="T18" fmla="*/ 18 w 53"/>
                <a:gd name="T19" fmla="*/ 59 h 71"/>
                <a:gd name="T20" fmla="*/ 9 w 53"/>
                <a:gd name="T21" fmla="*/ 59 h 71"/>
                <a:gd name="T22" fmla="*/ 6 w 53"/>
                <a:gd name="T23" fmla="*/ 57 h 71"/>
                <a:gd name="T24" fmla="*/ 9 w 53"/>
                <a:gd name="T25" fmla="*/ 54 h 71"/>
                <a:gd name="T26" fmla="*/ 18 w 53"/>
                <a:gd name="T27" fmla="*/ 54 h 71"/>
                <a:gd name="T28" fmla="*/ 21 w 53"/>
                <a:gd name="T29" fmla="*/ 57 h 71"/>
                <a:gd name="T30" fmla="*/ 18 w 53"/>
                <a:gd name="T31" fmla="*/ 59 h 71"/>
                <a:gd name="T32" fmla="*/ 25 w 53"/>
                <a:gd name="T33" fmla="*/ 60 h 71"/>
                <a:gd name="T34" fmla="*/ 22 w 53"/>
                <a:gd name="T35" fmla="*/ 57 h 71"/>
                <a:gd name="T36" fmla="*/ 25 w 53"/>
                <a:gd name="T37" fmla="*/ 54 h 71"/>
                <a:gd name="T38" fmla="*/ 29 w 53"/>
                <a:gd name="T39" fmla="*/ 57 h 71"/>
                <a:gd name="T40" fmla="*/ 25 w 53"/>
                <a:gd name="T41" fmla="*/ 60 h 71"/>
                <a:gd name="T42" fmla="*/ 43 w 53"/>
                <a:gd name="T43" fmla="*/ 59 h 71"/>
                <a:gd name="T44" fmla="*/ 34 w 53"/>
                <a:gd name="T45" fmla="*/ 59 h 71"/>
                <a:gd name="T46" fmla="*/ 31 w 53"/>
                <a:gd name="T47" fmla="*/ 57 h 71"/>
                <a:gd name="T48" fmla="*/ 34 w 53"/>
                <a:gd name="T49" fmla="*/ 54 h 71"/>
                <a:gd name="T50" fmla="*/ 43 w 53"/>
                <a:gd name="T51" fmla="*/ 54 h 71"/>
                <a:gd name="T52" fmla="*/ 46 w 53"/>
                <a:gd name="T53" fmla="*/ 57 h 71"/>
                <a:gd name="T54" fmla="*/ 43 w 53"/>
                <a:gd name="T55" fmla="*/ 59 h 71"/>
                <a:gd name="T56" fmla="*/ 47 w 53"/>
                <a:gd name="T57" fmla="*/ 47 h 71"/>
                <a:gd name="T58" fmla="*/ 5 w 53"/>
                <a:gd name="T59" fmla="*/ 47 h 71"/>
                <a:gd name="T60" fmla="*/ 5 w 53"/>
                <a:gd name="T61" fmla="*/ 8 h 71"/>
                <a:gd name="T62" fmla="*/ 6 w 53"/>
                <a:gd name="T63" fmla="*/ 7 h 71"/>
                <a:gd name="T64" fmla="*/ 45 w 53"/>
                <a:gd name="T65" fmla="*/ 7 h 71"/>
                <a:gd name="T66" fmla="*/ 47 w 53"/>
                <a:gd name="T67" fmla="*/ 8 h 71"/>
                <a:gd name="T68" fmla="*/ 47 w 53"/>
                <a:gd name="T69" fmla="*/ 4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71">
                  <a:moveTo>
                    <a:pt x="46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3" y="71"/>
                    <a:pt x="7" y="71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50" y="71"/>
                    <a:pt x="53" y="68"/>
                    <a:pt x="53" y="6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50" y="0"/>
                    <a:pt x="46" y="0"/>
                  </a:cubicBezTo>
                  <a:close/>
                  <a:moveTo>
                    <a:pt x="18" y="59"/>
                  </a:moveTo>
                  <a:cubicBezTo>
                    <a:pt x="9" y="59"/>
                    <a:pt x="9" y="59"/>
                    <a:pt x="9" y="59"/>
                  </a:cubicBezTo>
                  <a:cubicBezTo>
                    <a:pt x="7" y="59"/>
                    <a:pt x="6" y="58"/>
                    <a:pt x="6" y="57"/>
                  </a:cubicBezTo>
                  <a:cubicBezTo>
                    <a:pt x="6" y="55"/>
                    <a:pt x="7" y="54"/>
                    <a:pt x="9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21" y="55"/>
                    <a:pt x="21" y="57"/>
                  </a:cubicBezTo>
                  <a:cubicBezTo>
                    <a:pt x="21" y="58"/>
                    <a:pt x="19" y="59"/>
                    <a:pt x="18" y="59"/>
                  </a:cubicBezTo>
                  <a:close/>
                  <a:moveTo>
                    <a:pt x="25" y="60"/>
                  </a:moveTo>
                  <a:cubicBezTo>
                    <a:pt x="24" y="60"/>
                    <a:pt x="22" y="58"/>
                    <a:pt x="22" y="57"/>
                  </a:cubicBezTo>
                  <a:cubicBezTo>
                    <a:pt x="22" y="55"/>
                    <a:pt x="24" y="54"/>
                    <a:pt x="25" y="54"/>
                  </a:cubicBezTo>
                  <a:cubicBezTo>
                    <a:pt x="27" y="54"/>
                    <a:pt x="29" y="55"/>
                    <a:pt x="29" y="57"/>
                  </a:cubicBezTo>
                  <a:cubicBezTo>
                    <a:pt x="29" y="58"/>
                    <a:pt x="27" y="60"/>
                    <a:pt x="25" y="60"/>
                  </a:cubicBezTo>
                  <a:close/>
                  <a:moveTo>
                    <a:pt x="43" y="59"/>
                  </a:moveTo>
                  <a:cubicBezTo>
                    <a:pt x="34" y="59"/>
                    <a:pt x="34" y="59"/>
                    <a:pt x="34" y="59"/>
                  </a:cubicBezTo>
                  <a:cubicBezTo>
                    <a:pt x="32" y="59"/>
                    <a:pt x="31" y="58"/>
                    <a:pt x="31" y="57"/>
                  </a:cubicBezTo>
                  <a:cubicBezTo>
                    <a:pt x="31" y="55"/>
                    <a:pt x="32" y="54"/>
                    <a:pt x="34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5" y="54"/>
                    <a:pt x="46" y="55"/>
                    <a:pt x="46" y="57"/>
                  </a:cubicBezTo>
                  <a:cubicBezTo>
                    <a:pt x="46" y="58"/>
                    <a:pt x="45" y="59"/>
                    <a:pt x="43" y="59"/>
                  </a:cubicBezTo>
                  <a:close/>
                  <a:moveTo>
                    <a:pt x="47" y="47"/>
                  </a:moveTo>
                  <a:cubicBezTo>
                    <a:pt x="5" y="47"/>
                    <a:pt x="5" y="47"/>
                    <a:pt x="5" y="4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7"/>
                    <a:pt x="6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6" y="7"/>
                    <a:pt x="47" y="8"/>
                    <a:pt x="47" y="8"/>
                  </a:cubicBezTo>
                  <a:lnTo>
                    <a:pt x="47" y="4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9" name="ï$l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A6CF8B9-8D8C-4593-98E3-224F0AF98222}"/>
                </a:ext>
              </a:extLst>
            </p:cNvPr>
            <p:cNvSpPr/>
            <p:nvPr/>
          </p:nvSpPr>
          <p:spPr bwMode="auto">
            <a:xfrm>
              <a:off x="5063805" y="1765657"/>
              <a:ext cx="197888" cy="225984"/>
            </a:xfrm>
            <a:custGeom>
              <a:avLst/>
              <a:gdLst>
                <a:gd name="T0" fmla="*/ 52 w 78"/>
                <a:gd name="T1" fmla="*/ 79 h 89"/>
                <a:gd name="T2" fmla="*/ 49 w 78"/>
                <a:gd name="T3" fmla="*/ 75 h 89"/>
                <a:gd name="T4" fmla="*/ 42 w 78"/>
                <a:gd name="T5" fmla="*/ 75 h 89"/>
                <a:gd name="T6" fmla="*/ 42 w 78"/>
                <a:gd name="T7" fmla="*/ 67 h 89"/>
                <a:gd name="T8" fmla="*/ 56 w 78"/>
                <a:gd name="T9" fmla="*/ 67 h 89"/>
                <a:gd name="T10" fmla="*/ 64 w 78"/>
                <a:gd name="T11" fmla="*/ 59 h 89"/>
                <a:gd name="T12" fmla="*/ 64 w 78"/>
                <a:gd name="T13" fmla="*/ 32 h 89"/>
                <a:gd name="T14" fmla="*/ 70 w 78"/>
                <a:gd name="T15" fmla="*/ 32 h 89"/>
                <a:gd name="T16" fmla="*/ 68 w 78"/>
                <a:gd name="T17" fmla="*/ 26 h 89"/>
                <a:gd name="T18" fmla="*/ 43 w 78"/>
                <a:gd name="T19" fmla="*/ 3 h 89"/>
                <a:gd name="T20" fmla="*/ 32 w 78"/>
                <a:gd name="T21" fmla="*/ 3 h 89"/>
                <a:gd name="T22" fmla="*/ 11 w 78"/>
                <a:gd name="T23" fmla="*/ 26 h 89"/>
                <a:gd name="T24" fmla="*/ 8 w 78"/>
                <a:gd name="T25" fmla="*/ 32 h 89"/>
                <a:gd name="T26" fmla="*/ 15 w 78"/>
                <a:gd name="T27" fmla="*/ 32 h 89"/>
                <a:gd name="T28" fmla="*/ 15 w 78"/>
                <a:gd name="T29" fmla="*/ 59 h 89"/>
                <a:gd name="T30" fmla="*/ 23 w 78"/>
                <a:gd name="T31" fmla="*/ 67 h 89"/>
                <a:gd name="T32" fmla="*/ 37 w 78"/>
                <a:gd name="T33" fmla="*/ 67 h 89"/>
                <a:gd name="T34" fmla="*/ 37 w 78"/>
                <a:gd name="T35" fmla="*/ 75 h 89"/>
                <a:gd name="T36" fmla="*/ 28 w 78"/>
                <a:gd name="T37" fmla="*/ 75 h 89"/>
                <a:gd name="T38" fmla="*/ 25 w 78"/>
                <a:gd name="T39" fmla="*/ 79 h 89"/>
                <a:gd name="T40" fmla="*/ 0 w 78"/>
                <a:gd name="T41" fmla="*/ 79 h 89"/>
                <a:gd name="T42" fmla="*/ 0 w 78"/>
                <a:gd name="T43" fmla="*/ 86 h 89"/>
                <a:gd name="T44" fmla="*/ 25 w 78"/>
                <a:gd name="T45" fmla="*/ 86 h 89"/>
                <a:gd name="T46" fmla="*/ 28 w 78"/>
                <a:gd name="T47" fmla="*/ 89 h 89"/>
                <a:gd name="T48" fmla="*/ 49 w 78"/>
                <a:gd name="T49" fmla="*/ 89 h 89"/>
                <a:gd name="T50" fmla="*/ 52 w 78"/>
                <a:gd name="T51" fmla="*/ 86 h 89"/>
                <a:gd name="T52" fmla="*/ 78 w 78"/>
                <a:gd name="T53" fmla="*/ 86 h 89"/>
                <a:gd name="T54" fmla="*/ 78 w 78"/>
                <a:gd name="T55" fmla="*/ 79 h 89"/>
                <a:gd name="T56" fmla="*/ 52 w 78"/>
                <a:gd name="T57" fmla="*/ 79 h 89"/>
                <a:gd name="T58" fmla="*/ 27 w 78"/>
                <a:gd name="T59" fmla="*/ 38 h 89"/>
                <a:gd name="T60" fmla="*/ 32 w 78"/>
                <a:gd name="T61" fmla="*/ 34 h 89"/>
                <a:gd name="T62" fmla="*/ 46 w 78"/>
                <a:gd name="T63" fmla="*/ 34 h 89"/>
                <a:gd name="T64" fmla="*/ 52 w 78"/>
                <a:gd name="T65" fmla="*/ 38 h 89"/>
                <a:gd name="T66" fmla="*/ 52 w 78"/>
                <a:gd name="T67" fmla="*/ 58 h 89"/>
                <a:gd name="T68" fmla="*/ 27 w 78"/>
                <a:gd name="T69" fmla="*/ 58 h 89"/>
                <a:gd name="T70" fmla="*/ 27 w 78"/>
                <a:gd name="T71" fmla="*/ 3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8" h="89">
                  <a:moveTo>
                    <a:pt x="52" y="79"/>
                  </a:moveTo>
                  <a:cubicBezTo>
                    <a:pt x="52" y="77"/>
                    <a:pt x="50" y="75"/>
                    <a:pt x="49" y="75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56" y="67"/>
                    <a:pt x="56" y="67"/>
                    <a:pt x="56" y="67"/>
                  </a:cubicBezTo>
                  <a:cubicBezTo>
                    <a:pt x="61" y="67"/>
                    <a:pt x="64" y="63"/>
                    <a:pt x="64" y="59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70" y="30"/>
                    <a:pt x="69" y="27"/>
                    <a:pt x="68" y="26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0" y="0"/>
                    <a:pt x="35" y="0"/>
                    <a:pt x="32" y="3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9" y="28"/>
                    <a:pt x="8" y="30"/>
                    <a:pt x="8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5" y="63"/>
                    <a:pt x="18" y="67"/>
                    <a:pt x="23" y="67"/>
                  </a:cubicBezTo>
                  <a:cubicBezTo>
                    <a:pt x="37" y="67"/>
                    <a:pt x="37" y="67"/>
                    <a:pt x="37" y="67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7" y="75"/>
                    <a:pt x="25" y="77"/>
                    <a:pt x="25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5" y="86"/>
                    <a:pt x="25" y="86"/>
                    <a:pt x="25" y="86"/>
                  </a:cubicBezTo>
                  <a:cubicBezTo>
                    <a:pt x="25" y="88"/>
                    <a:pt x="27" y="89"/>
                    <a:pt x="28" y="89"/>
                  </a:cubicBezTo>
                  <a:cubicBezTo>
                    <a:pt x="49" y="89"/>
                    <a:pt x="49" y="89"/>
                    <a:pt x="49" y="89"/>
                  </a:cubicBezTo>
                  <a:cubicBezTo>
                    <a:pt x="50" y="89"/>
                    <a:pt x="52" y="88"/>
                    <a:pt x="52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79"/>
                    <a:pt x="78" y="79"/>
                    <a:pt x="78" y="79"/>
                  </a:cubicBezTo>
                  <a:lnTo>
                    <a:pt x="52" y="79"/>
                  </a:lnTo>
                  <a:close/>
                  <a:moveTo>
                    <a:pt x="27" y="38"/>
                  </a:moveTo>
                  <a:cubicBezTo>
                    <a:pt x="27" y="36"/>
                    <a:pt x="30" y="34"/>
                    <a:pt x="32" y="34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9" y="34"/>
                    <a:pt x="52" y="36"/>
                    <a:pt x="52" y="3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27" y="58"/>
                    <a:pt x="27" y="58"/>
                    <a:pt x="27" y="58"/>
                  </a:cubicBezTo>
                  <a:lnTo>
                    <a:pt x="27" y="3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0" name="íSḻí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55FC037-AA0D-4916-BAFB-7B0E869DF5A3}"/>
                </a:ext>
              </a:extLst>
            </p:cNvPr>
            <p:cNvSpPr/>
            <p:nvPr/>
          </p:nvSpPr>
          <p:spPr bwMode="auto">
            <a:xfrm>
              <a:off x="4973412" y="2008742"/>
              <a:ext cx="247971" cy="218655"/>
            </a:xfrm>
            <a:custGeom>
              <a:avLst/>
              <a:gdLst>
                <a:gd name="T0" fmla="*/ 92 w 98"/>
                <a:gd name="T1" fmla="*/ 73 h 86"/>
                <a:gd name="T2" fmla="*/ 85 w 98"/>
                <a:gd name="T3" fmla="*/ 73 h 86"/>
                <a:gd name="T4" fmla="*/ 93 w 98"/>
                <a:gd name="T5" fmla="*/ 62 h 86"/>
                <a:gd name="T6" fmla="*/ 93 w 98"/>
                <a:gd name="T7" fmla="*/ 12 h 86"/>
                <a:gd name="T8" fmla="*/ 81 w 98"/>
                <a:gd name="T9" fmla="*/ 0 h 86"/>
                <a:gd name="T10" fmla="*/ 17 w 98"/>
                <a:gd name="T11" fmla="*/ 0 h 86"/>
                <a:gd name="T12" fmla="*/ 5 w 98"/>
                <a:gd name="T13" fmla="*/ 12 h 86"/>
                <a:gd name="T14" fmla="*/ 5 w 98"/>
                <a:gd name="T15" fmla="*/ 62 h 86"/>
                <a:gd name="T16" fmla="*/ 14 w 98"/>
                <a:gd name="T17" fmla="*/ 73 h 86"/>
                <a:gd name="T18" fmla="*/ 6 w 98"/>
                <a:gd name="T19" fmla="*/ 73 h 86"/>
                <a:gd name="T20" fmla="*/ 0 w 98"/>
                <a:gd name="T21" fmla="*/ 79 h 86"/>
                <a:gd name="T22" fmla="*/ 6 w 98"/>
                <a:gd name="T23" fmla="*/ 86 h 86"/>
                <a:gd name="T24" fmla="*/ 92 w 98"/>
                <a:gd name="T25" fmla="*/ 86 h 86"/>
                <a:gd name="T26" fmla="*/ 98 w 98"/>
                <a:gd name="T27" fmla="*/ 79 h 86"/>
                <a:gd name="T28" fmla="*/ 92 w 98"/>
                <a:gd name="T29" fmla="*/ 73 h 86"/>
                <a:gd name="T30" fmla="*/ 57 w 98"/>
                <a:gd name="T31" fmla="*/ 82 h 86"/>
                <a:gd name="T32" fmla="*/ 40 w 98"/>
                <a:gd name="T33" fmla="*/ 82 h 86"/>
                <a:gd name="T34" fmla="*/ 39 w 98"/>
                <a:gd name="T35" fmla="*/ 81 h 86"/>
                <a:gd name="T36" fmla="*/ 40 w 98"/>
                <a:gd name="T37" fmla="*/ 79 h 86"/>
                <a:gd name="T38" fmla="*/ 57 w 98"/>
                <a:gd name="T39" fmla="*/ 79 h 86"/>
                <a:gd name="T40" fmla="*/ 59 w 98"/>
                <a:gd name="T41" fmla="*/ 81 h 86"/>
                <a:gd name="T42" fmla="*/ 57 w 98"/>
                <a:gd name="T43" fmla="*/ 82 h 86"/>
                <a:gd name="T44" fmla="*/ 17 w 98"/>
                <a:gd name="T45" fmla="*/ 68 h 86"/>
                <a:gd name="T46" fmla="*/ 11 w 98"/>
                <a:gd name="T47" fmla="*/ 62 h 86"/>
                <a:gd name="T48" fmla="*/ 11 w 98"/>
                <a:gd name="T49" fmla="*/ 12 h 86"/>
                <a:gd name="T50" fmla="*/ 17 w 98"/>
                <a:gd name="T51" fmla="*/ 5 h 86"/>
                <a:gd name="T52" fmla="*/ 81 w 98"/>
                <a:gd name="T53" fmla="*/ 5 h 86"/>
                <a:gd name="T54" fmla="*/ 88 w 98"/>
                <a:gd name="T55" fmla="*/ 12 h 86"/>
                <a:gd name="T56" fmla="*/ 88 w 98"/>
                <a:gd name="T57" fmla="*/ 62 h 86"/>
                <a:gd name="T58" fmla="*/ 81 w 98"/>
                <a:gd name="T59" fmla="*/ 68 h 86"/>
                <a:gd name="T60" fmla="*/ 17 w 98"/>
                <a:gd name="T61" fmla="*/ 6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8" h="86">
                  <a:moveTo>
                    <a:pt x="92" y="73"/>
                  </a:moveTo>
                  <a:cubicBezTo>
                    <a:pt x="85" y="73"/>
                    <a:pt x="85" y="73"/>
                    <a:pt x="85" y="73"/>
                  </a:cubicBezTo>
                  <a:cubicBezTo>
                    <a:pt x="90" y="71"/>
                    <a:pt x="93" y="67"/>
                    <a:pt x="93" y="6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5"/>
                    <a:pt x="88" y="0"/>
                    <a:pt x="8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1" y="0"/>
                    <a:pt x="5" y="5"/>
                    <a:pt x="5" y="12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5" y="67"/>
                    <a:pt x="9" y="71"/>
                    <a:pt x="14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3" y="73"/>
                    <a:pt x="0" y="76"/>
                    <a:pt x="0" y="79"/>
                  </a:cubicBezTo>
                  <a:cubicBezTo>
                    <a:pt x="0" y="83"/>
                    <a:pt x="3" y="86"/>
                    <a:pt x="6" y="86"/>
                  </a:cubicBezTo>
                  <a:cubicBezTo>
                    <a:pt x="92" y="86"/>
                    <a:pt x="92" y="86"/>
                    <a:pt x="92" y="86"/>
                  </a:cubicBezTo>
                  <a:cubicBezTo>
                    <a:pt x="95" y="86"/>
                    <a:pt x="98" y="83"/>
                    <a:pt x="98" y="79"/>
                  </a:cubicBezTo>
                  <a:cubicBezTo>
                    <a:pt x="98" y="76"/>
                    <a:pt x="95" y="73"/>
                    <a:pt x="92" y="73"/>
                  </a:cubicBezTo>
                  <a:close/>
                  <a:moveTo>
                    <a:pt x="57" y="82"/>
                  </a:moveTo>
                  <a:cubicBezTo>
                    <a:pt x="40" y="82"/>
                    <a:pt x="40" y="82"/>
                    <a:pt x="40" y="82"/>
                  </a:cubicBezTo>
                  <a:cubicBezTo>
                    <a:pt x="39" y="82"/>
                    <a:pt x="39" y="82"/>
                    <a:pt x="39" y="81"/>
                  </a:cubicBezTo>
                  <a:cubicBezTo>
                    <a:pt x="39" y="80"/>
                    <a:pt x="39" y="79"/>
                    <a:pt x="40" y="79"/>
                  </a:cubicBezTo>
                  <a:cubicBezTo>
                    <a:pt x="57" y="79"/>
                    <a:pt x="57" y="79"/>
                    <a:pt x="57" y="79"/>
                  </a:cubicBezTo>
                  <a:cubicBezTo>
                    <a:pt x="58" y="79"/>
                    <a:pt x="59" y="80"/>
                    <a:pt x="59" y="81"/>
                  </a:cubicBezTo>
                  <a:cubicBezTo>
                    <a:pt x="59" y="82"/>
                    <a:pt x="58" y="82"/>
                    <a:pt x="57" y="82"/>
                  </a:cubicBezTo>
                  <a:close/>
                  <a:moveTo>
                    <a:pt x="17" y="68"/>
                  </a:moveTo>
                  <a:cubicBezTo>
                    <a:pt x="14" y="68"/>
                    <a:pt x="11" y="65"/>
                    <a:pt x="11" y="6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8"/>
                    <a:pt x="14" y="5"/>
                    <a:pt x="17" y="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5" y="5"/>
                    <a:pt x="88" y="8"/>
                    <a:pt x="88" y="12"/>
                  </a:cubicBezTo>
                  <a:cubicBezTo>
                    <a:pt x="88" y="62"/>
                    <a:pt x="88" y="62"/>
                    <a:pt x="88" y="62"/>
                  </a:cubicBezTo>
                  <a:cubicBezTo>
                    <a:pt x="88" y="65"/>
                    <a:pt x="85" y="68"/>
                    <a:pt x="81" y="68"/>
                  </a:cubicBezTo>
                  <a:lnTo>
                    <a:pt x="17" y="6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1" name="íṡļí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9FB9769-B3EE-45FD-AF1F-E38C79FEAAE2}"/>
                </a:ext>
              </a:extLst>
            </p:cNvPr>
            <p:cNvSpPr/>
            <p:nvPr/>
          </p:nvSpPr>
          <p:spPr bwMode="auto">
            <a:xfrm>
              <a:off x="5063805" y="2057603"/>
              <a:ext cx="89172" cy="94058"/>
            </a:xfrm>
            <a:custGeom>
              <a:avLst/>
              <a:gdLst>
                <a:gd name="T0" fmla="*/ 0 w 73"/>
                <a:gd name="T1" fmla="*/ 77 h 77"/>
                <a:gd name="T2" fmla="*/ 73 w 73"/>
                <a:gd name="T3" fmla="*/ 37 h 77"/>
                <a:gd name="T4" fmla="*/ 0 w 73"/>
                <a:gd name="T5" fmla="*/ 0 h 77"/>
                <a:gd name="T6" fmla="*/ 0 w 73"/>
                <a:gd name="T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77">
                  <a:moveTo>
                    <a:pt x="0" y="77"/>
                  </a:moveTo>
                  <a:lnTo>
                    <a:pt x="73" y="37"/>
                  </a:lnTo>
                  <a:lnTo>
                    <a:pt x="0" y="0"/>
                  </a:lnTo>
                  <a:lnTo>
                    <a:pt x="0" y="7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2" name="išl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CC24C6D-2E6F-4BA4-8052-66E08F13E519}"/>
                </a:ext>
              </a:extLst>
            </p:cNvPr>
            <p:cNvSpPr/>
            <p:nvPr/>
          </p:nvSpPr>
          <p:spPr bwMode="auto">
            <a:xfrm>
              <a:off x="6320762" y="3899673"/>
              <a:ext cx="214990" cy="174679"/>
            </a:xfrm>
            <a:custGeom>
              <a:avLst/>
              <a:gdLst>
                <a:gd name="T0" fmla="*/ 75 w 85"/>
                <a:gd name="T1" fmla="*/ 0 h 69"/>
                <a:gd name="T2" fmla="*/ 10 w 85"/>
                <a:gd name="T3" fmla="*/ 0 h 69"/>
                <a:gd name="T4" fmla="*/ 0 w 85"/>
                <a:gd name="T5" fmla="*/ 9 h 69"/>
                <a:gd name="T6" fmla="*/ 0 w 85"/>
                <a:gd name="T7" fmla="*/ 47 h 69"/>
                <a:gd name="T8" fmla="*/ 10 w 85"/>
                <a:gd name="T9" fmla="*/ 56 h 69"/>
                <a:gd name="T10" fmla="*/ 42 w 85"/>
                <a:gd name="T11" fmla="*/ 56 h 69"/>
                <a:gd name="T12" fmla="*/ 56 w 85"/>
                <a:gd name="T13" fmla="*/ 66 h 69"/>
                <a:gd name="T14" fmla="*/ 63 w 85"/>
                <a:gd name="T15" fmla="*/ 69 h 69"/>
                <a:gd name="T16" fmla="*/ 69 w 85"/>
                <a:gd name="T17" fmla="*/ 66 h 69"/>
                <a:gd name="T18" fmla="*/ 82 w 85"/>
                <a:gd name="T19" fmla="*/ 53 h 69"/>
                <a:gd name="T20" fmla="*/ 84 w 85"/>
                <a:gd name="T21" fmla="*/ 50 h 69"/>
                <a:gd name="T22" fmla="*/ 85 w 85"/>
                <a:gd name="T23" fmla="*/ 47 h 69"/>
                <a:gd name="T24" fmla="*/ 85 w 85"/>
                <a:gd name="T25" fmla="*/ 9 h 69"/>
                <a:gd name="T26" fmla="*/ 75 w 85"/>
                <a:gd name="T27" fmla="*/ 0 h 69"/>
                <a:gd name="T28" fmla="*/ 77 w 85"/>
                <a:gd name="T29" fmla="*/ 45 h 69"/>
                <a:gd name="T30" fmla="*/ 77 w 85"/>
                <a:gd name="T31" fmla="*/ 46 h 69"/>
                <a:gd name="T32" fmla="*/ 76 w 85"/>
                <a:gd name="T33" fmla="*/ 48 h 69"/>
                <a:gd name="T34" fmla="*/ 64 w 85"/>
                <a:gd name="T35" fmla="*/ 60 h 69"/>
                <a:gd name="T36" fmla="*/ 57 w 85"/>
                <a:gd name="T37" fmla="*/ 60 h 69"/>
                <a:gd name="T38" fmla="*/ 44 w 85"/>
                <a:gd name="T39" fmla="*/ 49 h 69"/>
                <a:gd name="T40" fmla="*/ 13 w 85"/>
                <a:gd name="T41" fmla="*/ 49 h 69"/>
                <a:gd name="T42" fmla="*/ 8 w 85"/>
                <a:gd name="T43" fmla="*/ 45 h 69"/>
                <a:gd name="T44" fmla="*/ 8 w 85"/>
                <a:gd name="T45" fmla="*/ 10 h 69"/>
                <a:gd name="T46" fmla="*/ 13 w 85"/>
                <a:gd name="T47" fmla="*/ 6 h 69"/>
                <a:gd name="T48" fmla="*/ 72 w 85"/>
                <a:gd name="T49" fmla="*/ 6 h 69"/>
                <a:gd name="T50" fmla="*/ 77 w 85"/>
                <a:gd name="T51" fmla="*/ 10 h 69"/>
                <a:gd name="T52" fmla="*/ 77 w 85"/>
                <a:gd name="T53" fmla="*/ 4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5" h="69">
                  <a:moveTo>
                    <a:pt x="75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2"/>
                    <a:pt x="4" y="56"/>
                    <a:pt x="10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8" y="68"/>
                    <a:pt x="60" y="69"/>
                    <a:pt x="63" y="69"/>
                  </a:cubicBezTo>
                  <a:cubicBezTo>
                    <a:pt x="65" y="69"/>
                    <a:pt x="67" y="68"/>
                    <a:pt x="69" y="66"/>
                  </a:cubicBezTo>
                  <a:cubicBezTo>
                    <a:pt x="82" y="53"/>
                    <a:pt x="82" y="53"/>
                    <a:pt x="82" y="53"/>
                  </a:cubicBezTo>
                  <a:cubicBezTo>
                    <a:pt x="83" y="52"/>
                    <a:pt x="84" y="51"/>
                    <a:pt x="84" y="50"/>
                  </a:cubicBezTo>
                  <a:cubicBezTo>
                    <a:pt x="85" y="49"/>
                    <a:pt x="85" y="48"/>
                    <a:pt x="85" y="47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85" y="4"/>
                    <a:pt x="80" y="0"/>
                    <a:pt x="75" y="0"/>
                  </a:cubicBezTo>
                  <a:close/>
                  <a:moveTo>
                    <a:pt x="77" y="45"/>
                  </a:moveTo>
                  <a:cubicBezTo>
                    <a:pt x="77" y="45"/>
                    <a:pt x="77" y="46"/>
                    <a:pt x="77" y="46"/>
                  </a:cubicBezTo>
                  <a:cubicBezTo>
                    <a:pt x="77" y="47"/>
                    <a:pt x="77" y="47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2" y="61"/>
                    <a:pt x="59" y="61"/>
                    <a:pt x="57" y="60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0" y="49"/>
                    <a:pt x="8" y="47"/>
                    <a:pt x="8" y="45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8"/>
                    <a:pt x="10" y="6"/>
                    <a:pt x="13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5" y="6"/>
                    <a:pt x="77" y="8"/>
                    <a:pt x="77" y="10"/>
                  </a:cubicBezTo>
                  <a:lnTo>
                    <a:pt x="77" y="4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3" name="îşḷi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CC10DCE-8CEB-4E1C-AEE8-99FC9B8EB973}"/>
                </a:ext>
              </a:extLst>
            </p:cNvPr>
            <p:cNvSpPr/>
            <p:nvPr/>
          </p:nvSpPr>
          <p:spPr bwMode="auto">
            <a:xfrm>
              <a:off x="6457574" y="3932655"/>
              <a:ext cx="40311" cy="40311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4" name="isḻí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86B27E0-7E5F-4438-82F8-50084427391F}"/>
                </a:ext>
              </a:extLst>
            </p:cNvPr>
            <p:cNvSpPr/>
            <p:nvPr/>
          </p:nvSpPr>
          <p:spPr bwMode="auto">
            <a:xfrm>
              <a:off x="6403826" y="3932655"/>
              <a:ext cx="41532" cy="40311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5" name="ïs1ï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94A2055-ADD8-4822-8641-3673DCF85115}"/>
                </a:ext>
              </a:extLst>
            </p:cNvPr>
            <p:cNvSpPr/>
            <p:nvPr/>
          </p:nvSpPr>
          <p:spPr bwMode="auto">
            <a:xfrm>
              <a:off x="6351300" y="3932655"/>
              <a:ext cx="40311" cy="40311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6" name="îṡļî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33CBE5F-6BD3-4197-8B2E-DB6D5D9A9681}"/>
                </a:ext>
              </a:extLst>
            </p:cNvPr>
            <p:cNvSpPr/>
            <p:nvPr/>
          </p:nvSpPr>
          <p:spPr bwMode="auto">
            <a:xfrm>
              <a:off x="5300783" y="2885802"/>
              <a:ext cx="172236" cy="139255"/>
            </a:xfrm>
            <a:custGeom>
              <a:avLst/>
              <a:gdLst>
                <a:gd name="T0" fmla="*/ 68 w 68"/>
                <a:gd name="T1" fmla="*/ 54 h 55"/>
                <a:gd name="T2" fmla="*/ 60 w 68"/>
                <a:gd name="T3" fmla="*/ 25 h 55"/>
                <a:gd name="T4" fmla="*/ 60 w 68"/>
                <a:gd name="T5" fmla="*/ 24 h 55"/>
                <a:gd name="T6" fmla="*/ 49 w 68"/>
                <a:gd name="T7" fmla="*/ 24 h 55"/>
                <a:gd name="T8" fmla="*/ 48 w 68"/>
                <a:gd name="T9" fmla="*/ 25 h 55"/>
                <a:gd name="T10" fmla="*/ 45 w 68"/>
                <a:gd name="T11" fmla="*/ 38 h 55"/>
                <a:gd name="T12" fmla="*/ 36 w 68"/>
                <a:gd name="T13" fmla="*/ 1 h 55"/>
                <a:gd name="T14" fmla="*/ 34 w 68"/>
                <a:gd name="T15" fmla="*/ 0 h 55"/>
                <a:gd name="T16" fmla="*/ 15 w 68"/>
                <a:gd name="T17" fmla="*/ 0 h 55"/>
                <a:gd name="T18" fmla="*/ 14 w 68"/>
                <a:gd name="T19" fmla="*/ 1 h 55"/>
                <a:gd name="T20" fmla="*/ 1 w 68"/>
                <a:gd name="T21" fmla="*/ 54 h 55"/>
                <a:gd name="T22" fmla="*/ 2 w 68"/>
                <a:gd name="T23" fmla="*/ 55 h 55"/>
                <a:gd name="T24" fmla="*/ 18 w 68"/>
                <a:gd name="T25" fmla="*/ 55 h 55"/>
                <a:gd name="T26" fmla="*/ 19 w 68"/>
                <a:gd name="T27" fmla="*/ 55 h 55"/>
                <a:gd name="T28" fmla="*/ 21 w 68"/>
                <a:gd name="T29" fmla="*/ 44 h 55"/>
                <a:gd name="T30" fmla="*/ 22 w 68"/>
                <a:gd name="T31" fmla="*/ 43 h 55"/>
                <a:gd name="T32" fmla="*/ 28 w 68"/>
                <a:gd name="T33" fmla="*/ 43 h 55"/>
                <a:gd name="T34" fmla="*/ 28 w 68"/>
                <a:gd name="T35" fmla="*/ 44 h 55"/>
                <a:gd name="T36" fmla="*/ 30 w 68"/>
                <a:gd name="T37" fmla="*/ 55 h 55"/>
                <a:gd name="T38" fmla="*/ 32 w 68"/>
                <a:gd name="T39" fmla="*/ 55 h 55"/>
                <a:gd name="T40" fmla="*/ 48 w 68"/>
                <a:gd name="T41" fmla="*/ 55 h 55"/>
                <a:gd name="T42" fmla="*/ 49 w 68"/>
                <a:gd name="T43" fmla="*/ 55 h 55"/>
                <a:gd name="T44" fmla="*/ 51 w 68"/>
                <a:gd name="T45" fmla="*/ 55 h 55"/>
                <a:gd name="T46" fmla="*/ 51 w 68"/>
                <a:gd name="T47" fmla="*/ 55 h 55"/>
                <a:gd name="T48" fmla="*/ 52 w 68"/>
                <a:gd name="T49" fmla="*/ 48 h 55"/>
                <a:gd name="T50" fmla="*/ 53 w 68"/>
                <a:gd name="T51" fmla="*/ 48 h 55"/>
                <a:gd name="T52" fmla="*/ 56 w 68"/>
                <a:gd name="T53" fmla="*/ 48 h 55"/>
                <a:gd name="T54" fmla="*/ 56 w 68"/>
                <a:gd name="T55" fmla="*/ 48 h 55"/>
                <a:gd name="T56" fmla="*/ 58 w 68"/>
                <a:gd name="T57" fmla="*/ 55 h 55"/>
                <a:gd name="T58" fmla="*/ 58 w 68"/>
                <a:gd name="T59" fmla="*/ 55 h 55"/>
                <a:gd name="T60" fmla="*/ 67 w 68"/>
                <a:gd name="T61" fmla="*/ 55 h 55"/>
                <a:gd name="T62" fmla="*/ 68 w 68"/>
                <a:gd name="T63" fmla="*/ 54 h 55"/>
                <a:gd name="T64" fmla="*/ 22 w 68"/>
                <a:gd name="T65" fmla="*/ 38 h 55"/>
                <a:gd name="T66" fmla="*/ 20 w 68"/>
                <a:gd name="T67" fmla="*/ 36 h 55"/>
                <a:gd name="T68" fmla="*/ 23 w 68"/>
                <a:gd name="T69" fmla="*/ 20 h 55"/>
                <a:gd name="T70" fmla="*/ 25 w 68"/>
                <a:gd name="T71" fmla="*/ 16 h 55"/>
                <a:gd name="T72" fmla="*/ 27 w 68"/>
                <a:gd name="T73" fmla="*/ 20 h 55"/>
                <a:gd name="T74" fmla="*/ 29 w 68"/>
                <a:gd name="T75" fmla="*/ 36 h 55"/>
                <a:gd name="T76" fmla="*/ 22 w 68"/>
                <a:gd name="T77" fmla="*/ 38 h 55"/>
                <a:gd name="T78" fmla="*/ 54 w 68"/>
                <a:gd name="T79" fmla="*/ 44 h 55"/>
                <a:gd name="T80" fmla="*/ 53 w 68"/>
                <a:gd name="T81" fmla="*/ 43 h 55"/>
                <a:gd name="T82" fmla="*/ 54 w 68"/>
                <a:gd name="T83" fmla="*/ 40 h 55"/>
                <a:gd name="T84" fmla="*/ 54 w 68"/>
                <a:gd name="T85" fmla="*/ 39 h 55"/>
                <a:gd name="T86" fmla="*/ 55 w 68"/>
                <a:gd name="T87" fmla="*/ 40 h 55"/>
                <a:gd name="T88" fmla="*/ 56 w 68"/>
                <a:gd name="T89" fmla="*/ 44 h 55"/>
                <a:gd name="T90" fmla="*/ 54 w 68"/>
                <a:gd name="T91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8" h="55">
                  <a:moveTo>
                    <a:pt x="68" y="54"/>
                  </a:moveTo>
                  <a:cubicBezTo>
                    <a:pt x="60" y="25"/>
                    <a:pt x="60" y="25"/>
                    <a:pt x="60" y="25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24"/>
                    <a:pt x="48" y="24"/>
                    <a:pt x="48" y="25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4" y="0"/>
                    <a:pt x="14" y="1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0" y="55"/>
                    <a:pt x="1" y="55"/>
                    <a:pt x="2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3"/>
                    <a:pt x="22" y="43"/>
                    <a:pt x="22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4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1" y="55"/>
                    <a:pt x="31" y="55"/>
                    <a:pt x="32" y="55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48" y="55"/>
                    <a:pt x="49" y="55"/>
                    <a:pt x="49" y="55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2" y="48"/>
                    <a:pt x="53" y="48"/>
                    <a:pt x="53" y="48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8" y="55"/>
                    <a:pt x="68" y="55"/>
                    <a:pt x="68" y="54"/>
                  </a:cubicBezTo>
                  <a:moveTo>
                    <a:pt x="22" y="38"/>
                  </a:moveTo>
                  <a:cubicBezTo>
                    <a:pt x="21" y="38"/>
                    <a:pt x="20" y="37"/>
                    <a:pt x="2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17"/>
                    <a:pt x="24" y="16"/>
                    <a:pt x="25" y="16"/>
                  </a:cubicBezTo>
                  <a:cubicBezTo>
                    <a:pt x="26" y="16"/>
                    <a:pt x="26" y="18"/>
                    <a:pt x="27" y="20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8"/>
                    <a:pt x="29" y="38"/>
                    <a:pt x="22" y="38"/>
                  </a:cubicBezTo>
                  <a:moveTo>
                    <a:pt x="54" y="44"/>
                  </a:moveTo>
                  <a:cubicBezTo>
                    <a:pt x="53" y="44"/>
                    <a:pt x="53" y="44"/>
                    <a:pt x="53" y="43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5" y="39"/>
                    <a:pt x="55" y="39"/>
                    <a:pt x="55" y="40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4"/>
                    <a:pt x="55" y="44"/>
                    <a:pt x="54" y="44"/>
                  </a:cubicBezTo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7" name="îšḷï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5C21493-DC80-4D2A-9443-8388B832C300}"/>
                </a:ext>
              </a:extLst>
            </p:cNvPr>
            <p:cNvSpPr/>
            <p:nvPr/>
          </p:nvSpPr>
          <p:spPr bwMode="auto">
            <a:xfrm>
              <a:off x="4135441" y="2232283"/>
              <a:ext cx="418986" cy="351801"/>
            </a:xfrm>
            <a:custGeom>
              <a:avLst/>
              <a:gdLst>
                <a:gd name="T0" fmla="*/ 154 w 165"/>
                <a:gd name="T1" fmla="*/ 28 h 139"/>
                <a:gd name="T2" fmla="*/ 139 w 165"/>
                <a:gd name="T3" fmla="*/ 25 h 139"/>
                <a:gd name="T4" fmla="*/ 131 w 165"/>
                <a:gd name="T5" fmla="*/ 48 h 139"/>
                <a:gd name="T6" fmla="*/ 134 w 165"/>
                <a:gd name="T7" fmla="*/ 28 h 139"/>
                <a:gd name="T8" fmla="*/ 134 w 165"/>
                <a:gd name="T9" fmla="*/ 25 h 139"/>
                <a:gd name="T10" fmla="*/ 135 w 165"/>
                <a:gd name="T11" fmla="*/ 24 h 139"/>
                <a:gd name="T12" fmla="*/ 134 w 165"/>
                <a:gd name="T13" fmla="*/ 24 h 139"/>
                <a:gd name="T14" fmla="*/ 122 w 165"/>
                <a:gd name="T15" fmla="*/ 11 h 139"/>
                <a:gd name="T16" fmla="*/ 56 w 165"/>
                <a:gd name="T17" fmla="*/ 1 h 139"/>
                <a:gd name="T18" fmla="*/ 40 w 165"/>
                <a:gd name="T19" fmla="*/ 13 h 139"/>
                <a:gd name="T20" fmla="*/ 36 w 165"/>
                <a:gd name="T21" fmla="*/ 39 h 139"/>
                <a:gd name="T22" fmla="*/ 48 w 165"/>
                <a:gd name="T23" fmla="*/ 55 h 139"/>
                <a:gd name="T24" fmla="*/ 51 w 165"/>
                <a:gd name="T25" fmla="*/ 56 h 139"/>
                <a:gd name="T26" fmla="*/ 40 w 165"/>
                <a:gd name="T27" fmla="*/ 99 h 139"/>
                <a:gd name="T28" fmla="*/ 20 w 165"/>
                <a:gd name="T29" fmla="*/ 105 h 139"/>
                <a:gd name="T30" fmla="*/ 20 w 165"/>
                <a:gd name="T31" fmla="*/ 92 h 139"/>
                <a:gd name="T32" fmla="*/ 10 w 165"/>
                <a:gd name="T33" fmla="*/ 82 h 139"/>
                <a:gd name="T34" fmla="*/ 0 w 165"/>
                <a:gd name="T35" fmla="*/ 92 h 139"/>
                <a:gd name="T36" fmla="*/ 0 w 165"/>
                <a:gd name="T37" fmla="*/ 130 h 139"/>
                <a:gd name="T38" fmla="*/ 10 w 165"/>
                <a:gd name="T39" fmla="*/ 139 h 139"/>
                <a:gd name="T40" fmla="*/ 20 w 165"/>
                <a:gd name="T41" fmla="*/ 130 h 139"/>
                <a:gd name="T42" fmla="*/ 20 w 165"/>
                <a:gd name="T43" fmla="*/ 118 h 139"/>
                <a:gd name="T44" fmla="*/ 49 w 165"/>
                <a:gd name="T45" fmla="*/ 109 h 139"/>
                <a:gd name="T46" fmla="*/ 50 w 165"/>
                <a:gd name="T47" fmla="*/ 109 h 139"/>
                <a:gd name="T48" fmla="*/ 63 w 165"/>
                <a:gd name="T49" fmla="*/ 58 h 139"/>
                <a:gd name="T50" fmla="*/ 114 w 165"/>
                <a:gd name="T51" fmla="*/ 66 h 139"/>
                <a:gd name="T52" fmla="*/ 128 w 165"/>
                <a:gd name="T53" fmla="*/ 60 h 139"/>
                <a:gd name="T54" fmla="*/ 147 w 165"/>
                <a:gd name="T55" fmla="*/ 64 h 139"/>
                <a:gd name="T56" fmla="*/ 149 w 165"/>
                <a:gd name="T57" fmla="*/ 56 h 139"/>
                <a:gd name="T58" fmla="*/ 161 w 165"/>
                <a:gd name="T59" fmla="*/ 59 h 139"/>
                <a:gd name="T60" fmla="*/ 165 w 165"/>
                <a:gd name="T61" fmla="*/ 38 h 139"/>
                <a:gd name="T62" fmla="*/ 153 w 165"/>
                <a:gd name="T63" fmla="*/ 36 h 139"/>
                <a:gd name="T64" fmla="*/ 154 w 165"/>
                <a:gd name="T65" fmla="*/ 28 h 139"/>
                <a:gd name="T66" fmla="*/ 61 w 165"/>
                <a:gd name="T67" fmla="*/ 45 h 139"/>
                <a:gd name="T68" fmla="*/ 48 w 165"/>
                <a:gd name="T69" fmla="*/ 33 h 139"/>
                <a:gd name="T70" fmla="*/ 61 w 165"/>
                <a:gd name="T71" fmla="*/ 20 h 139"/>
                <a:gd name="T72" fmla="*/ 74 w 165"/>
                <a:gd name="T73" fmla="*/ 33 h 139"/>
                <a:gd name="T74" fmla="*/ 61 w 165"/>
                <a:gd name="T75" fmla="*/ 4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5" h="139">
                  <a:moveTo>
                    <a:pt x="154" y="28"/>
                  </a:moveTo>
                  <a:cubicBezTo>
                    <a:pt x="139" y="25"/>
                    <a:pt x="139" y="25"/>
                    <a:pt x="139" y="25"/>
                  </a:cubicBezTo>
                  <a:cubicBezTo>
                    <a:pt x="131" y="48"/>
                    <a:pt x="131" y="48"/>
                    <a:pt x="131" y="48"/>
                  </a:cubicBezTo>
                  <a:cubicBezTo>
                    <a:pt x="134" y="28"/>
                    <a:pt x="134" y="28"/>
                    <a:pt x="134" y="28"/>
                  </a:cubicBezTo>
                  <a:cubicBezTo>
                    <a:pt x="134" y="27"/>
                    <a:pt x="134" y="26"/>
                    <a:pt x="134" y="25"/>
                  </a:cubicBezTo>
                  <a:cubicBezTo>
                    <a:pt x="135" y="24"/>
                    <a:pt x="135" y="24"/>
                    <a:pt x="135" y="24"/>
                  </a:cubicBezTo>
                  <a:cubicBezTo>
                    <a:pt x="134" y="24"/>
                    <a:pt x="134" y="24"/>
                    <a:pt x="134" y="24"/>
                  </a:cubicBezTo>
                  <a:cubicBezTo>
                    <a:pt x="134" y="18"/>
                    <a:pt x="129" y="12"/>
                    <a:pt x="122" y="1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8" y="0"/>
                    <a:pt x="41" y="5"/>
                    <a:pt x="40" y="13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5" y="47"/>
                    <a:pt x="40" y="54"/>
                    <a:pt x="48" y="55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40" y="99"/>
                    <a:pt x="40" y="99"/>
                    <a:pt x="40" y="99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20" y="92"/>
                    <a:pt x="20" y="92"/>
                    <a:pt x="20" y="92"/>
                  </a:cubicBezTo>
                  <a:cubicBezTo>
                    <a:pt x="20" y="87"/>
                    <a:pt x="15" y="82"/>
                    <a:pt x="10" y="82"/>
                  </a:cubicBezTo>
                  <a:cubicBezTo>
                    <a:pt x="5" y="82"/>
                    <a:pt x="0" y="87"/>
                    <a:pt x="0" y="92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35"/>
                    <a:pt x="5" y="139"/>
                    <a:pt x="10" y="139"/>
                  </a:cubicBezTo>
                  <a:cubicBezTo>
                    <a:pt x="15" y="139"/>
                    <a:pt x="20" y="135"/>
                    <a:pt x="20" y="130"/>
                  </a:cubicBezTo>
                  <a:cubicBezTo>
                    <a:pt x="20" y="118"/>
                    <a:pt x="20" y="118"/>
                    <a:pt x="20" y="118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50" y="109"/>
                    <a:pt x="50" y="109"/>
                    <a:pt x="50" y="109"/>
                  </a:cubicBezTo>
                  <a:cubicBezTo>
                    <a:pt x="63" y="58"/>
                    <a:pt x="63" y="58"/>
                    <a:pt x="63" y="58"/>
                  </a:cubicBezTo>
                  <a:cubicBezTo>
                    <a:pt x="114" y="66"/>
                    <a:pt x="114" y="66"/>
                    <a:pt x="114" y="66"/>
                  </a:cubicBezTo>
                  <a:cubicBezTo>
                    <a:pt x="120" y="66"/>
                    <a:pt x="125" y="64"/>
                    <a:pt x="128" y="60"/>
                  </a:cubicBezTo>
                  <a:cubicBezTo>
                    <a:pt x="147" y="64"/>
                    <a:pt x="147" y="64"/>
                    <a:pt x="147" y="64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61" y="59"/>
                    <a:pt x="161" y="59"/>
                    <a:pt x="161" y="59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53" y="36"/>
                    <a:pt x="153" y="36"/>
                    <a:pt x="153" y="36"/>
                  </a:cubicBezTo>
                  <a:lnTo>
                    <a:pt x="154" y="28"/>
                  </a:lnTo>
                  <a:close/>
                  <a:moveTo>
                    <a:pt x="61" y="45"/>
                  </a:moveTo>
                  <a:cubicBezTo>
                    <a:pt x="54" y="45"/>
                    <a:pt x="48" y="40"/>
                    <a:pt x="48" y="33"/>
                  </a:cubicBezTo>
                  <a:cubicBezTo>
                    <a:pt x="48" y="26"/>
                    <a:pt x="54" y="20"/>
                    <a:pt x="61" y="20"/>
                  </a:cubicBezTo>
                  <a:cubicBezTo>
                    <a:pt x="69" y="20"/>
                    <a:pt x="74" y="26"/>
                    <a:pt x="74" y="33"/>
                  </a:cubicBezTo>
                  <a:cubicBezTo>
                    <a:pt x="74" y="40"/>
                    <a:pt x="69" y="45"/>
                    <a:pt x="61" y="45"/>
                  </a:cubicBezTo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8" name="îśḷî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D6D38E3-AC3D-4DE0-BF95-E8CC93E371DD}"/>
                </a:ext>
              </a:extLst>
            </p:cNvPr>
            <p:cNvSpPr/>
            <p:nvPr/>
          </p:nvSpPr>
          <p:spPr bwMode="auto">
            <a:xfrm>
              <a:off x="4488464" y="2279922"/>
              <a:ext cx="258965" cy="284617"/>
            </a:xfrm>
            <a:custGeom>
              <a:avLst/>
              <a:gdLst>
                <a:gd name="T0" fmla="*/ 86 w 102"/>
                <a:gd name="T1" fmla="*/ 59 h 112"/>
                <a:gd name="T2" fmla="*/ 86 w 102"/>
                <a:gd name="T3" fmla="*/ 15 h 112"/>
                <a:gd name="T4" fmla="*/ 89 w 102"/>
                <a:gd name="T5" fmla="*/ 9 h 112"/>
                <a:gd name="T6" fmla="*/ 80 w 102"/>
                <a:gd name="T7" fmla="*/ 0 h 112"/>
                <a:gd name="T8" fmla="*/ 71 w 102"/>
                <a:gd name="T9" fmla="*/ 9 h 112"/>
                <a:gd name="T10" fmla="*/ 76 w 102"/>
                <a:gd name="T11" fmla="*/ 16 h 112"/>
                <a:gd name="T12" fmla="*/ 76 w 102"/>
                <a:gd name="T13" fmla="*/ 59 h 112"/>
                <a:gd name="T14" fmla="*/ 18 w 102"/>
                <a:gd name="T15" fmla="*/ 59 h 112"/>
                <a:gd name="T16" fmla="*/ 0 w 102"/>
                <a:gd name="T17" fmla="*/ 77 h 112"/>
                <a:gd name="T18" fmla="*/ 0 w 102"/>
                <a:gd name="T19" fmla="*/ 94 h 112"/>
                <a:gd name="T20" fmla="*/ 18 w 102"/>
                <a:gd name="T21" fmla="*/ 112 h 112"/>
                <a:gd name="T22" fmla="*/ 84 w 102"/>
                <a:gd name="T23" fmla="*/ 112 h 112"/>
                <a:gd name="T24" fmla="*/ 102 w 102"/>
                <a:gd name="T25" fmla="*/ 94 h 112"/>
                <a:gd name="T26" fmla="*/ 102 w 102"/>
                <a:gd name="T27" fmla="*/ 77 h 112"/>
                <a:gd name="T28" fmla="*/ 86 w 102"/>
                <a:gd name="T29" fmla="*/ 59 h 112"/>
                <a:gd name="T30" fmla="*/ 18 w 102"/>
                <a:gd name="T31" fmla="*/ 102 h 112"/>
                <a:gd name="T32" fmla="*/ 10 w 102"/>
                <a:gd name="T33" fmla="*/ 94 h 112"/>
                <a:gd name="T34" fmla="*/ 10 w 102"/>
                <a:gd name="T35" fmla="*/ 77 h 112"/>
                <a:gd name="T36" fmla="*/ 18 w 102"/>
                <a:gd name="T37" fmla="*/ 69 h 112"/>
                <a:gd name="T38" fmla="*/ 71 w 102"/>
                <a:gd name="T39" fmla="*/ 69 h 112"/>
                <a:gd name="T40" fmla="*/ 61 w 102"/>
                <a:gd name="T41" fmla="*/ 85 h 112"/>
                <a:gd name="T42" fmla="*/ 72 w 102"/>
                <a:gd name="T43" fmla="*/ 102 h 112"/>
                <a:gd name="T44" fmla="*/ 18 w 102"/>
                <a:gd name="T45" fmla="*/ 102 h 112"/>
                <a:gd name="T46" fmla="*/ 79 w 102"/>
                <a:gd name="T47" fmla="*/ 94 h 112"/>
                <a:gd name="T48" fmla="*/ 70 w 102"/>
                <a:gd name="T49" fmla="*/ 85 h 112"/>
                <a:gd name="T50" fmla="*/ 79 w 102"/>
                <a:gd name="T51" fmla="*/ 76 h 112"/>
                <a:gd name="T52" fmla="*/ 89 w 102"/>
                <a:gd name="T53" fmla="*/ 85 h 112"/>
                <a:gd name="T54" fmla="*/ 79 w 102"/>
                <a:gd name="T55" fmla="*/ 9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02" h="112">
                  <a:moveTo>
                    <a:pt x="86" y="59"/>
                  </a:moveTo>
                  <a:cubicBezTo>
                    <a:pt x="86" y="15"/>
                    <a:pt x="86" y="15"/>
                    <a:pt x="86" y="15"/>
                  </a:cubicBezTo>
                  <a:cubicBezTo>
                    <a:pt x="88" y="14"/>
                    <a:pt x="89" y="11"/>
                    <a:pt x="89" y="9"/>
                  </a:cubicBezTo>
                  <a:cubicBezTo>
                    <a:pt x="89" y="4"/>
                    <a:pt x="85" y="0"/>
                    <a:pt x="80" y="0"/>
                  </a:cubicBezTo>
                  <a:cubicBezTo>
                    <a:pt x="75" y="0"/>
                    <a:pt x="71" y="4"/>
                    <a:pt x="71" y="9"/>
                  </a:cubicBezTo>
                  <a:cubicBezTo>
                    <a:pt x="71" y="12"/>
                    <a:pt x="73" y="14"/>
                    <a:pt x="76" y="16"/>
                  </a:cubicBezTo>
                  <a:cubicBezTo>
                    <a:pt x="76" y="59"/>
                    <a:pt x="76" y="59"/>
                    <a:pt x="76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8" y="59"/>
                    <a:pt x="0" y="67"/>
                    <a:pt x="0" y="77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103"/>
                    <a:pt x="8" y="112"/>
                    <a:pt x="18" y="112"/>
                  </a:cubicBezTo>
                  <a:cubicBezTo>
                    <a:pt x="84" y="112"/>
                    <a:pt x="84" y="112"/>
                    <a:pt x="84" y="112"/>
                  </a:cubicBezTo>
                  <a:cubicBezTo>
                    <a:pt x="94" y="112"/>
                    <a:pt x="102" y="103"/>
                    <a:pt x="102" y="94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2" y="67"/>
                    <a:pt x="95" y="59"/>
                    <a:pt x="86" y="59"/>
                  </a:cubicBezTo>
                  <a:close/>
                  <a:moveTo>
                    <a:pt x="18" y="102"/>
                  </a:moveTo>
                  <a:cubicBezTo>
                    <a:pt x="14" y="102"/>
                    <a:pt x="10" y="98"/>
                    <a:pt x="10" y="94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0" y="72"/>
                    <a:pt x="14" y="69"/>
                    <a:pt x="18" y="69"/>
                  </a:cubicBezTo>
                  <a:cubicBezTo>
                    <a:pt x="71" y="69"/>
                    <a:pt x="71" y="69"/>
                    <a:pt x="71" y="69"/>
                  </a:cubicBezTo>
                  <a:cubicBezTo>
                    <a:pt x="65" y="72"/>
                    <a:pt x="61" y="78"/>
                    <a:pt x="61" y="85"/>
                  </a:cubicBezTo>
                  <a:cubicBezTo>
                    <a:pt x="61" y="92"/>
                    <a:pt x="66" y="99"/>
                    <a:pt x="72" y="102"/>
                  </a:cubicBezTo>
                  <a:lnTo>
                    <a:pt x="18" y="102"/>
                  </a:lnTo>
                  <a:close/>
                  <a:moveTo>
                    <a:pt x="79" y="94"/>
                  </a:moveTo>
                  <a:cubicBezTo>
                    <a:pt x="74" y="94"/>
                    <a:pt x="70" y="90"/>
                    <a:pt x="70" y="85"/>
                  </a:cubicBezTo>
                  <a:cubicBezTo>
                    <a:pt x="70" y="80"/>
                    <a:pt x="74" y="76"/>
                    <a:pt x="79" y="76"/>
                  </a:cubicBezTo>
                  <a:cubicBezTo>
                    <a:pt x="85" y="76"/>
                    <a:pt x="89" y="80"/>
                    <a:pt x="89" y="85"/>
                  </a:cubicBezTo>
                  <a:cubicBezTo>
                    <a:pt x="89" y="90"/>
                    <a:pt x="85" y="94"/>
                    <a:pt x="79" y="9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9" name="iṡli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6F61FFE-3983-4554-9209-87DDD6369339}"/>
                </a:ext>
              </a:extLst>
            </p:cNvPr>
            <p:cNvSpPr/>
            <p:nvPr/>
          </p:nvSpPr>
          <p:spPr bwMode="auto">
            <a:xfrm>
              <a:off x="4526331" y="2470481"/>
              <a:ext cx="108717" cy="20766"/>
            </a:xfrm>
            <a:custGeom>
              <a:avLst/>
              <a:gdLst>
                <a:gd name="T0" fmla="*/ 4 w 43"/>
                <a:gd name="T1" fmla="*/ 8 h 8"/>
                <a:gd name="T2" fmla="*/ 39 w 43"/>
                <a:gd name="T3" fmla="*/ 8 h 8"/>
                <a:gd name="T4" fmla="*/ 43 w 43"/>
                <a:gd name="T5" fmla="*/ 4 h 8"/>
                <a:gd name="T6" fmla="*/ 39 w 43"/>
                <a:gd name="T7" fmla="*/ 0 h 8"/>
                <a:gd name="T8" fmla="*/ 4 w 43"/>
                <a:gd name="T9" fmla="*/ 0 h 8"/>
                <a:gd name="T10" fmla="*/ 0 w 43"/>
                <a:gd name="T11" fmla="*/ 4 h 8"/>
                <a:gd name="T12" fmla="*/ 4 w 43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8">
                  <a:moveTo>
                    <a:pt x="4" y="8"/>
                  </a:moveTo>
                  <a:cubicBezTo>
                    <a:pt x="39" y="8"/>
                    <a:pt x="39" y="8"/>
                    <a:pt x="39" y="8"/>
                  </a:cubicBezTo>
                  <a:cubicBezTo>
                    <a:pt x="41" y="8"/>
                    <a:pt x="43" y="6"/>
                    <a:pt x="43" y="4"/>
                  </a:cubicBezTo>
                  <a:cubicBezTo>
                    <a:pt x="43" y="2"/>
                    <a:pt x="41" y="0"/>
                    <a:pt x="3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0" name="îSļî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FE9CF68-381E-4D1B-8B3B-3829F180EF78}"/>
                </a:ext>
              </a:extLst>
            </p:cNvPr>
            <p:cNvSpPr/>
            <p:nvPr/>
          </p:nvSpPr>
          <p:spPr bwMode="auto">
            <a:xfrm>
              <a:off x="4528774" y="2503463"/>
              <a:ext cx="108717" cy="20766"/>
            </a:xfrm>
            <a:custGeom>
              <a:avLst/>
              <a:gdLst>
                <a:gd name="T0" fmla="*/ 39 w 43"/>
                <a:gd name="T1" fmla="*/ 0 h 8"/>
                <a:gd name="T2" fmla="*/ 4 w 43"/>
                <a:gd name="T3" fmla="*/ 0 h 8"/>
                <a:gd name="T4" fmla="*/ 0 w 43"/>
                <a:gd name="T5" fmla="*/ 4 h 8"/>
                <a:gd name="T6" fmla="*/ 4 w 43"/>
                <a:gd name="T7" fmla="*/ 8 h 8"/>
                <a:gd name="T8" fmla="*/ 39 w 43"/>
                <a:gd name="T9" fmla="*/ 8 h 8"/>
                <a:gd name="T10" fmla="*/ 43 w 43"/>
                <a:gd name="T11" fmla="*/ 4 h 8"/>
                <a:gd name="T12" fmla="*/ 39 w 4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8">
                  <a:moveTo>
                    <a:pt x="39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41" y="8"/>
                    <a:pt x="43" y="6"/>
                    <a:pt x="43" y="4"/>
                  </a:cubicBezTo>
                  <a:cubicBezTo>
                    <a:pt x="43" y="1"/>
                    <a:pt x="41" y="0"/>
                    <a:pt x="39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1" name="î$ľí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F412048-90B4-4DA9-96BC-7D649992F6CC}"/>
                </a:ext>
              </a:extLst>
            </p:cNvPr>
            <p:cNvSpPr/>
            <p:nvPr/>
          </p:nvSpPr>
          <p:spPr bwMode="auto">
            <a:xfrm>
              <a:off x="6893660" y="3477023"/>
              <a:ext cx="195445" cy="172236"/>
            </a:xfrm>
            <a:custGeom>
              <a:avLst/>
              <a:gdLst>
                <a:gd name="T0" fmla="*/ 55 w 77"/>
                <a:gd name="T1" fmla="*/ 0 h 68"/>
                <a:gd name="T2" fmla="*/ 37 w 77"/>
                <a:gd name="T3" fmla="*/ 9 h 68"/>
                <a:gd name="T4" fmla="*/ 11 w 77"/>
                <a:gd name="T5" fmla="*/ 9 h 68"/>
                <a:gd name="T6" fmla="*/ 0 w 77"/>
                <a:gd name="T7" fmla="*/ 20 h 68"/>
                <a:gd name="T8" fmla="*/ 0 w 77"/>
                <a:gd name="T9" fmla="*/ 57 h 68"/>
                <a:gd name="T10" fmla="*/ 11 w 77"/>
                <a:gd name="T11" fmla="*/ 68 h 68"/>
                <a:gd name="T12" fmla="*/ 39 w 77"/>
                <a:gd name="T13" fmla="*/ 68 h 68"/>
                <a:gd name="T14" fmla="*/ 50 w 77"/>
                <a:gd name="T15" fmla="*/ 57 h 68"/>
                <a:gd name="T16" fmla="*/ 50 w 77"/>
                <a:gd name="T17" fmla="*/ 41 h 68"/>
                <a:gd name="T18" fmla="*/ 55 w 77"/>
                <a:gd name="T19" fmla="*/ 41 h 68"/>
                <a:gd name="T20" fmla="*/ 77 w 77"/>
                <a:gd name="T21" fmla="*/ 21 h 68"/>
                <a:gd name="T22" fmla="*/ 55 w 77"/>
                <a:gd name="T23" fmla="*/ 0 h 68"/>
                <a:gd name="T24" fmla="*/ 25 w 77"/>
                <a:gd name="T25" fmla="*/ 60 h 68"/>
                <a:gd name="T26" fmla="*/ 20 w 77"/>
                <a:gd name="T27" fmla="*/ 55 h 68"/>
                <a:gd name="T28" fmla="*/ 25 w 77"/>
                <a:gd name="T29" fmla="*/ 50 h 68"/>
                <a:gd name="T30" fmla="*/ 30 w 77"/>
                <a:gd name="T31" fmla="*/ 55 h 68"/>
                <a:gd name="T32" fmla="*/ 25 w 77"/>
                <a:gd name="T33" fmla="*/ 60 h 68"/>
                <a:gd name="T34" fmla="*/ 45 w 77"/>
                <a:gd name="T35" fmla="*/ 44 h 68"/>
                <a:gd name="T36" fmla="*/ 5 w 77"/>
                <a:gd name="T37" fmla="*/ 44 h 68"/>
                <a:gd name="T38" fmla="*/ 5 w 77"/>
                <a:gd name="T39" fmla="*/ 20 h 68"/>
                <a:gd name="T40" fmla="*/ 11 w 77"/>
                <a:gd name="T41" fmla="*/ 14 h 68"/>
                <a:gd name="T42" fmla="*/ 34 w 77"/>
                <a:gd name="T43" fmla="*/ 14 h 68"/>
                <a:gd name="T44" fmla="*/ 33 w 77"/>
                <a:gd name="T45" fmla="*/ 21 h 68"/>
                <a:gd name="T46" fmla="*/ 45 w 77"/>
                <a:gd name="T47" fmla="*/ 39 h 68"/>
                <a:gd name="T48" fmla="*/ 45 w 77"/>
                <a:gd name="T49" fmla="*/ 44 h 68"/>
                <a:gd name="T50" fmla="*/ 55 w 77"/>
                <a:gd name="T51" fmla="*/ 38 h 68"/>
                <a:gd name="T52" fmla="*/ 37 w 77"/>
                <a:gd name="T53" fmla="*/ 21 h 68"/>
                <a:gd name="T54" fmla="*/ 55 w 77"/>
                <a:gd name="T55" fmla="*/ 3 h 68"/>
                <a:gd name="T56" fmla="*/ 74 w 77"/>
                <a:gd name="T57" fmla="*/ 21 h 68"/>
                <a:gd name="T58" fmla="*/ 55 w 77"/>
                <a:gd name="T59" fmla="*/ 3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7" h="68">
                  <a:moveTo>
                    <a:pt x="55" y="0"/>
                  </a:moveTo>
                  <a:cubicBezTo>
                    <a:pt x="47" y="0"/>
                    <a:pt x="41" y="3"/>
                    <a:pt x="37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5" y="9"/>
                    <a:pt x="0" y="14"/>
                    <a:pt x="0" y="2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3"/>
                    <a:pt x="5" y="68"/>
                    <a:pt x="11" y="68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45" y="68"/>
                    <a:pt x="50" y="63"/>
                    <a:pt x="50" y="57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2" y="41"/>
                    <a:pt x="53" y="41"/>
                    <a:pt x="55" y="41"/>
                  </a:cubicBezTo>
                  <a:cubicBezTo>
                    <a:pt x="67" y="41"/>
                    <a:pt x="77" y="32"/>
                    <a:pt x="77" y="21"/>
                  </a:cubicBezTo>
                  <a:cubicBezTo>
                    <a:pt x="77" y="9"/>
                    <a:pt x="67" y="0"/>
                    <a:pt x="55" y="0"/>
                  </a:cubicBezTo>
                  <a:close/>
                  <a:moveTo>
                    <a:pt x="25" y="60"/>
                  </a:moveTo>
                  <a:cubicBezTo>
                    <a:pt x="22" y="60"/>
                    <a:pt x="20" y="58"/>
                    <a:pt x="20" y="55"/>
                  </a:cubicBezTo>
                  <a:cubicBezTo>
                    <a:pt x="20" y="53"/>
                    <a:pt x="22" y="50"/>
                    <a:pt x="25" y="50"/>
                  </a:cubicBezTo>
                  <a:cubicBezTo>
                    <a:pt x="28" y="50"/>
                    <a:pt x="30" y="53"/>
                    <a:pt x="30" y="55"/>
                  </a:cubicBezTo>
                  <a:cubicBezTo>
                    <a:pt x="30" y="58"/>
                    <a:pt x="28" y="60"/>
                    <a:pt x="25" y="60"/>
                  </a:cubicBezTo>
                  <a:close/>
                  <a:moveTo>
                    <a:pt x="4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7"/>
                    <a:pt x="8" y="14"/>
                    <a:pt x="11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3" y="16"/>
                    <a:pt x="33" y="18"/>
                    <a:pt x="33" y="21"/>
                  </a:cubicBezTo>
                  <a:cubicBezTo>
                    <a:pt x="33" y="29"/>
                    <a:pt x="38" y="36"/>
                    <a:pt x="45" y="39"/>
                  </a:cubicBezTo>
                  <a:lnTo>
                    <a:pt x="45" y="44"/>
                  </a:lnTo>
                  <a:close/>
                  <a:moveTo>
                    <a:pt x="55" y="38"/>
                  </a:moveTo>
                  <a:cubicBezTo>
                    <a:pt x="45" y="38"/>
                    <a:pt x="37" y="30"/>
                    <a:pt x="37" y="21"/>
                  </a:cubicBezTo>
                  <a:cubicBezTo>
                    <a:pt x="37" y="11"/>
                    <a:pt x="45" y="3"/>
                    <a:pt x="55" y="3"/>
                  </a:cubicBezTo>
                  <a:cubicBezTo>
                    <a:pt x="66" y="3"/>
                    <a:pt x="74" y="11"/>
                    <a:pt x="74" y="21"/>
                  </a:cubicBezTo>
                  <a:cubicBezTo>
                    <a:pt x="74" y="30"/>
                    <a:pt x="66" y="38"/>
                    <a:pt x="55" y="3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2" name="iSḻï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E72F55F-CD16-4F90-BC23-0C7E8A32DCE0}"/>
                </a:ext>
              </a:extLst>
            </p:cNvPr>
            <p:cNvSpPr/>
            <p:nvPr/>
          </p:nvSpPr>
          <p:spPr bwMode="auto">
            <a:xfrm>
              <a:off x="6998712" y="3514891"/>
              <a:ext cx="17101" cy="28096"/>
            </a:xfrm>
            <a:custGeom>
              <a:avLst/>
              <a:gdLst>
                <a:gd name="T0" fmla="*/ 4 w 7"/>
                <a:gd name="T1" fmla="*/ 5 h 11"/>
                <a:gd name="T2" fmla="*/ 2 w 7"/>
                <a:gd name="T3" fmla="*/ 3 h 11"/>
                <a:gd name="T4" fmla="*/ 4 w 7"/>
                <a:gd name="T5" fmla="*/ 2 h 11"/>
                <a:gd name="T6" fmla="*/ 6 w 7"/>
                <a:gd name="T7" fmla="*/ 3 h 11"/>
                <a:gd name="T8" fmla="*/ 7 w 7"/>
                <a:gd name="T9" fmla="*/ 1 h 11"/>
                <a:gd name="T10" fmla="*/ 4 w 7"/>
                <a:gd name="T11" fmla="*/ 0 h 11"/>
                <a:gd name="T12" fmla="*/ 0 w 7"/>
                <a:gd name="T13" fmla="*/ 3 h 11"/>
                <a:gd name="T14" fmla="*/ 3 w 7"/>
                <a:gd name="T15" fmla="*/ 7 h 11"/>
                <a:gd name="T16" fmla="*/ 5 w 7"/>
                <a:gd name="T17" fmla="*/ 8 h 11"/>
                <a:gd name="T18" fmla="*/ 3 w 7"/>
                <a:gd name="T19" fmla="*/ 9 h 11"/>
                <a:gd name="T20" fmla="*/ 0 w 7"/>
                <a:gd name="T21" fmla="*/ 9 h 11"/>
                <a:gd name="T22" fmla="*/ 0 w 7"/>
                <a:gd name="T23" fmla="*/ 11 h 11"/>
                <a:gd name="T24" fmla="*/ 3 w 7"/>
                <a:gd name="T25" fmla="*/ 11 h 11"/>
                <a:gd name="T26" fmla="*/ 7 w 7"/>
                <a:gd name="T27" fmla="*/ 8 h 11"/>
                <a:gd name="T28" fmla="*/ 4 w 7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" h="11">
                  <a:moveTo>
                    <a:pt x="4" y="5"/>
                  </a:moveTo>
                  <a:cubicBezTo>
                    <a:pt x="3" y="4"/>
                    <a:pt x="2" y="4"/>
                    <a:pt x="2" y="3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2"/>
                    <a:pt x="6" y="2"/>
                    <a:pt x="6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7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9"/>
                    <a:pt x="4" y="9"/>
                    <a:pt x="3" y="9"/>
                  </a:cubicBezTo>
                  <a:cubicBezTo>
                    <a:pt x="2" y="9"/>
                    <a:pt x="1" y="9"/>
                    <a:pt x="0" y="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2" y="11"/>
                    <a:pt x="3" y="11"/>
                  </a:cubicBezTo>
                  <a:cubicBezTo>
                    <a:pt x="6" y="11"/>
                    <a:pt x="7" y="10"/>
                    <a:pt x="7" y="8"/>
                  </a:cubicBezTo>
                  <a:cubicBezTo>
                    <a:pt x="7" y="6"/>
                    <a:pt x="6" y="5"/>
                    <a:pt x="4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3" name="ísḻi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052F2B3-5586-4D45-892C-B41440E2B9E4}"/>
                </a:ext>
              </a:extLst>
            </p:cNvPr>
            <p:cNvSpPr/>
            <p:nvPr/>
          </p:nvSpPr>
          <p:spPr bwMode="auto">
            <a:xfrm>
              <a:off x="7020700" y="3514891"/>
              <a:ext cx="30539" cy="28096"/>
            </a:xfrm>
            <a:custGeom>
              <a:avLst/>
              <a:gdLst>
                <a:gd name="T0" fmla="*/ 8 w 12"/>
                <a:gd name="T1" fmla="*/ 0 h 11"/>
                <a:gd name="T2" fmla="*/ 7 w 12"/>
                <a:gd name="T3" fmla="*/ 4 h 11"/>
                <a:gd name="T4" fmla="*/ 6 w 12"/>
                <a:gd name="T5" fmla="*/ 8 h 11"/>
                <a:gd name="T6" fmla="*/ 6 w 12"/>
                <a:gd name="T7" fmla="*/ 8 h 11"/>
                <a:gd name="T8" fmla="*/ 5 w 12"/>
                <a:gd name="T9" fmla="*/ 4 h 11"/>
                <a:gd name="T10" fmla="*/ 4 w 12"/>
                <a:gd name="T11" fmla="*/ 0 h 11"/>
                <a:gd name="T12" fmla="*/ 0 w 12"/>
                <a:gd name="T13" fmla="*/ 0 h 11"/>
                <a:gd name="T14" fmla="*/ 0 w 12"/>
                <a:gd name="T15" fmla="*/ 11 h 11"/>
                <a:gd name="T16" fmla="*/ 2 w 12"/>
                <a:gd name="T17" fmla="*/ 11 h 11"/>
                <a:gd name="T18" fmla="*/ 2 w 12"/>
                <a:gd name="T19" fmla="*/ 7 h 11"/>
                <a:gd name="T20" fmla="*/ 2 w 12"/>
                <a:gd name="T21" fmla="*/ 2 h 11"/>
                <a:gd name="T22" fmla="*/ 2 w 12"/>
                <a:gd name="T23" fmla="*/ 2 h 11"/>
                <a:gd name="T24" fmla="*/ 3 w 12"/>
                <a:gd name="T25" fmla="*/ 7 h 11"/>
                <a:gd name="T26" fmla="*/ 5 w 12"/>
                <a:gd name="T27" fmla="*/ 11 h 11"/>
                <a:gd name="T28" fmla="*/ 6 w 12"/>
                <a:gd name="T29" fmla="*/ 11 h 11"/>
                <a:gd name="T30" fmla="*/ 8 w 12"/>
                <a:gd name="T31" fmla="*/ 7 h 11"/>
                <a:gd name="T32" fmla="*/ 9 w 12"/>
                <a:gd name="T33" fmla="*/ 2 h 11"/>
                <a:gd name="T34" fmla="*/ 9 w 12"/>
                <a:gd name="T35" fmla="*/ 2 h 11"/>
                <a:gd name="T36" fmla="*/ 9 w 12"/>
                <a:gd name="T37" fmla="*/ 7 h 11"/>
                <a:gd name="T38" fmla="*/ 9 w 12"/>
                <a:gd name="T39" fmla="*/ 11 h 11"/>
                <a:gd name="T40" fmla="*/ 12 w 12"/>
                <a:gd name="T41" fmla="*/ 11 h 11"/>
                <a:gd name="T42" fmla="*/ 11 w 12"/>
                <a:gd name="T43" fmla="*/ 0 h 11"/>
                <a:gd name="T44" fmla="*/ 8 w 12"/>
                <a:gd name="T4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" h="11">
                  <a:moveTo>
                    <a:pt x="8" y="0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5"/>
                    <a:pt x="6" y="6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6"/>
                    <a:pt x="5" y="5"/>
                    <a:pt x="5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4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4"/>
                    <a:pt x="3" y="5"/>
                    <a:pt x="3" y="7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9" y="4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4"/>
                    <a:pt x="9" y="6"/>
                    <a:pt x="9" y="7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8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4" name="ï$ľï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2CF51CF-DF5F-48A0-88AF-C7AD9FFB5A07}"/>
                </a:ext>
              </a:extLst>
            </p:cNvPr>
            <p:cNvSpPr/>
            <p:nvPr/>
          </p:nvSpPr>
          <p:spPr bwMode="auto">
            <a:xfrm>
              <a:off x="7053682" y="3514891"/>
              <a:ext cx="20766" cy="28096"/>
            </a:xfrm>
            <a:custGeom>
              <a:avLst/>
              <a:gdLst>
                <a:gd name="T0" fmla="*/ 5 w 8"/>
                <a:gd name="T1" fmla="*/ 5 h 11"/>
                <a:gd name="T2" fmla="*/ 3 w 8"/>
                <a:gd name="T3" fmla="*/ 3 h 11"/>
                <a:gd name="T4" fmla="*/ 4 w 8"/>
                <a:gd name="T5" fmla="*/ 2 h 11"/>
                <a:gd name="T6" fmla="*/ 7 w 8"/>
                <a:gd name="T7" fmla="*/ 3 h 11"/>
                <a:gd name="T8" fmla="*/ 7 w 8"/>
                <a:gd name="T9" fmla="*/ 1 h 11"/>
                <a:gd name="T10" fmla="*/ 4 w 8"/>
                <a:gd name="T11" fmla="*/ 0 h 11"/>
                <a:gd name="T12" fmla="*/ 0 w 8"/>
                <a:gd name="T13" fmla="*/ 3 h 11"/>
                <a:gd name="T14" fmla="*/ 3 w 8"/>
                <a:gd name="T15" fmla="*/ 7 h 11"/>
                <a:gd name="T16" fmla="*/ 5 w 8"/>
                <a:gd name="T17" fmla="*/ 8 h 11"/>
                <a:gd name="T18" fmla="*/ 3 w 8"/>
                <a:gd name="T19" fmla="*/ 9 h 11"/>
                <a:gd name="T20" fmla="*/ 1 w 8"/>
                <a:gd name="T21" fmla="*/ 9 h 11"/>
                <a:gd name="T22" fmla="*/ 0 w 8"/>
                <a:gd name="T23" fmla="*/ 11 h 11"/>
                <a:gd name="T24" fmla="*/ 3 w 8"/>
                <a:gd name="T25" fmla="*/ 11 h 11"/>
                <a:gd name="T26" fmla="*/ 8 w 8"/>
                <a:gd name="T27" fmla="*/ 8 h 11"/>
                <a:gd name="T28" fmla="*/ 5 w 8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1">
                  <a:moveTo>
                    <a:pt x="5" y="5"/>
                  </a:moveTo>
                  <a:cubicBezTo>
                    <a:pt x="3" y="4"/>
                    <a:pt x="3" y="4"/>
                    <a:pt x="3" y="3"/>
                  </a:cubicBezTo>
                  <a:cubicBezTo>
                    <a:pt x="3" y="3"/>
                    <a:pt x="3" y="2"/>
                    <a:pt x="4" y="2"/>
                  </a:cubicBezTo>
                  <a:cubicBezTo>
                    <a:pt x="5" y="2"/>
                    <a:pt x="6" y="2"/>
                    <a:pt x="7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0"/>
                    <a:pt x="6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3" y="7"/>
                  </a:cubicBezTo>
                  <a:cubicBezTo>
                    <a:pt x="5" y="7"/>
                    <a:pt x="5" y="7"/>
                    <a:pt x="5" y="8"/>
                  </a:cubicBezTo>
                  <a:cubicBezTo>
                    <a:pt x="5" y="9"/>
                    <a:pt x="5" y="9"/>
                    <a:pt x="3" y="9"/>
                  </a:cubicBezTo>
                  <a:cubicBezTo>
                    <a:pt x="2" y="9"/>
                    <a:pt x="1" y="9"/>
                    <a:pt x="1" y="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6" y="11"/>
                    <a:pt x="8" y="10"/>
                    <a:pt x="8" y="8"/>
                  </a:cubicBezTo>
                  <a:cubicBezTo>
                    <a:pt x="8" y="6"/>
                    <a:pt x="7" y="5"/>
                    <a:pt x="5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5" name="îṣḻi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8B9BEF6-3E66-4CAD-A638-CB47FA25ABCE}"/>
                </a:ext>
              </a:extLst>
            </p:cNvPr>
            <p:cNvSpPr/>
            <p:nvPr/>
          </p:nvSpPr>
          <p:spPr bwMode="auto">
            <a:xfrm>
              <a:off x="5226270" y="3236382"/>
              <a:ext cx="197888" cy="172236"/>
            </a:xfrm>
            <a:custGeom>
              <a:avLst/>
              <a:gdLst>
                <a:gd name="T0" fmla="*/ 55 w 78"/>
                <a:gd name="T1" fmla="*/ 0 h 68"/>
                <a:gd name="T2" fmla="*/ 37 w 78"/>
                <a:gd name="T3" fmla="*/ 9 h 68"/>
                <a:gd name="T4" fmla="*/ 12 w 78"/>
                <a:gd name="T5" fmla="*/ 9 h 68"/>
                <a:gd name="T6" fmla="*/ 0 w 78"/>
                <a:gd name="T7" fmla="*/ 20 h 68"/>
                <a:gd name="T8" fmla="*/ 0 w 78"/>
                <a:gd name="T9" fmla="*/ 57 h 68"/>
                <a:gd name="T10" fmla="*/ 12 w 78"/>
                <a:gd name="T11" fmla="*/ 68 h 68"/>
                <a:gd name="T12" fmla="*/ 39 w 78"/>
                <a:gd name="T13" fmla="*/ 68 h 68"/>
                <a:gd name="T14" fmla="*/ 50 w 78"/>
                <a:gd name="T15" fmla="*/ 57 h 68"/>
                <a:gd name="T16" fmla="*/ 50 w 78"/>
                <a:gd name="T17" fmla="*/ 41 h 68"/>
                <a:gd name="T18" fmla="*/ 55 w 78"/>
                <a:gd name="T19" fmla="*/ 41 h 68"/>
                <a:gd name="T20" fmla="*/ 78 w 78"/>
                <a:gd name="T21" fmla="*/ 21 h 68"/>
                <a:gd name="T22" fmla="*/ 55 w 78"/>
                <a:gd name="T23" fmla="*/ 0 h 68"/>
                <a:gd name="T24" fmla="*/ 25 w 78"/>
                <a:gd name="T25" fmla="*/ 60 h 68"/>
                <a:gd name="T26" fmla="*/ 20 w 78"/>
                <a:gd name="T27" fmla="*/ 55 h 68"/>
                <a:gd name="T28" fmla="*/ 25 w 78"/>
                <a:gd name="T29" fmla="*/ 50 h 68"/>
                <a:gd name="T30" fmla="*/ 30 w 78"/>
                <a:gd name="T31" fmla="*/ 55 h 68"/>
                <a:gd name="T32" fmla="*/ 25 w 78"/>
                <a:gd name="T33" fmla="*/ 60 h 68"/>
                <a:gd name="T34" fmla="*/ 45 w 78"/>
                <a:gd name="T35" fmla="*/ 44 h 68"/>
                <a:gd name="T36" fmla="*/ 5 w 78"/>
                <a:gd name="T37" fmla="*/ 44 h 68"/>
                <a:gd name="T38" fmla="*/ 5 w 78"/>
                <a:gd name="T39" fmla="*/ 20 h 68"/>
                <a:gd name="T40" fmla="*/ 12 w 78"/>
                <a:gd name="T41" fmla="*/ 14 h 68"/>
                <a:gd name="T42" fmla="*/ 34 w 78"/>
                <a:gd name="T43" fmla="*/ 14 h 68"/>
                <a:gd name="T44" fmla="*/ 33 w 78"/>
                <a:gd name="T45" fmla="*/ 21 h 68"/>
                <a:gd name="T46" fmla="*/ 45 w 78"/>
                <a:gd name="T47" fmla="*/ 39 h 68"/>
                <a:gd name="T48" fmla="*/ 45 w 78"/>
                <a:gd name="T49" fmla="*/ 44 h 68"/>
                <a:gd name="T50" fmla="*/ 55 w 78"/>
                <a:gd name="T51" fmla="*/ 38 h 68"/>
                <a:gd name="T52" fmla="*/ 37 w 78"/>
                <a:gd name="T53" fmla="*/ 21 h 68"/>
                <a:gd name="T54" fmla="*/ 55 w 78"/>
                <a:gd name="T55" fmla="*/ 3 h 68"/>
                <a:gd name="T56" fmla="*/ 74 w 78"/>
                <a:gd name="T57" fmla="*/ 21 h 68"/>
                <a:gd name="T58" fmla="*/ 55 w 78"/>
                <a:gd name="T59" fmla="*/ 3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8" h="68">
                  <a:moveTo>
                    <a:pt x="55" y="0"/>
                  </a:moveTo>
                  <a:cubicBezTo>
                    <a:pt x="48" y="0"/>
                    <a:pt x="41" y="3"/>
                    <a:pt x="37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5" y="9"/>
                    <a:pt x="0" y="14"/>
                    <a:pt x="0" y="2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3"/>
                    <a:pt x="5" y="68"/>
                    <a:pt x="12" y="68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45" y="68"/>
                    <a:pt x="50" y="63"/>
                    <a:pt x="50" y="57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2" y="41"/>
                    <a:pt x="54" y="41"/>
                    <a:pt x="55" y="41"/>
                  </a:cubicBezTo>
                  <a:cubicBezTo>
                    <a:pt x="68" y="41"/>
                    <a:pt x="78" y="32"/>
                    <a:pt x="78" y="21"/>
                  </a:cubicBezTo>
                  <a:cubicBezTo>
                    <a:pt x="78" y="9"/>
                    <a:pt x="68" y="0"/>
                    <a:pt x="55" y="0"/>
                  </a:cubicBezTo>
                  <a:close/>
                  <a:moveTo>
                    <a:pt x="25" y="60"/>
                  </a:moveTo>
                  <a:cubicBezTo>
                    <a:pt x="22" y="60"/>
                    <a:pt x="20" y="58"/>
                    <a:pt x="20" y="55"/>
                  </a:cubicBezTo>
                  <a:cubicBezTo>
                    <a:pt x="20" y="53"/>
                    <a:pt x="22" y="50"/>
                    <a:pt x="25" y="50"/>
                  </a:cubicBezTo>
                  <a:cubicBezTo>
                    <a:pt x="28" y="50"/>
                    <a:pt x="30" y="53"/>
                    <a:pt x="30" y="55"/>
                  </a:cubicBezTo>
                  <a:cubicBezTo>
                    <a:pt x="30" y="58"/>
                    <a:pt x="28" y="60"/>
                    <a:pt x="25" y="60"/>
                  </a:cubicBezTo>
                  <a:close/>
                  <a:moveTo>
                    <a:pt x="45" y="44"/>
                  </a:moveTo>
                  <a:cubicBezTo>
                    <a:pt x="5" y="44"/>
                    <a:pt x="5" y="44"/>
                    <a:pt x="5" y="44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7"/>
                    <a:pt x="8" y="14"/>
                    <a:pt x="12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6"/>
                    <a:pt x="33" y="18"/>
                    <a:pt x="33" y="21"/>
                  </a:cubicBezTo>
                  <a:cubicBezTo>
                    <a:pt x="33" y="29"/>
                    <a:pt x="38" y="36"/>
                    <a:pt x="45" y="39"/>
                  </a:cubicBezTo>
                  <a:lnTo>
                    <a:pt x="45" y="44"/>
                  </a:lnTo>
                  <a:close/>
                  <a:moveTo>
                    <a:pt x="55" y="38"/>
                  </a:moveTo>
                  <a:cubicBezTo>
                    <a:pt x="45" y="38"/>
                    <a:pt x="37" y="30"/>
                    <a:pt x="37" y="21"/>
                  </a:cubicBezTo>
                  <a:cubicBezTo>
                    <a:pt x="37" y="11"/>
                    <a:pt x="45" y="3"/>
                    <a:pt x="55" y="3"/>
                  </a:cubicBezTo>
                  <a:cubicBezTo>
                    <a:pt x="66" y="3"/>
                    <a:pt x="74" y="11"/>
                    <a:pt x="74" y="21"/>
                  </a:cubicBezTo>
                  <a:cubicBezTo>
                    <a:pt x="74" y="30"/>
                    <a:pt x="66" y="38"/>
                    <a:pt x="55" y="3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6" name="išlï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C390068-2CAD-4BBB-812E-1ABD73AF4091}"/>
                </a:ext>
              </a:extLst>
            </p:cNvPr>
            <p:cNvSpPr/>
            <p:nvPr/>
          </p:nvSpPr>
          <p:spPr bwMode="auto">
            <a:xfrm>
              <a:off x="5331321" y="3274249"/>
              <a:ext cx="17101" cy="26874"/>
            </a:xfrm>
            <a:custGeom>
              <a:avLst/>
              <a:gdLst>
                <a:gd name="T0" fmla="*/ 5 w 7"/>
                <a:gd name="T1" fmla="*/ 5 h 11"/>
                <a:gd name="T2" fmla="*/ 3 w 7"/>
                <a:gd name="T3" fmla="*/ 3 h 11"/>
                <a:gd name="T4" fmla="*/ 4 w 7"/>
                <a:gd name="T5" fmla="*/ 2 h 11"/>
                <a:gd name="T6" fmla="*/ 6 w 7"/>
                <a:gd name="T7" fmla="*/ 3 h 11"/>
                <a:gd name="T8" fmla="*/ 7 w 7"/>
                <a:gd name="T9" fmla="*/ 1 h 11"/>
                <a:gd name="T10" fmla="*/ 4 w 7"/>
                <a:gd name="T11" fmla="*/ 0 h 11"/>
                <a:gd name="T12" fmla="*/ 0 w 7"/>
                <a:gd name="T13" fmla="*/ 3 h 11"/>
                <a:gd name="T14" fmla="*/ 3 w 7"/>
                <a:gd name="T15" fmla="*/ 7 h 11"/>
                <a:gd name="T16" fmla="*/ 5 w 7"/>
                <a:gd name="T17" fmla="*/ 8 h 11"/>
                <a:gd name="T18" fmla="*/ 3 w 7"/>
                <a:gd name="T19" fmla="*/ 9 h 11"/>
                <a:gd name="T20" fmla="*/ 0 w 7"/>
                <a:gd name="T21" fmla="*/ 9 h 11"/>
                <a:gd name="T22" fmla="*/ 0 w 7"/>
                <a:gd name="T23" fmla="*/ 11 h 11"/>
                <a:gd name="T24" fmla="*/ 3 w 7"/>
                <a:gd name="T25" fmla="*/ 11 h 11"/>
                <a:gd name="T26" fmla="*/ 7 w 7"/>
                <a:gd name="T27" fmla="*/ 8 h 11"/>
                <a:gd name="T28" fmla="*/ 5 w 7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" h="11">
                  <a:moveTo>
                    <a:pt x="5" y="5"/>
                  </a:moveTo>
                  <a:cubicBezTo>
                    <a:pt x="3" y="4"/>
                    <a:pt x="3" y="4"/>
                    <a:pt x="3" y="3"/>
                  </a:cubicBezTo>
                  <a:cubicBezTo>
                    <a:pt x="3" y="3"/>
                    <a:pt x="3" y="2"/>
                    <a:pt x="4" y="2"/>
                  </a:cubicBezTo>
                  <a:cubicBezTo>
                    <a:pt x="5" y="2"/>
                    <a:pt x="6" y="2"/>
                    <a:pt x="6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1" y="6"/>
                    <a:pt x="3" y="7"/>
                  </a:cubicBezTo>
                  <a:cubicBezTo>
                    <a:pt x="4" y="7"/>
                    <a:pt x="5" y="7"/>
                    <a:pt x="5" y="8"/>
                  </a:cubicBezTo>
                  <a:cubicBezTo>
                    <a:pt x="5" y="9"/>
                    <a:pt x="4" y="9"/>
                    <a:pt x="3" y="9"/>
                  </a:cubicBezTo>
                  <a:cubicBezTo>
                    <a:pt x="2" y="9"/>
                    <a:pt x="1" y="9"/>
                    <a:pt x="0" y="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6" y="11"/>
                    <a:pt x="7" y="10"/>
                    <a:pt x="7" y="8"/>
                  </a:cubicBezTo>
                  <a:cubicBezTo>
                    <a:pt x="7" y="6"/>
                    <a:pt x="7" y="5"/>
                    <a:pt x="5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7" name="í$ľï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C4F543E-051D-483B-A52C-5D5F191F64A2}"/>
                </a:ext>
              </a:extLst>
            </p:cNvPr>
            <p:cNvSpPr/>
            <p:nvPr/>
          </p:nvSpPr>
          <p:spPr bwMode="auto">
            <a:xfrm>
              <a:off x="5353309" y="3274249"/>
              <a:ext cx="30539" cy="26874"/>
            </a:xfrm>
            <a:custGeom>
              <a:avLst/>
              <a:gdLst>
                <a:gd name="T0" fmla="*/ 8 w 12"/>
                <a:gd name="T1" fmla="*/ 0 h 11"/>
                <a:gd name="T2" fmla="*/ 7 w 12"/>
                <a:gd name="T3" fmla="*/ 4 h 11"/>
                <a:gd name="T4" fmla="*/ 6 w 12"/>
                <a:gd name="T5" fmla="*/ 8 h 11"/>
                <a:gd name="T6" fmla="*/ 6 w 12"/>
                <a:gd name="T7" fmla="*/ 8 h 11"/>
                <a:gd name="T8" fmla="*/ 5 w 12"/>
                <a:gd name="T9" fmla="*/ 4 h 11"/>
                <a:gd name="T10" fmla="*/ 4 w 12"/>
                <a:gd name="T11" fmla="*/ 0 h 11"/>
                <a:gd name="T12" fmla="*/ 1 w 12"/>
                <a:gd name="T13" fmla="*/ 0 h 11"/>
                <a:gd name="T14" fmla="*/ 0 w 12"/>
                <a:gd name="T15" fmla="*/ 11 h 11"/>
                <a:gd name="T16" fmla="*/ 2 w 12"/>
                <a:gd name="T17" fmla="*/ 11 h 11"/>
                <a:gd name="T18" fmla="*/ 2 w 12"/>
                <a:gd name="T19" fmla="*/ 7 h 11"/>
                <a:gd name="T20" fmla="*/ 3 w 12"/>
                <a:gd name="T21" fmla="*/ 2 h 11"/>
                <a:gd name="T22" fmla="*/ 3 w 12"/>
                <a:gd name="T23" fmla="*/ 2 h 11"/>
                <a:gd name="T24" fmla="*/ 4 w 12"/>
                <a:gd name="T25" fmla="*/ 7 h 11"/>
                <a:gd name="T26" fmla="*/ 5 w 12"/>
                <a:gd name="T27" fmla="*/ 11 h 11"/>
                <a:gd name="T28" fmla="*/ 7 w 12"/>
                <a:gd name="T29" fmla="*/ 11 h 11"/>
                <a:gd name="T30" fmla="*/ 8 w 12"/>
                <a:gd name="T31" fmla="*/ 7 h 11"/>
                <a:gd name="T32" fmla="*/ 9 w 12"/>
                <a:gd name="T33" fmla="*/ 2 h 11"/>
                <a:gd name="T34" fmla="*/ 9 w 12"/>
                <a:gd name="T35" fmla="*/ 2 h 11"/>
                <a:gd name="T36" fmla="*/ 9 w 12"/>
                <a:gd name="T37" fmla="*/ 7 h 11"/>
                <a:gd name="T38" fmla="*/ 10 w 12"/>
                <a:gd name="T39" fmla="*/ 11 h 11"/>
                <a:gd name="T40" fmla="*/ 12 w 12"/>
                <a:gd name="T41" fmla="*/ 11 h 11"/>
                <a:gd name="T42" fmla="*/ 11 w 12"/>
                <a:gd name="T43" fmla="*/ 0 h 11"/>
                <a:gd name="T44" fmla="*/ 8 w 12"/>
                <a:gd name="T4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" h="11">
                  <a:moveTo>
                    <a:pt x="8" y="0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7" y="5"/>
                    <a:pt x="6" y="6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6"/>
                    <a:pt x="5" y="5"/>
                    <a:pt x="5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3" y="4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4"/>
                    <a:pt x="3" y="5"/>
                    <a:pt x="4" y="7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9" y="4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4"/>
                    <a:pt x="9" y="6"/>
                    <a:pt x="9" y="7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8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8" name="i$ḻí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CE9DC7C-89ED-4C69-9444-7A40612BBE80}"/>
                </a:ext>
              </a:extLst>
            </p:cNvPr>
            <p:cNvSpPr/>
            <p:nvPr/>
          </p:nvSpPr>
          <p:spPr bwMode="auto">
            <a:xfrm>
              <a:off x="5386290" y="3274249"/>
              <a:ext cx="20766" cy="26874"/>
            </a:xfrm>
            <a:custGeom>
              <a:avLst/>
              <a:gdLst>
                <a:gd name="T0" fmla="*/ 5 w 8"/>
                <a:gd name="T1" fmla="*/ 5 h 11"/>
                <a:gd name="T2" fmla="*/ 3 w 8"/>
                <a:gd name="T3" fmla="*/ 3 h 11"/>
                <a:gd name="T4" fmla="*/ 5 w 8"/>
                <a:gd name="T5" fmla="*/ 2 h 11"/>
                <a:gd name="T6" fmla="*/ 7 w 8"/>
                <a:gd name="T7" fmla="*/ 3 h 11"/>
                <a:gd name="T8" fmla="*/ 7 w 8"/>
                <a:gd name="T9" fmla="*/ 1 h 11"/>
                <a:gd name="T10" fmla="*/ 5 w 8"/>
                <a:gd name="T11" fmla="*/ 0 h 11"/>
                <a:gd name="T12" fmla="*/ 1 w 8"/>
                <a:gd name="T13" fmla="*/ 3 h 11"/>
                <a:gd name="T14" fmla="*/ 4 w 8"/>
                <a:gd name="T15" fmla="*/ 7 h 11"/>
                <a:gd name="T16" fmla="*/ 5 w 8"/>
                <a:gd name="T17" fmla="*/ 8 h 11"/>
                <a:gd name="T18" fmla="*/ 4 w 8"/>
                <a:gd name="T19" fmla="*/ 9 h 11"/>
                <a:gd name="T20" fmla="*/ 1 w 8"/>
                <a:gd name="T21" fmla="*/ 9 h 11"/>
                <a:gd name="T22" fmla="*/ 0 w 8"/>
                <a:gd name="T23" fmla="*/ 11 h 11"/>
                <a:gd name="T24" fmla="*/ 4 w 8"/>
                <a:gd name="T25" fmla="*/ 11 h 11"/>
                <a:gd name="T26" fmla="*/ 8 w 8"/>
                <a:gd name="T27" fmla="*/ 8 h 11"/>
                <a:gd name="T28" fmla="*/ 5 w 8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1">
                  <a:moveTo>
                    <a:pt x="5" y="5"/>
                  </a:moveTo>
                  <a:cubicBezTo>
                    <a:pt x="4" y="4"/>
                    <a:pt x="3" y="4"/>
                    <a:pt x="3" y="3"/>
                  </a:cubicBezTo>
                  <a:cubicBezTo>
                    <a:pt x="3" y="3"/>
                    <a:pt x="4" y="2"/>
                    <a:pt x="5" y="2"/>
                  </a:cubicBezTo>
                  <a:cubicBezTo>
                    <a:pt x="6" y="2"/>
                    <a:pt x="7" y="2"/>
                    <a:pt x="7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1" y="5"/>
                    <a:pt x="2" y="6"/>
                    <a:pt x="4" y="7"/>
                  </a:cubicBezTo>
                  <a:cubicBezTo>
                    <a:pt x="5" y="7"/>
                    <a:pt x="5" y="7"/>
                    <a:pt x="5" y="8"/>
                  </a:cubicBezTo>
                  <a:cubicBezTo>
                    <a:pt x="5" y="9"/>
                    <a:pt x="5" y="9"/>
                    <a:pt x="4" y="9"/>
                  </a:cubicBezTo>
                  <a:cubicBezTo>
                    <a:pt x="3" y="9"/>
                    <a:pt x="2" y="9"/>
                    <a:pt x="1" y="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1"/>
                    <a:pt x="2" y="11"/>
                    <a:pt x="4" y="11"/>
                  </a:cubicBezTo>
                  <a:cubicBezTo>
                    <a:pt x="7" y="11"/>
                    <a:pt x="8" y="10"/>
                    <a:pt x="8" y="8"/>
                  </a:cubicBezTo>
                  <a:cubicBezTo>
                    <a:pt x="8" y="6"/>
                    <a:pt x="7" y="5"/>
                    <a:pt x="5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9" name="ïṥli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2AD172F-A3B5-4E64-AF26-F77333773F35}"/>
                </a:ext>
              </a:extLst>
            </p:cNvPr>
            <p:cNvSpPr/>
            <p:nvPr/>
          </p:nvSpPr>
          <p:spPr bwMode="auto">
            <a:xfrm>
              <a:off x="7293102" y="2213959"/>
              <a:ext cx="30539" cy="30539"/>
            </a:xfrm>
            <a:custGeom>
              <a:avLst/>
              <a:gdLst>
                <a:gd name="T0" fmla="*/ 4 w 25"/>
                <a:gd name="T1" fmla="*/ 0 h 25"/>
                <a:gd name="T2" fmla="*/ 0 w 25"/>
                <a:gd name="T3" fmla="*/ 5 h 25"/>
                <a:gd name="T4" fmla="*/ 20 w 25"/>
                <a:gd name="T5" fmla="*/ 25 h 25"/>
                <a:gd name="T6" fmla="*/ 25 w 25"/>
                <a:gd name="T7" fmla="*/ 21 h 25"/>
                <a:gd name="T8" fmla="*/ 4 w 25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4" y="0"/>
                  </a:moveTo>
                  <a:lnTo>
                    <a:pt x="0" y="5"/>
                  </a:lnTo>
                  <a:lnTo>
                    <a:pt x="20" y="25"/>
                  </a:lnTo>
                  <a:lnTo>
                    <a:pt x="25" y="21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0" name="íṣľí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7A10906-9BAC-49AA-B026-54C0C4AC5E31}"/>
                </a:ext>
              </a:extLst>
            </p:cNvPr>
            <p:cNvSpPr/>
            <p:nvPr/>
          </p:nvSpPr>
          <p:spPr bwMode="auto">
            <a:xfrm>
              <a:off x="7221031" y="2283587"/>
              <a:ext cx="35425" cy="31760"/>
            </a:xfrm>
            <a:custGeom>
              <a:avLst/>
              <a:gdLst>
                <a:gd name="T0" fmla="*/ 9 w 29"/>
                <a:gd name="T1" fmla="*/ 0 h 26"/>
                <a:gd name="T2" fmla="*/ 0 w 29"/>
                <a:gd name="T3" fmla="*/ 26 h 26"/>
                <a:gd name="T4" fmla="*/ 29 w 29"/>
                <a:gd name="T5" fmla="*/ 18 h 26"/>
                <a:gd name="T6" fmla="*/ 9 w 29"/>
                <a:gd name="T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6">
                  <a:moveTo>
                    <a:pt x="9" y="0"/>
                  </a:moveTo>
                  <a:lnTo>
                    <a:pt x="0" y="26"/>
                  </a:lnTo>
                  <a:lnTo>
                    <a:pt x="29" y="18"/>
                  </a:lnTo>
                  <a:lnTo>
                    <a:pt x="9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1" name="iş1i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2023340-44E3-4920-986F-F2FBAA145499}"/>
                </a:ext>
              </a:extLst>
            </p:cNvPr>
            <p:cNvSpPr/>
            <p:nvPr/>
          </p:nvSpPr>
          <p:spPr bwMode="auto">
            <a:xfrm>
              <a:off x="7234468" y="2222510"/>
              <a:ext cx="83064" cy="83064"/>
            </a:xfrm>
            <a:custGeom>
              <a:avLst/>
              <a:gdLst>
                <a:gd name="T0" fmla="*/ 0 w 33"/>
                <a:gd name="T1" fmla="*/ 23 h 33"/>
                <a:gd name="T2" fmla="*/ 9 w 33"/>
                <a:gd name="T3" fmla="*/ 33 h 33"/>
                <a:gd name="T4" fmla="*/ 33 w 33"/>
                <a:gd name="T5" fmla="*/ 9 h 33"/>
                <a:gd name="T6" fmla="*/ 23 w 33"/>
                <a:gd name="T7" fmla="*/ 0 h 33"/>
                <a:gd name="T8" fmla="*/ 0 w 33"/>
                <a:gd name="T9" fmla="*/ 23 h 33"/>
                <a:gd name="T10" fmla="*/ 8 w 33"/>
                <a:gd name="T11" fmla="*/ 17 h 33"/>
                <a:gd name="T12" fmla="*/ 20 w 33"/>
                <a:gd name="T13" fmla="*/ 5 h 33"/>
                <a:gd name="T14" fmla="*/ 21 w 33"/>
                <a:gd name="T15" fmla="*/ 5 h 33"/>
                <a:gd name="T16" fmla="*/ 21 w 33"/>
                <a:gd name="T17" fmla="*/ 7 h 33"/>
                <a:gd name="T18" fmla="*/ 9 w 33"/>
                <a:gd name="T19" fmla="*/ 19 h 33"/>
                <a:gd name="T20" fmla="*/ 8 w 33"/>
                <a:gd name="T21" fmla="*/ 19 h 33"/>
                <a:gd name="T22" fmla="*/ 8 w 33"/>
                <a:gd name="T23" fmla="*/ 17 h 33"/>
                <a:gd name="T24" fmla="*/ 27 w 33"/>
                <a:gd name="T25" fmla="*/ 13 h 33"/>
                <a:gd name="T26" fmla="*/ 15 w 33"/>
                <a:gd name="T27" fmla="*/ 25 h 33"/>
                <a:gd name="T28" fmla="*/ 14 w 33"/>
                <a:gd name="T29" fmla="*/ 25 h 33"/>
                <a:gd name="T30" fmla="*/ 14 w 33"/>
                <a:gd name="T31" fmla="*/ 23 h 33"/>
                <a:gd name="T32" fmla="*/ 26 w 33"/>
                <a:gd name="T33" fmla="*/ 11 h 33"/>
                <a:gd name="T34" fmla="*/ 27 w 33"/>
                <a:gd name="T35" fmla="*/ 11 h 33"/>
                <a:gd name="T36" fmla="*/ 27 w 33"/>
                <a:gd name="T37" fmla="*/ 13 h 33"/>
                <a:gd name="T38" fmla="*/ 26 w 33"/>
                <a:gd name="T39" fmla="*/ 6 h 33"/>
                <a:gd name="T40" fmla="*/ 26 w 33"/>
                <a:gd name="T41" fmla="*/ 8 h 33"/>
                <a:gd name="T42" fmla="*/ 9 w 33"/>
                <a:gd name="T43" fmla="*/ 26 h 33"/>
                <a:gd name="T44" fmla="*/ 7 w 33"/>
                <a:gd name="T45" fmla="*/ 26 h 33"/>
                <a:gd name="T46" fmla="*/ 7 w 33"/>
                <a:gd name="T47" fmla="*/ 23 h 33"/>
                <a:gd name="T48" fmla="*/ 24 w 33"/>
                <a:gd name="T49" fmla="*/ 6 h 33"/>
                <a:gd name="T50" fmla="*/ 26 w 33"/>
                <a:gd name="T51" fmla="*/ 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3" h="33">
                  <a:moveTo>
                    <a:pt x="0" y="23"/>
                  </a:moveTo>
                  <a:cubicBezTo>
                    <a:pt x="9" y="33"/>
                    <a:pt x="9" y="33"/>
                    <a:pt x="9" y="33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0" y="23"/>
                  </a:lnTo>
                  <a:close/>
                  <a:moveTo>
                    <a:pt x="8" y="17"/>
                  </a:move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1" y="5"/>
                    <a:pt x="21" y="5"/>
                  </a:cubicBezTo>
                  <a:cubicBezTo>
                    <a:pt x="21" y="6"/>
                    <a:pt x="21" y="6"/>
                    <a:pt x="21" y="7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8" y="19"/>
                    <a:pt x="8" y="19"/>
                  </a:cubicBezTo>
                  <a:cubicBezTo>
                    <a:pt x="7" y="18"/>
                    <a:pt x="7" y="18"/>
                    <a:pt x="8" y="17"/>
                  </a:cubicBezTo>
                  <a:close/>
                  <a:moveTo>
                    <a:pt x="27" y="13"/>
                  </a:move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4" y="25"/>
                    <a:pt x="14" y="25"/>
                  </a:cubicBezTo>
                  <a:cubicBezTo>
                    <a:pt x="13" y="24"/>
                    <a:pt x="13" y="24"/>
                    <a:pt x="14" y="23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7" y="11"/>
                    <a:pt x="27" y="11"/>
                  </a:cubicBezTo>
                  <a:cubicBezTo>
                    <a:pt x="28" y="12"/>
                    <a:pt x="28" y="12"/>
                    <a:pt x="27" y="13"/>
                  </a:cubicBezTo>
                  <a:close/>
                  <a:moveTo>
                    <a:pt x="26" y="6"/>
                  </a:moveTo>
                  <a:cubicBezTo>
                    <a:pt x="27" y="7"/>
                    <a:pt x="27" y="8"/>
                    <a:pt x="26" y="8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8" y="26"/>
                    <a:pt x="7" y="26"/>
                    <a:pt x="7" y="26"/>
                  </a:cubicBezTo>
                  <a:cubicBezTo>
                    <a:pt x="6" y="25"/>
                    <a:pt x="6" y="24"/>
                    <a:pt x="7" y="23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5" y="5"/>
                    <a:pt x="26" y="5"/>
                    <a:pt x="26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2" name="îṡḷï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61AF150-DA63-4C17-8D66-5B5EAD6ADD32}"/>
                </a:ext>
              </a:extLst>
            </p:cNvPr>
            <p:cNvSpPr/>
            <p:nvPr/>
          </p:nvSpPr>
          <p:spPr bwMode="auto">
            <a:xfrm>
              <a:off x="7190493" y="2234726"/>
              <a:ext cx="102609" cy="106274"/>
            </a:xfrm>
            <a:custGeom>
              <a:avLst/>
              <a:gdLst>
                <a:gd name="T0" fmla="*/ 36 w 40"/>
                <a:gd name="T1" fmla="*/ 34 h 42"/>
                <a:gd name="T2" fmla="*/ 32 w 40"/>
                <a:gd name="T3" fmla="*/ 37 h 42"/>
                <a:gd name="T4" fmla="*/ 8 w 40"/>
                <a:gd name="T5" fmla="*/ 37 h 42"/>
                <a:gd name="T6" fmla="*/ 4 w 40"/>
                <a:gd name="T7" fmla="*/ 34 h 42"/>
                <a:gd name="T8" fmla="*/ 4 w 40"/>
                <a:gd name="T9" fmla="*/ 7 h 42"/>
                <a:gd name="T10" fmla="*/ 8 w 40"/>
                <a:gd name="T11" fmla="*/ 4 h 42"/>
                <a:gd name="T12" fmla="*/ 30 w 40"/>
                <a:gd name="T13" fmla="*/ 4 h 42"/>
                <a:gd name="T14" fmla="*/ 34 w 40"/>
                <a:gd name="T15" fmla="*/ 0 h 42"/>
                <a:gd name="T16" fmla="*/ 4 w 40"/>
                <a:gd name="T17" fmla="*/ 0 h 42"/>
                <a:gd name="T18" fmla="*/ 0 w 40"/>
                <a:gd name="T19" fmla="*/ 5 h 42"/>
                <a:gd name="T20" fmla="*/ 0 w 40"/>
                <a:gd name="T21" fmla="*/ 38 h 42"/>
                <a:gd name="T22" fmla="*/ 4 w 40"/>
                <a:gd name="T23" fmla="*/ 42 h 42"/>
                <a:gd name="T24" fmla="*/ 36 w 40"/>
                <a:gd name="T25" fmla="*/ 42 h 42"/>
                <a:gd name="T26" fmla="*/ 40 w 40"/>
                <a:gd name="T27" fmla="*/ 38 h 42"/>
                <a:gd name="T28" fmla="*/ 40 w 40"/>
                <a:gd name="T29" fmla="*/ 15 h 42"/>
                <a:gd name="T30" fmla="*/ 36 w 40"/>
                <a:gd name="T31" fmla="*/ 19 h 42"/>
                <a:gd name="T32" fmla="*/ 36 w 40"/>
                <a:gd name="T33" fmla="*/ 3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" h="42">
                  <a:moveTo>
                    <a:pt x="36" y="34"/>
                  </a:moveTo>
                  <a:cubicBezTo>
                    <a:pt x="36" y="36"/>
                    <a:pt x="34" y="37"/>
                    <a:pt x="32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37"/>
                    <a:pt x="4" y="36"/>
                    <a:pt x="4" y="3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6" y="4"/>
                    <a:pt x="8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2" y="42"/>
                    <a:pt x="4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8" y="42"/>
                    <a:pt x="40" y="40"/>
                    <a:pt x="40" y="38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6" y="19"/>
                    <a:pt x="36" y="19"/>
                    <a:pt x="36" y="19"/>
                  </a:cubicBezTo>
                  <a:lnTo>
                    <a:pt x="36" y="3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3" name="ï$ļï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C912340-BF1D-4020-968E-F8BFCF3E151A}"/>
                </a:ext>
              </a:extLst>
            </p:cNvPr>
            <p:cNvSpPr/>
            <p:nvPr/>
          </p:nvSpPr>
          <p:spPr bwMode="auto">
            <a:xfrm>
              <a:off x="6871673" y="4104891"/>
              <a:ext cx="156356" cy="157578"/>
            </a:xfrm>
            <a:custGeom>
              <a:avLst/>
              <a:gdLst>
                <a:gd name="T0" fmla="*/ 56 w 62"/>
                <a:gd name="T1" fmla="*/ 27 h 62"/>
                <a:gd name="T2" fmla="*/ 56 w 62"/>
                <a:gd name="T3" fmla="*/ 8 h 62"/>
                <a:gd name="T4" fmla="*/ 48 w 62"/>
                <a:gd name="T5" fmla="*/ 0 h 62"/>
                <a:gd name="T6" fmla="*/ 14 w 62"/>
                <a:gd name="T7" fmla="*/ 0 h 62"/>
                <a:gd name="T8" fmla="*/ 6 w 62"/>
                <a:gd name="T9" fmla="*/ 8 h 62"/>
                <a:gd name="T10" fmla="*/ 6 w 62"/>
                <a:gd name="T11" fmla="*/ 27 h 62"/>
                <a:gd name="T12" fmla="*/ 6 w 62"/>
                <a:gd name="T13" fmla="*/ 27 h 62"/>
                <a:gd name="T14" fmla="*/ 0 w 62"/>
                <a:gd name="T15" fmla="*/ 33 h 62"/>
                <a:gd name="T16" fmla="*/ 0 w 62"/>
                <a:gd name="T17" fmla="*/ 57 h 62"/>
                <a:gd name="T18" fmla="*/ 6 w 62"/>
                <a:gd name="T19" fmla="*/ 62 h 62"/>
                <a:gd name="T20" fmla="*/ 56 w 62"/>
                <a:gd name="T21" fmla="*/ 62 h 62"/>
                <a:gd name="T22" fmla="*/ 62 w 62"/>
                <a:gd name="T23" fmla="*/ 57 h 62"/>
                <a:gd name="T24" fmla="*/ 62 w 62"/>
                <a:gd name="T25" fmla="*/ 33 h 62"/>
                <a:gd name="T26" fmla="*/ 56 w 62"/>
                <a:gd name="T27" fmla="*/ 27 h 62"/>
                <a:gd name="T28" fmla="*/ 52 w 62"/>
                <a:gd name="T29" fmla="*/ 27 h 62"/>
                <a:gd name="T30" fmla="*/ 50 w 62"/>
                <a:gd name="T31" fmla="*/ 27 h 62"/>
                <a:gd name="T32" fmla="*/ 31 w 62"/>
                <a:gd name="T33" fmla="*/ 42 h 62"/>
                <a:gd name="T34" fmla="*/ 12 w 62"/>
                <a:gd name="T35" fmla="*/ 27 h 62"/>
                <a:gd name="T36" fmla="*/ 10 w 62"/>
                <a:gd name="T37" fmla="*/ 27 h 62"/>
                <a:gd name="T38" fmla="*/ 10 w 62"/>
                <a:gd name="T39" fmla="*/ 8 h 62"/>
                <a:gd name="T40" fmla="*/ 14 w 62"/>
                <a:gd name="T41" fmla="*/ 4 h 62"/>
                <a:gd name="T42" fmla="*/ 48 w 62"/>
                <a:gd name="T43" fmla="*/ 4 h 62"/>
                <a:gd name="T44" fmla="*/ 52 w 62"/>
                <a:gd name="T45" fmla="*/ 8 h 62"/>
                <a:gd name="T46" fmla="*/ 52 w 62"/>
                <a:gd name="T4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2" h="62">
                  <a:moveTo>
                    <a:pt x="56" y="27"/>
                  </a:move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52" y="0"/>
                    <a:pt x="4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0"/>
                    <a:pt x="6" y="4"/>
                    <a:pt x="6" y="8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3" y="27"/>
                    <a:pt x="0" y="30"/>
                    <a:pt x="0" y="33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0"/>
                    <a:pt x="3" y="62"/>
                    <a:pt x="6" y="62"/>
                  </a:cubicBezTo>
                  <a:cubicBezTo>
                    <a:pt x="56" y="62"/>
                    <a:pt x="56" y="62"/>
                    <a:pt x="56" y="62"/>
                  </a:cubicBezTo>
                  <a:cubicBezTo>
                    <a:pt x="59" y="62"/>
                    <a:pt x="62" y="60"/>
                    <a:pt x="62" y="5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2" y="30"/>
                    <a:pt x="59" y="27"/>
                    <a:pt x="56" y="27"/>
                  </a:cubicBezTo>
                  <a:close/>
                  <a:moveTo>
                    <a:pt x="52" y="27"/>
                  </a:moveTo>
                  <a:cubicBezTo>
                    <a:pt x="50" y="27"/>
                    <a:pt x="50" y="27"/>
                    <a:pt x="50" y="27"/>
                  </a:cubicBezTo>
                  <a:cubicBezTo>
                    <a:pt x="48" y="36"/>
                    <a:pt x="40" y="42"/>
                    <a:pt x="31" y="42"/>
                  </a:cubicBezTo>
                  <a:cubicBezTo>
                    <a:pt x="22" y="42"/>
                    <a:pt x="14" y="36"/>
                    <a:pt x="12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6"/>
                    <a:pt x="12" y="4"/>
                    <a:pt x="14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50" y="4"/>
                    <a:pt x="52" y="6"/>
                    <a:pt x="52" y="8"/>
                  </a:cubicBezTo>
                  <a:lnTo>
                    <a:pt x="52" y="2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4" name="i$ḻ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60D2477-B55D-4B47-920B-58F108ABAF40}"/>
                </a:ext>
              </a:extLst>
            </p:cNvPr>
            <p:cNvSpPr/>
            <p:nvPr/>
          </p:nvSpPr>
          <p:spPr bwMode="auto">
            <a:xfrm>
              <a:off x="6921756" y="4125657"/>
              <a:ext cx="61077" cy="68406"/>
            </a:xfrm>
            <a:custGeom>
              <a:avLst/>
              <a:gdLst>
                <a:gd name="T0" fmla="*/ 36 w 50"/>
                <a:gd name="T1" fmla="*/ 0 h 56"/>
                <a:gd name="T2" fmla="*/ 15 w 50"/>
                <a:gd name="T3" fmla="*/ 0 h 56"/>
                <a:gd name="T4" fmla="*/ 15 w 50"/>
                <a:gd name="T5" fmla="*/ 31 h 56"/>
                <a:gd name="T6" fmla="*/ 0 w 50"/>
                <a:gd name="T7" fmla="*/ 31 h 56"/>
                <a:gd name="T8" fmla="*/ 25 w 50"/>
                <a:gd name="T9" fmla="*/ 56 h 56"/>
                <a:gd name="T10" fmla="*/ 50 w 50"/>
                <a:gd name="T11" fmla="*/ 31 h 56"/>
                <a:gd name="T12" fmla="*/ 36 w 50"/>
                <a:gd name="T13" fmla="*/ 31 h 56"/>
                <a:gd name="T14" fmla="*/ 36 w 50"/>
                <a:gd name="T1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56">
                  <a:moveTo>
                    <a:pt x="36" y="0"/>
                  </a:moveTo>
                  <a:lnTo>
                    <a:pt x="15" y="0"/>
                  </a:lnTo>
                  <a:lnTo>
                    <a:pt x="15" y="31"/>
                  </a:lnTo>
                  <a:lnTo>
                    <a:pt x="0" y="31"/>
                  </a:lnTo>
                  <a:lnTo>
                    <a:pt x="25" y="56"/>
                  </a:lnTo>
                  <a:lnTo>
                    <a:pt x="50" y="31"/>
                  </a:lnTo>
                  <a:lnTo>
                    <a:pt x="36" y="31"/>
                  </a:lnTo>
                  <a:lnTo>
                    <a:pt x="36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5" name="îS1ï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87917EF-B921-4745-B2D0-59DF0D34EE00}"/>
                </a:ext>
              </a:extLst>
            </p:cNvPr>
            <p:cNvSpPr/>
            <p:nvPr/>
          </p:nvSpPr>
          <p:spPr bwMode="auto">
            <a:xfrm>
              <a:off x="7150182" y="3646817"/>
              <a:ext cx="122153" cy="156356"/>
            </a:xfrm>
            <a:custGeom>
              <a:avLst/>
              <a:gdLst>
                <a:gd name="T0" fmla="*/ 43 w 48"/>
                <a:gd name="T1" fmla="*/ 0 h 62"/>
                <a:gd name="T2" fmla="*/ 5 w 48"/>
                <a:gd name="T3" fmla="*/ 0 h 62"/>
                <a:gd name="T4" fmla="*/ 0 w 48"/>
                <a:gd name="T5" fmla="*/ 5 h 62"/>
                <a:gd name="T6" fmla="*/ 0 w 48"/>
                <a:gd name="T7" fmla="*/ 57 h 62"/>
                <a:gd name="T8" fmla="*/ 5 w 48"/>
                <a:gd name="T9" fmla="*/ 62 h 62"/>
                <a:gd name="T10" fmla="*/ 43 w 48"/>
                <a:gd name="T11" fmla="*/ 62 h 62"/>
                <a:gd name="T12" fmla="*/ 48 w 48"/>
                <a:gd name="T13" fmla="*/ 57 h 62"/>
                <a:gd name="T14" fmla="*/ 48 w 48"/>
                <a:gd name="T15" fmla="*/ 5 h 62"/>
                <a:gd name="T16" fmla="*/ 43 w 48"/>
                <a:gd name="T17" fmla="*/ 0 h 62"/>
                <a:gd name="T18" fmla="*/ 23 w 48"/>
                <a:gd name="T19" fmla="*/ 56 h 62"/>
                <a:gd name="T20" fmla="*/ 13 w 48"/>
                <a:gd name="T21" fmla="*/ 46 h 62"/>
                <a:gd name="T22" fmla="*/ 23 w 48"/>
                <a:gd name="T23" fmla="*/ 36 h 62"/>
                <a:gd name="T24" fmla="*/ 33 w 48"/>
                <a:gd name="T25" fmla="*/ 46 h 62"/>
                <a:gd name="T26" fmla="*/ 23 w 48"/>
                <a:gd name="T27" fmla="*/ 56 h 62"/>
                <a:gd name="T28" fmla="*/ 35 w 48"/>
                <a:gd name="T29" fmla="*/ 30 h 62"/>
                <a:gd name="T30" fmla="*/ 11 w 48"/>
                <a:gd name="T31" fmla="*/ 30 h 62"/>
                <a:gd name="T32" fmla="*/ 7 w 48"/>
                <a:gd name="T33" fmla="*/ 25 h 62"/>
                <a:gd name="T34" fmla="*/ 11 w 48"/>
                <a:gd name="T35" fmla="*/ 21 h 62"/>
                <a:gd name="T36" fmla="*/ 35 w 48"/>
                <a:gd name="T37" fmla="*/ 21 h 62"/>
                <a:gd name="T38" fmla="*/ 40 w 48"/>
                <a:gd name="T39" fmla="*/ 25 h 62"/>
                <a:gd name="T40" fmla="*/ 35 w 48"/>
                <a:gd name="T41" fmla="*/ 30 h 62"/>
                <a:gd name="T42" fmla="*/ 35 w 48"/>
                <a:gd name="T43" fmla="*/ 17 h 62"/>
                <a:gd name="T44" fmla="*/ 11 w 48"/>
                <a:gd name="T45" fmla="*/ 17 h 62"/>
                <a:gd name="T46" fmla="*/ 7 w 48"/>
                <a:gd name="T47" fmla="*/ 12 h 62"/>
                <a:gd name="T48" fmla="*/ 11 w 48"/>
                <a:gd name="T49" fmla="*/ 7 h 62"/>
                <a:gd name="T50" fmla="*/ 35 w 48"/>
                <a:gd name="T51" fmla="*/ 7 h 62"/>
                <a:gd name="T52" fmla="*/ 40 w 48"/>
                <a:gd name="T53" fmla="*/ 12 h 62"/>
                <a:gd name="T54" fmla="*/ 35 w 48"/>
                <a:gd name="T55" fmla="*/ 1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8" h="62">
                  <a:moveTo>
                    <a:pt x="43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0"/>
                    <a:pt x="2" y="62"/>
                    <a:pt x="5" y="62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6" y="62"/>
                    <a:pt x="48" y="60"/>
                    <a:pt x="48" y="5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2"/>
                    <a:pt x="46" y="0"/>
                    <a:pt x="43" y="0"/>
                  </a:cubicBezTo>
                  <a:close/>
                  <a:moveTo>
                    <a:pt x="23" y="56"/>
                  </a:moveTo>
                  <a:cubicBezTo>
                    <a:pt x="18" y="56"/>
                    <a:pt x="13" y="51"/>
                    <a:pt x="13" y="46"/>
                  </a:cubicBezTo>
                  <a:cubicBezTo>
                    <a:pt x="13" y="41"/>
                    <a:pt x="18" y="36"/>
                    <a:pt x="23" y="36"/>
                  </a:cubicBezTo>
                  <a:cubicBezTo>
                    <a:pt x="29" y="36"/>
                    <a:pt x="33" y="41"/>
                    <a:pt x="33" y="46"/>
                  </a:cubicBezTo>
                  <a:cubicBezTo>
                    <a:pt x="33" y="51"/>
                    <a:pt x="29" y="56"/>
                    <a:pt x="23" y="56"/>
                  </a:cubicBezTo>
                  <a:close/>
                  <a:moveTo>
                    <a:pt x="35" y="30"/>
                  </a:moveTo>
                  <a:cubicBezTo>
                    <a:pt x="11" y="30"/>
                    <a:pt x="11" y="30"/>
                    <a:pt x="11" y="30"/>
                  </a:cubicBezTo>
                  <a:cubicBezTo>
                    <a:pt x="9" y="30"/>
                    <a:pt x="7" y="28"/>
                    <a:pt x="7" y="25"/>
                  </a:cubicBezTo>
                  <a:cubicBezTo>
                    <a:pt x="7" y="23"/>
                    <a:pt x="9" y="21"/>
                    <a:pt x="11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8" y="21"/>
                    <a:pt x="40" y="23"/>
                    <a:pt x="40" y="25"/>
                  </a:cubicBezTo>
                  <a:cubicBezTo>
                    <a:pt x="40" y="28"/>
                    <a:pt x="38" y="30"/>
                    <a:pt x="35" y="30"/>
                  </a:cubicBezTo>
                  <a:close/>
                  <a:moveTo>
                    <a:pt x="35" y="17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9" y="17"/>
                    <a:pt x="7" y="14"/>
                    <a:pt x="7" y="12"/>
                  </a:cubicBezTo>
                  <a:cubicBezTo>
                    <a:pt x="7" y="9"/>
                    <a:pt x="9" y="7"/>
                    <a:pt x="11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8" y="7"/>
                    <a:pt x="40" y="9"/>
                    <a:pt x="40" y="12"/>
                  </a:cubicBezTo>
                  <a:cubicBezTo>
                    <a:pt x="40" y="14"/>
                    <a:pt x="38" y="17"/>
                    <a:pt x="35" y="1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6" name="îSľí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2858467-B876-4B39-BB6A-B227FA54866C}"/>
                </a:ext>
              </a:extLst>
            </p:cNvPr>
            <p:cNvSpPr/>
            <p:nvPr/>
          </p:nvSpPr>
          <p:spPr bwMode="auto">
            <a:xfrm>
              <a:off x="7190493" y="3742096"/>
              <a:ext cx="36646" cy="39089"/>
            </a:xfrm>
            <a:custGeom>
              <a:avLst/>
              <a:gdLst>
                <a:gd name="T0" fmla="*/ 8 w 14"/>
                <a:gd name="T1" fmla="*/ 2 h 15"/>
                <a:gd name="T2" fmla="*/ 8 w 14"/>
                <a:gd name="T3" fmla="*/ 0 h 15"/>
                <a:gd name="T4" fmla="*/ 6 w 14"/>
                <a:gd name="T5" fmla="*/ 0 h 15"/>
                <a:gd name="T6" fmla="*/ 6 w 14"/>
                <a:gd name="T7" fmla="*/ 2 h 15"/>
                <a:gd name="T8" fmla="*/ 0 w 14"/>
                <a:gd name="T9" fmla="*/ 8 h 15"/>
                <a:gd name="T10" fmla="*/ 7 w 14"/>
                <a:gd name="T11" fmla="*/ 15 h 15"/>
                <a:gd name="T12" fmla="*/ 14 w 14"/>
                <a:gd name="T13" fmla="*/ 8 h 15"/>
                <a:gd name="T14" fmla="*/ 8 w 14"/>
                <a:gd name="T15" fmla="*/ 2 h 15"/>
                <a:gd name="T16" fmla="*/ 7 w 14"/>
                <a:gd name="T17" fmla="*/ 13 h 15"/>
                <a:gd name="T18" fmla="*/ 2 w 14"/>
                <a:gd name="T19" fmla="*/ 8 h 15"/>
                <a:gd name="T20" fmla="*/ 6 w 14"/>
                <a:gd name="T21" fmla="*/ 4 h 15"/>
                <a:gd name="T22" fmla="*/ 6 w 14"/>
                <a:gd name="T23" fmla="*/ 10 h 15"/>
                <a:gd name="T24" fmla="*/ 8 w 14"/>
                <a:gd name="T25" fmla="*/ 10 h 15"/>
                <a:gd name="T26" fmla="*/ 8 w 14"/>
                <a:gd name="T27" fmla="*/ 4 h 15"/>
                <a:gd name="T28" fmla="*/ 12 w 14"/>
                <a:gd name="T29" fmla="*/ 8 h 15"/>
                <a:gd name="T30" fmla="*/ 7 w 14"/>
                <a:gd name="T31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5">
                  <a:moveTo>
                    <a:pt x="8" y="2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12"/>
                    <a:pt x="3" y="15"/>
                    <a:pt x="7" y="15"/>
                  </a:cubicBezTo>
                  <a:cubicBezTo>
                    <a:pt x="11" y="15"/>
                    <a:pt x="14" y="12"/>
                    <a:pt x="14" y="8"/>
                  </a:cubicBezTo>
                  <a:cubicBezTo>
                    <a:pt x="14" y="5"/>
                    <a:pt x="11" y="2"/>
                    <a:pt x="8" y="2"/>
                  </a:cubicBezTo>
                  <a:close/>
                  <a:moveTo>
                    <a:pt x="7" y="13"/>
                  </a:moveTo>
                  <a:cubicBezTo>
                    <a:pt x="4" y="13"/>
                    <a:pt x="2" y="11"/>
                    <a:pt x="2" y="8"/>
                  </a:cubicBezTo>
                  <a:cubicBezTo>
                    <a:pt x="2" y="6"/>
                    <a:pt x="4" y="4"/>
                    <a:pt x="6" y="4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10" y="4"/>
                    <a:pt x="12" y="6"/>
                    <a:pt x="12" y="8"/>
                  </a:cubicBezTo>
                  <a:cubicBezTo>
                    <a:pt x="12" y="11"/>
                    <a:pt x="10" y="13"/>
                    <a:pt x="7" y="1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7" name="íSľí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8CC5BDD-F5B2-489E-90E8-123AA1C3A40F}"/>
                </a:ext>
              </a:extLst>
            </p:cNvPr>
            <p:cNvSpPr/>
            <p:nvPr/>
          </p:nvSpPr>
          <p:spPr bwMode="auto">
            <a:xfrm>
              <a:off x="7175835" y="3706671"/>
              <a:ext cx="68406" cy="8551"/>
            </a:xfrm>
            <a:custGeom>
              <a:avLst/>
              <a:gdLst>
                <a:gd name="T0" fmla="*/ 26 w 27"/>
                <a:gd name="T1" fmla="*/ 0 h 3"/>
                <a:gd name="T2" fmla="*/ 2 w 27"/>
                <a:gd name="T3" fmla="*/ 0 h 3"/>
                <a:gd name="T4" fmla="*/ 0 w 27"/>
                <a:gd name="T5" fmla="*/ 2 h 3"/>
                <a:gd name="T6" fmla="*/ 2 w 27"/>
                <a:gd name="T7" fmla="*/ 3 h 3"/>
                <a:gd name="T8" fmla="*/ 26 w 27"/>
                <a:gd name="T9" fmla="*/ 3 h 3"/>
                <a:gd name="T10" fmla="*/ 27 w 27"/>
                <a:gd name="T11" fmla="*/ 2 h 3"/>
                <a:gd name="T12" fmla="*/ 26 w 2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3">
                  <a:moveTo>
                    <a:pt x="2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7" y="3"/>
                    <a:pt x="27" y="3"/>
                    <a:pt x="27" y="2"/>
                  </a:cubicBezTo>
                  <a:cubicBezTo>
                    <a:pt x="27" y="1"/>
                    <a:pt x="27" y="0"/>
                    <a:pt x="26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8" name="îşḻ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BD7295D-3AF6-4584-BA3C-7550E02CE291}"/>
                </a:ext>
              </a:extLst>
            </p:cNvPr>
            <p:cNvSpPr/>
            <p:nvPr/>
          </p:nvSpPr>
          <p:spPr bwMode="auto">
            <a:xfrm>
              <a:off x="7175835" y="3671247"/>
              <a:ext cx="68406" cy="8551"/>
            </a:xfrm>
            <a:custGeom>
              <a:avLst/>
              <a:gdLst>
                <a:gd name="T0" fmla="*/ 25 w 27"/>
                <a:gd name="T1" fmla="*/ 0 h 3"/>
                <a:gd name="T2" fmla="*/ 2 w 27"/>
                <a:gd name="T3" fmla="*/ 0 h 3"/>
                <a:gd name="T4" fmla="*/ 0 w 27"/>
                <a:gd name="T5" fmla="*/ 2 h 3"/>
                <a:gd name="T6" fmla="*/ 2 w 27"/>
                <a:gd name="T7" fmla="*/ 3 h 3"/>
                <a:gd name="T8" fmla="*/ 25 w 27"/>
                <a:gd name="T9" fmla="*/ 3 h 3"/>
                <a:gd name="T10" fmla="*/ 27 w 27"/>
                <a:gd name="T11" fmla="*/ 2 h 3"/>
                <a:gd name="T12" fmla="*/ 25 w 27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3">
                  <a:moveTo>
                    <a:pt x="25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6" y="3"/>
                    <a:pt x="27" y="3"/>
                    <a:pt x="27" y="2"/>
                  </a:cubicBezTo>
                  <a:cubicBezTo>
                    <a:pt x="27" y="1"/>
                    <a:pt x="26" y="0"/>
                    <a:pt x="25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9" name="ïṡḷï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2D061CA-9A1D-435C-91F5-451B18A3985F}"/>
                </a:ext>
              </a:extLst>
            </p:cNvPr>
            <p:cNvSpPr/>
            <p:nvPr/>
          </p:nvSpPr>
          <p:spPr bwMode="auto">
            <a:xfrm>
              <a:off x="5148091" y="3569860"/>
              <a:ext cx="86729" cy="101388"/>
            </a:xfrm>
            <a:custGeom>
              <a:avLst/>
              <a:gdLst>
                <a:gd name="T0" fmla="*/ 18 w 34"/>
                <a:gd name="T1" fmla="*/ 0 h 40"/>
                <a:gd name="T2" fmla="*/ 2 w 34"/>
                <a:gd name="T3" fmla="*/ 15 h 40"/>
                <a:gd name="T4" fmla="*/ 4 w 34"/>
                <a:gd name="T5" fmla="*/ 22 h 40"/>
                <a:gd name="T6" fmla="*/ 0 w 34"/>
                <a:gd name="T7" fmla="*/ 40 h 40"/>
                <a:gd name="T8" fmla="*/ 16 w 34"/>
                <a:gd name="T9" fmla="*/ 29 h 40"/>
                <a:gd name="T10" fmla="*/ 18 w 34"/>
                <a:gd name="T11" fmla="*/ 29 h 40"/>
                <a:gd name="T12" fmla="*/ 34 w 34"/>
                <a:gd name="T13" fmla="*/ 15 h 40"/>
                <a:gd name="T14" fmla="*/ 18 w 34"/>
                <a:gd name="T15" fmla="*/ 0 h 40"/>
                <a:gd name="T16" fmla="*/ 19 w 34"/>
                <a:gd name="T17" fmla="*/ 27 h 40"/>
                <a:gd name="T18" fmla="*/ 19 w 34"/>
                <a:gd name="T19" fmla="*/ 27 h 40"/>
                <a:gd name="T20" fmla="*/ 18 w 34"/>
                <a:gd name="T21" fmla="*/ 27 h 40"/>
                <a:gd name="T22" fmla="*/ 18 w 34"/>
                <a:gd name="T23" fmla="*/ 27 h 40"/>
                <a:gd name="T24" fmla="*/ 18 w 34"/>
                <a:gd name="T25" fmla="*/ 27 h 40"/>
                <a:gd name="T26" fmla="*/ 15 w 34"/>
                <a:gd name="T27" fmla="*/ 26 h 40"/>
                <a:gd name="T28" fmla="*/ 15 w 34"/>
                <a:gd name="T29" fmla="*/ 26 h 40"/>
                <a:gd name="T30" fmla="*/ 15 w 34"/>
                <a:gd name="T31" fmla="*/ 26 h 40"/>
                <a:gd name="T32" fmla="*/ 4 w 34"/>
                <a:gd name="T33" fmla="*/ 34 h 40"/>
                <a:gd name="T34" fmla="*/ 7 w 34"/>
                <a:gd name="T35" fmla="*/ 22 h 40"/>
                <a:gd name="T36" fmla="*/ 7 w 34"/>
                <a:gd name="T37" fmla="*/ 22 h 40"/>
                <a:gd name="T38" fmla="*/ 7 w 34"/>
                <a:gd name="T39" fmla="*/ 22 h 40"/>
                <a:gd name="T40" fmla="*/ 5 w 34"/>
                <a:gd name="T41" fmla="*/ 15 h 40"/>
                <a:gd name="T42" fmla="*/ 18 w 34"/>
                <a:gd name="T43" fmla="*/ 3 h 40"/>
                <a:gd name="T44" fmla="*/ 31 w 34"/>
                <a:gd name="T45" fmla="*/ 15 h 40"/>
                <a:gd name="T46" fmla="*/ 19 w 34"/>
                <a:gd name="T47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4" h="40">
                  <a:moveTo>
                    <a:pt x="18" y="0"/>
                  </a:moveTo>
                  <a:cubicBezTo>
                    <a:pt x="9" y="0"/>
                    <a:pt x="2" y="7"/>
                    <a:pt x="2" y="15"/>
                  </a:cubicBezTo>
                  <a:cubicBezTo>
                    <a:pt x="2" y="17"/>
                    <a:pt x="3" y="20"/>
                    <a:pt x="4" y="22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7" y="29"/>
                    <a:pt x="18" y="29"/>
                  </a:cubicBezTo>
                  <a:cubicBezTo>
                    <a:pt x="26" y="29"/>
                    <a:pt x="34" y="23"/>
                    <a:pt x="34" y="15"/>
                  </a:cubicBezTo>
                  <a:cubicBezTo>
                    <a:pt x="34" y="7"/>
                    <a:pt x="26" y="0"/>
                    <a:pt x="18" y="0"/>
                  </a:cubicBezTo>
                  <a:close/>
                  <a:moveTo>
                    <a:pt x="19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6" y="27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0"/>
                    <a:pt x="5" y="17"/>
                    <a:pt x="5" y="15"/>
                  </a:cubicBezTo>
                  <a:cubicBezTo>
                    <a:pt x="5" y="8"/>
                    <a:pt x="11" y="3"/>
                    <a:pt x="18" y="3"/>
                  </a:cubicBezTo>
                  <a:cubicBezTo>
                    <a:pt x="25" y="3"/>
                    <a:pt x="31" y="8"/>
                    <a:pt x="31" y="15"/>
                  </a:cubicBezTo>
                  <a:cubicBezTo>
                    <a:pt x="31" y="21"/>
                    <a:pt x="26" y="26"/>
                    <a:pt x="19" y="2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0" name="íśḷï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1DE22DD-4835-4E69-8735-79BEEEC79BB5}"/>
                </a:ext>
              </a:extLst>
            </p:cNvPr>
            <p:cNvSpPr/>
            <p:nvPr/>
          </p:nvSpPr>
          <p:spPr bwMode="auto">
            <a:xfrm>
              <a:off x="5185959" y="3600398"/>
              <a:ext cx="15880" cy="13437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1" name="íṥḷï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03F88A2-01F9-469A-A123-E0EB36486C0B}"/>
                </a:ext>
              </a:extLst>
            </p:cNvPr>
            <p:cNvSpPr/>
            <p:nvPr/>
          </p:nvSpPr>
          <p:spPr bwMode="auto">
            <a:xfrm>
              <a:off x="5165193" y="3600398"/>
              <a:ext cx="15880" cy="13437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2" name="iŝľï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3F61CC9-A36A-4791-891E-E911DD660A83}"/>
                </a:ext>
              </a:extLst>
            </p:cNvPr>
            <p:cNvSpPr/>
            <p:nvPr/>
          </p:nvSpPr>
          <p:spPr bwMode="auto">
            <a:xfrm>
              <a:off x="5206725" y="3600398"/>
              <a:ext cx="14658" cy="13437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3" name="iŝlí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9378BCF-367C-4F21-B2FE-ED82E3784069}"/>
                </a:ext>
              </a:extLst>
            </p:cNvPr>
            <p:cNvSpPr/>
            <p:nvPr/>
          </p:nvSpPr>
          <p:spPr bwMode="auto">
            <a:xfrm>
              <a:off x="6747077" y="3314560"/>
              <a:ext cx="146584" cy="177123"/>
            </a:xfrm>
            <a:custGeom>
              <a:avLst/>
              <a:gdLst>
                <a:gd name="T0" fmla="*/ 52 w 58"/>
                <a:gd name="T1" fmla="*/ 0 h 70"/>
                <a:gd name="T2" fmla="*/ 7 w 58"/>
                <a:gd name="T3" fmla="*/ 0 h 70"/>
                <a:gd name="T4" fmla="*/ 0 w 58"/>
                <a:gd name="T5" fmla="*/ 6 h 70"/>
                <a:gd name="T6" fmla="*/ 0 w 58"/>
                <a:gd name="T7" fmla="*/ 63 h 70"/>
                <a:gd name="T8" fmla="*/ 7 w 58"/>
                <a:gd name="T9" fmla="*/ 70 h 70"/>
                <a:gd name="T10" fmla="*/ 52 w 58"/>
                <a:gd name="T11" fmla="*/ 70 h 70"/>
                <a:gd name="T12" fmla="*/ 58 w 58"/>
                <a:gd name="T13" fmla="*/ 63 h 70"/>
                <a:gd name="T14" fmla="*/ 58 w 58"/>
                <a:gd name="T15" fmla="*/ 6 h 70"/>
                <a:gd name="T16" fmla="*/ 52 w 58"/>
                <a:gd name="T17" fmla="*/ 0 h 70"/>
                <a:gd name="T18" fmla="*/ 30 w 58"/>
                <a:gd name="T19" fmla="*/ 66 h 70"/>
                <a:gd name="T20" fmla="*/ 27 w 58"/>
                <a:gd name="T21" fmla="*/ 66 h 70"/>
                <a:gd name="T22" fmla="*/ 27 w 58"/>
                <a:gd name="T23" fmla="*/ 65 h 70"/>
                <a:gd name="T24" fmla="*/ 27 w 58"/>
                <a:gd name="T25" fmla="*/ 63 h 70"/>
                <a:gd name="T26" fmla="*/ 30 w 58"/>
                <a:gd name="T27" fmla="*/ 63 h 70"/>
                <a:gd name="T28" fmla="*/ 31 w 58"/>
                <a:gd name="T29" fmla="*/ 65 h 70"/>
                <a:gd name="T30" fmla="*/ 30 w 58"/>
                <a:gd name="T31" fmla="*/ 66 h 70"/>
                <a:gd name="T32" fmla="*/ 55 w 58"/>
                <a:gd name="T33" fmla="*/ 58 h 70"/>
                <a:gd name="T34" fmla="*/ 52 w 58"/>
                <a:gd name="T35" fmla="*/ 61 h 70"/>
                <a:gd name="T36" fmla="*/ 7 w 58"/>
                <a:gd name="T37" fmla="*/ 61 h 70"/>
                <a:gd name="T38" fmla="*/ 3 w 58"/>
                <a:gd name="T39" fmla="*/ 58 h 70"/>
                <a:gd name="T40" fmla="*/ 3 w 58"/>
                <a:gd name="T41" fmla="*/ 6 h 70"/>
                <a:gd name="T42" fmla="*/ 7 w 58"/>
                <a:gd name="T43" fmla="*/ 3 h 70"/>
                <a:gd name="T44" fmla="*/ 52 w 58"/>
                <a:gd name="T45" fmla="*/ 3 h 70"/>
                <a:gd name="T46" fmla="*/ 55 w 58"/>
                <a:gd name="T47" fmla="*/ 6 h 70"/>
                <a:gd name="T48" fmla="*/ 55 w 58"/>
                <a:gd name="T49" fmla="*/ 5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" h="70">
                  <a:moveTo>
                    <a:pt x="52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7"/>
                    <a:pt x="3" y="70"/>
                    <a:pt x="7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70"/>
                    <a:pt x="58" y="67"/>
                    <a:pt x="58" y="63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8" y="3"/>
                    <a:pt x="55" y="0"/>
                    <a:pt x="52" y="0"/>
                  </a:cubicBezTo>
                  <a:close/>
                  <a:moveTo>
                    <a:pt x="30" y="66"/>
                  </a:moveTo>
                  <a:cubicBezTo>
                    <a:pt x="27" y="66"/>
                    <a:pt x="27" y="66"/>
                    <a:pt x="27" y="66"/>
                  </a:cubicBezTo>
                  <a:cubicBezTo>
                    <a:pt x="27" y="66"/>
                    <a:pt x="27" y="66"/>
                    <a:pt x="27" y="65"/>
                  </a:cubicBezTo>
                  <a:cubicBezTo>
                    <a:pt x="27" y="64"/>
                    <a:pt x="27" y="63"/>
                    <a:pt x="27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1" y="63"/>
                    <a:pt x="31" y="64"/>
                    <a:pt x="31" y="65"/>
                  </a:cubicBezTo>
                  <a:cubicBezTo>
                    <a:pt x="31" y="66"/>
                    <a:pt x="31" y="66"/>
                    <a:pt x="30" y="66"/>
                  </a:cubicBezTo>
                  <a:close/>
                  <a:moveTo>
                    <a:pt x="55" y="58"/>
                  </a:moveTo>
                  <a:cubicBezTo>
                    <a:pt x="55" y="60"/>
                    <a:pt x="54" y="61"/>
                    <a:pt x="52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3" y="60"/>
                    <a:pt x="3" y="58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4" y="3"/>
                    <a:pt x="55" y="4"/>
                    <a:pt x="55" y="6"/>
                  </a:cubicBezTo>
                  <a:lnTo>
                    <a:pt x="55" y="5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4" name="îṧḻî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145940D-1E63-4539-97AA-437BA272ED87}"/>
                </a:ext>
              </a:extLst>
            </p:cNvPr>
            <p:cNvSpPr/>
            <p:nvPr/>
          </p:nvSpPr>
          <p:spPr bwMode="auto">
            <a:xfrm>
              <a:off x="6772729" y="3364642"/>
              <a:ext cx="42754" cy="70849"/>
            </a:xfrm>
            <a:custGeom>
              <a:avLst/>
              <a:gdLst>
                <a:gd name="T0" fmla="*/ 3 w 17"/>
                <a:gd name="T1" fmla="*/ 0 h 28"/>
                <a:gd name="T2" fmla="*/ 0 w 17"/>
                <a:gd name="T3" fmla="*/ 11 h 28"/>
                <a:gd name="T4" fmla="*/ 13 w 17"/>
                <a:gd name="T5" fmla="*/ 28 h 28"/>
                <a:gd name="T6" fmla="*/ 17 w 17"/>
                <a:gd name="T7" fmla="*/ 11 h 28"/>
                <a:gd name="T8" fmla="*/ 3 w 17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28">
                  <a:moveTo>
                    <a:pt x="3" y="0"/>
                  </a:moveTo>
                  <a:cubicBezTo>
                    <a:pt x="1" y="3"/>
                    <a:pt x="0" y="7"/>
                    <a:pt x="0" y="11"/>
                  </a:cubicBezTo>
                  <a:cubicBezTo>
                    <a:pt x="0" y="19"/>
                    <a:pt x="6" y="26"/>
                    <a:pt x="13" y="28"/>
                  </a:cubicBezTo>
                  <a:cubicBezTo>
                    <a:pt x="17" y="11"/>
                    <a:pt x="17" y="11"/>
                    <a:pt x="17" y="11"/>
                  </a:cubicBezTo>
                  <a:lnTo>
                    <a:pt x="3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5" name="iṣḻ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BC6328F-D060-43B8-8159-688E945B7C00}"/>
                </a:ext>
              </a:extLst>
            </p:cNvPr>
            <p:cNvSpPr/>
            <p:nvPr/>
          </p:nvSpPr>
          <p:spPr bwMode="auto">
            <a:xfrm>
              <a:off x="6782501" y="3345098"/>
              <a:ext cx="84286" cy="45197"/>
            </a:xfrm>
            <a:custGeom>
              <a:avLst/>
              <a:gdLst>
                <a:gd name="T0" fmla="*/ 33 w 33"/>
                <a:gd name="T1" fmla="*/ 18 h 18"/>
                <a:gd name="T2" fmla="*/ 15 w 33"/>
                <a:gd name="T3" fmla="*/ 0 h 18"/>
                <a:gd name="T4" fmla="*/ 0 w 33"/>
                <a:gd name="T5" fmla="*/ 7 h 18"/>
                <a:gd name="T6" fmla="*/ 15 w 33"/>
                <a:gd name="T7" fmla="*/ 18 h 18"/>
                <a:gd name="T8" fmla="*/ 33 w 33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8">
                  <a:moveTo>
                    <a:pt x="33" y="18"/>
                  </a:moveTo>
                  <a:cubicBezTo>
                    <a:pt x="33" y="8"/>
                    <a:pt x="25" y="0"/>
                    <a:pt x="15" y="0"/>
                  </a:cubicBezTo>
                  <a:cubicBezTo>
                    <a:pt x="9" y="0"/>
                    <a:pt x="3" y="3"/>
                    <a:pt x="0" y="7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33" y="1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6" name="ïṣľî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1016A6E-6A8F-44D0-9D5A-927796A0829B}"/>
                </a:ext>
              </a:extLst>
            </p:cNvPr>
            <p:cNvSpPr/>
            <p:nvPr/>
          </p:nvSpPr>
          <p:spPr bwMode="auto">
            <a:xfrm>
              <a:off x="6810596" y="3392738"/>
              <a:ext cx="56190" cy="45197"/>
            </a:xfrm>
            <a:custGeom>
              <a:avLst/>
              <a:gdLst>
                <a:gd name="T0" fmla="*/ 0 w 22"/>
                <a:gd name="T1" fmla="*/ 18 h 18"/>
                <a:gd name="T2" fmla="*/ 4 w 22"/>
                <a:gd name="T3" fmla="*/ 18 h 18"/>
                <a:gd name="T4" fmla="*/ 22 w 22"/>
                <a:gd name="T5" fmla="*/ 0 h 18"/>
                <a:gd name="T6" fmla="*/ 4 w 22"/>
                <a:gd name="T7" fmla="*/ 0 h 18"/>
                <a:gd name="T8" fmla="*/ 0 w 22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8">
                  <a:moveTo>
                    <a:pt x="0" y="18"/>
                  </a:moveTo>
                  <a:cubicBezTo>
                    <a:pt x="1" y="18"/>
                    <a:pt x="2" y="18"/>
                    <a:pt x="4" y="18"/>
                  </a:cubicBezTo>
                  <a:cubicBezTo>
                    <a:pt x="14" y="18"/>
                    <a:pt x="22" y="1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1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7" name="îṧḷ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25A9F0C-EC88-4E41-AAEA-6AB836E1D755}"/>
                </a:ext>
              </a:extLst>
            </p:cNvPr>
            <p:cNvSpPr/>
            <p:nvPr/>
          </p:nvSpPr>
          <p:spPr bwMode="auto">
            <a:xfrm>
              <a:off x="6653019" y="3849591"/>
              <a:ext cx="188116" cy="163685"/>
            </a:xfrm>
            <a:custGeom>
              <a:avLst/>
              <a:gdLst>
                <a:gd name="T0" fmla="*/ 70 w 74"/>
                <a:gd name="T1" fmla="*/ 56 h 65"/>
                <a:gd name="T2" fmla="*/ 64 w 74"/>
                <a:gd name="T3" fmla="*/ 56 h 65"/>
                <a:gd name="T4" fmla="*/ 71 w 74"/>
                <a:gd name="T5" fmla="*/ 47 h 65"/>
                <a:gd name="T6" fmla="*/ 71 w 74"/>
                <a:gd name="T7" fmla="*/ 9 h 65"/>
                <a:gd name="T8" fmla="*/ 62 w 74"/>
                <a:gd name="T9" fmla="*/ 0 h 65"/>
                <a:gd name="T10" fmla="*/ 13 w 74"/>
                <a:gd name="T11" fmla="*/ 0 h 65"/>
                <a:gd name="T12" fmla="*/ 4 w 74"/>
                <a:gd name="T13" fmla="*/ 9 h 65"/>
                <a:gd name="T14" fmla="*/ 4 w 74"/>
                <a:gd name="T15" fmla="*/ 47 h 65"/>
                <a:gd name="T16" fmla="*/ 10 w 74"/>
                <a:gd name="T17" fmla="*/ 56 h 65"/>
                <a:gd name="T18" fmla="*/ 4 w 74"/>
                <a:gd name="T19" fmla="*/ 56 h 65"/>
                <a:gd name="T20" fmla="*/ 0 w 74"/>
                <a:gd name="T21" fmla="*/ 60 h 65"/>
                <a:gd name="T22" fmla="*/ 4 w 74"/>
                <a:gd name="T23" fmla="*/ 65 h 65"/>
                <a:gd name="T24" fmla="*/ 70 w 74"/>
                <a:gd name="T25" fmla="*/ 65 h 65"/>
                <a:gd name="T26" fmla="*/ 74 w 74"/>
                <a:gd name="T27" fmla="*/ 60 h 65"/>
                <a:gd name="T28" fmla="*/ 70 w 74"/>
                <a:gd name="T29" fmla="*/ 56 h 65"/>
                <a:gd name="T30" fmla="*/ 43 w 74"/>
                <a:gd name="T31" fmla="*/ 63 h 65"/>
                <a:gd name="T32" fmla="*/ 30 w 74"/>
                <a:gd name="T33" fmla="*/ 63 h 65"/>
                <a:gd name="T34" fmla="*/ 29 w 74"/>
                <a:gd name="T35" fmla="*/ 62 h 65"/>
                <a:gd name="T36" fmla="*/ 30 w 74"/>
                <a:gd name="T37" fmla="*/ 60 h 65"/>
                <a:gd name="T38" fmla="*/ 43 w 74"/>
                <a:gd name="T39" fmla="*/ 60 h 65"/>
                <a:gd name="T40" fmla="*/ 45 w 74"/>
                <a:gd name="T41" fmla="*/ 62 h 65"/>
                <a:gd name="T42" fmla="*/ 43 w 74"/>
                <a:gd name="T43" fmla="*/ 63 h 65"/>
                <a:gd name="T44" fmla="*/ 13 w 74"/>
                <a:gd name="T45" fmla="*/ 52 h 65"/>
                <a:gd name="T46" fmla="*/ 8 w 74"/>
                <a:gd name="T47" fmla="*/ 47 h 65"/>
                <a:gd name="T48" fmla="*/ 8 w 74"/>
                <a:gd name="T49" fmla="*/ 9 h 65"/>
                <a:gd name="T50" fmla="*/ 13 w 74"/>
                <a:gd name="T51" fmla="*/ 4 h 65"/>
                <a:gd name="T52" fmla="*/ 62 w 74"/>
                <a:gd name="T53" fmla="*/ 4 h 65"/>
                <a:gd name="T54" fmla="*/ 67 w 74"/>
                <a:gd name="T55" fmla="*/ 9 h 65"/>
                <a:gd name="T56" fmla="*/ 67 w 74"/>
                <a:gd name="T57" fmla="*/ 47 h 65"/>
                <a:gd name="T58" fmla="*/ 62 w 74"/>
                <a:gd name="T59" fmla="*/ 52 h 65"/>
                <a:gd name="T60" fmla="*/ 13 w 74"/>
                <a:gd name="T61" fmla="*/ 5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4" h="65">
                  <a:moveTo>
                    <a:pt x="70" y="56"/>
                  </a:moveTo>
                  <a:cubicBezTo>
                    <a:pt x="64" y="56"/>
                    <a:pt x="64" y="56"/>
                    <a:pt x="64" y="56"/>
                  </a:cubicBezTo>
                  <a:cubicBezTo>
                    <a:pt x="68" y="55"/>
                    <a:pt x="71" y="51"/>
                    <a:pt x="71" y="47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4"/>
                    <a:pt x="67" y="0"/>
                    <a:pt x="6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8" y="0"/>
                    <a:pt x="4" y="4"/>
                    <a:pt x="4" y="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51"/>
                    <a:pt x="6" y="55"/>
                    <a:pt x="10" y="56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2" y="56"/>
                    <a:pt x="0" y="58"/>
                    <a:pt x="0" y="60"/>
                  </a:cubicBezTo>
                  <a:cubicBezTo>
                    <a:pt x="0" y="63"/>
                    <a:pt x="2" y="65"/>
                    <a:pt x="4" y="65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2" y="65"/>
                    <a:pt x="74" y="63"/>
                    <a:pt x="74" y="60"/>
                  </a:cubicBezTo>
                  <a:cubicBezTo>
                    <a:pt x="74" y="58"/>
                    <a:pt x="72" y="56"/>
                    <a:pt x="70" y="56"/>
                  </a:cubicBezTo>
                  <a:close/>
                  <a:moveTo>
                    <a:pt x="43" y="63"/>
                  </a:move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29" y="62"/>
                    <a:pt x="29" y="62"/>
                  </a:cubicBezTo>
                  <a:cubicBezTo>
                    <a:pt x="29" y="61"/>
                    <a:pt x="30" y="60"/>
                    <a:pt x="30" y="60"/>
                  </a:cubicBezTo>
                  <a:cubicBezTo>
                    <a:pt x="43" y="60"/>
                    <a:pt x="43" y="60"/>
                    <a:pt x="43" y="60"/>
                  </a:cubicBezTo>
                  <a:cubicBezTo>
                    <a:pt x="44" y="60"/>
                    <a:pt x="45" y="61"/>
                    <a:pt x="45" y="62"/>
                  </a:cubicBezTo>
                  <a:cubicBezTo>
                    <a:pt x="45" y="62"/>
                    <a:pt x="44" y="63"/>
                    <a:pt x="43" y="63"/>
                  </a:cubicBezTo>
                  <a:close/>
                  <a:moveTo>
                    <a:pt x="13" y="52"/>
                  </a:moveTo>
                  <a:cubicBezTo>
                    <a:pt x="10" y="52"/>
                    <a:pt x="8" y="50"/>
                    <a:pt x="8" y="47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6"/>
                    <a:pt x="10" y="4"/>
                    <a:pt x="13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4" y="4"/>
                    <a:pt x="67" y="6"/>
                    <a:pt x="67" y="9"/>
                  </a:cubicBezTo>
                  <a:cubicBezTo>
                    <a:pt x="67" y="47"/>
                    <a:pt x="67" y="47"/>
                    <a:pt x="67" y="47"/>
                  </a:cubicBezTo>
                  <a:cubicBezTo>
                    <a:pt x="67" y="50"/>
                    <a:pt x="64" y="52"/>
                    <a:pt x="62" y="52"/>
                  </a:cubicBezTo>
                  <a:lnTo>
                    <a:pt x="13" y="5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8" name="iṧḻ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EC733E8-9E48-4532-8630-FE69C3CBBD2B}"/>
                </a:ext>
              </a:extLst>
            </p:cNvPr>
            <p:cNvSpPr/>
            <p:nvPr/>
          </p:nvSpPr>
          <p:spPr bwMode="auto">
            <a:xfrm>
              <a:off x="6770286" y="3885015"/>
              <a:ext cx="30539" cy="65963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9" name="iş1í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D8ADA9C-D7AF-41BF-9E51-74F1BE492892}"/>
                </a:ext>
              </a:extLst>
            </p:cNvPr>
            <p:cNvSpPr/>
            <p:nvPr/>
          </p:nvSpPr>
          <p:spPr bwMode="auto">
            <a:xfrm>
              <a:off x="6731197" y="3899673"/>
              <a:ext cx="30539" cy="51304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0" name="ïṧľí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98F1083-9C36-4A8B-A397-87D0231CE96E}"/>
                </a:ext>
              </a:extLst>
            </p:cNvPr>
            <p:cNvSpPr/>
            <p:nvPr/>
          </p:nvSpPr>
          <p:spPr bwMode="auto">
            <a:xfrm>
              <a:off x="6693329" y="3922883"/>
              <a:ext cx="30539" cy="2809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1" name="ï$ḷi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CE9E227-86F2-4F35-8719-B803F5271B84}"/>
                </a:ext>
              </a:extLst>
            </p:cNvPr>
            <p:cNvSpPr/>
            <p:nvPr/>
          </p:nvSpPr>
          <p:spPr bwMode="auto">
            <a:xfrm>
              <a:off x="7216145" y="4323545"/>
              <a:ext cx="25653" cy="24431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2" name="íṩļi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691AE89-2856-444B-8BC9-A606102F4FCD}"/>
                </a:ext>
              </a:extLst>
            </p:cNvPr>
            <p:cNvSpPr/>
            <p:nvPr/>
          </p:nvSpPr>
          <p:spPr bwMode="auto">
            <a:xfrm>
              <a:off x="7194157" y="4293007"/>
              <a:ext cx="174679" cy="153913"/>
            </a:xfrm>
            <a:custGeom>
              <a:avLst/>
              <a:gdLst>
                <a:gd name="T0" fmla="*/ 62 w 69"/>
                <a:gd name="T1" fmla="*/ 1 h 61"/>
                <a:gd name="T2" fmla="*/ 39 w 69"/>
                <a:gd name="T3" fmla="*/ 1 h 61"/>
                <a:gd name="T4" fmla="*/ 33 w 69"/>
                <a:gd name="T5" fmla="*/ 8 h 61"/>
                <a:gd name="T6" fmla="*/ 33 w 69"/>
                <a:gd name="T7" fmla="*/ 12 h 61"/>
                <a:gd name="T8" fmla="*/ 28 w 69"/>
                <a:gd name="T9" fmla="*/ 12 h 61"/>
                <a:gd name="T10" fmla="*/ 28 w 69"/>
                <a:gd name="T11" fmla="*/ 7 h 61"/>
                <a:gd name="T12" fmla="*/ 22 w 69"/>
                <a:gd name="T13" fmla="*/ 0 h 61"/>
                <a:gd name="T14" fmla="*/ 6 w 69"/>
                <a:gd name="T15" fmla="*/ 0 h 61"/>
                <a:gd name="T16" fmla="*/ 0 w 69"/>
                <a:gd name="T17" fmla="*/ 7 h 61"/>
                <a:gd name="T18" fmla="*/ 0 w 69"/>
                <a:gd name="T19" fmla="*/ 54 h 61"/>
                <a:gd name="T20" fmla="*/ 6 w 69"/>
                <a:gd name="T21" fmla="*/ 61 h 61"/>
                <a:gd name="T22" fmla="*/ 22 w 69"/>
                <a:gd name="T23" fmla="*/ 61 h 61"/>
                <a:gd name="T24" fmla="*/ 28 w 69"/>
                <a:gd name="T25" fmla="*/ 54 h 61"/>
                <a:gd name="T26" fmla="*/ 28 w 69"/>
                <a:gd name="T27" fmla="*/ 19 h 61"/>
                <a:gd name="T28" fmla="*/ 33 w 69"/>
                <a:gd name="T29" fmla="*/ 19 h 61"/>
                <a:gd name="T30" fmla="*/ 33 w 69"/>
                <a:gd name="T31" fmla="*/ 22 h 61"/>
                <a:gd name="T32" fmla="*/ 39 w 69"/>
                <a:gd name="T33" fmla="*/ 29 h 61"/>
                <a:gd name="T34" fmla="*/ 62 w 69"/>
                <a:gd name="T35" fmla="*/ 29 h 61"/>
                <a:gd name="T36" fmla="*/ 69 w 69"/>
                <a:gd name="T37" fmla="*/ 22 h 61"/>
                <a:gd name="T38" fmla="*/ 69 w 69"/>
                <a:gd name="T39" fmla="*/ 8 h 61"/>
                <a:gd name="T40" fmla="*/ 62 w 69"/>
                <a:gd name="T41" fmla="*/ 1 h 61"/>
                <a:gd name="T42" fmla="*/ 21 w 69"/>
                <a:gd name="T43" fmla="*/ 54 h 61"/>
                <a:gd name="T44" fmla="*/ 6 w 69"/>
                <a:gd name="T45" fmla="*/ 54 h 61"/>
                <a:gd name="T46" fmla="*/ 4 w 69"/>
                <a:gd name="T47" fmla="*/ 52 h 61"/>
                <a:gd name="T48" fmla="*/ 6 w 69"/>
                <a:gd name="T49" fmla="*/ 49 h 61"/>
                <a:gd name="T50" fmla="*/ 21 w 69"/>
                <a:gd name="T51" fmla="*/ 49 h 61"/>
                <a:gd name="T52" fmla="*/ 23 w 69"/>
                <a:gd name="T53" fmla="*/ 52 h 61"/>
                <a:gd name="T54" fmla="*/ 21 w 69"/>
                <a:gd name="T55" fmla="*/ 54 h 61"/>
                <a:gd name="T56" fmla="*/ 14 w 69"/>
                <a:gd name="T57" fmla="*/ 27 h 61"/>
                <a:gd name="T58" fmla="*/ 4 w 69"/>
                <a:gd name="T59" fmla="*/ 17 h 61"/>
                <a:gd name="T60" fmla="*/ 14 w 69"/>
                <a:gd name="T61" fmla="*/ 7 h 61"/>
                <a:gd name="T62" fmla="*/ 24 w 69"/>
                <a:gd name="T63" fmla="*/ 17 h 61"/>
                <a:gd name="T64" fmla="*/ 14 w 69"/>
                <a:gd name="T65" fmla="*/ 27 h 61"/>
                <a:gd name="T66" fmla="*/ 63 w 69"/>
                <a:gd name="T67" fmla="*/ 22 h 61"/>
                <a:gd name="T68" fmla="*/ 62 w 69"/>
                <a:gd name="T69" fmla="*/ 23 h 61"/>
                <a:gd name="T70" fmla="*/ 39 w 69"/>
                <a:gd name="T71" fmla="*/ 23 h 61"/>
                <a:gd name="T72" fmla="*/ 38 w 69"/>
                <a:gd name="T73" fmla="*/ 22 h 61"/>
                <a:gd name="T74" fmla="*/ 38 w 69"/>
                <a:gd name="T75" fmla="*/ 8 h 61"/>
                <a:gd name="T76" fmla="*/ 39 w 69"/>
                <a:gd name="T77" fmla="*/ 7 h 61"/>
                <a:gd name="T78" fmla="*/ 62 w 69"/>
                <a:gd name="T79" fmla="*/ 7 h 61"/>
                <a:gd name="T80" fmla="*/ 63 w 69"/>
                <a:gd name="T81" fmla="*/ 8 h 61"/>
                <a:gd name="T82" fmla="*/ 63 w 69"/>
                <a:gd name="T83" fmla="*/ 2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9" h="61">
                  <a:moveTo>
                    <a:pt x="62" y="1"/>
                  </a:moveTo>
                  <a:cubicBezTo>
                    <a:pt x="39" y="1"/>
                    <a:pt x="39" y="1"/>
                    <a:pt x="39" y="1"/>
                  </a:cubicBezTo>
                  <a:cubicBezTo>
                    <a:pt x="36" y="1"/>
                    <a:pt x="33" y="4"/>
                    <a:pt x="33" y="8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3"/>
                    <a:pt x="25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8"/>
                    <a:pt x="3" y="61"/>
                    <a:pt x="6" y="61"/>
                  </a:cubicBezTo>
                  <a:cubicBezTo>
                    <a:pt x="22" y="61"/>
                    <a:pt x="22" y="61"/>
                    <a:pt x="22" y="61"/>
                  </a:cubicBezTo>
                  <a:cubicBezTo>
                    <a:pt x="25" y="61"/>
                    <a:pt x="28" y="58"/>
                    <a:pt x="28" y="54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6"/>
                    <a:pt x="36" y="29"/>
                    <a:pt x="39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6" y="29"/>
                    <a:pt x="69" y="26"/>
                    <a:pt x="69" y="22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4"/>
                    <a:pt x="66" y="1"/>
                    <a:pt x="62" y="1"/>
                  </a:cubicBezTo>
                  <a:close/>
                  <a:moveTo>
                    <a:pt x="21" y="54"/>
                  </a:moveTo>
                  <a:cubicBezTo>
                    <a:pt x="6" y="54"/>
                    <a:pt x="6" y="54"/>
                    <a:pt x="6" y="54"/>
                  </a:cubicBezTo>
                  <a:cubicBezTo>
                    <a:pt x="5" y="54"/>
                    <a:pt x="4" y="53"/>
                    <a:pt x="4" y="52"/>
                  </a:cubicBezTo>
                  <a:cubicBezTo>
                    <a:pt x="4" y="50"/>
                    <a:pt x="5" y="49"/>
                    <a:pt x="6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2" y="49"/>
                    <a:pt x="23" y="50"/>
                    <a:pt x="23" y="52"/>
                  </a:cubicBezTo>
                  <a:cubicBezTo>
                    <a:pt x="23" y="53"/>
                    <a:pt x="22" y="54"/>
                    <a:pt x="21" y="54"/>
                  </a:cubicBezTo>
                  <a:close/>
                  <a:moveTo>
                    <a:pt x="14" y="27"/>
                  </a:moveTo>
                  <a:cubicBezTo>
                    <a:pt x="8" y="27"/>
                    <a:pt x="4" y="23"/>
                    <a:pt x="4" y="17"/>
                  </a:cubicBezTo>
                  <a:cubicBezTo>
                    <a:pt x="4" y="11"/>
                    <a:pt x="8" y="7"/>
                    <a:pt x="14" y="7"/>
                  </a:cubicBezTo>
                  <a:cubicBezTo>
                    <a:pt x="20" y="7"/>
                    <a:pt x="24" y="11"/>
                    <a:pt x="24" y="17"/>
                  </a:cubicBezTo>
                  <a:cubicBezTo>
                    <a:pt x="24" y="23"/>
                    <a:pt x="20" y="27"/>
                    <a:pt x="14" y="27"/>
                  </a:cubicBezTo>
                  <a:close/>
                  <a:moveTo>
                    <a:pt x="63" y="22"/>
                  </a:moveTo>
                  <a:cubicBezTo>
                    <a:pt x="63" y="23"/>
                    <a:pt x="63" y="23"/>
                    <a:pt x="62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23"/>
                    <a:pt x="38" y="23"/>
                    <a:pt x="38" y="22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7"/>
                    <a:pt x="39" y="7"/>
                    <a:pt x="39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3" y="7"/>
                    <a:pt x="63" y="7"/>
                    <a:pt x="63" y="8"/>
                  </a:cubicBezTo>
                  <a:lnTo>
                    <a:pt x="63" y="2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3" name="îṡlî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D310CAE-3F2E-4999-A048-6C41500ABD02}"/>
                </a:ext>
              </a:extLst>
            </p:cNvPr>
            <p:cNvSpPr/>
            <p:nvPr/>
          </p:nvSpPr>
          <p:spPr bwMode="auto">
            <a:xfrm>
              <a:off x="3858154" y="2524228"/>
              <a:ext cx="28096" cy="37868"/>
            </a:xfrm>
            <a:custGeom>
              <a:avLst/>
              <a:gdLst>
                <a:gd name="T0" fmla="*/ 11 w 11"/>
                <a:gd name="T1" fmla="*/ 3 h 15"/>
                <a:gd name="T2" fmla="*/ 7 w 11"/>
                <a:gd name="T3" fmla="*/ 0 h 15"/>
                <a:gd name="T4" fmla="*/ 3 w 11"/>
                <a:gd name="T5" fmla="*/ 0 h 15"/>
                <a:gd name="T6" fmla="*/ 0 w 11"/>
                <a:gd name="T7" fmla="*/ 3 h 15"/>
                <a:gd name="T8" fmla="*/ 0 w 11"/>
                <a:gd name="T9" fmla="*/ 15 h 15"/>
                <a:gd name="T10" fmla="*/ 11 w 11"/>
                <a:gd name="T11" fmla="*/ 15 h 15"/>
                <a:gd name="T12" fmla="*/ 11 w 11"/>
                <a:gd name="T13" fmla="*/ 3 h 15"/>
                <a:gd name="T14" fmla="*/ 5 w 11"/>
                <a:gd name="T15" fmla="*/ 6 h 15"/>
                <a:gd name="T16" fmla="*/ 3 w 11"/>
                <a:gd name="T17" fmla="*/ 4 h 15"/>
                <a:gd name="T18" fmla="*/ 5 w 11"/>
                <a:gd name="T19" fmla="*/ 2 h 15"/>
                <a:gd name="T20" fmla="*/ 8 w 11"/>
                <a:gd name="T21" fmla="*/ 4 h 15"/>
                <a:gd name="T22" fmla="*/ 5 w 11"/>
                <a:gd name="T23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5">
                  <a:moveTo>
                    <a:pt x="11" y="3"/>
                  </a:moveTo>
                  <a:cubicBezTo>
                    <a:pt x="11" y="1"/>
                    <a:pt x="9" y="0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11" y="3"/>
                  </a:lnTo>
                  <a:close/>
                  <a:moveTo>
                    <a:pt x="5" y="6"/>
                  </a:moveTo>
                  <a:cubicBezTo>
                    <a:pt x="4" y="6"/>
                    <a:pt x="3" y="5"/>
                    <a:pt x="3" y="4"/>
                  </a:cubicBezTo>
                  <a:cubicBezTo>
                    <a:pt x="3" y="3"/>
                    <a:pt x="4" y="2"/>
                    <a:pt x="5" y="2"/>
                  </a:cubicBezTo>
                  <a:cubicBezTo>
                    <a:pt x="7" y="2"/>
                    <a:pt x="8" y="3"/>
                    <a:pt x="8" y="4"/>
                  </a:cubicBezTo>
                  <a:cubicBezTo>
                    <a:pt x="8" y="5"/>
                    <a:pt x="7" y="6"/>
                    <a:pt x="5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4" name="ísḷí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53C7C13-1F76-4BBB-8C29-B7811F22B1B6}"/>
                </a:ext>
              </a:extLst>
            </p:cNvPr>
            <p:cNvSpPr/>
            <p:nvPr/>
          </p:nvSpPr>
          <p:spPr bwMode="auto">
            <a:xfrm>
              <a:off x="3838609" y="2562096"/>
              <a:ext cx="167350" cy="144141"/>
            </a:xfrm>
            <a:custGeom>
              <a:avLst/>
              <a:gdLst>
                <a:gd name="T0" fmla="*/ 63 w 66"/>
                <a:gd name="T1" fmla="*/ 0 h 57"/>
                <a:gd name="T2" fmla="*/ 57 w 66"/>
                <a:gd name="T3" fmla="*/ 0 h 57"/>
                <a:gd name="T4" fmla="*/ 57 w 66"/>
                <a:gd name="T5" fmla="*/ 6 h 57"/>
                <a:gd name="T6" fmla="*/ 53 w 66"/>
                <a:gd name="T7" fmla="*/ 9 h 57"/>
                <a:gd name="T8" fmla="*/ 49 w 66"/>
                <a:gd name="T9" fmla="*/ 9 h 57"/>
                <a:gd name="T10" fmla="*/ 46 w 66"/>
                <a:gd name="T11" fmla="*/ 6 h 57"/>
                <a:gd name="T12" fmla="*/ 46 w 66"/>
                <a:gd name="T13" fmla="*/ 0 h 57"/>
                <a:gd name="T14" fmla="*/ 19 w 66"/>
                <a:gd name="T15" fmla="*/ 0 h 57"/>
                <a:gd name="T16" fmla="*/ 19 w 66"/>
                <a:gd name="T17" fmla="*/ 6 h 57"/>
                <a:gd name="T18" fmla="*/ 15 w 66"/>
                <a:gd name="T19" fmla="*/ 9 h 57"/>
                <a:gd name="T20" fmla="*/ 11 w 66"/>
                <a:gd name="T21" fmla="*/ 9 h 57"/>
                <a:gd name="T22" fmla="*/ 8 w 66"/>
                <a:gd name="T23" fmla="*/ 6 h 57"/>
                <a:gd name="T24" fmla="*/ 8 w 66"/>
                <a:gd name="T25" fmla="*/ 0 h 57"/>
                <a:gd name="T26" fmla="*/ 3 w 66"/>
                <a:gd name="T27" fmla="*/ 0 h 57"/>
                <a:gd name="T28" fmla="*/ 0 w 66"/>
                <a:gd name="T29" fmla="*/ 4 h 57"/>
                <a:gd name="T30" fmla="*/ 0 w 66"/>
                <a:gd name="T31" fmla="*/ 53 h 57"/>
                <a:gd name="T32" fmla="*/ 3 w 66"/>
                <a:gd name="T33" fmla="*/ 57 h 57"/>
                <a:gd name="T34" fmla="*/ 63 w 66"/>
                <a:gd name="T35" fmla="*/ 57 h 57"/>
                <a:gd name="T36" fmla="*/ 66 w 66"/>
                <a:gd name="T37" fmla="*/ 53 h 57"/>
                <a:gd name="T38" fmla="*/ 66 w 66"/>
                <a:gd name="T39" fmla="*/ 4 h 57"/>
                <a:gd name="T40" fmla="*/ 63 w 66"/>
                <a:gd name="T41" fmla="*/ 0 h 57"/>
                <a:gd name="T42" fmla="*/ 60 w 66"/>
                <a:gd name="T43" fmla="*/ 53 h 57"/>
                <a:gd name="T44" fmla="*/ 5 w 66"/>
                <a:gd name="T45" fmla="*/ 53 h 57"/>
                <a:gd name="T46" fmla="*/ 5 w 66"/>
                <a:gd name="T47" fmla="*/ 19 h 57"/>
                <a:gd name="T48" fmla="*/ 60 w 66"/>
                <a:gd name="T49" fmla="*/ 19 h 57"/>
                <a:gd name="T50" fmla="*/ 60 w 66"/>
                <a:gd name="T51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6" h="57">
                  <a:moveTo>
                    <a:pt x="63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7" y="8"/>
                    <a:pt x="55" y="9"/>
                    <a:pt x="53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9"/>
                    <a:pt x="46" y="8"/>
                    <a:pt x="46" y="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8"/>
                    <a:pt x="17" y="9"/>
                    <a:pt x="15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9"/>
                    <a:pt x="8" y="8"/>
                    <a:pt x="8" y="6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1" y="57"/>
                    <a:pt x="3" y="57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5" y="57"/>
                    <a:pt x="66" y="55"/>
                    <a:pt x="66" y="53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2"/>
                    <a:pt x="65" y="0"/>
                    <a:pt x="63" y="0"/>
                  </a:cubicBezTo>
                  <a:close/>
                  <a:moveTo>
                    <a:pt x="60" y="53"/>
                  </a:moveTo>
                  <a:cubicBezTo>
                    <a:pt x="5" y="53"/>
                    <a:pt x="5" y="53"/>
                    <a:pt x="5" y="53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60" y="19"/>
                    <a:pt x="60" y="19"/>
                    <a:pt x="60" y="19"/>
                  </a:cubicBezTo>
                  <a:lnTo>
                    <a:pt x="60" y="5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5" name="íṥľï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4BFB9AD-D57D-4C81-9EC0-B661D057059A}"/>
                </a:ext>
              </a:extLst>
            </p:cNvPr>
            <p:cNvSpPr/>
            <p:nvPr/>
          </p:nvSpPr>
          <p:spPr bwMode="auto">
            <a:xfrm>
              <a:off x="3954654" y="2524228"/>
              <a:ext cx="28096" cy="37868"/>
            </a:xfrm>
            <a:custGeom>
              <a:avLst/>
              <a:gdLst>
                <a:gd name="T0" fmla="*/ 11 w 11"/>
                <a:gd name="T1" fmla="*/ 3 h 15"/>
                <a:gd name="T2" fmla="*/ 7 w 11"/>
                <a:gd name="T3" fmla="*/ 0 h 15"/>
                <a:gd name="T4" fmla="*/ 3 w 11"/>
                <a:gd name="T5" fmla="*/ 0 h 15"/>
                <a:gd name="T6" fmla="*/ 0 w 11"/>
                <a:gd name="T7" fmla="*/ 3 h 15"/>
                <a:gd name="T8" fmla="*/ 0 w 11"/>
                <a:gd name="T9" fmla="*/ 15 h 15"/>
                <a:gd name="T10" fmla="*/ 11 w 11"/>
                <a:gd name="T11" fmla="*/ 15 h 15"/>
                <a:gd name="T12" fmla="*/ 11 w 11"/>
                <a:gd name="T13" fmla="*/ 3 h 15"/>
                <a:gd name="T14" fmla="*/ 5 w 11"/>
                <a:gd name="T15" fmla="*/ 7 h 15"/>
                <a:gd name="T16" fmla="*/ 3 w 11"/>
                <a:gd name="T17" fmla="*/ 4 h 15"/>
                <a:gd name="T18" fmla="*/ 5 w 11"/>
                <a:gd name="T19" fmla="*/ 2 h 15"/>
                <a:gd name="T20" fmla="*/ 8 w 11"/>
                <a:gd name="T21" fmla="*/ 4 h 15"/>
                <a:gd name="T22" fmla="*/ 5 w 11"/>
                <a:gd name="T23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5">
                  <a:moveTo>
                    <a:pt x="11" y="3"/>
                  </a:moveTo>
                  <a:cubicBezTo>
                    <a:pt x="11" y="1"/>
                    <a:pt x="9" y="0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11" y="3"/>
                  </a:lnTo>
                  <a:close/>
                  <a:moveTo>
                    <a:pt x="5" y="7"/>
                  </a:moveTo>
                  <a:cubicBezTo>
                    <a:pt x="4" y="7"/>
                    <a:pt x="3" y="6"/>
                    <a:pt x="3" y="4"/>
                  </a:cubicBezTo>
                  <a:cubicBezTo>
                    <a:pt x="3" y="3"/>
                    <a:pt x="4" y="2"/>
                    <a:pt x="5" y="2"/>
                  </a:cubicBezTo>
                  <a:cubicBezTo>
                    <a:pt x="7" y="2"/>
                    <a:pt x="8" y="3"/>
                    <a:pt x="8" y="4"/>
                  </a:cubicBezTo>
                  <a:cubicBezTo>
                    <a:pt x="8" y="6"/>
                    <a:pt x="7" y="7"/>
                    <a:pt x="5" y="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6" name="ï$1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043DA68-11B0-40F2-A25D-93BB67BFAA16}"/>
                </a:ext>
              </a:extLst>
            </p:cNvPr>
            <p:cNvSpPr/>
            <p:nvPr/>
          </p:nvSpPr>
          <p:spPr bwMode="auto">
            <a:xfrm>
              <a:off x="3878919" y="2625616"/>
              <a:ext cx="37868" cy="54969"/>
            </a:xfrm>
            <a:custGeom>
              <a:avLst/>
              <a:gdLst>
                <a:gd name="T0" fmla="*/ 15 w 15"/>
                <a:gd name="T1" fmla="*/ 18 h 22"/>
                <a:gd name="T2" fmla="*/ 7 w 15"/>
                <a:gd name="T3" fmla="*/ 18 h 22"/>
                <a:gd name="T4" fmla="*/ 7 w 15"/>
                <a:gd name="T5" fmla="*/ 18 h 22"/>
                <a:gd name="T6" fmla="*/ 9 w 15"/>
                <a:gd name="T7" fmla="*/ 16 h 22"/>
                <a:gd name="T8" fmla="*/ 15 w 15"/>
                <a:gd name="T9" fmla="*/ 7 h 22"/>
                <a:gd name="T10" fmla="*/ 7 w 15"/>
                <a:gd name="T11" fmla="*/ 0 h 22"/>
                <a:gd name="T12" fmla="*/ 1 w 15"/>
                <a:gd name="T13" fmla="*/ 3 h 22"/>
                <a:gd name="T14" fmla="*/ 2 w 15"/>
                <a:gd name="T15" fmla="*/ 6 h 22"/>
                <a:gd name="T16" fmla="*/ 7 w 15"/>
                <a:gd name="T17" fmla="*/ 4 h 22"/>
                <a:gd name="T18" fmla="*/ 10 w 15"/>
                <a:gd name="T19" fmla="*/ 8 h 22"/>
                <a:gd name="T20" fmla="*/ 3 w 15"/>
                <a:gd name="T21" fmla="*/ 17 h 22"/>
                <a:gd name="T22" fmla="*/ 0 w 15"/>
                <a:gd name="T23" fmla="*/ 19 h 22"/>
                <a:gd name="T24" fmla="*/ 0 w 15"/>
                <a:gd name="T25" fmla="*/ 22 h 22"/>
                <a:gd name="T26" fmla="*/ 15 w 15"/>
                <a:gd name="T27" fmla="*/ 22 h 22"/>
                <a:gd name="T28" fmla="*/ 15 w 15"/>
                <a:gd name="T29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2">
                  <a:moveTo>
                    <a:pt x="15" y="18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2" y="14"/>
                    <a:pt x="15" y="11"/>
                    <a:pt x="15" y="7"/>
                  </a:cubicBezTo>
                  <a:cubicBezTo>
                    <a:pt x="15" y="3"/>
                    <a:pt x="12" y="0"/>
                    <a:pt x="7" y="0"/>
                  </a:cubicBezTo>
                  <a:cubicBezTo>
                    <a:pt x="5" y="0"/>
                    <a:pt x="2" y="1"/>
                    <a:pt x="1" y="3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5"/>
                    <a:pt x="5" y="4"/>
                    <a:pt x="7" y="4"/>
                  </a:cubicBezTo>
                  <a:cubicBezTo>
                    <a:pt x="9" y="4"/>
                    <a:pt x="10" y="6"/>
                    <a:pt x="10" y="8"/>
                  </a:cubicBezTo>
                  <a:cubicBezTo>
                    <a:pt x="10" y="10"/>
                    <a:pt x="8" y="12"/>
                    <a:pt x="3" y="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5" y="22"/>
                    <a:pt x="15" y="22"/>
                    <a:pt x="15" y="22"/>
                  </a:cubicBezTo>
                  <a:lnTo>
                    <a:pt x="15" y="1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7" name="îsḷ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F57C11D-02C7-4DC2-90ED-67DE75B72BA0}"/>
                </a:ext>
              </a:extLst>
            </p:cNvPr>
            <p:cNvSpPr/>
            <p:nvPr/>
          </p:nvSpPr>
          <p:spPr bwMode="auto">
            <a:xfrm>
              <a:off x="3924116" y="2625616"/>
              <a:ext cx="41532" cy="54969"/>
            </a:xfrm>
            <a:custGeom>
              <a:avLst/>
              <a:gdLst>
                <a:gd name="T0" fmla="*/ 7 w 16"/>
                <a:gd name="T1" fmla="*/ 15 h 22"/>
                <a:gd name="T2" fmla="*/ 11 w 16"/>
                <a:gd name="T3" fmla="*/ 13 h 22"/>
                <a:gd name="T4" fmla="*/ 11 w 16"/>
                <a:gd name="T5" fmla="*/ 13 h 22"/>
                <a:gd name="T6" fmla="*/ 8 w 16"/>
                <a:gd name="T7" fmla="*/ 17 h 22"/>
                <a:gd name="T8" fmla="*/ 4 w 16"/>
                <a:gd name="T9" fmla="*/ 18 h 22"/>
                <a:gd name="T10" fmla="*/ 2 w 16"/>
                <a:gd name="T11" fmla="*/ 18 h 22"/>
                <a:gd name="T12" fmla="*/ 2 w 16"/>
                <a:gd name="T13" fmla="*/ 22 h 22"/>
                <a:gd name="T14" fmla="*/ 4 w 16"/>
                <a:gd name="T15" fmla="*/ 22 h 22"/>
                <a:gd name="T16" fmla="*/ 12 w 16"/>
                <a:gd name="T17" fmla="*/ 19 h 22"/>
                <a:gd name="T18" fmla="*/ 16 w 16"/>
                <a:gd name="T19" fmla="*/ 10 h 22"/>
                <a:gd name="T20" fmla="*/ 8 w 16"/>
                <a:gd name="T21" fmla="*/ 0 h 22"/>
                <a:gd name="T22" fmla="*/ 0 w 16"/>
                <a:gd name="T23" fmla="*/ 8 h 22"/>
                <a:gd name="T24" fmla="*/ 7 w 16"/>
                <a:gd name="T25" fmla="*/ 15 h 22"/>
                <a:gd name="T26" fmla="*/ 8 w 16"/>
                <a:gd name="T27" fmla="*/ 4 h 22"/>
                <a:gd name="T28" fmla="*/ 11 w 16"/>
                <a:gd name="T29" fmla="*/ 9 h 22"/>
                <a:gd name="T30" fmla="*/ 11 w 16"/>
                <a:gd name="T31" fmla="*/ 10 h 22"/>
                <a:gd name="T32" fmla="*/ 8 w 16"/>
                <a:gd name="T33" fmla="*/ 11 h 22"/>
                <a:gd name="T34" fmla="*/ 5 w 16"/>
                <a:gd name="T35" fmla="*/ 8 h 22"/>
                <a:gd name="T36" fmla="*/ 8 w 16"/>
                <a:gd name="T37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" h="22">
                  <a:moveTo>
                    <a:pt x="7" y="15"/>
                  </a:moveTo>
                  <a:cubicBezTo>
                    <a:pt x="9" y="15"/>
                    <a:pt x="10" y="14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5"/>
                    <a:pt x="10" y="16"/>
                    <a:pt x="8" y="17"/>
                  </a:cubicBezTo>
                  <a:cubicBezTo>
                    <a:pt x="7" y="18"/>
                    <a:pt x="6" y="18"/>
                    <a:pt x="4" y="18"/>
                  </a:cubicBezTo>
                  <a:cubicBezTo>
                    <a:pt x="3" y="18"/>
                    <a:pt x="3" y="19"/>
                    <a:pt x="2" y="18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2"/>
                    <a:pt x="3" y="22"/>
                    <a:pt x="4" y="22"/>
                  </a:cubicBezTo>
                  <a:cubicBezTo>
                    <a:pt x="7" y="22"/>
                    <a:pt x="10" y="21"/>
                    <a:pt x="12" y="19"/>
                  </a:cubicBezTo>
                  <a:cubicBezTo>
                    <a:pt x="15" y="17"/>
                    <a:pt x="16" y="14"/>
                    <a:pt x="16" y="10"/>
                  </a:cubicBezTo>
                  <a:cubicBezTo>
                    <a:pt x="16" y="5"/>
                    <a:pt x="13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5"/>
                    <a:pt x="7" y="15"/>
                  </a:cubicBezTo>
                  <a:close/>
                  <a:moveTo>
                    <a:pt x="8" y="4"/>
                  </a:moveTo>
                  <a:cubicBezTo>
                    <a:pt x="10" y="4"/>
                    <a:pt x="11" y="6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1"/>
                    <a:pt x="9" y="11"/>
                    <a:pt x="8" y="11"/>
                  </a:cubicBezTo>
                  <a:cubicBezTo>
                    <a:pt x="6" y="11"/>
                    <a:pt x="5" y="10"/>
                    <a:pt x="5" y="8"/>
                  </a:cubicBezTo>
                  <a:cubicBezTo>
                    <a:pt x="5" y="6"/>
                    <a:pt x="6" y="4"/>
                    <a:pt x="8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8" name="ï$lî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F908AEC-235A-421F-8AA0-1458E3D3375F}"/>
                </a:ext>
              </a:extLst>
            </p:cNvPr>
            <p:cNvSpPr/>
            <p:nvPr/>
          </p:nvSpPr>
          <p:spPr bwMode="auto">
            <a:xfrm>
              <a:off x="5435151" y="1241620"/>
              <a:ext cx="177123" cy="144141"/>
            </a:xfrm>
            <a:custGeom>
              <a:avLst/>
              <a:gdLst>
                <a:gd name="T0" fmla="*/ 63 w 70"/>
                <a:gd name="T1" fmla="*/ 0 h 57"/>
                <a:gd name="T2" fmla="*/ 7 w 70"/>
                <a:gd name="T3" fmla="*/ 0 h 57"/>
                <a:gd name="T4" fmla="*/ 0 w 70"/>
                <a:gd name="T5" fmla="*/ 7 h 57"/>
                <a:gd name="T6" fmla="*/ 0 w 70"/>
                <a:gd name="T7" fmla="*/ 50 h 57"/>
                <a:gd name="T8" fmla="*/ 7 w 70"/>
                <a:gd name="T9" fmla="*/ 57 h 57"/>
                <a:gd name="T10" fmla="*/ 63 w 70"/>
                <a:gd name="T11" fmla="*/ 57 h 57"/>
                <a:gd name="T12" fmla="*/ 70 w 70"/>
                <a:gd name="T13" fmla="*/ 50 h 57"/>
                <a:gd name="T14" fmla="*/ 70 w 70"/>
                <a:gd name="T15" fmla="*/ 7 h 57"/>
                <a:gd name="T16" fmla="*/ 63 w 70"/>
                <a:gd name="T17" fmla="*/ 0 h 57"/>
                <a:gd name="T18" fmla="*/ 63 w 70"/>
                <a:gd name="T19" fmla="*/ 50 h 57"/>
                <a:gd name="T20" fmla="*/ 7 w 70"/>
                <a:gd name="T21" fmla="*/ 50 h 57"/>
                <a:gd name="T22" fmla="*/ 7 w 70"/>
                <a:gd name="T23" fmla="*/ 7 h 57"/>
                <a:gd name="T24" fmla="*/ 63 w 70"/>
                <a:gd name="T25" fmla="*/ 7 h 57"/>
                <a:gd name="T26" fmla="*/ 63 w 70"/>
                <a:gd name="T27" fmla="*/ 5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6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4"/>
                    <a:pt x="3" y="57"/>
                    <a:pt x="7" y="57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7" y="57"/>
                    <a:pt x="70" y="54"/>
                    <a:pt x="70" y="5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3"/>
                    <a:pt x="67" y="0"/>
                    <a:pt x="63" y="0"/>
                  </a:cubicBezTo>
                  <a:close/>
                  <a:moveTo>
                    <a:pt x="63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3" y="7"/>
                    <a:pt x="63" y="7"/>
                    <a:pt x="63" y="7"/>
                  </a:cubicBezTo>
                  <a:lnTo>
                    <a:pt x="63" y="5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9" name="îśľ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6F2119B-4ACA-403E-A5B9-55552CFE5967}"/>
                </a:ext>
              </a:extLst>
            </p:cNvPr>
            <p:cNvSpPr/>
            <p:nvPr/>
          </p:nvSpPr>
          <p:spPr bwMode="auto">
            <a:xfrm>
              <a:off x="5468133" y="1279488"/>
              <a:ext cx="113603" cy="63520"/>
            </a:xfrm>
            <a:custGeom>
              <a:avLst/>
              <a:gdLst>
                <a:gd name="T0" fmla="*/ 21 w 45"/>
                <a:gd name="T1" fmla="*/ 25 h 25"/>
                <a:gd name="T2" fmla="*/ 45 w 45"/>
                <a:gd name="T3" fmla="*/ 25 h 25"/>
                <a:gd name="T4" fmla="*/ 33 w 45"/>
                <a:gd name="T5" fmla="*/ 7 h 25"/>
                <a:gd name="T6" fmla="*/ 29 w 45"/>
                <a:gd name="T7" fmla="*/ 12 h 25"/>
                <a:gd name="T8" fmla="*/ 27 w 45"/>
                <a:gd name="T9" fmla="*/ 16 h 25"/>
                <a:gd name="T10" fmla="*/ 27 w 45"/>
                <a:gd name="T11" fmla="*/ 16 h 25"/>
                <a:gd name="T12" fmla="*/ 23 w 45"/>
                <a:gd name="T13" fmla="*/ 21 h 25"/>
                <a:gd name="T14" fmla="*/ 21 w 45"/>
                <a:gd name="T15" fmla="*/ 21 h 25"/>
                <a:gd name="T16" fmla="*/ 21 w 45"/>
                <a:gd name="T17" fmla="*/ 20 h 25"/>
                <a:gd name="T18" fmla="*/ 25 w 45"/>
                <a:gd name="T19" fmla="*/ 13 h 25"/>
                <a:gd name="T20" fmla="*/ 16 w 45"/>
                <a:gd name="T21" fmla="*/ 0 h 25"/>
                <a:gd name="T22" fmla="*/ 0 w 45"/>
                <a:gd name="T23" fmla="*/ 25 h 25"/>
                <a:gd name="T24" fmla="*/ 21 w 45"/>
                <a:gd name="T2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25">
                  <a:moveTo>
                    <a:pt x="21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2" y="22"/>
                    <a:pt x="22" y="22"/>
                    <a:pt x="21" y="21"/>
                  </a:cubicBezTo>
                  <a:cubicBezTo>
                    <a:pt x="20" y="21"/>
                    <a:pt x="20" y="20"/>
                    <a:pt x="21" y="2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1" y="25"/>
                    <a:pt x="21" y="25"/>
                    <a:pt x="21" y="2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0" name="ïṩļï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97534B2-2EC8-40AD-8D51-9AC412F161FC}"/>
                </a:ext>
              </a:extLst>
            </p:cNvPr>
            <p:cNvSpPr/>
            <p:nvPr/>
          </p:nvSpPr>
          <p:spPr bwMode="auto">
            <a:xfrm>
              <a:off x="5096787" y="2538887"/>
              <a:ext cx="114824" cy="230870"/>
            </a:xfrm>
            <a:custGeom>
              <a:avLst/>
              <a:gdLst>
                <a:gd name="T0" fmla="*/ 44 w 45"/>
                <a:gd name="T1" fmla="*/ 49 h 91"/>
                <a:gd name="T2" fmla="*/ 45 w 45"/>
                <a:gd name="T3" fmla="*/ 48 h 91"/>
                <a:gd name="T4" fmla="*/ 43 w 45"/>
                <a:gd name="T5" fmla="*/ 46 h 91"/>
                <a:gd name="T6" fmla="*/ 41 w 45"/>
                <a:gd name="T7" fmla="*/ 48 h 91"/>
                <a:gd name="T8" fmla="*/ 41 w 45"/>
                <a:gd name="T9" fmla="*/ 49 h 91"/>
                <a:gd name="T10" fmla="*/ 27 w 45"/>
                <a:gd name="T11" fmla="*/ 66 h 91"/>
                <a:gd name="T12" fmla="*/ 27 w 45"/>
                <a:gd name="T13" fmla="*/ 64 h 91"/>
                <a:gd name="T14" fmla="*/ 38 w 45"/>
                <a:gd name="T15" fmla="*/ 49 h 91"/>
                <a:gd name="T16" fmla="*/ 38 w 45"/>
                <a:gd name="T17" fmla="*/ 16 h 91"/>
                <a:gd name="T18" fmla="*/ 32 w 45"/>
                <a:gd name="T19" fmla="*/ 3 h 91"/>
                <a:gd name="T20" fmla="*/ 32 w 45"/>
                <a:gd name="T21" fmla="*/ 17 h 91"/>
                <a:gd name="T22" fmla="*/ 27 w 45"/>
                <a:gd name="T23" fmla="*/ 17 h 91"/>
                <a:gd name="T24" fmla="*/ 27 w 45"/>
                <a:gd name="T25" fmla="*/ 1 h 91"/>
                <a:gd name="T26" fmla="*/ 23 w 45"/>
                <a:gd name="T27" fmla="*/ 0 h 91"/>
                <a:gd name="T28" fmla="*/ 22 w 45"/>
                <a:gd name="T29" fmla="*/ 0 h 91"/>
                <a:gd name="T30" fmla="*/ 19 w 45"/>
                <a:gd name="T31" fmla="*/ 1 h 91"/>
                <a:gd name="T32" fmla="*/ 19 w 45"/>
                <a:gd name="T33" fmla="*/ 17 h 91"/>
                <a:gd name="T34" fmla="*/ 13 w 45"/>
                <a:gd name="T35" fmla="*/ 17 h 91"/>
                <a:gd name="T36" fmla="*/ 13 w 45"/>
                <a:gd name="T37" fmla="*/ 3 h 91"/>
                <a:gd name="T38" fmla="*/ 6 w 45"/>
                <a:gd name="T39" fmla="*/ 16 h 91"/>
                <a:gd name="T40" fmla="*/ 6 w 45"/>
                <a:gd name="T41" fmla="*/ 49 h 91"/>
                <a:gd name="T42" fmla="*/ 18 w 45"/>
                <a:gd name="T43" fmla="*/ 64 h 91"/>
                <a:gd name="T44" fmla="*/ 18 w 45"/>
                <a:gd name="T45" fmla="*/ 66 h 91"/>
                <a:gd name="T46" fmla="*/ 3 w 45"/>
                <a:gd name="T47" fmla="*/ 49 h 91"/>
                <a:gd name="T48" fmla="*/ 4 w 45"/>
                <a:gd name="T49" fmla="*/ 48 h 91"/>
                <a:gd name="T50" fmla="*/ 2 w 45"/>
                <a:gd name="T51" fmla="*/ 46 h 91"/>
                <a:gd name="T52" fmla="*/ 0 w 45"/>
                <a:gd name="T53" fmla="*/ 48 h 91"/>
                <a:gd name="T54" fmla="*/ 0 w 45"/>
                <a:gd name="T55" fmla="*/ 49 h 91"/>
                <a:gd name="T56" fmla="*/ 18 w 45"/>
                <a:gd name="T57" fmla="*/ 69 h 91"/>
                <a:gd name="T58" fmla="*/ 18 w 45"/>
                <a:gd name="T59" fmla="*/ 82 h 91"/>
                <a:gd name="T60" fmla="*/ 10 w 45"/>
                <a:gd name="T61" fmla="*/ 82 h 91"/>
                <a:gd name="T62" fmla="*/ 6 w 45"/>
                <a:gd name="T63" fmla="*/ 86 h 91"/>
                <a:gd name="T64" fmla="*/ 6 w 45"/>
                <a:gd name="T65" fmla="*/ 88 h 91"/>
                <a:gd name="T66" fmla="*/ 10 w 45"/>
                <a:gd name="T67" fmla="*/ 91 h 91"/>
                <a:gd name="T68" fmla="*/ 35 w 45"/>
                <a:gd name="T69" fmla="*/ 91 h 91"/>
                <a:gd name="T70" fmla="*/ 38 w 45"/>
                <a:gd name="T71" fmla="*/ 88 h 91"/>
                <a:gd name="T72" fmla="*/ 38 w 45"/>
                <a:gd name="T73" fmla="*/ 86 h 91"/>
                <a:gd name="T74" fmla="*/ 35 w 45"/>
                <a:gd name="T75" fmla="*/ 82 h 91"/>
                <a:gd name="T76" fmla="*/ 27 w 45"/>
                <a:gd name="T77" fmla="*/ 82 h 91"/>
                <a:gd name="T78" fmla="*/ 27 w 45"/>
                <a:gd name="T79" fmla="*/ 69 h 91"/>
                <a:gd name="T80" fmla="*/ 44 w 45"/>
                <a:gd name="T81" fmla="*/ 4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" h="91">
                  <a:moveTo>
                    <a:pt x="44" y="49"/>
                  </a:moveTo>
                  <a:cubicBezTo>
                    <a:pt x="45" y="49"/>
                    <a:pt x="45" y="48"/>
                    <a:pt x="45" y="48"/>
                  </a:cubicBezTo>
                  <a:cubicBezTo>
                    <a:pt x="45" y="47"/>
                    <a:pt x="44" y="46"/>
                    <a:pt x="43" y="46"/>
                  </a:cubicBezTo>
                  <a:cubicBezTo>
                    <a:pt x="42" y="46"/>
                    <a:pt x="41" y="47"/>
                    <a:pt x="41" y="48"/>
                  </a:cubicBezTo>
                  <a:cubicBezTo>
                    <a:pt x="41" y="48"/>
                    <a:pt x="41" y="49"/>
                    <a:pt x="41" y="49"/>
                  </a:cubicBezTo>
                  <a:cubicBezTo>
                    <a:pt x="41" y="57"/>
                    <a:pt x="35" y="64"/>
                    <a:pt x="27" y="66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3" y="62"/>
                    <a:pt x="38" y="56"/>
                    <a:pt x="38" y="49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0"/>
                    <a:pt x="36" y="6"/>
                    <a:pt x="32" y="3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1"/>
                    <a:pt x="24" y="0"/>
                    <a:pt x="2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0" y="0"/>
                    <a:pt x="19" y="1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5"/>
                    <a:pt x="6" y="10"/>
                    <a:pt x="6" y="1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6" y="56"/>
                    <a:pt x="11" y="62"/>
                    <a:pt x="18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0" y="64"/>
                    <a:pt x="4" y="58"/>
                    <a:pt x="3" y="49"/>
                  </a:cubicBezTo>
                  <a:cubicBezTo>
                    <a:pt x="4" y="49"/>
                    <a:pt x="4" y="48"/>
                    <a:pt x="4" y="48"/>
                  </a:cubicBezTo>
                  <a:cubicBezTo>
                    <a:pt x="4" y="47"/>
                    <a:pt x="3" y="46"/>
                    <a:pt x="2" y="46"/>
                  </a:cubicBezTo>
                  <a:cubicBezTo>
                    <a:pt x="1" y="46"/>
                    <a:pt x="0" y="47"/>
                    <a:pt x="0" y="48"/>
                  </a:cubicBezTo>
                  <a:cubicBezTo>
                    <a:pt x="0" y="48"/>
                    <a:pt x="0" y="49"/>
                    <a:pt x="0" y="49"/>
                  </a:cubicBezTo>
                  <a:cubicBezTo>
                    <a:pt x="1" y="59"/>
                    <a:pt x="8" y="67"/>
                    <a:pt x="18" y="69"/>
                  </a:cubicBezTo>
                  <a:cubicBezTo>
                    <a:pt x="18" y="82"/>
                    <a:pt x="18" y="82"/>
                    <a:pt x="18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8" y="82"/>
                    <a:pt x="6" y="84"/>
                    <a:pt x="6" y="86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6" y="90"/>
                    <a:pt x="8" y="91"/>
                    <a:pt x="10" y="91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7" y="91"/>
                    <a:pt x="38" y="90"/>
                    <a:pt x="38" y="88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4"/>
                    <a:pt x="37" y="82"/>
                    <a:pt x="35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36" y="67"/>
                    <a:pt x="44" y="59"/>
                    <a:pt x="44" y="49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1" name="îṥļí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33BEA81-6A55-4483-B459-FF55D857CADD}"/>
                </a:ext>
              </a:extLst>
            </p:cNvPr>
            <p:cNvSpPr/>
            <p:nvPr/>
          </p:nvSpPr>
          <p:spPr bwMode="auto">
            <a:xfrm>
              <a:off x="6518650" y="4325988"/>
              <a:ext cx="108717" cy="118489"/>
            </a:xfrm>
            <a:custGeom>
              <a:avLst/>
              <a:gdLst>
                <a:gd name="T0" fmla="*/ 37 w 43"/>
                <a:gd name="T1" fmla="*/ 36 h 47"/>
                <a:gd name="T2" fmla="*/ 23 w 43"/>
                <a:gd name="T3" fmla="*/ 36 h 47"/>
                <a:gd name="T4" fmla="*/ 23 w 43"/>
                <a:gd name="T5" fmla="*/ 34 h 47"/>
                <a:gd name="T6" fmla="*/ 36 w 43"/>
                <a:gd name="T7" fmla="*/ 34 h 47"/>
                <a:gd name="T8" fmla="*/ 36 w 43"/>
                <a:gd name="T9" fmla="*/ 34 h 47"/>
                <a:gd name="T10" fmla="*/ 31 w 43"/>
                <a:gd name="T11" fmla="*/ 29 h 47"/>
                <a:gd name="T12" fmla="*/ 23 w 43"/>
                <a:gd name="T13" fmla="*/ 29 h 47"/>
                <a:gd name="T14" fmla="*/ 23 w 43"/>
                <a:gd name="T15" fmla="*/ 29 h 47"/>
                <a:gd name="T16" fmla="*/ 23 w 43"/>
                <a:gd name="T17" fmla="*/ 14 h 47"/>
                <a:gd name="T18" fmla="*/ 28 w 43"/>
                <a:gd name="T19" fmla="*/ 7 h 47"/>
                <a:gd name="T20" fmla="*/ 21 w 43"/>
                <a:gd name="T21" fmla="*/ 0 h 47"/>
                <a:gd name="T22" fmla="*/ 14 w 43"/>
                <a:gd name="T23" fmla="*/ 7 h 47"/>
                <a:gd name="T24" fmla="*/ 19 w 43"/>
                <a:gd name="T25" fmla="*/ 14 h 47"/>
                <a:gd name="T26" fmla="*/ 19 w 43"/>
                <a:gd name="T27" fmla="*/ 29 h 47"/>
                <a:gd name="T28" fmla="*/ 12 w 43"/>
                <a:gd name="T29" fmla="*/ 29 h 47"/>
                <a:gd name="T30" fmla="*/ 7 w 43"/>
                <a:gd name="T31" fmla="*/ 34 h 47"/>
                <a:gd name="T32" fmla="*/ 7 w 43"/>
                <a:gd name="T33" fmla="*/ 34 h 47"/>
                <a:gd name="T34" fmla="*/ 19 w 43"/>
                <a:gd name="T35" fmla="*/ 34 h 47"/>
                <a:gd name="T36" fmla="*/ 19 w 43"/>
                <a:gd name="T37" fmla="*/ 36 h 47"/>
                <a:gd name="T38" fmla="*/ 6 w 43"/>
                <a:gd name="T39" fmla="*/ 36 h 47"/>
                <a:gd name="T40" fmla="*/ 0 w 43"/>
                <a:gd name="T41" fmla="*/ 41 h 47"/>
                <a:gd name="T42" fmla="*/ 6 w 43"/>
                <a:gd name="T43" fmla="*/ 47 h 47"/>
                <a:gd name="T44" fmla="*/ 37 w 43"/>
                <a:gd name="T45" fmla="*/ 47 h 47"/>
                <a:gd name="T46" fmla="*/ 43 w 43"/>
                <a:gd name="T47" fmla="*/ 41 h 47"/>
                <a:gd name="T48" fmla="*/ 37 w 43"/>
                <a:gd name="T49" fmla="*/ 36 h 47"/>
                <a:gd name="T50" fmla="*/ 19 w 43"/>
                <a:gd name="T51" fmla="*/ 6 h 47"/>
                <a:gd name="T52" fmla="*/ 17 w 43"/>
                <a:gd name="T53" fmla="*/ 4 h 47"/>
                <a:gd name="T54" fmla="*/ 19 w 43"/>
                <a:gd name="T55" fmla="*/ 3 h 47"/>
                <a:gd name="T56" fmla="*/ 21 w 43"/>
                <a:gd name="T57" fmla="*/ 4 h 47"/>
                <a:gd name="T58" fmla="*/ 19 w 43"/>
                <a:gd name="T59" fmla="*/ 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3" h="47">
                  <a:moveTo>
                    <a:pt x="37" y="36"/>
                  </a:moveTo>
                  <a:cubicBezTo>
                    <a:pt x="23" y="36"/>
                    <a:pt x="23" y="36"/>
                    <a:pt x="23" y="36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1"/>
                    <a:pt x="34" y="29"/>
                    <a:pt x="31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3"/>
                    <a:pt x="28" y="10"/>
                    <a:pt x="28" y="7"/>
                  </a:cubicBezTo>
                  <a:cubicBezTo>
                    <a:pt x="28" y="3"/>
                    <a:pt x="25" y="0"/>
                    <a:pt x="21" y="0"/>
                  </a:cubicBezTo>
                  <a:cubicBezTo>
                    <a:pt x="17" y="0"/>
                    <a:pt x="14" y="3"/>
                    <a:pt x="14" y="7"/>
                  </a:cubicBezTo>
                  <a:cubicBezTo>
                    <a:pt x="14" y="10"/>
                    <a:pt x="16" y="13"/>
                    <a:pt x="19" y="14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9" y="29"/>
                    <a:pt x="7" y="31"/>
                    <a:pt x="7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8"/>
                    <a:pt x="0" y="41"/>
                  </a:cubicBezTo>
                  <a:cubicBezTo>
                    <a:pt x="0" y="44"/>
                    <a:pt x="3" y="47"/>
                    <a:pt x="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0" y="47"/>
                    <a:pt x="43" y="44"/>
                    <a:pt x="43" y="41"/>
                  </a:cubicBezTo>
                  <a:cubicBezTo>
                    <a:pt x="43" y="38"/>
                    <a:pt x="40" y="36"/>
                    <a:pt x="37" y="36"/>
                  </a:cubicBezTo>
                  <a:close/>
                  <a:moveTo>
                    <a:pt x="19" y="6"/>
                  </a:moveTo>
                  <a:cubicBezTo>
                    <a:pt x="18" y="6"/>
                    <a:pt x="17" y="5"/>
                    <a:pt x="17" y="4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20" y="3"/>
                    <a:pt x="21" y="3"/>
                    <a:pt x="21" y="4"/>
                  </a:cubicBezTo>
                  <a:cubicBezTo>
                    <a:pt x="21" y="5"/>
                    <a:pt x="20" y="6"/>
                    <a:pt x="19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2" name="íṣ1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5C20697-5B6B-4774-B2CA-1B0E8205F3EA}"/>
                </a:ext>
              </a:extLst>
            </p:cNvPr>
            <p:cNvSpPr/>
            <p:nvPr/>
          </p:nvSpPr>
          <p:spPr bwMode="auto">
            <a:xfrm>
              <a:off x="6530866" y="2176092"/>
              <a:ext cx="136812" cy="109938"/>
            </a:xfrm>
            <a:custGeom>
              <a:avLst/>
              <a:gdLst>
                <a:gd name="T0" fmla="*/ 54 w 54"/>
                <a:gd name="T1" fmla="*/ 30 h 43"/>
                <a:gd name="T2" fmla="*/ 47 w 54"/>
                <a:gd name="T3" fmla="*/ 2 h 43"/>
                <a:gd name="T4" fmla="*/ 44 w 54"/>
                <a:gd name="T5" fmla="*/ 1 h 43"/>
                <a:gd name="T6" fmla="*/ 42 w 54"/>
                <a:gd name="T7" fmla="*/ 3 h 43"/>
                <a:gd name="T8" fmla="*/ 3 w 54"/>
                <a:gd name="T9" fmla="*/ 22 h 43"/>
                <a:gd name="T10" fmla="*/ 0 w 54"/>
                <a:gd name="T11" fmla="*/ 23 h 43"/>
                <a:gd name="T12" fmla="*/ 4 w 54"/>
                <a:gd name="T13" fmla="*/ 36 h 43"/>
                <a:gd name="T14" fmla="*/ 7 w 54"/>
                <a:gd name="T15" fmla="*/ 35 h 43"/>
                <a:gd name="T16" fmla="*/ 5 w 54"/>
                <a:gd name="T17" fmla="*/ 30 h 43"/>
                <a:gd name="T18" fmla="*/ 6 w 54"/>
                <a:gd name="T19" fmla="*/ 30 h 43"/>
                <a:gd name="T20" fmla="*/ 8 w 54"/>
                <a:gd name="T21" fmla="*/ 35 h 43"/>
                <a:gd name="T22" fmla="*/ 17 w 54"/>
                <a:gd name="T23" fmla="*/ 34 h 43"/>
                <a:gd name="T24" fmla="*/ 17 w 54"/>
                <a:gd name="T25" fmla="*/ 36 h 43"/>
                <a:gd name="T26" fmla="*/ 27 w 54"/>
                <a:gd name="T27" fmla="*/ 42 h 43"/>
                <a:gd name="T28" fmla="*/ 32 w 54"/>
                <a:gd name="T29" fmla="*/ 33 h 43"/>
                <a:gd name="T30" fmla="*/ 49 w 54"/>
                <a:gd name="T31" fmla="*/ 32 h 43"/>
                <a:gd name="T32" fmla="*/ 44 w 54"/>
                <a:gd name="T33" fmla="*/ 11 h 43"/>
                <a:gd name="T34" fmla="*/ 45 w 54"/>
                <a:gd name="T35" fmla="*/ 11 h 43"/>
                <a:gd name="T36" fmla="*/ 50 w 54"/>
                <a:gd name="T37" fmla="*/ 32 h 43"/>
                <a:gd name="T38" fmla="*/ 52 w 54"/>
                <a:gd name="T39" fmla="*/ 32 h 43"/>
                <a:gd name="T40" fmla="*/ 54 w 54"/>
                <a:gd name="T41" fmla="*/ 30 h 43"/>
                <a:gd name="T42" fmla="*/ 26 w 54"/>
                <a:gd name="T43" fmla="*/ 38 h 43"/>
                <a:gd name="T44" fmla="*/ 20 w 54"/>
                <a:gd name="T45" fmla="*/ 35 h 43"/>
                <a:gd name="T46" fmla="*/ 20 w 54"/>
                <a:gd name="T47" fmla="*/ 34 h 43"/>
                <a:gd name="T48" fmla="*/ 29 w 54"/>
                <a:gd name="T49" fmla="*/ 33 h 43"/>
                <a:gd name="T50" fmla="*/ 26 w 54"/>
                <a:gd name="T51" fmla="*/ 38 h 43"/>
                <a:gd name="T52" fmla="*/ 39 w 54"/>
                <a:gd name="T53" fmla="*/ 10 h 43"/>
                <a:gd name="T54" fmla="*/ 9 w 54"/>
                <a:gd name="T55" fmla="*/ 25 h 43"/>
                <a:gd name="T56" fmla="*/ 6 w 54"/>
                <a:gd name="T57" fmla="*/ 25 h 43"/>
                <a:gd name="T58" fmla="*/ 7 w 54"/>
                <a:gd name="T59" fmla="*/ 22 h 43"/>
                <a:gd name="T60" fmla="*/ 37 w 54"/>
                <a:gd name="T61" fmla="*/ 7 h 43"/>
                <a:gd name="T62" fmla="*/ 40 w 54"/>
                <a:gd name="T63" fmla="*/ 8 h 43"/>
                <a:gd name="T64" fmla="*/ 39 w 54"/>
                <a:gd name="T65" fmla="*/ 1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4" h="43">
                  <a:moveTo>
                    <a:pt x="54" y="30"/>
                  </a:moveTo>
                  <a:cubicBezTo>
                    <a:pt x="47" y="2"/>
                    <a:pt x="47" y="2"/>
                    <a:pt x="47" y="2"/>
                  </a:cubicBezTo>
                  <a:cubicBezTo>
                    <a:pt x="46" y="1"/>
                    <a:pt x="45" y="0"/>
                    <a:pt x="44" y="1"/>
                  </a:cubicBezTo>
                  <a:cubicBezTo>
                    <a:pt x="43" y="1"/>
                    <a:pt x="42" y="2"/>
                    <a:pt x="42" y="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6"/>
                  </a:cubicBezTo>
                  <a:cubicBezTo>
                    <a:pt x="18" y="40"/>
                    <a:pt x="23" y="43"/>
                    <a:pt x="27" y="42"/>
                  </a:cubicBezTo>
                  <a:cubicBezTo>
                    <a:pt x="30" y="41"/>
                    <a:pt x="33" y="37"/>
                    <a:pt x="32" y="33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1" y="33"/>
                    <a:pt x="52" y="33"/>
                    <a:pt x="52" y="32"/>
                  </a:cubicBezTo>
                  <a:cubicBezTo>
                    <a:pt x="54" y="32"/>
                    <a:pt x="54" y="31"/>
                    <a:pt x="54" y="30"/>
                  </a:cubicBezTo>
                  <a:close/>
                  <a:moveTo>
                    <a:pt x="26" y="38"/>
                  </a:moveTo>
                  <a:cubicBezTo>
                    <a:pt x="23" y="39"/>
                    <a:pt x="21" y="38"/>
                    <a:pt x="20" y="35"/>
                  </a:cubicBezTo>
                  <a:cubicBezTo>
                    <a:pt x="20" y="35"/>
                    <a:pt x="20" y="34"/>
                    <a:pt x="20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6"/>
                    <a:pt x="28" y="38"/>
                    <a:pt x="26" y="38"/>
                  </a:cubicBezTo>
                  <a:close/>
                  <a:moveTo>
                    <a:pt x="39" y="10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8" y="26"/>
                    <a:pt x="7" y="26"/>
                    <a:pt x="6" y="25"/>
                  </a:cubicBezTo>
                  <a:cubicBezTo>
                    <a:pt x="6" y="24"/>
                    <a:pt x="6" y="23"/>
                    <a:pt x="7" y="22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9" y="7"/>
                    <a:pt x="40" y="8"/>
                  </a:cubicBezTo>
                  <a:cubicBezTo>
                    <a:pt x="40" y="9"/>
                    <a:pt x="40" y="10"/>
                    <a:pt x="39" y="1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3" name="ïṡľí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1A131C4-DFDF-4281-9190-7B9D8DCC408D}"/>
                </a:ext>
              </a:extLst>
            </p:cNvPr>
            <p:cNvSpPr/>
            <p:nvPr/>
          </p:nvSpPr>
          <p:spPr bwMode="auto">
            <a:xfrm>
              <a:off x="7818361" y="2340999"/>
              <a:ext cx="70849" cy="124596"/>
            </a:xfrm>
            <a:custGeom>
              <a:avLst/>
              <a:gdLst>
                <a:gd name="T0" fmla="*/ 10 w 28"/>
                <a:gd name="T1" fmla="*/ 29 h 49"/>
                <a:gd name="T2" fmla="*/ 8 w 28"/>
                <a:gd name="T3" fmla="*/ 32 h 49"/>
                <a:gd name="T4" fmla="*/ 5 w 28"/>
                <a:gd name="T5" fmla="*/ 29 h 49"/>
                <a:gd name="T6" fmla="*/ 5 w 28"/>
                <a:gd name="T7" fmla="*/ 13 h 49"/>
                <a:gd name="T8" fmla="*/ 0 w 28"/>
                <a:gd name="T9" fmla="*/ 16 h 49"/>
                <a:gd name="T10" fmla="*/ 0 w 28"/>
                <a:gd name="T11" fmla="*/ 49 h 49"/>
                <a:gd name="T12" fmla="*/ 28 w 28"/>
                <a:gd name="T13" fmla="*/ 49 h 49"/>
                <a:gd name="T14" fmla="*/ 28 w 28"/>
                <a:gd name="T15" fmla="*/ 0 h 49"/>
                <a:gd name="T16" fmla="*/ 10 w 28"/>
                <a:gd name="T17" fmla="*/ 10 h 49"/>
                <a:gd name="T18" fmla="*/ 10 w 28"/>
                <a:gd name="T19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9">
                  <a:moveTo>
                    <a:pt x="10" y="29"/>
                  </a:moveTo>
                  <a:cubicBezTo>
                    <a:pt x="10" y="31"/>
                    <a:pt x="9" y="32"/>
                    <a:pt x="8" y="32"/>
                  </a:cubicBezTo>
                  <a:cubicBezTo>
                    <a:pt x="6" y="32"/>
                    <a:pt x="5" y="31"/>
                    <a:pt x="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0" y="10"/>
                    <a:pt x="10" y="10"/>
                    <a:pt x="10" y="10"/>
                  </a:cubicBezTo>
                  <a:lnTo>
                    <a:pt x="10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4" name="îṣḷí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26FD437-7F51-4647-BD94-E2AAC286A600}"/>
                </a:ext>
              </a:extLst>
            </p:cNvPr>
            <p:cNvSpPr/>
            <p:nvPr/>
          </p:nvSpPr>
          <p:spPr bwMode="auto">
            <a:xfrm>
              <a:off x="7792708" y="2255491"/>
              <a:ext cx="122153" cy="240642"/>
            </a:xfrm>
            <a:custGeom>
              <a:avLst/>
              <a:gdLst>
                <a:gd name="T0" fmla="*/ 38 w 48"/>
                <a:gd name="T1" fmla="*/ 7 h 95"/>
                <a:gd name="T2" fmla="*/ 36 w 48"/>
                <a:gd name="T3" fmla="*/ 7 h 95"/>
                <a:gd name="T4" fmla="*/ 36 w 48"/>
                <a:gd name="T5" fmla="*/ 7 h 95"/>
                <a:gd name="T6" fmla="*/ 36 w 48"/>
                <a:gd name="T7" fmla="*/ 6 h 95"/>
                <a:gd name="T8" fmla="*/ 31 w 48"/>
                <a:gd name="T9" fmla="*/ 0 h 95"/>
                <a:gd name="T10" fmla="*/ 18 w 48"/>
                <a:gd name="T11" fmla="*/ 0 h 95"/>
                <a:gd name="T12" fmla="*/ 13 w 48"/>
                <a:gd name="T13" fmla="*/ 5 h 95"/>
                <a:gd name="T14" fmla="*/ 31 w 48"/>
                <a:gd name="T15" fmla="*/ 5 h 95"/>
                <a:gd name="T16" fmla="*/ 31 w 48"/>
                <a:gd name="T17" fmla="*/ 7 h 95"/>
                <a:gd name="T18" fmla="*/ 9 w 48"/>
                <a:gd name="T19" fmla="*/ 7 h 95"/>
                <a:gd name="T20" fmla="*/ 0 w 48"/>
                <a:gd name="T21" fmla="*/ 17 h 95"/>
                <a:gd name="T22" fmla="*/ 0 w 48"/>
                <a:gd name="T23" fmla="*/ 85 h 95"/>
                <a:gd name="T24" fmla="*/ 10 w 48"/>
                <a:gd name="T25" fmla="*/ 95 h 95"/>
                <a:gd name="T26" fmla="*/ 38 w 48"/>
                <a:gd name="T27" fmla="*/ 95 h 95"/>
                <a:gd name="T28" fmla="*/ 48 w 48"/>
                <a:gd name="T29" fmla="*/ 85 h 95"/>
                <a:gd name="T30" fmla="*/ 48 w 48"/>
                <a:gd name="T31" fmla="*/ 17 h 95"/>
                <a:gd name="T32" fmla="*/ 38 w 48"/>
                <a:gd name="T33" fmla="*/ 7 h 95"/>
                <a:gd name="T34" fmla="*/ 42 w 48"/>
                <a:gd name="T35" fmla="*/ 85 h 95"/>
                <a:gd name="T36" fmla="*/ 38 w 48"/>
                <a:gd name="T37" fmla="*/ 89 h 95"/>
                <a:gd name="T38" fmla="*/ 10 w 48"/>
                <a:gd name="T39" fmla="*/ 89 h 95"/>
                <a:gd name="T40" fmla="*/ 6 w 48"/>
                <a:gd name="T41" fmla="*/ 85 h 95"/>
                <a:gd name="T42" fmla="*/ 6 w 48"/>
                <a:gd name="T43" fmla="*/ 17 h 95"/>
                <a:gd name="T44" fmla="*/ 10 w 48"/>
                <a:gd name="T45" fmla="*/ 13 h 95"/>
                <a:gd name="T46" fmla="*/ 38 w 48"/>
                <a:gd name="T47" fmla="*/ 13 h 95"/>
                <a:gd name="T48" fmla="*/ 42 w 48"/>
                <a:gd name="T49" fmla="*/ 17 h 95"/>
                <a:gd name="T50" fmla="*/ 42 w 48"/>
                <a:gd name="T51" fmla="*/ 8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" h="95">
                  <a:moveTo>
                    <a:pt x="38" y="7"/>
                  </a:move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3"/>
                    <a:pt x="34" y="0"/>
                    <a:pt x="3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3" y="2"/>
                    <a:pt x="13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4" y="8"/>
                    <a:pt x="0" y="12"/>
                    <a:pt x="0" y="1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0"/>
                    <a:pt x="4" y="95"/>
                    <a:pt x="10" y="95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43" y="95"/>
                    <a:pt x="48" y="90"/>
                    <a:pt x="48" y="85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2"/>
                    <a:pt x="43" y="7"/>
                    <a:pt x="38" y="7"/>
                  </a:cubicBezTo>
                  <a:close/>
                  <a:moveTo>
                    <a:pt x="42" y="85"/>
                  </a:moveTo>
                  <a:cubicBezTo>
                    <a:pt x="42" y="87"/>
                    <a:pt x="40" y="89"/>
                    <a:pt x="38" y="89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8" y="89"/>
                    <a:pt x="6" y="87"/>
                    <a:pt x="6" y="8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5"/>
                    <a:pt x="8" y="13"/>
                    <a:pt x="10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42" y="15"/>
                    <a:pt x="42" y="17"/>
                  </a:cubicBezTo>
                  <a:lnTo>
                    <a:pt x="42" y="8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5" name="ïs1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6D7DD50-A80F-4B6D-9C72-E9808AEE3102}"/>
                </a:ext>
              </a:extLst>
            </p:cNvPr>
            <p:cNvSpPr/>
            <p:nvPr/>
          </p:nvSpPr>
          <p:spPr bwMode="auto">
            <a:xfrm>
              <a:off x="7319976" y="2012407"/>
              <a:ext cx="145363" cy="184452"/>
            </a:xfrm>
            <a:custGeom>
              <a:avLst/>
              <a:gdLst>
                <a:gd name="T0" fmla="*/ 52 w 57"/>
                <a:gd name="T1" fmla="*/ 0 h 73"/>
                <a:gd name="T2" fmla="*/ 50 w 57"/>
                <a:gd name="T3" fmla="*/ 0 h 73"/>
                <a:gd name="T4" fmla="*/ 50 w 57"/>
                <a:gd name="T5" fmla="*/ 61 h 73"/>
                <a:gd name="T6" fmla="*/ 7 w 57"/>
                <a:gd name="T7" fmla="*/ 61 h 73"/>
                <a:gd name="T8" fmla="*/ 7 w 57"/>
                <a:gd name="T9" fmla="*/ 0 h 73"/>
                <a:gd name="T10" fmla="*/ 5 w 57"/>
                <a:gd name="T11" fmla="*/ 0 h 73"/>
                <a:gd name="T12" fmla="*/ 0 w 57"/>
                <a:gd name="T13" fmla="*/ 5 h 73"/>
                <a:gd name="T14" fmla="*/ 0 w 57"/>
                <a:gd name="T15" fmla="*/ 68 h 73"/>
                <a:gd name="T16" fmla="*/ 5 w 57"/>
                <a:gd name="T17" fmla="*/ 73 h 73"/>
                <a:gd name="T18" fmla="*/ 52 w 57"/>
                <a:gd name="T19" fmla="*/ 73 h 73"/>
                <a:gd name="T20" fmla="*/ 57 w 57"/>
                <a:gd name="T21" fmla="*/ 68 h 73"/>
                <a:gd name="T22" fmla="*/ 57 w 57"/>
                <a:gd name="T23" fmla="*/ 5 h 73"/>
                <a:gd name="T24" fmla="*/ 52 w 57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73">
                  <a:moveTo>
                    <a:pt x="52" y="0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1"/>
                    <a:pt x="2" y="73"/>
                    <a:pt x="5" y="73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5" y="73"/>
                    <a:pt x="57" y="71"/>
                    <a:pt x="57" y="68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57" y="2"/>
                    <a:pt x="55" y="0"/>
                    <a:pt x="52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6" name="ïŝľi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C8D7CF9-4728-4052-AD21-CF6567E23AC9}"/>
                </a:ext>
              </a:extLst>
            </p:cNvPr>
            <p:cNvSpPr/>
            <p:nvPr/>
          </p:nvSpPr>
          <p:spPr bwMode="auto">
            <a:xfrm>
              <a:off x="7361508" y="1986754"/>
              <a:ext cx="63520" cy="42754"/>
            </a:xfrm>
            <a:custGeom>
              <a:avLst/>
              <a:gdLst>
                <a:gd name="T0" fmla="*/ 20 w 25"/>
                <a:gd name="T1" fmla="*/ 9 h 17"/>
                <a:gd name="T2" fmla="*/ 20 w 25"/>
                <a:gd name="T3" fmla="*/ 8 h 17"/>
                <a:gd name="T4" fmla="*/ 12 w 25"/>
                <a:gd name="T5" fmla="*/ 0 h 17"/>
                <a:gd name="T6" fmla="*/ 5 w 25"/>
                <a:gd name="T7" fmla="*/ 8 h 17"/>
                <a:gd name="T8" fmla="*/ 5 w 25"/>
                <a:gd name="T9" fmla="*/ 9 h 17"/>
                <a:gd name="T10" fmla="*/ 0 w 25"/>
                <a:gd name="T11" fmla="*/ 9 h 17"/>
                <a:gd name="T12" fmla="*/ 0 w 25"/>
                <a:gd name="T13" fmla="*/ 14 h 17"/>
                <a:gd name="T14" fmla="*/ 3 w 25"/>
                <a:gd name="T15" fmla="*/ 17 h 17"/>
                <a:gd name="T16" fmla="*/ 22 w 25"/>
                <a:gd name="T17" fmla="*/ 17 h 17"/>
                <a:gd name="T18" fmla="*/ 25 w 25"/>
                <a:gd name="T19" fmla="*/ 14 h 17"/>
                <a:gd name="T20" fmla="*/ 25 w 25"/>
                <a:gd name="T21" fmla="*/ 9 h 17"/>
                <a:gd name="T22" fmla="*/ 20 w 25"/>
                <a:gd name="T23" fmla="*/ 9 h 17"/>
                <a:gd name="T24" fmla="*/ 12 w 25"/>
                <a:gd name="T25" fmla="*/ 3 h 17"/>
                <a:gd name="T26" fmla="*/ 15 w 25"/>
                <a:gd name="T27" fmla="*/ 6 h 17"/>
                <a:gd name="T28" fmla="*/ 12 w 25"/>
                <a:gd name="T29" fmla="*/ 9 h 17"/>
                <a:gd name="T30" fmla="*/ 9 w 25"/>
                <a:gd name="T31" fmla="*/ 6 h 17"/>
                <a:gd name="T32" fmla="*/ 12 w 25"/>
                <a:gd name="T33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17">
                  <a:moveTo>
                    <a:pt x="20" y="9"/>
                  </a:moveTo>
                  <a:cubicBezTo>
                    <a:pt x="20" y="8"/>
                    <a:pt x="20" y="8"/>
                    <a:pt x="20" y="8"/>
                  </a:cubicBezTo>
                  <a:cubicBezTo>
                    <a:pt x="20" y="4"/>
                    <a:pt x="17" y="0"/>
                    <a:pt x="12" y="0"/>
                  </a:cubicBezTo>
                  <a:cubicBezTo>
                    <a:pt x="8" y="0"/>
                    <a:pt x="5" y="4"/>
                    <a:pt x="5" y="8"/>
                  </a:cubicBezTo>
                  <a:cubicBezTo>
                    <a:pt x="5" y="8"/>
                    <a:pt x="5" y="8"/>
                    <a:pt x="5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7"/>
                    <a:pt x="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4" y="17"/>
                    <a:pt x="25" y="16"/>
                    <a:pt x="25" y="14"/>
                  </a:cubicBezTo>
                  <a:cubicBezTo>
                    <a:pt x="25" y="9"/>
                    <a:pt x="25" y="9"/>
                    <a:pt x="25" y="9"/>
                  </a:cubicBezTo>
                  <a:lnTo>
                    <a:pt x="20" y="9"/>
                  </a:lnTo>
                  <a:close/>
                  <a:moveTo>
                    <a:pt x="12" y="3"/>
                  </a:moveTo>
                  <a:cubicBezTo>
                    <a:pt x="14" y="3"/>
                    <a:pt x="15" y="4"/>
                    <a:pt x="15" y="6"/>
                  </a:cubicBezTo>
                  <a:cubicBezTo>
                    <a:pt x="15" y="7"/>
                    <a:pt x="14" y="9"/>
                    <a:pt x="12" y="9"/>
                  </a:cubicBezTo>
                  <a:cubicBezTo>
                    <a:pt x="11" y="9"/>
                    <a:pt x="9" y="7"/>
                    <a:pt x="9" y="6"/>
                  </a:cubicBezTo>
                  <a:cubicBezTo>
                    <a:pt x="9" y="4"/>
                    <a:pt x="11" y="3"/>
                    <a:pt x="12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7" name="ïṡlï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335F021-CAF0-4B05-9340-E6AF7AC16F15}"/>
                </a:ext>
              </a:extLst>
            </p:cNvPr>
            <p:cNvSpPr/>
            <p:nvPr/>
          </p:nvSpPr>
          <p:spPr bwMode="auto">
            <a:xfrm>
              <a:off x="7348070" y="2050274"/>
              <a:ext cx="89172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8" name="ïŝľi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F161777-0BFF-4583-AFC7-C65E1FBFCB6E}"/>
                </a:ext>
              </a:extLst>
            </p:cNvPr>
            <p:cNvSpPr/>
            <p:nvPr/>
          </p:nvSpPr>
          <p:spPr bwMode="auto">
            <a:xfrm>
              <a:off x="7348070" y="2064932"/>
              <a:ext cx="89172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9" name="iṥḻi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448F820-C088-4E80-A828-362BACA99880}"/>
                </a:ext>
              </a:extLst>
            </p:cNvPr>
            <p:cNvSpPr/>
            <p:nvPr/>
          </p:nvSpPr>
          <p:spPr bwMode="auto">
            <a:xfrm>
              <a:off x="7348070" y="2083256"/>
              <a:ext cx="56190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0" name="îslï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A63A938-2C01-4A72-941B-8DF0F88852C5}"/>
                </a:ext>
              </a:extLst>
            </p:cNvPr>
            <p:cNvSpPr/>
            <p:nvPr/>
          </p:nvSpPr>
          <p:spPr bwMode="auto">
            <a:xfrm>
              <a:off x="7383495" y="2196858"/>
              <a:ext cx="206439" cy="210104"/>
            </a:xfrm>
            <a:custGeom>
              <a:avLst/>
              <a:gdLst>
                <a:gd name="T0" fmla="*/ 81 w 81"/>
                <a:gd name="T1" fmla="*/ 47 h 83"/>
                <a:gd name="T2" fmla="*/ 74 w 81"/>
                <a:gd name="T3" fmla="*/ 39 h 83"/>
                <a:gd name="T4" fmla="*/ 74 w 81"/>
                <a:gd name="T5" fmla="*/ 34 h 83"/>
                <a:gd name="T6" fmla="*/ 41 w 81"/>
                <a:gd name="T7" fmla="*/ 0 h 83"/>
                <a:gd name="T8" fmla="*/ 7 w 81"/>
                <a:gd name="T9" fmla="*/ 34 h 83"/>
                <a:gd name="T10" fmla="*/ 8 w 81"/>
                <a:gd name="T11" fmla="*/ 38 h 83"/>
                <a:gd name="T12" fmla="*/ 0 w 81"/>
                <a:gd name="T13" fmla="*/ 46 h 83"/>
                <a:gd name="T14" fmla="*/ 8 w 81"/>
                <a:gd name="T15" fmla="*/ 54 h 83"/>
                <a:gd name="T16" fmla="*/ 10 w 81"/>
                <a:gd name="T17" fmla="*/ 54 h 83"/>
                <a:gd name="T18" fmla="*/ 10 w 81"/>
                <a:gd name="T19" fmla="*/ 58 h 83"/>
                <a:gd name="T20" fmla="*/ 13 w 81"/>
                <a:gd name="T21" fmla="*/ 61 h 83"/>
                <a:gd name="T22" fmla="*/ 19 w 81"/>
                <a:gd name="T23" fmla="*/ 61 h 83"/>
                <a:gd name="T24" fmla="*/ 22 w 81"/>
                <a:gd name="T25" fmla="*/ 58 h 83"/>
                <a:gd name="T26" fmla="*/ 22 w 81"/>
                <a:gd name="T27" fmla="*/ 36 h 83"/>
                <a:gd name="T28" fmla="*/ 19 w 81"/>
                <a:gd name="T29" fmla="*/ 32 h 83"/>
                <a:gd name="T30" fmla="*/ 13 w 81"/>
                <a:gd name="T31" fmla="*/ 32 h 83"/>
                <a:gd name="T32" fmla="*/ 11 w 81"/>
                <a:gd name="T33" fmla="*/ 33 h 83"/>
                <a:gd name="T34" fmla="*/ 41 w 81"/>
                <a:gd name="T35" fmla="*/ 8 h 83"/>
                <a:gd name="T36" fmla="*/ 70 w 81"/>
                <a:gd name="T37" fmla="*/ 33 h 83"/>
                <a:gd name="T38" fmla="*/ 68 w 81"/>
                <a:gd name="T39" fmla="*/ 32 h 83"/>
                <a:gd name="T40" fmla="*/ 62 w 81"/>
                <a:gd name="T41" fmla="*/ 32 h 83"/>
                <a:gd name="T42" fmla="*/ 58 w 81"/>
                <a:gd name="T43" fmla="*/ 36 h 83"/>
                <a:gd name="T44" fmla="*/ 58 w 81"/>
                <a:gd name="T45" fmla="*/ 58 h 83"/>
                <a:gd name="T46" fmla="*/ 62 w 81"/>
                <a:gd name="T47" fmla="*/ 61 h 83"/>
                <a:gd name="T48" fmla="*/ 68 w 81"/>
                <a:gd name="T49" fmla="*/ 61 h 83"/>
                <a:gd name="T50" fmla="*/ 69 w 81"/>
                <a:gd name="T51" fmla="*/ 61 h 83"/>
                <a:gd name="T52" fmla="*/ 53 w 81"/>
                <a:gd name="T53" fmla="*/ 76 h 83"/>
                <a:gd name="T54" fmla="*/ 46 w 81"/>
                <a:gd name="T55" fmla="*/ 71 h 83"/>
                <a:gd name="T56" fmla="*/ 39 w 81"/>
                <a:gd name="T57" fmla="*/ 77 h 83"/>
                <a:gd name="T58" fmla="*/ 46 w 81"/>
                <a:gd name="T59" fmla="*/ 83 h 83"/>
                <a:gd name="T60" fmla="*/ 53 w 81"/>
                <a:gd name="T61" fmla="*/ 79 h 83"/>
                <a:gd name="T62" fmla="*/ 74 w 81"/>
                <a:gd name="T63" fmla="*/ 55 h 83"/>
                <a:gd name="T64" fmla="*/ 81 w 81"/>
                <a:gd name="T65" fmla="*/ 47 h 83"/>
                <a:gd name="T66" fmla="*/ 71 w 81"/>
                <a:gd name="T67" fmla="*/ 55 h 83"/>
                <a:gd name="T68" fmla="*/ 71 w 81"/>
                <a:gd name="T69" fmla="*/ 55 h 83"/>
                <a:gd name="T70" fmla="*/ 71 w 81"/>
                <a:gd name="T71" fmla="*/ 5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1" h="83">
                  <a:moveTo>
                    <a:pt x="81" y="47"/>
                  </a:moveTo>
                  <a:cubicBezTo>
                    <a:pt x="81" y="43"/>
                    <a:pt x="78" y="40"/>
                    <a:pt x="74" y="39"/>
                  </a:cubicBezTo>
                  <a:cubicBezTo>
                    <a:pt x="74" y="37"/>
                    <a:pt x="74" y="36"/>
                    <a:pt x="74" y="34"/>
                  </a:cubicBezTo>
                  <a:cubicBezTo>
                    <a:pt x="74" y="15"/>
                    <a:pt x="59" y="0"/>
                    <a:pt x="41" y="0"/>
                  </a:cubicBezTo>
                  <a:cubicBezTo>
                    <a:pt x="22" y="0"/>
                    <a:pt x="7" y="15"/>
                    <a:pt x="7" y="34"/>
                  </a:cubicBezTo>
                  <a:cubicBezTo>
                    <a:pt x="7" y="35"/>
                    <a:pt x="8" y="37"/>
                    <a:pt x="8" y="38"/>
                  </a:cubicBezTo>
                  <a:cubicBezTo>
                    <a:pt x="3" y="39"/>
                    <a:pt x="0" y="42"/>
                    <a:pt x="0" y="46"/>
                  </a:cubicBezTo>
                  <a:cubicBezTo>
                    <a:pt x="0" y="51"/>
                    <a:pt x="4" y="54"/>
                    <a:pt x="8" y="54"/>
                  </a:cubicBezTo>
                  <a:cubicBezTo>
                    <a:pt x="9" y="54"/>
                    <a:pt x="9" y="54"/>
                    <a:pt x="10" y="54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1" y="61"/>
                    <a:pt x="13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21" y="61"/>
                    <a:pt x="22" y="60"/>
                    <a:pt x="22" y="58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4"/>
                    <a:pt x="21" y="32"/>
                    <a:pt x="19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2"/>
                    <a:pt x="12" y="32"/>
                    <a:pt x="11" y="33"/>
                  </a:cubicBezTo>
                  <a:cubicBezTo>
                    <a:pt x="14" y="19"/>
                    <a:pt x="26" y="8"/>
                    <a:pt x="41" y="8"/>
                  </a:cubicBezTo>
                  <a:cubicBezTo>
                    <a:pt x="56" y="8"/>
                    <a:pt x="68" y="19"/>
                    <a:pt x="70" y="33"/>
                  </a:cubicBezTo>
                  <a:cubicBezTo>
                    <a:pt x="70" y="33"/>
                    <a:pt x="69" y="32"/>
                    <a:pt x="68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0" y="32"/>
                    <a:pt x="58" y="34"/>
                    <a:pt x="58" y="36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0"/>
                    <a:pt x="60" y="61"/>
                    <a:pt x="62" y="61"/>
                  </a:cubicBezTo>
                  <a:cubicBezTo>
                    <a:pt x="68" y="61"/>
                    <a:pt x="68" y="61"/>
                    <a:pt x="68" y="61"/>
                  </a:cubicBezTo>
                  <a:cubicBezTo>
                    <a:pt x="68" y="61"/>
                    <a:pt x="69" y="61"/>
                    <a:pt x="69" y="61"/>
                  </a:cubicBezTo>
                  <a:cubicBezTo>
                    <a:pt x="66" y="68"/>
                    <a:pt x="60" y="74"/>
                    <a:pt x="53" y="76"/>
                  </a:cubicBezTo>
                  <a:cubicBezTo>
                    <a:pt x="52" y="73"/>
                    <a:pt x="49" y="71"/>
                    <a:pt x="46" y="71"/>
                  </a:cubicBezTo>
                  <a:cubicBezTo>
                    <a:pt x="42" y="71"/>
                    <a:pt x="39" y="74"/>
                    <a:pt x="39" y="77"/>
                  </a:cubicBezTo>
                  <a:cubicBezTo>
                    <a:pt x="39" y="81"/>
                    <a:pt x="42" y="83"/>
                    <a:pt x="46" y="83"/>
                  </a:cubicBezTo>
                  <a:cubicBezTo>
                    <a:pt x="49" y="83"/>
                    <a:pt x="52" y="82"/>
                    <a:pt x="53" y="79"/>
                  </a:cubicBezTo>
                  <a:cubicBezTo>
                    <a:pt x="63" y="77"/>
                    <a:pt x="72" y="68"/>
                    <a:pt x="74" y="55"/>
                  </a:cubicBezTo>
                  <a:cubicBezTo>
                    <a:pt x="78" y="54"/>
                    <a:pt x="81" y="51"/>
                    <a:pt x="81" y="47"/>
                  </a:cubicBezTo>
                  <a:close/>
                  <a:moveTo>
                    <a:pt x="71" y="55"/>
                  </a:moveTo>
                  <a:cubicBezTo>
                    <a:pt x="71" y="55"/>
                    <a:pt x="71" y="55"/>
                    <a:pt x="71" y="55"/>
                  </a:cubicBezTo>
                  <a:cubicBezTo>
                    <a:pt x="71" y="55"/>
                    <a:pt x="71" y="55"/>
                    <a:pt x="71" y="5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1" name="íšļi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E425BE8-63FE-41AE-BD0D-3DA2CDBB64EB}"/>
                </a:ext>
              </a:extLst>
            </p:cNvPr>
            <p:cNvSpPr/>
            <p:nvPr/>
          </p:nvSpPr>
          <p:spPr bwMode="auto">
            <a:xfrm>
              <a:off x="6653019" y="2706237"/>
              <a:ext cx="119710" cy="122153"/>
            </a:xfrm>
            <a:custGeom>
              <a:avLst/>
              <a:gdLst>
                <a:gd name="T0" fmla="*/ 30 w 47"/>
                <a:gd name="T1" fmla="*/ 30 h 48"/>
                <a:gd name="T2" fmla="*/ 30 w 47"/>
                <a:gd name="T3" fmla="*/ 30 h 48"/>
                <a:gd name="T4" fmla="*/ 15 w 47"/>
                <a:gd name="T5" fmla="*/ 30 h 48"/>
                <a:gd name="T6" fmla="*/ 14 w 47"/>
                <a:gd name="T7" fmla="*/ 24 h 48"/>
                <a:gd name="T8" fmla="*/ 15 w 47"/>
                <a:gd name="T9" fmla="*/ 18 h 48"/>
                <a:gd name="T10" fmla="*/ 23 w 47"/>
                <a:gd name="T11" fmla="*/ 18 h 48"/>
                <a:gd name="T12" fmla="*/ 23 w 47"/>
                <a:gd name="T13" fmla="*/ 15 h 48"/>
                <a:gd name="T14" fmla="*/ 15 w 47"/>
                <a:gd name="T15" fmla="*/ 15 h 48"/>
                <a:gd name="T16" fmla="*/ 23 w 47"/>
                <a:gd name="T17" fmla="*/ 4 h 48"/>
                <a:gd name="T18" fmla="*/ 25 w 47"/>
                <a:gd name="T19" fmla="*/ 0 h 48"/>
                <a:gd name="T20" fmla="*/ 24 w 47"/>
                <a:gd name="T21" fmla="*/ 0 h 48"/>
                <a:gd name="T22" fmla="*/ 0 w 47"/>
                <a:gd name="T23" fmla="*/ 24 h 48"/>
                <a:gd name="T24" fmla="*/ 24 w 47"/>
                <a:gd name="T25" fmla="*/ 48 h 48"/>
                <a:gd name="T26" fmla="*/ 46 w 47"/>
                <a:gd name="T27" fmla="*/ 33 h 48"/>
                <a:gd name="T28" fmla="*/ 46 w 47"/>
                <a:gd name="T29" fmla="*/ 33 h 48"/>
                <a:gd name="T30" fmla="*/ 46 w 47"/>
                <a:gd name="T31" fmla="*/ 33 h 48"/>
                <a:gd name="T32" fmla="*/ 47 w 47"/>
                <a:gd name="T33" fmla="*/ 30 h 48"/>
                <a:gd name="T34" fmla="*/ 30 w 47"/>
                <a:gd name="T35" fmla="*/ 30 h 48"/>
                <a:gd name="T36" fmla="*/ 16 w 47"/>
                <a:gd name="T37" fmla="*/ 5 h 48"/>
                <a:gd name="T38" fmla="*/ 12 w 47"/>
                <a:gd name="T39" fmla="*/ 15 h 48"/>
                <a:gd name="T40" fmla="*/ 6 w 47"/>
                <a:gd name="T41" fmla="*/ 15 h 48"/>
                <a:gd name="T42" fmla="*/ 16 w 47"/>
                <a:gd name="T43" fmla="*/ 5 h 48"/>
                <a:gd name="T44" fmla="*/ 4 w 47"/>
                <a:gd name="T45" fmla="*/ 24 h 48"/>
                <a:gd name="T46" fmla="*/ 4 w 47"/>
                <a:gd name="T47" fmla="*/ 18 h 48"/>
                <a:gd name="T48" fmla="*/ 11 w 47"/>
                <a:gd name="T49" fmla="*/ 18 h 48"/>
                <a:gd name="T50" fmla="*/ 11 w 47"/>
                <a:gd name="T51" fmla="*/ 24 h 48"/>
                <a:gd name="T52" fmla="*/ 11 w 47"/>
                <a:gd name="T53" fmla="*/ 30 h 48"/>
                <a:gd name="T54" fmla="*/ 5 w 47"/>
                <a:gd name="T55" fmla="*/ 30 h 48"/>
                <a:gd name="T56" fmla="*/ 4 w 47"/>
                <a:gd name="T57" fmla="*/ 24 h 48"/>
                <a:gd name="T58" fmla="*/ 6 w 47"/>
                <a:gd name="T59" fmla="*/ 33 h 48"/>
                <a:gd name="T60" fmla="*/ 12 w 47"/>
                <a:gd name="T61" fmla="*/ 33 h 48"/>
                <a:gd name="T62" fmla="*/ 16 w 47"/>
                <a:gd name="T63" fmla="*/ 42 h 48"/>
                <a:gd name="T64" fmla="*/ 6 w 47"/>
                <a:gd name="T65" fmla="*/ 33 h 48"/>
                <a:gd name="T66" fmla="*/ 24 w 47"/>
                <a:gd name="T67" fmla="*/ 44 h 48"/>
                <a:gd name="T68" fmla="*/ 16 w 47"/>
                <a:gd name="T69" fmla="*/ 33 h 48"/>
                <a:gd name="T70" fmla="*/ 32 w 47"/>
                <a:gd name="T71" fmla="*/ 33 h 48"/>
                <a:gd name="T72" fmla="*/ 24 w 47"/>
                <a:gd name="T73" fmla="*/ 44 h 48"/>
                <a:gd name="T74" fmla="*/ 32 w 47"/>
                <a:gd name="T75" fmla="*/ 42 h 48"/>
                <a:gd name="T76" fmla="*/ 36 w 47"/>
                <a:gd name="T77" fmla="*/ 33 h 48"/>
                <a:gd name="T78" fmla="*/ 42 w 47"/>
                <a:gd name="T79" fmla="*/ 33 h 48"/>
                <a:gd name="T80" fmla="*/ 32 w 47"/>
                <a:gd name="T81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7" h="48">
                  <a:moveTo>
                    <a:pt x="30" y="30"/>
                  </a:moveTo>
                  <a:cubicBezTo>
                    <a:pt x="30" y="30"/>
                    <a:pt x="30" y="30"/>
                    <a:pt x="30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8"/>
                    <a:pt x="14" y="26"/>
                    <a:pt x="14" y="24"/>
                  </a:cubicBezTo>
                  <a:cubicBezTo>
                    <a:pt x="14" y="22"/>
                    <a:pt x="15" y="20"/>
                    <a:pt x="15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7" y="8"/>
                    <a:pt x="20" y="4"/>
                    <a:pt x="23" y="4"/>
                  </a:cubicBezTo>
                  <a:cubicBezTo>
                    <a:pt x="24" y="2"/>
                    <a:pt x="24" y="1"/>
                    <a:pt x="25" y="0"/>
                  </a:cubicBezTo>
                  <a:cubicBezTo>
                    <a:pt x="25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4" y="48"/>
                    <a:pt x="42" y="42"/>
                    <a:pt x="46" y="33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6" y="32"/>
                    <a:pt x="47" y="31"/>
                    <a:pt x="47" y="30"/>
                  </a:cubicBezTo>
                  <a:lnTo>
                    <a:pt x="30" y="30"/>
                  </a:lnTo>
                  <a:close/>
                  <a:moveTo>
                    <a:pt x="16" y="5"/>
                  </a:moveTo>
                  <a:cubicBezTo>
                    <a:pt x="14" y="8"/>
                    <a:pt x="13" y="11"/>
                    <a:pt x="12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8" y="11"/>
                    <a:pt x="11" y="7"/>
                    <a:pt x="16" y="5"/>
                  </a:cubicBezTo>
                  <a:close/>
                  <a:moveTo>
                    <a:pt x="4" y="24"/>
                  </a:moveTo>
                  <a:cubicBezTo>
                    <a:pt x="4" y="22"/>
                    <a:pt x="4" y="20"/>
                    <a:pt x="4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20"/>
                    <a:pt x="11" y="22"/>
                    <a:pt x="11" y="24"/>
                  </a:cubicBezTo>
                  <a:cubicBezTo>
                    <a:pt x="11" y="26"/>
                    <a:pt x="11" y="28"/>
                    <a:pt x="11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4" y="28"/>
                    <a:pt x="4" y="26"/>
                    <a:pt x="4" y="24"/>
                  </a:cubicBezTo>
                  <a:close/>
                  <a:moveTo>
                    <a:pt x="6" y="33"/>
                  </a:moveTo>
                  <a:cubicBezTo>
                    <a:pt x="12" y="33"/>
                    <a:pt x="12" y="33"/>
                    <a:pt x="12" y="33"/>
                  </a:cubicBezTo>
                  <a:cubicBezTo>
                    <a:pt x="13" y="37"/>
                    <a:pt x="14" y="40"/>
                    <a:pt x="16" y="42"/>
                  </a:cubicBezTo>
                  <a:cubicBezTo>
                    <a:pt x="12" y="40"/>
                    <a:pt x="8" y="37"/>
                    <a:pt x="6" y="33"/>
                  </a:cubicBezTo>
                  <a:close/>
                  <a:moveTo>
                    <a:pt x="24" y="44"/>
                  </a:moveTo>
                  <a:cubicBezTo>
                    <a:pt x="21" y="44"/>
                    <a:pt x="17" y="40"/>
                    <a:pt x="16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1" y="40"/>
                    <a:pt x="27" y="44"/>
                    <a:pt x="24" y="44"/>
                  </a:cubicBezTo>
                  <a:close/>
                  <a:moveTo>
                    <a:pt x="32" y="42"/>
                  </a:moveTo>
                  <a:cubicBezTo>
                    <a:pt x="34" y="40"/>
                    <a:pt x="35" y="37"/>
                    <a:pt x="36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0" y="37"/>
                    <a:pt x="36" y="40"/>
                    <a:pt x="32" y="4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2" name="ïṣḻ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EAEDFDF-4B6E-44FE-989A-7BCEEB8292CB}"/>
                </a:ext>
              </a:extLst>
            </p:cNvPr>
            <p:cNvSpPr/>
            <p:nvPr/>
          </p:nvSpPr>
          <p:spPr bwMode="auto">
            <a:xfrm>
              <a:off x="6721425" y="2706237"/>
              <a:ext cx="65963" cy="68406"/>
            </a:xfrm>
            <a:custGeom>
              <a:avLst/>
              <a:gdLst>
                <a:gd name="T0" fmla="*/ 23 w 26"/>
                <a:gd name="T1" fmla="*/ 0 h 27"/>
                <a:gd name="T2" fmla="*/ 3 w 26"/>
                <a:gd name="T3" fmla="*/ 0 h 27"/>
                <a:gd name="T4" fmla="*/ 0 w 26"/>
                <a:gd name="T5" fmla="*/ 4 h 27"/>
                <a:gd name="T6" fmla="*/ 0 w 26"/>
                <a:gd name="T7" fmla="*/ 23 h 27"/>
                <a:gd name="T8" fmla="*/ 3 w 26"/>
                <a:gd name="T9" fmla="*/ 27 h 27"/>
                <a:gd name="T10" fmla="*/ 23 w 26"/>
                <a:gd name="T11" fmla="*/ 27 h 27"/>
                <a:gd name="T12" fmla="*/ 26 w 26"/>
                <a:gd name="T13" fmla="*/ 23 h 27"/>
                <a:gd name="T14" fmla="*/ 26 w 26"/>
                <a:gd name="T15" fmla="*/ 4 h 27"/>
                <a:gd name="T16" fmla="*/ 23 w 26"/>
                <a:gd name="T17" fmla="*/ 0 h 27"/>
                <a:gd name="T18" fmla="*/ 9 w 26"/>
                <a:gd name="T19" fmla="*/ 8 h 27"/>
                <a:gd name="T20" fmla="*/ 13 w 26"/>
                <a:gd name="T21" fmla="*/ 4 h 27"/>
                <a:gd name="T22" fmla="*/ 17 w 26"/>
                <a:gd name="T23" fmla="*/ 8 h 27"/>
                <a:gd name="T24" fmla="*/ 18 w 26"/>
                <a:gd name="T25" fmla="*/ 9 h 27"/>
                <a:gd name="T26" fmla="*/ 17 w 26"/>
                <a:gd name="T27" fmla="*/ 11 h 27"/>
                <a:gd name="T28" fmla="*/ 17 w 26"/>
                <a:gd name="T29" fmla="*/ 11 h 27"/>
                <a:gd name="T30" fmla="*/ 13 w 26"/>
                <a:gd name="T31" fmla="*/ 14 h 27"/>
                <a:gd name="T32" fmla="*/ 10 w 26"/>
                <a:gd name="T33" fmla="*/ 11 h 27"/>
                <a:gd name="T34" fmla="*/ 9 w 26"/>
                <a:gd name="T35" fmla="*/ 11 h 27"/>
                <a:gd name="T36" fmla="*/ 8 w 26"/>
                <a:gd name="T37" fmla="*/ 9 h 27"/>
                <a:gd name="T38" fmla="*/ 9 w 26"/>
                <a:gd name="T39" fmla="*/ 8 h 27"/>
                <a:gd name="T40" fmla="*/ 21 w 26"/>
                <a:gd name="T41" fmla="*/ 23 h 27"/>
                <a:gd name="T42" fmla="*/ 5 w 26"/>
                <a:gd name="T43" fmla="*/ 23 h 27"/>
                <a:gd name="T44" fmla="*/ 5 w 26"/>
                <a:gd name="T45" fmla="*/ 19 h 27"/>
                <a:gd name="T46" fmla="*/ 9 w 26"/>
                <a:gd name="T47" fmla="*/ 15 h 27"/>
                <a:gd name="T48" fmla="*/ 11 w 26"/>
                <a:gd name="T49" fmla="*/ 15 h 27"/>
                <a:gd name="T50" fmla="*/ 12 w 26"/>
                <a:gd name="T51" fmla="*/ 19 h 27"/>
                <a:gd name="T52" fmla="*/ 13 w 26"/>
                <a:gd name="T53" fmla="*/ 17 h 27"/>
                <a:gd name="T54" fmla="*/ 12 w 26"/>
                <a:gd name="T55" fmla="*/ 15 h 27"/>
                <a:gd name="T56" fmla="*/ 12 w 26"/>
                <a:gd name="T57" fmla="*/ 15 h 27"/>
                <a:gd name="T58" fmla="*/ 13 w 26"/>
                <a:gd name="T59" fmla="*/ 15 h 27"/>
                <a:gd name="T60" fmla="*/ 14 w 26"/>
                <a:gd name="T61" fmla="*/ 15 h 27"/>
                <a:gd name="T62" fmla="*/ 15 w 26"/>
                <a:gd name="T63" fmla="*/ 15 h 27"/>
                <a:gd name="T64" fmla="*/ 13 w 26"/>
                <a:gd name="T65" fmla="*/ 17 h 27"/>
                <a:gd name="T66" fmla="*/ 14 w 26"/>
                <a:gd name="T67" fmla="*/ 19 h 27"/>
                <a:gd name="T68" fmla="*/ 16 w 26"/>
                <a:gd name="T69" fmla="*/ 15 h 27"/>
                <a:gd name="T70" fmla="*/ 17 w 26"/>
                <a:gd name="T71" fmla="*/ 15 h 27"/>
                <a:gd name="T72" fmla="*/ 21 w 26"/>
                <a:gd name="T73" fmla="*/ 19 h 27"/>
                <a:gd name="T74" fmla="*/ 21 w 26"/>
                <a:gd name="T75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" h="27">
                  <a:moveTo>
                    <a:pt x="2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5"/>
                    <a:pt x="2" y="27"/>
                    <a:pt x="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5" y="27"/>
                    <a:pt x="26" y="25"/>
                    <a:pt x="26" y="23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5" y="0"/>
                    <a:pt x="23" y="0"/>
                  </a:cubicBezTo>
                  <a:close/>
                  <a:moveTo>
                    <a:pt x="9" y="8"/>
                  </a:moveTo>
                  <a:cubicBezTo>
                    <a:pt x="9" y="5"/>
                    <a:pt x="11" y="4"/>
                    <a:pt x="13" y="4"/>
                  </a:cubicBezTo>
                  <a:cubicBezTo>
                    <a:pt x="15" y="4"/>
                    <a:pt x="17" y="5"/>
                    <a:pt x="17" y="8"/>
                  </a:cubicBezTo>
                  <a:cubicBezTo>
                    <a:pt x="18" y="8"/>
                    <a:pt x="18" y="9"/>
                    <a:pt x="18" y="9"/>
                  </a:cubicBezTo>
                  <a:cubicBezTo>
                    <a:pt x="18" y="10"/>
                    <a:pt x="18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6" y="13"/>
                    <a:pt x="15" y="14"/>
                    <a:pt x="13" y="14"/>
                  </a:cubicBezTo>
                  <a:cubicBezTo>
                    <a:pt x="12" y="14"/>
                    <a:pt x="10" y="13"/>
                    <a:pt x="10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8" y="10"/>
                    <a:pt x="8" y="9"/>
                  </a:cubicBezTo>
                  <a:cubicBezTo>
                    <a:pt x="8" y="9"/>
                    <a:pt x="9" y="8"/>
                    <a:pt x="9" y="8"/>
                  </a:cubicBezTo>
                  <a:close/>
                  <a:moveTo>
                    <a:pt x="21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6"/>
                    <a:pt x="7" y="15"/>
                    <a:pt x="9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3" y="15"/>
                    <a:pt x="13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5"/>
                    <a:pt x="21" y="16"/>
                    <a:pt x="21" y="19"/>
                  </a:cubicBezTo>
                  <a:lnTo>
                    <a:pt x="21" y="2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3" name="íšlî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076CB72-FB67-42C4-A5D5-6AE02DD1A933}"/>
                </a:ext>
              </a:extLst>
            </p:cNvPr>
            <p:cNvSpPr/>
            <p:nvPr/>
          </p:nvSpPr>
          <p:spPr bwMode="auto">
            <a:xfrm>
              <a:off x="4780410" y="1713131"/>
              <a:ext cx="118489" cy="120932"/>
            </a:xfrm>
            <a:custGeom>
              <a:avLst/>
              <a:gdLst>
                <a:gd name="T0" fmla="*/ 30 w 47"/>
                <a:gd name="T1" fmla="*/ 30 h 48"/>
                <a:gd name="T2" fmla="*/ 30 w 47"/>
                <a:gd name="T3" fmla="*/ 30 h 48"/>
                <a:gd name="T4" fmla="*/ 15 w 47"/>
                <a:gd name="T5" fmla="*/ 30 h 48"/>
                <a:gd name="T6" fmla="*/ 15 w 47"/>
                <a:gd name="T7" fmla="*/ 24 h 48"/>
                <a:gd name="T8" fmla="*/ 15 w 47"/>
                <a:gd name="T9" fmla="*/ 19 h 48"/>
                <a:gd name="T10" fmla="*/ 24 w 47"/>
                <a:gd name="T11" fmla="*/ 19 h 48"/>
                <a:gd name="T12" fmla="*/ 24 w 47"/>
                <a:gd name="T13" fmla="*/ 15 h 48"/>
                <a:gd name="T14" fmla="*/ 16 w 47"/>
                <a:gd name="T15" fmla="*/ 15 h 48"/>
                <a:gd name="T16" fmla="*/ 24 w 47"/>
                <a:gd name="T17" fmla="*/ 4 h 48"/>
                <a:gd name="T18" fmla="*/ 25 w 47"/>
                <a:gd name="T19" fmla="*/ 0 h 48"/>
                <a:gd name="T20" fmla="*/ 24 w 47"/>
                <a:gd name="T21" fmla="*/ 0 h 48"/>
                <a:gd name="T22" fmla="*/ 0 w 47"/>
                <a:gd name="T23" fmla="*/ 24 h 48"/>
                <a:gd name="T24" fmla="*/ 24 w 47"/>
                <a:gd name="T25" fmla="*/ 48 h 48"/>
                <a:gd name="T26" fmla="*/ 46 w 47"/>
                <a:gd name="T27" fmla="*/ 34 h 48"/>
                <a:gd name="T28" fmla="*/ 46 w 47"/>
                <a:gd name="T29" fmla="*/ 34 h 48"/>
                <a:gd name="T30" fmla="*/ 46 w 47"/>
                <a:gd name="T31" fmla="*/ 33 h 48"/>
                <a:gd name="T32" fmla="*/ 47 w 47"/>
                <a:gd name="T33" fmla="*/ 30 h 48"/>
                <a:gd name="T34" fmla="*/ 30 w 47"/>
                <a:gd name="T35" fmla="*/ 30 h 48"/>
                <a:gd name="T36" fmla="*/ 16 w 47"/>
                <a:gd name="T37" fmla="*/ 6 h 48"/>
                <a:gd name="T38" fmla="*/ 12 w 47"/>
                <a:gd name="T39" fmla="*/ 15 h 48"/>
                <a:gd name="T40" fmla="*/ 6 w 47"/>
                <a:gd name="T41" fmla="*/ 15 h 48"/>
                <a:gd name="T42" fmla="*/ 16 w 47"/>
                <a:gd name="T43" fmla="*/ 6 h 48"/>
                <a:gd name="T44" fmla="*/ 4 w 47"/>
                <a:gd name="T45" fmla="*/ 24 h 48"/>
                <a:gd name="T46" fmla="*/ 5 w 47"/>
                <a:gd name="T47" fmla="*/ 19 h 48"/>
                <a:gd name="T48" fmla="*/ 11 w 47"/>
                <a:gd name="T49" fmla="*/ 19 h 48"/>
                <a:gd name="T50" fmla="*/ 11 w 47"/>
                <a:gd name="T51" fmla="*/ 24 h 48"/>
                <a:gd name="T52" fmla="*/ 12 w 47"/>
                <a:gd name="T53" fmla="*/ 30 h 48"/>
                <a:gd name="T54" fmla="*/ 5 w 47"/>
                <a:gd name="T55" fmla="*/ 30 h 48"/>
                <a:gd name="T56" fmla="*/ 4 w 47"/>
                <a:gd name="T57" fmla="*/ 24 h 48"/>
                <a:gd name="T58" fmla="*/ 6 w 47"/>
                <a:gd name="T59" fmla="*/ 34 h 48"/>
                <a:gd name="T60" fmla="*/ 12 w 47"/>
                <a:gd name="T61" fmla="*/ 34 h 48"/>
                <a:gd name="T62" fmla="*/ 16 w 47"/>
                <a:gd name="T63" fmla="*/ 43 h 48"/>
                <a:gd name="T64" fmla="*/ 6 w 47"/>
                <a:gd name="T65" fmla="*/ 34 h 48"/>
                <a:gd name="T66" fmla="*/ 24 w 47"/>
                <a:gd name="T67" fmla="*/ 45 h 48"/>
                <a:gd name="T68" fmla="*/ 16 w 47"/>
                <a:gd name="T69" fmla="*/ 34 h 48"/>
                <a:gd name="T70" fmla="*/ 33 w 47"/>
                <a:gd name="T71" fmla="*/ 34 h 48"/>
                <a:gd name="T72" fmla="*/ 24 w 47"/>
                <a:gd name="T73" fmla="*/ 45 h 48"/>
                <a:gd name="T74" fmla="*/ 33 w 47"/>
                <a:gd name="T75" fmla="*/ 43 h 48"/>
                <a:gd name="T76" fmla="*/ 36 w 47"/>
                <a:gd name="T77" fmla="*/ 34 h 48"/>
                <a:gd name="T78" fmla="*/ 42 w 47"/>
                <a:gd name="T79" fmla="*/ 34 h 48"/>
                <a:gd name="T80" fmla="*/ 33 w 47"/>
                <a:gd name="T81" fmla="*/ 4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7" h="48">
                  <a:moveTo>
                    <a:pt x="30" y="30"/>
                  </a:moveTo>
                  <a:cubicBezTo>
                    <a:pt x="30" y="30"/>
                    <a:pt x="30" y="30"/>
                    <a:pt x="30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8"/>
                    <a:pt x="15" y="26"/>
                    <a:pt x="15" y="24"/>
                  </a:cubicBezTo>
                  <a:cubicBezTo>
                    <a:pt x="15" y="22"/>
                    <a:pt x="15" y="21"/>
                    <a:pt x="15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7" y="9"/>
                    <a:pt x="21" y="5"/>
                    <a:pt x="24" y="4"/>
                  </a:cubicBezTo>
                  <a:cubicBezTo>
                    <a:pt x="24" y="3"/>
                    <a:pt x="24" y="1"/>
                    <a:pt x="25" y="0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4" y="48"/>
                    <a:pt x="42" y="42"/>
                    <a:pt x="46" y="34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1"/>
                    <a:pt x="47" y="30"/>
                  </a:cubicBezTo>
                  <a:lnTo>
                    <a:pt x="30" y="30"/>
                  </a:lnTo>
                  <a:close/>
                  <a:moveTo>
                    <a:pt x="16" y="6"/>
                  </a:moveTo>
                  <a:cubicBezTo>
                    <a:pt x="14" y="8"/>
                    <a:pt x="13" y="12"/>
                    <a:pt x="12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8" y="11"/>
                    <a:pt x="12" y="8"/>
                    <a:pt x="16" y="6"/>
                  </a:cubicBezTo>
                  <a:close/>
                  <a:moveTo>
                    <a:pt x="4" y="24"/>
                  </a:moveTo>
                  <a:cubicBezTo>
                    <a:pt x="4" y="22"/>
                    <a:pt x="4" y="21"/>
                    <a:pt x="5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21"/>
                    <a:pt x="11" y="22"/>
                    <a:pt x="11" y="24"/>
                  </a:cubicBezTo>
                  <a:cubicBezTo>
                    <a:pt x="11" y="26"/>
                    <a:pt x="11" y="28"/>
                    <a:pt x="12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4" y="28"/>
                    <a:pt x="4" y="26"/>
                    <a:pt x="4" y="24"/>
                  </a:cubicBezTo>
                  <a:close/>
                  <a:moveTo>
                    <a:pt x="6" y="34"/>
                  </a:moveTo>
                  <a:cubicBezTo>
                    <a:pt x="12" y="34"/>
                    <a:pt x="12" y="34"/>
                    <a:pt x="12" y="34"/>
                  </a:cubicBezTo>
                  <a:cubicBezTo>
                    <a:pt x="13" y="37"/>
                    <a:pt x="14" y="40"/>
                    <a:pt x="16" y="43"/>
                  </a:cubicBezTo>
                  <a:cubicBezTo>
                    <a:pt x="12" y="41"/>
                    <a:pt x="9" y="38"/>
                    <a:pt x="6" y="34"/>
                  </a:cubicBezTo>
                  <a:close/>
                  <a:moveTo>
                    <a:pt x="24" y="45"/>
                  </a:moveTo>
                  <a:cubicBezTo>
                    <a:pt x="21" y="45"/>
                    <a:pt x="18" y="40"/>
                    <a:pt x="16" y="34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1" y="40"/>
                    <a:pt x="27" y="45"/>
                    <a:pt x="24" y="45"/>
                  </a:cubicBezTo>
                  <a:close/>
                  <a:moveTo>
                    <a:pt x="33" y="43"/>
                  </a:moveTo>
                  <a:cubicBezTo>
                    <a:pt x="34" y="40"/>
                    <a:pt x="35" y="37"/>
                    <a:pt x="36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0" y="38"/>
                    <a:pt x="37" y="41"/>
                    <a:pt x="33" y="4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4" name="iṧḻ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7646FC1-E498-4BB8-B69F-AD605657411B}"/>
                </a:ext>
              </a:extLst>
            </p:cNvPr>
            <p:cNvSpPr/>
            <p:nvPr/>
          </p:nvSpPr>
          <p:spPr bwMode="auto">
            <a:xfrm>
              <a:off x="4848816" y="1715574"/>
              <a:ext cx="65963" cy="65963"/>
            </a:xfrm>
            <a:custGeom>
              <a:avLst/>
              <a:gdLst>
                <a:gd name="T0" fmla="*/ 23 w 26"/>
                <a:gd name="T1" fmla="*/ 0 h 26"/>
                <a:gd name="T2" fmla="*/ 4 w 26"/>
                <a:gd name="T3" fmla="*/ 0 h 26"/>
                <a:gd name="T4" fmla="*/ 0 w 26"/>
                <a:gd name="T5" fmla="*/ 3 h 26"/>
                <a:gd name="T6" fmla="*/ 0 w 26"/>
                <a:gd name="T7" fmla="*/ 22 h 26"/>
                <a:gd name="T8" fmla="*/ 4 w 26"/>
                <a:gd name="T9" fmla="*/ 26 h 26"/>
                <a:gd name="T10" fmla="*/ 23 w 26"/>
                <a:gd name="T11" fmla="*/ 26 h 26"/>
                <a:gd name="T12" fmla="*/ 26 w 26"/>
                <a:gd name="T13" fmla="*/ 22 h 26"/>
                <a:gd name="T14" fmla="*/ 26 w 26"/>
                <a:gd name="T15" fmla="*/ 3 h 26"/>
                <a:gd name="T16" fmla="*/ 23 w 26"/>
                <a:gd name="T17" fmla="*/ 0 h 26"/>
                <a:gd name="T18" fmla="*/ 9 w 26"/>
                <a:gd name="T19" fmla="*/ 7 h 26"/>
                <a:gd name="T20" fmla="*/ 13 w 26"/>
                <a:gd name="T21" fmla="*/ 3 h 26"/>
                <a:gd name="T22" fmla="*/ 18 w 26"/>
                <a:gd name="T23" fmla="*/ 7 h 26"/>
                <a:gd name="T24" fmla="*/ 18 w 26"/>
                <a:gd name="T25" fmla="*/ 9 h 26"/>
                <a:gd name="T26" fmla="*/ 17 w 26"/>
                <a:gd name="T27" fmla="*/ 10 h 26"/>
                <a:gd name="T28" fmla="*/ 17 w 26"/>
                <a:gd name="T29" fmla="*/ 10 h 26"/>
                <a:gd name="T30" fmla="*/ 13 w 26"/>
                <a:gd name="T31" fmla="*/ 14 h 26"/>
                <a:gd name="T32" fmla="*/ 10 w 26"/>
                <a:gd name="T33" fmla="*/ 10 h 26"/>
                <a:gd name="T34" fmla="*/ 10 w 26"/>
                <a:gd name="T35" fmla="*/ 10 h 26"/>
                <a:gd name="T36" fmla="*/ 9 w 26"/>
                <a:gd name="T37" fmla="*/ 9 h 26"/>
                <a:gd name="T38" fmla="*/ 9 w 26"/>
                <a:gd name="T39" fmla="*/ 7 h 26"/>
                <a:gd name="T40" fmla="*/ 22 w 26"/>
                <a:gd name="T41" fmla="*/ 23 h 26"/>
                <a:gd name="T42" fmla="*/ 5 w 26"/>
                <a:gd name="T43" fmla="*/ 23 h 26"/>
                <a:gd name="T44" fmla="*/ 5 w 26"/>
                <a:gd name="T45" fmla="*/ 18 h 26"/>
                <a:gd name="T46" fmla="*/ 9 w 26"/>
                <a:gd name="T47" fmla="*/ 14 h 26"/>
                <a:gd name="T48" fmla="*/ 11 w 26"/>
                <a:gd name="T49" fmla="*/ 14 h 26"/>
                <a:gd name="T50" fmla="*/ 12 w 26"/>
                <a:gd name="T51" fmla="*/ 18 h 26"/>
                <a:gd name="T52" fmla="*/ 13 w 26"/>
                <a:gd name="T53" fmla="*/ 16 h 26"/>
                <a:gd name="T54" fmla="*/ 12 w 26"/>
                <a:gd name="T55" fmla="*/ 15 h 26"/>
                <a:gd name="T56" fmla="*/ 12 w 26"/>
                <a:gd name="T57" fmla="*/ 15 h 26"/>
                <a:gd name="T58" fmla="*/ 13 w 26"/>
                <a:gd name="T59" fmla="*/ 15 h 26"/>
                <a:gd name="T60" fmla="*/ 15 w 26"/>
                <a:gd name="T61" fmla="*/ 15 h 26"/>
                <a:gd name="T62" fmla="*/ 15 w 26"/>
                <a:gd name="T63" fmla="*/ 15 h 26"/>
                <a:gd name="T64" fmla="*/ 14 w 26"/>
                <a:gd name="T65" fmla="*/ 16 h 26"/>
                <a:gd name="T66" fmla="*/ 15 w 26"/>
                <a:gd name="T67" fmla="*/ 18 h 26"/>
                <a:gd name="T68" fmla="*/ 16 w 26"/>
                <a:gd name="T69" fmla="*/ 14 h 26"/>
                <a:gd name="T70" fmla="*/ 18 w 26"/>
                <a:gd name="T71" fmla="*/ 14 h 26"/>
                <a:gd name="T72" fmla="*/ 22 w 26"/>
                <a:gd name="T73" fmla="*/ 18 h 26"/>
                <a:gd name="T74" fmla="*/ 22 w 26"/>
                <a:gd name="T75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" h="26">
                  <a:moveTo>
                    <a:pt x="23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5" y="26"/>
                    <a:pt x="26" y="24"/>
                    <a:pt x="26" y="2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1"/>
                    <a:pt x="25" y="0"/>
                    <a:pt x="23" y="0"/>
                  </a:cubicBezTo>
                  <a:close/>
                  <a:moveTo>
                    <a:pt x="9" y="7"/>
                  </a:moveTo>
                  <a:cubicBezTo>
                    <a:pt x="9" y="5"/>
                    <a:pt x="11" y="3"/>
                    <a:pt x="13" y="3"/>
                  </a:cubicBezTo>
                  <a:cubicBezTo>
                    <a:pt x="16" y="3"/>
                    <a:pt x="17" y="5"/>
                    <a:pt x="18" y="7"/>
                  </a:cubicBezTo>
                  <a:cubicBezTo>
                    <a:pt x="18" y="7"/>
                    <a:pt x="18" y="8"/>
                    <a:pt x="18" y="9"/>
                  </a:cubicBezTo>
                  <a:cubicBezTo>
                    <a:pt x="18" y="9"/>
                    <a:pt x="18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2"/>
                    <a:pt x="15" y="14"/>
                    <a:pt x="13" y="14"/>
                  </a:cubicBezTo>
                  <a:cubicBezTo>
                    <a:pt x="12" y="14"/>
                    <a:pt x="10" y="12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9" y="10"/>
                    <a:pt x="9" y="9"/>
                    <a:pt x="9" y="9"/>
                  </a:cubicBezTo>
                  <a:cubicBezTo>
                    <a:pt x="9" y="8"/>
                    <a:pt x="9" y="7"/>
                    <a:pt x="9" y="7"/>
                  </a:cubicBezTo>
                  <a:close/>
                  <a:moveTo>
                    <a:pt x="22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7" y="14"/>
                    <a:pt x="9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4" y="15"/>
                    <a:pt x="14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20" y="14"/>
                    <a:pt x="22" y="16"/>
                    <a:pt x="22" y="18"/>
                  </a:cubicBezTo>
                  <a:lnTo>
                    <a:pt x="22" y="2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5" name="ïŝļí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11FED2E-29F4-4076-A19D-BF2AB5033D4F}"/>
                </a:ext>
              </a:extLst>
            </p:cNvPr>
            <p:cNvSpPr/>
            <p:nvPr/>
          </p:nvSpPr>
          <p:spPr bwMode="auto">
            <a:xfrm>
              <a:off x="7561839" y="2116237"/>
              <a:ext cx="61077" cy="57412"/>
            </a:xfrm>
            <a:custGeom>
              <a:avLst/>
              <a:gdLst>
                <a:gd name="T0" fmla="*/ 11 w 24"/>
                <a:gd name="T1" fmla="*/ 18 h 23"/>
                <a:gd name="T2" fmla="*/ 11 w 24"/>
                <a:gd name="T3" fmla="*/ 18 h 23"/>
                <a:gd name="T4" fmla="*/ 11 w 24"/>
                <a:gd name="T5" fmla="*/ 18 h 23"/>
                <a:gd name="T6" fmla="*/ 4 w 24"/>
                <a:gd name="T7" fmla="*/ 10 h 23"/>
                <a:gd name="T8" fmla="*/ 8 w 24"/>
                <a:gd name="T9" fmla="*/ 6 h 23"/>
                <a:gd name="T10" fmla="*/ 12 w 24"/>
                <a:gd name="T11" fmla="*/ 12 h 23"/>
                <a:gd name="T12" fmla="*/ 21 w 24"/>
                <a:gd name="T13" fmla="*/ 4 h 23"/>
                <a:gd name="T14" fmla="*/ 12 w 24"/>
                <a:gd name="T15" fmla="*/ 0 h 23"/>
                <a:gd name="T16" fmla="*/ 0 w 24"/>
                <a:gd name="T17" fmla="*/ 12 h 23"/>
                <a:gd name="T18" fmla="*/ 12 w 24"/>
                <a:gd name="T19" fmla="*/ 23 h 23"/>
                <a:gd name="T20" fmla="*/ 24 w 24"/>
                <a:gd name="T21" fmla="*/ 12 h 23"/>
                <a:gd name="T22" fmla="*/ 23 w 24"/>
                <a:gd name="T23" fmla="*/ 9 h 23"/>
                <a:gd name="T24" fmla="*/ 11 w 24"/>
                <a:gd name="T25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23">
                  <a:moveTo>
                    <a:pt x="11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19" y="1"/>
                    <a:pt x="16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3"/>
                    <a:pt x="12" y="23"/>
                  </a:cubicBezTo>
                  <a:cubicBezTo>
                    <a:pt x="19" y="23"/>
                    <a:pt x="24" y="18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lnTo>
                    <a:pt x="11" y="1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6" name="ïṧḷ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E527E09-ECC4-49FF-AE7C-38F6BEE032C0}"/>
                </a:ext>
              </a:extLst>
            </p:cNvPr>
            <p:cNvSpPr/>
            <p:nvPr/>
          </p:nvSpPr>
          <p:spPr bwMode="auto">
            <a:xfrm>
              <a:off x="7484882" y="2050274"/>
              <a:ext cx="155135" cy="95279"/>
            </a:xfrm>
            <a:custGeom>
              <a:avLst/>
              <a:gdLst>
                <a:gd name="T0" fmla="*/ 48 w 61"/>
                <a:gd name="T1" fmla="*/ 13 h 38"/>
                <a:gd name="T2" fmla="*/ 44 w 61"/>
                <a:gd name="T3" fmla="*/ 14 h 38"/>
                <a:gd name="T4" fmla="*/ 44 w 61"/>
                <a:gd name="T5" fmla="*/ 13 h 38"/>
                <a:gd name="T6" fmla="*/ 31 w 61"/>
                <a:gd name="T7" fmla="*/ 0 h 38"/>
                <a:gd name="T8" fmla="*/ 19 w 61"/>
                <a:gd name="T9" fmla="*/ 13 h 38"/>
                <a:gd name="T10" fmla="*/ 19 w 61"/>
                <a:gd name="T11" fmla="*/ 14 h 38"/>
                <a:gd name="T12" fmla="*/ 13 w 61"/>
                <a:gd name="T13" fmla="*/ 13 h 38"/>
                <a:gd name="T14" fmla="*/ 0 w 61"/>
                <a:gd name="T15" fmla="*/ 26 h 38"/>
                <a:gd name="T16" fmla="*/ 13 w 61"/>
                <a:gd name="T17" fmla="*/ 38 h 38"/>
                <a:gd name="T18" fmla="*/ 27 w 61"/>
                <a:gd name="T19" fmla="*/ 38 h 38"/>
                <a:gd name="T20" fmla="*/ 27 w 61"/>
                <a:gd name="T21" fmla="*/ 37 h 38"/>
                <a:gd name="T22" fmla="*/ 42 w 61"/>
                <a:gd name="T23" fmla="*/ 22 h 38"/>
                <a:gd name="T24" fmla="*/ 56 w 61"/>
                <a:gd name="T25" fmla="*/ 35 h 38"/>
                <a:gd name="T26" fmla="*/ 61 w 61"/>
                <a:gd name="T27" fmla="*/ 26 h 38"/>
                <a:gd name="T28" fmla="*/ 48 w 61"/>
                <a:gd name="T29" fmla="*/ 1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1" h="38">
                  <a:moveTo>
                    <a:pt x="48" y="13"/>
                  </a:moveTo>
                  <a:cubicBezTo>
                    <a:pt x="47" y="13"/>
                    <a:pt x="45" y="13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6"/>
                    <a:pt x="38" y="0"/>
                    <a:pt x="31" y="0"/>
                  </a:cubicBezTo>
                  <a:cubicBezTo>
                    <a:pt x="24" y="0"/>
                    <a:pt x="19" y="6"/>
                    <a:pt x="19" y="13"/>
                  </a:cubicBezTo>
                  <a:cubicBezTo>
                    <a:pt x="19" y="13"/>
                    <a:pt x="19" y="14"/>
                    <a:pt x="19" y="14"/>
                  </a:cubicBezTo>
                  <a:cubicBezTo>
                    <a:pt x="17" y="13"/>
                    <a:pt x="15" y="13"/>
                    <a:pt x="13" y="13"/>
                  </a:cubicBezTo>
                  <a:cubicBezTo>
                    <a:pt x="6" y="13"/>
                    <a:pt x="0" y="19"/>
                    <a:pt x="0" y="26"/>
                  </a:cubicBezTo>
                  <a:cubicBezTo>
                    <a:pt x="0" y="33"/>
                    <a:pt x="6" y="38"/>
                    <a:pt x="13" y="38"/>
                  </a:cubicBezTo>
                  <a:cubicBezTo>
                    <a:pt x="13" y="38"/>
                    <a:pt x="20" y="38"/>
                    <a:pt x="27" y="38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7" y="29"/>
                    <a:pt x="33" y="22"/>
                    <a:pt x="42" y="22"/>
                  </a:cubicBezTo>
                  <a:cubicBezTo>
                    <a:pt x="49" y="22"/>
                    <a:pt x="55" y="28"/>
                    <a:pt x="56" y="35"/>
                  </a:cubicBezTo>
                  <a:cubicBezTo>
                    <a:pt x="59" y="33"/>
                    <a:pt x="61" y="29"/>
                    <a:pt x="61" y="26"/>
                  </a:cubicBezTo>
                  <a:cubicBezTo>
                    <a:pt x="61" y="19"/>
                    <a:pt x="55" y="13"/>
                    <a:pt x="48" y="1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7" name="îṧḷí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23B0CCC-F6BE-40BB-B6E1-7436238EC5DD}"/>
                </a:ext>
              </a:extLst>
            </p:cNvPr>
            <p:cNvSpPr/>
            <p:nvPr/>
          </p:nvSpPr>
          <p:spPr bwMode="auto">
            <a:xfrm>
              <a:off x="7425027" y="2491247"/>
              <a:ext cx="21988" cy="35425"/>
            </a:xfrm>
            <a:custGeom>
              <a:avLst/>
              <a:gdLst>
                <a:gd name="T0" fmla="*/ 6 w 9"/>
                <a:gd name="T1" fmla="*/ 0 h 14"/>
                <a:gd name="T2" fmla="*/ 0 w 9"/>
                <a:gd name="T3" fmla="*/ 0 h 14"/>
                <a:gd name="T4" fmla="*/ 0 w 9"/>
                <a:gd name="T5" fmla="*/ 14 h 14"/>
                <a:gd name="T6" fmla="*/ 6 w 9"/>
                <a:gd name="T7" fmla="*/ 14 h 14"/>
                <a:gd name="T8" fmla="*/ 9 w 9"/>
                <a:gd name="T9" fmla="*/ 11 h 14"/>
                <a:gd name="T10" fmla="*/ 9 w 9"/>
                <a:gd name="T11" fmla="*/ 2 h 14"/>
                <a:gd name="T12" fmla="*/ 6 w 9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4">
                  <a:moveTo>
                    <a:pt x="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8" y="14"/>
                    <a:pt x="9" y="12"/>
                    <a:pt x="9" y="1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8" y="0"/>
                    <a:pt x="6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8" name="ïŝḻ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F0B065B-1606-4871-A0D4-1D167C183BD6}"/>
                </a:ext>
              </a:extLst>
            </p:cNvPr>
            <p:cNvSpPr/>
            <p:nvPr/>
          </p:nvSpPr>
          <p:spPr bwMode="auto">
            <a:xfrm>
              <a:off x="7425027" y="2442386"/>
              <a:ext cx="21988" cy="35425"/>
            </a:xfrm>
            <a:custGeom>
              <a:avLst/>
              <a:gdLst>
                <a:gd name="T0" fmla="*/ 6 w 9"/>
                <a:gd name="T1" fmla="*/ 0 h 14"/>
                <a:gd name="T2" fmla="*/ 0 w 9"/>
                <a:gd name="T3" fmla="*/ 0 h 14"/>
                <a:gd name="T4" fmla="*/ 0 w 9"/>
                <a:gd name="T5" fmla="*/ 14 h 14"/>
                <a:gd name="T6" fmla="*/ 6 w 9"/>
                <a:gd name="T7" fmla="*/ 14 h 14"/>
                <a:gd name="T8" fmla="*/ 9 w 9"/>
                <a:gd name="T9" fmla="*/ 11 h 14"/>
                <a:gd name="T10" fmla="*/ 9 w 9"/>
                <a:gd name="T11" fmla="*/ 3 h 14"/>
                <a:gd name="T12" fmla="*/ 6 w 9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4">
                  <a:moveTo>
                    <a:pt x="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8" y="14"/>
                    <a:pt x="9" y="13"/>
                    <a:pt x="9" y="11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1"/>
                    <a:pt x="8" y="0"/>
                    <a:pt x="6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9" name="ïSļï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F6E53D4-A297-4CCD-B768-C7215C0477B7}"/>
                </a:ext>
              </a:extLst>
            </p:cNvPr>
            <p:cNvSpPr/>
            <p:nvPr/>
          </p:nvSpPr>
          <p:spPr bwMode="auto">
            <a:xfrm>
              <a:off x="7425027" y="2394746"/>
              <a:ext cx="21988" cy="35425"/>
            </a:xfrm>
            <a:custGeom>
              <a:avLst/>
              <a:gdLst>
                <a:gd name="T0" fmla="*/ 6 w 9"/>
                <a:gd name="T1" fmla="*/ 0 h 14"/>
                <a:gd name="T2" fmla="*/ 0 w 9"/>
                <a:gd name="T3" fmla="*/ 0 h 14"/>
                <a:gd name="T4" fmla="*/ 0 w 9"/>
                <a:gd name="T5" fmla="*/ 14 h 14"/>
                <a:gd name="T6" fmla="*/ 6 w 9"/>
                <a:gd name="T7" fmla="*/ 14 h 14"/>
                <a:gd name="T8" fmla="*/ 9 w 9"/>
                <a:gd name="T9" fmla="*/ 11 h 14"/>
                <a:gd name="T10" fmla="*/ 9 w 9"/>
                <a:gd name="T11" fmla="*/ 3 h 14"/>
                <a:gd name="T12" fmla="*/ 6 w 9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4">
                  <a:moveTo>
                    <a:pt x="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8" y="14"/>
                    <a:pt x="9" y="13"/>
                    <a:pt x="9" y="11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1"/>
                    <a:pt x="8" y="0"/>
                    <a:pt x="6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0" name="ïSľï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D6360A0-D0DE-4F99-9AA6-20980AEFA78B}"/>
                </a:ext>
              </a:extLst>
            </p:cNvPr>
            <p:cNvSpPr/>
            <p:nvPr/>
          </p:nvSpPr>
          <p:spPr bwMode="auto">
            <a:xfrm>
              <a:off x="7254013" y="2371537"/>
              <a:ext cx="180787" cy="210104"/>
            </a:xfrm>
            <a:custGeom>
              <a:avLst/>
              <a:gdLst>
                <a:gd name="T0" fmla="*/ 66 w 71"/>
                <a:gd name="T1" fmla="*/ 66 h 83"/>
                <a:gd name="T2" fmla="*/ 66 w 71"/>
                <a:gd name="T3" fmla="*/ 76 h 83"/>
                <a:gd name="T4" fmla="*/ 64 w 71"/>
                <a:gd name="T5" fmla="*/ 78 h 83"/>
                <a:gd name="T6" fmla="*/ 8 w 71"/>
                <a:gd name="T7" fmla="*/ 78 h 83"/>
                <a:gd name="T8" fmla="*/ 5 w 71"/>
                <a:gd name="T9" fmla="*/ 76 h 83"/>
                <a:gd name="T10" fmla="*/ 5 w 71"/>
                <a:gd name="T11" fmla="*/ 75 h 83"/>
                <a:gd name="T12" fmla="*/ 58 w 71"/>
                <a:gd name="T13" fmla="*/ 75 h 83"/>
                <a:gd name="T14" fmla="*/ 63 w 71"/>
                <a:gd name="T15" fmla="*/ 70 h 83"/>
                <a:gd name="T16" fmla="*/ 63 w 71"/>
                <a:gd name="T17" fmla="*/ 5 h 83"/>
                <a:gd name="T18" fmla="*/ 58 w 71"/>
                <a:gd name="T19" fmla="*/ 0 h 83"/>
                <a:gd name="T20" fmla="*/ 5 w 71"/>
                <a:gd name="T21" fmla="*/ 0 h 83"/>
                <a:gd name="T22" fmla="*/ 0 w 71"/>
                <a:gd name="T23" fmla="*/ 5 h 83"/>
                <a:gd name="T24" fmla="*/ 0 w 71"/>
                <a:gd name="T25" fmla="*/ 70 h 83"/>
                <a:gd name="T26" fmla="*/ 0 w 71"/>
                <a:gd name="T27" fmla="*/ 70 h 83"/>
                <a:gd name="T28" fmla="*/ 0 w 71"/>
                <a:gd name="T29" fmla="*/ 76 h 83"/>
                <a:gd name="T30" fmla="*/ 8 w 71"/>
                <a:gd name="T31" fmla="*/ 83 h 83"/>
                <a:gd name="T32" fmla="*/ 64 w 71"/>
                <a:gd name="T33" fmla="*/ 83 h 83"/>
                <a:gd name="T34" fmla="*/ 71 w 71"/>
                <a:gd name="T35" fmla="*/ 76 h 83"/>
                <a:gd name="T36" fmla="*/ 71 w 71"/>
                <a:gd name="T37" fmla="*/ 66 h 83"/>
                <a:gd name="T38" fmla="*/ 66 w 71"/>
                <a:gd name="T39" fmla="*/ 66 h 83"/>
                <a:gd name="T40" fmla="*/ 24 w 71"/>
                <a:gd name="T41" fmla="*/ 23 h 83"/>
                <a:gd name="T42" fmla="*/ 32 w 71"/>
                <a:gd name="T43" fmla="*/ 16 h 83"/>
                <a:gd name="T44" fmla="*/ 41 w 71"/>
                <a:gd name="T45" fmla="*/ 23 h 83"/>
                <a:gd name="T46" fmla="*/ 42 w 71"/>
                <a:gd name="T47" fmla="*/ 26 h 83"/>
                <a:gd name="T48" fmla="*/ 40 w 71"/>
                <a:gd name="T49" fmla="*/ 29 h 83"/>
                <a:gd name="T50" fmla="*/ 40 w 71"/>
                <a:gd name="T51" fmla="*/ 29 h 83"/>
                <a:gd name="T52" fmla="*/ 32 w 71"/>
                <a:gd name="T53" fmla="*/ 37 h 83"/>
                <a:gd name="T54" fmla="*/ 25 w 71"/>
                <a:gd name="T55" fmla="*/ 29 h 83"/>
                <a:gd name="T56" fmla="*/ 25 w 71"/>
                <a:gd name="T57" fmla="*/ 29 h 83"/>
                <a:gd name="T58" fmla="*/ 22 w 71"/>
                <a:gd name="T59" fmla="*/ 26 h 83"/>
                <a:gd name="T60" fmla="*/ 24 w 71"/>
                <a:gd name="T61" fmla="*/ 23 h 83"/>
                <a:gd name="T62" fmla="*/ 16 w 71"/>
                <a:gd name="T63" fmla="*/ 45 h 83"/>
                <a:gd name="T64" fmla="*/ 24 w 71"/>
                <a:gd name="T65" fmla="*/ 37 h 83"/>
                <a:gd name="T66" fmla="*/ 27 w 71"/>
                <a:gd name="T67" fmla="*/ 37 h 83"/>
                <a:gd name="T68" fmla="*/ 30 w 71"/>
                <a:gd name="T69" fmla="*/ 46 h 83"/>
                <a:gd name="T70" fmla="*/ 32 w 71"/>
                <a:gd name="T71" fmla="*/ 42 h 83"/>
                <a:gd name="T72" fmla="*/ 30 w 71"/>
                <a:gd name="T73" fmla="*/ 39 h 83"/>
                <a:gd name="T74" fmla="*/ 30 w 71"/>
                <a:gd name="T75" fmla="*/ 38 h 83"/>
                <a:gd name="T76" fmla="*/ 32 w 71"/>
                <a:gd name="T77" fmla="*/ 39 h 83"/>
                <a:gd name="T78" fmla="*/ 35 w 71"/>
                <a:gd name="T79" fmla="*/ 38 h 83"/>
                <a:gd name="T80" fmla="*/ 35 w 71"/>
                <a:gd name="T81" fmla="*/ 39 h 83"/>
                <a:gd name="T82" fmla="*/ 33 w 71"/>
                <a:gd name="T83" fmla="*/ 41 h 83"/>
                <a:gd name="T84" fmla="*/ 35 w 71"/>
                <a:gd name="T85" fmla="*/ 46 h 83"/>
                <a:gd name="T86" fmla="*/ 38 w 71"/>
                <a:gd name="T87" fmla="*/ 37 h 83"/>
                <a:gd name="T88" fmla="*/ 41 w 71"/>
                <a:gd name="T89" fmla="*/ 37 h 83"/>
                <a:gd name="T90" fmla="*/ 49 w 71"/>
                <a:gd name="T91" fmla="*/ 45 h 83"/>
                <a:gd name="T92" fmla="*/ 49 w 71"/>
                <a:gd name="T93" fmla="*/ 55 h 83"/>
                <a:gd name="T94" fmla="*/ 16 w 71"/>
                <a:gd name="T95" fmla="*/ 55 h 83"/>
                <a:gd name="T96" fmla="*/ 16 w 71"/>
                <a:gd name="T97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" h="83">
                  <a:moveTo>
                    <a:pt x="66" y="66"/>
                  </a:moveTo>
                  <a:cubicBezTo>
                    <a:pt x="66" y="76"/>
                    <a:pt x="66" y="76"/>
                    <a:pt x="66" y="76"/>
                  </a:cubicBezTo>
                  <a:cubicBezTo>
                    <a:pt x="66" y="77"/>
                    <a:pt x="65" y="78"/>
                    <a:pt x="64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78"/>
                    <a:pt x="5" y="77"/>
                    <a:pt x="5" y="76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60" y="75"/>
                    <a:pt x="63" y="73"/>
                    <a:pt x="63" y="70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3" y="2"/>
                    <a:pt x="60" y="0"/>
                    <a:pt x="58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80"/>
                    <a:pt x="4" y="83"/>
                    <a:pt x="8" y="83"/>
                  </a:cubicBezTo>
                  <a:cubicBezTo>
                    <a:pt x="64" y="83"/>
                    <a:pt x="64" y="83"/>
                    <a:pt x="64" y="83"/>
                  </a:cubicBezTo>
                  <a:cubicBezTo>
                    <a:pt x="68" y="83"/>
                    <a:pt x="71" y="80"/>
                    <a:pt x="71" y="76"/>
                  </a:cubicBezTo>
                  <a:cubicBezTo>
                    <a:pt x="71" y="66"/>
                    <a:pt x="71" y="66"/>
                    <a:pt x="71" y="66"/>
                  </a:cubicBezTo>
                  <a:lnTo>
                    <a:pt x="66" y="66"/>
                  </a:lnTo>
                  <a:close/>
                  <a:moveTo>
                    <a:pt x="24" y="23"/>
                  </a:moveTo>
                  <a:cubicBezTo>
                    <a:pt x="24" y="18"/>
                    <a:pt x="28" y="16"/>
                    <a:pt x="32" y="16"/>
                  </a:cubicBezTo>
                  <a:cubicBezTo>
                    <a:pt x="37" y="16"/>
                    <a:pt x="40" y="18"/>
                    <a:pt x="41" y="23"/>
                  </a:cubicBezTo>
                  <a:cubicBezTo>
                    <a:pt x="42" y="24"/>
                    <a:pt x="42" y="25"/>
                    <a:pt x="42" y="26"/>
                  </a:cubicBezTo>
                  <a:cubicBezTo>
                    <a:pt x="42" y="28"/>
                    <a:pt x="41" y="29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39" y="34"/>
                    <a:pt x="36" y="37"/>
                    <a:pt x="32" y="37"/>
                  </a:cubicBezTo>
                  <a:cubicBezTo>
                    <a:pt x="29" y="37"/>
                    <a:pt x="26" y="34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3" y="29"/>
                    <a:pt x="22" y="28"/>
                    <a:pt x="22" y="26"/>
                  </a:cubicBezTo>
                  <a:cubicBezTo>
                    <a:pt x="22" y="25"/>
                    <a:pt x="23" y="24"/>
                    <a:pt x="24" y="23"/>
                  </a:cubicBezTo>
                  <a:close/>
                  <a:moveTo>
                    <a:pt x="16" y="45"/>
                  </a:moveTo>
                  <a:cubicBezTo>
                    <a:pt x="16" y="41"/>
                    <a:pt x="19" y="37"/>
                    <a:pt x="24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9"/>
                    <a:pt x="31" y="39"/>
                    <a:pt x="32" y="39"/>
                  </a:cubicBezTo>
                  <a:cubicBezTo>
                    <a:pt x="33" y="39"/>
                    <a:pt x="34" y="39"/>
                    <a:pt x="35" y="38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5" y="37"/>
                    <a:pt x="49" y="41"/>
                    <a:pt x="49" y="4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16" y="55"/>
                    <a:pt x="16" y="55"/>
                    <a:pt x="16" y="55"/>
                  </a:cubicBezTo>
                  <a:lnTo>
                    <a:pt x="16" y="4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1" name="îŝ1í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16C83F8-E9BF-4C04-B0A2-B92CFDB5F069}"/>
                </a:ext>
              </a:extLst>
            </p:cNvPr>
            <p:cNvSpPr/>
            <p:nvPr/>
          </p:nvSpPr>
          <p:spPr bwMode="auto">
            <a:xfrm>
              <a:off x="8054116" y="3220502"/>
              <a:ext cx="40311" cy="42754"/>
            </a:xfrm>
            <a:custGeom>
              <a:avLst/>
              <a:gdLst>
                <a:gd name="T0" fmla="*/ 2 w 16"/>
                <a:gd name="T1" fmla="*/ 11 h 17"/>
                <a:gd name="T2" fmla="*/ 2 w 16"/>
                <a:gd name="T3" fmla="*/ 11 h 17"/>
                <a:gd name="T4" fmla="*/ 8 w 16"/>
                <a:gd name="T5" fmla="*/ 17 h 17"/>
                <a:gd name="T6" fmla="*/ 14 w 16"/>
                <a:gd name="T7" fmla="*/ 11 h 17"/>
                <a:gd name="T8" fmla="*/ 14 w 16"/>
                <a:gd name="T9" fmla="*/ 11 h 17"/>
                <a:gd name="T10" fmla="*/ 16 w 16"/>
                <a:gd name="T11" fmla="*/ 9 h 17"/>
                <a:gd name="T12" fmla="*/ 15 w 16"/>
                <a:gd name="T13" fmla="*/ 6 h 17"/>
                <a:gd name="T14" fmla="*/ 8 w 16"/>
                <a:gd name="T15" fmla="*/ 0 h 17"/>
                <a:gd name="T16" fmla="*/ 2 w 16"/>
                <a:gd name="T17" fmla="*/ 6 h 17"/>
                <a:gd name="T18" fmla="*/ 0 w 16"/>
                <a:gd name="T19" fmla="*/ 9 h 17"/>
                <a:gd name="T20" fmla="*/ 2 w 16"/>
                <a:gd name="T21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17"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3" y="14"/>
                    <a:pt x="6" y="17"/>
                    <a:pt x="8" y="17"/>
                  </a:cubicBezTo>
                  <a:cubicBezTo>
                    <a:pt x="11" y="17"/>
                    <a:pt x="13" y="14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1"/>
                    <a:pt x="16" y="10"/>
                    <a:pt x="16" y="9"/>
                  </a:cubicBezTo>
                  <a:cubicBezTo>
                    <a:pt x="16" y="8"/>
                    <a:pt x="16" y="7"/>
                    <a:pt x="15" y="6"/>
                  </a:cubicBezTo>
                  <a:cubicBezTo>
                    <a:pt x="15" y="2"/>
                    <a:pt x="12" y="0"/>
                    <a:pt x="8" y="0"/>
                  </a:cubicBezTo>
                  <a:cubicBezTo>
                    <a:pt x="5" y="0"/>
                    <a:pt x="2" y="2"/>
                    <a:pt x="2" y="6"/>
                  </a:cubicBezTo>
                  <a:cubicBezTo>
                    <a:pt x="1" y="7"/>
                    <a:pt x="0" y="8"/>
                    <a:pt x="0" y="9"/>
                  </a:cubicBezTo>
                  <a:cubicBezTo>
                    <a:pt x="0" y="10"/>
                    <a:pt x="1" y="11"/>
                    <a:pt x="2" y="1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2" name="íSľ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83F47E3-F762-48E3-BC73-6FD4FA045B93}"/>
                </a:ext>
              </a:extLst>
            </p:cNvPr>
            <p:cNvSpPr/>
            <p:nvPr/>
          </p:nvSpPr>
          <p:spPr bwMode="auto">
            <a:xfrm>
              <a:off x="8041901" y="3263256"/>
              <a:ext cx="68406" cy="131925"/>
            </a:xfrm>
            <a:custGeom>
              <a:avLst/>
              <a:gdLst>
                <a:gd name="T0" fmla="*/ 26 w 27"/>
                <a:gd name="T1" fmla="*/ 12 h 52"/>
                <a:gd name="T2" fmla="*/ 26 w 27"/>
                <a:gd name="T3" fmla="*/ 7 h 52"/>
                <a:gd name="T4" fmla="*/ 20 w 27"/>
                <a:gd name="T5" fmla="*/ 0 h 52"/>
                <a:gd name="T6" fmla="*/ 17 w 27"/>
                <a:gd name="T7" fmla="*/ 0 h 52"/>
                <a:gd name="T8" fmla="*/ 15 w 27"/>
                <a:gd name="T9" fmla="*/ 7 h 52"/>
                <a:gd name="T10" fmla="*/ 14 w 27"/>
                <a:gd name="T11" fmla="*/ 4 h 52"/>
                <a:gd name="T12" fmla="*/ 15 w 27"/>
                <a:gd name="T13" fmla="*/ 1 h 52"/>
                <a:gd name="T14" fmla="*/ 15 w 27"/>
                <a:gd name="T15" fmla="*/ 1 h 52"/>
                <a:gd name="T16" fmla="*/ 13 w 27"/>
                <a:gd name="T17" fmla="*/ 1 h 52"/>
                <a:gd name="T18" fmla="*/ 11 w 27"/>
                <a:gd name="T19" fmla="*/ 1 h 52"/>
                <a:gd name="T20" fmla="*/ 11 w 27"/>
                <a:gd name="T21" fmla="*/ 1 h 52"/>
                <a:gd name="T22" fmla="*/ 13 w 27"/>
                <a:gd name="T23" fmla="*/ 4 h 52"/>
                <a:gd name="T24" fmla="*/ 11 w 27"/>
                <a:gd name="T25" fmla="*/ 8 h 52"/>
                <a:gd name="T26" fmla="*/ 9 w 27"/>
                <a:gd name="T27" fmla="*/ 0 h 52"/>
                <a:gd name="T28" fmla="*/ 6 w 27"/>
                <a:gd name="T29" fmla="*/ 0 h 52"/>
                <a:gd name="T30" fmla="*/ 0 w 27"/>
                <a:gd name="T31" fmla="*/ 7 h 52"/>
                <a:gd name="T32" fmla="*/ 0 w 27"/>
                <a:gd name="T33" fmla="*/ 12 h 52"/>
                <a:gd name="T34" fmla="*/ 0 w 27"/>
                <a:gd name="T35" fmla="*/ 13 h 52"/>
                <a:gd name="T36" fmla="*/ 0 w 27"/>
                <a:gd name="T37" fmla="*/ 27 h 52"/>
                <a:gd name="T38" fmla="*/ 2 w 27"/>
                <a:gd name="T39" fmla="*/ 29 h 52"/>
                <a:gd name="T40" fmla="*/ 4 w 27"/>
                <a:gd name="T41" fmla="*/ 29 h 52"/>
                <a:gd name="T42" fmla="*/ 4 w 27"/>
                <a:gd name="T43" fmla="*/ 52 h 52"/>
                <a:gd name="T44" fmla="*/ 22 w 27"/>
                <a:gd name="T45" fmla="*/ 52 h 52"/>
                <a:gd name="T46" fmla="*/ 22 w 27"/>
                <a:gd name="T47" fmla="*/ 29 h 52"/>
                <a:gd name="T48" fmla="*/ 24 w 27"/>
                <a:gd name="T49" fmla="*/ 29 h 52"/>
                <a:gd name="T50" fmla="*/ 27 w 27"/>
                <a:gd name="T51" fmla="*/ 27 h 52"/>
                <a:gd name="T52" fmla="*/ 27 w 27"/>
                <a:gd name="T53" fmla="*/ 13 h 52"/>
                <a:gd name="T54" fmla="*/ 26 w 27"/>
                <a:gd name="T55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" h="52">
                  <a:moveTo>
                    <a:pt x="26" y="12"/>
                  </a:moveTo>
                  <a:cubicBezTo>
                    <a:pt x="26" y="7"/>
                    <a:pt x="26" y="7"/>
                    <a:pt x="26" y="7"/>
                  </a:cubicBezTo>
                  <a:cubicBezTo>
                    <a:pt x="26" y="3"/>
                    <a:pt x="24" y="0"/>
                    <a:pt x="2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1"/>
                    <a:pt x="14" y="1"/>
                    <a:pt x="13" y="1"/>
                  </a:cubicBezTo>
                  <a:cubicBezTo>
                    <a:pt x="12" y="1"/>
                    <a:pt x="12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1" y="29"/>
                    <a:pt x="2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6" y="29"/>
                    <a:pt x="27" y="28"/>
                    <a:pt x="27" y="27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2"/>
                    <a:pt x="26" y="12"/>
                    <a:pt x="26" y="1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3" name="ïşḷ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11B1D7C-8FCD-4A2F-ABC4-D5EDF4B83EDE}"/>
                </a:ext>
              </a:extLst>
            </p:cNvPr>
            <p:cNvSpPr/>
            <p:nvPr/>
          </p:nvSpPr>
          <p:spPr bwMode="auto">
            <a:xfrm>
              <a:off x="8117636" y="3317003"/>
              <a:ext cx="50083" cy="80621"/>
            </a:xfrm>
            <a:custGeom>
              <a:avLst/>
              <a:gdLst>
                <a:gd name="T0" fmla="*/ 20 w 20"/>
                <a:gd name="T1" fmla="*/ 29 h 32"/>
                <a:gd name="T2" fmla="*/ 17 w 20"/>
                <a:gd name="T3" fmla="*/ 32 h 32"/>
                <a:gd name="T4" fmla="*/ 3 w 20"/>
                <a:gd name="T5" fmla="*/ 32 h 32"/>
                <a:gd name="T6" fmla="*/ 0 w 20"/>
                <a:gd name="T7" fmla="*/ 29 h 32"/>
                <a:gd name="T8" fmla="*/ 0 w 20"/>
                <a:gd name="T9" fmla="*/ 3 h 32"/>
                <a:gd name="T10" fmla="*/ 3 w 20"/>
                <a:gd name="T11" fmla="*/ 0 h 32"/>
                <a:gd name="T12" fmla="*/ 17 w 20"/>
                <a:gd name="T13" fmla="*/ 0 h 32"/>
                <a:gd name="T14" fmla="*/ 20 w 20"/>
                <a:gd name="T15" fmla="*/ 3 h 32"/>
                <a:gd name="T16" fmla="*/ 20 w 20"/>
                <a:gd name="T17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2">
                  <a:moveTo>
                    <a:pt x="20" y="29"/>
                  </a:moveTo>
                  <a:cubicBezTo>
                    <a:pt x="20" y="31"/>
                    <a:pt x="19" y="32"/>
                    <a:pt x="17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2" y="32"/>
                    <a:pt x="0" y="31"/>
                    <a:pt x="0" y="29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0" y="2"/>
                    <a:pt x="20" y="3"/>
                  </a:cubicBezTo>
                  <a:lnTo>
                    <a:pt x="20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4" name="îSḻ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8F3F9F0-B4FD-4AC8-BE49-BA012054D992}"/>
                </a:ext>
              </a:extLst>
            </p:cNvPr>
            <p:cNvSpPr/>
            <p:nvPr/>
          </p:nvSpPr>
          <p:spPr bwMode="auto">
            <a:xfrm>
              <a:off x="8160390" y="3227831"/>
              <a:ext cx="94058" cy="169793"/>
            </a:xfrm>
            <a:custGeom>
              <a:avLst/>
              <a:gdLst>
                <a:gd name="T0" fmla="*/ 35 w 37"/>
                <a:gd name="T1" fmla="*/ 18 h 67"/>
                <a:gd name="T2" fmla="*/ 22 w 37"/>
                <a:gd name="T3" fmla="*/ 2 h 67"/>
                <a:gd name="T4" fmla="*/ 15 w 37"/>
                <a:gd name="T5" fmla="*/ 2 h 67"/>
                <a:gd name="T6" fmla="*/ 2 w 37"/>
                <a:gd name="T7" fmla="*/ 18 h 67"/>
                <a:gd name="T8" fmla="*/ 4 w 37"/>
                <a:gd name="T9" fmla="*/ 22 h 67"/>
                <a:gd name="T10" fmla="*/ 8 w 37"/>
                <a:gd name="T11" fmla="*/ 22 h 67"/>
                <a:gd name="T12" fmla="*/ 8 w 37"/>
                <a:gd name="T13" fmla="*/ 64 h 67"/>
                <a:gd name="T14" fmla="*/ 11 w 37"/>
                <a:gd name="T15" fmla="*/ 67 h 67"/>
                <a:gd name="T16" fmla="*/ 25 w 37"/>
                <a:gd name="T17" fmla="*/ 67 h 67"/>
                <a:gd name="T18" fmla="*/ 28 w 37"/>
                <a:gd name="T19" fmla="*/ 64 h 67"/>
                <a:gd name="T20" fmla="*/ 28 w 37"/>
                <a:gd name="T21" fmla="*/ 22 h 67"/>
                <a:gd name="T22" fmla="*/ 33 w 37"/>
                <a:gd name="T23" fmla="*/ 22 h 67"/>
                <a:gd name="T24" fmla="*/ 35 w 37"/>
                <a:gd name="T25" fmla="*/ 1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67">
                  <a:moveTo>
                    <a:pt x="35" y="18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0" y="0"/>
                    <a:pt x="17" y="0"/>
                    <a:pt x="15" y="2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0" y="21"/>
                    <a:pt x="1" y="22"/>
                    <a:pt x="4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6"/>
                    <a:pt x="10" y="67"/>
                    <a:pt x="11" y="67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7" y="67"/>
                    <a:pt x="28" y="66"/>
                    <a:pt x="28" y="64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6" y="22"/>
                    <a:pt x="37" y="21"/>
                    <a:pt x="35" y="1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5" name="îSḻï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6944254-A55C-4CAF-99BE-C4B1C088D52C}"/>
                </a:ext>
              </a:extLst>
            </p:cNvPr>
            <p:cNvSpPr/>
            <p:nvPr/>
          </p:nvSpPr>
          <p:spPr bwMode="auto">
            <a:xfrm>
              <a:off x="6678671" y="4057251"/>
              <a:ext cx="65963" cy="45197"/>
            </a:xfrm>
            <a:custGeom>
              <a:avLst/>
              <a:gdLst>
                <a:gd name="T0" fmla="*/ 21 w 26"/>
                <a:gd name="T1" fmla="*/ 9 h 18"/>
                <a:gd name="T2" fmla="*/ 21 w 26"/>
                <a:gd name="T3" fmla="*/ 8 h 18"/>
                <a:gd name="T4" fmla="*/ 13 w 26"/>
                <a:gd name="T5" fmla="*/ 0 h 18"/>
                <a:gd name="T6" fmla="*/ 5 w 26"/>
                <a:gd name="T7" fmla="*/ 8 h 18"/>
                <a:gd name="T8" fmla="*/ 5 w 26"/>
                <a:gd name="T9" fmla="*/ 9 h 18"/>
                <a:gd name="T10" fmla="*/ 0 w 26"/>
                <a:gd name="T11" fmla="*/ 9 h 18"/>
                <a:gd name="T12" fmla="*/ 0 w 26"/>
                <a:gd name="T13" fmla="*/ 14 h 18"/>
                <a:gd name="T14" fmla="*/ 4 w 26"/>
                <a:gd name="T15" fmla="*/ 18 h 18"/>
                <a:gd name="T16" fmla="*/ 22 w 26"/>
                <a:gd name="T17" fmla="*/ 18 h 18"/>
                <a:gd name="T18" fmla="*/ 26 w 26"/>
                <a:gd name="T19" fmla="*/ 14 h 18"/>
                <a:gd name="T20" fmla="*/ 26 w 26"/>
                <a:gd name="T21" fmla="*/ 9 h 18"/>
                <a:gd name="T22" fmla="*/ 21 w 26"/>
                <a:gd name="T23" fmla="*/ 9 h 18"/>
                <a:gd name="T24" fmla="*/ 13 w 26"/>
                <a:gd name="T25" fmla="*/ 3 h 18"/>
                <a:gd name="T26" fmla="*/ 16 w 26"/>
                <a:gd name="T27" fmla="*/ 6 h 18"/>
                <a:gd name="T28" fmla="*/ 13 w 26"/>
                <a:gd name="T29" fmla="*/ 9 h 18"/>
                <a:gd name="T30" fmla="*/ 10 w 26"/>
                <a:gd name="T31" fmla="*/ 6 h 18"/>
                <a:gd name="T32" fmla="*/ 13 w 26"/>
                <a:gd name="T33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" h="18">
                  <a:moveTo>
                    <a:pt x="21" y="9"/>
                  </a:moveTo>
                  <a:cubicBezTo>
                    <a:pt x="21" y="9"/>
                    <a:pt x="21" y="8"/>
                    <a:pt x="21" y="8"/>
                  </a:cubicBezTo>
                  <a:cubicBezTo>
                    <a:pt x="21" y="4"/>
                    <a:pt x="17" y="0"/>
                    <a:pt x="13" y="0"/>
                  </a:cubicBezTo>
                  <a:cubicBezTo>
                    <a:pt x="9" y="0"/>
                    <a:pt x="5" y="4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2" y="18"/>
                    <a:pt x="4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6" y="16"/>
                    <a:pt x="26" y="14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1" y="9"/>
                  </a:lnTo>
                  <a:close/>
                  <a:moveTo>
                    <a:pt x="13" y="3"/>
                  </a:moveTo>
                  <a:cubicBezTo>
                    <a:pt x="14" y="3"/>
                    <a:pt x="16" y="5"/>
                    <a:pt x="16" y="6"/>
                  </a:cubicBezTo>
                  <a:cubicBezTo>
                    <a:pt x="16" y="8"/>
                    <a:pt x="14" y="9"/>
                    <a:pt x="13" y="9"/>
                  </a:cubicBezTo>
                  <a:cubicBezTo>
                    <a:pt x="11" y="9"/>
                    <a:pt x="10" y="8"/>
                    <a:pt x="10" y="6"/>
                  </a:cubicBezTo>
                  <a:cubicBezTo>
                    <a:pt x="10" y="5"/>
                    <a:pt x="11" y="3"/>
                    <a:pt x="13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6" name="ïṣľí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FC7159D-9315-4D02-BE22-B8E7337D59A3}"/>
                </a:ext>
              </a:extLst>
            </p:cNvPr>
            <p:cNvSpPr/>
            <p:nvPr/>
          </p:nvSpPr>
          <p:spPr bwMode="auto">
            <a:xfrm>
              <a:off x="6766621" y="4081682"/>
              <a:ext cx="15880" cy="28096"/>
            </a:xfrm>
            <a:custGeom>
              <a:avLst/>
              <a:gdLst>
                <a:gd name="T0" fmla="*/ 6 w 6"/>
                <a:gd name="T1" fmla="*/ 4 h 11"/>
                <a:gd name="T2" fmla="*/ 2 w 6"/>
                <a:gd name="T3" fmla="*/ 0 h 11"/>
                <a:gd name="T4" fmla="*/ 0 w 6"/>
                <a:gd name="T5" fmla="*/ 0 h 11"/>
                <a:gd name="T6" fmla="*/ 0 w 6"/>
                <a:gd name="T7" fmla="*/ 11 h 11"/>
                <a:gd name="T8" fmla="*/ 6 w 6"/>
                <a:gd name="T9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6" y="4"/>
                  </a:moveTo>
                  <a:cubicBezTo>
                    <a:pt x="6" y="2"/>
                    <a:pt x="4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6" y="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7" name="íṩ1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607CC2A-CC23-4459-BCCC-A9164E47BDA9}"/>
                </a:ext>
              </a:extLst>
            </p:cNvPr>
            <p:cNvSpPr/>
            <p:nvPr/>
          </p:nvSpPr>
          <p:spPr bwMode="auto">
            <a:xfrm>
              <a:off x="6638361" y="4081682"/>
              <a:ext cx="146584" cy="185673"/>
            </a:xfrm>
            <a:custGeom>
              <a:avLst/>
              <a:gdLst>
                <a:gd name="T0" fmla="*/ 51 w 58"/>
                <a:gd name="T1" fmla="*/ 41 h 73"/>
                <a:gd name="T2" fmla="*/ 51 w 58"/>
                <a:gd name="T3" fmla="*/ 61 h 73"/>
                <a:gd name="T4" fmla="*/ 7 w 58"/>
                <a:gd name="T5" fmla="*/ 61 h 73"/>
                <a:gd name="T6" fmla="*/ 7 w 58"/>
                <a:gd name="T7" fmla="*/ 0 h 73"/>
                <a:gd name="T8" fmla="*/ 5 w 58"/>
                <a:gd name="T9" fmla="*/ 0 h 73"/>
                <a:gd name="T10" fmla="*/ 0 w 58"/>
                <a:gd name="T11" fmla="*/ 5 h 73"/>
                <a:gd name="T12" fmla="*/ 0 w 58"/>
                <a:gd name="T13" fmla="*/ 68 h 73"/>
                <a:gd name="T14" fmla="*/ 5 w 58"/>
                <a:gd name="T15" fmla="*/ 73 h 73"/>
                <a:gd name="T16" fmla="*/ 53 w 58"/>
                <a:gd name="T17" fmla="*/ 73 h 73"/>
                <a:gd name="T18" fmla="*/ 58 w 58"/>
                <a:gd name="T19" fmla="*/ 68 h 73"/>
                <a:gd name="T20" fmla="*/ 58 w 58"/>
                <a:gd name="T21" fmla="*/ 34 h 73"/>
                <a:gd name="T22" fmla="*/ 51 w 58"/>
                <a:gd name="T23" fmla="*/ 4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73">
                  <a:moveTo>
                    <a:pt x="51" y="41"/>
                  </a:moveTo>
                  <a:cubicBezTo>
                    <a:pt x="51" y="61"/>
                    <a:pt x="51" y="61"/>
                    <a:pt x="51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1"/>
                    <a:pt x="2" y="73"/>
                    <a:pt x="5" y="73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55" y="73"/>
                    <a:pt x="58" y="71"/>
                    <a:pt x="58" y="68"/>
                  </a:cubicBezTo>
                  <a:cubicBezTo>
                    <a:pt x="58" y="34"/>
                    <a:pt x="58" y="34"/>
                    <a:pt x="58" y="34"/>
                  </a:cubicBezTo>
                  <a:lnTo>
                    <a:pt x="51" y="4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8" name="ïşḻ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2BE04D4-D87A-409E-BB8F-FF9A36BEA787}"/>
                </a:ext>
              </a:extLst>
            </p:cNvPr>
            <p:cNvSpPr/>
            <p:nvPr/>
          </p:nvSpPr>
          <p:spPr bwMode="auto">
            <a:xfrm>
              <a:off x="6721425" y="4087789"/>
              <a:ext cx="106274" cy="106274"/>
            </a:xfrm>
            <a:custGeom>
              <a:avLst/>
              <a:gdLst>
                <a:gd name="T0" fmla="*/ 0 w 42"/>
                <a:gd name="T1" fmla="*/ 34 h 42"/>
                <a:gd name="T2" fmla="*/ 4 w 42"/>
                <a:gd name="T3" fmla="*/ 37 h 42"/>
                <a:gd name="T4" fmla="*/ 7 w 42"/>
                <a:gd name="T5" fmla="*/ 42 h 42"/>
                <a:gd name="T6" fmla="*/ 42 w 42"/>
                <a:gd name="T7" fmla="*/ 8 h 42"/>
                <a:gd name="T8" fmla="*/ 34 w 42"/>
                <a:gd name="T9" fmla="*/ 0 h 42"/>
                <a:gd name="T10" fmla="*/ 0 w 42"/>
                <a:gd name="T11" fmla="*/ 3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42">
                  <a:moveTo>
                    <a:pt x="0" y="34"/>
                  </a:moveTo>
                  <a:cubicBezTo>
                    <a:pt x="1" y="35"/>
                    <a:pt x="3" y="36"/>
                    <a:pt x="4" y="37"/>
                  </a:cubicBezTo>
                  <a:cubicBezTo>
                    <a:pt x="6" y="39"/>
                    <a:pt x="7" y="40"/>
                    <a:pt x="7" y="42"/>
                  </a:cubicBezTo>
                  <a:cubicBezTo>
                    <a:pt x="7" y="42"/>
                    <a:pt x="39" y="10"/>
                    <a:pt x="42" y="8"/>
                  </a:cubicBezTo>
                  <a:cubicBezTo>
                    <a:pt x="39" y="2"/>
                    <a:pt x="34" y="0"/>
                    <a:pt x="34" y="0"/>
                  </a:cubicBez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9" name="iṥļï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3E29F0A-286A-4E2A-ABF5-38E7F1EFD38F}"/>
                </a:ext>
              </a:extLst>
            </p:cNvPr>
            <p:cNvSpPr/>
            <p:nvPr/>
          </p:nvSpPr>
          <p:spPr bwMode="auto">
            <a:xfrm>
              <a:off x="6706766" y="4194063"/>
              <a:ext cx="14658" cy="12215"/>
            </a:xfrm>
            <a:custGeom>
              <a:avLst/>
              <a:gdLst>
                <a:gd name="T0" fmla="*/ 5 w 6"/>
                <a:gd name="T1" fmla="*/ 3 h 5"/>
                <a:gd name="T2" fmla="*/ 5 w 6"/>
                <a:gd name="T3" fmla="*/ 4 h 5"/>
                <a:gd name="T4" fmla="*/ 2 w 6"/>
                <a:gd name="T5" fmla="*/ 5 h 5"/>
                <a:gd name="T6" fmla="*/ 1 w 6"/>
                <a:gd name="T7" fmla="*/ 4 h 5"/>
                <a:gd name="T8" fmla="*/ 2 w 6"/>
                <a:gd name="T9" fmla="*/ 1 h 5"/>
                <a:gd name="T10" fmla="*/ 3 w 6"/>
                <a:gd name="T11" fmla="*/ 0 h 5"/>
                <a:gd name="T12" fmla="*/ 5 w 6"/>
                <a:gd name="T13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6" y="3"/>
                    <a:pt x="6" y="4"/>
                    <a:pt x="5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5"/>
                    <a:pt x="1" y="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3" y="0"/>
                  </a:cubicBezTo>
                  <a:lnTo>
                    <a:pt x="5" y="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0" name="íṩlî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2623D14-4D7A-41BE-B8D0-30DCD04C61BD}"/>
                </a:ext>
              </a:extLst>
            </p:cNvPr>
            <p:cNvSpPr/>
            <p:nvPr/>
          </p:nvSpPr>
          <p:spPr bwMode="auto">
            <a:xfrm>
              <a:off x="6667677" y="4153752"/>
              <a:ext cx="53747" cy="7329"/>
            </a:xfrm>
            <a:custGeom>
              <a:avLst/>
              <a:gdLst>
                <a:gd name="T0" fmla="*/ 44 w 44"/>
                <a:gd name="T1" fmla="*/ 0 h 6"/>
                <a:gd name="T2" fmla="*/ 0 w 44"/>
                <a:gd name="T3" fmla="*/ 0 h 6"/>
                <a:gd name="T4" fmla="*/ 0 w 44"/>
                <a:gd name="T5" fmla="*/ 6 h 6"/>
                <a:gd name="T6" fmla="*/ 40 w 44"/>
                <a:gd name="T7" fmla="*/ 6 h 6"/>
                <a:gd name="T8" fmla="*/ 44 w 4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6">
                  <a:moveTo>
                    <a:pt x="44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40" y="6"/>
                  </a:lnTo>
                  <a:lnTo>
                    <a:pt x="44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1" name="ïṡḷï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FFFED6A-AE94-4D54-A16E-09DBE43C6AF8}"/>
                </a:ext>
              </a:extLst>
            </p:cNvPr>
            <p:cNvSpPr/>
            <p:nvPr/>
          </p:nvSpPr>
          <p:spPr bwMode="auto">
            <a:xfrm>
              <a:off x="6667677" y="4137872"/>
              <a:ext cx="72071" cy="4886"/>
            </a:xfrm>
            <a:custGeom>
              <a:avLst/>
              <a:gdLst>
                <a:gd name="T0" fmla="*/ 59 w 59"/>
                <a:gd name="T1" fmla="*/ 0 h 4"/>
                <a:gd name="T2" fmla="*/ 0 w 59"/>
                <a:gd name="T3" fmla="*/ 0 h 4"/>
                <a:gd name="T4" fmla="*/ 0 w 59"/>
                <a:gd name="T5" fmla="*/ 4 h 4"/>
                <a:gd name="T6" fmla="*/ 52 w 59"/>
                <a:gd name="T7" fmla="*/ 4 h 4"/>
                <a:gd name="T8" fmla="*/ 59 w 59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4">
                  <a:moveTo>
                    <a:pt x="5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2" y="4"/>
                  </a:lnTo>
                  <a:lnTo>
                    <a:pt x="59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2" name="íśl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82FE7D0-D082-4836-B677-88683C992CE0}"/>
                </a:ext>
              </a:extLst>
            </p:cNvPr>
            <p:cNvSpPr/>
            <p:nvPr/>
          </p:nvSpPr>
          <p:spPr bwMode="auto">
            <a:xfrm>
              <a:off x="6667677" y="4120771"/>
              <a:ext cx="86729" cy="7329"/>
            </a:xfrm>
            <a:custGeom>
              <a:avLst/>
              <a:gdLst>
                <a:gd name="T0" fmla="*/ 71 w 71"/>
                <a:gd name="T1" fmla="*/ 0 h 6"/>
                <a:gd name="T2" fmla="*/ 71 w 71"/>
                <a:gd name="T3" fmla="*/ 0 h 6"/>
                <a:gd name="T4" fmla="*/ 0 w 71"/>
                <a:gd name="T5" fmla="*/ 0 h 6"/>
                <a:gd name="T6" fmla="*/ 0 w 71"/>
                <a:gd name="T7" fmla="*/ 6 h 6"/>
                <a:gd name="T8" fmla="*/ 67 w 71"/>
                <a:gd name="T9" fmla="*/ 6 h 6"/>
                <a:gd name="T10" fmla="*/ 71 w 71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6">
                  <a:moveTo>
                    <a:pt x="71" y="0"/>
                  </a:moveTo>
                  <a:lnTo>
                    <a:pt x="71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67" y="6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3" name="îṩļi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203FF17-638D-436E-8B57-9C001571EA46}"/>
                </a:ext>
              </a:extLst>
            </p:cNvPr>
            <p:cNvSpPr/>
            <p:nvPr/>
          </p:nvSpPr>
          <p:spPr bwMode="auto">
            <a:xfrm>
              <a:off x="5810162" y="1215968"/>
              <a:ext cx="20766" cy="20766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0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2" y="8"/>
                    <a:pt x="4" y="8"/>
                  </a:cubicBezTo>
                  <a:cubicBezTo>
                    <a:pt x="5" y="8"/>
                    <a:pt x="6" y="6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4"/>
                    <a:pt x="8" y="4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4" name="îṧḻ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A59B660-3B82-4EE6-BA24-79A7D02D7BC3}"/>
                </a:ext>
              </a:extLst>
            </p:cNvPr>
            <p:cNvSpPr/>
            <p:nvPr/>
          </p:nvSpPr>
          <p:spPr bwMode="auto">
            <a:xfrm>
              <a:off x="5840700" y="1215968"/>
              <a:ext cx="18323" cy="20766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4 w 7"/>
                <a:gd name="T5" fmla="*/ 8 h 8"/>
                <a:gd name="T6" fmla="*/ 6 w 7"/>
                <a:gd name="T7" fmla="*/ 5 h 8"/>
                <a:gd name="T8" fmla="*/ 7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4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2" y="8"/>
                    <a:pt x="4" y="8"/>
                  </a:cubicBezTo>
                  <a:cubicBezTo>
                    <a:pt x="5" y="8"/>
                    <a:pt x="6" y="6"/>
                    <a:pt x="6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4"/>
                    <a:pt x="7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5" name="ïsli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FBC05DF-FE5B-4BA1-AC35-548F0A08CED4}"/>
                </a:ext>
              </a:extLst>
            </p:cNvPr>
            <p:cNvSpPr/>
            <p:nvPr/>
          </p:nvSpPr>
          <p:spPr bwMode="auto">
            <a:xfrm>
              <a:off x="5871238" y="1215968"/>
              <a:ext cx="18323" cy="20766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4 w 7"/>
                <a:gd name="T5" fmla="*/ 8 h 8"/>
                <a:gd name="T6" fmla="*/ 6 w 7"/>
                <a:gd name="T7" fmla="*/ 5 h 8"/>
                <a:gd name="T8" fmla="*/ 6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4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2" y="8"/>
                    <a:pt x="4" y="8"/>
                  </a:cubicBezTo>
                  <a:cubicBezTo>
                    <a:pt x="5" y="8"/>
                    <a:pt x="6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4"/>
                    <a:pt x="7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6" name="iṣļî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A0EE199-BF70-4265-BED0-EAF8637C9AD8}"/>
                </a:ext>
              </a:extLst>
            </p:cNvPr>
            <p:cNvSpPr/>
            <p:nvPr/>
          </p:nvSpPr>
          <p:spPr bwMode="auto">
            <a:xfrm>
              <a:off x="5901776" y="1215968"/>
              <a:ext cx="18323" cy="20766"/>
            </a:xfrm>
            <a:custGeom>
              <a:avLst/>
              <a:gdLst>
                <a:gd name="T0" fmla="*/ 0 w 7"/>
                <a:gd name="T1" fmla="*/ 5 h 8"/>
                <a:gd name="T2" fmla="*/ 1 w 7"/>
                <a:gd name="T3" fmla="*/ 5 h 8"/>
                <a:gd name="T4" fmla="*/ 3 w 7"/>
                <a:gd name="T5" fmla="*/ 8 h 8"/>
                <a:gd name="T6" fmla="*/ 6 w 7"/>
                <a:gd name="T7" fmla="*/ 5 h 8"/>
                <a:gd name="T8" fmla="*/ 6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3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0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0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2" y="8"/>
                    <a:pt x="3" y="8"/>
                  </a:cubicBezTo>
                  <a:cubicBezTo>
                    <a:pt x="5" y="8"/>
                    <a:pt x="6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4"/>
                    <a:pt x="7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7" name="ïS1í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1164396-1BFC-4954-A913-1E268A3E22ED}"/>
                </a:ext>
              </a:extLst>
            </p:cNvPr>
            <p:cNvSpPr/>
            <p:nvPr/>
          </p:nvSpPr>
          <p:spPr bwMode="auto">
            <a:xfrm>
              <a:off x="5932315" y="1215968"/>
              <a:ext cx="17101" cy="20766"/>
            </a:xfrm>
            <a:custGeom>
              <a:avLst/>
              <a:gdLst>
                <a:gd name="T0" fmla="*/ 0 w 7"/>
                <a:gd name="T1" fmla="*/ 5 h 8"/>
                <a:gd name="T2" fmla="*/ 0 w 7"/>
                <a:gd name="T3" fmla="*/ 5 h 8"/>
                <a:gd name="T4" fmla="*/ 3 w 7"/>
                <a:gd name="T5" fmla="*/ 8 h 8"/>
                <a:gd name="T6" fmla="*/ 6 w 7"/>
                <a:gd name="T7" fmla="*/ 5 h 8"/>
                <a:gd name="T8" fmla="*/ 6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3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0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" y="6"/>
                    <a:pt x="2" y="8"/>
                    <a:pt x="3" y="8"/>
                  </a:cubicBezTo>
                  <a:cubicBezTo>
                    <a:pt x="5" y="8"/>
                    <a:pt x="6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4"/>
                    <a:pt x="7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8" name="îŝľî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BBD30CC-7C12-4B44-8613-B3BEF2331232}"/>
                </a:ext>
              </a:extLst>
            </p:cNvPr>
            <p:cNvSpPr/>
            <p:nvPr/>
          </p:nvSpPr>
          <p:spPr bwMode="auto">
            <a:xfrm>
              <a:off x="5802833" y="1236734"/>
              <a:ext cx="155135" cy="63520"/>
            </a:xfrm>
            <a:custGeom>
              <a:avLst/>
              <a:gdLst>
                <a:gd name="T0" fmla="*/ 61 w 61"/>
                <a:gd name="T1" fmla="*/ 3 h 25"/>
                <a:gd name="T2" fmla="*/ 56 w 61"/>
                <a:gd name="T3" fmla="*/ 0 h 25"/>
                <a:gd name="T4" fmla="*/ 55 w 61"/>
                <a:gd name="T5" fmla="*/ 1 h 25"/>
                <a:gd name="T6" fmla="*/ 55 w 61"/>
                <a:gd name="T7" fmla="*/ 0 h 25"/>
                <a:gd name="T8" fmla="*/ 53 w 61"/>
                <a:gd name="T9" fmla="*/ 0 h 25"/>
                <a:gd name="T10" fmla="*/ 54 w 61"/>
                <a:gd name="T11" fmla="*/ 2 h 25"/>
                <a:gd name="T12" fmla="*/ 52 w 61"/>
                <a:gd name="T13" fmla="*/ 0 h 25"/>
                <a:gd name="T14" fmla="*/ 48 w 61"/>
                <a:gd name="T15" fmla="*/ 2 h 25"/>
                <a:gd name="T16" fmla="*/ 44 w 61"/>
                <a:gd name="T17" fmla="*/ 0 h 25"/>
                <a:gd name="T18" fmla="*/ 43 w 61"/>
                <a:gd name="T19" fmla="*/ 1 h 25"/>
                <a:gd name="T20" fmla="*/ 43 w 61"/>
                <a:gd name="T21" fmla="*/ 0 h 25"/>
                <a:gd name="T22" fmla="*/ 41 w 61"/>
                <a:gd name="T23" fmla="*/ 0 h 25"/>
                <a:gd name="T24" fmla="*/ 42 w 61"/>
                <a:gd name="T25" fmla="*/ 2 h 25"/>
                <a:gd name="T26" fmla="*/ 40 w 61"/>
                <a:gd name="T27" fmla="*/ 0 h 25"/>
                <a:gd name="T28" fmla="*/ 36 w 61"/>
                <a:gd name="T29" fmla="*/ 2 h 25"/>
                <a:gd name="T30" fmla="*/ 32 w 61"/>
                <a:gd name="T31" fmla="*/ 0 h 25"/>
                <a:gd name="T32" fmla="*/ 31 w 61"/>
                <a:gd name="T33" fmla="*/ 1 h 25"/>
                <a:gd name="T34" fmla="*/ 31 w 61"/>
                <a:gd name="T35" fmla="*/ 0 h 25"/>
                <a:gd name="T36" fmla="*/ 29 w 61"/>
                <a:gd name="T37" fmla="*/ 0 h 25"/>
                <a:gd name="T38" fmla="*/ 30 w 61"/>
                <a:gd name="T39" fmla="*/ 2 h 25"/>
                <a:gd name="T40" fmla="*/ 29 w 61"/>
                <a:gd name="T41" fmla="*/ 0 h 25"/>
                <a:gd name="T42" fmla="*/ 25 w 61"/>
                <a:gd name="T43" fmla="*/ 2 h 25"/>
                <a:gd name="T44" fmla="*/ 21 w 61"/>
                <a:gd name="T45" fmla="*/ 0 h 25"/>
                <a:gd name="T46" fmla="*/ 19 w 61"/>
                <a:gd name="T47" fmla="*/ 1 h 25"/>
                <a:gd name="T48" fmla="*/ 20 w 61"/>
                <a:gd name="T49" fmla="*/ 0 h 25"/>
                <a:gd name="T50" fmla="*/ 18 w 61"/>
                <a:gd name="T51" fmla="*/ 0 h 25"/>
                <a:gd name="T52" fmla="*/ 18 w 61"/>
                <a:gd name="T53" fmla="*/ 2 h 25"/>
                <a:gd name="T54" fmla="*/ 17 w 61"/>
                <a:gd name="T55" fmla="*/ 0 h 25"/>
                <a:gd name="T56" fmla="*/ 13 w 61"/>
                <a:gd name="T57" fmla="*/ 2 h 25"/>
                <a:gd name="T58" fmla="*/ 9 w 61"/>
                <a:gd name="T59" fmla="*/ 0 h 25"/>
                <a:gd name="T60" fmla="*/ 7 w 61"/>
                <a:gd name="T61" fmla="*/ 1 h 25"/>
                <a:gd name="T62" fmla="*/ 8 w 61"/>
                <a:gd name="T63" fmla="*/ 0 h 25"/>
                <a:gd name="T64" fmla="*/ 6 w 61"/>
                <a:gd name="T65" fmla="*/ 0 h 25"/>
                <a:gd name="T66" fmla="*/ 7 w 61"/>
                <a:gd name="T67" fmla="*/ 2 h 25"/>
                <a:gd name="T68" fmla="*/ 5 w 61"/>
                <a:gd name="T69" fmla="*/ 0 h 25"/>
                <a:gd name="T70" fmla="*/ 0 w 61"/>
                <a:gd name="T71" fmla="*/ 3 h 25"/>
                <a:gd name="T72" fmla="*/ 0 w 61"/>
                <a:gd name="T73" fmla="*/ 6 h 25"/>
                <a:gd name="T74" fmla="*/ 1 w 61"/>
                <a:gd name="T75" fmla="*/ 14 h 25"/>
                <a:gd name="T76" fmla="*/ 2 w 61"/>
                <a:gd name="T77" fmla="*/ 25 h 25"/>
                <a:gd name="T78" fmla="*/ 11 w 61"/>
                <a:gd name="T79" fmla="*/ 14 h 25"/>
                <a:gd name="T80" fmla="*/ 13 w 61"/>
                <a:gd name="T81" fmla="*/ 14 h 25"/>
                <a:gd name="T82" fmla="*/ 14 w 61"/>
                <a:gd name="T83" fmla="*/ 14 h 25"/>
                <a:gd name="T84" fmla="*/ 23 w 61"/>
                <a:gd name="T85" fmla="*/ 25 h 25"/>
                <a:gd name="T86" fmla="*/ 24 w 61"/>
                <a:gd name="T87" fmla="*/ 14 h 25"/>
                <a:gd name="T88" fmla="*/ 25 w 61"/>
                <a:gd name="T89" fmla="*/ 14 h 25"/>
                <a:gd name="T90" fmla="*/ 26 w 61"/>
                <a:gd name="T91" fmla="*/ 25 h 25"/>
                <a:gd name="T92" fmla="*/ 35 w 61"/>
                <a:gd name="T93" fmla="*/ 14 h 25"/>
                <a:gd name="T94" fmla="*/ 36 w 61"/>
                <a:gd name="T95" fmla="*/ 14 h 25"/>
                <a:gd name="T96" fmla="*/ 38 w 61"/>
                <a:gd name="T97" fmla="*/ 14 h 25"/>
                <a:gd name="T98" fmla="*/ 47 w 61"/>
                <a:gd name="T99" fmla="*/ 25 h 25"/>
                <a:gd name="T100" fmla="*/ 48 w 61"/>
                <a:gd name="T101" fmla="*/ 14 h 25"/>
                <a:gd name="T102" fmla="*/ 49 w 61"/>
                <a:gd name="T103" fmla="*/ 14 h 25"/>
                <a:gd name="T104" fmla="*/ 50 w 61"/>
                <a:gd name="T105" fmla="*/ 25 h 25"/>
                <a:gd name="T106" fmla="*/ 59 w 61"/>
                <a:gd name="T107" fmla="*/ 14 h 25"/>
                <a:gd name="T108" fmla="*/ 61 w 61"/>
                <a:gd name="T109" fmla="*/ 13 h 25"/>
                <a:gd name="T110" fmla="*/ 61 w 61"/>
                <a:gd name="T111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1" h="25">
                  <a:moveTo>
                    <a:pt x="61" y="6"/>
                  </a:moveTo>
                  <a:cubicBezTo>
                    <a:pt x="61" y="3"/>
                    <a:pt x="61" y="3"/>
                    <a:pt x="61" y="3"/>
                  </a:cubicBezTo>
                  <a:cubicBezTo>
                    <a:pt x="61" y="1"/>
                    <a:pt x="59" y="0"/>
                    <a:pt x="58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0"/>
                    <a:pt x="55" y="0"/>
                    <a:pt x="54" y="0"/>
                  </a:cubicBezTo>
                  <a:cubicBezTo>
                    <a:pt x="54" y="0"/>
                    <a:pt x="54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49" y="1"/>
                    <a:pt x="48" y="2"/>
                  </a:cubicBezTo>
                  <a:cubicBezTo>
                    <a:pt x="48" y="1"/>
                    <a:pt x="47" y="0"/>
                    <a:pt x="46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42" y="0"/>
                    <a:pt x="42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8" y="0"/>
                    <a:pt x="37" y="1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0" y="0"/>
                  </a:cubicBezTo>
                  <a:cubicBezTo>
                    <a:pt x="30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5" y="1"/>
                    <a:pt x="25" y="2"/>
                  </a:cubicBezTo>
                  <a:cubicBezTo>
                    <a:pt x="24" y="1"/>
                    <a:pt x="23" y="0"/>
                    <a:pt x="2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3" y="1"/>
                    <a:pt x="13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1" y="14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4"/>
                    <a:pt x="12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4"/>
                    <a:pt x="24" y="14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1" y="13"/>
                    <a:pt x="61" y="13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9" name="îṡlï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2E26974-8818-4093-8B72-34717684427A}"/>
                </a:ext>
              </a:extLst>
            </p:cNvPr>
            <p:cNvSpPr/>
            <p:nvPr/>
          </p:nvSpPr>
          <p:spPr bwMode="auto">
            <a:xfrm>
              <a:off x="5826041" y="1196423"/>
              <a:ext cx="17101" cy="19545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4 w 7"/>
                <a:gd name="T5" fmla="*/ 8 h 8"/>
                <a:gd name="T6" fmla="*/ 7 w 7"/>
                <a:gd name="T7" fmla="*/ 5 h 8"/>
                <a:gd name="T8" fmla="*/ 7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4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4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0" name="îŝľi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E7E5DF2-514C-41BA-AD4F-E74AA0A47D3F}"/>
                </a:ext>
              </a:extLst>
            </p:cNvPr>
            <p:cNvSpPr/>
            <p:nvPr/>
          </p:nvSpPr>
          <p:spPr bwMode="auto">
            <a:xfrm>
              <a:off x="5856580" y="1196423"/>
              <a:ext cx="17101" cy="19545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4 w 7"/>
                <a:gd name="T5" fmla="*/ 8 h 8"/>
                <a:gd name="T6" fmla="*/ 6 w 7"/>
                <a:gd name="T7" fmla="*/ 5 h 8"/>
                <a:gd name="T8" fmla="*/ 7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4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ubicBezTo>
                    <a:pt x="5" y="8"/>
                    <a:pt x="6" y="7"/>
                    <a:pt x="6" y="5"/>
                  </a:cubicBezTo>
                  <a:cubicBezTo>
                    <a:pt x="6" y="5"/>
                    <a:pt x="6" y="5"/>
                    <a:pt x="7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4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1" name="íSl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AD282DE-4329-460B-BB0A-B6A9C71919CB}"/>
                </a:ext>
              </a:extLst>
            </p:cNvPr>
            <p:cNvSpPr/>
            <p:nvPr/>
          </p:nvSpPr>
          <p:spPr bwMode="auto">
            <a:xfrm>
              <a:off x="5887118" y="1196423"/>
              <a:ext cx="17101" cy="19545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3 w 7"/>
                <a:gd name="T5" fmla="*/ 8 h 8"/>
                <a:gd name="T6" fmla="*/ 6 w 7"/>
                <a:gd name="T7" fmla="*/ 5 h 8"/>
                <a:gd name="T8" fmla="*/ 6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3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3" y="8"/>
                  </a:cubicBezTo>
                  <a:cubicBezTo>
                    <a:pt x="5" y="8"/>
                    <a:pt x="6" y="7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4"/>
                    <a:pt x="7" y="3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2" name="íş1í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63E037A-0099-450E-A033-0FBC5D027198}"/>
                </a:ext>
              </a:extLst>
            </p:cNvPr>
            <p:cNvSpPr/>
            <p:nvPr/>
          </p:nvSpPr>
          <p:spPr bwMode="auto">
            <a:xfrm>
              <a:off x="5916435" y="1196423"/>
              <a:ext cx="18323" cy="19545"/>
            </a:xfrm>
            <a:custGeom>
              <a:avLst/>
              <a:gdLst>
                <a:gd name="T0" fmla="*/ 0 w 7"/>
                <a:gd name="T1" fmla="*/ 5 h 8"/>
                <a:gd name="T2" fmla="*/ 1 w 7"/>
                <a:gd name="T3" fmla="*/ 5 h 8"/>
                <a:gd name="T4" fmla="*/ 3 w 7"/>
                <a:gd name="T5" fmla="*/ 8 h 8"/>
                <a:gd name="T6" fmla="*/ 6 w 7"/>
                <a:gd name="T7" fmla="*/ 5 h 8"/>
                <a:gd name="T8" fmla="*/ 6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3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0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0" y="5"/>
                  </a:moveTo>
                  <a:cubicBezTo>
                    <a:pt x="0" y="5"/>
                    <a:pt x="1" y="5"/>
                    <a:pt x="1" y="5"/>
                  </a:cubicBezTo>
                  <a:cubicBezTo>
                    <a:pt x="1" y="7"/>
                    <a:pt x="2" y="8"/>
                    <a:pt x="3" y="8"/>
                  </a:cubicBezTo>
                  <a:cubicBezTo>
                    <a:pt x="5" y="8"/>
                    <a:pt x="6" y="7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4"/>
                    <a:pt x="7" y="3"/>
                    <a:pt x="7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3" name="íś1i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8A49493-E0E9-410B-80DF-A5731AEF7A20}"/>
                </a:ext>
              </a:extLst>
            </p:cNvPr>
            <p:cNvSpPr/>
            <p:nvPr/>
          </p:nvSpPr>
          <p:spPr bwMode="auto">
            <a:xfrm>
              <a:off x="5840700" y="1175657"/>
              <a:ext cx="18323" cy="20766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4 w 7"/>
                <a:gd name="T5" fmla="*/ 8 h 8"/>
                <a:gd name="T6" fmla="*/ 6 w 7"/>
                <a:gd name="T7" fmla="*/ 5 h 8"/>
                <a:gd name="T8" fmla="*/ 7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4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ubicBezTo>
                    <a:pt x="5" y="8"/>
                    <a:pt x="6" y="7"/>
                    <a:pt x="6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4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4" name="í$ḻí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30303F2-BD07-4763-B3D9-FD658750248C}"/>
                </a:ext>
              </a:extLst>
            </p:cNvPr>
            <p:cNvSpPr/>
            <p:nvPr/>
          </p:nvSpPr>
          <p:spPr bwMode="auto">
            <a:xfrm>
              <a:off x="5871238" y="1175657"/>
              <a:ext cx="18323" cy="20766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4 w 7"/>
                <a:gd name="T5" fmla="*/ 8 h 8"/>
                <a:gd name="T6" fmla="*/ 6 w 7"/>
                <a:gd name="T7" fmla="*/ 5 h 8"/>
                <a:gd name="T8" fmla="*/ 6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4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ubicBezTo>
                    <a:pt x="5" y="8"/>
                    <a:pt x="6" y="7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4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5" name="ïśľ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BF4C74C-12C3-46A1-BE31-BC7BFC8E612F}"/>
                </a:ext>
              </a:extLst>
            </p:cNvPr>
            <p:cNvSpPr/>
            <p:nvPr/>
          </p:nvSpPr>
          <p:spPr bwMode="auto">
            <a:xfrm>
              <a:off x="5901776" y="1175657"/>
              <a:ext cx="18323" cy="20766"/>
            </a:xfrm>
            <a:custGeom>
              <a:avLst/>
              <a:gdLst>
                <a:gd name="T0" fmla="*/ 0 w 7"/>
                <a:gd name="T1" fmla="*/ 5 h 8"/>
                <a:gd name="T2" fmla="*/ 1 w 7"/>
                <a:gd name="T3" fmla="*/ 5 h 8"/>
                <a:gd name="T4" fmla="*/ 3 w 7"/>
                <a:gd name="T5" fmla="*/ 8 h 8"/>
                <a:gd name="T6" fmla="*/ 6 w 7"/>
                <a:gd name="T7" fmla="*/ 5 h 8"/>
                <a:gd name="T8" fmla="*/ 6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3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0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0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3" y="8"/>
                  </a:cubicBezTo>
                  <a:cubicBezTo>
                    <a:pt x="5" y="8"/>
                    <a:pt x="6" y="7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4"/>
                    <a:pt x="7" y="3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6" name="îšḻí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8DD9EA8-39C2-4008-ABA4-F72F32CA01E1}"/>
                </a:ext>
              </a:extLst>
            </p:cNvPr>
            <p:cNvSpPr/>
            <p:nvPr/>
          </p:nvSpPr>
          <p:spPr bwMode="auto">
            <a:xfrm>
              <a:off x="6363516" y="1302696"/>
              <a:ext cx="108717" cy="108717"/>
            </a:xfrm>
            <a:custGeom>
              <a:avLst/>
              <a:gdLst>
                <a:gd name="T0" fmla="*/ 21 w 43"/>
                <a:gd name="T1" fmla="*/ 0 h 43"/>
                <a:gd name="T2" fmla="*/ 20 w 43"/>
                <a:gd name="T3" fmla="*/ 0 h 43"/>
                <a:gd name="T4" fmla="*/ 21 w 43"/>
                <a:gd name="T5" fmla="*/ 3 h 43"/>
                <a:gd name="T6" fmla="*/ 21 w 43"/>
                <a:gd name="T7" fmla="*/ 3 h 43"/>
                <a:gd name="T8" fmla="*/ 29 w 43"/>
                <a:gd name="T9" fmla="*/ 13 h 43"/>
                <a:gd name="T10" fmla="*/ 20 w 43"/>
                <a:gd name="T11" fmla="*/ 13 h 43"/>
                <a:gd name="T12" fmla="*/ 18 w 43"/>
                <a:gd name="T13" fmla="*/ 17 h 43"/>
                <a:gd name="T14" fmla="*/ 30 w 43"/>
                <a:gd name="T15" fmla="*/ 17 h 43"/>
                <a:gd name="T16" fmla="*/ 30 w 43"/>
                <a:gd name="T17" fmla="*/ 21 h 43"/>
                <a:gd name="T18" fmla="*/ 30 w 43"/>
                <a:gd name="T19" fmla="*/ 27 h 43"/>
                <a:gd name="T20" fmla="*/ 13 w 43"/>
                <a:gd name="T21" fmla="*/ 27 h 43"/>
                <a:gd name="T22" fmla="*/ 13 w 43"/>
                <a:gd name="T23" fmla="*/ 24 h 43"/>
                <a:gd name="T24" fmla="*/ 13 w 43"/>
                <a:gd name="T25" fmla="*/ 24 h 43"/>
                <a:gd name="T26" fmla="*/ 11 w 43"/>
                <a:gd name="T27" fmla="*/ 27 h 43"/>
                <a:gd name="T28" fmla="*/ 10 w 43"/>
                <a:gd name="T29" fmla="*/ 27 h 43"/>
                <a:gd name="T30" fmla="*/ 10 w 43"/>
                <a:gd name="T31" fmla="*/ 27 h 43"/>
                <a:gd name="T32" fmla="*/ 4 w 43"/>
                <a:gd name="T33" fmla="*/ 27 h 43"/>
                <a:gd name="T34" fmla="*/ 3 w 43"/>
                <a:gd name="T35" fmla="*/ 21 h 43"/>
                <a:gd name="T36" fmla="*/ 4 w 43"/>
                <a:gd name="T37" fmla="*/ 18 h 43"/>
                <a:gd name="T38" fmla="*/ 2 w 43"/>
                <a:gd name="T39" fmla="*/ 14 h 43"/>
                <a:gd name="T40" fmla="*/ 0 w 43"/>
                <a:gd name="T41" fmla="*/ 21 h 43"/>
                <a:gd name="T42" fmla="*/ 21 w 43"/>
                <a:gd name="T43" fmla="*/ 43 h 43"/>
                <a:gd name="T44" fmla="*/ 41 w 43"/>
                <a:gd name="T45" fmla="*/ 30 h 43"/>
                <a:gd name="T46" fmla="*/ 41 w 43"/>
                <a:gd name="T47" fmla="*/ 30 h 43"/>
                <a:gd name="T48" fmla="*/ 41 w 43"/>
                <a:gd name="T49" fmla="*/ 29 h 43"/>
                <a:gd name="T50" fmla="*/ 43 w 43"/>
                <a:gd name="T51" fmla="*/ 21 h 43"/>
                <a:gd name="T52" fmla="*/ 21 w 43"/>
                <a:gd name="T53" fmla="*/ 0 h 43"/>
                <a:gd name="T54" fmla="*/ 29 w 43"/>
                <a:gd name="T55" fmla="*/ 5 h 43"/>
                <a:gd name="T56" fmla="*/ 38 w 43"/>
                <a:gd name="T57" fmla="*/ 13 h 43"/>
                <a:gd name="T58" fmla="*/ 32 w 43"/>
                <a:gd name="T59" fmla="*/ 13 h 43"/>
                <a:gd name="T60" fmla="*/ 29 w 43"/>
                <a:gd name="T61" fmla="*/ 5 h 43"/>
                <a:gd name="T62" fmla="*/ 6 w 43"/>
                <a:gd name="T63" fmla="*/ 30 h 43"/>
                <a:gd name="T64" fmla="*/ 11 w 43"/>
                <a:gd name="T65" fmla="*/ 30 h 43"/>
                <a:gd name="T66" fmla="*/ 14 w 43"/>
                <a:gd name="T67" fmla="*/ 38 h 43"/>
                <a:gd name="T68" fmla="*/ 6 w 43"/>
                <a:gd name="T69" fmla="*/ 30 h 43"/>
                <a:gd name="T70" fmla="*/ 21 w 43"/>
                <a:gd name="T71" fmla="*/ 39 h 43"/>
                <a:gd name="T72" fmla="*/ 14 w 43"/>
                <a:gd name="T73" fmla="*/ 30 h 43"/>
                <a:gd name="T74" fmla="*/ 29 w 43"/>
                <a:gd name="T75" fmla="*/ 30 h 43"/>
                <a:gd name="T76" fmla="*/ 21 w 43"/>
                <a:gd name="T77" fmla="*/ 39 h 43"/>
                <a:gd name="T78" fmla="*/ 29 w 43"/>
                <a:gd name="T79" fmla="*/ 38 h 43"/>
                <a:gd name="T80" fmla="*/ 32 w 43"/>
                <a:gd name="T81" fmla="*/ 30 h 43"/>
                <a:gd name="T82" fmla="*/ 37 w 43"/>
                <a:gd name="T83" fmla="*/ 30 h 43"/>
                <a:gd name="T84" fmla="*/ 29 w 43"/>
                <a:gd name="T85" fmla="*/ 38 h 43"/>
                <a:gd name="T86" fmla="*/ 39 w 43"/>
                <a:gd name="T87" fmla="*/ 27 h 43"/>
                <a:gd name="T88" fmla="*/ 33 w 43"/>
                <a:gd name="T89" fmla="*/ 27 h 43"/>
                <a:gd name="T90" fmla="*/ 33 w 43"/>
                <a:gd name="T91" fmla="*/ 21 h 43"/>
                <a:gd name="T92" fmla="*/ 33 w 43"/>
                <a:gd name="T93" fmla="*/ 17 h 43"/>
                <a:gd name="T94" fmla="*/ 39 w 43"/>
                <a:gd name="T95" fmla="*/ 17 h 43"/>
                <a:gd name="T96" fmla="*/ 39 w 43"/>
                <a:gd name="T97" fmla="*/ 21 h 43"/>
                <a:gd name="T98" fmla="*/ 39 w 43"/>
                <a:gd name="T9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3" h="43">
                  <a:moveTo>
                    <a:pt x="21" y="0"/>
                  </a:moveTo>
                  <a:cubicBezTo>
                    <a:pt x="21" y="0"/>
                    <a:pt x="20" y="0"/>
                    <a:pt x="20" y="0"/>
                  </a:cubicBezTo>
                  <a:cubicBezTo>
                    <a:pt x="21" y="1"/>
                    <a:pt x="21" y="2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4" y="3"/>
                    <a:pt x="27" y="7"/>
                    <a:pt x="29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9" y="15"/>
                    <a:pt x="18" y="16"/>
                    <a:pt x="18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8"/>
                    <a:pt x="30" y="20"/>
                    <a:pt x="30" y="21"/>
                  </a:cubicBezTo>
                  <a:cubicBezTo>
                    <a:pt x="30" y="23"/>
                    <a:pt x="30" y="25"/>
                    <a:pt x="30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6"/>
                    <a:pt x="13" y="25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5"/>
                    <a:pt x="3" y="23"/>
                    <a:pt x="3" y="21"/>
                  </a:cubicBezTo>
                  <a:cubicBezTo>
                    <a:pt x="3" y="20"/>
                    <a:pt x="4" y="19"/>
                    <a:pt x="4" y="18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1" y="16"/>
                    <a:pt x="0" y="19"/>
                    <a:pt x="0" y="21"/>
                  </a:cubicBezTo>
                  <a:cubicBezTo>
                    <a:pt x="0" y="33"/>
                    <a:pt x="10" y="43"/>
                    <a:pt x="21" y="43"/>
                  </a:cubicBezTo>
                  <a:cubicBezTo>
                    <a:pt x="30" y="43"/>
                    <a:pt x="37" y="37"/>
                    <a:pt x="41" y="30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7"/>
                    <a:pt x="43" y="24"/>
                    <a:pt x="43" y="21"/>
                  </a:cubicBezTo>
                  <a:cubicBezTo>
                    <a:pt x="43" y="10"/>
                    <a:pt x="33" y="0"/>
                    <a:pt x="21" y="0"/>
                  </a:cubicBezTo>
                  <a:close/>
                  <a:moveTo>
                    <a:pt x="29" y="5"/>
                  </a:moveTo>
                  <a:cubicBezTo>
                    <a:pt x="33" y="7"/>
                    <a:pt x="36" y="10"/>
                    <a:pt x="38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0"/>
                    <a:pt x="30" y="7"/>
                    <a:pt x="29" y="5"/>
                  </a:cubicBezTo>
                  <a:close/>
                  <a:moveTo>
                    <a:pt x="6" y="30"/>
                  </a:moveTo>
                  <a:cubicBezTo>
                    <a:pt x="11" y="30"/>
                    <a:pt x="11" y="30"/>
                    <a:pt x="11" y="30"/>
                  </a:cubicBezTo>
                  <a:cubicBezTo>
                    <a:pt x="11" y="33"/>
                    <a:pt x="13" y="36"/>
                    <a:pt x="14" y="38"/>
                  </a:cubicBezTo>
                  <a:cubicBezTo>
                    <a:pt x="10" y="36"/>
                    <a:pt x="7" y="33"/>
                    <a:pt x="6" y="30"/>
                  </a:cubicBezTo>
                  <a:close/>
                  <a:moveTo>
                    <a:pt x="21" y="39"/>
                  </a:moveTo>
                  <a:cubicBezTo>
                    <a:pt x="19" y="39"/>
                    <a:pt x="16" y="36"/>
                    <a:pt x="14" y="30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7" y="36"/>
                    <a:pt x="24" y="39"/>
                    <a:pt x="21" y="39"/>
                  </a:cubicBezTo>
                  <a:close/>
                  <a:moveTo>
                    <a:pt x="29" y="38"/>
                  </a:moveTo>
                  <a:cubicBezTo>
                    <a:pt x="30" y="36"/>
                    <a:pt x="31" y="33"/>
                    <a:pt x="32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5" y="33"/>
                    <a:pt x="32" y="36"/>
                    <a:pt x="29" y="38"/>
                  </a:cubicBezTo>
                  <a:close/>
                  <a:moveTo>
                    <a:pt x="39" y="27"/>
                  </a:moveTo>
                  <a:cubicBezTo>
                    <a:pt x="33" y="27"/>
                    <a:pt x="33" y="27"/>
                    <a:pt x="33" y="27"/>
                  </a:cubicBezTo>
                  <a:cubicBezTo>
                    <a:pt x="33" y="25"/>
                    <a:pt x="33" y="23"/>
                    <a:pt x="33" y="21"/>
                  </a:cubicBezTo>
                  <a:cubicBezTo>
                    <a:pt x="33" y="20"/>
                    <a:pt x="33" y="18"/>
                    <a:pt x="33" y="17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9" y="18"/>
                    <a:pt x="39" y="20"/>
                    <a:pt x="39" y="21"/>
                  </a:cubicBezTo>
                  <a:cubicBezTo>
                    <a:pt x="39" y="23"/>
                    <a:pt x="39" y="25"/>
                    <a:pt x="39" y="2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7" name="îṥľï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94B1739-BE7E-460E-9234-9AFC042712EB}"/>
                </a:ext>
              </a:extLst>
            </p:cNvPr>
            <p:cNvSpPr/>
            <p:nvPr/>
          </p:nvSpPr>
          <p:spPr bwMode="auto">
            <a:xfrm>
              <a:off x="6368402" y="1296589"/>
              <a:ext cx="43975" cy="63520"/>
            </a:xfrm>
            <a:custGeom>
              <a:avLst/>
              <a:gdLst>
                <a:gd name="T0" fmla="*/ 9 w 17"/>
                <a:gd name="T1" fmla="*/ 0 h 25"/>
                <a:gd name="T2" fmla="*/ 0 w 17"/>
                <a:gd name="T3" fmla="*/ 8 h 25"/>
                <a:gd name="T4" fmla="*/ 9 w 17"/>
                <a:gd name="T5" fmla="*/ 25 h 25"/>
                <a:gd name="T6" fmla="*/ 17 w 17"/>
                <a:gd name="T7" fmla="*/ 8 h 25"/>
                <a:gd name="T8" fmla="*/ 9 w 17"/>
                <a:gd name="T9" fmla="*/ 0 h 25"/>
                <a:gd name="T10" fmla="*/ 9 w 17"/>
                <a:gd name="T11" fmla="*/ 12 h 25"/>
                <a:gd name="T12" fmla="*/ 4 w 17"/>
                <a:gd name="T13" fmla="*/ 8 h 25"/>
                <a:gd name="T14" fmla="*/ 9 w 17"/>
                <a:gd name="T15" fmla="*/ 4 h 25"/>
                <a:gd name="T16" fmla="*/ 13 w 17"/>
                <a:gd name="T17" fmla="*/ 8 h 25"/>
                <a:gd name="T18" fmla="*/ 9 w 17"/>
                <a:gd name="T19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5">
                  <a:moveTo>
                    <a:pt x="9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9" y="25"/>
                    <a:pt x="9" y="25"/>
                  </a:cubicBezTo>
                  <a:cubicBezTo>
                    <a:pt x="9" y="25"/>
                    <a:pt x="17" y="13"/>
                    <a:pt x="17" y="8"/>
                  </a:cubicBezTo>
                  <a:cubicBezTo>
                    <a:pt x="17" y="4"/>
                    <a:pt x="13" y="0"/>
                    <a:pt x="9" y="0"/>
                  </a:cubicBezTo>
                  <a:close/>
                  <a:moveTo>
                    <a:pt x="9" y="12"/>
                  </a:moveTo>
                  <a:cubicBezTo>
                    <a:pt x="6" y="12"/>
                    <a:pt x="4" y="10"/>
                    <a:pt x="4" y="8"/>
                  </a:cubicBezTo>
                  <a:cubicBezTo>
                    <a:pt x="4" y="5"/>
                    <a:pt x="6" y="4"/>
                    <a:pt x="9" y="4"/>
                  </a:cubicBezTo>
                  <a:cubicBezTo>
                    <a:pt x="11" y="4"/>
                    <a:pt x="13" y="5"/>
                    <a:pt x="13" y="8"/>
                  </a:cubicBezTo>
                  <a:cubicBezTo>
                    <a:pt x="13" y="10"/>
                    <a:pt x="11" y="12"/>
                    <a:pt x="9" y="1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8" name="î$li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68AA0B5-A096-4532-9648-2195FE96F7FD}"/>
                </a:ext>
              </a:extLst>
            </p:cNvPr>
            <p:cNvSpPr/>
            <p:nvPr/>
          </p:nvSpPr>
          <p:spPr bwMode="auto">
            <a:xfrm>
              <a:off x="6163184" y="2491247"/>
              <a:ext cx="177123" cy="300497"/>
            </a:xfrm>
            <a:custGeom>
              <a:avLst/>
              <a:gdLst>
                <a:gd name="T0" fmla="*/ 63 w 70"/>
                <a:gd name="T1" fmla="*/ 0 h 119"/>
                <a:gd name="T2" fmla="*/ 6 w 70"/>
                <a:gd name="T3" fmla="*/ 0 h 119"/>
                <a:gd name="T4" fmla="*/ 0 w 70"/>
                <a:gd name="T5" fmla="*/ 7 h 119"/>
                <a:gd name="T6" fmla="*/ 0 w 70"/>
                <a:gd name="T7" fmla="*/ 113 h 119"/>
                <a:gd name="T8" fmla="*/ 6 w 70"/>
                <a:gd name="T9" fmla="*/ 119 h 119"/>
                <a:gd name="T10" fmla="*/ 63 w 70"/>
                <a:gd name="T11" fmla="*/ 119 h 119"/>
                <a:gd name="T12" fmla="*/ 70 w 70"/>
                <a:gd name="T13" fmla="*/ 113 h 119"/>
                <a:gd name="T14" fmla="*/ 70 w 70"/>
                <a:gd name="T15" fmla="*/ 7 h 119"/>
                <a:gd name="T16" fmla="*/ 63 w 70"/>
                <a:gd name="T17" fmla="*/ 0 h 119"/>
                <a:gd name="T18" fmla="*/ 29 w 70"/>
                <a:gd name="T19" fmla="*/ 7 h 119"/>
                <a:gd name="T20" fmla="*/ 40 w 70"/>
                <a:gd name="T21" fmla="*/ 7 h 119"/>
                <a:gd name="T22" fmla="*/ 42 w 70"/>
                <a:gd name="T23" fmla="*/ 8 h 119"/>
                <a:gd name="T24" fmla="*/ 40 w 70"/>
                <a:gd name="T25" fmla="*/ 9 h 119"/>
                <a:gd name="T26" fmla="*/ 29 w 70"/>
                <a:gd name="T27" fmla="*/ 9 h 119"/>
                <a:gd name="T28" fmla="*/ 28 w 70"/>
                <a:gd name="T29" fmla="*/ 8 h 119"/>
                <a:gd name="T30" fmla="*/ 29 w 70"/>
                <a:gd name="T31" fmla="*/ 7 h 119"/>
                <a:gd name="T32" fmla="*/ 35 w 70"/>
                <a:gd name="T33" fmla="*/ 114 h 119"/>
                <a:gd name="T34" fmla="*/ 31 w 70"/>
                <a:gd name="T35" fmla="*/ 111 h 119"/>
                <a:gd name="T36" fmla="*/ 35 w 70"/>
                <a:gd name="T37" fmla="*/ 107 h 119"/>
                <a:gd name="T38" fmla="*/ 38 w 70"/>
                <a:gd name="T39" fmla="*/ 111 h 119"/>
                <a:gd name="T40" fmla="*/ 35 w 70"/>
                <a:gd name="T41" fmla="*/ 114 h 119"/>
                <a:gd name="T42" fmla="*/ 62 w 70"/>
                <a:gd name="T43" fmla="*/ 100 h 119"/>
                <a:gd name="T44" fmla="*/ 59 w 70"/>
                <a:gd name="T45" fmla="*/ 103 h 119"/>
                <a:gd name="T46" fmla="*/ 10 w 70"/>
                <a:gd name="T47" fmla="*/ 103 h 119"/>
                <a:gd name="T48" fmla="*/ 7 w 70"/>
                <a:gd name="T49" fmla="*/ 100 h 119"/>
                <a:gd name="T50" fmla="*/ 7 w 70"/>
                <a:gd name="T51" fmla="*/ 17 h 119"/>
                <a:gd name="T52" fmla="*/ 10 w 70"/>
                <a:gd name="T53" fmla="*/ 13 h 119"/>
                <a:gd name="T54" fmla="*/ 59 w 70"/>
                <a:gd name="T55" fmla="*/ 13 h 119"/>
                <a:gd name="T56" fmla="*/ 62 w 70"/>
                <a:gd name="T57" fmla="*/ 17 h 119"/>
                <a:gd name="T58" fmla="*/ 62 w 70"/>
                <a:gd name="T59" fmla="*/ 10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0" h="119">
                  <a:moveTo>
                    <a:pt x="6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6"/>
                    <a:pt x="3" y="119"/>
                    <a:pt x="6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7" y="119"/>
                    <a:pt x="70" y="116"/>
                    <a:pt x="70" y="113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3"/>
                    <a:pt x="67" y="0"/>
                    <a:pt x="63" y="0"/>
                  </a:cubicBezTo>
                  <a:close/>
                  <a:moveTo>
                    <a:pt x="29" y="7"/>
                  </a:moveTo>
                  <a:cubicBezTo>
                    <a:pt x="40" y="7"/>
                    <a:pt x="40" y="7"/>
                    <a:pt x="40" y="7"/>
                  </a:cubicBezTo>
                  <a:cubicBezTo>
                    <a:pt x="41" y="7"/>
                    <a:pt x="42" y="7"/>
                    <a:pt x="42" y="8"/>
                  </a:cubicBezTo>
                  <a:cubicBezTo>
                    <a:pt x="42" y="9"/>
                    <a:pt x="41" y="9"/>
                    <a:pt x="40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8" y="9"/>
                    <a:pt x="28" y="8"/>
                  </a:cubicBezTo>
                  <a:cubicBezTo>
                    <a:pt x="28" y="7"/>
                    <a:pt x="28" y="7"/>
                    <a:pt x="29" y="7"/>
                  </a:cubicBezTo>
                  <a:close/>
                  <a:moveTo>
                    <a:pt x="35" y="114"/>
                  </a:moveTo>
                  <a:cubicBezTo>
                    <a:pt x="33" y="114"/>
                    <a:pt x="31" y="113"/>
                    <a:pt x="31" y="111"/>
                  </a:cubicBezTo>
                  <a:cubicBezTo>
                    <a:pt x="31" y="109"/>
                    <a:pt x="33" y="107"/>
                    <a:pt x="35" y="107"/>
                  </a:cubicBezTo>
                  <a:cubicBezTo>
                    <a:pt x="37" y="107"/>
                    <a:pt x="38" y="109"/>
                    <a:pt x="38" y="111"/>
                  </a:cubicBezTo>
                  <a:cubicBezTo>
                    <a:pt x="38" y="113"/>
                    <a:pt x="37" y="114"/>
                    <a:pt x="35" y="114"/>
                  </a:cubicBezTo>
                  <a:close/>
                  <a:moveTo>
                    <a:pt x="62" y="100"/>
                  </a:moveTo>
                  <a:cubicBezTo>
                    <a:pt x="62" y="102"/>
                    <a:pt x="61" y="103"/>
                    <a:pt x="59" y="103"/>
                  </a:cubicBezTo>
                  <a:cubicBezTo>
                    <a:pt x="10" y="103"/>
                    <a:pt x="10" y="103"/>
                    <a:pt x="10" y="103"/>
                  </a:cubicBezTo>
                  <a:cubicBezTo>
                    <a:pt x="8" y="103"/>
                    <a:pt x="7" y="102"/>
                    <a:pt x="7" y="10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5"/>
                    <a:pt x="8" y="13"/>
                    <a:pt x="10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61" y="13"/>
                    <a:pt x="62" y="15"/>
                    <a:pt x="62" y="17"/>
                  </a:cubicBezTo>
                  <a:lnTo>
                    <a:pt x="62" y="10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9" name="ïṡli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F3B91EC-001C-4C39-B23B-6717AE3A999D}"/>
                </a:ext>
              </a:extLst>
            </p:cNvPr>
            <p:cNvSpPr/>
            <p:nvPr/>
          </p:nvSpPr>
          <p:spPr bwMode="auto">
            <a:xfrm>
              <a:off x="6193723" y="2673255"/>
              <a:ext cx="32982" cy="63520"/>
            </a:xfrm>
            <a:custGeom>
              <a:avLst/>
              <a:gdLst>
                <a:gd name="T0" fmla="*/ 13 w 13"/>
                <a:gd name="T1" fmla="*/ 25 h 25"/>
                <a:gd name="T2" fmla="*/ 13 w 13"/>
                <a:gd name="T3" fmla="*/ 4 h 25"/>
                <a:gd name="T4" fmla="*/ 10 w 13"/>
                <a:gd name="T5" fmla="*/ 0 h 25"/>
                <a:gd name="T6" fmla="*/ 3 w 13"/>
                <a:gd name="T7" fmla="*/ 0 h 25"/>
                <a:gd name="T8" fmla="*/ 0 w 13"/>
                <a:gd name="T9" fmla="*/ 4 h 25"/>
                <a:gd name="T10" fmla="*/ 0 w 13"/>
                <a:gd name="T11" fmla="*/ 25 h 25"/>
                <a:gd name="T12" fmla="*/ 13 w 13"/>
                <a:gd name="T1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25">
                  <a:moveTo>
                    <a:pt x="13" y="25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3" y="2"/>
                    <a:pt x="12" y="0"/>
                    <a:pt x="1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13" y="2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0" name="ïšľí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C6A2B12-DD19-481E-9AFA-2F59947E3ACE}"/>
                </a:ext>
              </a:extLst>
            </p:cNvPr>
            <p:cNvSpPr/>
            <p:nvPr/>
          </p:nvSpPr>
          <p:spPr bwMode="auto">
            <a:xfrm>
              <a:off x="6234033" y="2658597"/>
              <a:ext cx="32982" cy="78178"/>
            </a:xfrm>
            <a:custGeom>
              <a:avLst/>
              <a:gdLst>
                <a:gd name="T0" fmla="*/ 13 w 13"/>
                <a:gd name="T1" fmla="*/ 31 h 31"/>
                <a:gd name="T2" fmla="*/ 13 w 13"/>
                <a:gd name="T3" fmla="*/ 3 h 31"/>
                <a:gd name="T4" fmla="*/ 10 w 13"/>
                <a:gd name="T5" fmla="*/ 0 h 31"/>
                <a:gd name="T6" fmla="*/ 3 w 13"/>
                <a:gd name="T7" fmla="*/ 0 h 31"/>
                <a:gd name="T8" fmla="*/ 0 w 13"/>
                <a:gd name="T9" fmla="*/ 3 h 31"/>
                <a:gd name="T10" fmla="*/ 0 w 13"/>
                <a:gd name="T11" fmla="*/ 31 h 31"/>
                <a:gd name="T12" fmla="*/ 13 w 13"/>
                <a:gd name="T1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1">
                  <a:moveTo>
                    <a:pt x="13" y="31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2" y="0"/>
                    <a:pt x="1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31"/>
                    <a:pt x="0" y="31"/>
                    <a:pt x="0" y="31"/>
                  </a:cubicBezTo>
                  <a:lnTo>
                    <a:pt x="13" y="3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1" name="ïŝḻî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8DA1952-AD26-4086-BDC6-2FF5D97ECA9B}"/>
                </a:ext>
              </a:extLst>
            </p:cNvPr>
            <p:cNvSpPr/>
            <p:nvPr/>
          </p:nvSpPr>
          <p:spPr bwMode="auto">
            <a:xfrm>
              <a:off x="6274344" y="2632945"/>
              <a:ext cx="36646" cy="103831"/>
            </a:xfrm>
            <a:custGeom>
              <a:avLst/>
              <a:gdLst>
                <a:gd name="T0" fmla="*/ 14 w 14"/>
                <a:gd name="T1" fmla="*/ 41 h 41"/>
                <a:gd name="T2" fmla="*/ 14 w 14"/>
                <a:gd name="T3" fmla="*/ 3 h 41"/>
                <a:gd name="T4" fmla="*/ 10 w 14"/>
                <a:gd name="T5" fmla="*/ 0 h 41"/>
                <a:gd name="T6" fmla="*/ 3 w 14"/>
                <a:gd name="T7" fmla="*/ 0 h 41"/>
                <a:gd name="T8" fmla="*/ 0 w 14"/>
                <a:gd name="T9" fmla="*/ 3 h 41"/>
                <a:gd name="T10" fmla="*/ 0 w 14"/>
                <a:gd name="T11" fmla="*/ 41 h 41"/>
                <a:gd name="T12" fmla="*/ 14 w 14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1">
                  <a:moveTo>
                    <a:pt x="14" y="41"/>
                  </a:move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2" y="0"/>
                    <a:pt x="1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1"/>
                    <a:pt x="0" y="41"/>
                    <a:pt x="0" y="41"/>
                  </a:cubicBezTo>
                  <a:lnTo>
                    <a:pt x="14" y="4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2" name="íslí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F3845C6-8D11-4522-8779-C306CBFFB08B}"/>
                </a:ext>
              </a:extLst>
            </p:cNvPr>
            <p:cNvSpPr/>
            <p:nvPr/>
          </p:nvSpPr>
          <p:spPr bwMode="auto">
            <a:xfrm>
              <a:off x="6483226" y="1439508"/>
              <a:ext cx="155135" cy="210104"/>
            </a:xfrm>
            <a:custGeom>
              <a:avLst/>
              <a:gdLst>
                <a:gd name="T0" fmla="*/ 49 w 61"/>
                <a:gd name="T1" fmla="*/ 77 h 83"/>
                <a:gd name="T2" fmla="*/ 6 w 61"/>
                <a:gd name="T3" fmla="*/ 77 h 83"/>
                <a:gd name="T4" fmla="*/ 6 w 61"/>
                <a:gd name="T5" fmla="*/ 22 h 83"/>
                <a:gd name="T6" fmla="*/ 16 w 61"/>
                <a:gd name="T7" fmla="*/ 22 h 83"/>
                <a:gd name="T8" fmla="*/ 22 w 61"/>
                <a:gd name="T9" fmla="*/ 16 h 83"/>
                <a:gd name="T10" fmla="*/ 22 w 61"/>
                <a:gd name="T11" fmla="*/ 6 h 83"/>
                <a:gd name="T12" fmla="*/ 55 w 61"/>
                <a:gd name="T13" fmla="*/ 6 h 83"/>
                <a:gd name="T14" fmla="*/ 55 w 61"/>
                <a:gd name="T15" fmla="*/ 55 h 83"/>
                <a:gd name="T16" fmla="*/ 55 w 61"/>
                <a:gd name="T17" fmla="*/ 54 h 83"/>
                <a:gd name="T18" fmla="*/ 61 w 61"/>
                <a:gd name="T19" fmla="*/ 61 h 83"/>
                <a:gd name="T20" fmla="*/ 61 w 61"/>
                <a:gd name="T21" fmla="*/ 4 h 83"/>
                <a:gd name="T22" fmla="*/ 57 w 61"/>
                <a:gd name="T23" fmla="*/ 0 h 83"/>
                <a:gd name="T24" fmla="*/ 20 w 61"/>
                <a:gd name="T25" fmla="*/ 0 h 83"/>
                <a:gd name="T26" fmla="*/ 0 w 61"/>
                <a:gd name="T27" fmla="*/ 20 h 83"/>
                <a:gd name="T28" fmla="*/ 0 w 61"/>
                <a:gd name="T29" fmla="*/ 22 h 83"/>
                <a:gd name="T30" fmla="*/ 0 w 61"/>
                <a:gd name="T31" fmla="*/ 22 h 83"/>
                <a:gd name="T32" fmla="*/ 0 w 61"/>
                <a:gd name="T33" fmla="*/ 22 h 83"/>
                <a:gd name="T34" fmla="*/ 0 w 61"/>
                <a:gd name="T35" fmla="*/ 79 h 83"/>
                <a:gd name="T36" fmla="*/ 4 w 61"/>
                <a:gd name="T37" fmla="*/ 83 h 83"/>
                <a:gd name="T38" fmla="*/ 55 w 61"/>
                <a:gd name="T39" fmla="*/ 83 h 83"/>
                <a:gd name="T40" fmla="*/ 49 w 61"/>
                <a:gd name="T41" fmla="*/ 7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" h="83">
                  <a:moveTo>
                    <a:pt x="49" y="77"/>
                  </a:moveTo>
                  <a:cubicBezTo>
                    <a:pt x="6" y="77"/>
                    <a:pt x="6" y="77"/>
                    <a:pt x="6" y="77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9" y="22"/>
                    <a:pt x="22" y="19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61" y="61"/>
                    <a:pt x="61" y="61"/>
                    <a:pt x="61" y="61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1" y="2"/>
                    <a:pt x="59" y="0"/>
                    <a:pt x="57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1"/>
                    <a:pt x="2" y="83"/>
                    <a:pt x="4" y="83"/>
                  </a:cubicBezTo>
                  <a:cubicBezTo>
                    <a:pt x="55" y="83"/>
                    <a:pt x="55" y="83"/>
                    <a:pt x="55" y="83"/>
                  </a:cubicBezTo>
                  <a:lnTo>
                    <a:pt x="49" y="7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3" name="ïśḻí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373877A-067E-4C36-BFC3-60F7CB0BE805}"/>
                </a:ext>
              </a:extLst>
            </p:cNvPr>
            <p:cNvSpPr/>
            <p:nvPr/>
          </p:nvSpPr>
          <p:spPr bwMode="auto">
            <a:xfrm>
              <a:off x="6497884" y="1489591"/>
              <a:ext cx="160021" cy="160021"/>
            </a:xfrm>
            <a:custGeom>
              <a:avLst/>
              <a:gdLst>
                <a:gd name="T0" fmla="*/ 62 w 63"/>
                <a:gd name="T1" fmla="*/ 55 h 63"/>
                <a:gd name="T2" fmla="*/ 43 w 63"/>
                <a:gd name="T3" fmla="*/ 35 h 63"/>
                <a:gd name="T4" fmla="*/ 43 w 63"/>
                <a:gd name="T5" fmla="*/ 35 h 63"/>
                <a:gd name="T6" fmla="*/ 45 w 63"/>
                <a:gd name="T7" fmla="*/ 18 h 63"/>
                <a:gd name="T8" fmla="*/ 18 w 63"/>
                <a:gd name="T9" fmla="*/ 4 h 63"/>
                <a:gd name="T10" fmla="*/ 4 w 63"/>
                <a:gd name="T11" fmla="*/ 31 h 63"/>
                <a:gd name="T12" fmla="*/ 31 w 63"/>
                <a:gd name="T13" fmla="*/ 45 h 63"/>
                <a:gd name="T14" fmla="*/ 36 w 63"/>
                <a:gd name="T15" fmla="*/ 42 h 63"/>
                <a:gd name="T16" fmla="*/ 54 w 63"/>
                <a:gd name="T17" fmla="*/ 62 h 63"/>
                <a:gd name="T18" fmla="*/ 57 w 63"/>
                <a:gd name="T19" fmla="*/ 62 h 63"/>
                <a:gd name="T20" fmla="*/ 61 w 63"/>
                <a:gd name="T21" fmla="*/ 58 h 63"/>
                <a:gd name="T22" fmla="*/ 62 w 63"/>
                <a:gd name="T23" fmla="*/ 55 h 63"/>
                <a:gd name="T24" fmla="*/ 10 w 63"/>
                <a:gd name="T25" fmla="*/ 29 h 63"/>
                <a:gd name="T26" fmla="*/ 20 w 63"/>
                <a:gd name="T27" fmla="*/ 9 h 63"/>
                <a:gd name="T28" fmla="*/ 40 w 63"/>
                <a:gd name="T29" fmla="*/ 19 h 63"/>
                <a:gd name="T30" fmla="*/ 29 w 63"/>
                <a:gd name="T31" fmla="*/ 39 h 63"/>
                <a:gd name="T32" fmla="*/ 10 w 63"/>
                <a:gd name="T33" fmla="*/ 2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63">
                  <a:moveTo>
                    <a:pt x="62" y="5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6" y="30"/>
                    <a:pt x="47" y="24"/>
                    <a:pt x="45" y="18"/>
                  </a:cubicBezTo>
                  <a:cubicBezTo>
                    <a:pt x="42" y="6"/>
                    <a:pt x="29" y="0"/>
                    <a:pt x="18" y="4"/>
                  </a:cubicBezTo>
                  <a:cubicBezTo>
                    <a:pt x="7" y="7"/>
                    <a:pt x="0" y="19"/>
                    <a:pt x="4" y="31"/>
                  </a:cubicBezTo>
                  <a:cubicBezTo>
                    <a:pt x="8" y="42"/>
                    <a:pt x="20" y="48"/>
                    <a:pt x="31" y="45"/>
                  </a:cubicBezTo>
                  <a:cubicBezTo>
                    <a:pt x="33" y="44"/>
                    <a:pt x="34" y="43"/>
                    <a:pt x="36" y="42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5" y="63"/>
                    <a:pt x="56" y="63"/>
                    <a:pt x="57" y="62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2" y="57"/>
                    <a:pt x="63" y="56"/>
                    <a:pt x="62" y="55"/>
                  </a:cubicBezTo>
                  <a:close/>
                  <a:moveTo>
                    <a:pt x="10" y="29"/>
                  </a:moveTo>
                  <a:cubicBezTo>
                    <a:pt x="7" y="21"/>
                    <a:pt x="12" y="12"/>
                    <a:pt x="20" y="9"/>
                  </a:cubicBezTo>
                  <a:cubicBezTo>
                    <a:pt x="28" y="7"/>
                    <a:pt x="37" y="11"/>
                    <a:pt x="40" y="19"/>
                  </a:cubicBezTo>
                  <a:cubicBezTo>
                    <a:pt x="42" y="28"/>
                    <a:pt x="38" y="37"/>
                    <a:pt x="29" y="39"/>
                  </a:cubicBezTo>
                  <a:cubicBezTo>
                    <a:pt x="21" y="42"/>
                    <a:pt x="12" y="37"/>
                    <a:pt x="10" y="29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4" name="îšḻî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6E0AD21-86F9-45C2-BAD7-4A2C463B7791}"/>
                </a:ext>
              </a:extLst>
            </p:cNvPr>
            <p:cNvSpPr/>
            <p:nvPr/>
          </p:nvSpPr>
          <p:spPr bwMode="auto">
            <a:xfrm>
              <a:off x="6528423" y="1512800"/>
              <a:ext cx="68406" cy="50083"/>
            </a:xfrm>
            <a:custGeom>
              <a:avLst/>
              <a:gdLst>
                <a:gd name="T0" fmla="*/ 5 w 27"/>
                <a:gd name="T1" fmla="*/ 9 h 20"/>
                <a:gd name="T2" fmla="*/ 25 w 27"/>
                <a:gd name="T3" fmla="*/ 19 h 20"/>
                <a:gd name="T4" fmla="*/ 25 w 27"/>
                <a:gd name="T5" fmla="*/ 20 h 20"/>
                <a:gd name="T6" fmla="*/ 26 w 27"/>
                <a:gd name="T7" fmla="*/ 11 h 20"/>
                <a:gd name="T8" fmla="*/ 9 w 27"/>
                <a:gd name="T9" fmla="*/ 2 h 20"/>
                <a:gd name="T10" fmla="*/ 0 w 27"/>
                <a:gd name="T11" fmla="*/ 12 h 20"/>
                <a:gd name="T12" fmla="*/ 5 w 27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20">
                  <a:moveTo>
                    <a:pt x="5" y="9"/>
                  </a:moveTo>
                  <a:cubicBezTo>
                    <a:pt x="13" y="6"/>
                    <a:pt x="22" y="11"/>
                    <a:pt x="25" y="19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17"/>
                    <a:pt x="27" y="14"/>
                    <a:pt x="26" y="11"/>
                  </a:cubicBezTo>
                  <a:cubicBezTo>
                    <a:pt x="23" y="4"/>
                    <a:pt x="16" y="0"/>
                    <a:pt x="9" y="2"/>
                  </a:cubicBezTo>
                  <a:cubicBezTo>
                    <a:pt x="4" y="4"/>
                    <a:pt x="1" y="7"/>
                    <a:pt x="0" y="12"/>
                  </a:cubicBezTo>
                  <a:cubicBezTo>
                    <a:pt x="1" y="10"/>
                    <a:pt x="3" y="9"/>
                    <a:pt x="5" y="9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5" name="íṥ1ï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9F7857E-AF00-438A-9817-3270561285A0}"/>
                </a:ext>
              </a:extLst>
            </p:cNvPr>
            <p:cNvSpPr/>
            <p:nvPr/>
          </p:nvSpPr>
          <p:spPr bwMode="auto">
            <a:xfrm>
              <a:off x="5878568" y="2376423"/>
              <a:ext cx="155135" cy="81843"/>
            </a:xfrm>
            <a:custGeom>
              <a:avLst/>
              <a:gdLst>
                <a:gd name="T0" fmla="*/ 46 w 61"/>
                <a:gd name="T1" fmla="*/ 0 h 32"/>
                <a:gd name="T2" fmla="*/ 40 w 61"/>
                <a:gd name="T3" fmla="*/ 0 h 32"/>
                <a:gd name="T4" fmla="*/ 35 w 61"/>
                <a:gd name="T5" fmla="*/ 17 h 32"/>
                <a:gd name="T6" fmla="*/ 32 w 61"/>
                <a:gd name="T7" fmla="*/ 8 h 32"/>
                <a:gd name="T8" fmla="*/ 36 w 61"/>
                <a:gd name="T9" fmla="*/ 3 h 32"/>
                <a:gd name="T10" fmla="*/ 35 w 61"/>
                <a:gd name="T11" fmla="*/ 3 h 32"/>
                <a:gd name="T12" fmla="*/ 30 w 61"/>
                <a:gd name="T13" fmla="*/ 3 h 32"/>
                <a:gd name="T14" fmla="*/ 26 w 61"/>
                <a:gd name="T15" fmla="*/ 3 h 32"/>
                <a:gd name="T16" fmla="*/ 26 w 61"/>
                <a:gd name="T17" fmla="*/ 3 h 32"/>
                <a:gd name="T18" fmla="*/ 30 w 61"/>
                <a:gd name="T19" fmla="*/ 8 h 32"/>
                <a:gd name="T20" fmla="*/ 26 w 61"/>
                <a:gd name="T21" fmla="*/ 17 h 32"/>
                <a:gd name="T22" fmla="*/ 21 w 61"/>
                <a:gd name="T23" fmla="*/ 0 h 32"/>
                <a:gd name="T24" fmla="*/ 15 w 61"/>
                <a:gd name="T25" fmla="*/ 0 h 32"/>
                <a:gd name="T26" fmla="*/ 0 w 61"/>
                <a:gd name="T27" fmla="*/ 15 h 32"/>
                <a:gd name="T28" fmla="*/ 0 w 61"/>
                <a:gd name="T29" fmla="*/ 32 h 32"/>
                <a:gd name="T30" fmla="*/ 61 w 61"/>
                <a:gd name="T31" fmla="*/ 32 h 32"/>
                <a:gd name="T32" fmla="*/ 61 w 61"/>
                <a:gd name="T33" fmla="*/ 15 h 32"/>
                <a:gd name="T34" fmla="*/ 46 w 61"/>
                <a:gd name="T3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1" h="32">
                  <a:moveTo>
                    <a:pt x="46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3"/>
                    <a:pt x="32" y="3"/>
                    <a:pt x="30" y="3"/>
                  </a:cubicBezTo>
                  <a:cubicBezTo>
                    <a:pt x="29" y="3"/>
                    <a:pt x="27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1" y="7"/>
                    <a:pt x="55" y="0"/>
                    <a:pt x="46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6" name="isľí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1AB6356-4957-4C5E-A742-72B07468E9B8}"/>
                </a:ext>
              </a:extLst>
            </p:cNvPr>
            <p:cNvSpPr/>
            <p:nvPr/>
          </p:nvSpPr>
          <p:spPr bwMode="auto">
            <a:xfrm>
              <a:off x="5909106" y="2277479"/>
              <a:ext cx="94058" cy="98944"/>
            </a:xfrm>
            <a:custGeom>
              <a:avLst/>
              <a:gdLst>
                <a:gd name="T0" fmla="*/ 34 w 37"/>
                <a:gd name="T1" fmla="*/ 14 h 39"/>
                <a:gd name="T2" fmla="*/ 19 w 37"/>
                <a:gd name="T3" fmla="*/ 0 h 39"/>
                <a:gd name="T4" fmla="*/ 3 w 37"/>
                <a:gd name="T5" fmla="*/ 14 h 39"/>
                <a:gd name="T6" fmla="*/ 0 w 37"/>
                <a:gd name="T7" fmla="*/ 19 h 39"/>
                <a:gd name="T8" fmla="*/ 4 w 37"/>
                <a:gd name="T9" fmla="*/ 25 h 39"/>
                <a:gd name="T10" fmla="*/ 5 w 37"/>
                <a:gd name="T11" fmla="*/ 25 h 39"/>
                <a:gd name="T12" fmla="*/ 19 w 37"/>
                <a:gd name="T13" fmla="*/ 39 h 39"/>
                <a:gd name="T14" fmla="*/ 33 w 37"/>
                <a:gd name="T15" fmla="*/ 25 h 39"/>
                <a:gd name="T16" fmla="*/ 33 w 37"/>
                <a:gd name="T17" fmla="*/ 25 h 39"/>
                <a:gd name="T18" fmla="*/ 37 w 37"/>
                <a:gd name="T19" fmla="*/ 19 h 39"/>
                <a:gd name="T20" fmla="*/ 34 w 37"/>
                <a:gd name="T21" fmla="*/ 14 h 39"/>
                <a:gd name="T22" fmla="*/ 29 w 37"/>
                <a:gd name="T23" fmla="*/ 16 h 39"/>
                <a:gd name="T24" fmla="*/ 27 w 37"/>
                <a:gd name="T25" fmla="*/ 16 h 39"/>
                <a:gd name="T26" fmla="*/ 27 w 37"/>
                <a:gd name="T27" fmla="*/ 18 h 39"/>
                <a:gd name="T28" fmla="*/ 28 w 37"/>
                <a:gd name="T29" fmla="*/ 19 h 39"/>
                <a:gd name="T30" fmla="*/ 29 w 37"/>
                <a:gd name="T31" fmla="*/ 20 h 39"/>
                <a:gd name="T32" fmla="*/ 27 w 37"/>
                <a:gd name="T33" fmla="*/ 23 h 39"/>
                <a:gd name="T34" fmla="*/ 26 w 37"/>
                <a:gd name="T35" fmla="*/ 23 h 39"/>
                <a:gd name="T36" fmla="*/ 25 w 37"/>
                <a:gd name="T37" fmla="*/ 22 h 39"/>
                <a:gd name="T38" fmla="*/ 23 w 37"/>
                <a:gd name="T39" fmla="*/ 23 h 39"/>
                <a:gd name="T40" fmla="*/ 24 w 37"/>
                <a:gd name="T41" fmla="*/ 25 h 39"/>
                <a:gd name="T42" fmla="*/ 23 w 37"/>
                <a:gd name="T43" fmla="*/ 25 h 39"/>
                <a:gd name="T44" fmla="*/ 20 w 37"/>
                <a:gd name="T45" fmla="*/ 26 h 39"/>
                <a:gd name="T46" fmla="*/ 19 w 37"/>
                <a:gd name="T47" fmla="*/ 26 h 39"/>
                <a:gd name="T48" fmla="*/ 19 w 37"/>
                <a:gd name="T49" fmla="*/ 24 h 39"/>
                <a:gd name="T50" fmla="*/ 17 w 37"/>
                <a:gd name="T51" fmla="*/ 24 h 39"/>
                <a:gd name="T52" fmla="*/ 16 w 37"/>
                <a:gd name="T53" fmla="*/ 25 h 39"/>
                <a:gd name="T54" fmla="*/ 15 w 37"/>
                <a:gd name="T55" fmla="*/ 26 h 39"/>
                <a:gd name="T56" fmla="*/ 12 w 37"/>
                <a:gd name="T57" fmla="*/ 24 h 39"/>
                <a:gd name="T58" fmla="*/ 12 w 37"/>
                <a:gd name="T59" fmla="*/ 23 h 39"/>
                <a:gd name="T60" fmla="*/ 13 w 37"/>
                <a:gd name="T61" fmla="*/ 22 h 39"/>
                <a:gd name="T62" fmla="*/ 12 w 37"/>
                <a:gd name="T63" fmla="*/ 20 h 39"/>
                <a:gd name="T64" fmla="*/ 10 w 37"/>
                <a:gd name="T65" fmla="*/ 21 h 39"/>
                <a:gd name="T66" fmla="*/ 9 w 37"/>
                <a:gd name="T67" fmla="*/ 20 h 39"/>
                <a:gd name="T68" fmla="*/ 8 w 37"/>
                <a:gd name="T69" fmla="*/ 17 h 39"/>
                <a:gd name="T70" fmla="*/ 9 w 37"/>
                <a:gd name="T71" fmla="*/ 16 h 39"/>
                <a:gd name="T72" fmla="*/ 10 w 37"/>
                <a:gd name="T73" fmla="*/ 16 h 39"/>
                <a:gd name="T74" fmla="*/ 11 w 37"/>
                <a:gd name="T75" fmla="*/ 14 h 39"/>
                <a:gd name="T76" fmla="*/ 9 w 37"/>
                <a:gd name="T77" fmla="*/ 13 h 39"/>
                <a:gd name="T78" fmla="*/ 9 w 37"/>
                <a:gd name="T79" fmla="*/ 12 h 39"/>
                <a:gd name="T80" fmla="*/ 11 w 37"/>
                <a:gd name="T81" fmla="*/ 9 h 39"/>
                <a:gd name="T82" fmla="*/ 12 w 37"/>
                <a:gd name="T83" fmla="*/ 9 h 39"/>
                <a:gd name="T84" fmla="*/ 13 w 37"/>
                <a:gd name="T85" fmla="*/ 10 h 39"/>
                <a:gd name="T86" fmla="*/ 15 w 37"/>
                <a:gd name="T87" fmla="*/ 9 h 39"/>
                <a:gd name="T88" fmla="*/ 14 w 37"/>
                <a:gd name="T89" fmla="*/ 8 h 39"/>
                <a:gd name="T90" fmla="*/ 14 w 37"/>
                <a:gd name="T91" fmla="*/ 7 h 39"/>
                <a:gd name="T92" fmla="*/ 18 w 37"/>
                <a:gd name="T93" fmla="*/ 6 h 39"/>
                <a:gd name="T94" fmla="*/ 19 w 37"/>
                <a:gd name="T95" fmla="*/ 6 h 39"/>
                <a:gd name="T96" fmla="*/ 19 w 37"/>
                <a:gd name="T97" fmla="*/ 8 h 39"/>
                <a:gd name="T98" fmla="*/ 21 w 37"/>
                <a:gd name="T99" fmla="*/ 8 h 39"/>
                <a:gd name="T100" fmla="*/ 21 w 37"/>
                <a:gd name="T101" fmla="*/ 7 h 39"/>
                <a:gd name="T102" fmla="*/ 22 w 37"/>
                <a:gd name="T103" fmla="*/ 6 h 39"/>
                <a:gd name="T104" fmla="*/ 25 w 37"/>
                <a:gd name="T105" fmla="*/ 8 h 39"/>
                <a:gd name="T106" fmla="*/ 26 w 37"/>
                <a:gd name="T107" fmla="*/ 9 h 39"/>
                <a:gd name="T108" fmla="*/ 25 w 37"/>
                <a:gd name="T109" fmla="*/ 10 h 39"/>
                <a:gd name="T110" fmla="*/ 26 w 37"/>
                <a:gd name="T111" fmla="*/ 12 h 39"/>
                <a:gd name="T112" fmla="*/ 27 w 37"/>
                <a:gd name="T113" fmla="*/ 11 h 39"/>
                <a:gd name="T114" fmla="*/ 28 w 37"/>
                <a:gd name="T115" fmla="*/ 12 h 39"/>
                <a:gd name="T116" fmla="*/ 29 w 37"/>
                <a:gd name="T117" fmla="*/ 15 h 39"/>
                <a:gd name="T118" fmla="*/ 29 w 37"/>
                <a:gd name="T119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" h="39">
                  <a:moveTo>
                    <a:pt x="34" y="14"/>
                  </a:moveTo>
                  <a:cubicBezTo>
                    <a:pt x="34" y="4"/>
                    <a:pt x="27" y="0"/>
                    <a:pt x="19" y="0"/>
                  </a:cubicBezTo>
                  <a:cubicBezTo>
                    <a:pt x="11" y="0"/>
                    <a:pt x="4" y="4"/>
                    <a:pt x="3" y="14"/>
                  </a:cubicBezTo>
                  <a:cubicBezTo>
                    <a:pt x="1" y="15"/>
                    <a:pt x="0" y="17"/>
                    <a:pt x="0" y="19"/>
                  </a:cubicBezTo>
                  <a:cubicBezTo>
                    <a:pt x="0" y="22"/>
                    <a:pt x="2" y="25"/>
                    <a:pt x="4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7" y="33"/>
                    <a:pt x="13" y="39"/>
                    <a:pt x="19" y="39"/>
                  </a:cubicBezTo>
                  <a:cubicBezTo>
                    <a:pt x="25" y="39"/>
                    <a:pt x="30" y="33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5" y="25"/>
                    <a:pt x="37" y="22"/>
                    <a:pt x="37" y="19"/>
                  </a:cubicBezTo>
                  <a:cubicBezTo>
                    <a:pt x="37" y="17"/>
                    <a:pt x="36" y="15"/>
                    <a:pt x="34" y="14"/>
                  </a:cubicBezTo>
                  <a:close/>
                  <a:moveTo>
                    <a:pt x="29" y="16"/>
                  </a:moveTo>
                  <a:cubicBezTo>
                    <a:pt x="27" y="16"/>
                    <a:pt x="27" y="16"/>
                    <a:pt x="27" y="16"/>
                  </a:cubicBezTo>
                  <a:cubicBezTo>
                    <a:pt x="27" y="17"/>
                    <a:pt x="27" y="17"/>
                    <a:pt x="27" y="18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20"/>
                  </a:cubicBezTo>
                  <a:cubicBezTo>
                    <a:pt x="28" y="21"/>
                    <a:pt x="27" y="22"/>
                    <a:pt x="27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3" y="23"/>
                    <a:pt x="23" y="23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3" y="25"/>
                  </a:cubicBezTo>
                  <a:cubicBezTo>
                    <a:pt x="22" y="26"/>
                    <a:pt x="21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4"/>
                    <a:pt x="17" y="24"/>
                    <a:pt x="17" y="24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6"/>
                    <a:pt x="16" y="26"/>
                    <a:pt x="15" y="26"/>
                  </a:cubicBezTo>
                  <a:cubicBezTo>
                    <a:pt x="14" y="25"/>
                    <a:pt x="13" y="25"/>
                    <a:pt x="12" y="24"/>
                  </a:cubicBezTo>
                  <a:cubicBezTo>
                    <a:pt x="12" y="24"/>
                    <a:pt x="12" y="23"/>
                    <a:pt x="12" y="2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1"/>
                    <a:pt x="12" y="21"/>
                    <a:pt x="12" y="20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9" y="21"/>
                    <a:pt x="9" y="20"/>
                  </a:cubicBezTo>
                  <a:cubicBezTo>
                    <a:pt x="9" y="19"/>
                    <a:pt x="8" y="18"/>
                    <a:pt x="8" y="17"/>
                  </a:cubicBezTo>
                  <a:cubicBezTo>
                    <a:pt x="8" y="16"/>
                    <a:pt x="9" y="16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5"/>
                    <a:pt x="11" y="15"/>
                    <a:pt x="11" y="14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3"/>
                    <a:pt x="9" y="12"/>
                  </a:cubicBezTo>
                  <a:cubicBezTo>
                    <a:pt x="9" y="11"/>
                    <a:pt x="10" y="10"/>
                    <a:pt x="11" y="9"/>
                  </a:cubicBezTo>
                  <a:cubicBezTo>
                    <a:pt x="11" y="9"/>
                    <a:pt x="12" y="9"/>
                    <a:pt x="12" y="9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10"/>
                    <a:pt x="14" y="9"/>
                    <a:pt x="15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5" y="6"/>
                    <a:pt x="17" y="6"/>
                    <a:pt x="18" y="6"/>
                  </a:cubicBezTo>
                  <a:cubicBezTo>
                    <a:pt x="18" y="6"/>
                    <a:pt x="19" y="6"/>
                    <a:pt x="19" y="6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6"/>
                    <a:pt x="22" y="6"/>
                    <a:pt x="22" y="6"/>
                  </a:cubicBezTo>
                  <a:cubicBezTo>
                    <a:pt x="23" y="7"/>
                    <a:pt x="24" y="7"/>
                    <a:pt x="25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1"/>
                    <a:pt x="25" y="11"/>
                    <a:pt x="26" y="12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8" y="11"/>
                    <a:pt x="28" y="11"/>
                    <a:pt x="28" y="12"/>
                  </a:cubicBezTo>
                  <a:cubicBezTo>
                    <a:pt x="29" y="13"/>
                    <a:pt x="29" y="14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7" name="í$ļï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7F017D9-CA73-4139-A8A8-5B433DAE1D64}"/>
                </a:ext>
              </a:extLst>
            </p:cNvPr>
            <p:cNvSpPr/>
            <p:nvPr/>
          </p:nvSpPr>
          <p:spPr bwMode="auto">
            <a:xfrm>
              <a:off x="5944530" y="2308018"/>
              <a:ext cx="23209" cy="20766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8" name="îṥḷí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DE24448-EB6D-4471-BA7A-F56498B5F8CA}"/>
                </a:ext>
              </a:extLst>
            </p:cNvPr>
            <p:cNvSpPr/>
            <p:nvPr/>
          </p:nvSpPr>
          <p:spPr bwMode="auto">
            <a:xfrm>
              <a:off x="6061797" y="3626050"/>
              <a:ext cx="205217" cy="205217"/>
            </a:xfrm>
            <a:custGeom>
              <a:avLst/>
              <a:gdLst>
                <a:gd name="T0" fmla="*/ 61 w 81"/>
                <a:gd name="T1" fmla="*/ 67 h 81"/>
                <a:gd name="T2" fmla="*/ 54 w 81"/>
                <a:gd name="T3" fmla="*/ 72 h 81"/>
                <a:gd name="T4" fmla="*/ 57 w 81"/>
                <a:gd name="T5" fmla="*/ 68 h 81"/>
                <a:gd name="T6" fmla="*/ 53 w 81"/>
                <a:gd name="T7" fmla="*/ 68 h 81"/>
                <a:gd name="T8" fmla="*/ 50 w 81"/>
                <a:gd name="T9" fmla="*/ 68 h 81"/>
                <a:gd name="T10" fmla="*/ 40 w 81"/>
                <a:gd name="T11" fmla="*/ 75 h 81"/>
                <a:gd name="T12" fmla="*/ 26 w 81"/>
                <a:gd name="T13" fmla="*/ 57 h 81"/>
                <a:gd name="T14" fmla="*/ 33 w 81"/>
                <a:gd name="T15" fmla="*/ 57 h 81"/>
                <a:gd name="T16" fmla="*/ 31 w 81"/>
                <a:gd name="T17" fmla="*/ 52 h 81"/>
                <a:gd name="T18" fmla="*/ 31 w 81"/>
                <a:gd name="T19" fmla="*/ 51 h 81"/>
                <a:gd name="T20" fmla="*/ 25 w 81"/>
                <a:gd name="T21" fmla="*/ 51 h 81"/>
                <a:gd name="T22" fmla="*/ 24 w 81"/>
                <a:gd name="T23" fmla="*/ 40 h 81"/>
                <a:gd name="T24" fmla="*/ 25 w 81"/>
                <a:gd name="T25" fmla="*/ 31 h 81"/>
                <a:gd name="T26" fmla="*/ 35 w 81"/>
                <a:gd name="T27" fmla="*/ 31 h 81"/>
                <a:gd name="T28" fmla="*/ 42 w 81"/>
                <a:gd name="T29" fmla="*/ 25 h 81"/>
                <a:gd name="T30" fmla="*/ 26 w 81"/>
                <a:gd name="T31" fmla="*/ 25 h 81"/>
                <a:gd name="T32" fmla="*/ 40 w 81"/>
                <a:gd name="T33" fmla="*/ 6 h 81"/>
                <a:gd name="T34" fmla="*/ 54 w 81"/>
                <a:gd name="T35" fmla="*/ 23 h 81"/>
                <a:gd name="T36" fmla="*/ 61 w 81"/>
                <a:gd name="T37" fmla="*/ 24 h 81"/>
                <a:gd name="T38" fmla="*/ 54 w 81"/>
                <a:gd name="T39" fmla="*/ 9 h 81"/>
                <a:gd name="T40" fmla="*/ 71 w 81"/>
                <a:gd name="T41" fmla="*/ 25 h 81"/>
                <a:gd name="T42" fmla="*/ 63 w 81"/>
                <a:gd name="T43" fmla="*/ 25 h 81"/>
                <a:gd name="T44" fmla="*/ 70 w 81"/>
                <a:gd name="T45" fmla="*/ 31 h 81"/>
                <a:gd name="T46" fmla="*/ 73 w 81"/>
                <a:gd name="T47" fmla="*/ 31 h 81"/>
                <a:gd name="T48" fmla="*/ 75 w 81"/>
                <a:gd name="T49" fmla="*/ 40 h 81"/>
                <a:gd name="T50" fmla="*/ 75 w 81"/>
                <a:gd name="T51" fmla="*/ 41 h 81"/>
                <a:gd name="T52" fmla="*/ 74 w 81"/>
                <a:gd name="T53" fmla="*/ 53 h 81"/>
                <a:gd name="T54" fmla="*/ 77 w 81"/>
                <a:gd name="T55" fmla="*/ 57 h 81"/>
                <a:gd name="T56" fmla="*/ 77 w 81"/>
                <a:gd name="T57" fmla="*/ 57 h 81"/>
                <a:gd name="T58" fmla="*/ 78 w 81"/>
                <a:gd name="T59" fmla="*/ 57 h 81"/>
                <a:gd name="T60" fmla="*/ 78 w 81"/>
                <a:gd name="T61" fmla="*/ 56 h 81"/>
                <a:gd name="T62" fmla="*/ 81 w 81"/>
                <a:gd name="T63" fmla="*/ 40 h 81"/>
                <a:gd name="T64" fmla="*/ 40 w 81"/>
                <a:gd name="T65" fmla="*/ 0 h 81"/>
                <a:gd name="T66" fmla="*/ 0 w 81"/>
                <a:gd name="T67" fmla="*/ 40 h 81"/>
                <a:gd name="T68" fmla="*/ 40 w 81"/>
                <a:gd name="T69" fmla="*/ 81 h 81"/>
                <a:gd name="T70" fmla="*/ 66 w 81"/>
                <a:gd name="T71" fmla="*/ 72 h 81"/>
                <a:gd name="T72" fmla="*/ 61 w 81"/>
                <a:gd name="T73" fmla="*/ 67 h 81"/>
                <a:gd name="T74" fmla="*/ 26 w 81"/>
                <a:gd name="T75" fmla="*/ 9 h 81"/>
                <a:gd name="T76" fmla="*/ 20 w 81"/>
                <a:gd name="T77" fmla="*/ 25 h 81"/>
                <a:gd name="T78" fmla="*/ 10 w 81"/>
                <a:gd name="T79" fmla="*/ 25 h 81"/>
                <a:gd name="T80" fmla="*/ 26 w 81"/>
                <a:gd name="T81" fmla="*/ 9 h 81"/>
                <a:gd name="T82" fmla="*/ 6 w 81"/>
                <a:gd name="T83" fmla="*/ 40 h 81"/>
                <a:gd name="T84" fmla="*/ 7 w 81"/>
                <a:gd name="T85" fmla="*/ 31 h 81"/>
                <a:gd name="T86" fmla="*/ 19 w 81"/>
                <a:gd name="T87" fmla="*/ 31 h 81"/>
                <a:gd name="T88" fmla="*/ 18 w 81"/>
                <a:gd name="T89" fmla="*/ 40 h 81"/>
                <a:gd name="T90" fmla="*/ 19 w 81"/>
                <a:gd name="T91" fmla="*/ 51 h 81"/>
                <a:gd name="T92" fmla="*/ 8 w 81"/>
                <a:gd name="T93" fmla="*/ 51 h 81"/>
                <a:gd name="T94" fmla="*/ 6 w 81"/>
                <a:gd name="T95" fmla="*/ 40 h 81"/>
                <a:gd name="T96" fmla="*/ 10 w 81"/>
                <a:gd name="T97" fmla="*/ 57 h 81"/>
                <a:gd name="T98" fmla="*/ 20 w 81"/>
                <a:gd name="T99" fmla="*/ 57 h 81"/>
                <a:gd name="T100" fmla="*/ 26 w 81"/>
                <a:gd name="T101" fmla="*/ 72 h 81"/>
                <a:gd name="T102" fmla="*/ 10 w 81"/>
                <a:gd name="T10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1" h="81">
                  <a:moveTo>
                    <a:pt x="61" y="67"/>
                  </a:moveTo>
                  <a:cubicBezTo>
                    <a:pt x="59" y="69"/>
                    <a:pt x="57" y="70"/>
                    <a:pt x="54" y="72"/>
                  </a:cubicBezTo>
                  <a:cubicBezTo>
                    <a:pt x="55" y="70"/>
                    <a:pt x="56" y="69"/>
                    <a:pt x="57" y="68"/>
                  </a:cubicBezTo>
                  <a:cubicBezTo>
                    <a:pt x="55" y="68"/>
                    <a:pt x="54" y="68"/>
                    <a:pt x="53" y="68"/>
                  </a:cubicBezTo>
                  <a:cubicBezTo>
                    <a:pt x="52" y="68"/>
                    <a:pt x="51" y="68"/>
                    <a:pt x="50" y="68"/>
                  </a:cubicBezTo>
                  <a:cubicBezTo>
                    <a:pt x="47" y="72"/>
                    <a:pt x="44" y="75"/>
                    <a:pt x="40" y="75"/>
                  </a:cubicBezTo>
                  <a:cubicBezTo>
                    <a:pt x="35" y="75"/>
                    <a:pt x="29" y="67"/>
                    <a:pt x="26" y="57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2" y="55"/>
                    <a:pt x="32" y="54"/>
                    <a:pt x="31" y="52"/>
                  </a:cubicBezTo>
                  <a:cubicBezTo>
                    <a:pt x="31" y="52"/>
                    <a:pt x="31" y="51"/>
                    <a:pt x="31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47"/>
                    <a:pt x="24" y="44"/>
                    <a:pt x="24" y="40"/>
                  </a:cubicBezTo>
                  <a:cubicBezTo>
                    <a:pt x="24" y="37"/>
                    <a:pt x="24" y="34"/>
                    <a:pt x="25" y="31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7" y="29"/>
                    <a:pt x="40" y="27"/>
                    <a:pt x="42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9" y="14"/>
                    <a:pt x="35" y="6"/>
                    <a:pt x="40" y="6"/>
                  </a:cubicBezTo>
                  <a:cubicBezTo>
                    <a:pt x="46" y="6"/>
                    <a:pt x="51" y="13"/>
                    <a:pt x="54" y="23"/>
                  </a:cubicBezTo>
                  <a:cubicBezTo>
                    <a:pt x="56" y="23"/>
                    <a:pt x="59" y="24"/>
                    <a:pt x="61" y="24"/>
                  </a:cubicBezTo>
                  <a:cubicBezTo>
                    <a:pt x="59" y="18"/>
                    <a:pt x="57" y="13"/>
                    <a:pt x="54" y="9"/>
                  </a:cubicBezTo>
                  <a:cubicBezTo>
                    <a:pt x="62" y="12"/>
                    <a:pt x="68" y="18"/>
                    <a:pt x="71" y="25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6" y="27"/>
                    <a:pt x="68" y="29"/>
                    <a:pt x="70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4" y="34"/>
                    <a:pt x="75" y="37"/>
                    <a:pt x="75" y="40"/>
                  </a:cubicBezTo>
                  <a:cubicBezTo>
                    <a:pt x="75" y="41"/>
                    <a:pt x="75" y="41"/>
                    <a:pt x="75" y="41"/>
                  </a:cubicBezTo>
                  <a:cubicBezTo>
                    <a:pt x="75" y="45"/>
                    <a:pt x="75" y="49"/>
                    <a:pt x="74" y="53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8" y="57"/>
                    <a:pt x="78" y="57"/>
                    <a:pt x="78" y="57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0" y="51"/>
                    <a:pt x="81" y="46"/>
                    <a:pt x="81" y="40"/>
                  </a:cubicBezTo>
                  <a:cubicBezTo>
                    <a:pt x="81" y="18"/>
                    <a:pt x="63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3"/>
                    <a:pt x="18" y="81"/>
                    <a:pt x="40" y="81"/>
                  </a:cubicBezTo>
                  <a:cubicBezTo>
                    <a:pt x="50" y="81"/>
                    <a:pt x="59" y="77"/>
                    <a:pt x="66" y="72"/>
                  </a:cubicBezTo>
                  <a:lnTo>
                    <a:pt x="61" y="67"/>
                  </a:lnTo>
                  <a:close/>
                  <a:moveTo>
                    <a:pt x="26" y="9"/>
                  </a:moveTo>
                  <a:cubicBezTo>
                    <a:pt x="23" y="13"/>
                    <a:pt x="21" y="19"/>
                    <a:pt x="2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3" y="18"/>
                    <a:pt x="19" y="12"/>
                    <a:pt x="26" y="9"/>
                  </a:cubicBezTo>
                  <a:close/>
                  <a:moveTo>
                    <a:pt x="6" y="40"/>
                  </a:moveTo>
                  <a:cubicBezTo>
                    <a:pt x="6" y="37"/>
                    <a:pt x="7" y="34"/>
                    <a:pt x="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34"/>
                    <a:pt x="18" y="37"/>
                    <a:pt x="18" y="40"/>
                  </a:cubicBezTo>
                  <a:cubicBezTo>
                    <a:pt x="18" y="44"/>
                    <a:pt x="18" y="47"/>
                    <a:pt x="19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47"/>
                    <a:pt x="6" y="44"/>
                    <a:pt x="6" y="40"/>
                  </a:cubicBezTo>
                  <a:close/>
                  <a:moveTo>
                    <a:pt x="10" y="57"/>
                  </a:moveTo>
                  <a:cubicBezTo>
                    <a:pt x="20" y="57"/>
                    <a:pt x="20" y="57"/>
                    <a:pt x="20" y="57"/>
                  </a:cubicBezTo>
                  <a:cubicBezTo>
                    <a:pt x="21" y="62"/>
                    <a:pt x="24" y="68"/>
                    <a:pt x="26" y="72"/>
                  </a:cubicBezTo>
                  <a:cubicBezTo>
                    <a:pt x="20" y="68"/>
                    <a:pt x="14" y="63"/>
                    <a:pt x="10" y="5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9" name="ïṡl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718CD90-C770-4B5C-9353-C720E8C96B01}"/>
                </a:ext>
              </a:extLst>
            </p:cNvPr>
            <p:cNvSpPr/>
            <p:nvPr/>
          </p:nvSpPr>
          <p:spPr bwMode="auto">
            <a:xfrm>
              <a:off x="6144862" y="3692013"/>
              <a:ext cx="127039" cy="129482"/>
            </a:xfrm>
            <a:custGeom>
              <a:avLst/>
              <a:gdLst>
                <a:gd name="T0" fmla="*/ 50 w 50"/>
                <a:gd name="T1" fmla="*/ 45 h 51"/>
                <a:gd name="T2" fmla="*/ 35 w 50"/>
                <a:gd name="T3" fmla="*/ 28 h 51"/>
                <a:gd name="T4" fmla="*/ 35 w 50"/>
                <a:gd name="T5" fmla="*/ 28 h 51"/>
                <a:gd name="T6" fmla="*/ 36 w 50"/>
                <a:gd name="T7" fmla="*/ 14 h 51"/>
                <a:gd name="T8" fmla="*/ 14 w 50"/>
                <a:gd name="T9" fmla="*/ 3 h 51"/>
                <a:gd name="T10" fmla="*/ 3 w 50"/>
                <a:gd name="T11" fmla="*/ 25 h 51"/>
                <a:gd name="T12" fmla="*/ 25 w 50"/>
                <a:gd name="T13" fmla="*/ 36 h 51"/>
                <a:gd name="T14" fmla="*/ 29 w 50"/>
                <a:gd name="T15" fmla="*/ 34 h 51"/>
                <a:gd name="T16" fmla="*/ 44 w 50"/>
                <a:gd name="T17" fmla="*/ 50 h 51"/>
                <a:gd name="T18" fmla="*/ 46 w 50"/>
                <a:gd name="T19" fmla="*/ 50 h 51"/>
                <a:gd name="T20" fmla="*/ 49 w 50"/>
                <a:gd name="T21" fmla="*/ 47 h 51"/>
                <a:gd name="T22" fmla="*/ 50 w 50"/>
                <a:gd name="T23" fmla="*/ 45 h 51"/>
                <a:gd name="T24" fmla="*/ 7 w 50"/>
                <a:gd name="T25" fmla="*/ 23 h 51"/>
                <a:gd name="T26" fmla="*/ 16 w 50"/>
                <a:gd name="T27" fmla="*/ 7 h 51"/>
                <a:gd name="T28" fmla="*/ 32 w 50"/>
                <a:gd name="T29" fmla="*/ 16 h 51"/>
                <a:gd name="T30" fmla="*/ 23 w 50"/>
                <a:gd name="T31" fmla="*/ 32 h 51"/>
                <a:gd name="T32" fmla="*/ 7 w 50"/>
                <a:gd name="T33" fmla="*/ 2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51">
                  <a:moveTo>
                    <a:pt x="50" y="45"/>
                  </a:moveTo>
                  <a:cubicBezTo>
                    <a:pt x="35" y="28"/>
                    <a:pt x="35" y="28"/>
                    <a:pt x="35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7" y="24"/>
                    <a:pt x="38" y="19"/>
                    <a:pt x="36" y="14"/>
                  </a:cubicBezTo>
                  <a:cubicBezTo>
                    <a:pt x="33" y="5"/>
                    <a:pt x="24" y="0"/>
                    <a:pt x="14" y="3"/>
                  </a:cubicBezTo>
                  <a:cubicBezTo>
                    <a:pt x="5" y="6"/>
                    <a:pt x="0" y="15"/>
                    <a:pt x="3" y="25"/>
                  </a:cubicBezTo>
                  <a:cubicBezTo>
                    <a:pt x="6" y="34"/>
                    <a:pt x="16" y="39"/>
                    <a:pt x="25" y="36"/>
                  </a:cubicBezTo>
                  <a:cubicBezTo>
                    <a:pt x="26" y="36"/>
                    <a:pt x="28" y="35"/>
                    <a:pt x="29" y="34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4" y="51"/>
                    <a:pt x="45" y="51"/>
                    <a:pt x="46" y="50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0" y="46"/>
                    <a:pt x="50" y="45"/>
                    <a:pt x="50" y="45"/>
                  </a:cubicBezTo>
                  <a:close/>
                  <a:moveTo>
                    <a:pt x="7" y="23"/>
                  </a:moveTo>
                  <a:cubicBezTo>
                    <a:pt x="5" y="17"/>
                    <a:pt x="9" y="9"/>
                    <a:pt x="16" y="7"/>
                  </a:cubicBezTo>
                  <a:cubicBezTo>
                    <a:pt x="22" y="5"/>
                    <a:pt x="30" y="9"/>
                    <a:pt x="32" y="16"/>
                  </a:cubicBezTo>
                  <a:cubicBezTo>
                    <a:pt x="34" y="22"/>
                    <a:pt x="30" y="30"/>
                    <a:pt x="23" y="32"/>
                  </a:cubicBezTo>
                  <a:cubicBezTo>
                    <a:pt x="17" y="34"/>
                    <a:pt x="9" y="30"/>
                    <a:pt x="7" y="2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0" name="iṩ1í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518C228-3C7C-42E2-A72D-229A36CFA0DD}"/>
                </a:ext>
              </a:extLst>
            </p:cNvPr>
            <p:cNvSpPr/>
            <p:nvPr/>
          </p:nvSpPr>
          <p:spPr bwMode="auto">
            <a:xfrm>
              <a:off x="6168070" y="3709114"/>
              <a:ext cx="56190" cy="41532"/>
            </a:xfrm>
            <a:custGeom>
              <a:avLst/>
              <a:gdLst>
                <a:gd name="T0" fmla="*/ 4 w 22"/>
                <a:gd name="T1" fmla="*/ 7 h 16"/>
                <a:gd name="T2" fmla="*/ 21 w 22"/>
                <a:gd name="T3" fmla="*/ 16 h 16"/>
                <a:gd name="T4" fmla="*/ 21 w 22"/>
                <a:gd name="T5" fmla="*/ 16 h 16"/>
                <a:gd name="T6" fmla="*/ 21 w 22"/>
                <a:gd name="T7" fmla="*/ 9 h 16"/>
                <a:gd name="T8" fmla="*/ 7 w 22"/>
                <a:gd name="T9" fmla="*/ 2 h 16"/>
                <a:gd name="T10" fmla="*/ 0 w 22"/>
                <a:gd name="T11" fmla="*/ 10 h 16"/>
                <a:gd name="T12" fmla="*/ 4 w 22"/>
                <a:gd name="T13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16">
                  <a:moveTo>
                    <a:pt x="4" y="7"/>
                  </a:moveTo>
                  <a:cubicBezTo>
                    <a:pt x="11" y="5"/>
                    <a:pt x="19" y="9"/>
                    <a:pt x="2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2" y="14"/>
                    <a:pt x="22" y="12"/>
                    <a:pt x="21" y="9"/>
                  </a:cubicBezTo>
                  <a:cubicBezTo>
                    <a:pt x="19" y="3"/>
                    <a:pt x="13" y="0"/>
                    <a:pt x="7" y="2"/>
                  </a:cubicBezTo>
                  <a:cubicBezTo>
                    <a:pt x="4" y="3"/>
                    <a:pt x="1" y="6"/>
                    <a:pt x="0" y="10"/>
                  </a:cubicBezTo>
                  <a:cubicBezTo>
                    <a:pt x="1" y="9"/>
                    <a:pt x="3" y="8"/>
                    <a:pt x="4" y="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1" name="iśḷi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7A585F1-4A79-4F43-99E3-457DFE0A1198}"/>
                </a:ext>
              </a:extLst>
            </p:cNvPr>
            <p:cNvSpPr/>
            <p:nvPr/>
          </p:nvSpPr>
          <p:spPr bwMode="auto">
            <a:xfrm>
              <a:off x="6577284" y="3156982"/>
              <a:ext cx="42754" cy="42754"/>
            </a:xfrm>
            <a:custGeom>
              <a:avLst/>
              <a:gdLst>
                <a:gd name="T0" fmla="*/ 15 w 17"/>
                <a:gd name="T1" fmla="*/ 6 h 17"/>
                <a:gd name="T2" fmla="*/ 9 w 17"/>
                <a:gd name="T3" fmla="*/ 0 h 17"/>
                <a:gd name="T4" fmla="*/ 2 w 17"/>
                <a:gd name="T5" fmla="*/ 6 h 17"/>
                <a:gd name="T6" fmla="*/ 0 w 17"/>
                <a:gd name="T7" fmla="*/ 8 h 17"/>
                <a:gd name="T8" fmla="*/ 2 w 17"/>
                <a:gd name="T9" fmla="*/ 11 h 17"/>
                <a:gd name="T10" fmla="*/ 2 w 17"/>
                <a:gd name="T11" fmla="*/ 11 h 17"/>
                <a:gd name="T12" fmla="*/ 9 w 17"/>
                <a:gd name="T13" fmla="*/ 17 h 17"/>
                <a:gd name="T14" fmla="*/ 15 w 17"/>
                <a:gd name="T15" fmla="*/ 11 h 17"/>
                <a:gd name="T16" fmla="*/ 15 w 17"/>
                <a:gd name="T17" fmla="*/ 11 h 17"/>
                <a:gd name="T18" fmla="*/ 17 w 17"/>
                <a:gd name="T19" fmla="*/ 8 h 17"/>
                <a:gd name="T20" fmla="*/ 15 w 17"/>
                <a:gd name="T21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17">
                  <a:moveTo>
                    <a:pt x="15" y="6"/>
                  </a:moveTo>
                  <a:cubicBezTo>
                    <a:pt x="15" y="2"/>
                    <a:pt x="12" y="0"/>
                    <a:pt x="9" y="0"/>
                  </a:cubicBezTo>
                  <a:cubicBezTo>
                    <a:pt x="5" y="0"/>
                    <a:pt x="2" y="2"/>
                    <a:pt x="2" y="6"/>
                  </a:cubicBezTo>
                  <a:cubicBezTo>
                    <a:pt x="1" y="6"/>
                    <a:pt x="0" y="7"/>
                    <a:pt x="0" y="8"/>
                  </a:cubicBezTo>
                  <a:cubicBezTo>
                    <a:pt x="0" y="10"/>
                    <a:pt x="1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4"/>
                    <a:pt x="6" y="17"/>
                    <a:pt x="9" y="17"/>
                  </a:cubicBezTo>
                  <a:cubicBezTo>
                    <a:pt x="11" y="17"/>
                    <a:pt x="14" y="14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11"/>
                    <a:pt x="17" y="10"/>
                    <a:pt x="17" y="8"/>
                  </a:cubicBezTo>
                  <a:cubicBezTo>
                    <a:pt x="17" y="7"/>
                    <a:pt x="16" y="6"/>
                    <a:pt x="15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2" name="íṥlí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882EC82-4C20-456D-82FB-02C8C214EE38}"/>
                </a:ext>
              </a:extLst>
            </p:cNvPr>
            <p:cNvSpPr/>
            <p:nvPr/>
          </p:nvSpPr>
          <p:spPr bwMode="auto">
            <a:xfrm>
              <a:off x="6563847" y="3199736"/>
              <a:ext cx="68406" cy="36646"/>
            </a:xfrm>
            <a:custGeom>
              <a:avLst/>
              <a:gdLst>
                <a:gd name="T0" fmla="*/ 21 w 27"/>
                <a:gd name="T1" fmla="*/ 0 h 14"/>
                <a:gd name="T2" fmla="*/ 18 w 27"/>
                <a:gd name="T3" fmla="*/ 0 h 14"/>
                <a:gd name="T4" fmla="*/ 16 w 27"/>
                <a:gd name="T5" fmla="*/ 7 h 14"/>
                <a:gd name="T6" fmla="*/ 14 w 27"/>
                <a:gd name="T7" fmla="*/ 4 h 14"/>
                <a:gd name="T8" fmla="*/ 16 w 27"/>
                <a:gd name="T9" fmla="*/ 1 h 14"/>
                <a:gd name="T10" fmla="*/ 16 w 27"/>
                <a:gd name="T11" fmla="*/ 1 h 14"/>
                <a:gd name="T12" fmla="*/ 13 w 27"/>
                <a:gd name="T13" fmla="*/ 1 h 14"/>
                <a:gd name="T14" fmla="*/ 11 w 27"/>
                <a:gd name="T15" fmla="*/ 1 h 14"/>
                <a:gd name="T16" fmla="*/ 11 w 27"/>
                <a:gd name="T17" fmla="*/ 1 h 14"/>
                <a:gd name="T18" fmla="*/ 13 w 27"/>
                <a:gd name="T19" fmla="*/ 4 h 14"/>
                <a:gd name="T20" fmla="*/ 12 w 27"/>
                <a:gd name="T21" fmla="*/ 7 h 14"/>
                <a:gd name="T22" fmla="*/ 9 w 27"/>
                <a:gd name="T23" fmla="*/ 0 h 14"/>
                <a:gd name="T24" fmla="*/ 7 w 27"/>
                <a:gd name="T25" fmla="*/ 0 h 14"/>
                <a:gd name="T26" fmla="*/ 0 w 27"/>
                <a:gd name="T27" fmla="*/ 7 h 14"/>
                <a:gd name="T28" fmla="*/ 0 w 27"/>
                <a:gd name="T29" fmla="*/ 14 h 14"/>
                <a:gd name="T30" fmla="*/ 27 w 27"/>
                <a:gd name="T31" fmla="*/ 14 h 14"/>
                <a:gd name="T32" fmla="*/ 27 w 27"/>
                <a:gd name="T33" fmla="*/ 7 h 14"/>
                <a:gd name="T34" fmla="*/ 21 w 27"/>
                <a:gd name="T3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14">
                  <a:moveTo>
                    <a:pt x="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3"/>
                    <a:pt x="24" y="0"/>
                    <a:pt x="21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3" name="ïṥ1ï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4E8A17A-F9E7-453D-804B-B852091C2DC2}"/>
                </a:ext>
              </a:extLst>
            </p:cNvPr>
            <p:cNvSpPr/>
            <p:nvPr/>
          </p:nvSpPr>
          <p:spPr bwMode="auto">
            <a:xfrm>
              <a:off x="6544302" y="3243711"/>
              <a:ext cx="189338" cy="47640"/>
            </a:xfrm>
            <a:custGeom>
              <a:avLst/>
              <a:gdLst>
                <a:gd name="T0" fmla="*/ 155 w 155"/>
                <a:gd name="T1" fmla="*/ 39 h 39"/>
                <a:gd name="T2" fmla="*/ 0 w 155"/>
                <a:gd name="T3" fmla="*/ 39 h 39"/>
                <a:gd name="T4" fmla="*/ 16 w 155"/>
                <a:gd name="T5" fmla="*/ 0 h 39"/>
                <a:gd name="T6" fmla="*/ 137 w 155"/>
                <a:gd name="T7" fmla="*/ 0 h 39"/>
                <a:gd name="T8" fmla="*/ 155 w 155"/>
                <a:gd name="T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" h="39">
                  <a:moveTo>
                    <a:pt x="155" y="39"/>
                  </a:moveTo>
                  <a:lnTo>
                    <a:pt x="0" y="39"/>
                  </a:lnTo>
                  <a:lnTo>
                    <a:pt x="16" y="0"/>
                  </a:lnTo>
                  <a:lnTo>
                    <a:pt x="137" y="0"/>
                  </a:lnTo>
                  <a:lnTo>
                    <a:pt x="155" y="3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4" name="ïšlî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A39E2E9-998B-4617-B480-67CB49F3AA05}"/>
                </a:ext>
              </a:extLst>
            </p:cNvPr>
            <p:cNvSpPr/>
            <p:nvPr/>
          </p:nvSpPr>
          <p:spPr bwMode="auto">
            <a:xfrm>
              <a:off x="6655462" y="3156982"/>
              <a:ext cx="40311" cy="42754"/>
            </a:xfrm>
            <a:custGeom>
              <a:avLst/>
              <a:gdLst>
                <a:gd name="T0" fmla="*/ 15 w 16"/>
                <a:gd name="T1" fmla="*/ 6 h 17"/>
                <a:gd name="T2" fmla="*/ 8 w 16"/>
                <a:gd name="T3" fmla="*/ 0 h 17"/>
                <a:gd name="T4" fmla="*/ 1 w 16"/>
                <a:gd name="T5" fmla="*/ 6 h 17"/>
                <a:gd name="T6" fmla="*/ 0 w 16"/>
                <a:gd name="T7" fmla="*/ 8 h 17"/>
                <a:gd name="T8" fmla="*/ 2 w 16"/>
                <a:gd name="T9" fmla="*/ 11 h 17"/>
                <a:gd name="T10" fmla="*/ 2 w 16"/>
                <a:gd name="T11" fmla="*/ 11 h 17"/>
                <a:gd name="T12" fmla="*/ 8 w 16"/>
                <a:gd name="T13" fmla="*/ 17 h 17"/>
                <a:gd name="T14" fmla="*/ 14 w 16"/>
                <a:gd name="T15" fmla="*/ 11 h 17"/>
                <a:gd name="T16" fmla="*/ 14 w 16"/>
                <a:gd name="T17" fmla="*/ 11 h 17"/>
                <a:gd name="T18" fmla="*/ 16 w 16"/>
                <a:gd name="T19" fmla="*/ 8 h 17"/>
                <a:gd name="T20" fmla="*/ 15 w 16"/>
                <a:gd name="T21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17">
                  <a:moveTo>
                    <a:pt x="15" y="6"/>
                  </a:moveTo>
                  <a:cubicBezTo>
                    <a:pt x="15" y="2"/>
                    <a:pt x="12" y="0"/>
                    <a:pt x="8" y="0"/>
                  </a:cubicBezTo>
                  <a:cubicBezTo>
                    <a:pt x="4" y="0"/>
                    <a:pt x="1" y="2"/>
                    <a:pt x="1" y="6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0" y="10"/>
                    <a:pt x="1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4"/>
                    <a:pt x="5" y="17"/>
                    <a:pt x="8" y="17"/>
                  </a:cubicBezTo>
                  <a:cubicBezTo>
                    <a:pt x="11" y="17"/>
                    <a:pt x="13" y="14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1"/>
                    <a:pt x="16" y="10"/>
                    <a:pt x="16" y="8"/>
                  </a:cubicBezTo>
                  <a:cubicBezTo>
                    <a:pt x="16" y="7"/>
                    <a:pt x="16" y="6"/>
                    <a:pt x="15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5" name="ïşli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DBF172E-9117-4F1D-9943-CF4D508F04A6}"/>
                </a:ext>
              </a:extLst>
            </p:cNvPr>
            <p:cNvSpPr/>
            <p:nvPr/>
          </p:nvSpPr>
          <p:spPr bwMode="auto">
            <a:xfrm>
              <a:off x="6640804" y="3199736"/>
              <a:ext cx="70849" cy="36646"/>
            </a:xfrm>
            <a:custGeom>
              <a:avLst/>
              <a:gdLst>
                <a:gd name="T0" fmla="*/ 21 w 28"/>
                <a:gd name="T1" fmla="*/ 0 h 14"/>
                <a:gd name="T2" fmla="*/ 18 w 28"/>
                <a:gd name="T3" fmla="*/ 0 h 14"/>
                <a:gd name="T4" fmla="*/ 16 w 28"/>
                <a:gd name="T5" fmla="*/ 7 h 14"/>
                <a:gd name="T6" fmla="*/ 14 w 28"/>
                <a:gd name="T7" fmla="*/ 4 h 14"/>
                <a:gd name="T8" fmla="*/ 16 w 28"/>
                <a:gd name="T9" fmla="*/ 1 h 14"/>
                <a:gd name="T10" fmla="*/ 16 w 28"/>
                <a:gd name="T11" fmla="*/ 1 h 14"/>
                <a:gd name="T12" fmla="*/ 14 w 28"/>
                <a:gd name="T13" fmla="*/ 1 h 14"/>
                <a:gd name="T14" fmla="*/ 12 w 28"/>
                <a:gd name="T15" fmla="*/ 1 h 14"/>
                <a:gd name="T16" fmla="*/ 12 w 28"/>
                <a:gd name="T17" fmla="*/ 1 h 14"/>
                <a:gd name="T18" fmla="*/ 14 w 28"/>
                <a:gd name="T19" fmla="*/ 4 h 14"/>
                <a:gd name="T20" fmla="*/ 12 w 28"/>
                <a:gd name="T21" fmla="*/ 7 h 14"/>
                <a:gd name="T22" fmla="*/ 10 w 28"/>
                <a:gd name="T23" fmla="*/ 0 h 14"/>
                <a:gd name="T24" fmla="*/ 7 w 28"/>
                <a:gd name="T25" fmla="*/ 0 h 14"/>
                <a:gd name="T26" fmla="*/ 0 w 28"/>
                <a:gd name="T27" fmla="*/ 7 h 14"/>
                <a:gd name="T28" fmla="*/ 0 w 28"/>
                <a:gd name="T29" fmla="*/ 14 h 14"/>
                <a:gd name="T30" fmla="*/ 28 w 28"/>
                <a:gd name="T31" fmla="*/ 14 h 14"/>
                <a:gd name="T32" fmla="*/ 28 w 28"/>
                <a:gd name="T33" fmla="*/ 7 h 14"/>
                <a:gd name="T34" fmla="*/ 21 w 28"/>
                <a:gd name="T3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14">
                  <a:moveTo>
                    <a:pt x="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3"/>
                    <a:pt x="25" y="0"/>
                    <a:pt x="21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6" name="íSḻí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6392E93-DAA6-4F5B-852C-9757905BD60E}"/>
                </a:ext>
              </a:extLst>
            </p:cNvPr>
            <p:cNvSpPr/>
            <p:nvPr/>
          </p:nvSpPr>
          <p:spPr bwMode="auto">
            <a:xfrm>
              <a:off x="6513764" y="3243711"/>
              <a:ext cx="35425" cy="47640"/>
            </a:xfrm>
            <a:custGeom>
              <a:avLst/>
              <a:gdLst>
                <a:gd name="T0" fmla="*/ 9 w 14"/>
                <a:gd name="T1" fmla="*/ 19 h 19"/>
                <a:gd name="T2" fmla="*/ 14 w 14"/>
                <a:gd name="T3" fmla="*/ 6 h 19"/>
                <a:gd name="T4" fmla="*/ 8 w 14"/>
                <a:gd name="T5" fmla="*/ 0 h 19"/>
                <a:gd name="T6" fmla="*/ 0 w 14"/>
                <a:gd name="T7" fmla="*/ 4 h 19"/>
                <a:gd name="T8" fmla="*/ 0 w 14"/>
                <a:gd name="T9" fmla="*/ 19 h 19"/>
                <a:gd name="T10" fmla="*/ 9 w 14"/>
                <a:gd name="T1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9">
                  <a:moveTo>
                    <a:pt x="9" y="19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2" y="0"/>
                    <a:pt x="8" y="0"/>
                  </a:cubicBezTo>
                  <a:cubicBezTo>
                    <a:pt x="3" y="0"/>
                    <a:pt x="0" y="3"/>
                    <a:pt x="0" y="4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9" y="1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7" name="íṩl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051B361-AE3C-4F82-8F73-E3EB343D73A8}"/>
                </a:ext>
              </a:extLst>
            </p:cNvPr>
            <p:cNvSpPr/>
            <p:nvPr/>
          </p:nvSpPr>
          <p:spPr bwMode="auto">
            <a:xfrm>
              <a:off x="6508878" y="3192407"/>
              <a:ext cx="40311" cy="48861"/>
            </a:xfrm>
            <a:custGeom>
              <a:avLst/>
              <a:gdLst>
                <a:gd name="T0" fmla="*/ 15 w 16"/>
                <a:gd name="T1" fmla="*/ 7 h 19"/>
                <a:gd name="T2" fmla="*/ 10 w 16"/>
                <a:gd name="T3" fmla="*/ 18 h 19"/>
                <a:gd name="T4" fmla="*/ 1 w 16"/>
                <a:gd name="T5" fmla="*/ 10 h 19"/>
                <a:gd name="T6" fmla="*/ 7 w 16"/>
                <a:gd name="T7" fmla="*/ 1 h 19"/>
                <a:gd name="T8" fmla="*/ 15 w 16"/>
                <a:gd name="T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9">
                  <a:moveTo>
                    <a:pt x="15" y="7"/>
                  </a:moveTo>
                  <a:cubicBezTo>
                    <a:pt x="16" y="11"/>
                    <a:pt x="14" y="17"/>
                    <a:pt x="10" y="18"/>
                  </a:cubicBezTo>
                  <a:cubicBezTo>
                    <a:pt x="6" y="19"/>
                    <a:pt x="2" y="14"/>
                    <a:pt x="1" y="10"/>
                  </a:cubicBezTo>
                  <a:cubicBezTo>
                    <a:pt x="0" y="5"/>
                    <a:pt x="3" y="1"/>
                    <a:pt x="7" y="1"/>
                  </a:cubicBezTo>
                  <a:cubicBezTo>
                    <a:pt x="10" y="0"/>
                    <a:pt x="14" y="3"/>
                    <a:pt x="15" y="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8" name="íṩlî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DB584F7-FA27-4744-83A6-08E5708DF60D}"/>
                </a:ext>
              </a:extLst>
            </p:cNvPr>
            <p:cNvSpPr/>
            <p:nvPr/>
          </p:nvSpPr>
          <p:spPr bwMode="auto">
            <a:xfrm>
              <a:off x="6726311" y="3243711"/>
              <a:ext cx="37868" cy="47640"/>
            </a:xfrm>
            <a:custGeom>
              <a:avLst/>
              <a:gdLst>
                <a:gd name="T0" fmla="*/ 6 w 15"/>
                <a:gd name="T1" fmla="*/ 19 h 19"/>
                <a:gd name="T2" fmla="*/ 0 w 15"/>
                <a:gd name="T3" fmla="*/ 6 h 19"/>
                <a:gd name="T4" fmla="*/ 7 w 15"/>
                <a:gd name="T5" fmla="*/ 0 h 19"/>
                <a:gd name="T6" fmla="*/ 15 w 15"/>
                <a:gd name="T7" fmla="*/ 4 h 19"/>
                <a:gd name="T8" fmla="*/ 15 w 15"/>
                <a:gd name="T9" fmla="*/ 19 h 19"/>
                <a:gd name="T10" fmla="*/ 6 w 15"/>
                <a:gd name="T1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9">
                  <a:moveTo>
                    <a:pt x="6" y="19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3" y="0"/>
                    <a:pt x="7" y="0"/>
                  </a:cubicBezTo>
                  <a:cubicBezTo>
                    <a:pt x="11" y="0"/>
                    <a:pt x="15" y="3"/>
                    <a:pt x="15" y="4"/>
                  </a:cubicBezTo>
                  <a:cubicBezTo>
                    <a:pt x="15" y="19"/>
                    <a:pt x="15" y="19"/>
                    <a:pt x="15" y="19"/>
                  </a:cubicBezTo>
                  <a:lnTo>
                    <a:pt x="6" y="1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9" name="iśľ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AABAD78-23A1-4F6C-B811-7BF3C5CB8471}"/>
                </a:ext>
              </a:extLst>
            </p:cNvPr>
            <p:cNvSpPr/>
            <p:nvPr/>
          </p:nvSpPr>
          <p:spPr bwMode="auto">
            <a:xfrm>
              <a:off x="6728754" y="3192407"/>
              <a:ext cx="37868" cy="48861"/>
            </a:xfrm>
            <a:custGeom>
              <a:avLst/>
              <a:gdLst>
                <a:gd name="T0" fmla="*/ 1 w 15"/>
                <a:gd name="T1" fmla="*/ 7 h 19"/>
                <a:gd name="T2" fmla="*/ 6 w 15"/>
                <a:gd name="T3" fmla="*/ 18 h 19"/>
                <a:gd name="T4" fmla="*/ 14 w 15"/>
                <a:gd name="T5" fmla="*/ 10 h 19"/>
                <a:gd name="T6" fmla="*/ 9 w 15"/>
                <a:gd name="T7" fmla="*/ 1 h 19"/>
                <a:gd name="T8" fmla="*/ 1 w 15"/>
                <a:gd name="T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9">
                  <a:moveTo>
                    <a:pt x="1" y="7"/>
                  </a:moveTo>
                  <a:cubicBezTo>
                    <a:pt x="0" y="11"/>
                    <a:pt x="2" y="17"/>
                    <a:pt x="6" y="18"/>
                  </a:cubicBezTo>
                  <a:cubicBezTo>
                    <a:pt x="9" y="19"/>
                    <a:pt x="14" y="14"/>
                    <a:pt x="14" y="10"/>
                  </a:cubicBezTo>
                  <a:cubicBezTo>
                    <a:pt x="15" y="5"/>
                    <a:pt x="13" y="1"/>
                    <a:pt x="9" y="1"/>
                  </a:cubicBezTo>
                  <a:cubicBezTo>
                    <a:pt x="5" y="0"/>
                    <a:pt x="1" y="3"/>
                    <a:pt x="1" y="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0" name="ïṣl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0CF3AFF-D669-401A-ADFD-85087E286F94}"/>
                </a:ext>
              </a:extLst>
            </p:cNvPr>
            <p:cNvSpPr/>
            <p:nvPr/>
          </p:nvSpPr>
          <p:spPr bwMode="auto">
            <a:xfrm>
              <a:off x="6770286" y="2067375"/>
              <a:ext cx="37868" cy="37868"/>
            </a:xfrm>
            <a:custGeom>
              <a:avLst/>
              <a:gdLst>
                <a:gd name="T0" fmla="*/ 7 w 15"/>
                <a:gd name="T1" fmla="*/ 0 h 15"/>
                <a:gd name="T2" fmla="*/ 0 w 15"/>
                <a:gd name="T3" fmla="*/ 7 h 15"/>
                <a:gd name="T4" fmla="*/ 7 w 15"/>
                <a:gd name="T5" fmla="*/ 15 h 15"/>
                <a:gd name="T6" fmla="*/ 15 w 15"/>
                <a:gd name="T7" fmla="*/ 7 h 15"/>
                <a:gd name="T8" fmla="*/ 7 w 15"/>
                <a:gd name="T9" fmla="*/ 0 h 15"/>
                <a:gd name="T10" fmla="*/ 7 w 15"/>
                <a:gd name="T11" fmla="*/ 13 h 15"/>
                <a:gd name="T12" fmla="*/ 2 w 15"/>
                <a:gd name="T13" fmla="*/ 7 h 15"/>
                <a:gd name="T14" fmla="*/ 7 w 15"/>
                <a:gd name="T15" fmla="*/ 2 h 15"/>
                <a:gd name="T16" fmla="*/ 13 w 15"/>
                <a:gd name="T17" fmla="*/ 7 h 15"/>
                <a:gd name="T18" fmla="*/ 7 w 15"/>
                <a:gd name="T19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5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5"/>
                    <a:pt x="7" y="15"/>
                  </a:cubicBezTo>
                  <a:cubicBezTo>
                    <a:pt x="11" y="15"/>
                    <a:pt x="15" y="11"/>
                    <a:pt x="15" y="7"/>
                  </a:cubicBezTo>
                  <a:cubicBezTo>
                    <a:pt x="15" y="3"/>
                    <a:pt x="11" y="0"/>
                    <a:pt x="7" y="0"/>
                  </a:cubicBezTo>
                  <a:close/>
                  <a:moveTo>
                    <a:pt x="7" y="13"/>
                  </a:moveTo>
                  <a:cubicBezTo>
                    <a:pt x="4" y="13"/>
                    <a:pt x="2" y="10"/>
                    <a:pt x="2" y="7"/>
                  </a:cubicBezTo>
                  <a:cubicBezTo>
                    <a:pt x="2" y="4"/>
                    <a:pt x="4" y="2"/>
                    <a:pt x="7" y="2"/>
                  </a:cubicBezTo>
                  <a:cubicBezTo>
                    <a:pt x="10" y="2"/>
                    <a:pt x="13" y="4"/>
                    <a:pt x="13" y="7"/>
                  </a:cubicBezTo>
                  <a:cubicBezTo>
                    <a:pt x="13" y="10"/>
                    <a:pt x="10" y="13"/>
                    <a:pt x="7" y="1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1" name="íśľî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491954F-87A4-43E5-82EE-24458F2B8D99}"/>
                </a:ext>
              </a:extLst>
            </p:cNvPr>
            <p:cNvSpPr/>
            <p:nvPr/>
          </p:nvSpPr>
          <p:spPr bwMode="auto">
            <a:xfrm>
              <a:off x="6726311" y="2024622"/>
              <a:ext cx="122153" cy="120932"/>
            </a:xfrm>
            <a:custGeom>
              <a:avLst/>
              <a:gdLst>
                <a:gd name="T0" fmla="*/ 48 w 48"/>
                <a:gd name="T1" fmla="*/ 23 h 48"/>
                <a:gd name="T2" fmla="*/ 42 w 48"/>
                <a:gd name="T3" fmla="*/ 23 h 48"/>
                <a:gd name="T4" fmla="*/ 26 w 48"/>
                <a:gd name="T5" fmla="*/ 6 h 48"/>
                <a:gd name="T6" fmla="*/ 26 w 48"/>
                <a:gd name="T7" fmla="*/ 0 h 48"/>
                <a:gd name="T8" fmla="*/ 23 w 48"/>
                <a:gd name="T9" fmla="*/ 0 h 48"/>
                <a:gd name="T10" fmla="*/ 23 w 48"/>
                <a:gd name="T11" fmla="*/ 6 h 48"/>
                <a:gd name="T12" fmla="*/ 6 w 48"/>
                <a:gd name="T13" fmla="*/ 23 h 48"/>
                <a:gd name="T14" fmla="*/ 0 w 48"/>
                <a:gd name="T15" fmla="*/ 23 h 48"/>
                <a:gd name="T16" fmla="*/ 0 w 48"/>
                <a:gd name="T17" fmla="*/ 26 h 48"/>
                <a:gd name="T18" fmla="*/ 6 w 48"/>
                <a:gd name="T19" fmla="*/ 26 h 48"/>
                <a:gd name="T20" fmla="*/ 23 w 48"/>
                <a:gd name="T21" fmla="*/ 42 h 48"/>
                <a:gd name="T22" fmla="*/ 23 w 48"/>
                <a:gd name="T23" fmla="*/ 48 h 48"/>
                <a:gd name="T24" fmla="*/ 26 w 48"/>
                <a:gd name="T25" fmla="*/ 48 h 48"/>
                <a:gd name="T26" fmla="*/ 26 w 48"/>
                <a:gd name="T27" fmla="*/ 42 h 48"/>
                <a:gd name="T28" fmla="*/ 42 w 48"/>
                <a:gd name="T29" fmla="*/ 26 h 48"/>
                <a:gd name="T30" fmla="*/ 48 w 48"/>
                <a:gd name="T31" fmla="*/ 26 h 48"/>
                <a:gd name="T32" fmla="*/ 48 w 48"/>
                <a:gd name="T33" fmla="*/ 23 h 48"/>
                <a:gd name="T34" fmla="*/ 26 w 48"/>
                <a:gd name="T35" fmla="*/ 38 h 48"/>
                <a:gd name="T36" fmla="*/ 26 w 48"/>
                <a:gd name="T37" fmla="*/ 35 h 48"/>
                <a:gd name="T38" fmla="*/ 24 w 48"/>
                <a:gd name="T39" fmla="*/ 34 h 48"/>
                <a:gd name="T40" fmla="*/ 24 w 48"/>
                <a:gd name="T41" fmla="*/ 34 h 48"/>
                <a:gd name="T42" fmla="*/ 23 w 48"/>
                <a:gd name="T43" fmla="*/ 35 h 48"/>
                <a:gd name="T44" fmla="*/ 23 w 48"/>
                <a:gd name="T45" fmla="*/ 38 h 48"/>
                <a:gd name="T46" fmla="*/ 10 w 48"/>
                <a:gd name="T47" fmla="*/ 26 h 48"/>
                <a:gd name="T48" fmla="*/ 13 w 48"/>
                <a:gd name="T49" fmla="*/ 26 h 48"/>
                <a:gd name="T50" fmla="*/ 15 w 48"/>
                <a:gd name="T51" fmla="*/ 24 h 48"/>
                <a:gd name="T52" fmla="*/ 15 w 48"/>
                <a:gd name="T53" fmla="*/ 24 h 48"/>
                <a:gd name="T54" fmla="*/ 13 w 48"/>
                <a:gd name="T55" fmla="*/ 23 h 48"/>
                <a:gd name="T56" fmla="*/ 10 w 48"/>
                <a:gd name="T57" fmla="*/ 23 h 48"/>
                <a:gd name="T58" fmla="*/ 23 w 48"/>
                <a:gd name="T59" fmla="*/ 10 h 48"/>
                <a:gd name="T60" fmla="*/ 23 w 48"/>
                <a:gd name="T61" fmla="*/ 13 h 48"/>
                <a:gd name="T62" fmla="*/ 24 w 48"/>
                <a:gd name="T63" fmla="*/ 15 h 48"/>
                <a:gd name="T64" fmla="*/ 24 w 48"/>
                <a:gd name="T65" fmla="*/ 15 h 48"/>
                <a:gd name="T66" fmla="*/ 26 w 48"/>
                <a:gd name="T67" fmla="*/ 13 h 48"/>
                <a:gd name="T68" fmla="*/ 26 w 48"/>
                <a:gd name="T69" fmla="*/ 10 h 48"/>
                <a:gd name="T70" fmla="*/ 38 w 48"/>
                <a:gd name="T71" fmla="*/ 23 h 48"/>
                <a:gd name="T72" fmla="*/ 35 w 48"/>
                <a:gd name="T73" fmla="*/ 23 h 48"/>
                <a:gd name="T74" fmla="*/ 34 w 48"/>
                <a:gd name="T75" fmla="*/ 24 h 48"/>
                <a:gd name="T76" fmla="*/ 34 w 48"/>
                <a:gd name="T77" fmla="*/ 24 h 48"/>
                <a:gd name="T78" fmla="*/ 35 w 48"/>
                <a:gd name="T79" fmla="*/ 26 h 48"/>
                <a:gd name="T80" fmla="*/ 38 w 48"/>
                <a:gd name="T81" fmla="*/ 26 h 48"/>
                <a:gd name="T82" fmla="*/ 26 w 48"/>
                <a:gd name="T83" fmla="*/ 3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8" h="48">
                  <a:moveTo>
                    <a:pt x="48" y="23"/>
                  </a:moveTo>
                  <a:cubicBezTo>
                    <a:pt x="42" y="23"/>
                    <a:pt x="42" y="23"/>
                    <a:pt x="42" y="23"/>
                  </a:cubicBezTo>
                  <a:cubicBezTo>
                    <a:pt x="41" y="14"/>
                    <a:pt x="34" y="7"/>
                    <a:pt x="26" y="6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14" y="7"/>
                    <a:pt x="7" y="14"/>
                    <a:pt x="6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7" y="35"/>
                    <a:pt x="14" y="41"/>
                    <a:pt x="23" y="42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4" y="41"/>
                    <a:pt x="41" y="35"/>
                    <a:pt x="42" y="26"/>
                  </a:cubicBezTo>
                  <a:cubicBezTo>
                    <a:pt x="48" y="26"/>
                    <a:pt x="48" y="26"/>
                    <a:pt x="48" y="26"/>
                  </a:cubicBezTo>
                  <a:lnTo>
                    <a:pt x="48" y="23"/>
                  </a:lnTo>
                  <a:close/>
                  <a:moveTo>
                    <a:pt x="26" y="38"/>
                  </a:move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5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3" y="34"/>
                    <a:pt x="23" y="35"/>
                    <a:pt x="23" y="35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16" y="37"/>
                    <a:pt x="11" y="32"/>
                    <a:pt x="10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6"/>
                    <a:pt x="15" y="25"/>
                    <a:pt x="1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3"/>
                    <a:pt x="14" y="23"/>
                    <a:pt x="13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16"/>
                    <a:pt x="16" y="11"/>
                    <a:pt x="23" y="10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4"/>
                    <a:pt x="23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6" y="14"/>
                    <a:pt x="26" y="13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32" y="11"/>
                    <a:pt x="37" y="16"/>
                    <a:pt x="38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3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5"/>
                    <a:pt x="35" y="26"/>
                    <a:pt x="35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32"/>
                    <a:pt x="32" y="37"/>
                    <a:pt x="26" y="3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2" name="îṡḷî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1E04E95-31D0-48DB-8E32-3BB30D3DEA30}"/>
                </a:ext>
              </a:extLst>
            </p:cNvPr>
            <p:cNvSpPr/>
            <p:nvPr/>
          </p:nvSpPr>
          <p:spPr bwMode="auto">
            <a:xfrm>
              <a:off x="5979954" y="2746547"/>
              <a:ext cx="119710" cy="111160"/>
            </a:xfrm>
            <a:custGeom>
              <a:avLst/>
              <a:gdLst>
                <a:gd name="T0" fmla="*/ 43 w 47"/>
                <a:gd name="T1" fmla="*/ 41 h 44"/>
                <a:gd name="T2" fmla="*/ 47 w 47"/>
                <a:gd name="T3" fmla="*/ 0 h 44"/>
                <a:gd name="T4" fmla="*/ 6 w 47"/>
                <a:gd name="T5" fmla="*/ 0 h 44"/>
                <a:gd name="T6" fmla="*/ 16 w 47"/>
                <a:gd name="T7" fmla="*/ 11 h 44"/>
                <a:gd name="T8" fmla="*/ 1 w 47"/>
                <a:gd name="T9" fmla="*/ 24 h 44"/>
                <a:gd name="T10" fmla="*/ 1 w 47"/>
                <a:gd name="T11" fmla="*/ 27 h 44"/>
                <a:gd name="T12" fmla="*/ 15 w 47"/>
                <a:gd name="T13" fmla="*/ 43 h 44"/>
                <a:gd name="T14" fmla="*/ 18 w 47"/>
                <a:gd name="T15" fmla="*/ 43 h 44"/>
                <a:gd name="T16" fmla="*/ 33 w 47"/>
                <a:gd name="T17" fmla="*/ 30 h 44"/>
                <a:gd name="T18" fmla="*/ 43 w 47"/>
                <a:gd name="T19" fmla="*/ 4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44">
                  <a:moveTo>
                    <a:pt x="43" y="41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0" y="25"/>
                    <a:pt x="0" y="26"/>
                    <a:pt x="1" y="27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4"/>
                    <a:pt x="17" y="44"/>
                    <a:pt x="18" y="43"/>
                  </a:cubicBezTo>
                  <a:cubicBezTo>
                    <a:pt x="33" y="30"/>
                    <a:pt x="33" y="30"/>
                    <a:pt x="33" y="30"/>
                  </a:cubicBezTo>
                  <a:lnTo>
                    <a:pt x="43" y="4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3" name="ïŝḻí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585BA47-53E6-4A8D-89A5-091F660DAB49}"/>
                </a:ext>
              </a:extLst>
            </p:cNvPr>
            <p:cNvSpPr/>
            <p:nvPr/>
          </p:nvSpPr>
          <p:spPr bwMode="auto">
            <a:xfrm>
              <a:off x="5986062" y="2843049"/>
              <a:ext cx="118489" cy="113603"/>
            </a:xfrm>
            <a:custGeom>
              <a:avLst/>
              <a:gdLst>
                <a:gd name="T0" fmla="*/ 4 w 47"/>
                <a:gd name="T1" fmla="*/ 3 h 45"/>
                <a:gd name="T2" fmla="*/ 0 w 47"/>
                <a:gd name="T3" fmla="*/ 44 h 45"/>
                <a:gd name="T4" fmla="*/ 40 w 47"/>
                <a:gd name="T5" fmla="*/ 45 h 45"/>
                <a:gd name="T6" fmla="*/ 31 w 47"/>
                <a:gd name="T7" fmla="*/ 34 h 45"/>
                <a:gd name="T8" fmla="*/ 46 w 47"/>
                <a:gd name="T9" fmla="*/ 20 h 45"/>
                <a:gd name="T10" fmla="*/ 46 w 47"/>
                <a:gd name="T11" fmla="*/ 17 h 45"/>
                <a:gd name="T12" fmla="*/ 32 w 47"/>
                <a:gd name="T13" fmla="*/ 1 h 45"/>
                <a:gd name="T14" fmla="*/ 29 w 47"/>
                <a:gd name="T15" fmla="*/ 1 h 45"/>
                <a:gd name="T16" fmla="*/ 14 w 47"/>
                <a:gd name="T17" fmla="*/ 14 h 45"/>
                <a:gd name="T18" fmla="*/ 4 w 47"/>
                <a:gd name="T19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45">
                  <a:moveTo>
                    <a:pt x="4" y="3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7" y="19"/>
                    <a:pt x="47" y="18"/>
                    <a:pt x="46" y="17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1" y="0"/>
                    <a:pt x="30" y="0"/>
                    <a:pt x="29" y="1"/>
                  </a:cubicBezTo>
                  <a:cubicBezTo>
                    <a:pt x="14" y="14"/>
                    <a:pt x="14" y="14"/>
                    <a:pt x="14" y="14"/>
                  </a:cubicBezTo>
                  <a:lnTo>
                    <a:pt x="4" y="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4" name="î$ļï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FEEEA9F-1D00-4011-BB5A-2D515B486AC7}"/>
                </a:ext>
              </a:extLst>
            </p:cNvPr>
            <p:cNvSpPr/>
            <p:nvPr/>
          </p:nvSpPr>
          <p:spPr bwMode="auto">
            <a:xfrm>
              <a:off x="7112315" y="2003856"/>
              <a:ext cx="193002" cy="188116"/>
            </a:xfrm>
            <a:custGeom>
              <a:avLst/>
              <a:gdLst>
                <a:gd name="T0" fmla="*/ 40 w 76"/>
                <a:gd name="T1" fmla="*/ 68 h 74"/>
                <a:gd name="T2" fmla="*/ 39 w 76"/>
                <a:gd name="T3" fmla="*/ 63 h 74"/>
                <a:gd name="T4" fmla="*/ 31 w 76"/>
                <a:gd name="T5" fmla="*/ 56 h 74"/>
                <a:gd name="T6" fmla="*/ 38 w 76"/>
                <a:gd name="T7" fmla="*/ 43 h 74"/>
                <a:gd name="T8" fmla="*/ 51 w 76"/>
                <a:gd name="T9" fmla="*/ 49 h 74"/>
                <a:gd name="T10" fmla="*/ 49 w 76"/>
                <a:gd name="T11" fmla="*/ 60 h 74"/>
                <a:gd name="T12" fmla="*/ 51 w 76"/>
                <a:gd name="T13" fmla="*/ 63 h 74"/>
                <a:gd name="T14" fmla="*/ 59 w 76"/>
                <a:gd name="T15" fmla="*/ 59 h 74"/>
                <a:gd name="T16" fmla="*/ 61 w 76"/>
                <a:gd name="T17" fmla="*/ 55 h 74"/>
                <a:gd name="T18" fmla="*/ 55 w 76"/>
                <a:gd name="T19" fmla="*/ 41 h 74"/>
                <a:gd name="T20" fmla="*/ 57 w 76"/>
                <a:gd name="T21" fmla="*/ 40 h 74"/>
                <a:gd name="T22" fmla="*/ 68 w 76"/>
                <a:gd name="T23" fmla="*/ 42 h 74"/>
                <a:gd name="T24" fmla="*/ 74 w 76"/>
                <a:gd name="T25" fmla="*/ 29 h 74"/>
                <a:gd name="T26" fmla="*/ 61 w 76"/>
                <a:gd name="T27" fmla="*/ 22 h 74"/>
                <a:gd name="T28" fmla="*/ 54 w 76"/>
                <a:gd name="T29" fmla="*/ 30 h 74"/>
                <a:gd name="T30" fmla="*/ 52 w 76"/>
                <a:gd name="T31" fmla="*/ 31 h 74"/>
                <a:gd name="T32" fmla="*/ 48 w 76"/>
                <a:gd name="T33" fmla="*/ 15 h 74"/>
                <a:gd name="T34" fmla="*/ 44 w 76"/>
                <a:gd name="T35" fmla="*/ 13 h 74"/>
                <a:gd name="T36" fmla="*/ 28 w 76"/>
                <a:gd name="T37" fmla="*/ 20 h 74"/>
                <a:gd name="T38" fmla="*/ 27 w 76"/>
                <a:gd name="T39" fmla="*/ 19 h 74"/>
                <a:gd name="T40" fmla="*/ 30 w 76"/>
                <a:gd name="T41" fmla="*/ 8 h 74"/>
                <a:gd name="T42" fmla="*/ 17 w 76"/>
                <a:gd name="T43" fmla="*/ 1 h 74"/>
                <a:gd name="T44" fmla="*/ 10 w 76"/>
                <a:gd name="T45" fmla="*/ 15 h 74"/>
                <a:gd name="T46" fmla="*/ 18 w 76"/>
                <a:gd name="T47" fmla="*/ 22 h 74"/>
                <a:gd name="T48" fmla="*/ 18 w 76"/>
                <a:gd name="T49" fmla="*/ 24 h 74"/>
                <a:gd name="T50" fmla="*/ 2 w 76"/>
                <a:gd name="T51" fmla="*/ 27 h 74"/>
                <a:gd name="T52" fmla="*/ 0 w 76"/>
                <a:gd name="T53" fmla="*/ 31 h 74"/>
                <a:gd name="T54" fmla="*/ 3 w 76"/>
                <a:gd name="T55" fmla="*/ 48 h 74"/>
                <a:gd name="T56" fmla="*/ 7 w 76"/>
                <a:gd name="T57" fmla="*/ 47 h 74"/>
                <a:gd name="T58" fmla="*/ 14 w 76"/>
                <a:gd name="T59" fmla="*/ 39 h 74"/>
                <a:gd name="T60" fmla="*/ 27 w 76"/>
                <a:gd name="T61" fmla="*/ 46 h 74"/>
                <a:gd name="T62" fmla="*/ 20 w 76"/>
                <a:gd name="T63" fmla="*/ 59 h 74"/>
                <a:gd name="T64" fmla="*/ 10 w 76"/>
                <a:gd name="T65" fmla="*/ 56 h 74"/>
                <a:gd name="T66" fmla="*/ 7 w 76"/>
                <a:gd name="T67" fmla="*/ 58 h 74"/>
                <a:gd name="T68" fmla="*/ 13 w 76"/>
                <a:gd name="T69" fmla="*/ 71 h 74"/>
                <a:gd name="T70" fmla="*/ 17 w 76"/>
                <a:gd name="T71" fmla="*/ 73 h 74"/>
                <a:gd name="T72" fmla="*/ 40 w 76"/>
                <a:gd name="T73" fmla="*/ 68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74">
                  <a:moveTo>
                    <a:pt x="40" y="68"/>
                  </a:moveTo>
                  <a:cubicBezTo>
                    <a:pt x="39" y="63"/>
                    <a:pt x="39" y="63"/>
                    <a:pt x="39" y="63"/>
                  </a:cubicBezTo>
                  <a:cubicBezTo>
                    <a:pt x="36" y="62"/>
                    <a:pt x="33" y="60"/>
                    <a:pt x="31" y="56"/>
                  </a:cubicBezTo>
                  <a:cubicBezTo>
                    <a:pt x="30" y="50"/>
                    <a:pt x="33" y="45"/>
                    <a:pt x="38" y="43"/>
                  </a:cubicBezTo>
                  <a:cubicBezTo>
                    <a:pt x="43" y="41"/>
                    <a:pt x="49" y="44"/>
                    <a:pt x="51" y="49"/>
                  </a:cubicBezTo>
                  <a:cubicBezTo>
                    <a:pt x="52" y="53"/>
                    <a:pt x="51" y="57"/>
                    <a:pt x="49" y="60"/>
                  </a:cubicBezTo>
                  <a:cubicBezTo>
                    <a:pt x="51" y="63"/>
                    <a:pt x="51" y="63"/>
                    <a:pt x="51" y="63"/>
                  </a:cubicBezTo>
                  <a:cubicBezTo>
                    <a:pt x="56" y="61"/>
                    <a:pt x="59" y="59"/>
                    <a:pt x="59" y="59"/>
                  </a:cubicBezTo>
                  <a:cubicBezTo>
                    <a:pt x="61" y="58"/>
                    <a:pt x="62" y="57"/>
                    <a:pt x="61" y="55"/>
                  </a:cubicBezTo>
                  <a:cubicBezTo>
                    <a:pt x="61" y="55"/>
                    <a:pt x="58" y="49"/>
                    <a:pt x="55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2"/>
                    <a:pt x="64" y="43"/>
                    <a:pt x="68" y="42"/>
                  </a:cubicBezTo>
                  <a:cubicBezTo>
                    <a:pt x="73" y="40"/>
                    <a:pt x="76" y="35"/>
                    <a:pt x="74" y="29"/>
                  </a:cubicBezTo>
                  <a:cubicBezTo>
                    <a:pt x="73" y="24"/>
                    <a:pt x="67" y="21"/>
                    <a:pt x="61" y="22"/>
                  </a:cubicBezTo>
                  <a:cubicBezTo>
                    <a:pt x="57" y="24"/>
                    <a:pt x="55" y="27"/>
                    <a:pt x="54" y="30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0" y="25"/>
                    <a:pt x="48" y="19"/>
                    <a:pt x="48" y="15"/>
                  </a:cubicBezTo>
                  <a:cubicBezTo>
                    <a:pt x="47" y="14"/>
                    <a:pt x="46" y="13"/>
                    <a:pt x="44" y="13"/>
                  </a:cubicBezTo>
                  <a:cubicBezTo>
                    <a:pt x="44" y="13"/>
                    <a:pt x="37" y="17"/>
                    <a:pt x="28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0" y="16"/>
                    <a:pt x="31" y="12"/>
                    <a:pt x="30" y="8"/>
                  </a:cubicBezTo>
                  <a:cubicBezTo>
                    <a:pt x="28" y="3"/>
                    <a:pt x="22" y="0"/>
                    <a:pt x="17" y="1"/>
                  </a:cubicBezTo>
                  <a:cubicBezTo>
                    <a:pt x="11" y="3"/>
                    <a:pt x="8" y="9"/>
                    <a:pt x="10" y="15"/>
                  </a:cubicBezTo>
                  <a:cubicBezTo>
                    <a:pt x="11" y="18"/>
                    <a:pt x="14" y="21"/>
                    <a:pt x="18" y="22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1" y="26"/>
                    <a:pt x="5" y="28"/>
                    <a:pt x="2" y="27"/>
                  </a:cubicBezTo>
                  <a:cubicBezTo>
                    <a:pt x="0" y="28"/>
                    <a:pt x="0" y="30"/>
                    <a:pt x="0" y="31"/>
                  </a:cubicBezTo>
                  <a:cubicBezTo>
                    <a:pt x="0" y="35"/>
                    <a:pt x="1" y="41"/>
                    <a:pt x="3" y="48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8" y="44"/>
                    <a:pt x="10" y="40"/>
                    <a:pt x="14" y="39"/>
                  </a:cubicBezTo>
                  <a:cubicBezTo>
                    <a:pt x="19" y="37"/>
                    <a:pt x="25" y="40"/>
                    <a:pt x="27" y="46"/>
                  </a:cubicBezTo>
                  <a:cubicBezTo>
                    <a:pt x="29" y="51"/>
                    <a:pt x="26" y="57"/>
                    <a:pt x="20" y="59"/>
                  </a:cubicBezTo>
                  <a:cubicBezTo>
                    <a:pt x="17" y="60"/>
                    <a:pt x="13" y="59"/>
                    <a:pt x="10" y="56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10" y="65"/>
                    <a:pt x="13" y="71"/>
                    <a:pt x="13" y="71"/>
                  </a:cubicBezTo>
                  <a:cubicBezTo>
                    <a:pt x="13" y="72"/>
                    <a:pt x="13" y="72"/>
                    <a:pt x="17" y="73"/>
                  </a:cubicBezTo>
                  <a:cubicBezTo>
                    <a:pt x="22" y="74"/>
                    <a:pt x="31" y="71"/>
                    <a:pt x="40" y="6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5" name="iṡļî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594CA45-9561-4D52-8C16-5D50A52A0FA0}"/>
                </a:ext>
              </a:extLst>
            </p:cNvPr>
            <p:cNvSpPr/>
            <p:nvPr/>
          </p:nvSpPr>
          <p:spPr bwMode="auto">
            <a:xfrm>
              <a:off x="5887118" y="3309674"/>
              <a:ext cx="87950" cy="47640"/>
            </a:xfrm>
            <a:custGeom>
              <a:avLst/>
              <a:gdLst>
                <a:gd name="T0" fmla="*/ 35 w 72"/>
                <a:gd name="T1" fmla="*/ 0 h 39"/>
                <a:gd name="T2" fmla="*/ 20 w 72"/>
                <a:gd name="T3" fmla="*/ 14 h 39"/>
                <a:gd name="T4" fmla="*/ 20 w 72"/>
                <a:gd name="T5" fmla="*/ 8 h 39"/>
                <a:gd name="T6" fmla="*/ 10 w 72"/>
                <a:gd name="T7" fmla="*/ 8 h 39"/>
                <a:gd name="T8" fmla="*/ 10 w 72"/>
                <a:gd name="T9" fmla="*/ 27 h 39"/>
                <a:gd name="T10" fmla="*/ 0 w 72"/>
                <a:gd name="T11" fmla="*/ 37 h 39"/>
                <a:gd name="T12" fmla="*/ 2 w 72"/>
                <a:gd name="T13" fmla="*/ 39 h 39"/>
                <a:gd name="T14" fmla="*/ 35 w 72"/>
                <a:gd name="T15" fmla="*/ 4 h 39"/>
                <a:gd name="T16" fmla="*/ 70 w 72"/>
                <a:gd name="T17" fmla="*/ 39 h 39"/>
                <a:gd name="T18" fmla="*/ 72 w 72"/>
                <a:gd name="T19" fmla="*/ 37 h 39"/>
                <a:gd name="T20" fmla="*/ 35 w 72"/>
                <a:gd name="T21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39">
                  <a:moveTo>
                    <a:pt x="35" y="0"/>
                  </a:moveTo>
                  <a:lnTo>
                    <a:pt x="20" y="14"/>
                  </a:lnTo>
                  <a:lnTo>
                    <a:pt x="20" y="8"/>
                  </a:lnTo>
                  <a:lnTo>
                    <a:pt x="10" y="8"/>
                  </a:lnTo>
                  <a:lnTo>
                    <a:pt x="10" y="27"/>
                  </a:lnTo>
                  <a:lnTo>
                    <a:pt x="0" y="37"/>
                  </a:lnTo>
                  <a:lnTo>
                    <a:pt x="2" y="39"/>
                  </a:lnTo>
                  <a:lnTo>
                    <a:pt x="35" y="4"/>
                  </a:lnTo>
                  <a:lnTo>
                    <a:pt x="70" y="39"/>
                  </a:lnTo>
                  <a:lnTo>
                    <a:pt x="72" y="37"/>
                  </a:lnTo>
                  <a:lnTo>
                    <a:pt x="35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6" name="íŝli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1F462FF-9FF4-4147-85FE-020FA622CE15}"/>
                </a:ext>
              </a:extLst>
            </p:cNvPr>
            <p:cNvSpPr/>
            <p:nvPr/>
          </p:nvSpPr>
          <p:spPr bwMode="auto">
            <a:xfrm>
              <a:off x="5899333" y="3324332"/>
              <a:ext cx="63520" cy="75735"/>
            </a:xfrm>
            <a:custGeom>
              <a:avLst/>
              <a:gdLst>
                <a:gd name="T0" fmla="*/ 0 w 52"/>
                <a:gd name="T1" fmla="*/ 27 h 62"/>
                <a:gd name="T2" fmla="*/ 0 w 52"/>
                <a:gd name="T3" fmla="*/ 62 h 62"/>
                <a:gd name="T4" fmla="*/ 21 w 52"/>
                <a:gd name="T5" fmla="*/ 62 h 62"/>
                <a:gd name="T6" fmla="*/ 21 w 52"/>
                <a:gd name="T7" fmla="*/ 42 h 62"/>
                <a:gd name="T8" fmla="*/ 31 w 52"/>
                <a:gd name="T9" fmla="*/ 42 h 62"/>
                <a:gd name="T10" fmla="*/ 31 w 52"/>
                <a:gd name="T11" fmla="*/ 62 h 62"/>
                <a:gd name="T12" fmla="*/ 52 w 52"/>
                <a:gd name="T13" fmla="*/ 62 h 62"/>
                <a:gd name="T14" fmla="*/ 52 w 52"/>
                <a:gd name="T15" fmla="*/ 27 h 62"/>
                <a:gd name="T16" fmla="*/ 25 w 52"/>
                <a:gd name="T17" fmla="*/ 0 h 62"/>
                <a:gd name="T18" fmla="*/ 0 w 52"/>
                <a:gd name="T19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62">
                  <a:moveTo>
                    <a:pt x="0" y="27"/>
                  </a:moveTo>
                  <a:lnTo>
                    <a:pt x="0" y="62"/>
                  </a:lnTo>
                  <a:lnTo>
                    <a:pt x="21" y="62"/>
                  </a:lnTo>
                  <a:lnTo>
                    <a:pt x="21" y="42"/>
                  </a:lnTo>
                  <a:lnTo>
                    <a:pt x="31" y="42"/>
                  </a:lnTo>
                  <a:lnTo>
                    <a:pt x="31" y="62"/>
                  </a:lnTo>
                  <a:lnTo>
                    <a:pt x="52" y="62"/>
                  </a:lnTo>
                  <a:lnTo>
                    <a:pt x="52" y="27"/>
                  </a:lnTo>
                  <a:lnTo>
                    <a:pt x="25" y="0"/>
                  </a:lnTo>
                  <a:lnTo>
                    <a:pt x="0" y="2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7" name="íṥľi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5D6BAA7-CDF3-4E7C-B54C-C005C3A53817}"/>
                </a:ext>
              </a:extLst>
            </p:cNvPr>
            <p:cNvSpPr/>
            <p:nvPr/>
          </p:nvSpPr>
          <p:spPr bwMode="auto">
            <a:xfrm>
              <a:off x="6650576" y="3425719"/>
              <a:ext cx="89172" cy="48861"/>
            </a:xfrm>
            <a:custGeom>
              <a:avLst/>
              <a:gdLst>
                <a:gd name="T0" fmla="*/ 35 w 73"/>
                <a:gd name="T1" fmla="*/ 0 h 40"/>
                <a:gd name="T2" fmla="*/ 21 w 73"/>
                <a:gd name="T3" fmla="*/ 15 h 40"/>
                <a:gd name="T4" fmla="*/ 21 w 73"/>
                <a:gd name="T5" fmla="*/ 8 h 40"/>
                <a:gd name="T6" fmla="*/ 10 w 73"/>
                <a:gd name="T7" fmla="*/ 8 h 40"/>
                <a:gd name="T8" fmla="*/ 10 w 73"/>
                <a:gd name="T9" fmla="*/ 27 h 40"/>
                <a:gd name="T10" fmla="*/ 0 w 73"/>
                <a:gd name="T11" fmla="*/ 37 h 40"/>
                <a:gd name="T12" fmla="*/ 2 w 73"/>
                <a:gd name="T13" fmla="*/ 40 h 40"/>
                <a:gd name="T14" fmla="*/ 35 w 73"/>
                <a:gd name="T15" fmla="*/ 4 h 40"/>
                <a:gd name="T16" fmla="*/ 71 w 73"/>
                <a:gd name="T17" fmla="*/ 40 h 40"/>
                <a:gd name="T18" fmla="*/ 73 w 73"/>
                <a:gd name="T19" fmla="*/ 37 h 40"/>
                <a:gd name="T20" fmla="*/ 35 w 73"/>
                <a:gd name="T2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3" h="40">
                  <a:moveTo>
                    <a:pt x="35" y="0"/>
                  </a:moveTo>
                  <a:lnTo>
                    <a:pt x="21" y="15"/>
                  </a:lnTo>
                  <a:lnTo>
                    <a:pt x="21" y="8"/>
                  </a:lnTo>
                  <a:lnTo>
                    <a:pt x="10" y="8"/>
                  </a:lnTo>
                  <a:lnTo>
                    <a:pt x="10" y="27"/>
                  </a:lnTo>
                  <a:lnTo>
                    <a:pt x="0" y="37"/>
                  </a:lnTo>
                  <a:lnTo>
                    <a:pt x="2" y="40"/>
                  </a:lnTo>
                  <a:lnTo>
                    <a:pt x="35" y="4"/>
                  </a:lnTo>
                  <a:lnTo>
                    <a:pt x="71" y="40"/>
                  </a:lnTo>
                  <a:lnTo>
                    <a:pt x="73" y="37"/>
                  </a:lnTo>
                  <a:lnTo>
                    <a:pt x="35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8" name="îŝḻï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62127C2-311F-468A-A3BF-4BBFD8B16B5C}"/>
                </a:ext>
              </a:extLst>
            </p:cNvPr>
            <p:cNvSpPr/>
            <p:nvPr/>
          </p:nvSpPr>
          <p:spPr bwMode="auto">
            <a:xfrm>
              <a:off x="6662791" y="3441599"/>
              <a:ext cx="63520" cy="73292"/>
            </a:xfrm>
            <a:custGeom>
              <a:avLst/>
              <a:gdLst>
                <a:gd name="T0" fmla="*/ 0 w 52"/>
                <a:gd name="T1" fmla="*/ 24 h 60"/>
                <a:gd name="T2" fmla="*/ 0 w 52"/>
                <a:gd name="T3" fmla="*/ 60 h 60"/>
                <a:gd name="T4" fmla="*/ 21 w 52"/>
                <a:gd name="T5" fmla="*/ 60 h 60"/>
                <a:gd name="T6" fmla="*/ 21 w 52"/>
                <a:gd name="T7" fmla="*/ 39 h 60"/>
                <a:gd name="T8" fmla="*/ 31 w 52"/>
                <a:gd name="T9" fmla="*/ 39 h 60"/>
                <a:gd name="T10" fmla="*/ 31 w 52"/>
                <a:gd name="T11" fmla="*/ 60 h 60"/>
                <a:gd name="T12" fmla="*/ 52 w 52"/>
                <a:gd name="T13" fmla="*/ 60 h 60"/>
                <a:gd name="T14" fmla="*/ 52 w 52"/>
                <a:gd name="T15" fmla="*/ 24 h 60"/>
                <a:gd name="T16" fmla="*/ 25 w 52"/>
                <a:gd name="T17" fmla="*/ 0 h 60"/>
                <a:gd name="T18" fmla="*/ 0 w 52"/>
                <a:gd name="T19" fmla="*/ 2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60">
                  <a:moveTo>
                    <a:pt x="0" y="24"/>
                  </a:moveTo>
                  <a:lnTo>
                    <a:pt x="0" y="60"/>
                  </a:lnTo>
                  <a:lnTo>
                    <a:pt x="21" y="60"/>
                  </a:lnTo>
                  <a:lnTo>
                    <a:pt x="21" y="39"/>
                  </a:lnTo>
                  <a:lnTo>
                    <a:pt x="31" y="39"/>
                  </a:lnTo>
                  <a:lnTo>
                    <a:pt x="31" y="60"/>
                  </a:lnTo>
                  <a:lnTo>
                    <a:pt x="52" y="60"/>
                  </a:lnTo>
                  <a:lnTo>
                    <a:pt x="52" y="24"/>
                  </a:lnTo>
                  <a:lnTo>
                    <a:pt x="25" y="0"/>
                  </a:lnTo>
                  <a:lnTo>
                    <a:pt x="0" y="2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9" name="íṩľî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15A8052-2FF6-40A9-88A4-D6E09FE3A0AE}"/>
                </a:ext>
              </a:extLst>
            </p:cNvPr>
            <p:cNvSpPr/>
            <p:nvPr/>
          </p:nvSpPr>
          <p:spPr bwMode="auto">
            <a:xfrm>
              <a:off x="7133081" y="4112220"/>
              <a:ext cx="134369" cy="106274"/>
            </a:xfrm>
            <a:custGeom>
              <a:avLst/>
              <a:gdLst>
                <a:gd name="T0" fmla="*/ 23 w 53"/>
                <a:gd name="T1" fmla="*/ 36 h 42"/>
                <a:gd name="T2" fmla="*/ 26 w 53"/>
                <a:gd name="T3" fmla="*/ 35 h 42"/>
                <a:gd name="T4" fmla="*/ 30 w 53"/>
                <a:gd name="T5" fmla="*/ 36 h 42"/>
                <a:gd name="T6" fmla="*/ 31 w 53"/>
                <a:gd name="T7" fmla="*/ 37 h 42"/>
                <a:gd name="T8" fmla="*/ 36 w 53"/>
                <a:gd name="T9" fmla="*/ 42 h 42"/>
                <a:gd name="T10" fmla="*/ 53 w 53"/>
                <a:gd name="T11" fmla="*/ 25 h 42"/>
                <a:gd name="T12" fmla="*/ 28 w 53"/>
                <a:gd name="T13" fmla="*/ 1 h 42"/>
                <a:gd name="T14" fmla="*/ 24 w 53"/>
                <a:gd name="T15" fmla="*/ 1 h 42"/>
                <a:gd name="T16" fmla="*/ 1 w 53"/>
                <a:gd name="T17" fmla="*/ 24 h 42"/>
                <a:gd name="T18" fmla="*/ 0 w 53"/>
                <a:gd name="T19" fmla="*/ 26 h 42"/>
                <a:gd name="T20" fmla="*/ 16 w 53"/>
                <a:gd name="T21" fmla="*/ 42 h 42"/>
                <a:gd name="T22" fmla="*/ 23 w 53"/>
                <a:gd name="T23" fmla="*/ 3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42">
                  <a:moveTo>
                    <a:pt x="23" y="36"/>
                  </a:moveTo>
                  <a:cubicBezTo>
                    <a:pt x="24" y="35"/>
                    <a:pt x="25" y="35"/>
                    <a:pt x="26" y="35"/>
                  </a:cubicBezTo>
                  <a:cubicBezTo>
                    <a:pt x="28" y="35"/>
                    <a:pt x="29" y="35"/>
                    <a:pt x="30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7" y="0"/>
                    <a:pt x="25" y="0"/>
                    <a:pt x="24" y="1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6" y="42"/>
                    <a:pt x="16" y="42"/>
                    <a:pt x="16" y="42"/>
                  </a:cubicBezTo>
                  <a:lnTo>
                    <a:pt x="23" y="3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0" name="îṣľí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952ECAE-65D6-4EC6-8608-8945B8B73085}"/>
                </a:ext>
              </a:extLst>
            </p:cNvPr>
            <p:cNvSpPr/>
            <p:nvPr/>
          </p:nvSpPr>
          <p:spPr bwMode="auto">
            <a:xfrm>
              <a:off x="7130638" y="4185512"/>
              <a:ext cx="40311" cy="76957"/>
            </a:xfrm>
            <a:custGeom>
              <a:avLst/>
              <a:gdLst>
                <a:gd name="T0" fmla="*/ 33 w 33"/>
                <a:gd name="T1" fmla="*/ 32 h 63"/>
                <a:gd name="T2" fmla="*/ 33 w 33"/>
                <a:gd name="T3" fmla="*/ 32 h 63"/>
                <a:gd name="T4" fmla="*/ 0 w 33"/>
                <a:gd name="T5" fmla="*/ 0 h 63"/>
                <a:gd name="T6" fmla="*/ 0 w 33"/>
                <a:gd name="T7" fmla="*/ 0 h 63"/>
                <a:gd name="T8" fmla="*/ 0 w 33"/>
                <a:gd name="T9" fmla="*/ 0 h 63"/>
                <a:gd name="T10" fmla="*/ 0 w 33"/>
                <a:gd name="T11" fmla="*/ 5 h 63"/>
                <a:gd name="T12" fmla="*/ 0 w 33"/>
                <a:gd name="T13" fmla="*/ 63 h 63"/>
                <a:gd name="T14" fmla="*/ 33 w 33"/>
                <a:gd name="T15" fmla="*/ 32 h 63"/>
                <a:gd name="T16" fmla="*/ 33 w 33"/>
                <a:gd name="T17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63">
                  <a:moveTo>
                    <a:pt x="33" y="32"/>
                  </a:moveTo>
                  <a:lnTo>
                    <a:pt x="33" y="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63"/>
                  </a:lnTo>
                  <a:lnTo>
                    <a:pt x="33" y="32"/>
                  </a:lnTo>
                  <a:lnTo>
                    <a:pt x="33" y="3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1" name="îSḻî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99FC74A-D17F-4024-8A4B-2DC30BEA8B3E}"/>
                </a:ext>
              </a:extLst>
            </p:cNvPr>
            <p:cNvSpPr/>
            <p:nvPr/>
          </p:nvSpPr>
          <p:spPr bwMode="auto">
            <a:xfrm>
              <a:off x="7135524" y="4206278"/>
              <a:ext cx="127039" cy="61077"/>
            </a:xfrm>
            <a:custGeom>
              <a:avLst/>
              <a:gdLst>
                <a:gd name="T0" fmla="*/ 49 w 50"/>
                <a:gd name="T1" fmla="*/ 22 h 24"/>
                <a:gd name="T2" fmla="*/ 49 w 50"/>
                <a:gd name="T3" fmla="*/ 22 h 24"/>
                <a:gd name="T4" fmla="*/ 27 w 50"/>
                <a:gd name="T5" fmla="*/ 1 h 24"/>
                <a:gd name="T6" fmla="*/ 23 w 50"/>
                <a:gd name="T7" fmla="*/ 1 h 24"/>
                <a:gd name="T8" fmla="*/ 1 w 50"/>
                <a:gd name="T9" fmla="*/ 23 h 24"/>
                <a:gd name="T10" fmla="*/ 1 w 50"/>
                <a:gd name="T11" fmla="*/ 23 h 24"/>
                <a:gd name="T12" fmla="*/ 0 w 50"/>
                <a:gd name="T13" fmla="*/ 24 h 24"/>
                <a:gd name="T14" fmla="*/ 50 w 50"/>
                <a:gd name="T15" fmla="*/ 24 h 24"/>
                <a:gd name="T16" fmla="*/ 50 w 50"/>
                <a:gd name="T17" fmla="*/ 23 h 24"/>
                <a:gd name="T18" fmla="*/ 49 w 50"/>
                <a:gd name="T19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24">
                  <a:moveTo>
                    <a:pt x="49" y="22"/>
                  </a:moveTo>
                  <a:cubicBezTo>
                    <a:pt x="49" y="22"/>
                    <a:pt x="49" y="22"/>
                    <a:pt x="49" y="22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0"/>
                    <a:pt x="24" y="0"/>
                    <a:pt x="23" y="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0" y="23"/>
                    <a:pt x="50" y="23"/>
                    <a:pt x="50" y="23"/>
                  </a:cubicBezTo>
                  <a:lnTo>
                    <a:pt x="49" y="2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2" name="íŝḻí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8EEABE3-AD56-4708-8678-356AB7B3C1B3}"/>
                </a:ext>
              </a:extLst>
            </p:cNvPr>
            <p:cNvSpPr/>
            <p:nvPr/>
          </p:nvSpPr>
          <p:spPr bwMode="auto">
            <a:xfrm>
              <a:off x="7229581" y="4183069"/>
              <a:ext cx="37868" cy="79400"/>
            </a:xfrm>
            <a:custGeom>
              <a:avLst/>
              <a:gdLst>
                <a:gd name="T0" fmla="*/ 0 w 31"/>
                <a:gd name="T1" fmla="*/ 34 h 65"/>
                <a:gd name="T2" fmla="*/ 0 w 31"/>
                <a:gd name="T3" fmla="*/ 34 h 65"/>
                <a:gd name="T4" fmla="*/ 0 w 31"/>
                <a:gd name="T5" fmla="*/ 34 h 65"/>
                <a:gd name="T6" fmla="*/ 31 w 31"/>
                <a:gd name="T7" fmla="*/ 65 h 65"/>
                <a:gd name="T8" fmla="*/ 31 w 31"/>
                <a:gd name="T9" fmla="*/ 2 h 65"/>
                <a:gd name="T10" fmla="*/ 31 w 31"/>
                <a:gd name="T11" fmla="*/ 2 h 65"/>
                <a:gd name="T12" fmla="*/ 31 w 31"/>
                <a:gd name="T13" fmla="*/ 0 h 65"/>
                <a:gd name="T14" fmla="*/ 0 w 31"/>
                <a:gd name="T15" fmla="*/ 3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65">
                  <a:moveTo>
                    <a:pt x="0" y="34"/>
                  </a:moveTo>
                  <a:lnTo>
                    <a:pt x="0" y="34"/>
                  </a:lnTo>
                  <a:lnTo>
                    <a:pt x="0" y="34"/>
                  </a:lnTo>
                  <a:lnTo>
                    <a:pt x="31" y="65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1" y="0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3" name="iṩ1î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F771231-0249-487D-A4CB-067031C01AC7}"/>
                </a:ext>
              </a:extLst>
            </p:cNvPr>
            <p:cNvSpPr/>
            <p:nvPr/>
          </p:nvSpPr>
          <p:spPr bwMode="auto">
            <a:xfrm>
              <a:off x="8005255" y="2824725"/>
              <a:ext cx="98944" cy="122153"/>
            </a:xfrm>
            <a:custGeom>
              <a:avLst/>
              <a:gdLst>
                <a:gd name="T0" fmla="*/ 0 w 81"/>
                <a:gd name="T1" fmla="*/ 0 h 100"/>
                <a:gd name="T2" fmla="*/ 0 w 81"/>
                <a:gd name="T3" fmla="*/ 100 h 100"/>
                <a:gd name="T4" fmla="*/ 42 w 81"/>
                <a:gd name="T5" fmla="*/ 71 h 100"/>
                <a:gd name="T6" fmla="*/ 81 w 81"/>
                <a:gd name="T7" fmla="*/ 100 h 100"/>
                <a:gd name="T8" fmla="*/ 81 w 81"/>
                <a:gd name="T9" fmla="*/ 0 h 100"/>
                <a:gd name="T10" fmla="*/ 0 w 81"/>
                <a:gd name="T11" fmla="*/ 0 h 100"/>
                <a:gd name="T12" fmla="*/ 63 w 81"/>
                <a:gd name="T13" fmla="*/ 46 h 100"/>
                <a:gd name="T14" fmla="*/ 19 w 81"/>
                <a:gd name="T15" fmla="*/ 46 h 100"/>
                <a:gd name="T16" fmla="*/ 19 w 81"/>
                <a:gd name="T17" fmla="*/ 42 h 100"/>
                <a:gd name="T18" fmla="*/ 63 w 81"/>
                <a:gd name="T19" fmla="*/ 42 h 100"/>
                <a:gd name="T20" fmla="*/ 63 w 81"/>
                <a:gd name="T21" fmla="*/ 46 h 100"/>
                <a:gd name="T22" fmla="*/ 63 w 81"/>
                <a:gd name="T23" fmla="*/ 29 h 100"/>
                <a:gd name="T24" fmla="*/ 19 w 81"/>
                <a:gd name="T25" fmla="*/ 29 h 100"/>
                <a:gd name="T26" fmla="*/ 19 w 81"/>
                <a:gd name="T27" fmla="*/ 25 h 100"/>
                <a:gd name="T28" fmla="*/ 63 w 81"/>
                <a:gd name="T29" fmla="*/ 25 h 100"/>
                <a:gd name="T30" fmla="*/ 63 w 81"/>
                <a:gd name="T31" fmla="*/ 2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1" h="100">
                  <a:moveTo>
                    <a:pt x="0" y="0"/>
                  </a:moveTo>
                  <a:lnTo>
                    <a:pt x="0" y="100"/>
                  </a:lnTo>
                  <a:lnTo>
                    <a:pt x="42" y="71"/>
                  </a:lnTo>
                  <a:lnTo>
                    <a:pt x="81" y="100"/>
                  </a:lnTo>
                  <a:lnTo>
                    <a:pt x="81" y="0"/>
                  </a:lnTo>
                  <a:lnTo>
                    <a:pt x="0" y="0"/>
                  </a:lnTo>
                  <a:close/>
                  <a:moveTo>
                    <a:pt x="63" y="46"/>
                  </a:moveTo>
                  <a:lnTo>
                    <a:pt x="19" y="46"/>
                  </a:lnTo>
                  <a:lnTo>
                    <a:pt x="19" y="42"/>
                  </a:lnTo>
                  <a:lnTo>
                    <a:pt x="63" y="42"/>
                  </a:lnTo>
                  <a:lnTo>
                    <a:pt x="63" y="46"/>
                  </a:lnTo>
                  <a:close/>
                  <a:moveTo>
                    <a:pt x="63" y="29"/>
                  </a:moveTo>
                  <a:lnTo>
                    <a:pt x="19" y="29"/>
                  </a:lnTo>
                  <a:lnTo>
                    <a:pt x="19" y="25"/>
                  </a:lnTo>
                  <a:lnTo>
                    <a:pt x="63" y="25"/>
                  </a:lnTo>
                  <a:lnTo>
                    <a:pt x="63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4" name="is1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669C71F-235E-4C03-9ED4-2A5CEA36537E}"/>
                </a:ext>
              </a:extLst>
            </p:cNvPr>
            <p:cNvSpPr/>
            <p:nvPr/>
          </p:nvSpPr>
          <p:spPr bwMode="auto">
            <a:xfrm>
              <a:off x="7089106" y="3413504"/>
              <a:ext cx="119710" cy="106274"/>
            </a:xfrm>
            <a:custGeom>
              <a:avLst/>
              <a:gdLst>
                <a:gd name="T0" fmla="*/ 43 w 47"/>
                <a:gd name="T1" fmla="*/ 0 h 42"/>
                <a:gd name="T2" fmla="*/ 43 w 47"/>
                <a:gd name="T3" fmla="*/ 0 h 42"/>
                <a:gd name="T4" fmla="*/ 38 w 47"/>
                <a:gd name="T5" fmla="*/ 0 h 42"/>
                <a:gd name="T6" fmla="*/ 9 w 47"/>
                <a:gd name="T7" fmla="*/ 0 h 42"/>
                <a:gd name="T8" fmla="*/ 4 w 47"/>
                <a:gd name="T9" fmla="*/ 0 h 42"/>
                <a:gd name="T10" fmla="*/ 4 w 47"/>
                <a:gd name="T11" fmla="*/ 0 h 42"/>
                <a:gd name="T12" fmla="*/ 0 w 47"/>
                <a:gd name="T13" fmla="*/ 3 h 42"/>
                <a:gd name="T14" fmla="*/ 1 w 47"/>
                <a:gd name="T15" fmla="*/ 6 h 42"/>
                <a:gd name="T16" fmla="*/ 9 w 47"/>
                <a:gd name="T17" fmla="*/ 13 h 42"/>
                <a:gd name="T18" fmla="*/ 9 w 47"/>
                <a:gd name="T19" fmla="*/ 13 h 42"/>
                <a:gd name="T20" fmla="*/ 23 w 47"/>
                <a:gd name="T21" fmla="*/ 27 h 42"/>
                <a:gd name="T22" fmla="*/ 23 w 47"/>
                <a:gd name="T23" fmla="*/ 41 h 42"/>
                <a:gd name="T24" fmla="*/ 16 w 47"/>
                <a:gd name="T25" fmla="*/ 41 h 42"/>
                <a:gd name="T26" fmla="*/ 16 w 47"/>
                <a:gd name="T27" fmla="*/ 42 h 42"/>
                <a:gd name="T28" fmla="*/ 31 w 47"/>
                <a:gd name="T29" fmla="*/ 42 h 42"/>
                <a:gd name="T30" fmla="*/ 31 w 47"/>
                <a:gd name="T31" fmla="*/ 41 h 42"/>
                <a:gd name="T32" fmla="*/ 24 w 47"/>
                <a:gd name="T33" fmla="*/ 41 h 42"/>
                <a:gd name="T34" fmla="*/ 24 w 47"/>
                <a:gd name="T35" fmla="*/ 27 h 42"/>
                <a:gd name="T36" fmla="*/ 38 w 47"/>
                <a:gd name="T37" fmla="*/ 13 h 42"/>
                <a:gd name="T38" fmla="*/ 38 w 47"/>
                <a:gd name="T39" fmla="*/ 13 h 42"/>
                <a:gd name="T40" fmla="*/ 46 w 47"/>
                <a:gd name="T41" fmla="*/ 6 h 42"/>
                <a:gd name="T42" fmla="*/ 47 w 47"/>
                <a:gd name="T43" fmla="*/ 3 h 42"/>
                <a:gd name="T44" fmla="*/ 43 w 47"/>
                <a:gd name="T45" fmla="*/ 0 h 42"/>
                <a:gd name="T46" fmla="*/ 9 w 47"/>
                <a:gd name="T47" fmla="*/ 11 h 42"/>
                <a:gd name="T48" fmla="*/ 3 w 47"/>
                <a:gd name="T49" fmla="*/ 4 h 42"/>
                <a:gd name="T50" fmla="*/ 2 w 47"/>
                <a:gd name="T51" fmla="*/ 3 h 42"/>
                <a:gd name="T52" fmla="*/ 4 w 47"/>
                <a:gd name="T53" fmla="*/ 1 h 42"/>
                <a:gd name="T54" fmla="*/ 4 w 47"/>
                <a:gd name="T55" fmla="*/ 1 h 42"/>
                <a:gd name="T56" fmla="*/ 4 w 47"/>
                <a:gd name="T57" fmla="*/ 1 h 42"/>
                <a:gd name="T58" fmla="*/ 4 w 47"/>
                <a:gd name="T59" fmla="*/ 1 h 42"/>
                <a:gd name="T60" fmla="*/ 9 w 47"/>
                <a:gd name="T61" fmla="*/ 1 h 42"/>
                <a:gd name="T62" fmla="*/ 9 w 47"/>
                <a:gd name="T63" fmla="*/ 11 h 42"/>
                <a:gd name="T64" fmla="*/ 44 w 47"/>
                <a:gd name="T65" fmla="*/ 4 h 42"/>
                <a:gd name="T66" fmla="*/ 38 w 47"/>
                <a:gd name="T67" fmla="*/ 11 h 42"/>
                <a:gd name="T68" fmla="*/ 38 w 47"/>
                <a:gd name="T69" fmla="*/ 1 h 42"/>
                <a:gd name="T70" fmla="*/ 43 w 47"/>
                <a:gd name="T71" fmla="*/ 1 h 42"/>
                <a:gd name="T72" fmla="*/ 43 w 47"/>
                <a:gd name="T73" fmla="*/ 1 h 42"/>
                <a:gd name="T74" fmla="*/ 43 w 47"/>
                <a:gd name="T75" fmla="*/ 1 h 42"/>
                <a:gd name="T76" fmla="*/ 43 w 47"/>
                <a:gd name="T77" fmla="*/ 1 h 42"/>
                <a:gd name="T78" fmla="*/ 45 w 47"/>
                <a:gd name="T79" fmla="*/ 3 h 42"/>
                <a:gd name="T80" fmla="*/ 44 w 47"/>
                <a:gd name="T81" fmla="*/ 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7" h="42"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20"/>
                    <a:pt x="15" y="27"/>
                    <a:pt x="23" y="27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2" y="27"/>
                    <a:pt x="38" y="20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5"/>
                    <a:pt x="47" y="4"/>
                    <a:pt x="47" y="3"/>
                  </a:cubicBezTo>
                  <a:cubicBezTo>
                    <a:pt x="47" y="1"/>
                    <a:pt x="45" y="0"/>
                    <a:pt x="43" y="0"/>
                  </a:cubicBezTo>
                  <a:close/>
                  <a:moveTo>
                    <a:pt x="9" y="11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2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9" y="1"/>
                    <a:pt x="9" y="1"/>
                  </a:cubicBezTo>
                  <a:lnTo>
                    <a:pt x="9" y="11"/>
                  </a:lnTo>
                  <a:close/>
                  <a:moveTo>
                    <a:pt x="44" y="4"/>
                  </a:moveTo>
                  <a:cubicBezTo>
                    <a:pt x="38" y="11"/>
                    <a:pt x="38" y="11"/>
                    <a:pt x="38" y="1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1"/>
                    <a:pt x="45" y="2"/>
                    <a:pt x="45" y="3"/>
                  </a:cubicBezTo>
                  <a:cubicBezTo>
                    <a:pt x="45" y="4"/>
                    <a:pt x="45" y="4"/>
                    <a:pt x="44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5" name="îṣḷi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2BE5201-183E-40E1-8E31-0C6B909853DA}"/>
                </a:ext>
              </a:extLst>
            </p:cNvPr>
            <p:cNvSpPr/>
            <p:nvPr/>
          </p:nvSpPr>
          <p:spPr bwMode="auto">
            <a:xfrm>
              <a:off x="6310989" y="3649260"/>
              <a:ext cx="116046" cy="108717"/>
            </a:xfrm>
            <a:custGeom>
              <a:avLst/>
              <a:gdLst>
                <a:gd name="T0" fmla="*/ 43 w 46"/>
                <a:gd name="T1" fmla="*/ 0 h 43"/>
                <a:gd name="T2" fmla="*/ 43 w 46"/>
                <a:gd name="T3" fmla="*/ 0 h 43"/>
                <a:gd name="T4" fmla="*/ 38 w 46"/>
                <a:gd name="T5" fmla="*/ 0 h 43"/>
                <a:gd name="T6" fmla="*/ 9 w 46"/>
                <a:gd name="T7" fmla="*/ 0 h 43"/>
                <a:gd name="T8" fmla="*/ 4 w 46"/>
                <a:gd name="T9" fmla="*/ 0 h 43"/>
                <a:gd name="T10" fmla="*/ 4 w 46"/>
                <a:gd name="T11" fmla="*/ 0 h 43"/>
                <a:gd name="T12" fmla="*/ 0 w 46"/>
                <a:gd name="T13" fmla="*/ 3 h 43"/>
                <a:gd name="T14" fmla="*/ 1 w 46"/>
                <a:gd name="T15" fmla="*/ 6 h 43"/>
                <a:gd name="T16" fmla="*/ 9 w 46"/>
                <a:gd name="T17" fmla="*/ 13 h 43"/>
                <a:gd name="T18" fmla="*/ 9 w 46"/>
                <a:gd name="T19" fmla="*/ 13 h 43"/>
                <a:gd name="T20" fmla="*/ 22 w 46"/>
                <a:gd name="T21" fmla="*/ 27 h 43"/>
                <a:gd name="T22" fmla="*/ 22 w 46"/>
                <a:gd name="T23" fmla="*/ 41 h 43"/>
                <a:gd name="T24" fmla="*/ 16 w 46"/>
                <a:gd name="T25" fmla="*/ 41 h 43"/>
                <a:gd name="T26" fmla="*/ 16 w 46"/>
                <a:gd name="T27" fmla="*/ 43 h 43"/>
                <a:gd name="T28" fmla="*/ 31 w 46"/>
                <a:gd name="T29" fmla="*/ 43 h 43"/>
                <a:gd name="T30" fmla="*/ 31 w 46"/>
                <a:gd name="T31" fmla="*/ 41 h 43"/>
                <a:gd name="T32" fmla="*/ 24 w 46"/>
                <a:gd name="T33" fmla="*/ 41 h 43"/>
                <a:gd name="T34" fmla="*/ 24 w 46"/>
                <a:gd name="T35" fmla="*/ 27 h 43"/>
                <a:gd name="T36" fmla="*/ 38 w 46"/>
                <a:gd name="T37" fmla="*/ 13 h 43"/>
                <a:gd name="T38" fmla="*/ 38 w 46"/>
                <a:gd name="T39" fmla="*/ 13 h 43"/>
                <a:gd name="T40" fmla="*/ 45 w 46"/>
                <a:gd name="T41" fmla="*/ 6 h 43"/>
                <a:gd name="T42" fmla="*/ 46 w 46"/>
                <a:gd name="T43" fmla="*/ 3 h 43"/>
                <a:gd name="T44" fmla="*/ 43 w 46"/>
                <a:gd name="T45" fmla="*/ 0 h 43"/>
                <a:gd name="T46" fmla="*/ 9 w 46"/>
                <a:gd name="T47" fmla="*/ 11 h 43"/>
                <a:gd name="T48" fmla="*/ 2 w 46"/>
                <a:gd name="T49" fmla="*/ 4 h 43"/>
                <a:gd name="T50" fmla="*/ 2 w 46"/>
                <a:gd name="T51" fmla="*/ 3 h 43"/>
                <a:gd name="T52" fmla="*/ 4 w 46"/>
                <a:gd name="T53" fmla="*/ 2 h 43"/>
                <a:gd name="T54" fmla="*/ 4 w 46"/>
                <a:gd name="T55" fmla="*/ 2 h 43"/>
                <a:gd name="T56" fmla="*/ 4 w 46"/>
                <a:gd name="T57" fmla="*/ 2 h 43"/>
                <a:gd name="T58" fmla="*/ 4 w 46"/>
                <a:gd name="T59" fmla="*/ 2 h 43"/>
                <a:gd name="T60" fmla="*/ 9 w 46"/>
                <a:gd name="T61" fmla="*/ 2 h 43"/>
                <a:gd name="T62" fmla="*/ 9 w 46"/>
                <a:gd name="T63" fmla="*/ 11 h 43"/>
                <a:gd name="T64" fmla="*/ 44 w 46"/>
                <a:gd name="T65" fmla="*/ 4 h 43"/>
                <a:gd name="T66" fmla="*/ 38 w 46"/>
                <a:gd name="T67" fmla="*/ 11 h 43"/>
                <a:gd name="T68" fmla="*/ 38 w 46"/>
                <a:gd name="T69" fmla="*/ 2 h 43"/>
                <a:gd name="T70" fmla="*/ 43 w 46"/>
                <a:gd name="T71" fmla="*/ 2 h 43"/>
                <a:gd name="T72" fmla="*/ 43 w 46"/>
                <a:gd name="T73" fmla="*/ 2 h 43"/>
                <a:gd name="T74" fmla="*/ 43 w 46"/>
                <a:gd name="T75" fmla="*/ 2 h 43"/>
                <a:gd name="T76" fmla="*/ 43 w 46"/>
                <a:gd name="T77" fmla="*/ 2 h 43"/>
                <a:gd name="T78" fmla="*/ 45 w 46"/>
                <a:gd name="T79" fmla="*/ 3 h 43"/>
                <a:gd name="T80" fmla="*/ 44 w 46"/>
                <a:gd name="T81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6" h="43"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20"/>
                    <a:pt x="15" y="27"/>
                    <a:pt x="22" y="27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2" y="27"/>
                    <a:pt x="38" y="20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6" y="5"/>
                    <a:pt x="46" y="4"/>
                    <a:pt x="46" y="3"/>
                  </a:cubicBezTo>
                  <a:cubicBezTo>
                    <a:pt x="46" y="1"/>
                    <a:pt x="45" y="0"/>
                    <a:pt x="43" y="0"/>
                  </a:cubicBezTo>
                  <a:close/>
                  <a:moveTo>
                    <a:pt x="9" y="11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2"/>
                    <a:pt x="3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1"/>
                  </a:lnTo>
                  <a:close/>
                  <a:moveTo>
                    <a:pt x="44" y="4"/>
                  </a:moveTo>
                  <a:cubicBezTo>
                    <a:pt x="38" y="11"/>
                    <a:pt x="38" y="11"/>
                    <a:pt x="38" y="11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2"/>
                    <a:pt x="45" y="2"/>
                    <a:pt x="45" y="3"/>
                  </a:cubicBezTo>
                  <a:cubicBezTo>
                    <a:pt x="45" y="4"/>
                    <a:pt x="45" y="4"/>
                    <a:pt x="44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6" name="íşḻï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B82501B-C944-4393-83CE-49C07A4262F0}"/>
                </a:ext>
              </a:extLst>
            </p:cNvPr>
            <p:cNvSpPr/>
            <p:nvPr/>
          </p:nvSpPr>
          <p:spPr bwMode="auto">
            <a:xfrm>
              <a:off x="5635482" y="4003504"/>
              <a:ext cx="116046" cy="108717"/>
            </a:xfrm>
            <a:custGeom>
              <a:avLst/>
              <a:gdLst>
                <a:gd name="T0" fmla="*/ 43 w 46"/>
                <a:gd name="T1" fmla="*/ 0 h 43"/>
                <a:gd name="T2" fmla="*/ 43 w 46"/>
                <a:gd name="T3" fmla="*/ 0 h 43"/>
                <a:gd name="T4" fmla="*/ 38 w 46"/>
                <a:gd name="T5" fmla="*/ 0 h 43"/>
                <a:gd name="T6" fmla="*/ 9 w 46"/>
                <a:gd name="T7" fmla="*/ 0 h 43"/>
                <a:gd name="T8" fmla="*/ 4 w 46"/>
                <a:gd name="T9" fmla="*/ 0 h 43"/>
                <a:gd name="T10" fmla="*/ 3 w 46"/>
                <a:gd name="T11" fmla="*/ 0 h 43"/>
                <a:gd name="T12" fmla="*/ 0 w 46"/>
                <a:gd name="T13" fmla="*/ 3 h 43"/>
                <a:gd name="T14" fmla="*/ 1 w 46"/>
                <a:gd name="T15" fmla="*/ 6 h 43"/>
                <a:gd name="T16" fmla="*/ 9 w 46"/>
                <a:gd name="T17" fmla="*/ 13 h 43"/>
                <a:gd name="T18" fmla="*/ 9 w 46"/>
                <a:gd name="T19" fmla="*/ 13 h 43"/>
                <a:gd name="T20" fmla="*/ 22 w 46"/>
                <a:gd name="T21" fmla="*/ 27 h 43"/>
                <a:gd name="T22" fmla="*/ 22 w 46"/>
                <a:gd name="T23" fmla="*/ 41 h 43"/>
                <a:gd name="T24" fmla="*/ 15 w 46"/>
                <a:gd name="T25" fmla="*/ 41 h 43"/>
                <a:gd name="T26" fmla="*/ 15 w 46"/>
                <a:gd name="T27" fmla="*/ 43 h 43"/>
                <a:gd name="T28" fmla="*/ 31 w 46"/>
                <a:gd name="T29" fmla="*/ 43 h 43"/>
                <a:gd name="T30" fmla="*/ 31 w 46"/>
                <a:gd name="T31" fmla="*/ 41 h 43"/>
                <a:gd name="T32" fmla="*/ 24 w 46"/>
                <a:gd name="T33" fmla="*/ 41 h 43"/>
                <a:gd name="T34" fmla="*/ 24 w 46"/>
                <a:gd name="T35" fmla="*/ 27 h 43"/>
                <a:gd name="T36" fmla="*/ 38 w 46"/>
                <a:gd name="T37" fmla="*/ 13 h 43"/>
                <a:gd name="T38" fmla="*/ 38 w 46"/>
                <a:gd name="T39" fmla="*/ 13 h 43"/>
                <a:gd name="T40" fmla="*/ 45 w 46"/>
                <a:gd name="T41" fmla="*/ 6 h 43"/>
                <a:gd name="T42" fmla="*/ 46 w 46"/>
                <a:gd name="T43" fmla="*/ 3 h 43"/>
                <a:gd name="T44" fmla="*/ 43 w 46"/>
                <a:gd name="T45" fmla="*/ 0 h 43"/>
                <a:gd name="T46" fmla="*/ 9 w 46"/>
                <a:gd name="T47" fmla="*/ 11 h 43"/>
                <a:gd name="T48" fmla="*/ 2 w 46"/>
                <a:gd name="T49" fmla="*/ 5 h 43"/>
                <a:gd name="T50" fmla="*/ 2 w 46"/>
                <a:gd name="T51" fmla="*/ 3 h 43"/>
                <a:gd name="T52" fmla="*/ 3 w 46"/>
                <a:gd name="T53" fmla="*/ 2 h 43"/>
                <a:gd name="T54" fmla="*/ 3 w 46"/>
                <a:gd name="T55" fmla="*/ 2 h 43"/>
                <a:gd name="T56" fmla="*/ 4 w 46"/>
                <a:gd name="T57" fmla="*/ 2 h 43"/>
                <a:gd name="T58" fmla="*/ 4 w 46"/>
                <a:gd name="T59" fmla="*/ 2 h 43"/>
                <a:gd name="T60" fmla="*/ 9 w 46"/>
                <a:gd name="T61" fmla="*/ 2 h 43"/>
                <a:gd name="T62" fmla="*/ 9 w 46"/>
                <a:gd name="T63" fmla="*/ 11 h 43"/>
                <a:gd name="T64" fmla="*/ 44 w 46"/>
                <a:gd name="T65" fmla="*/ 5 h 43"/>
                <a:gd name="T66" fmla="*/ 38 w 46"/>
                <a:gd name="T67" fmla="*/ 11 h 43"/>
                <a:gd name="T68" fmla="*/ 38 w 46"/>
                <a:gd name="T69" fmla="*/ 2 h 43"/>
                <a:gd name="T70" fmla="*/ 43 w 46"/>
                <a:gd name="T71" fmla="*/ 2 h 43"/>
                <a:gd name="T72" fmla="*/ 43 w 46"/>
                <a:gd name="T73" fmla="*/ 2 h 43"/>
                <a:gd name="T74" fmla="*/ 43 w 46"/>
                <a:gd name="T75" fmla="*/ 2 h 43"/>
                <a:gd name="T76" fmla="*/ 43 w 46"/>
                <a:gd name="T77" fmla="*/ 2 h 43"/>
                <a:gd name="T78" fmla="*/ 44 w 46"/>
                <a:gd name="T79" fmla="*/ 3 h 43"/>
                <a:gd name="T80" fmla="*/ 44 w 46"/>
                <a:gd name="T81" fmla="*/ 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6" h="43"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4"/>
                    <a:pt x="0" y="5"/>
                    <a:pt x="1" y="6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21"/>
                    <a:pt x="15" y="27"/>
                    <a:pt x="22" y="27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2" y="27"/>
                    <a:pt x="38" y="21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6" y="5"/>
                    <a:pt x="46" y="4"/>
                    <a:pt x="46" y="3"/>
                  </a:cubicBezTo>
                  <a:cubicBezTo>
                    <a:pt x="46" y="2"/>
                    <a:pt x="45" y="0"/>
                    <a:pt x="43" y="0"/>
                  </a:cubicBezTo>
                  <a:close/>
                  <a:moveTo>
                    <a:pt x="9" y="11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1"/>
                  </a:lnTo>
                  <a:close/>
                  <a:moveTo>
                    <a:pt x="44" y="5"/>
                  </a:moveTo>
                  <a:cubicBezTo>
                    <a:pt x="38" y="11"/>
                    <a:pt x="38" y="11"/>
                    <a:pt x="38" y="11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2"/>
                    <a:pt x="44" y="2"/>
                    <a:pt x="44" y="3"/>
                  </a:cubicBezTo>
                  <a:cubicBezTo>
                    <a:pt x="44" y="4"/>
                    <a:pt x="44" y="4"/>
                    <a:pt x="44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7" name="isľi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3ADEEBB-1359-4B7F-A33C-E38C1C013ED6}"/>
                </a:ext>
              </a:extLst>
            </p:cNvPr>
            <p:cNvSpPr/>
            <p:nvPr/>
          </p:nvSpPr>
          <p:spPr bwMode="auto">
            <a:xfrm>
              <a:off x="5927428" y="3058038"/>
              <a:ext cx="116046" cy="109938"/>
            </a:xfrm>
            <a:custGeom>
              <a:avLst/>
              <a:gdLst>
                <a:gd name="T0" fmla="*/ 43 w 46"/>
                <a:gd name="T1" fmla="*/ 0 h 43"/>
                <a:gd name="T2" fmla="*/ 43 w 46"/>
                <a:gd name="T3" fmla="*/ 0 h 43"/>
                <a:gd name="T4" fmla="*/ 38 w 46"/>
                <a:gd name="T5" fmla="*/ 0 h 43"/>
                <a:gd name="T6" fmla="*/ 9 w 46"/>
                <a:gd name="T7" fmla="*/ 0 h 43"/>
                <a:gd name="T8" fmla="*/ 4 w 46"/>
                <a:gd name="T9" fmla="*/ 0 h 43"/>
                <a:gd name="T10" fmla="*/ 4 w 46"/>
                <a:gd name="T11" fmla="*/ 0 h 43"/>
                <a:gd name="T12" fmla="*/ 0 w 46"/>
                <a:gd name="T13" fmla="*/ 3 h 43"/>
                <a:gd name="T14" fmla="*/ 1 w 46"/>
                <a:gd name="T15" fmla="*/ 6 h 43"/>
                <a:gd name="T16" fmla="*/ 9 w 46"/>
                <a:gd name="T17" fmla="*/ 13 h 43"/>
                <a:gd name="T18" fmla="*/ 9 w 46"/>
                <a:gd name="T19" fmla="*/ 13 h 43"/>
                <a:gd name="T20" fmla="*/ 22 w 46"/>
                <a:gd name="T21" fmla="*/ 27 h 43"/>
                <a:gd name="T22" fmla="*/ 22 w 46"/>
                <a:gd name="T23" fmla="*/ 41 h 43"/>
                <a:gd name="T24" fmla="*/ 16 w 46"/>
                <a:gd name="T25" fmla="*/ 41 h 43"/>
                <a:gd name="T26" fmla="*/ 16 w 46"/>
                <a:gd name="T27" fmla="*/ 43 h 43"/>
                <a:gd name="T28" fmla="*/ 31 w 46"/>
                <a:gd name="T29" fmla="*/ 43 h 43"/>
                <a:gd name="T30" fmla="*/ 31 w 46"/>
                <a:gd name="T31" fmla="*/ 41 h 43"/>
                <a:gd name="T32" fmla="*/ 24 w 46"/>
                <a:gd name="T33" fmla="*/ 41 h 43"/>
                <a:gd name="T34" fmla="*/ 24 w 46"/>
                <a:gd name="T35" fmla="*/ 27 h 43"/>
                <a:gd name="T36" fmla="*/ 38 w 46"/>
                <a:gd name="T37" fmla="*/ 13 h 43"/>
                <a:gd name="T38" fmla="*/ 38 w 46"/>
                <a:gd name="T39" fmla="*/ 13 h 43"/>
                <a:gd name="T40" fmla="*/ 45 w 46"/>
                <a:gd name="T41" fmla="*/ 6 h 43"/>
                <a:gd name="T42" fmla="*/ 46 w 46"/>
                <a:gd name="T43" fmla="*/ 3 h 43"/>
                <a:gd name="T44" fmla="*/ 43 w 46"/>
                <a:gd name="T45" fmla="*/ 0 h 43"/>
                <a:gd name="T46" fmla="*/ 9 w 46"/>
                <a:gd name="T47" fmla="*/ 11 h 43"/>
                <a:gd name="T48" fmla="*/ 2 w 46"/>
                <a:gd name="T49" fmla="*/ 5 h 43"/>
                <a:gd name="T50" fmla="*/ 2 w 46"/>
                <a:gd name="T51" fmla="*/ 3 h 43"/>
                <a:gd name="T52" fmla="*/ 3 w 46"/>
                <a:gd name="T53" fmla="*/ 2 h 43"/>
                <a:gd name="T54" fmla="*/ 4 w 46"/>
                <a:gd name="T55" fmla="*/ 2 h 43"/>
                <a:gd name="T56" fmla="*/ 4 w 46"/>
                <a:gd name="T57" fmla="*/ 2 h 43"/>
                <a:gd name="T58" fmla="*/ 4 w 46"/>
                <a:gd name="T59" fmla="*/ 2 h 43"/>
                <a:gd name="T60" fmla="*/ 9 w 46"/>
                <a:gd name="T61" fmla="*/ 2 h 43"/>
                <a:gd name="T62" fmla="*/ 9 w 46"/>
                <a:gd name="T63" fmla="*/ 11 h 43"/>
                <a:gd name="T64" fmla="*/ 44 w 46"/>
                <a:gd name="T65" fmla="*/ 5 h 43"/>
                <a:gd name="T66" fmla="*/ 38 w 46"/>
                <a:gd name="T67" fmla="*/ 11 h 43"/>
                <a:gd name="T68" fmla="*/ 38 w 46"/>
                <a:gd name="T69" fmla="*/ 2 h 43"/>
                <a:gd name="T70" fmla="*/ 43 w 46"/>
                <a:gd name="T71" fmla="*/ 2 h 43"/>
                <a:gd name="T72" fmla="*/ 43 w 46"/>
                <a:gd name="T73" fmla="*/ 2 h 43"/>
                <a:gd name="T74" fmla="*/ 43 w 46"/>
                <a:gd name="T75" fmla="*/ 2 h 43"/>
                <a:gd name="T76" fmla="*/ 43 w 46"/>
                <a:gd name="T77" fmla="*/ 2 h 43"/>
                <a:gd name="T78" fmla="*/ 45 w 46"/>
                <a:gd name="T79" fmla="*/ 3 h 43"/>
                <a:gd name="T80" fmla="*/ 44 w 46"/>
                <a:gd name="T81" fmla="*/ 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6" h="43"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21"/>
                    <a:pt x="15" y="27"/>
                    <a:pt x="22" y="27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32" y="27"/>
                    <a:pt x="38" y="21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6" y="5"/>
                    <a:pt x="46" y="4"/>
                    <a:pt x="46" y="3"/>
                  </a:cubicBezTo>
                  <a:cubicBezTo>
                    <a:pt x="46" y="2"/>
                    <a:pt x="45" y="0"/>
                    <a:pt x="43" y="0"/>
                  </a:cubicBezTo>
                  <a:close/>
                  <a:moveTo>
                    <a:pt x="9" y="11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3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1"/>
                  </a:lnTo>
                  <a:close/>
                  <a:moveTo>
                    <a:pt x="44" y="5"/>
                  </a:moveTo>
                  <a:cubicBezTo>
                    <a:pt x="38" y="11"/>
                    <a:pt x="38" y="11"/>
                    <a:pt x="38" y="11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2"/>
                    <a:pt x="45" y="3"/>
                    <a:pt x="45" y="3"/>
                  </a:cubicBezTo>
                  <a:cubicBezTo>
                    <a:pt x="45" y="4"/>
                    <a:pt x="44" y="4"/>
                    <a:pt x="44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8" name="ï$ľï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F50B6A3-1BC5-4520-B32B-9C995C18B559}"/>
                </a:ext>
              </a:extLst>
            </p:cNvPr>
            <p:cNvSpPr/>
            <p:nvPr/>
          </p:nvSpPr>
          <p:spPr bwMode="auto">
            <a:xfrm>
              <a:off x="7326083" y="3668804"/>
              <a:ext cx="177123" cy="157578"/>
            </a:xfrm>
            <a:custGeom>
              <a:avLst/>
              <a:gdLst>
                <a:gd name="T0" fmla="*/ 145 w 145"/>
                <a:gd name="T1" fmla="*/ 100 h 129"/>
                <a:gd name="T2" fmla="*/ 145 w 145"/>
                <a:gd name="T3" fmla="*/ 0 h 129"/>
                <a:gd name="T4" fmla="*/ 0 w 145"/>
                <a:gd name="T5" fmla="*/ 0 h 129"/>
                <a:gd name="T6" fmla="*/ 0 w 145"/>
                <a:gd name="T7" fmla="*/ 100 h 129"/>
                <a:gd name="T8" fmla="*/ 70 w 145"/>
                <a:gd name="T9" fmla="*/ 100 h 129"/>
                <a:gd name="T10" fmla="*/ 70 w 145"/>
                <a:gd name="T11" fmla="*/ 123 h 129"/>
                <a:gd name="T12" fmla="*/ 49 w 145"/>
                <a:gd name="T13" fmla="*/ 123 h 129"/>
                <a:gd name="T14" fmla="*/ 49 w 145"/>
                <a:gd name="T15" fmla="*/ 129 h 129"/>
                <a:gd name="T16" fmla="*/ 95 w 145"/>
                <a:gd name="T17" fmla="*/ 129 h 129"/>
                <a:gd name="T18" fmla="*/ 95 w 145"/>
                <a:gd name="T19" fmla="*/ 123 h 129"/>
                <a:gd name="T20" fmla="*/ 74 w 145"/>
                <a:gd name="T21" fmla="*/ 123 h 129"/>
                <a:gd name="T22" fmla="*/ 74 w 145"/>
                <a:gd name="T23" fmla="*/ 100 h 129"/>
                <a:gd name="T24" fmla="*/ 145 w 145"/>
                <a:gd name="T25" fmla="*/ 10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5" h="129">
                  <a:moveTo>
                    <a:pt x="145" y="100"/>
                  </a:moveTo>
                  <a:lnTo>
                    <a:pt x="145" y="0"/>
                  </a:lnTo>
                  <a:lnTo>
                    <a:pt x="0" y="0"/>
                  </a:lnTo>
                  <a:lnTo>
                    <a:pt x="0" y="100"/>
                  </a:lnTo>
                  <a:lnTo>
                    <a:pt x="70" y="100"/>
                  </a:lnTo>
                  <a:lnTo>
                    <a:pt x="70" y="123"/>
                  </a:lnTo>
                  <a:lnTo>
                    <a:pt x="49" y="123"/>
                  </a:lnTo>
                  <a:lnTo>
                    <a:pt x="49" y="129"/>
                  </a:lnTo>
                  <a:lnTo>
                    <a:pt x="95" y="129"/>
                  </a:lnTo>
                  <a:lnTo>
                    <a:pt x="95" y="123"/>
                  </a:lnTo>
                  <a:lnTo>
                    <a:pt x="74" y="123"/>
                  </a:lnTo>
                  <a:lnTo>
                    <a:pt x="74" y="100"/>
                  </a:lnTo>
                  <a:lnTo>
                    <a:pt x="145" y="10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9" name="ïsļ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25179DC-4DCA-4D79-AB3F-068DAC90FEB0}"/>
                </a:ext>
              </a:extLst>
            </p:cNvPr>
            <p:cNvSpPr/>
            <p:nvPr/>
          </p:nvSpPr>
          <p:spPr bwMode="auto">
            <a:xfrm>
              <a:off x="8315524" y="3395181"/>
              <a:ext cx="37868" cy="37868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0" name="îṧḻ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536F9C7-3D98-412C-A7AB-50017591A25B}"/>
                </a:ext>
              </a:extLst>
            </p:cNvPr>
            <p:cNvSpPr/>
            <p:nvPr/>
          </p:nvSpPr>
          <p:spPr bwMode="auto">
            <a:xfrm>
              <a:off x="8468215" y="3395181"/>
              <a:ext cx="37868" cy="37868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1" name="islï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D4794C7-DA89-4728-9AE2-E844AB6AD396}"/>
                </a:ext>
              </a:extLst>
            </p:cNvPr>
            <p:cNvSpPr/>
            <p:nvPr/>
          </p:nvSpPr>
          <p:spPr bwMode="auto">
            <a:xfrm>
              <a:off x="8391259" y="3395181"/>
              <a:ext cx="37868" cy="37868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2" name="î$ḻ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A603B17-8949-4059-89F0-8DE950534707}"/>
                </a:ext>
              </a:extLst>
            </p:cNvPr>
            <p:cNvSpPr/>
            <p:nvPr/>
          </p:nvSpPr>
          <p:spPr bwMode="auto">
            <a:xfrm>
              <a:off x="7924634" y="2493690"/>
              <a:ext cx="127039" cy="120932"/>
            </a:xfrm>
            <a:custGeom>
              <a:avLst/>
              <a:gdLst>
                <a:gd name="T0" fmla="*/ 50 w 50"/>
                <a:gd name="T1" fmla="*/ 13 h 48"/>
                <a:gd name="T2" fmla="*/ 12 w 50"/>
                <a:gd name="T3" fmla="*/ 13 h 48"/>
                <a:gd name="T4" fmla="*/ 9 w 50"/>
                <a:gd name="T5" fmla="*/ 0 h 48"/>
                <a:gd name="T6" fmla="*/ 0 w 50"/>
                <a:gd name="T7" fmla="*/ 0 h 48"/>
                <a:gd name="T8" fmla="*/ 0 w 50"/>
                <a:gd name="T9" fmla="*/ 2 h 48"/>
                <a:gd name="T10" fmla="*/ 8 w 50"/>
                <a:gd name="T11" fmla="*/ 2 h 48"/>
                <a:gd name="T12" fmla="*/ 16 w 50"/>
                <a:gd name="T13" fmla="*/ 39 h 48"/>
                <a:gd name="T14" fmla="*/ 13 w 50"/>
                <a:gd name="T15" fmla="*/ 43 h 48"/>
                <a:gd name="T16" fmla="*/ 18 w 50"/>
                <a:gd name="T17" fmla="*/ 48 h 48"/>
                <a:gd name="T18" fmla="*/ 22 w 50"/>
                <a:gd name="T19" fmla="*/ 43 h 48"/>
                <a:gd name="T20" fmla="*/ 21 w 50"/>
                <a:gd name="T21" fmla="*/ 40 h 48"/>
                <a:gd name="T22" fmla="*/ 34 w 50"/>
                <a:gd name="T23" fmla="*/ 40 h 48"/>
                <a:gd name="T24" fmla="*/ 33 w 50"/>
                <a:gd name="T25" fmla="*/ 43 h 48"/>
                <a:gd name="T26" fmla="*/ 38 w 50"/>
                <a:gd name="T27" fmla="*/ 48 h 48"/>
                <a:gd name="T28" fmla="*/ 42 w 50"/>
                <a:gd name="T29" fmla="*/ 43 h 48"/>
                <a:gd name="T30" fmla="*/ 38 w 50"/>
                <a:gd name="T31" fmla="*/ 38 h 48"/>
                <a:gd name="T32" fmla="*/ 18 w 50"/>
                <a:gd name="T33" fmla="*/ 38 h 48"/>
                <a:gd name="T34" fmla="*/ 17 w 50"/>
                <a:gd name="T35" fmla="*/ 35 h 48"/>
                <a:gd name="T36" fmla="*/ 43 w 50"/>
                <a:gd name="T37" fmla="*/ 35 h 48"/>
                <a:gd name="T38" fmla="*/ 50 w 50"/>
                <a:gd name="T39" fmla="*/ 13 h 48"/>
                <a:gd name="T40" fmla="*/ 38 w 50"/>
                <a:gd name="T41" fmla="*/ 40 h 48"/>
                <a:gd name="T42" fmla="*/ 40 w 50"/>
                <a:gd name="T43" fmla="*/ 43 h 48"/>
                <a:gd name="T44" fmla="*/ 38 w 50"/>
                <a:gd name="T45" fmla="*/ 46 h 48"/>
                <a:gd name="T46" fmla="*/ 35 w 50"/>
                <a:gd name="T47" fmla="*/ 43 h 48"/>
                <a:gd name="T48" fmla="*/ 38 w 50"/>
                <a:gd name="T49" fmla="*/ 40 h 48"/>
                <a:gd name="T50" fmla="*/ 18 w 50"/>
                <a:gd name="T51" fmla="*/ 40 h 48"/>
                <a:gd name="T52" fmla="*/ 20 w 50"/>
                <a:gd name="T53" fmla="*/ 43 h 48"/>
                <a:gd name="T54" fmla="*/ 18 w 50"/>
                <a:gd name="T55" fmla="*/ 46 h 48"/>
                <a:gd name="T56" fmla="*/ 15 w 50"/>
                <a:gd name="T57" fmla="*/ 43 h 48"/>
                <a:gd name="T58" fmla="*/ 18 w 50"/>
                <a:gd name="T59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" h="48">
                  <a:moveTo>
                    <a:pt x="50" y="13"/>
                  </a:moveTo>
                  <a:cubicBezTo>
                    <a:pt x="12" y="13"/>
                    <a:pt x="12" y="13"/>
                    <a:pt x="12" y="1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5" y="39"/>
                    <a:pt x="13" y="41"/>
                    <a:pt x="13" y="43"/>
                  </a:cubicBezTo>
                  <a:cubicBezTo>
                    <a:pt x="13" y="45"/>
                    <a:pt x="15" y="48"/>
                    <a:pt x="18" y="48"/>
                  </a:cubicBezTo>
                  <a:cubicBezTo>
                    <a:pt x="20" y="48"/>
                    <a:pt x="22" y="45"/>
                    <a:pt x="22" y="43"/>
                  </a:cubicBezTo>
                  <a:cubicBezTo>
                    <a:pt x="22" y="42"/>
                    <a:pt x="22" y="41"/>
                    <a:pt x="21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1"/>
                    <a:pt x="33" y="42"/>
                    <a:pt x="33" y="43"/>
                  </a:cubicBezTo>
                  <a:cubicBezTo>
                    <a:pt x="33" y="45"/>
                    <a:pt x="35" y="48"/>
                    <a:pt x="38" y="48"/>
                  </a:cubicBezTo>
                  <a:cubicBezTo>
                    <a:pt x="40" y="48"/>
                    <a:pt x="42" y="45"/>
                    <a:pt x="42" y="43"/>
                  </a:cubicBezTo>
                  <a:cubicBezTo>
                    <a:pt x="42" y="40"/>
                    <a:pt x="40" y="38"/>
                    <a:pt x="3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43" y="35"/>
                    <a:pt x="43" y="35"/>
                    <a:pt x="43" y="35"/>
                  </a:cubicBezTo>
                  <a:lnTo>
                    <a:pt x="50" y="13"/>
                  </a:lnTo>
                  <a:close/>
                  <a:moveTo>
                    <a:pt x="38" y="40"/>
                  </a:moveTo>
                  <a:cubicBezTo>
                    <a:pt x="39" y="40"/>
                    <a:pt x="40" y="41"/>
                    <a:pt x="40" y="43"/>
                  </a:cubicBezTo>
                  <a:cubicBezTo>
                    <a:pt x="40" y="44"/>
                    <a:pt x="39" y="46"/>
                    <a:pt x="38" y="46"/>
                  </a:cubicBezTo>
                  <a:cubicBezTo>
                    <a:pt x="36" y="46"/>
                    <a:pt x="35" y="44"/>
                    <a:pt x="35" y="43"/>
                  </a:cubicBezTo>
                  <a:cubicBezTo>
                    <a:pt x="35" y="41"/>
                    <a:pt x="36" y="40"/>
                    <a:pt x="38" y="40"/>
                  </a:cubicBezTo>
                  <a:close/>
                  <a:moveTo>
                    <a:pt x="18" y="40"/>
                  </a:moveTo>
                  <a:cubicBezTo>
                    <a:pt x="19" y="40"/>
                    <a:pt x="20" y="41"/>
                    <a:pt x="20" y="43"/>
                  </a:cubicBezTo>
                  <a:cubicBezTo>
                    <a:pt x="20" y="44"/>
                    <a:pt x="19" y="46"/>
                    <a:pt x="18" y="46"/>
                  </a:cubicBezTo>
                  <a:cubicBezTo>
                    <a:pt x="16" y="46"/>
                    <a:pt x="15" y="44"/>
                    <a:pt x="15" y="43"/>
                  </a:cubicBezTo>
                  <a:cubicBezTo>
                    <a:pt x="15" y="41"/>
                    <a:pt x="16" y="40"/>
                    <a:pt x="18" y="4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3" name="ïṧľî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6754812-617F-4F4C-ADA6-D95DD2F5BBC4}"/>
                </a:ext>
              </a:extLst>
            </p:cNvPr>
            <p:cNvSpPr/>
            <p:nvPr/>
          </p:nvSpPr>
          <p:spPr bwMode="auto">
            <a:xfrm>
              <a:off x="8713743" y="3185078"/>
              <a:ext cx="84286" cy="35425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4" name="îş1i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BAF92BF-7073-4C82-84E6-7EBFA159CAE3}"/>
                </a:ext>
              </a:extLst>
            </p:cNvPr>
            <p:cNvSpPr/>
            <p:nvPr/>
          </p:nvSpPr>
          <p:spPr bwMode="auto">
            <a:xfrm>
              <a:off x="8713743" y="3251040"/>
              <a:ext cx="84286" cy="28096"/>
            </a:xfrm>
            <a:custGeom>
              <a:avLst/>
              <a:gdLst>
                <a:gd name="T0" fmla="*/ 0 w 33"/>
                <a:gd name="T1" fmla="*/ 0 h 11"/>
                <a:gd name="T2" fmla="*/ 0 w 33"/>
                <a:gd name="T3" fmla="*/ 3 h 11"/>
                <a:gd name="T4" fmla="*/ 0 w 33"/>
                <a:gd name="T5" fmla="*/ 4 h 11"/>
                <a:gd name="T6" fmla="*/ 17 w 33"/>
                <a:gd name="T7" fmla="*/ 11 h 11"/>
                <a:gd name="T8" fmla="*/ 33 w 33"/>
                <a:gd name="T9" fmla="*/ 4 h 11"/>
                <a:gd name="T10" fmla="*/ 33 w 33"/>
                <a:gd name="T11" fmla="*/ 3 h 11"/>
                <a:gd name="T12" fmla="*/ 33 w 33"/>
                <a:gd name="T13" fmla="*/ 0 h 11"/>
                <a:gd name="T14" fmla="*/ 17 w 33"/>
                <a:gd name="T15" fmla="*/ 5 h 11"/>
                <a:gd name="T16" fmla="*/ 0 w 33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11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8"/>
                    <a:pt x="7" y="11"/>
                    <a:pt x="17" y="11"/>
                  </a:cubicBezTo>
                  <a:cubicBezTo>
                    <a:pt x="26" y="11"/>
                    <a:pt x="33" y="8"/>
                    <a:pt x="33" y="4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3"/>
                    <a:pt x="24" y="5"/>
                    <a:pt x="17" y="5"/>
                  </a:cubicBezTo>
                  <a:cubicBezTo>
                    <a:pt x="9" y="5"/>
                    <a:pt x="3" y="3"/>
                    <a:pt x="0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5" name="îsļí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F6B9512-5AF0-47F3-A9AD-B3886045BF75}"/>
                </a:ext>
              </a:extLst>
            </p:cNvPr>
            <p:cNvSpPr/>
            <p:nvPr/>
          </p:nvSpPr>
          <p:spPr bwMode="auto">
            <a:xfrm>
              <a:off x="8713743" y="3230274"/>
              <a:ext cx="84286" cy="30539"/>
            </a:xfrm>
            <a:custGeom>
              <a:avLst/>
              <a:gdLst>
                <a:gd name="T0" fmla="*/ 0 w 33"/>
                <a:gd name="T1" fmla="*/ 0 h 12"/>
                <a:gd name="T2" fmla="*/ 0 w 33"/>
                <a:gd name="T3" fmla="*/ 2 h 12"/>
                <a:gd name="T4" fmla="*/ 0 w 33"/>
                <a:gd name="T5" fmla="*/ 5 h 12"/>
                <a:gd name="T6" fmla="*/ 17 w 33"/>
                <a:gd name="T7" fmla="*/ 12 h 12"/>
                <a:gd name="T8" fmla="*/ 33 w 33"/>
                <a:gd name="T9" fmla="*/ 5 h 12"/>
                <a:gd name="T10" fmla="*/ 33 w 33"/>
                <a:gd name="T11" fmla="*/ 0 h 12"/>
                <a:gd name="T12" fmla="*/ 17 w 33"/>
                <a:gd name="T13" fmla="*/ 5 h 12"/>
                <a:gd name="T14" fmla="*/ 0 w 33"/>
                <a:gd name="T1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1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7" y="12"/>
                    <a:pt x="17" y="12"/>
                  </a:cubicBezTo>
                  <a:cubicBezTo>
                    <a:pt x="26" y="12"/>
                    <a:pt x="33" y="8"/>
                    <a:pt x="33" y="5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3"/>
                    <a:pt x="24" y="5"/>
                    <a:pt x="17" y="5"/>
                  </a:cubicBezTo>
                  <a:cubicBezTo>
                    <a:pt x="9" y="5"/>
                    <a:pt x="3" y="3"/>
                    <a:pt x="0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6" name="iSlî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DFB3FB6-A942-4695-AF15-649F5D745C06}"/>
                </a:ext>
              </a:extLst>
            </p:cNvPr>
            <p:cNvSpPr/>
            <p:nvPr/>
          </p:nvSpPr>
          <p:spPr bwMode="auto">
            <a:xfrm>
              <a:off x="8713743" y="3213172"/>
              <a:ext cx="84286" cy="28096"/>
            </a:xfrm>
            <a:custGeom>
              <a:avLst/>
              <a:gdLst>
                <a:gd name="T0" fmla="*/ 0 w 33"/>
                <a:gd name="T1" fmla="*/ 0 h 11"/>
                <a:gd name="T2" fmla="*/ 0 w 33"/>
                <a:gd name="T3" fmla="*/ 4 h 11"/>
                <a:gd name="T4" fmla="*/ 17 w 33"/>
                <a:gd name="T5" fmla="*/ 11 h 11"/>
                <a:gd name="T6" fmla="*/ 33 w 33"/>
                <a:gd name="T7" fmla="*/ 4 h 11"/>
                <a:gd name="T8" fmla="*/ 33 w 33"/>
                <a:gd name="T9" fmla="*/ 0 h 11"/>
                <a:gd name="T10" fmla="*/ 17 w 33"/>
                <a:gd name="T11" fmla="*/ 5 h 11"/>
                <a:gd name="T12" fmla="*/ 0 w 33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11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7"/>
                    <a:pt x="7" y="11"/>
                    <a:pt x="17" y="11"/>
                  </a:cubicBezTo>
                  <a:cubicBezTo>
                    <a:pt x="26" y="11"/>
                    <a:pt x="33" y="7"/>
                    <a:pt x="33" y="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3"/>
                    <a:pt x="24" y="5"/>
                    <a:pt x="17" y="5"/>
                  </a:cubicBezTo>
                  <a:cubicBezTo>
                    <a:pt x="9" y="5"/>
                    <a:pt x="3" y="3"/>
                    <a:pt x="0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7" name="iSli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C9C1A9C-B433-483C-9957-15391A879D09}"/>
                </a:ext>
              </a:extLst>
            </p:cNvPr>
            <p:cNvSpPr/>
            <p:nvPr/>
          </p:nvSpPr>
          <p:spPr bwMode="auto">
            <a:xfrm>
              <a:off x="8638008" y="4052365"/>
              <a:ext cx="65963" cy="111160"/>
            </a:xfrm>
            <a:custGeom>
              <a:avLst/>
              <a:gdLst>
                <a:gd name="T0" fmla="*/ 39 w 54"/>
                <a:gd name="T1" fmla="*/ 14 h 91"/>
                <a:gd name="T2" fmla="*/ 0 w 54"/>
                <a:gd name="T3" fmla="*/ 0 h 91"/>
                <a:gd name="T4" fmla="*/ 0 w 54"/>
                <a:gd name="T5" fmla="*/ 2 h 91"/>
                <a:gd name="T6" fmla="*/ 0 w 54"/>
                <a:gd name="T7" fmla="*/ 72 h 91"/>
                <a:gd name="T8" fmla="*/ 54 w 54"/>
                <a:gd name="T9" fmla="*/ 91 h 91"/>
                <a:gd name="T10" fmla="*/ 54 w 54"/>
                <a:gd name="T11" fmla="*/ 20 h 91"/>
                <a:gd name="T12" fmla="*/ 39 w 54"/>
                <a:gd name="T13" fmla="*/ 1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91">
                  <a:moveTo>
                    <a:pt x="39" y="14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72"/>
                  </a:lnTo>
                  <a:lnTo>
                    <a:pt x="54" y="91"/>
                  </a:lnTo>
                  <a:lnTo>
                    <a:pt x="54" y="20"/>
                  </a:lnTo>
                  <a:lnTo>
                    <a:pt x="39" y="1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8" name="îşḷî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38F2537-A1C3-4DE9-AAAC-048AC921CDC0}"/>
                </a:ext>
              </a:extLst>
            </p:cNvPr>
            <p:cNvSpPr/>
            <p:nvPr/>
          </p:nvSpPr>
          <p:spPr bwMode="auto">
            <a:xfrm>
              <a:off x="8640451" y="4024270"/>
              <a:ext cx="129482" cy="47640"/>
            </a:xfrm>
            <a:custGeom>
              <a:avLst/>
              <a:gdLst>
                <a:gd name="T0" fmla="*/ 54 w 106"/>
                <a:gd name="T1" fmla="*/ 39 h 39"/>
                <a:gd name="T2" fmla="*/ 106 w 106"/>
                <a:gd name="T3" fmla="*/ 18 h 39"/>
                <a:gd name="T4" fmla="*/ 54 w 106"/>
                <a:gd name="T5" fmla="*/ 0 h 39"/>
                <a:gd name="T6" fmla="*/ 0 w 106"/>
                <a:gd name="T7" fmla="*/ 20 h 39"/>
                <a:gd name="T8" fmla="*/ 0 w 106"/>
                <a:gd name="T9" fmla="*/ 20 h 39"/>
                <a:gd name="T10" fmla="*/ 29 w 106"/>
                <a:gd name="T11" fmla="*/ 29 h 39"/>
                <a:gd name="T12" fmla="*/ 54 w 106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39">
                  <a:moveTo>
                    <a:pt x="54" y="39"/>
                  </a:moveTo>
                  <a:lnTo>
                    <a:pt x="106" y="18"/>
                  </a:lnTo>
                  <a:lnTo>
                    <a:pt x="54" y="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29" y="29"/>
                  </a:lnTo>
                  <a:lnTo>
                    <a:pt x="54" y="3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9" name="işḻ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5A4DBF6-CA11-4969-85DA-22DAD04B77D9}"/>
                </a:ext>
              </a:extLst>
            </p:cNvPr>
            <p:cNvSpPr/>
            <p:nvPr/>
          </p:nvSpPr>
          <p:spPr bwMode="auto">
            <a:xfrm>
              <a:off x="8708857" y="4052365"/>
              <a:ext cx="63520" cy="111160"/>
            </a:xfrm>
            <a:custGeom>
              <a:avLst/>
              <a:gdLst>
                <a:gd name="T0" fmla="*/ 52 w 52"/>
                <a:gd name="T1" fmla="*/ 2 h 91"/>
                <a:gd name="T2" fmla="*/ 52 w 52"/>
                <a:gd name="T3" fmla="*/ 0 h 91"/>
                <a:gd name="T4" fmla="*/ 52 w 52"/>
                <a:gd name="T5" fmla="*/ 0 h 91"/>
                <a:gd name="T6" fmla="*/ 0 w 52"/>
                <a:gd name="T7" fmla="*/ 20 h 91"/>
                <a:gd name="T8" fmla="*/ 0 w 52"/>
                <a:gd name="T9" fmla="*/ 91 h 91"/>
                <a:gd name="T10" fmla="*/ 52 w 52"/>
                <a:gd name="T11" fmla="*/ 72 h 91"/>
                <a:gd name="T12" fmla="*/ 52 w 52"/>
                <a:gd name="T13" fmla="*/ 2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91">
                  <a:moveTo>
                    <a:pt x="52" y="2"/>
                  </a:moveTo>
                  <a:lnTo>
                    <a:pt x="52" y="0"/>
                  </a:lnTo>
                  <a:lnTo>
                    <a:pt x="52" y="0"/>
                  </a:lnTo>
                  <a:lnTo>
                    <a:pt x="0" y="20"/>
                  </a:lnTo>
                  <a:lnTo>
                    <a:pt x="0" y="91"/>
                  </a:lnTo>
                  <a:lnTo>
                    <a:pt x="52" y="72"/>
                  </a:lnTo>
                  <a:lnTo>
                    <a:pt x="52" y="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0" name="îšḻi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8B27C92-472D-4346-AFC4-9296669A0328}"/>
                </a:ext>
              </a:extLst>
            </p:cNvPr>
            <p:cNvSpPr/>
            <p:nvPr/>
          </p:nvSpPr>
          <p:spPr bwMode="auto">
            <a:xfrm>
              <a:off x="7335855" y="4373628"/>
              <a:ext cx="98944" cy="96501"/>
            </a:xfrm>
            <a:custGeom>
              <a:avLst/>
              <a:gdLst>
                <a:gd name="T0" fmla="*/ 38 w 39"/>
                <a:gd name="T1" fmla="*/ 32 h 38"/>
                <a:gd name="T2" fmla="*/ 30 w 39"/>
                <a:gd name="T3" fmla="*/ 24 h 38"/>
                <a:gd name="T4" fmla="*/ 31 w 39"/>
                <a:gd name="T5" fmla="*/ 23 h 38"/>
                <a:gd name="T6" fmla="*/ 30 w 39"/>
                <a:gd name="T7" fmla="*/ 22 h 38"/>
                <a:gd name="T8" fmla="*/ 27 w 39"/>
                <a:gd name="T9" fmla="*/ 25 h 38"/>
                <a:gd name="T10" fmla="*/ 22 w 39"/>
                <a:gd name="T11" fmla="*/ 20 h 38"/>
                <a:gd name="T12" fmla="*/ 28 w 39"/>
                <a:gd name="T13" fmla="*/ 14 h 38"/>
                <a:gd name="T14" fmla="*/ 31 w 39"/>
                <a:gd name="T15" fmla="*/ 14 h 38"/>
                <a:gd name="T16" fmla="*/ 36 w 39"/>
                <a:gd name="T17" fmla="*/ 12 h 38"/>
                <a:gd name="T18" fmla="*/ 37 w 39"/>
                <a:gd name="T19" fmla="*/ 4 h 38"/>
                <a:gd name="T20" fmla="*/ 37 w 39"/>
                <a:gd name="T21" fmla="*/ 3 h 38"/>
                <a:gd name="T22" fmla="*/ 34 w 39"/>
                <a:gd name="T23" fmla="*/ 6 h 38"/>
                <a:gd name="T24" fmla="*/ 31 w 39"/>
                <a:gd name="T25" fmla="*/ 6 h 38"/>
                <a:gd name="T26" fmla="*/ 31 w 39"/>
                <a:gd name="T27" fmla="*/ 4 h 38"/>
                <a:gd name="T28" fmla="*/ 35 w 39"/>
                <a:gd name="T29" fmla="*/ 1 h 38"/>
                <a:gd name="T30" fmla="*/ 34 w 39"/>
                <a:gd name="T31" fmla="*/ 0 h 38"/>
                <a:gd name="T32" fmla="*/ 31 w 39"/>
                <a:gd name="T33" fmla="*/ 0 h 38"/>
                <a:gd name="T34" fmla="*/ 25 w 39"/>
                <a:gd name="T35" fmla="*/ 2 h 38"/>
                <a:gd name="T36" fmla="*/ 24 w 39"/>
                <a:gd name="T37" fmla="*/ 10 h 38"/>
                <a:gd name="T38" fmla="*/ 18 w 39"/>
                <a:gd name="T39" fmla="*/ 16 h 38"/>
                <a:gd name="T40" fmla="*/ 9 w 39"/>
                <a:gd name="T41" fmla="*/ 7 h 38"/>
                <a:gd name="T42" fmla="*/ 10 w 39"/>
                <a:gd name="T43" fmla="*/ 6 h 38"/>
                <a:gd name="T44" fmla="*/ 5 w 39"/>
                <a:gd name="T45" fmla="*/ 1 h 38"/>
                <a:gd name="T46" fmla="*/ 2 w 39"/>
                <a:gd name="T47" fmla="*/ 4 h 38"/>
                <a:gd name="T48" fmla="*/ 7 w 39"/>
                <a:gd name="T49" fmla="*/ 9 h 38"/>
                <a:gd name="T50" fmla="*/ 8 w 39"/>
                <a:gd name="T51" fmla="*/ 8 h 38"/>
                <a:gd name="T52" fmla="*/ 17 w 39"/>
                <a:gd name="T53" fmla="*/ 17 h 38"/>
                <a:gd name="T54" fmla="*/ 11 w 39"/>
                <a:gd name="T55" fmla="*/ 23 h 38"/>
                <a:gd name="T56" fmla="*/ 8 w 39"/>
                <a:gd name="T57" fmla="*/ 22 h 38"/>
                <a:gd name="T58" fmla="*/ 3 w 39"/>
                <a:gd name="T59" fmla="*/ 24 h 38"/>
                <a:gd name="T60" fmla="*/ 1 w 39"/>
                <a:gd name="T61" fmla="*/ 33 h 38"/>
                <a:gd name="T62" fmla="*/ 2 w 39"/>
                <a:gd name="T63" fmla="*/ 34 h 38"/>
                <a:gd name="T64" fmla="*/ 5 w 39"/>
                <a:gd name="T65" fmla="*/ 30 h 38"/>
                <a:gd name="T66" fmla="*/ 7 w 39"/>
                <a:gd name="T67" fmla="*/ 30 h 38"/>
                <a:gd name="T68" fmla="*/ 7 w 39"/>
                <a:gd name="T69" fmla="*/ 33 h 38"/>
                <a:gd name="T70" fmla="*/ 4 w 39"/>
                <a:gd name="T71" fmla="*/ 36 h 38"/>
                <a:gd name="T72" fmla="*/ 5 w 39"/>
                <a:gd name="T73" fmla="*/ 36 h 38"/>
                <a:gd name="T74" fmla="*/ 8 w 39"/>
                <a:gd name="T75" fmla="*/ 37 h 38"/>
                <a:gd name="T76" fmla="*/ 13 w 39"/>
                <a:gd name="T77" fmla="*/ 35 h 38"/>
                <a:gd name="T78" fmla="*/ 15 w 39"/>
                <a:gd name="T79" fmla="*/ 27 h 38"/>
                <a:gd name="T80" fmla="*/ 21 w 39"/>
                <a:gd name="T81" fmla="*/ 21 h 38"/>
                <a:gd name="T82" fmla="*/ 26 w 39"/>
                <a:gd name="T83" fmla="*/ 26 h 38"/>
                <a:gd name="T84" fmla="*/ 23 w 39"/>
                <a:gd name="T85" fmla="*/ 29 h 38"/>
                <a:gd name="T86" fmla="*/ 24 w 39"/>
                <a:gd name="T87" fmla="*/ 30 h 38"/>
                <a:gd name="T88" fmla="*/ 25 w 39"/>
                <a:gd name="T89" fmla="*/ 29 h 38"/>
                <a:gd name="T90" fmla="*/ 33 w 39"/>
                <a:gd name="T91" fmla="*/ 37 h 38"/>
                <a:gd name="T92" fmla="*/ 35 w 39"/>
                <a:gd name="T93" fmla="*/ 38 h 38"/>
                <a:gd name="T94" fmla="*/ 38 w 39"/>
                <a:gd name="T95" fmla="*/ 37 h 38"/>
                <a:gd name="T96" fmla="*/ 38 w 39"/>
                <a:gd name="T97" fmla="*/ 3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9" h="38">
                  <a:moveTo>
                    <a:pt x="38" y="32"/>
                  </a:moveTo>
                  <a:cubicBezTo>
                    <a:pt x="30" y="24"/>
                    <a:pt x="30" y="24"/>
                    <a:pt x="30" y="24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9" y="14"/>
                    <a:pt x="30" y="14"/>
                    <a:pt x="31" y="14"/>
                  </a:cubicBezTo>
                  <a:cubicBezTo>
                    <a:pt x="33" y="14"/>
                    <a:pt x="34" y="14"/>
                    <a:pt x="36" y="12"/>
                  </a:cubicBezTo>
                  <a:cubicBezTo>
                    <a:pt x="38" y="10"/>
                    <a:pt x="39" y="7"/>
                    <a:pt x="37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9" y="0"/>
                    <a:pt x="27" y="0"/>
                    <a:pt x="25" y="2"/>
                  </a:cubicBezTo>
                  <a:cubicBezTo>
                    <a:pt x="23" y="4"/>
                    <a:pt x="23" y="7"/>
                    <a:pt x="24" y="10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2"/>
                    <a:pt x="9" y="22"/>
                    <a:pt x="8" y="22"/>
                  </a:cubicBezTo>
                  <a:cubicBezTo>
                    <a:pt x="6" y="22"/>
                    <a:pt x="4" y="23"/>
                    <a:pt x="3" y="24"/>
                  </a:cubicBezTo>
                  <a:cubicBezTo>
                    <a:pt x="1" y="27"/>
                    <a:pt x="0" y="30"/>
                    <a:pt x="1" y="33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7"/>
                    <a:pt x="7" y="37"/>
                    <a:pt x="8" y="37"/>
                  </a:cubicBezTo>
                  <a:cubicBezTo>
                    <a:pt x="10" y="37"/>
                    <a:pt x="12" y="36"/>
                    <a:pt x="13" y="35"/>
                  </a:cubicBezTo>
                  <a:cubicBezTo>
                    <a:pt x="15" y="33"/>
                    <a:pt x="16" y="30"/>
                    <a:pt x="15" y="27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4" y="38"/>
                    <a:pt x="35" y="38"/>
                  </a:cubicBezTo>
                  <a:cubicBezTo>
                    <a:pt x="36" y="38"/>
                    <a:pt x="37" y="37"/>
                    <a:pt x="38" y="37"/>
                  </a:cubicBezTo>
                  <a:cubicBezTo>
                    <a:pt x="39" y="35"/>
                    <a:pt x="39" y="33"/>
                    <a:pt x="38" y="3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1" name="î$ḻ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4B7A4BD-A71E-4368-8522-FC26E1FDC058}"/>
                </a:ext>
              </a:extLst>
            </p:cNvPr>
            <p:cNvSpPr/>
            <p:nvPr/>
          </p:nvSpPr>
          <p:spPr bwMode="auto">
            <a:xfrm>
              <a:off x="7809810" y="4229487"/>
              <a:ext cx="30539" cy="141698"/>
            </a:xfrm>
            <a:custGeom>
              <a:avLst/>
              <a:gdLst>
                <a:gd name="T0" fmla="*/ 25 w 25"/>
                <a:gd name="T1" fmla="*/ 12 h 116"/>
                <a:gd name="T2" fmla="*/ 0 w 25"/>
                <a:gd name="T3" fmla="*/ 0 h 116"/>
                <a:gd name="T4" fmla="*/ 0 w 25"/>
                <a:gd name="T5" fmla="*/ 0 h 116"/>
                <a:gd name="T6" fmla="*/ 0 w 25"/>
                <a:gd name="T7" fmla="*/ 103 h 116"/>
                <a:gd name="T8" fmla="*/ 23 w 25"/>
                <a:gd name="T9" fmla="*/ 116 h 116"/>
                <a:gd name="T10" fmla="*/ 25 w 25"/>
                <a:gd name="T11" fmla="*/ 116 h 116"/>
                <a:gd name="T12" fmla="*/ 25 w 25"/>
                <a:gd name="T13" fmla="*/ 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16">
                  <a:moveTo>
                    <a:pt x="25" y="1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3"/>
                  </a:lnTo>
                  <a:lnTo>
                    <a:pt x="23" y="116"/>
                  </a:lnTo>
                  <a:lnTo>
                    <a:pt x="25" y="116"/>
                  </a:lnTo>
                  <a:lnTo>
                    <a:pt x="25" y="1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2" name="îsļï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3A0B00F-4FB1-4765-9816-66C0B92CB6ED}"/>
                </a:ext>
              </a:extLst>
            </p:cNvPr>
            <p:cNvSpPr/>
            <p:nvPr/>
          </p:nvSpPr>
          <p:spPr bwMode="auto">
            <a:xfrm>
              <a:off x="7767055" y="4229487"/>
              <a:ext cx="35425" cy="144141"/>
            </a:xfrm>
            <a:custGeom>
              <a:avLst/>
              <a:gdLst>
                <a:gd name="T0" fmla="*/ 29 w 29"/>
                <a:gd name="T1" fmla="*/ 0 h 118"/>
                <a:gd name="T2" fmla="*/ 0 w 29"/>
                <a:gd name="T3" fmla="*/ 14 h 118"/>
                <a:gd name="T4" fmla="*/ 0 w 29"/>
                <a:gd name="T5" fmla="*/ 118 h 118"/>
                <a:gd name="T6" fmla="*/ 29 w 29"/>
                <a:gd name="T7" fmla="*/ 103 h 118"/>
                <a:gd name="T8" fmla="*/ 29 w 29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8">
                  <a:moveTo>
                    <a:pt x="29" y="0"/>
                  </a:moveTo>
                  <a:lnTo>
                    <a:pt x="0" y="14"/>
                  </a:lnTo>
                  <a:lnTo>
                    <a:pt x="0" y="118"/>
                  </a:lnTo>
                  <a:lnTo>
                    <a:pt x="29" y="103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3" name="îṡḻî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C6E4F12-9342-404A-AF43-00DC7D3470E6}"/>
                </a:ext>
              </a:extLst>
            </p:cNvPr>
            <p:cNvSpPr/>
            <p:nvPr/>
          </p:nvSpPr>
          <p:spPr bwMode="auto">
            <a:xfrm>
              <a:off x="7881880" y="4229487"/>
              <a:ext cx="37868" cy="144141"/>
            </a:xfrm>
            <a:custGeom>
              <a:avLst/>
              <a:gdLst>
                <a:gd name="T0" fmla="*/ 2 w 31"/>
                <a:gd name="T1" fmla="*/ 0 h 118"/>
                <a:gd name="T2" fmla="*/ 0 w 31"/>
                <a:gd name="T3" fmla="*/ 0 h 118"/>
                <a:gd name="T4" fmla="*/ 0 w 31"/>
                <a:gd name="T5" fmla="*/ 103 h 118"/>
                <a:gd name="T6" fmla="*/ 31 w 31"/>
                <a:gd name="T7" fmla="*/ 118 h 118"/>
                <a:gd name="T8" fmla="*/ 31 w 31"/>
                <a:gd name="T9" fmla="*/ 14 h 118"/>
                <a:gd name="T10" fmla="*/ 2 w 31"/>
                <a:gd name="T11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118">
                  <a:moveTo>
                    <a:pt x="2" y="0"/>
                  </a:moveTo>
                  <a:lnTo>
                    <a:pt x="0" y="0"/>
                  </a:lnTo>
                  <a:lnTo>
                    <a:pt x="0" y="103"/>
                  </a:lnTo>
                  <a:lnTo>
                    <a:pt x="31" y="118"/>
                  </a:lnTo>
                  <a:lnTo>
                    <a:pt x="31" y="14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4" name="îşḷ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14F921B-5DC4-4425-921D-7161BA3A0335}"/>
                </a:ext>
              </a:extLst>
            </p:cNvPr>
            <p:cNvSpPr/>
            <p:nvPr/>
          </p:nvSpPr>
          <p:spPr bwMode="auto">
            <a:xfrm>
              <a:off x="7846455" y="4229487"/>
              <a:ext cx="29317" cy="141698"/>
            </a:xfrm>
            <a:custGeom>
              <a:avLst/>
              <a:gdLst>
                <a:gd name="T0" fmla="*/ 24 w 24"/>
                <a:gd name="T1" fmla="*/ 0 h 116"/>
                <a:gd name="T2" fmla="*/ 0 w 24"/>
                <a:gd name="T3" fmla="*/ 12 h 116"/>
                <a:gd name="T4" fmla="*/ 0 w 24"/>
                <a:gd name="T5" fmla="*/ 116 h 116"/>
                <a:gd name="T6" fmla="*/ 2 w 24"/>
                <a:gd name="T7" fmla="*/ 114 h 116"/>
                <a:gd name="T8" fmla="*/ 24 w 24"/>
                <a:gd name="T9" fmla="*/ 103 h 116"/>
                <a:gd name="T10" fmla="*/ 24 w 24"/>
                <a:gd name="T1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16">
                  <a:moveTo>
                    <a:pt x="24" y="0"/>
                  </a:moveTo>
                  <a:lnTo>
                    <a:pt x="0" y="12"/>
                  </a:lnTo>
                  <a:lnTo>
                    <a:pt x="0" y="116"/>
                  </a:lnTo>
                  <a:lnTo>
                    <a:pt x="2" y="114"/>
                  </a:lnTo>
                  <a:lnTo>
                    <a:pt x="24" y="103"/>
                  </a:lnTo>
                  <a:lnTo>
                    <a:pt x="24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5" name="ïSļí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6C4210C-7BA2-4294-BE03-8FED6728151F}"/>
                </a:ext>
              </a:extLst>
            </p:cNvPr>
            <p:cNvSpPr/>
            <p:nvPr/>
          </p:nvSpPr>
          <p:spPr bwMode="auto">
            <a:xfrm>
              <a:off x="8132294" y="3717665"/>
              <a:ext cx="61077" cy="17101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6" name="îsḷí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E3A1FF7-80F3-4CF9-A177-50EA216913EB}"/>
                </a:ext>
              </a:extLst>
            </p:cNvPr>
            <p:cNvSpPr/>
            <p:nvPr/>
          </p:nvSpPr>
          <p:spPr bwMode="auto">
            <a:xfrm>
              <a:off x="8137180" y="3781185"/>
              <a:ext cx="51304" cy="42754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7" name="íṣ1í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8527A5A-7CC1-4695-871F-BC54488A83D8}"/>
                </a:ext>
              </a:extLst>
            </p:cNvPr>
            <p:cNvSpPr/>
            <p:nvPr/>
          </p:nvSpPr>
          <p:spPr bwMode="auto">
            <a:xfrm>
              <a:off x="8107863" y="3737210"/>
              <a:ext cx="111160" cy="68406"/>
            </a:xfrm>
            <a:custGeom>
              <a:avLst/>
              <a:gdLst>
                <a:gd name="T0" fmla="*/ 43 w 44"/>
                <a:gd name="T1" fmla="*/ 0 h 27"/>
                <a:gd name="T2" fmla="*/ 40 w 44"/>
                <a:gd name="T3" fmla="*/ 0 h 27"/>
                <a:gd name="T4" fmla="*/ 34 w 44"/>
                <a:gd name="T5" fmla="*/ 0 h 27"/>
                <a:gd name="T6" fmla="*/ 10 w 44"/>
                <a:gd name="T7" fmla="*/ 0 h 27"/>
                <a:gd name="T8" fmla="*/ 8 w 44"/>
                <a:gd name="T9" fmla="*/ 0 h 27"/>
                <a:gd name="T10" fmla="*/ 1 w 44"/>
                <a:gd name="T11" fmla="*/ 0 h 27"/>
                <a:gd name="T12" fmla="*/ 0 w 44"/>
                <a:gd name="T13" fmla="*/ 1 h 27"/>
                <a:gd name="T14" fmla="*/ 0 w 44"/>
                <a:gd name="T15" fmla="*/ 27 h 27"/>
                <a:gd name="T16" fmla="*/ 1 w 44"/>
                <a:gd name="T17" fmla="*/ 27 h 27"/>
                <a:gd name="T18" fmla="*/ 10 w 44"/>
                <a:gd name="T19" fmla="*/ 27 h 27"/>
                <a:gd name="T20" fmla="*/ 10 w 44"/>
                <a:gd name="T21" fmla="*/ 17 h 27"/>
                <a:gd name="T22" fmla="*/ 10 w 44"/>
                <a:gd name="T23" fmla="*/ 16 h 27"/>
                <a:gd name="T24" fmla="*/ 12 w 44"/>
                <a:gd name="T25" fmla="*/ 16 h 27"/>
                <a:gd name="T26" fmla="*/ 32 w 44"/>
                <a:gd name="T27" fmla="*/ 16 h 27"/>
                <a:gd name="T28" fmla="*/ 34 w 44"/>
                <a:gd name="T29" fmla="*/ 16 h 27"/>
                <a:gd name="T30" fmla="*/ 34 w 44"/>
                <a:gd name="T31" fmla="*/ 17 h 27"/>
                <a:gd name="T32" fmla="*/ 34 w 44"/>
                <a:gd name="T33" fmla="*/ 27 h 27"/>
                <a:gd name="T34" fmla="*/ 43 w 44"/>
                <a:gd name="T35" fmla="*/ 27 h 27"/>
                <a:gd name="T36" fmla="*/ 44 w 44"/>
                <a:gd name="T37" fmla="*/ 27 h 27"/>
                <a:gd name="T38" fmla="*/ 44 w 44"/>
                <a:gd name="T39" fmla="*/ 1 h 27"/>
                <a:gd name="T40" fmla="*/ 43 w 44"/>
                <a:gd name="T41" fmla="*/ 0 h 27"/>
                <a:gd name="T42" fmla="*/ 8 w 44"/>
                <a:gd name="T43" fmla="*/ 10 h 27"/>
                <a:gd name="T44" fmla="*/ 6 w 44"/>
                <a:gd name="T45" fmla="*/ 9 h 27"/>
                <a:gd name="T46" fmla="*/ 8 w 44"/>
                <a:gd name="T47" fmla="*/ 7 h 27"/>
                <a:gd name="T48" fmla="*/ 10 w 44"/>
                <a:gd name="T49" fmla="*/ 9 h 27"/>
                <a:gd name="T50" fmla="*/ 8 w 44"/>
                <a:gd name="T51" fmla="*/ 10 h 27"/>
                <a:gd name="T52" fmla="*/ 13 w 44"/>
                <a:gd name="T53" fmla="*/ 10 h 27"/>
                <a:gd name="T54" fmla="*/ 12 w 44"/>
                <a:gd name="T55" fmla="*/ 9 h 27"/>
                <a:gd name="T56" fmla="*/ 13 w 44"/>
                <a:gd name="T57" fmla="*/ 7 h 27"/>
                <a:gd name="T58" fmla="*/ 15 w 44"/>
                <a:gd name="T59" fmla="*/ 9 h 27"/>
                <a:gd name="T60" fmla="*/ 13 w 44"/>
                <a:gd name="T61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27">
                  <a:moveTo>
                    <a:pt x="43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27"/>
                    <a:pt x="44" y="27"/>
                    <a:pt x="44" y="27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3" y="0"/>
                    <a:pt x="43" y="0"/>
                  </a:cubicBezTo>
                  <a:close/>
                  <a:moveTo>
                    <a:pt x="8" y="10"/>
                  </a:moveTo>
                  <a:cubicBezTo>
                    <a:pt x="7" y="10"/>
                    <a:pt x="6" y="10"/>
                    <a:pt x="6" y="9"/>
                  </a:cubicBezTo>
                  <a:cubicBezTo>
                    <a:pt x="6" y="8"/>
                    <a:pt x="7" y="7"/>
                    <a:pt x="8" y="7"/>
                  </a:cubicBezTo>
                  <a:cubicBezTo>
                    <a:pt x="9" y="7"/>
                    <a:pt x="10" y="8"/>
                    <a:pt x="10" y="9"/>
                  </a:cubicBezTo>
                  <a:cubicBezTo>
                    <a:pt x="10" y="10"/>
                    <a:pt x="9" y="10"/>
                    <a:pt x="8" y="10"/>
                  </a:cubicBezTo>
                  <a:close/>
                  <a:moveTo>
                    <a:pt x="13" y="10"/>
                  </a:moveTo>
                  <a:cubicBezTo>
                    <a:pt x="12" y="10"/>
                    <a:pt x="12" y="10"/>
                    <a:pt x="12" y="9"/>
                  </a:cubicBezTo>
                  <a:cubicBezTo>
                    <a:pt x="12" y="8"/>
                    <a:pt x="12" y="7"/>
                    <a:pt x="13" y="7"/>
                  </a:cubicBezTo>
                  <a:cubicBezTo>
                    <a:pt x="14" y="7"/>
                    <a:pt x="15" y="8"/>
                    <a:pt x="15" y="9"/>
                  </a:cubicBezTo>
                  <a:cubicBezTo>
                    <a:pt x="15" y="10"/>
                    <a:pt x="14" y="10"/>
                    <a:pt x="13" y="1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8" name="ïśḷï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DBF9362-2D90-4575-8A55-94C2CE75F25C}"/>
                </a:ext>
              </a:extLst>
            </p:cNvPr>
            <p:cNvSpPr/>
            <p:nvPr/>
          </p:nvSpPr>
          <p:spPr bwMode="auto">
            <a:xfrm>
              <a:off x="8249561" y="3745760"/>
              <a:ext cx="108717" cy="80621"/>
            </a:xfrm>
            <a:custGeom>
              <a:avLst/>
              <a:gdLst>
                <a:gd name="T0" fmla="*/ 1 w 43"/>
                <a:gd name="T1" fmla="*/ 26 h 32"/>
                <a:gd name="T2" fmla="*/ 2 w 43"/>
                <a:gd name="T3" fmla="*/ 25 h 32"/>
                <a:gd name="T4" fmla="*/ 24 w 43"/>
                <a:gd name="T5" fmla="*/ 4 h 32"/>
                <a:gd name="T6" fmla="*/ 27 w 43"/>
                <a:gd name="T7" fmla="*/ 6 h 32"/>
                <a:gd name="T8" fmla="*/ 13 w 43"/>
                <a:gd name="T9" fmla="*/ 20 h 32"/>
                <a:gd name="T10" fmla="*/ 24 w 43"/>
                <a:gd name="T11" fmla="*/ 32 h 32"/>
                <a:gd name="T12" fmla="*/ 43 w 43"/>
                <a:gd name="T13" fmla="*/ 13 h 32"/>
                <a:gd name="T14" fmla="*/ 32 w 43"/>
                <a:gd name="T15" fmla="*/ 2 h 32"/>
                <a:gd name="T16" fmla="*/ 29 w 43"/>
                <a:gd name="T17" fmla="*/ 4 h 32"/>
                <a:gd name="T18" fmla="*/ 25 w 43"/>
                <a:gd name="T19" fmla="*/ 1 h 32"/>
                <a:gd name="T20" fmla="*/ 23 w 43"/>
                <a:gd name="T21" fmla="*/ 1 h 32"/>
                <a:gd name="T22" fmla="*/ 0 w 43"/>
                <a:gd name="T23" fmla="*/ 23 h 32"/>
                <a:gd name="T24" fmla="*/ 0 w 43"/>
                <a:gd name="T25" fmla="*/ 25 h 32"/>
                <a:gd name="T26" fmla="*/ 1 w 43"/>
                <a:gd name="T2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" h="32">
                  <a:moveTo>
                    <a:pt x="1" y="26"/>
                  </a:moveTo>
                  <a:cubicBezTo>
                    <a:pt x="2" y="26"/>
                    <a:pt x="2" y="26"/>
                    <a:pt x="2" y="25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4" y="0"/>
                    <a:pt x="23" y="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0" y="25"/>
                    <a:pt x="0" y="25"/>
                  </a:cubicBezTo>
                  <a:cubicBezTo>
                    <a:pt x="1" y="26"/>
                    <a:pt x="1" y="26"/>
                    <a:pt x="1" y="2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9" name="ïšľï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6CFD80F-5F67-40AF-B026-0E70EA7525F7}"/>
                </a:ext>
              </a:extLst>
            </p:cNvPr>
            <p:cNvSpPr/>
            <p:nvPr/>
          </p:nvSpPr>
          <p:spPr bwMode="auto">
            <a:xfrm>
              <a:off x="8160389" y="3800730"/>
              <a:ext cx="145363" cy="146584"/>
            </a:xfrm>
            <a:custGeom>
              <a:avLst/>
              <a:gdLst>
                <a:gd name="T0" fmla="*/ 57 w 57"/>
                <a:gd name="T1" fmla="*/ 12 h 58"/>
                <a:gd name="T2" fmla="*/ 46 w 57"/>
                <a:gd name="T3" fmla="*/ 0 h 58"/>
                <a:gd name="T4" fmla="*/ 14 w 57"/>
                <a:gd name="T5" fmla="*/ 33 h 58"/>
                <a:gd name="T6" fmla="*/ 17 w 57"/>
                <a:gd name="T7" fmla="*/ 36 h 58"/>
                <a:gd name="T8" fmla="*/ 12 w 57"/>
                <a:gd name="T9" fmla="*/ 35 h 58"/>
                <a:gd name="T10" fmla="*/ 5 w 57"/>
                <a:gd name="T11" fmla="*/ 38 h 58"/>
                <a:gd name="T12" fmla="*/ 5 w 57"/>
                <a:gd name="T13" fmla="*/ 39 h 58"/>
                <a:gd name="T14" fmla="*/ 5 w 57"/>
                <a:gd name="T15" fmla="*/ 39 h 58"/>
                <a:gd name="T16" fmla="*/ 4 w 57"/>
                <a:gd name="T17" fmla="*/ 39 h 58"/>
                <a:gd name="T18" fmla="*/ 4 w 57"/>
                <a:gd name="T19" fmla="*/ 40 h 58"/>
                <a:gd name="T20" fmla="*/ 0 w 57"/>
                <a:gd name="T21" fmla="*/ 55 h 58"/>
                <a:gd name="T22" fmla="*/ 9 w 57"/>
                <a:gd name="T23" fmla="*/ 46 h 58"/>
                <a:gd name="T24" fmla="*/ 11 w 57"/>
                <a:gd name="T25" fmla="*/ 48 h 58"/>
                <a:gd name="T26" fmla="*/ 2 w 57"/>
                <a:gd name="T27" fmla="*/ 58 h 58"/>
                <a:gd name="T28" fmla="*/ 19 w 57"/>
                <a:gd name="T29" fmla="*/ 52 h 58"/>
                <a:gd name="T30" fmla="*/ 21 w 57"/>
                <a:gd name="T31" fmla="*/ 41 h 58"/>
                <a:gd name="T32" fmla="*/ 25 w 57"/>
                <a:gd name="T33" fmla="*/ 44 h 58"/>
                <a:gd name="T34" fmla="*/ 57 w 57"/>
                <a:gd name="T35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58">
                  <a:moveTo>
                    <a:pt x="57" y="12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5" y="35"/>
                    <a:pt x="14" y="35"/>
                    <a:pt x="12" y="35"/>
                  </a:cubicBezTo>
                  <a:cubicBezTo>
                    <a:pt x="10" y="35"/>
                    <a:pt x="7" y="36"/>
                    <a:pt x="5" y="38"/>
                  </a:cubicBezTo>
                  <a:cubicBezTo>
                    <a:pt x="5" y="38"/>
                    <a:pt x="5" y="38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39"/>
                    <a:pt x="4" y="40"/>
                    <a:pt x="4" y="40"/>
                  </a:cubicBezTo>
                  <a:cubicBezTo>
                    <a:pt x="1" y="44"/>
                    <a:pt x="0" y="52"/>
                    <a:pt x="0" y="55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2" y="58"/>
                    <a:pt x="2" y="58"/>
                    <a:pt x="2" y="58"/>
                  </a:cubicBezTo>
                  <a:cubicBezTo>
                    <a:pt x="6" y="58"/>
                    <a:pt x="15" y="57"/>
                    <a:pt x="19" y="52"/>
                  </a:cubicBezTo>
                  <a:cubicBezTo>
                    <a:pt x="22" y="49"/>
                    <a:pt x="23" y="44"/>
                    <a:pt x="21" y="41"/>
                  </a:cubicBezTo>
                  <a:cubicBezTo>
                    <a:pt x="25" y="44"/>
                    <a:pt x="25" y="44"/>
                    <a:pt x="25" y="44"/>
                  </a:cubicBezTo>
                  <a:lnTo>
                    <a:pt x="57" y="1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0" name="iṥḷî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453237F-E850-4C28-9D3F-486317B8DB29}"/>
                </a:ext>
              </a:extLst>
            </p:cNvPr>
            <p:cNvSpPr/>
            <p:nvPr/>
          </p:nvSpPr>
          <p:spPr bwMode="auto">
            <a:xfrm>
              <a:off x="7967387" y="4330875"/>
              <a:ext cx="86729" cy="87950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1" name="ï$ḻí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F01B7CF-8C47-41F3-B793-C0FAB9B62686}"/>
                </a:ext>
              </a:extLst>
            </p:cNvPr>
            <p:cNvSpPr/>
            <p:nvPr/>
          </p:nvSpPr>
          <p:spPr bwMode="auto">
            <a:xfrm>
              <a:off x="7967387" y="4310108"/>
              <a:ext cx="86729" cy="15880"/>
            </a:xfrm>
            <a:custGeom>
              <a:avLst/>
              <a:gdLst>
                <a:gd name="T0" fmla="*/ 31 w 34"/>
                <a:gd name="T1" fmla="*/ 0 h 6"/>
                <a:gd name="T2" fmla="*/ 3 w 34"/>
                <a:gd name="T3" fmla="*/ 0 h 6"/>
                <a:gd name="T4" fmla="*/ 0 w 34"/>
                <a:gd name="T5" fmla="*/ 2 h 6"/>
                <a:gd name="T6" fmla="*/ 0 w 34"/>
                <a:gd name="T7" fmla="*/ 6 h 6"/>
                <a:gd name="T8" fmla="*/ 34 w 34"/>
                <a:gd name="T9" fmla="*/ 6 h 6"/>
                <a:gd name="T10" fmla="*/ 34 w 34"/>
                <a:gd name="T11" fmla="*/ 2 h 6"/>
                <a:gd name="T12" fmla="*/ 31 w 34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">
                  <a:moveTo>
                    <a:pt x="31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1"/>
                    <a:pt x="33" y="0"/>
                    <a:pt x="31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2" name="iṡḷi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92ED0C3-8287-4896-9AF4-21F1B70DBCA2}"/>
                </a:ext>
              </a:extLst>
            </p:cNvPr>
            <p:cNvSpPr/>
            <p:nvPr/>
          </p:nvSpPr>
          <p:spPr bwMode="auto">
            <a:xfrm>
              <a:off x="7967387" y="4423711"/>
              <a:ext cx="86729" cy="32982"/>
            </a:xfrm>
            <a:custGeom>
              <a:avLst/>
              <a:gdLst>
                <a:gd name="T0" fmla="*/ 0 w 34"/>
                <a:gd name="T1" fmla="*/ 10 h 13"/>
                <a:gd name="T2" fmla="*/ 3 w 34"/>
                <a:gd name="T3" fmla="*/ 13 h 13"/>
                <a:gd name="T4" fmla="*/ 31 w 34"/>
                <a:gd name="T5" fmla="*/ 13 h 13"/>
                <a:gd name="T6" fmla="*/ 34 w 34"/>
                <a:gd name="T7" fmla="*/ 10 h 13"/>
                <a:gd name="T8" fmla="*/ 34 w 34"/>
                <a:gd name="T9" fmla="*/ 0 h 13"/>
                <a:gd name="T10" fmla="*/ 0 w 34"/>
                <a:gd name="T11" fmla="*/ 0 h 13"/>
                <a:gd name="T12" fmla="*/ 0 w 34"/>
                <a:gd name="T13" fmla="*/ 10 h 13"/>
                <a:gd name="T14" fmla="*/ 14 w 34"/>
                <a:gd name="T15" fmla="*/ 4 h 13"/>
                <a:gd name="T16" fmla="*/ 20 w 34"/>
                <a:gd name="T17" fmla="*/ 4 h 13"/>
                <a:gd name="T18" fmla="*/ 20 w 34"/>
                <a:gd name="T19" fmla="*/ 6 h 13"/>
                <a:gd name="T20" fmla="*/ 14 w 34"/>
                <a:gd name="T21" fmla="*/ 6 h 13"/>
                <a:gd name="T22" fmla="*/ 14 w 34"/>
                <a:gd name="T2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13">
                  <a:moveTo>
                    <a:pt x="0" y="10"/>
                  </a:moveTo>
                  <a:cubicBezTo>
                    <a:pt x="0" y="12"/>
                    <a:pt x="1" y="13"/>
                    <a:pt x="3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3" y="13"/>
                    <a:pt x="34" y="12"/>
                    <a:pt x="34" y="1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"/>
                  </a:lnTo>
                  <a:close/>
                  <a:moveTo>
                    <a:pt x="14" y="4"/>
                  </a:moveTo>
                  <a:cubicBezTo>
                    <a:pt x="20" y="4"/>
                    <a:pt x="20" y="4"/>
                    <a:pt x="20" y="4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4" y="6"/>
                    <a:pt x="14" y="6"/>
                    <a:pt x="14" y="6"/>
                  </a:cubicBezTo>
                  <a:lnTo>
                    <a:pt x="14" y="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3" name="i$ḻî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AEEC031-5181-49BC-841A-10E07E3113E5}"/>
                </a:ext>
              </a:extLst>
            </p:cNvPr>
            <p:cNvSpPr/>
            <p:nvPr/>
          </p:nvSpPr>
          <p:spPr bwMode="auto">
            <a:xfrm>
              <a:off x="6551631" y="1715574"/>
              <a:ext cx="131925" cy="25653"/>
            </a:xfrm>
            <a:custGeom>
              <a:avLst/>
              <a:gdLst>
                <a:gd name="T0" fmla="*/ 52 w 52"/>
                <a:gd name="T1" fmla="*/ 6 h 10"/>
                <a:gd name="T2" fmla="*/ 46 w 52"/>
                <a:gd name="T3" fmla="*/ 0 h 10"/>
                <a:gd name="T4" fmla="*/ 6 w 52"/>
                <a:gd name="T5" fmla="*/ 0 h 10"/>
                <a:gd name="T6" fmla="*/ 0 w 52"/>
                <a:gd name="T7" fmla="*/ 6 h 10"/>
                <a:gd name="T8" fmla="*/ 0 w 52"/>
                <a:gd name="T9" fmla="*/ 10 h 10"/>
                <a:gd name="T10" fmla="*/ 52 w 52"/>
                <a:gd name="T11" fmla="*/ 10 h 10"/>
                <a:gd name="T12" fmla="*/ 52 w 52"/>
                <a:gd name="T13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">
                  <a:moveTo>
                    <a:pt x="52" y="6"/>
                  </a:moveTo>
                  <a:cubicBezTo>
                    <a:pt x="52" y="2"/>
                    <a:pt x="49" y="0"/>
                    <a:pt x="4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52" y="10"/>
                    <a:pt x="52" y="10"/>
                    <a:pt x="52" y="10"/>
                  </a:cubicBezTo>
                  <a:lnTo>
                    <a:pt x="52" y="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4" name="îşļí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96B72B8-9660-473B-8109-33044D70A35F}"/>
                </a:ext>
              </a:extLst>
            </p:cNvPr>
            <p:cNvSpPr/>
            <p:nvPr/>
          </p:nvSpPr>
          <p:spPr bwMode="auto">
            <a:xfrm>
              <a:off x="6551631" y="1748556"/>
              <a:ext cx="157578" cy="120932"/>
            </a:xfrm>
            <a:custGeom>
              <a:avLst/>
              <a:gdLst>
                <a:gd name="T0" fmla="*/ 60 w 62"/>
                <a:gd name="T1" fmla="*/ 0 h 48"/>
                <a:gd name="T2" fmla="*/ 54 w 62"/>
                <a:gd name="T3" fmla="*/ 0 h 48"/>
                <a:gd name="T4" fmla="*/ 52 w 62"/>
                <a:gd name="T5" fmla="*/ 0 h 48"/>
                <a:gd name="T6" fmla="*/ 0 w 62"/>
                <a:gd name="T7" fmla="*/ 0 h 48"/>
                <a:gd name="T8" fmla="*/ 0 w 62"/>
                <a:gd name="T9" fmla="*/ 2 h 48"/>
                <a:gd name="T10" fmla="*/ 0 w 62"/>
                <a:gd name="T11" fmla="*/ 2 h 48"/>
                <a:gd name="T12" fmla="*/ 0 w 62"/>
                <a:gd name="T13" fmla="*/ 46 h 48"/>
                <a:gd name="T14" fmla="*/ 2 w 62"/>
                <a:gd name="T15" fmla="*/ 48 h 48"/>
                <a:gd name="T16" fmla="*/ 60 w 62"/>
                <a:gd name="T17" fmla="*/ 48 h 48"/>
                <a:gd name="T18" fmla="*/ 62 w 62"/>
                <a:gd name="T19" fmla="*/ 46 h 48"/>
                <a:gd name="T20" fmla="*/ 62 w 62"/>
                <a:gd name="T21" fmla="*/ 2 h 48"/>
                <a:gd name="T22" fmla="*/ 60 w 62"/>
                <a:gd name="T23" fmla="*/ 0 h 48"/>
                <a:gd name="T24" fmla="*/ 48 w 62"/>
                <a:gd name="T25" fmla="*/ 29 h 48"/>
                <a:gd name="T26" fmla="*/ 43 w 62"/>
                <a:gd name="T27" fmla="*/ 24 h 48"/>
                <a:gd name="T28" fmla="*/ 48 w 62"/>
                <a:gd name="T29" fmla="*/ 19 h 48"/>
                <a:gd name="T30" fmla="*/ 53 w 62"/>
                <a:gd name="T31" fmla="*/ 24 h 48"/>
                <a:gd name="T32" fmla="*/ 48 w 62"/>
                <a:gd name="T33" fmla="*/ 2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" h="48">
                  <a:moveTo>
                    <a:pt x="60" y="0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7"/>
                    <a:pt x="1" y="48"/>
                    <a:pt x="2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1" y="48"/>
                    <a:pt x="62" y="47"/>
                    <a:pt x="62" y="46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1"/>
                    <a:pt x="61" y="0"/>
                    <a:pt x="60" y="0"/>
                  </a:cubicBezTo>
                  <a:close/>
                  <a:moveTo>
                    <a:pt x="48" y="29"/>
                  </a:moveTo>
                  <a:cubicBezTo>
                    <a:pt x="45" y="29"/>
                    <a:pt x="43" y="27"/>
                    <a:pt x="43" y="24"/>
                  </a:cubicBezTo>
                  <a:cubicBezTo>
                    <a:pt x="43" y="21"/>
                    <a:pt x="45" y="19"/>
                    <a:pt x="48" y="19"/>
                  </a:cubicBezTo>
                  <a:cubicBezTo>
                    <a:pt x="51" y="19"/>
                    <a:pt x="53" y="21"/>
                    <a:pt x="53" y="24"/>
                  </a:cubicBezTo>
                  <a:cubicBezTo>
                    <a:pt x="53" y="27"/>
                    <a:pt x="51" y="29"/>
                    <a:pt x="48" y="29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5" name="ïšļî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00DFB8A-C4B3-42A4-879E-0BD72EC100DD}"/>
                </a:ext>
              </a:extLst>
            </p:cNvPr>
            <p:cNvSpPr/>
            <p:nvPr/>
          </p:nvSpPr>
          <p:spPr bwMode="auto">
            <a:xfrm>
              <a:off x="6376952" y="2557210"/>
              <a:ext cx="200331" cy="243085"/>
            </a:xfrm>
            <a:custGeom>
              <a:avLst/>
              <a:gdLst>
                <a:gd name="T0" fmla="*/ 15 w 79"/>
                <a:gd name="T1" fmla="*/ 72 h 96"/>
                <a:gd name="T2" fmla="*/ 16 w 79"/>
                <a:gd name="T3" fmla="*/ 72 h 96"/>
                <a:gd name="T4" fmla="*/ 16 w 79"/>
                <a:gd name="T5" fmla="*/ 72 h 96"/>
                <a:gd name="T6" fmla="*/ 24 w 79"/>
                <a:gd name="T7" fmla="*/ 88 h 96"/>
                <a:gd name="T8" fmla="*/ 24 w 79"/>
                <a:gd name="T9" fmla="*/ 96 h 96"/>
                <a:gd name="T10" fmla="*/ 37 w 79"/>
                <a:gd name="T11" fmla="*/ 96 h 96"/>
                <a:gd name="T12" fmla="*/ 37 w 79"/>
                <a:gd name="T13" fmla="*/ 48 h 96"/>
                <a:gd name="T14" fmla="*/ 32 w 79"/>
                <a:gd name="T15" fmla="*/ 40 h 96"/>
                <a:gd name="T16" fmla="*/ 39 w 79"/>
                <a:gd name="T17" fmla="*/ 32 h 96"/>
                <a:gd name="T18" fmla="*/ 47 w 79"/>
                <a:gd name="T19" fmla="*/ 40 h 96"/>
                <a:gd name="T20" fmla="*/ 41 w 79"/>
                <a:gd name="T21" fmla="*/ 48 h 96"/>
                <a:gd name="T22" fmla="*/ 41 w 79"/>
                <a:gd name="T23" fmla="*/ 96 h 96"/>
                <a:gd name="T24" fmla="*/ 55 w 79"/>
                <a:gd name="T25" fmla="*/ 96 h 96"/>
                <a:gd name="T26" fmla="*/ 55 w 79"/>
                <a:gd name="T27" fmla="*/ 88 h 96"/>
                <a:gd name="T28" fmla="*/ 63 w 79"/>
                <a:gd name="T29" fmla="*/ 72 h 96"/>
                <a:gd name="T30" fmla="*/ 63 w 79"/>
                <a:gd name="T31" fmla="*/ 72 h 96"/>
                <a:gd name="T32" fmla="*/ 79 w 79"/>
                <a:gd name="T33" fmla="*/ 40 h 96"/>
                <a:gd name="T34" fmla="*/ 39 w 79"/>
                <a:gd name="T35" fmla="*/ 0 h 96"/>
                <a:gd name="T36" fmla="*/ 0 w 79"/>
                <a:gd name="T37" fmla="*/ 40 h 96"/>
                <a:gd name="T38" fmla="*/ 15 w 79"/>
                <a:gd name="T39" fmla="*/ 7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" h="96">
                  <a:moveTo>
                    <a:pt x="15" y="72"/>
                  </a:moveTo>
                  <a:cubicBezTo>
                    <a:pt x="16" y="72"/>
                    <a:pt x="16" y="72"/>
                    <a:pt x="16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9" y="75"/>
                    <a:pt x="24" y="81"/>
                    <a:pt x="24" y="88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4" y="47"/>
                    <a:pt x="32" y="44"/>
                    <a:pt x="32" y="40"/>
                  </a:cubicBezTo>
                  <a:cubicBezTo>
                    <a:pt x="32" y="36"/>
                    <a:pt x="35" y="32"/>
                    <a:pt x="39" y="32"/>
                  </a:cubicBezTo>
                  <a:cubicBezTo>
                    <a:pt x="44" y="32"/>
                    <a:pt x="47" y="36"/>
                    <a:pt x="47" y="40"/>
                  </a:cubicBezTo>
                  <a:cubicBezTo>
                    <a:pt x="47" y="44"/>
                    <a:pt x="45" y="47"/>
                    <a:pt x="41" y="48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5" y="80"/>
                    <a:pt x="60" y="74"/>
                    <a:pt x="63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73" y="65"/>
                    <a:pt x="79" y="53"/>
                    <a:pt x="79" y="40"/>
                  </a:cubicBezTo>
                  <a:cubicBezTo>
                    <a:pt x="79" y="18"/>
                    <a:pt x="61" y="0"/>
                    <a:pt x="39" y="0"/>
                  </a:cubicBezTo>
                  <a:cubicBezTo>
                    <a:pt x="17" y="0"/>
                    <a:pt x="0" y="18"/>
                    <a:pt x="0" y="40"/>
                  </a:cubicBezTo>
                  <a:cubicBezTo>
                    <a:pt x="0" y="53"/>
                    <a:pt x="6" y="65"/>
                    <a:pt x="15" y="7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6" name="išľ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D42D47A-9834-4FC5-9B64-C8A5F8B35D15}"/>
                </a:ext>
              </a:extLst>
            </p:cNvPr>
            <p:cNvSpPr/>
            <p:nvPr/>
          </p:nvSpPr>
          <p:spPr bwMode="auto">
            <a:xfrm>
              <a:off x="6436807" y="2810067"/>
              <a:ext cx="79400" cy="40311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7" name="íṣ1î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71C8DA5-B119-4DDA-8F1F-4F86EEDFC3FC}"/>
                </a:ext>
              </a:extLst>
            </p:cNvPr>
            <p:cNvSpPr/>
            <p:nvPr/>
          </p:nvSpPr>
          <p:spPr bwMode="auto">
            <a:xfrm>
              <a:off x="6879002" y="1958659"/>
              <a:ext cx="35425" cy="35425"/>
            </a:xfrm>
            <a:custGeom>
              <a:avLst/>
              <a:gdLst>
                <a:gd name="T0" fmla="*/ 9 w 14"/>
                <a:gd name="T1" fmla="*/ 13 h 14"/>
                <a:gd name="T2" fmla="*/ 14 w 14"/>
                <a:gd name="T3" fmla="*/ 0 h 14"/>
                <a:gd name="T4" fmla="*/ 0 w 14"/>
                <a:gd name="T5" fmla="*/ 0 h 14"/>
                <a:gd name="T6" fmla="*/ 8 w 14"/>
                <a:gd name="T7" fmla="*/ 14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12" y="9"/>
                    <a:pt x="14" y="5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3" y="11"/>
                    <a:pt x="8" y="14"/>
                  </a:cubicBezTo>
                  <a:cubicBezTo>
                    <a:pt x="8" y="14"/>
                    <a:pt x="9" y="14"/>
                    <a:pt x="9" y="1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8" name="íšļî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8A25C60-6CFE-42C1-A130-3A81B1CF7BCA}"/>
                </a:ext>
              </a:extLst>
            </p:cNvPr>
            <p:cNvSpPr/>
            <p:nvPr/>
          </p:nvSpPr>
          <p:spPr bwMode="auto">
            <a:xfrm>
              <a:off x="6899768" y="1911019"/>
              <a:ext cx="45197" cy="42754"/>
            </a:xfrm>
            <a:custGeom>
              <a:avLst/>
              <a:gdLst>
                <a:gd name="T0" fmla="*/ 2 w 18"/>
                <a:gd name="T1" fmla="*/ 2 h 17"/>
                <a:gd name="T2" fmla="*/ 3 w 18"/>
                <a:gd name="T3" fmla="*/ 3 h 17"/>
                <a:gd name="T4" fmla="*/ 7 w 18"/>
                <a:gd name="T5" fmla="*/ 17 h 17"/>
                <a:gd name="T6" fmla="*/ 11 w 18"/>
                <a:gd name="T7" fmla="*/ 17 h 17"/>
                <a:gd name="T8" fmla="*/ 16 w 18"/>
                <a:gd name="T9" fmla="*/ 3 h 17"/>
                <a:gd name="T10" fmla="*/ 17 w 18"/>
                <a:gd name="T11" fmla="*/ 2 h 17"/>
                <a:gd name="T12" fmla="*/ 18 w 18"/>
                <a:gd name="T13" fmla="*/ 3 h 17"/>
                <a:gd name="T14" fmla="*/ 9 w 18"/>
                <a:gd name="T15" fmla="*/ 0 h 17"/>
                <a:gd name="T16" fmla="*/ 0 w 18"/>
                <a:gd name="T17" fmla="*/ 3 h 17"/>
                <a:gd name="T18" fmla="*/ 2 w 18"/>
                <a:gd name="T19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7">
                  <a:moveTo>
                    <a:pt x="2" y="2"/>
                  </a:moveTo>
                  <a:cubicBezTo>
                    <a:pt x="2" y="2"/>
                    <a:pt x="3" y="3"/>
                    <a:pt x="3" y="3"/>
                  </a:cubicBezTo>
                  <a:cubicBezTo>
                    <a:pt x="5" y="7"/>
                    <a:pt x="7" y="12"/>
                    <a:pt x="7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2"/>
                    <a:pt x="13" y="7"/>
                    <a:pt x="16" y="3"/>
                  </a:cubicBezTo>
                  <a:cubicBezTo>
                    <a:pt x="16" y="3"/>
                    <a:pt x="17" y="2"/>
                    <a:pt x="17" y="2"/>
                  </a:cubicBezTo>
                  <a:cubicBezTo>
                    <a:pt x="17" y="2"/>
                    <a:pt x="18" y="2"/>
                    <a:pt x="18" y="3"/>
                  </a:cubicBezTo>
                  <a:cubicBezTo>
                    <a:pt x="16" y="1"/>
                    <a:pt x="12" y="0"/>
                    <a:pt x="9" y="0"/>
                  </a:cubicBezTo>
                  <a:cubicBezTo>
                    <a:pt x="6" y="0"/>
                    <a:pt x="3" y="1"/>
                    <a:pt x="0" y="3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9" name="íṣľî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844D710-10E2-4AD7-804C-FB7C76EC3C96}"/>
                </a:ext>
              </a:extLst>
            </p:cNvPr>
            <p:cNvSpPr/>
            <p:nvPr/>
          </p:nvSpPr>
          <p:spPr bwMode="auto">
            <a:xfrm>
              <a:off x="6932749" y="1918348"/>
              <a:ext cx="35425" cy="35425"/>
            </a:xfrm>
            <a:custGeom>
              <a:avLst/>
              <a:gdLst>
                <a:gd name="T0" fmla="*/ 4 w 14"/>
                <a:gd name="T1" fmla="*/ 1 h 14"/>
                <a:gd name="T2" fmla="*/ 0 w 14"/>
                <a:gd name="T3" fmla="*/ 14 h 14"/>
                <a:gd name="T4" fmla="*/ 14 w 14"/>
                <a:gd name="T5" fmla="*/ 14 h 14"/>
                <a:gd name="T6" fmla="*/ 5 w 14"/>
                <a:gd name="T7" fmla="*/ 0 h 14"/>
                <a:gd name="T8" fmla="*/ 4 w 14"/>
                <a:gd name="T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4" y="1"/>
                  </a:moveTo>
                  <a:cubicBezTo>
                    <a:pt x="1" y="5"/>
                    <a:pt x="0" y="9"/>
                    <a:pt x="0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8"/>
                    <a:pt x="10" y="3"/>
                    <a:pt x="5" y="0"/>
                  </a:cubicBezTo>
                  <a:cubicBezTo>
                    <a:pt x="5" y="0"/>
                    <a:pt x="5" y="0"/>
                    <a:pt x="4" y="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0" name="íṡḷï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E763B4F-710C-4551-8E4B-C1A9834A3722}"/>
                </a:ext>
              </a:extLst>
            </p:cNvPr>
            <p:cNvSpPr/>
            <p:nvPr/>
          </p:nvSpPr>
          <p:spPr bwMode="auto">
            <a:xfrm>
              <a:off x="6879002" y="1918348"/>
              <a:ext cx="35425" cy="35425"/>
            </a:xfrm>
            <a:custGeom>
              <a:avLst/>
              <a:gdLst>
                <a:gd name="T0" fmla="*/ 14 w 14"/>
                <a:gd name="T1" fmla="*/ 14 h 14"/>
                <a:gd name="T2" fmla="*/ 9 w 14"/>
                <a:gd name="T3" fmla="*/ 1 h 14"/>
                <a:gd name="T4" fmla="*/ 8 w 14"/>
                <a:gd name="T5" fmla="*/ 0 h 14"/>
                <a:gd name="T6" fmla="*/ 0 w 14"/>
                <a:gd name="T7" fmla="*/ 14 h 14"/>
                <a:gd name="T8" fmla="*/ 14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14"/>
                  </a:moveTo>
                  <a:cubicBezTo>
                    <a:pt x="14" y="9"/>
                    <a:pt x="12" y="5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3" y="3"/>
                    <a:pt x="0" y="8"/>
                    <a:pt x="0" y="14"/>
                  </a:cubicBezTo>
                  <a:lnTo>
                    <a:pt x="14" y="1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1" name="îṥ1î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3CE265E-ABD0-42B2-B85B-7BE430A83EDE}"/>
                </a:ext>
              </a:extLst>
            </p:cNvPr>
            <p:cNvSpPr/>
            <p:nvPr/>
          </p:nvSpPr>
          <p:spPr bwMode="auto">
            <a:xfrm>
              <a:off x="6932749" y="1958659"/>
              <a:ext cx="35425" cy="37868"/>
            </a:xfrm>
            <a:custGeom>
              <a:avLst/>
              <a:gdLst>
                <a:gd name="T0" fmla="*/ 0 w 14"/>
                <a:gd name="T1" fmla="*/ 0 h 15"/>
                <a:gd name="T2" fmla="*/ 4 w 14"/>
                <a:gd name="T3" fmla="*/ 13 h 15"/>
                <a:gd name="T4" fmla="*/ 5 w 14"/>
                <a:gd name="T5" fmla="*/ 14 h 15"/>
                <a:gd name="T6" fmla="*/ 4 w 14"/>
                <a:gd name="T7" fmla="*/ 15 h 15"/>
                <a:gd name="T8" fmla="*/ 14 w 14"/>
                <a:gd name="T9" fmla="*/ 0 h 15"/>
                <a:gd name="T10" fmla="*/ 0 w 14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cubicBezTo>
                    <a:pt x="0" y="5"/>
                    <a:pt x="1" y="9"/>
                    <a:pt x="4" y="13"/>
                  </a:cubicBezTo>
                  <a:cubicBezTo>
                    <a:pt x="4" y="13"/>
                    <a:pt x="5" y="14"/>
                    <a:pt x="5" y="14"/>
                  </a:cubicBezTo>
                  <a:cubicBezTo>
                    <a:pt x="5" y="14"/>
                    <a:pt x="4" y="15"/>
                    <a:pt x="4" y="15"/>
                  </a:cubicBezTo>
                  <a:cubicBezTo>
                    <a:pt x="10" y="12"/>
                    <a:pt x="14" y="6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2" name="íşḷ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87F71C7-3F80-4F8C-9E0B-7BA9E6FC81DB}"/>
                </a:ext>
              </a:extLst>
            </p:cNvPr>
            <p:cNvSpPr/>
            <p:nvPr/>
          </p:nvSpPr>
          <p:spPr bwMode="auto">
            <a:xfrm>
              <a:off x="6899768" y="1958659"/>
              <a:ext cx="42754" cy="42754"/>
            </a:xfrm>
            <a:custGeom>
              <a:avLst/>
              <a:gdLst>
                <a:gd name="T0" fmla="*/ 16 w 17"/>
                <a:gd name="T1" fmla="*/ 14 h 17"/>
                <a:gd name="T2" fmla="*/ 11 w 17"/>
                <a:gd name="T3" fmla="*/ 0 h 17"/>
                <a:gd name="T4" fmla="*/ 7 w 17"/>
                <a:gd name="T5" fmla="*/ 0 h 17"/>
                <a:gd name="T6" fmla="*/ 3 w 17"/>
                <a:gd name="T7" fmla="*/ 14 h 17"/>
                <a:gd name="T8" fmla="*/ 2 w 17"/>
                <a:gd name="T9" fmla="*/ 15 h 17"/>
                <a:gd name="T10" fmla="*/ 0 w 17"/>
                <a:gd name="T11" fmla="*/ 14 h 17"/>
                <a:gd name="T12" fmla="*/ 9 w 17"/>
                <a:gd name="T13" fmla="*/ 17 h 17"/>
                <a:gd name="T14" fmla="*/ 17 w 17"/>
                <a:gd name="T15" fmla="*/ 15 h 17"/>
                <a:gd name="T16" fmla="*/ 16 w 17"/>
                <a:gd name="T17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16" y="14"/>
                  </a:moveTo>
                  <a:cubicBezTo>
                    <a:pt x="13" y="10"/>
                    <a:pt x="12" y="5"/>
                    <a:pt x="1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5"/>
                    <a:pt x="5" y="10"/>
                    <a:pt x="3" y="14"/>
                  </a:cubicBezTo>
                  <a:cubicBezTo>
                    <a:pt x="3" y="14"/>
                    <a:pt x="2" y="14"/>
                    <a:pt x="2" y="15"/>
                  </a:cubicBezTo>
                  <a:cubicBezTo>
                    <a:pt x="1" y="15"/>
                    <a:pt x="1" y="15"/>
                    <a:pt x="0" y="14"/>
                  </a:cubicBezTo>
                  <a:cubicBezTo>
                    <a:pt x="3" y="16"/>
                    <a:pt x="6" y="17"/>
                    <a:pt x="9" y="17"/>
                  </a:cubicBezTo>
                  <a:cubicBezTo>
                    <a:pt x="12" y="17"/>
                    <a:pt x="15" y="16"/>
                    <a:pt x="17" y="15"/>
                  </a:cubicBezTo>
                  <a:cubicBezTo>
                    <a:pt x="16" y="14"/>
                    <a:pt x="16" y="14"/>
                    <a:pt x="16" y="1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3" name="iS1î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E30C4E9-DA37-491C-A663-921DC590F5B1}"/>
                </a:ext>
              </a:extLst>
            </p:cNvPr>
            <p:cNvSpPr/>
            <p:nvPr/>
          </p:nvSpPr>
          <p:spPr bwMode="auto">
            <a:xfrm>
              <a:off x="6216932" y="2383753"/>
              <a:ext cx="35425" cy="36646"/>
            </a:xfrm>
            <a:custGeom>
              <a:avLst/>
              <a:gdLst>
                <a:gd name="T0" fmla="*/ 10 w 14"/>
                <a:gd name="T1" fmla="*/ 13 h 14"/>
                <a:gd name="T2" fmla="*/ 14 w 14"/>
                <a:gd name="T3" fmla="*/ 0 h 14"/>
                <a:gd name="T4" fmla="*/ 0 w 14"/>
                <a:gd name="T5" fmla="*/ 0 h 14"/>
                <a:gd name="T6" fmla="*/ 9 w 14"/>
                <a:gd name="T7" fmla="*/ 14 h 14"/>
                <a:gd name="T8" fmla="*/ 10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0" y="13"/>
                  </a:moveTo>
                  <a:cubicBezTo>
                    <a:pt x="13" y="9"/>
                    <a:pt x="14" y="5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" y="12"/>
                    <a:pt x="9" y="14"/>
                  </a:cubicBezTo>
                  <a:cubicBezTo>
                    <a:pt x="9" y="14"/>
                    <a:pt x="9" y="14"/>
                    <a:pt x="10" y="1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4" name="îṡli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F7838BA-F1F7-4DCC-BBB2-999D372CDD67}"/>
                </a:ext>
              </a:extLst>
            </p:cNvPr>
            <p:cNvSpPr/>
            <p:nvPr/>
          </p:nvSpPr>
          <p:spPr bwMode="auto">
            <a:xfrm>
              <a:off x="6238919" y="2336112"/>
              <a:ext cx="46418" cy="42754"/>
            </a:xfrm>
            <a:custGeom>
              <a:avLst/>
              <a:gdLst>
                <a:gd name="T0" fmla="*/ 1 w 18"/>
                <a:gd name="T1" fmla="*/ 2 h 17"/>
                <a:gd name="T2" fmla="*/ 2 w 18"/>
                <a:gd name="T3" fmla="*/ 3 h 17"/>
                <a:gd name="T4" fmla="*/ 7 w 18"/>
                <a:gd name="T5" fmla="*/ 17 h 17"/>
                <a:gd name="T6" fmla="*/ 11 w 18"/>
                <a:gd name="T7" fmla="*/ 17 h 17"/>
                <a:gd name="T8" fmla="*/ 15 w 18"/>
                <a:gd name="T9" fmla="*/ 3 h 17"/>
                <a:gd name="T10" fmla="*/ 16 w 18"/>
                <a:gd name="T11" fmla="*/ 2 h 17"/>
                <a:gd name="T12" fmla="*/ 18 w 18"/>
                <a:gd name="T13" fmla="*/ 3 h 17"/>
                <a:gd name="T14" fmla="*/ 9 w 18"/>
                <a:gd name="T15" fmla="*/ 0 h 17"/>
                <a:gd name="T16" fmla="*/ 0 w 18"/>
                <a:gd name="T17" fmla="*/ 3 h 17"/>
                <a:gd name="T18" fmla="*/ 1 w 18"/>
                <a:gd name="T19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7">
                  <a:moveTo>
                    <a:pt x="1" y="2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5" y="7"/>
                    <a:pt x="6" y="12"/>
                    <a:pt x="7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2"/>
                    <a:pt x="13" y="7"/>
                    <a:pt x="15" y="3"/>
                  </a:cubicBezTo>
                  <a:cubicBezTo>
                    <a:pt x="15" y="3"/>
                    <a:pt x="16" y="3"/>
                    <a:pt x="16" y="2"/>
                  </a:cubicBezTo>
                  <a:cubicBezTo>
                    <a:pt x="17" y="2"/>
                    <a:pt x="17" y="3"/>
                    <a:pt x="18" y="3"/>
                  </a:cubicBezTo>
                  <a:cubicBezTo>
                    <a:pt x="15" y="1"/>
                    <a:pt x="12" y="0"/>
                    <a:pt x="9" y="0"/>
                  </a:cubicBezTo>
                  <a:cubicBezTo>
                    <a:pt x="6" y="0"/>
                    <a:pt x="2" y="1"/>
                    <a:pt x="0" y="3"/>
                  </a:cubicBezTo>
                  <a:cubicBezTo>
                    <a:pt x="0" y="3"/>
                    <a:pt x="1" y="2"/>
                    <a:pt x="1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5" name="îṩḻí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D418439-808B-4163-ABC8-3F15722C6FE3}"/>
                </a:ext>
              </a:extLst>
            </p:cNvPr>
            <p:cNvSpPr/>
            <p:nvPr/>
          </p:nvSpPr>
          <p:spPr bwMode="auto">
            <a:xfrm>
              <a:off x="6269457" y="2343442"/>
              <a:ext cx="35425" cy="35425"/>
            </a:xfrm>
            <a:custGeom>
              <a:avLst/>
              <a:gdLst>
                <a:gd name="T0" fmla="*/ 5 w 14"/>
                <a:gd name="T1" fmla="*/ 1 h 14"/>
                <a:gd name="T2" fmla="*/ 0 w 14"/>
                <a:gd name="T3" fmla="*/ 14 h 14"/>
                <a:gd name="T4" fmla="*/ 14 w 14"/>
                <a:gd name="T5" fmla="*/ 14 h 14"/>
                <a:gd name="T6" fmla="*/ 6 w 14"/>
                <a:gd name="T7" fmla="*/ 0 h 14"/>
                <a:gd name="T8" fmla="*/ 5 w 14"/>
                <a:gd name="T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5" y="1"/>
                  </a:moveTo>
                  <a:cubicBezTo>
                    <a:pt x="2" y="5"/>
                    <a:pt x="0" y="10"/>
                    <a:pt x="0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8"/>
                    <a:pt x="11" y="3"/>
                    <a:pt x="6" y="0"/>
                  </a:cubicBezTo>
                  <a:cubicBezTo>
                    <a:pt x="6" y="0"/>
                    <a:pt x="5" y="0"/>
                    <a:pt x="5" y="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6" name="iṩl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B4F11F7-F959-40A0-890C-11A3A8D1C3E5}"/>
                </a:ext>
              </a:extLst>
            </p:cNvPr>
            <p:cNvSpPr/>
            <p:nvPr/>
          </p:nvSpPr>
          <p:spPr bwMode="auto">
            <a:xfrm>
              <a:off x="6216932" y="2343442"/>
              <a:ext cx="35425" cy="35425"/>
            </a:xfrm>
            <a:custGeom>
              <a:avLst/>
              <a:gdLst>
                <a:gd name="T0" fmla="*/ 14 w 14"/>
                <a:gd name="T1" fmla="*/ 14 h 14"/>
                <a:gd name="T2" fmla="*/ 10 w 14"/>
                <a:gd name="T3" fmla="*/ 1 h 14"/>
                <a:gd name="T4" fmla="*/ 9 w 14"/>
                <a:gd name="T5" fmla="*/ 0 h 14"/>
                <a:gd name="T6" fmla="*/ 0 w 14"/>
                <a:gd name="T7" fmla="*/ 14 h 14"/>
                <a:gd name="T8" fmla="*/ 14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4" y="14"/>
                  </a:moveTo>
                  <a:cubicBezTo>
                    <a:pt x="14" y="10"/>
                    <a:pt x="13" y="5"/>
                    <a:pt x="10" y="1"/>
                  </a:cubicBezTo>
                  <a:cubicBezTo>
                    <a:pt x="9" y="1"/>
                    <a:pt x="9" y="0"/>
                    <a:pt x="9" y="0"/>
                  </a:cubicBezTo>
                  <a:cubicBezTo>
                    <a:pt x="4" y="3"/>
                    <a:pt x="0" y="8"/>
                    <a:pt x="0" y="14"/>
                  </a:cubicBezTo>
                  <a:lnTo>
                    <a:pt x="14" y="1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7" name="ïṧḻi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EBB5E3E-9AE2-45E6-A461-855A9E6C69FF}"/>
                </a:ext>
              </a:extLst>
            </p:cNvPr>
            <p:cNvSpPr/>
            <p:nvPr/>
          </p:nvSpPr>
          <p:spPr bwMode="auto">
            <a:xfrm>
              <a:off x="6269457" y="2383753"/>
              <a:ext cx="35425" cy="39089"/>
            </a:xfrm>
            <a:custGeom>
              <a:avLst/>
              <a:gdLst>
                <a:gd name="T0" fmla="*/ 0 w 14"/>
                <a:gd name="T1" fmla="*/ 0 h 15"/>
                <a:gd name="T2" fmla="*/ 5 w 14"/>
                <a:gd name="T3" fmla="*/ 13 h 15"/>
                <a:gd name="T4" fmla="*/ 6 w 14"/>
                <a:gd name="T5" fmla="*/ 14 h 15"/>
                <a:gd name="T6" fmla="*/ 4 w 14"/>
                <a:gd name="T7" fmla="*/ 15 h 15"/>
                <a:gd name="T8" fmla="*/ 14 w 14"/>
                <a:gd name="T9" fmla="*/ 0 h 15"/>
                <a:gd name="T10" fmla="*/ 0 w 14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cubicBezTo>
                    <a:pt x="0" y="5"/>
                    <a:pt x="2" y="9"/>
                    <a:pt x="5" y="13"/>
                  </a:cubicBezTo>
                  <a:cubicBezTo>
                    <a:pt x="5" y="14"/>
                    <a:pt x="6" y="14"/>
                    <a:pt x="6" y="14"/>
                  </a:cubicBezTo>
                  <a:cubicBezTo>
                    <a:pt x="5" y="15"/>
                    <a:pt x="5" y="15"/>
                    <a:pt x="4" y="15"/>
                  </a:cubicBezTo>
                  <a:cubicBezTo>
                    <a:pt x="10" y="12"/>
                    <a:pt x="14" y="7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8" name="îSľï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3BE3CEA-5350-468E-B843-FB749013BCD5}"/>
                </a:ext>
              </a:extLst>
            </p:cNvPr>
            <p:cNvSpPr/>
            <p:nvPr/>
          </p:nvSpPr>
          <p:spPr bwMode="auto">
            <a:xfrm>
              <a:off x="6238919" y="2383753"/>
              <a:ext cx="41532" cy="43975"/>
            </a:xfrm>
            <a:custGeom>
              <a:avLst/>
              <a:gdLst>
                <a:gd name="T0" fmla="*/ 15 w 16"/>
                <a:gd name="T1" fmla="*/ 14 h 17"/>
                <a:gd name="T2" fmla="*/ 11 w 16"/>
                <a:gd name="T3" fmla="*/ 0 h 17"/>
                <a:gd name="T4" fmla="*/ 7 w 16"/>
                <a:gd name="T5" fmla="*/ 0 h 17"/>
                <a:gd name="T6" fmla="*/ 2 w 16"/>
                <a:gd name="T7" fmla="*/ 14 h 17"/>
                <a:gd name="T8" fmla="*/ 1 w 16"/>
                <a:gd name="T9" fmla="*/ 15 h 17"/>
                <a:gd name="T10" fmla="*/ 0 w 16"/>
                <a:gd name="T11" fmla="*/ 14 h 17"/>
                <a:gd name="T12" fmla="*/ 9 w 16"/>
                <a:gd name="T13" fmla="*/ 17 h 17"/>
                <a:gd name="T14" fmla="*/ 16 w 16"/>
                <a:gd name="T15" fmla="*/ 15 h 17"/>
                <a:gd name="T16" fmla="*/ 15 w 16"/>
                <a:gd name="T17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7">
                  <a:moveTo>
                    <a:pt x="15" y="14"/>
                  </a:moveTo>
                  <a:cubicBezTo>
                    <a:pt x="13" y="10"/>
                    <a:pt x="11" y="5"/>
                    <a:pt x="1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5"/>
                    <a:pt x="5" y="10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1" y="15"/>
                    <a:pt x="0" y="15"/>
                    <a:pt x="0" y="14"/>
                  </a:cubicBezTo>
                  <a:cubicBezTo>
                    <a:pt x="3" y="16"/>
                    <a:pt x="6" y="17"/>
                    <a:pt x="9" y="17"/>
                  </a:cubicBezTo>
                  <a:cubicBezTo>
                    <a:pt x="11" y="17"/>
                    <a:pt x="14" y="16"/>
                    <a:pt x="16" y="15"/>
                  </a:cubicBezTo>
                  <a:cubicBezTo>
                    <a:pt x="16" y="15"/>
                    <a:pt x="15" y="14"/>
                    <a:pt x="15" y="1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9" name="iŝľi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06B93E8-2A49-4057-9383-4E5454B55005}"/>
                </a:ext>
              </a:extLst>
            </p:cNvPr>
            <p:cNvSpPr/>
            <p:nvPr/>
          </p:nvSpPr>
          <p:spPr bwMode="auto">
            <a:xfrm>
              <a:off x="5967739" y="1347893"/>
              <a:ext cx="28096" cy="30539"/>
            </a:xfrm>
            <a:custGeom>
              <a:avLst/>
              <a:gdLst>
                <a:gd name="T0" fmla="*/ 8 w 11"/>
                <a:gd name="T1" fmla="*/ 11 h 12"/>
                <a:gd name="T2" fmla="*/ 11 w 11"/>
                <a:gd name="T3" fmla="*/ 0 h 12"/>
                <a:gd name="T4" fmla="*/ 0 w 11"/>
                <a:gd name="T5" fmla="*/ 0 h 12"/>
                <a:gd name="T6" fmla="*/ 7 w 11"/>
                <a:gd name="T7" fmla="*/ 12 h 12"/>
                <a:gd name="T8" fmla="*/ 8 w 11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8" y="11"/>
                  </a:moveTo>
                  <a:cubicBezTo>
                    <a:pt x="10" y="7"/>
                    <a:pt x="11" y="4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"/>
                    <a:pt x="3" y="9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0" name="iṡl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21B1559-8A56-4EFD-A354-9AD928BD2F50}"/>
                </a:ext>
              </a:extLst>
            </p:cNvPr>
            <p:cNvSpPr/>
            <p:nvPr/>
          </p:nvSpPr>
          <p:spPr bwMode="auto">
            <a:xfrm>
              <a:off x="5986062" y="1310026"/>
              <a:ext cx="35425" cy="32982"/>
            </a:xfrm>
            <a:custGeom>
              <a:avLst/>
              <a:gdLst>
                <a:gd name="T0" fmla="*/ 1 w 14"/>
                <a:gd name="T1" fmla="*/ 1 h 13"/>
                <a:gd name="T2" fmla="*/ 2 w 14"/>
                <a:gd name="T3" fmla="*/ 2 h 13"/>
                <a:gd name="T4" fmla="*/ 5 w 14"/>
                <a:gd name="T5" fmla="*/ 13 h 13"/>
                <a:gd name="T6" fmla="*/ 9 w 14"/>
                <a:gd name="T7" fmla="*/ 13 h 13"/>
                <a:gd name="T8" fmla="*/ 13 w 14"/>
                <a:gd name="T9" fmla="*/ 2 h 13"/>
                <a:gd name="T10" fmla="*/ 13 w 14"/>
                <a:gd name="T11" fmla="*/ 1 h 13"/>
                <a:gd name="T12" fmla="*/ 14 w 14"/>
                <a:gd name="T13" fmla="*/ 2 h 13"/>
                <a:gd name="T14" fmla="*/ 7 w 14"/>
                <a:gd name="T15" fmla="*/ 0 h 13"/>
                <a:gd name="T16" fmla="*/ 0 w 14"/>
                <a:gd name="T17" fmla="*/ 2 h 13"/>
                <a:gd name="T18" fmla="*/ 1 w 14"/>
                <a:gd name="T1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3">
                  <a:moveTo>
                    <a:pt x="1" y="1"/>
                  </a:moveTo>
                  <a:cubicBezTo>
                    <a:pt x="1" y="1"/>
                    <a:pt x="2" y="2"/>
                    <a:pt x="2" y="2"/>
                  </a:cubicBezTo>
                  <a:cubicBezTo>
                    <a:pt x="4" y="5"/>
                    <a:pt x="5" y="9"/>
                    <a:pt x="5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9"/>
                    <a:pt x="10" y="5"/>
                    <a:pt x="13" y="2"/>
                  </a:cubicBezTo>
                  <a:cubicBezTo>
                    <a:pt x="13" y="2"/>
                    <a:pt x="13" y="1"/>
                    <a:pt x="13" y="1"/>
                  </a:cubicBezTo>
                  <a:cubicBezTo>
                    <a:pt x="14" y="1"/>
                    <a:pt x="14" y="1"/>
                    <a:pt x="14" y="2"/>
                  </a:cubicBezTo>
                  <a:cubicBezTo>
                    <a:pt x="12" y="0"/>
                    <a:pt x="10" y="0"/>
                    <a:pt x="7" y="0"/>
                  </a:cubicBezTo>
                  <a:cubicBezTo>
                    <a:pt x="5" y="0"/>
                    <a:pt x="2" y="0"/>
                    <a:pt x="0" y="2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1" name="îs1î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C1949D4-CC8C-480F-81A6-31C490D75244}"/>
                </a:ext>
              </a:extLst>
            </p:cNvPr>
            <p:cNvSpPr/>
            <p:nvPr/>
          </p:nvSpPr>
          <p:spPr bwMode="auto">
            <a:xfrm>
              <a:off x="6010492" y="1314912"/>
              <a:ext cx="30539" cy="28096"/>
            </a:xfrm>
            <a:custGeom>
              <a:avLst/>
              <a:gdLst>
                <a:gd name="T0" fmla="*/ 4 w 12"/>
                <a:gd name="T1" fmla="*/ 1 h 11"/>
                <a:gd name="T2" fmla="*/ 0 w 12"/>
                <a:gd name="T3" fmla="*/ 11 h 11"/>
                <a:gd name="T4" fmla="*/ 12 w 12"/>
                <a:gd name="T5" fmla="*/ 11 h 11"/>
                <a:gd name="T6" fmla="*/ 4 w 12"/>
                <a:gd name="T7" fmla="*/ 0 h 11"/>
                <a:gd name="T8" fmla="*/ 4 w 12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4" y="1"/>
                  </a:moveTo>
                  <a:cubicBezTo>
                    <a:pt x="1" y="4"/>
                    <a:pt x="0" y="8"/>
                    <a:pt x="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1" y="6"/>
                    <a:pt x="9" y="2"/>
                    <a:pt x="4" y="0"/>
                  </a:cubicBezTo>
                  <a:cubicBezTo>
                    <a:pt x="4" y="0"/>
                    <a:pt x="4" y="0"/>
                    <a:pt x="4" y="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2" name="is1ï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4C5160F-4E66-47F5-865C-B2E3CFB961CA}"/>
                </a:ext>
              </a:extLst>
            </p:cNvPr>
            <p:cNvSpPr/>
            <p:nvPr/>
          </p:nvSpPr>
          <p:spPr bwMode="auto">
            <a:xfrm>
              <a:off x="5967739" y="1314912"/>
              <a:ext cx="28096" cy="28096"/>
            </a:xfrm>
            <a:custGeom>
              <a:avLst/>
              <a:gdLst>
                <a:gd name="T0" fmla="*/ 11 w 11"/>
                <a:gd name="T1" fmla="*/ 11 h 11"/>
                <a:gd name="T2" fmla="*/ 8 w 11"/>
                <a:gd name="T3" fmla="*/ 1 h 11"/>
                <a:gd name="T4" fmla="*/ 7 w 11"/>
                <a:gd name="T5" fmla="*/ 0 h 11"/>
                <a:gd name="T6" fmla="*/ 0 w 11"/>
                <a:gd name="T7" fmla="*/ 11 h 11"/>
                <a:gd name="T8" fmla="*/ 11 w 11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1" y="11"/>
                  </a:moveTo>
                  <a:cubicBezTo>
                    <a:pt x="11" y="8"/>
                    <a:pt x="10" y="4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3" y="2"/>
                    <a:pt x="0" y="6"/>
                    <a:pt x="0" y="11"/>
                  </a:cubicBezTo>
                  <a:lnTo>
                    <a:pt x="11" y="1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3" name="ïṥ1í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AA166B2-69BB-42D6-B0FE-8C98305CFAC5}"/>
                </a:ext>
              </a:extLst>
            </p:cNvPr>
            <p:cNvSpPr/>
            <p:nvPr/>
          </p:nvSpPr>
          <p:spPr bwMode="auto">
            <a:xfrm>
              <a:off x="6010492" y="1347893"/>
              <a:ext cx="30539" cy="30539"/>
            </a:xfrm>
            <a:custGeom>
              <a:avLst/>
              <a:gdLst>
                <a:gd name="T0" fmla="*/ 0 w 12"/>
                <a:gd name="T1" fmla="*/ 0 h 12"/>
                <a:gd name="T2" fmla="*/ 4 w 12"/>
                <a:gd name="T3" fmla="*/ 11 h 12"/>
                <a:gd name="T4" fmla="*/ 4 w 12"/>
                <a:gd name="T5" fmla="*/ 12 h 12"/>
                <a:gd name="T6" fmla="*/ 3 w 12"/>
                <a:gd name="T7" fmla="*/ 12 h 12"/>
                <a:gd name="T8" fmla="*/ 12 w 12"/>
                <a:gd name="T9" fmla="*/ 0 h 12"/>
                <a:gd name="T10" fmla="*/ 0 w 12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0" y="4"/>
                    <a:pt x="1" y="7"/>
                    <a:pt x="4" y="11"/>
                  </a:cubicBezTo>
                  <a:cubicBezTo>
                    <a:pt x="4" y="11"/>
                    <a:pt x="4" y="11"/>
                    <a:pt x="4" y="12"/>
                  </a:cubicBezTo>
                  <a:cubicBezTo>
                    <a:pt x="4" y="12"/>
                    <a:pt x="4" y="12"/>
                    <a:pt x="3" y="12"/>
                  </a:cubicBezTo>
                  <a:cubicBezTo>
                    <a:pt x="8" y="10"/>
                    <a:pt x="11" y="5"/>
                    <a:pt x="12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4" name="íṧḻi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DE7DCA2-7538-4F4B-A826-19BFBEF5F9F1}"/>
                </a:ext>
              </a:extLst>
            </p:cNvPr>
            <p:cNvSpPr/>
            <p:nvPr/>
          </p:nvSpPr>
          <p:spPr bwMode="auto">
            <a:xfrm>
              <a:off x="5986062" y="1347893"/>
              <a:ext cx="32982" cy="32982"/>
            </a:xfrm>
            <a:custGeom>
              <a:avLst/>
              <a:gdLst>
                <a:gd name="T0" fmla="*/ 13 w 13"/>
                <a:gd name="T1" fmla="*/ 11 h 13"/>
                <a:gd name="T2" fmla="*/ 9 w 13"/>
                <a:gd name="T3" fmla="*/ 0 h 13"/>
                <a:gd name="T4" fmla="*/ 5 w 13"/>
                <a:gd name="T5" fmla="*/ 0 h 13"/>
                <a:gd name="T6" fmla="*/ 2 w 13"/>
                <a:gd name="T7" fmla="*/ 11 h 13"/>
                <a:gd name="T8" fmla="*/ 1 w 13"/>
                <a:gd name="T9" fmla="*/ 12 h 13"/>
                <a:gd name="T10" fmla="*/ 0 w 13"/>
                <a:gd name="T11" fmla="*/ 12 h 13"/>
                <a:gd name="T12" fmla="*/ 7 w 13"/>
                <a:gd name="T13" fmla="*/ 13 h 13"/>
                <a:gd name="T14" fmla="*/ 13 w 13"/>
                <a:gd name="T15" fmla="*/ 12 h 13"/>
                <a:gd name="T16" fmla="*/ 13 w 13"/>
                <a:gd name="T17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3">
                  <a:moveTo>
                    <a:pt x="13" y="11"/>
                  </a:moveTo>
                  <a:cubicBezTo>
                    <a:pt x="10" y="8"/>
                    <a:pt x="9" y="4"/>
                    <a:pt x="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4"/>
                    <a:pt x="4" y="8"/>
                    <a:pt x="2" y="11"/>
                  </a:cubicBezTo>
                  <a:cubicBezTo>
                    <a:pt x="2" y="11"/>
                    <a:pt x="1" y="12"/>
                    <a:pt x="1" y="12"/>
                  </a:cubicBezTo>
                  <a:cubicBezTo>
                    <a:pt x="1" y="12"/>
                    <a:pt x="0" y="12"/>
                    <a:pt x="0" y="12"/>
                  </a:cubicBezTo>
                  <a:cubicBezTo>
                    <a:pt x="2" y="13"/>
                    <a:pt x="5" y="13"/>
                    <a:pt x="7" y="13"/>
                  </a:cubicBezTo>
                  <a:cubicBezTo>
                    <a:pt x="9" y="13"/>
                    <a:pt x="12" y="13"/>
                    <a:pt x="13" y="12"/>
                  </a:cubicBezTo>
                  <a:cubicBezTo>
                    <a:pt x="13" y="12"/>
                    <a:pt x="13" y="11"/>
                    <a:pt x="13" y="1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5" name="îşľí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302D36C-1DE9-4DF5-8419-21DCD447150F}"/>
                </a:ext>
              </a:extLst>
            </p:cNvPr>
            <p:cNvSpPr/>
            <p:nvPr/>
          </p:nvSpPr>
          <p:spPr bwMode="auto">
            <a:xfrm>
              <a:off x="8143287" y="3958307"/>
              <a:ext cx="162464" cy="158799"/>
            </a:xfrm>
            <a:custGeom>
              <a:avLst/>
              <a:gdLst>
                <a:gd name="T0" fmla="*/ 56 w 64"/>
                <a:gd name="T1" fmla="*/ 51 h 63"/>
                <a:gd name="T2" fmla="*/ 56 w 64"/>
                <a:gd name="T3" fmla="*/ 29 h 63"/>
                <a:gd name="T4" fmla="*/ 36 w 64"/>
                <a:gd name="T5" fmla="*/ 5 h 63"/>
                <a:gd name="T6" fmla="*/ 36 w 64"/>
                <a:gd name="T7" fmla="*/ 2 h 63"/>
                <a:gd name="T8" fmla="*/ 33 w 64"/>
                <a:gd name="T9" fmla="*/ 0 h 63"/>
                <a:gd name="T10" fmla="*/ 31 w 64"/>
                <a:gd name="T11" fmla="*/ 0 h 63"/>
                <a:gd name="T12" fmla="*/ 28 w 64"/>
                <a:gd name="T13" fmla="*/ 2 h 63"/>
                <a:gd name="T14" fmla="*/ 28 w 64"/>
                <a:gd name="T15" fmla="*/ 5 h 63"/>
                <a:gd name="T16" fmla="*/ 9 w 64"/>
                <a:gd name="T17" fmla="*/ 29 h 63"/>
                <a:gd name="T18" fmla="*/ 9 w 64"/>
                <a:gd name="T19" fmla="*/ 51 h 63"/>
                <a:gd name="T20" fmla="*/ 0 w 64"/>
                <a:gd name="T21" fmla="*/ 59 h 63"/>
                <a:gd name="T22" fmla="*/ 0 w 64"/>
                <a:gd name="T23" fmla="*/ 63 h 63"/>
                <a:gd name="T24" fmla="*/ 64 w 64"/>
                <a:gd name="T25" fmla="*/ 63 h 63"/>
                <a:gd name="T26" fmla="*/ 64 w 64"/>
                <a:gd name="T27" fmla="*/ 59 h 63"/>
                <a:gd name="T28" fmla="*/ 56 w 64"/>
                <a:gd name="T29" fmla="*/ 5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" h="63">
                  <a:moveTo>
                    <a:pt x="56" y="51"/>
                  </a:moveTo>
                  <a:cubicBezTo>
                    <a:pt x="56" y="29"/>
                    <a:pt x="56" y="29"/>
                    <a:pt x="56" y="29"/>
                  </a:cubicBezTo>
                  <a:cubicBezTo>
                    <a:pt x="56" y="17"/>
                    <a:pt x="47" y="7"/>
                    <a:pt x="36" y="5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36" y="1"/>
                    <a:pt x="35" y="0"/>
                    <a:pt x="3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9" y="0"/>
                    <a:pt x="28" y="1"/>
                    <a:pt x="28" y="2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17" y="7"/>
                    <a:pt x="9" y="17"/>
                    <a:pt x="9" y="29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4" y="59"/>
                    <a:pt x="64" y="59"/>
                    <a:pt x="64" y="59"/>
                  </a:cubicBezTo>
                  <a:lnTo>
                    <a:pt x="56" y="5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6" name="iṩḻ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C9BCA91-67B5-4B0A-AD35-93CDA0B0D687}"/>
                </a:ext>
              </a:extLst>
            </p:cNvPr>
            <p:cNvSpPr/>
            <p:nvPr/>
          </p:nvSpPr>
          <p:spPr bwMode="auto">
            <a:xfrm>
              <a:off x="8211693" y="4125657"/>
              <a:ext cx="28096" cy="12215"/>
            </a:xfrm>
            <a:custGeom>
              <a:avLst/>
              <a:gdLst>
                <a:gd name="T0" fmla="*/ 5 w 11"/>
                <a:gd name="T1" fmla="*/ 5 h 5"/>
                <a:gd name="T2" fmla="*/ 11 w 11"/>
                <a:gd name="T3" fmla="*/ 0 h 5"/>
                <a:gd name="T4" fmla="*/ 0 w 11"/>
                <a:gd name="T5" fmla="*/ 0 h 5"/>
                <a:gd name="T6" fmla="*/ 5 w 11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5">
                  <a:moveTo>
                    <a:pt x="5" y="5"/>
                  </a:moveTo>
                  <a:cubicBezTo>
                    <a:pt x="8" y="5"/>
                    <a:pt x="11" y="3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2" y="5"/>
                    <a:pt x="5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7" name="îšḻî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60433E8-861A-4B8F-BD97-622D43EE0FD7}"/>
                </a:ext>
              </a:extLst>
            </p:cNvPr>
            <p:cNvSpPr/>
            <p:nvPr/>
          </p:nvSpPr>
          <p:spPr bwMode="auto">
            <a:xfrm>
              <a:off x="7385937" y="3869135"/>
              <a:ext cx="300497" cy="183230"/>
            </a:xfrm>
            <a:custGeom>
              <a:avLst/>
              <a:gdLst>
                <a:gd name="T0" fmla="*/ 107 w 118"/>
                <a:gd name="T1" fmla="*/ 9 h 72"/>
                <a:gd name="T2" fmla="*/ 80 w 118"/>
                <a:gd name="T3" fmla="*/ 25 h 72"/>
                <a:gd name="T4" fmla="*/ 80 w 118"/>
                <a:gd name="T5" fmla="*/ 6 h 72"/>
                <a:gd name="T6" fmla="*/ 73 w 118"/>
                <a:gd name="T7" fmla="*/ 0 h 72"/>
                <a:gd name="T8" fmla="*/ 6 w 118"/>
                <a:gd name="T9" fmla="*/ 0 h 72"/>
                <a:gd name="T10" fmla="*/ 0 w 118"/>
                <a:gd name="T11" fmla="*/ 6 h 72"/>
                <a:gd name="T12" fmla="*/ 0 w 118"/>
                <a:gd name="T13" fmla="*/ 65 h 72"/>
                <a:gd name="T14" fmla="*/ 6 w 118"/>
                <a:gd name="T15" fmla="*/ 72 h 72"/>
                <a:gd name="T16" fmla="*/ 73 w 118"/>
                <a:gd name="T17" fmla="*/ 72 h 72"/>
                <a:gd name="T18" fmla="*/ 80 w 118"/>
                <a:gd name="T19" fmla="*/ 65 h 72"/>
                <a:gd name="T20" fmla="*/ 80 w 118"/>
                <a:gd name="T21" fmla="*/ 47 h 72"/>
                <a:gd name="T22" fmla="*/ 107 w 118"/>
                <a:gd name="T23" fmla="*/ 63 h 72"/>
                <a:gd name="T24" fmla="*/ 118 w 118"/>
                <a:gd name="T25" fmla="*/ 63 h 72"/>
                <a:gd name="T26" fmla="*/ 118 w 118"/>
                <a:gd name="T27" fmla="*/ 9 h 72"/>
                <a:gd name="T28" fmla="*/ 107 w 118"/>
                <a:gd name="T29" fmla="*/ 9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8" h="72">
                  <a:moveTo>
                    <a:pt x="107" y="9"/>
                  </a:moveTo>
                  <a:cubicBezTo>
                    <a:pt x="80" y="25"/>
                    <a:pt x="80" y="25"/>
                    <a:pt x="80" y="25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0" y="3"/>
                    <a:pt x="77" y="0"/>
                    <a:pt x="7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9"/>
                    <a:pt x="2" y="72"/>
                    <a:pt x="6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77" y="72"/>
                    <a:pt x="80" y="69"/>
                    <a:pt x="80" y="65"/>
                  </a:cubicBezTo>
                  <a:cubicBezTo>
                    <a:pt x="80" y="47"/>
                    <a:pt x="80" y="47"/>
                    <a:pt x="80" y="47"/>
                  </a:cubicBezTo>
                  <a:cubicBezTo>
                    <a:pt x="107" y="63"/>
                    <a:pt x="107" y="63"/>
                    <a:pt x="107" y="63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8" y="9"/>
                    <a:pt x="118" y="9"/>
                    <a:pt x="118" y="9"/>
                  </a:cubicBezTo>
                  <a:lnTo>
                    <a:pt x="107" y="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8" name="î$1i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4E82ABC-96A2-439E-9A12-F84C799881AD}"/>
                </a:ext>
              </a:extLst>
            </p:cNvPr>
            <p:cNvSpPr/>
            <p:nvPr/>
          </p:nvSpPr>
          <p:spPr bwMode="auto">
            <a:xfrm>
              <a:off x="6082563" y="1291703"/>
              <a:ext cx="101388" cy="98944"/>
            </a:xfrm>
            <a:custGeom>
              <a:avLst/>
              <a:gdLst>
                <a:gd name="T0" fmla="*/ 21 w 40"/>
                <a:gd name="T1" fmla="*/ 3 h 39"/>
                <a:gd name="T2" fmla="*/ 21 w 40"/>
                <a:gd name="T3" fmla="*/ 0 h 39"/>
                <a:gd name="T4" fmla="*/ 19 w 40"/>
                <a:gd name="T5" fmla="*/ 0 h 39"/>
                <a:gd name="T6" fmla="*/ 19 w 40"/>
                <a:gd name="T7" fmla="*/ 3 h 39"/>
                <a:gd name="T8" fmla="*/ 0 w 40"/>
                <a:gd name="T9" fmla="*/ 23 h 39"/>
                <a:gd name="T10" fmla="*/ 0 w 40"/>
                <a:gd name="T11" fmla="*/ 25 h 39"/>
                <a:gd name="T12" fmla="*/ 1 w 40"/>
                <a:gd name="T13" fmla="*/ 25 h 39"/>
                <a:gd name="T14" fmla="*/ 5 w 40"/>
                <a:gd name="T15" fmla="*/ 21 h 39"/>
                <a:gd name="T16" fmla="*/ 10 w 40"/>
                <a:gd name="T17" fmla="*/ 26 h 39"/>
                <a:gd name="T18" fmla="*/ 11 w 40"/>
                <a:gd name="T19" fmla="*/ 26 h 39"/>
                <a:gd name="T20" fmla="*/ 15 w 40"/>
                <a:gd name="T21" fmla="*/ 21 h 39"/>
                <a:gd name="T22" fmla="*/ 19 w 40"/>
                <a:gd name="T23" fmla="*/ 25 h 39"/>
                <a:gd name="T24" fmla="*/ 19 w 40"/>
                <a:gd name="T25" fmla="*/ 36 h 39"/>
                <a:gd name="T26" fmla="*/ 22 w 40"/>
                <a:gd name="T27" fmla="*/ 39 h 39"/>
                <a:gd name="T28" fmla="*/ 25 w 40"/>
                <a:gd name="T29" fmla="*/ 36 h 39"/>
                <a:gd name="T30" fmla="*/ 24 w 40"/>
                <a:gd name="T31" fmla="*/ 36 h 39"/>
                <a:gd name="T32" fmla="*/ 22 w 40"/>
                <a:gd name="T33" fmla="*/ 38 h 39"/>
                <a:gd name="T34" fmla="*/ 21 w 40"/>
                <a:gd name="T35" fmla="*/ 36 h 39"/>
                <a:gd name="T36" fmla="*/ 21 w 40"/>
                <a:gd name="T37" fmla="*/ 25 h 39"/>
                <a:gd name="T38" fmla="*/ 25 w 40"/>
                <a:gd name="T39" fmla="*/ 21 h 39"/>
                <a:gd name="T40" fmla="*/ 29 w 40"/>
                <a:gd name="T41" fmla="*/ 26 h 39"/>
                <a:gd name="T42" fmla="*/ 30 w 40"/>
                <a:gd name="T43" fmla="*/ 26 h 39"/>
                <a:gd name="T44" fmla="*/ 35 w 40"/>
                <a:gd name="T45" fmla="*/ 21 h 39"/>
                <a:gd name="T46" fmla="*/ 39 w 40"/>
                <a:gd name="T47" fmla="*/ 25 h 39"/>
                <a:gd name="T48" fmla="*/ 40 w 40"/>
                <a:gd name="T49" fmla="*/ 25 h 39"/>
                <a:gd name="T50" fmla="*/ 40 w 40"/>
                <a:gd name="T51" fmla="*/ 23 h 39"/>
                <a:gd name="T52" fmla="*/ 21 w 40"/>
                <a:gd name="T53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" h="39">
                  <a:moveTo>
                    <a:pt x="21" y="3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8" y="3"/>
                    <a:pt x="0" y="12"/>
                    <a:pt x="0" y="23"/>
                  </a:cubicBezTo>
                  <a:cubicBezTo>
                    <a:pt x="0" y="24"/>
                    <a:pt x="0" y="25"/>
                    <a:pt x="0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3"/>
                    <a:pt x="3" y="21"/>
                    <a:pt x="5" y="21"/>
                  </a:cubicBezTo>
                  <a:cubicBezTo>
                    <a:pt x="8" y="21"/>
                    <a:pt x="10" y="23"/>
                    <a:pt x="10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3"/>
                    <a:pt x="13" y="21"/>
                    <a:pt x="15" y="21"/>
                  </a:cubicBezTo>
                  <a:cubicBezTo>
                    <a:pt x="17" y="21"/>
                    <a:pt x="19" y="23"/>
                    <a:pt x="19" y="25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8"/>
                    <a:pt x="21" y="39"/>
                    <a:pt x="22" y="39"/>
                  </a:cubicBezTo>
                  <a:cubicBezTo>
                    <a:pt x="24" y="39"/>
                    <a:pt x="25" y="38"/>
                    <a:pt x="25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7"/>
                    <a:pt x="23" y="38"/>
                    <a:pt x="22" y="38"/>
                  </a:cubicBezTo>
                  <a:cubicBezTo>
                    <a:pt x="21" y="38"/>
                    <a:pt x="21" y="37"/>
                    <a:pt x="21" y="36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1" y="23"/>
                    <a:pt x="23" y="21"/>
                    <a:pt x="25" y="21"/>
                  </a:cubicBezTo>
                  <a:cubicBezTo>
                    <a:pt x="27" y="21"/>
                    <a:pt x="29" y="23"/>
                    <a:pt x="29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3"/>
                    <a:pt x="32" y="21"/>
                    <a:pt x="35" y="21"/>
                  </a:cubicBezTo>
                  <a:cubicBezTo>
                    <a:pt x="37" y="21"/>
                    <a:pt x="39" y="23"/>
                    <a:pt x="39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4"/>
                    <a:pt x="40" y="23"/>
                  </a:cubicBezTo>
                  <a:cubicBezTo>
                    <a:pt x="40" y="12"/>
                    <a:pt x="32" y="3"/>
                    <a:pt x="21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9" name="ïṥḷi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57D3BC8-A170-4A9A-99A4-7DC150651099}"/>
                </a:ext>
              </a:extLst>
            </p:cNvPr>
            <p:cNvSpPr/>
            <p:nvPr/>
          </p:nvSpPr>
          <p:spPr bwMode="auto">
            <a:xfrm>
              <a:off x="6935193" y="2074705"/>
              <a:ext cx="146584" cy="63520"/>
            </a:xfrm>
            <a:custGeom>
              <a:avLst/>
              <a:gdLst>
                <a:gd name="T0" fmla="*/ 2 w 58"/>
                <a:gd name="T1" fmla="*/ 0 h 25"/>
                <a:gd name="T2" fmla="*/ 0 w 58"/>
                <a:gd name="T3" fmla="*/ 0 h 25"/>
                <a:gd name="T4" fmla="*/ 0 w 58"/>
                <a:gd name="T5" fmla="*/ 2 h 25"/>
                <a:gd name="T6" fmla="*/ 0 w 58"/>
                <a:gd name="T7" fmla="*/ 22 h 25"/>
                <a:gd name="T8" fmla="*/ 3 w 58"/>
                <a:gd name="T9" fmla="*/ 25 h 25"/>
                <a:gd name="T10" fmla="*/ 55 w 58"/>
                <a:gd name="T11" fmla="*/ 25 h 25"/>
                <a:gd name="T12" fmla="*/ 58 w 58"/>
                <a:gd name="T13" fmla="*/ 22 h 25"/>
                <a:gd name="T14" fmla="*/ 58 w 58"/>
                <a:gd name="T15" fmla="*/ 2 h 25"/>
                <a:gd name="T16" fmla="*/ 58 w 58"/>
                <a:gd name="T17" fmla="*/ 0 h 25"/>
                <a:gd name="T18" fmla="*/ 56 w 58"/>
                <a:gd name="T19" fmla="*/ 0 h 25"/>
                <a:gd name="T20" fmla="*/ 2 w 58"/>
                <a:gd name="T21" fmla="*/ 0 h 25"/>
                <a:gd name="T22" fmla="*/ 6 w 58"/>
                <a:gd name="T23" fmla="*/ 10 h 25"/>
                <a:gd name="T24" fmla="*/ 19 w 58"/>
                <a:gd name="T25" fmla="*/ 10 h 25"/>
                <a:gd name="T26" fmla="*/ 19 w 58"/>
                <a:gd name="T27" fmla="*/ 12 h 25"/>
                <a:gd name="T28" fmla="*/ 6 w 58"/>
                <a:gd name="T29" fmla="*/ 12 h 25"/>
                <a:gd name="T30" fmla="*/ 6 w 58"/>
                <a:gd name="T31" fmla="*/ 10 h 25"/>
                <a:gd name="T32" fmla="*/ 28 w 58"/>
                <a:gd name="T33" fmla="*/ 19 h 25"/>
                <a:gd name="T34" fmla="*/ 6 w 58"/>
                <a:gd name="T35" fmla="*/ 19 h 25"/>
                <a:gd name="T36" fmla="*/ 6 w 58"/>
                <a:gd name="T37" fmla="*/ 17 h 25"/>
                <a:gd name="T38" fmla="*/ 28 w 58"/>
                <a:gd name="T39" fmla="*/ 17 h 25"/>
                <a:gd name="T40" fmla="*/ 28 w 58"/>
                <a:gd name="T41" fmla="*/ 19 h 25"/>
                <a:gd name="T42" fmla="*/ 51 w 58"/>
                <a:gd name="T43" fmla="*/ 17 h 25"/>
                <a:gd name="T44" fmla="*/ 49 w 58"/>
                <a:gd name="T45" fmla="*/ 19 h 25"/>
                <a:gd name="T46" fmla="*/ 45 w 58"/>
                <a:gd name="T47" fmla="*/ 19 h 25"/>
                <a:gd name="T48" fmla="*/ 43 w 58"/>
                <a:gd name="T49" fmla="*/ 17 h 25"/>
                <a:gd name="T50" fmla="*/ 43 w 58"/>
                <a:gd name="T51" fmla="*/ 17 h 25"/>
                <a:gd name="T52" fmla="*/ 45 w 58"/>
                <a:gd name="T53" fmla="*/ 14 h 25"/>
                <a:gd name="T54" fmla="*/ 49 w 58"/>
                <a:gd name="T55" fmla="*/ 14 h 25"/>
                <a:gd name="T56" fmla="*/ 51 w 58"/>
                <a:gd name="T57" fmla="*/ 1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8" h="25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1" y="25"/>
                    <a:pt x="3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6" y="25"/>
                    <a:pt x="58" y="24"/>
                    <a:pt x="58" y="2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6" y="0"/>
                    <a:pt x="56" y="0"/>
                    <a:pt x="56" y="0"/>
                  </a:cubicBezTo>
                  <a:lnTo>
                    <a:pt x="2" y="0"/>
                  </a:lnTo>
                  <a:close/>
                  <a:moveTo>
                    <a:pt x="6" y="10"/>
                  </a:moveTo>
                  <a:cubicBezTo>
                    <a:pt x="19" y="10"/>
                    <a:pt x="19" y="10"/>
                    <a:pt x="19" y="10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6" y="12"/>
                    <a:pt x="6" y="12"/>
                    <a:pt x="6" y="12"/>
                  </a:cubicBezTo>
                  <a:lnTo>
                    <a:pt x="6" y="10"/>
                  </a:lnTo>
                  <a:close/>
                  <a:moveTo>
                    <a:pt x="28" y="19"/>
                  </a:moveTo>
                  <a:cubicBezTo>
                    <a:pt x="6" y="19"/>
                    <a:pt x="6" y="19"/>
                    <a:pt x="6" y="19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28" y="17"/>
                    <a:pt x="28" y="17"/>
                    <a:pt x="28" y="17"/>
                  </a:cubicBezTo>
                  <a:lnTo>
                    <a:pt x="28" y="19"/>
                  </a:lnTo>
                  <a:close/>
                  <a:moveTo>
                    <a:pt x="51" y="17"/>
                  </a:moveTo>
                  <a:cubicBezTo>
                    <a:pt x="51" y="18"/>
                    <a:pt x="50" y="19"/>
                    <a:pt x="49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4" y="19"/>
                    <a:pt x="43" y="18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5"/>
                    <a:pt x="44" y="14"/>
                    <a:pt x="45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50" y="14"/>
                    <a:pt x="51" y="15"/>
                    <a:pt x="51" y="1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0" name="îṡḻï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349BD72-FBAD-4F3A-9874-A701C352B18C}"/>
                </a:ext>
              </a:extLst>
            </p:cNvPr>
            <p:cNvSpPr/>
            <p:nvPr/>
          </p:nvSpPr>
          <p:spPr bwMode="auto">
            <a:xfrm>
              <a:off x="6935193" y="2039281"/>
              <a:ext cx="146584" cy="20766"/>
            </a:xfrm>
            <a:custGeom>
              <a:avLst/>
              <a:gdLst>
                <a:gd name="T0" fmla="*/ 55 w 58"/>
                <a:gd name="T1" fmla="*/ 0 h 8"/>
                <a:gd name="T2" fmla="*/ 3 w 58"/>
                <a:gd name="T3" fmla="*/ 0 h 8"/>
                <a:gd name="T4" fmla="*/ 0 w 58"/>
                <a:gd name="T5" fmla="*/ 4 h 8"/>
                <a:gd name="T6" fmla="*/ 0 w 58"/>
                <a:gd name="T7" fmla="*/ 7 h 8"/>
                <a:gd name="T8" fmla="*/ 0 w 58"/>
                <a:gd name="T9" fmla="*/ 8 h 8"/>
                <a:gd name="T10" fmla="*/ 2 w 58"/>
                <a:gd name="T11" fmla="*/ 8 h 8"/>
                <a:gd name="T12" fmla="*/ 56 w 58"/>
                <a:gd name="T13" fmla="*/ 8 h 8"/>
                <a:gd name="T14" fmla="*/ 58 w 58"/>
                <a:gd name="T15" fmla="*/ 8 h 8"/>
                <a:gd name="T16" fmla="*/ 58 w 58"/>
                <a:gd name="T17" fmla="*/ 7 h 8"/>
                <a:gd name="T18" fmla="*/ 58 w 58"/>
                <a:gd name="T19" fmla="*/ 4 h 8"/>
                <a:gd name="T20" fmla="*/ 55 w 58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">
                  <a:moveTo>
                    <a:pt x="5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2"/>
                    <a:pt x="56" y="0"/>
                    <a:pt x="55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1" name="íšlî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7FB1DD8-EA47-41EC-8C4F-17E50D552E16}"/>
                </a:ext>
              </a:extLst>
            </p:cNvPr>
            <p:cNvSpPr/>
            <p:nvPr/>
          </p:nvSpPr>
          <p:spPr bwMode="auto">
            <a:xfrm>
              <a:off x="7906310" y="3428162"/>
              <a:ext cx="127039" cy="867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2" name="íṩḻi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73B648E-28AD-46BB-8026-9A55AD7D78A8}"/>
                </a:ext>
              </a:extLst>
            </p:cNvPr>
            <p:cNvSpPr/>
            <p:nvPr/>
          </p:nvSpPr>
          <p:spPr bwMode="auto">
            <a:xfrm>
              <a:off x="7906310" y="3387852"/>
              <a:ext cx="127039" cy="35425"/>
            </a:xfrm>
            <a:custGeom>
              <a:avLst/>
              <a:gdLst>
                <a:gd name="T0" fmla="*/ 0 w 104"/>
                <a:gd name="T1" fmla="*/ 0 h 29"/>
                <a:gd name="T2" fmla="*/ 0 w 104"/>
                <a:gd name="T3" fmla="*/ 29 h 29"/>
                <a:gd name="T4" fmla="*/ 104 w 104"/>
                <a:gd name="T5" fmla="*/ 29 h 29"/>
                <a:gd name="T6" fmla="*/ 104 w 104"/>
                <a:gd name="T7" fmla="*/ 0 h 29"/>
                <a:gd name="T8" fmla="*/ 0 w 104"/>
                <a:gd name="T9" fmla="*/ 0 h 29"/>
                <a:gd name="T10" fmla="*/ 17 w 104"/>
                <a:gd name="T11" fmla="*/ 17 h 29"/>
                <a:gd name="T12" fmla="*/ 13 w 104"/>
                <a:gd name="T13" fmla="*/ 17 h 29"/>
                <a:gd name="T14" fmla="*/ 13 w 104"/>
                <a:gd name="T15" fmla="*/ 12 h 29"/>
                <a:gd name="T16" fmla="*/ 17 w 104"/>
                <a:gd name="T17" fmla="*/ 12 h 29"/>
                <a:gd name="T18" fmla="*/ 17 w 104"/>
                <a:gd name="T19" fmla="*/ 17 h 29"/>
                <a:gd name="T20" fmla="*/ 25 w 104"/>
                <a:gd name="T21" fmla="*/ 17 h 29"/>
                <a:gd name="T22" fmla="*/ 21 w 104"/>
                <a:gd name="T23" fmla="*/ 17 h 29"/>
                <a:gd name="T24" fmla="*/ 21 w 104"/>
                <a:gd name="T25" fmla="*/ 12 h 29"/>
                <a:gd name="T26" fmla="*/ 25 w 104"/>
                <a:gd name="T27" fmla="*/ 12 h 29"/>
                <a:gd name="T28" fmla="*/ 25 w 104"/>
                <a:gd name="T29" fmla="*/ 17 h 29"/>
                <a:gd name="T30" fmla="*/ 92 w 104"/>
                <a:gd name="T31" fmla="*/ 17 h 29"/>
                <a:gd name="T32" fmla="*/ 29 w 104"/>
                <a:gd name="T33" fmla="*/ 17 h 29"/>
                <a:gd name="T34" fmla="*/ 29 w 104"/>
                <a:gd name="T35" fmla="*/ 12 h 29"/>
                <a:gd name="T36" fmla="*/ 92 w 104"/>
                <a:gd name="T37" fmla="*/ 12 h 29"/>
                <a:gd name="T38" fmla="*/ 92 w 104"/>
                <a:gd name="T39" fmla="*/ 1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4" h="29">
                  <a:moveTo>
                    <a:pt x="0" y="0"/>
                  </a:moveTo>
                  <a:lnTo>
                    <a:pt x="0" y="29"/>
                  </a:lnTo>
                  <a:lnTo>
                    <a:pt x="104" y="29"/>
                  </a:lnTo>
                  <a:lnTo>
                    <a:pt x="104" y="0"/>
                  </a:lnTo>
                  <a:lnTo>
                    <a:pt x="0" y="0"/>
                  </a:lnTo>
                  <a:close/>
                  <a:moveTo>
                    <a:pt x="17" y="17"/>
                  </a:moveTo>
                  <a:lnTo>
                    <a:pt x="13" y="17"/>
                  </a:lnTo>
                  <a:lnTo>
                    <a:pt x="13" y="12"/>
                  </a:lnTo>
                  <a:lnTo>
                    <a:pt x="17" y="12"/>
                  </a:lnTo>
                  <a:lnTo>
                    <a:pt x="17" y="17"/>
                  </a:lnTo>
                  <a:close/>
                  <a:moveTo>
                    <a:pt x="25" y="17"/>
                  </a:moveTo>
                  <a:lnTo>
                    <a:pt x="21" y="17"/>
                  </a:lnTo>
                  <a:lnTo>
                    <a:pt x="21" y="12"/>
                  </a:lnTo>
                  <a:lnTo>
                    <a:pt x="25" y="12"/>
                  </a:lnTo>
                  <a:lnTo>
                    <a:pt x="25" y="17"/>
                  </a:lnTo>
                  <a:close/>
                  <a:moveTo>
                    <a:pt x="92" y="17"/>
                  </a:moveTo>
                  <a:lnTo>
                    <a:pt x="29" y="17"/>
                  </a:lnTo>
                  <a:lnTo>
                    <a:pt x="29" y="12"/>
                  </a:lnTo>
                  <a:lnTo>
                    <a:pt x="92" y="12"/>
                  </a:lnTo>
                  <a:lnTo>
                    <a:pt x="92" y="1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3" name="íŝḻî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F346064-8008-4413-96F0-624871CA84FB}"/>
                </a:ext>
              </a:extLst>
            </p:cNvPr>
            <p:cNvSpPr/>
            <p:nvPr/>
          </p:nvSpPr>
          <p:spPr bwMode="auto">
            <a:xfrm>
              <a:off x="7931963" y="2369094"/>
              <a:ext cx="65963" cy="108717"/>
            </a:xfrm>
            <a:custGeom>
              <a:avLst/>
              <a:gdLst>
                <a:gd name="T0" fmla="*/ 54 w 54"/>
                <a:gd name="T1" fmla="*/ 39 h 89"/>
                <a:gd name="T2" fmla="*/ 33 w 54"/>
                <a:gd name="T3" fmla="*/ 39 h 89"/>
                <a:gd name="T4" fmla="*/ 40 w 54"/>
                <a:gd name="T5" fmla="*/ 0 h 89"/>
                <a:gd name="T6" fmla="*/ 0 w 54"/>
                <a:gd name="T7" fmla="*/ 50 h 89"/>
                <a:gd name="T8" fmla="*/ 21 w 54"/>
                <a:gd name="T9" fmla="*/ 50 h 89"/>
                <a:gd name="T10" fmla="*/ 15 w 54"/>
                <a:gd name="T11" fmla="*/ 89 h 89"/>
                <a:gd name="T12" fmla="*/ 54 w 54"/>
                <a:gd name="T13" fmla="*/ 3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9">
                  <a:moveTo>
                    <a:pt x="54" y="39"/>
                  </a:moveTo>
                  <a:lnTo>
                    <a:pt x="33" y="39"/>
                  </a:lnTo>
                  <a:lnTo>
                    <a:pt x="40" y="0"/>
                  </a:lnTo>
                  <a:lnTo>
                    <a:pt x="0" y="50"/>
                  </a:lnTo>
                  <a:lnTo>
                    <a:pt x="21" y="50"/>
                  </a:lnTo>
                  <a:lnTo>
                    <a:pt x="15" y="89"/>
                  </a:lnTo>
                  <a:lnTo>
                    <a:pt x="54" y="3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4" name="iṥļï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CDA27EF-B604-4BB4-951B-E85AC5EECA8E}"/>
                </a:ext>
              </a:extLst>
            </p:cNvPr>
            <p:cNvSpPr/>
            <p:nvPr/>
          </p:nvSpPr>
          <p:spPr bwMode="auto">
            <a:xfrm>
              <a:off x="5056476" y="1487148"/>
              <a:ext cx="114824" cy="117267"/>
            </a:xfrm>
            <a:custGeom>
              <a:avLst/>
              <a:gdLst>
                <a:gd name="T0" fmla="*/ 45 w 45"/>
                <a:gd name="T1" fmla="*/ 23 h 46"/>
                <a:gd name="T2" fmla="*/ 43 w 45"/>
                <a:gd name="T3" fmla="*/ 20 h 46"/>
                <a:gd name="T4" fmla="*/ 43 w 45"/>
                <a:gd name="T5" fmla="*/ 14 h 46"/>
                <a:gd name="T6" fmla="*/ 38 w 45"/>
                <a:gd name="T7" fmla="*/ 10 h 46"/>
                <a:gd name="T8" fmla="*/ 36 w 45"/>
                <a:gd name="T9" fmla="*/ 4 h 46"/>
                <a:gd name="T10" fmla="*/ 30 w 45"/>
                <a:gd name="T11" fmla="*/ 4 h 46"/>
                <a:gd name="T12" fmla="*/ 25 w 45"/>
                <a:gd name="T13" fmla="*/ 0 h 46"/>
                <a:gd name="T14" fmla="*/ 22 w 45"/>
                <a:gd name="T15" fmla="*/ 10 h 46"/>
                <a:gd name="T16" fmla="*/ 22 w 45"/>
                <a:gd name="T17" fmla="*/ 36 h 46"/>
                <a:gd name="T18" fmla="*/ 25 w 45"/>
                <a:gd name="T19" fmla="*/ 46 h 46"/>
                <a:gd name="T20" fmla="*/ 30 w 45"/>
                <a:gd name="T21" fmla="*/ 42 h 46"/>
                <a:gd name="T22" fmla="*/ 36 w 45"/>
                <a:gd name="T23" fmla="*/ 42 h 46"/>
                <a:gd name="T24" fmla="*/ 38 w 45"/>
                <a:gd name="T25" fmla="*/ 36 h 46"/>
                <a:gd name="T26" fmla="*/ 43 w 45"/>
                <a:gd name="T27" fmla="*/ 32 h 46"/>
                <a:gd name="T28" fmla="*/ 43 w 45"/>
                <a:gd name="T29" fmla="*/ 26 h 46"/>
                <a:gd name="T30" fmla="*/ 22 w 45"/>
                <a:gd name="T31" fmla="*/ 0 h 46"/>
                <a:gd name="T32" fmla="*/ 20 w 45"/>
                <a:gd name="T33" fmla="*/ 0 h 46"/>
                <a:gd name="T34" fmla="*/ 15 w 45"/>
                <a:gd name="T35" fmla="*/ 4 h 46"/>
                <a:gd name="T36" fmla="*/ 9 w 45"/>
                <a:gd name="T37" fmla="*/ 4 h 46"/>
                <a:gd name="T38" fmla="*/ 7 w 45"/>
                <a:gd name="T39" fmla="*/ 10 h 46"/>
                <a:gd name="T40" fmla="*/ 2 w 45"/>
                <a:gd name="T41" fmla="*/ 14 h 46"/>
                <a:gd name="T42" fmla="*/ 2 w 45"/>
                <a:gd name="T43" fmla="*/ 20 h 46"/>
                <a:gd name="T44" fmla="*/ 0 w 45"/>
                <a:gd name="T45" fmla="*/ 23 h 46"/>
                <a:gd name="T46" fmla="*/ 2 w 45"/>
                <a:gd name="T47" fmla="*/ 26 h 46"/>
                <a:gd name="T48" fmla="*/ 2 w 45"/>
                <a:gd name="T49" fmla="*/ 32 h 46"/>
                <a:gd name="T50" fmla="*/ 7 w 45"/>
                <a:gd name="T51" fmla="*/ 36 h 46"/>
                <a:gd name="T52" fmla="*/ 9 w 45"/>
                <a:gd name="T53" fmla="*/ 42 h 46"/>
                <a:gd name="T54" fmla="*/ 15 w 45"/>
                <a:gd name="T55" fmla="*/ 42 h 46"/>
                <a:gd name="T56" fmla="*/ 20 w 45"/>
                <a:gd name="T57" fmla="*/ 46 h 46"/>
                <a:gd name="T58" fmla="*/ 22 w 45"/>
                <a:gd name="T59" fmla="*/ 46 h 46"/>
                <a:gd name="T60" fmla="*/ 10 w 45"/>
                <a:gd name="T61" fmla="*/ 23 h 46"/>
                <a:gd name="T62" fmla="*/ 22 w 45"/>
                <a:gd name="T6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" h="46">
                  <a:moveTo>
                    <a:pt x="45" y="25"/>
                  </a:moveTo>
                  <a:cubicBezTo>
                    <a:pt x="45" y="25"/>
                    <a:pt x="45" y="24"/>
                    <a:pt x="45" y="23"/>
                  </a:cubicBezTo>
                  <a:cubicBezTo>
                    <a:pt x="45" y="22"/>
                    <a:pt x="45" y="21"/>
                    <a:pt x="45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18"/>
                    <a:pt x="42" y="17"/>
                    <a:pt x="41" y="16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2"/>
                    <a:pt x="42" y="11"/>
                    <a:pt x="41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7" y="9"/>
                    <a:pt x="36" y="8"/>
                    <a:pt x="35" y="7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3"/>
                    <a:pt x="33" y="3"/>
                    <a:pt x="32" y="2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29" y="3"/>
                    <a:pt x="27" y="3"/>
                    <a:pt x="26" y="3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4" y="0"/>
                    <a:pt x="23" y="0"/>
                    <a:pt x="22" y="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9" y="10"/>
                    <a:pt x="35" y="16"/>
                    <a:pt x="35" y="23"/>
                  </a:cubicBezTo>
                  <a:cubicBezTo>
                    <a:pt x="35" y="30"/>
                    <a:pt x="29" y="36"/>
                    <a:pt x="22" y="3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3" y="46"/>
                    <a:pt x="24" y="46"/>
                    <a:pt x="25" y="46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28" y="42"/>
                    <a:pt x="30" y="42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3" y="43"/>
                    <a:pt x="35" y="42"/>
                    <a:pt x="36" y="42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6" y="38"/>
                    <a:pt x="37" y="37"/>
                    <a:pt x="38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5"/>
                    <a:pt x="43" y="34"/>
                    <a:pt x="43" y="32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42" y="29"/>
                    <a:pt x="42" y="28"/>
                    <a:pt x="43" y="26"/>
                  </a:cubicBezTo>
                  <a:lnTo>
                    <a:pt x="45" y="25"/>
                  </a:lnTo>
                  <a:close/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3"/>
                    <a:pt x="16" y="3"/>
                    <a:pt x="15" y="4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3"/>
                    <a:pt x="10" y="3"/>
                    <a:pt x="9" y="4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9" y="8"/>
                    <a:pt x="8" y="9"/>
                    <a:pt x="7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2" y="12"/>
                    <a:pt x="2" y="1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7"/>
                    <a:pt x="3" y="18"/>
                    <a:pt x="2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2"/>
                    <a:pt x="0" y="23"/>
                  </a:cubicBezTo>
                  <a:cubicBezTo>
                    <a:pt x="0" y="24"/>
                    <a:pt x="0" y="25"/>
                    <a:pt x="0" y="2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3" y="28"/>
                    <a:pt x="3" y="29"/>
                    <a:pt x="4" y="30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2" y="34"/>
                    <a:pt x="3" y="35"/>
                    <a:pt x="4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8" y="37"/>
                    <a:pt x="9" y="38"/>
                    <a:pt x="10" y="39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2"/>
                    <a:pt x="12" y="43"/>
                    <a:pt x="13" y="44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8" y="43"/>
                    <a:pt x="19" y="43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1" y="46"/>
                    <a:pt x="22" y="46"/>
                    <a:pt x="22" y="46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16" y="36"/>
                    <a:pt x="10" y="30"/>
                    <a:pt x="10" y="23"/>
                  </a:cubicBezTo>
                  <a:cubicBezTo>
                    <a:pt x="10" y="16"/>
                    <a:pt x="16" y="10"/>
                    <a:pt x="22" y="10"/>
                  </a:cubicBezTo>
                  <a:lnTo>
                    <a:pt x="22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5" name="îşlï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122C7F1-5AD6-4EFC-927F-B206787CF529}"/>
                </a:ext>
              </a:extLst>
            </p:cNvPr>
            <p:cNvSpPr/>
            <p:nvPr/>
          </p:nvSpPr>
          <p:spPr bwMode="auto">
            <a:xfrm>
              <a:off x="5129768" y="1562883"/>
              <a:ext cx="142920" cy="142920"/>
            </a:xfrm>
            <a:custGeom>
              <a:avLst/>
              <a:gdLst>
                <a:gd name="T0" fmla="*/ 56 w 56"/>
                <a:gd name="T1" fmla="*/ 21 h 56"/>
                <a:gd name="T2" fmla="*/ 53 w 56"/>
                <a:gd name="T3" fmla="*/ 26 h 56"/>
                <a:gd name="T4" fmla="*/ 56 w 56"/>
                <a:gd name="T5" fmla="*/ 33 h 56"/>
                <a:gd name="T6" fmla="*/ 51 w 56"/>
                <a:gd name="T7" fmla="*/ 39 h 56"/>
                <a:gd name="T8" fmla="*/ 50 w 56"/>
                <a:gd name="T9" fmla="*/ 46 h 56"/>
                <a:gd name="T10" fmla="*/ 43 w 56"/>
                <a:gd name="T11" fmla="*/ 49 h 56"/>
                <a:gd name="T12" fmla="*/ 38 w 56"/>
                <a:gd name="T13" fmla="*/ 55 h 56"/>
                <a:gd name="T14" fmla="*/ 32 w 56"/>
                <a:gd name="T15" fmla="*/ 56 h 56"/>
                <a:gd name="T16" fmla="*/ 28 w 56"/>
                <a:gd name="T17" fmla="*/ 53 h 56"/>
                <a:gd name="T18" fmla="*/ 32 w 56"/>
                <a:gd name="T19" fmla="*/ 43 h 56"/>
                <a:gd name="T20" fmla="*/ 28 w 56"/>
                <a:gd name="T21" fmla="*/ 13 h 56"/>
                <a:gd name="T22" fmla="*/ 31 w 56"/>
                <a:gd name="T23" fmla="*/ 3 h 56"/>
                <a:gd name="T24" fmla="*/ 39 w 56"/>
                <a:gd name="T25" fmla="*/ 2 h 56"/>
                <a:gd name="T26" fmla="*/ 43 w 56"/>
                <a:gd name="T27" fmla="*/ 8 h 56"/>
                <a:gd name="T28" fmla="*/ 50 w 56"/>
                <a:gd name="T29" fmla="*/ 11 h 56"/>
                <a:gd name="T30" fmla="*/ 51 w 56"/>
                <a:gd name="T31" fmla="*/ 18 h 56"/>
                <a:gd name="T32" fmla="*/ 28 w 56"/>
                <a:gd name="T33" fmla="*/ 53 h 56"/>
                <a:gd name="T34" fmla="*/ 23 w 56"/>
                <a:gd name="T35" fmla="*/ 56 h 56"/>
                <a:gd name="T36" fmla="*/ 18 w 56"/>
                <a:gd name="T37" fmla="*/ 51 h 56"/>
                <a:gd name="T38" fmla="*/ 10 w 56"/>
                <a:gd name="T39" fmla="*/ 50 h 56"/>
                <a:gd name="T40" fmla="*/ 8 w 56"/>
                <a:gd name="T41" fmla="*/ 43 h 56"/>
                <a:gd name="T42" fmla="*/ 2 w 56"/>
                <a:gd name="T43" fmla="*/ 38 h 56"/>
                <a:gd name="T44" fmla="*/ 0 w 56"/>
                <a:gd name="T45" fmla="*/ 32 h 56"/>
                <a:gd name="T46" fmla="*/ 3 w 56"/>
                <a:gd name="T47" fmla="*/ 25 h 56"/>
                <a:gd name="T48" fmla="*/ 2 w 56"/>
                <a:gd name="T49" fmla="*/ 18 h 56"/>
                <a:gd name="T50" fmla="*/ 8 w 56"/>
                <a:gd name="T51" fmla="*/ 13 h 56"/>
                <a:gd name="T52" fmla="*/ 11 w 56"/>
                <a:gd name="T53" fmla="*/ 6 h 56"/>
                <a:gd name="T54" fmla="*/ 18 w 56"/>
                <a:gd name="T55" fmla="*/ 5 h 56"/>
                <a:gd name="T56" fmla="*/ 21 w 56"/>
                <a:gd name="T57" fmla="*/ 1 h 56"/>
                <a:gd name="T58" fmla="*/ 26 w 56"/>
                <a:gd name="T59" fmla="*/ 3 h 56"/>
                <a:gd name="T60" fmla="*/ 28 w 56"/>
                <a:gd name="T61" fmla="*/ 13 h 56"/>
                <a:gd name="T62" fmla="*/ 13 w 56"/>
                <a:gd name="T63" fmla="*/ 32 h 56"/>
                <a:gd name="T64" fmla="*/ 28 w 56"/>
                <a:gd name="T65" fmla="*/ 5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6" h="56">
                  <a:moveTo>
                    <a:pt x="55" y="19"/>
                  </a:moveTo>
                  <a:cubicBezTo>
                    <a:pt x="55" y="19"/>
                    <a:pt x="55" y="20"/>
                    <a:pt x="56" y="21"/>
                  </a:cubicBezTo>
                  <a:cubicBezTo>
                    <a:pt x="56" y="22"/>
                    <a:pt x="56" y="23"/>
                    <a:pt x="56" y="24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8"/>
                    <a:pt x="53" y="29"/>
                    <a:pt x="53" y="31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35"/>
                    <a:pt x="55" y="37"/>
                    <a:pt x="54" y="39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50" y="40"/>
                    <a:pt x="49" y="42"/>
                    <a:pt x="48" y="43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49" y="48"/>
                    <a:pt x="47" y="49"/>
                    <a:pt x="46" y="50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1" y="50"/>
                    <a:pt x="40" y="50"/>
                    <a:pt x="38" y="51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7" y="55"/>
                    <a:pt x="36" y="55"/>
                    <a:pt x="35" y="56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30" y="53"/>
                    <a:pt x="29" y="53"/>
                    <a:pt x="28" y="53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30" y="44"/>
                    <a:pt x="31" y="44"/>
                    <a:pt x="32" y="43"/>
                  </a:cubicBezTo>
                  <a:cubicBezTo>
                    <a:pt x="40" y="41"/>
                    <a:pt x="45" y="33"/>
                    <a:pt x="43" y="24"/>
                  </a:cubicBezTo>
                  <a:cubicBezTo>
                    <a:pt x="41" y="17"/>
                    <a:pt x="35" y="13"/>
                    <a:pt x="28" y="1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9" y="3"/>
                    <a:pt x="30" y="3"/>
                    <a:pt x="31" y="3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5" y="1"/>
                    <a:pt x="37" y="1"/>
                    <a:pt x="39" y="2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40" y="6"/>
                    <a:pt x="42" y="7"/>
                    <a:pt x="43" y="8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8" y="8"/>
                    <a:pt x="49" y="9"/>
                    <a:pt x="50" y="11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50" y="15"/>
                    <a:pt x="50" y="17"/>
                    <a:pt x="51" y="18"/>
                  </a:cubicBezTo>
                  <a:lnTo>
                    <a:pt x="55" y="19"/>
                  </a:lnTo>
                  <a:close/>
                  <a:moveTo>
                    <a:pt x="28" y="53"/>
                  </a:moveTo>
                  <a:cubicBezTo>
                    <a:pt x="27" y="53"/>
                    <a:pt x="26" y="53"/>
                    <a:pt x="25" y="53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6"/>
                    <a:pt x="20" y="55"/>
                    <a:pt x="18" y="54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6" y="50"/>
                    <a:pt x="15" y="49"/>
                    <a:pt x="13" y="48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9" y="49"/>
                    <a:pt x="7" y="47"/>
                    <a:pt x="6" y="4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7" y="41"/>
                    <a:pt x="6" y="40"/>
                    <a:pt x="5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1" y="37"/>
                    <a:pt x="1" y="36"/>
                    <a:pt x="1" y="35"/>
                  </a:cubicBezTo>
                  <a:cubicBezTo>
                    <a:pt x="1" y="34"/>
                    <a:pt x="1" y="33"/>
                    <a:pt x="0" y="32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3" y="29"/>
                    <a:pt x="3" y="27"/>
                    <a:pt x="3" y="2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2"/>
                    <a:pt x="1" y="20"/>
                    <a:pt x="2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6"/>
                    <a:pt x="7" y="15"/>
                    <a:pt x="8" y="13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9"/>
                    <a:pt x="9" y="7"/>
                    <a:pt x="11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7"/>
                    <a:pt x="17" y="6"/>
                    <a:pt x="18" y="5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20" y="1"/>
                    <a:pt x="21" y="1"/>
                  </a:cubicBezTo>
                  <a:cubicBezTo>
                    <a:pt x="22" y="1"/>
                    <a:pt x="23" y="1"/>
                    <a:pt x="24" y="0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7" y="3"/>
                    <a:pt x="27" y="3"/>
                    <a:pt x="28" y="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7" y="13"/>
                    <a:pt x="26" y="13"/>
                    <a:pt x="24" y="13"/>
                  </a:cubicBezTo>
                  <a:cubicBezTo>
                    <a:pt x="16" y="15"/>
                    <a:pt x="11" y="24"/>
                    <a:pt x="13" y="32"/>
                  </a:cubicBezTo>
                  <a:cubicBezTo>
                    <a:pt x="15" y="39"/>
                    <a:pt x="21" y="44"/>
                    <a:pt x="28" y="44"/>
                  </a:cubicBezTo>
                  <a:lnTo>
                    <a:pt x="28" y="5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6" name="iṧḷî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6617114-3D8D-4291-845C-B910E85B3219}"/>
                </a:ext>
              </a:extLst>
            </p:cNvPr>
            <p:cNvSpPr/>
            <p:nvPr/>
          </p:nvSpPr>
          <p:spPr bwMode="auto">
            <a:xfrm>
              <a:off x="3871590" y="2300688"/>
              <a:ext cx="197888" cy="195445"/>
            </a:xfrm>
            <a:custGeom>
              <a:avLst/>
              <a:gdLst>
                <a:gd name="T0" fmla="*/ 18 w 78"/>
                <a:gd name="T1" fmla="*/ 0 h 77"/>
                <a:gd name="T2" fmla="*/ 60 w 78"/>
                <a:gd name="T3" fmla="*/ 18 h 77"/>
                <a:gd name="T4" fmla="*/ 78 w 78"/>
                <a:gd name="T5" fmla="*/ 60 h 77"/>
                <a:gd name="T6" fmla="*/ 78 w 78"/>
                <a:gd name="T7" fmla="*/ 60 h 77"/>
                <a:gd name="T8" fmla="*/ 77 w 78"/>
                <a:gd name="T9" fmla="*/ 68 h 77"/>
                <a:gd name="T10" fmla="*/ 77 w 78"/>
                <a:gd name="T11" fmla="*/ 69 h 77"/>
                <a:gd name="T12" fmla="*/ 64 w 78"/>
                <a:gd name="T13" fmla="*/ 68 h 77"/>
                <a:gd name="T14" fmla="*/ 65 w 78"/>
                <a:gd name="T15" fmla="*/ 60 h 77"/>
                <a:gd name="T16" fmla="*/ 51 w 78"/>
                <a:gd name="T17" fmla="*/ 27 h 77"/>
                <a:gd name="T18" fmla="*/ 18 w 78"/>
                <a:gd name="T19" fmla="*/ 14 h 77"/>
                <a:gd name="T20" fmla="*/ 18 w 78"/>
                <a:gd name="T21" fmla="*/ 14 h 77"/>
                <a:gd name="T22" fmla="*/ 18 w 78"/>
                <a:gd name="T23" fmla="*/ 75 h 77"/>
                <a:gd name="T24" fmla="*/ 18 w 78"/>
                <a:gd name="T25" fmla="*/ 46 h 77"/>
                <a:gd name="T26" fmla="*/ 18 w 78"/>
                <a:gd name="T27" fmla="*/ 33 h 77"/>
                <a:gd name="T28" fmla="*/ 45 w 78"/>
                <a:gd name="T29" fmla="*/ 68 h 77"/>
                <a:gd name="T30" fmla="*/ 54 w 78"/>
                <a:gd name="T31" fmla="*/ 74 h 77"/>
                <a:gd name="T32" fmla="*/ 57 w 78"/>
                <a:gd name="T33" fmla="*/ 60 h 77"/>
                <a:gd name="T34" fmla="*/ 57 w 78"/>
                <a:gd name="T35" fmla="*/ 60 h 77"/>
                <a:gd name="T36" fmla="*/ 46 w 78"/>
                <a:gd name="T37" fmla="*/ 33 h 77"/>
                <a:gd name="T38" fmla="*/ 18 w 78"/>
                <a:gd name="T39" fmla="*/ 21 h 77"/>
                <a:gd name="T40" fmla="*/ 18 w 78"/>
                <a:gd name="T41" fmla="*/ 0 h 77"/>
                <a:gd name="T42" fmla="*/ 18 w 78"/>
                <a:gd name="T43" fmla="*/ 14 h 77"/>
                <a:gd name="T44" fmla="*/ 18 w 78"/>
                <a:gd name="T45" fmla="*/ 14 h 77"/>
                <a:gd name="T46" fmla="*/ 7 w 78"/>
                <a:gd name="T47" fmla="*/ 16 h 77"/>
                <a:gd name="T48" fmla="*/ 0 w 78"/>
                <a:gd name="T49" fmla="*/ 8 h 77"/>
                <a:gd name="T50" fmla="*/ 18 w 78"/>
                <a:gd name="T51" fmla="*/ 0 h 77"/>
                <a:gd name="T52" fmla="*/ 18 w 78"/>
                <a:gd name="T53" fmla="*/ 33 h 77"/>
                <a:gd name="T54" fmla="*/ 9 w 78"/>
                <a:gd name="T55" fmla="*/ 34 h 77"/>
                <a:gd name="T56" fmla="*/ 7 w 78"/>
                <a:gd name="T57" fmla="*/ 23 h 77"/>
                <a:gd name="T58" fmla="*/ 18 w 78"/>
                <a:gd name="T59" fmla="*/ 46 h 77"/>
                <a:gd name="T60" fmla="*/ 18 w 78"/>
                <a:gd name="T61" fmla="*/ 75 h 77"/>
                <a:gd name="T62" fmla="*/ 18 w 78"/>
                <a:gd name="T63" fmla="*/ 4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8" h="77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5" y="0"/>
                    <a:pt x="50" y="7"/>
                    <a:pt x="60" y="18"/>
                  </a:cubicBezTo>
                  <a:cubicBezTo>
                    <a:pt x="71" y="29"/>
                    <a:pt x="78" y="44"/>
                    <a:pt x="78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63"/>
                    <a:pt x="78" y="65"/>
                    <a:pt x="77" y="68"/>
                  </a:cubicBezTo>
                  <a:cubicBezTo>
                    <a:pt x="77" y="68"/>
                    <a:pt x="77" y="69"/>
                    <a:pt x="77" y="69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76" y="75"/>
                    <a:pt x="77" y="77"/>
                    <a:pt x="70" y="77"/>
                  </a:cubicBezTo>
                  <a:cubicBezTo>
                    <a:pt x="62" y="77"/>
                    <a:pt x="63" y="75"/>
                    <a:pt x="64" y="68"/>
                  </a:cubicBezTo>
                  <a:cubicBezTo>
                    <a:pt x="64" y="65"/>
                    <a:pt x="65" y="63"/>
                    <a:pt x="65" y="60"/>
                  </a:cubicBezTo>
                  <a:cubicBezTo>
                    <a:pt x="65" y="60"/>
                    <a:pt x="65" y="60"/>
                    <a:pt x="65" y="60"/>
                  </a:cubicBezTo>
                  <a:cubicBezTo>
                    <a:pt x="65" y="60"/>
                    <a:pt x="65" y="60"/>
                    <a:pt x="65" y="60"/>
                  </a:cubicBezTo>
                  <a:cubicBezTo>
                    <a:pt x="65" y="47"/>
                    <a:pt x="59" y="36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43" y="19"/>
                    <a:pt x="31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0"/>
                    <a:pt x="18" y="0"/>
                    <a:pt x="18" y="0"/>
                  </a:cubicBezTo>
                  <a:close/>
                  <a:moveTo>
                    <a:pt x="18" y="75"/>
                  </a:moveTo>
                  <a:cubicBezTo>
                    <a:pt x="26" y="75"/>
                    <a:pt x="33" y="68"/>
                    <a:pt x="33" y="60"/>
                  </a:cubicBezTo>
                  <a:cubicBezTo>
                    <a:pt x="33" y="52"/>
                    <a:pt x="26" y="46"/>
                    <a:pt x="18" y="46"/>
                  </a:cubicBezTo>
                  <a:cubicBezTo>
                    <a:pt x="18" y="75"/>
                    <a:pt x="18" y="75"/>
                    <a:pt x="18" y="75"/>
                  </a:cubicBezTo>
                  <a:close/>
                  <a:moveTo>
                    <a:pt x="18" y="33"/>
                  </a:moveTo>
                  <a:cubicBezTo>
                    <a:pt x="25" y="33"/>
                    <a:pt x="32" y="36"/>
                    <a:pt x="37" y="41"/>
                  </a:cubicBezTo>
                  <a:cubicBezTo>
                    <a:pt x="44" y="48"/>
                    <a:pt x="47" y="58"/>
                    <a:pt x="45" y="68"/>
                  </a:cubicBezTo>
                  <a:cubicBezTo>
                    <a:pt x="44" y="72"/>
                    <a:pt x="43" y="75"/>
                    <a:pt x="49" y="75"/>
                  </a:cubicBezTo>
                  <a:cubicBezTo>
                    <a:pt x="51" y="75"/>
                    <a:pt x="53" y="75"/>
                    <a:pt x="54" y="74"/>
                  </a:cubicBezTo>
                  <a:cubicBezTo>
                    <a:pt x="58" y="71"/>
                    <a:pt x="57" y="65"/>
                    <a:pt x="57" y="60"/>
                  </a:cubicBezTo>
                  <a:cubicBezTo>
                    <a:pt x="57" y="60"/>
                    <a:pt x="57" y="60"/>
                    <a:pt x="57" y="60"/>
                  </a:cubicBezTo>
                  <a:cubicBezTo>
                    <a:pt x="57" y="60"/>
                    <a:pt x="57" y="60"/>
                    <a:pt x="57" y="60"/>
                  </a:cubicBezTo>
                  <a:cubicBezTo>
                    <a:pt x="57" y="60"/>
                    <a:pt x="57" y="60"/>
                    <a:pt x="57" y="60"/>
                  </a:cubicBezTo>
                  <a:cubicBezTo>
                    <a:pt x="57" y="60"/>
                    <a:pt x="57" y="60"/>
                    <a:pt x="57" y="60"/>
                  </a:cubicBezTo>
                  <a:cubicBezTo>
                    <a:pt x="57" y="49"/>
                    <a:pt x="53" y="40"/>
                    <a:pt x="46" y="33"/>
                  </a:cubicBezTo>
                  <a:cubicBezTo>
                    <a:pt x="46" y="33"/>
                    <a:pt x="46" y="33"/>
                    <a:pt x="46" y="33"/>
                  </a:cubicBezTo>
                  <a:cubicBezTo>
                    <a:pt x="38" y="25"/>
                    <a:pt x="28" y="21"/>
                    <a:pt x="18" y="21"/>
                  </a:cubicBezTo>
                  <a:lnTo>
                    <a:pt x="18" y="33"/>
                  </a:lnTo>
                  <a:close/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4"/>
                    <a:pt x="11" y="14"/>
                    <a:pt x="7" y="16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4" y="2"/>
                    <a:pt x="11" y="0"/>
                    <a:pt x="18" y="0"/>
                  </a:cubicBezTo>
                  <a:close/>
                  <a:moveTo>
                    <a:pt x="18" y="21"/>
                  </a:moveTo>
                  <a:cubicBezTo>
                    <a:pt x="18" y="33"/>
                    <a:pt x="18" y="33"/>
                    <a:pt x="18" y="33"/>
                  </a:cubicBezTo>
                  <a:cubicBezTo>
                    <a:pt x="16" y="33"/>
                    <a:pt x="13" y="33"/>
                    <a:pt x="11" y="34"/>
                  </a:cubicBezTo>
                  <a:cubicBezTo>
                    <a:pt x="10" y="34"/>
                    <a:pt x="10" y="34"/>
                    <a:pt x="9" y="34"/>
                  </a:cubicBezTo>
                  <a:cubicBezTo>
                    <a:pt x="3" y="37"/>
                    <a:pt x="3" y="33"/>
                    <a:pt x="3" y="29"/>
                  </a:cubicBezTo>
                  <a:cubicBezTo>
                    <a:pt x="3" y="25"/>
                    <a:pt x="4" y="24"/>
                    <a:pt x="7" y="23"/>
                  </a:cubicBezTo>
                  <a:cubicBezTo>
                    <a:pt x="11" y="22"/>
                    <a:pt x="15" y="21"/>
                    <a:pt x="18" y="21"/>
                  </a:cubicBezTo>
                  <a:close/>
                  <a:moveTo>
                    <a:pt x="18" y="46"/>
                  </a:moveTo>
                  <a:cubicBezTo>
                    <a:pt x="18" y="75"/>
                    <a:pt x="18" y="75"/>
                    <a:pt x="18" y="75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10" y="75"/>
                    <a:pt x="4" y="68"/>
                    <a:pt x="4" y="60"/>
                  </a:cubicBezTo>
                  <a:cubicBezTo>
                    <a:pt x="4" y="52"/>
                    <a:pt x="10" y="46"/>
                    <a:pt x="18" y="4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7" name="i$ľï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0F5EBC7-2866-4F6E-81DF-A09D09271068}"/>
                </a:ext>
              </a:extLst>
            </p:cNvPr>
            <p:cNvSpPr/>
            <p:nvPr/>
          </p:nvSpPr>
          <p:spPr bwMode="auto">
            <a:xfrm>
              <a:off x="4606952" y="2592634"/>
              <a:ext cx="225984" cy="212547"/>
            </a:xfrm>
            <a:custGeom>
              <a:avLst/>
              <a:gdLst>
                <a:gd name="T0" fmla="*/ 77 w 89"/>
                <a:gd name="T1" fmla="*/ 12 h 84"/>
                <a:gd name="T2" fmla="*/ 89 w 89"/>
                <a:gd name="T3" fmla="*/ 38 h 84"/>
                <a:gd name="T4" fmla="*/ 89 w 89"/>
                <a:gd name="T5" fmla="*/ 38 h 84"/>
                <a:gd name="T6" fmla="*/ 88 w 89"/>
                <a:gd name="T7" fmla="*/ 47 h 84"/>
                <a:gd name="T8" fmla="*/ 85 w 89"/>
                <a:gd name="T9" fmla="*/ 55 h 84"/>
                <a:gd name="T10" fmla="*/ 65 w 89"/>
                <a:gd name="T11" fmla="*/ 71 h 84"/>
                <a:gd name="T12" fmla="*/ 84 w 89"/>
                <a:gd name="T13" fmla="*/ 46 h 84"/>
                <a:gd name="T14" fmla="*/ 85 w 89"/>
                <a:gd name="T15" fmla="*/ 38 h 84"/>
                <a:gd name="T16" fmla="*/ 85 w 89"/>
                <a:gd name="T17" fmla="*/ 38 h 84"/>
                <a:gd name="T18" fmla="*/ 85 w 89"/>
                <a:gd name="T19" fmla="*/ 38 h 84"/>
                <a:gd name="T20" fmla="*/ 65 w 89"/>
                <a:gd name="T21" fmla="*/ 10 h 84"/>
                <a:gd name="T22" fmla="*/ 65 w 89"/>
                <a:gd name="T23" fmla="*/ 63 h 84"/>
                <a:gd name="T24" fmla="*/ 79 w 89"/>
                <a:gd name="T25" fmla="*/ 47 h 84"/>
                <a:gd name="T26" fmla="*/ 77 w 89"/>
                <a:gd name="T27" fmla="*/ 30 h 84"/>
                <a:gd name="T28" fmla="*/ 65 w 89"/>
                <a:gd name="T29" fmla="*/ 63 h 84"/>
                <a:gd name="T30" fmla="*/ 48 w 89"/>
                <a:gd name="T31" fmla="*/ 1 h 84"/>
                <a:gd name="T32" fmla="*/ 65 w 89"/>
                <a:gd name="T33" fmla="*/ 5 h 84"/>
                <a:gd name="T34" fmla="*/ 8 w 89"/>
                <a:gd name="T35" fmla="*/ 45 h 84"/>
                <a:gd name="T36" fmla="*/ 36 w 89"/>
                <a:gd name="T37" fmla="*/ 67 h 84"/>
                <a:gd name="T38" fmla="*/ 36 w 89"/>
                <a:gd name="T39" fmla="*/ 67 h 84"/>
                <a:gd name="T40" fmla="*/ 30 w 89"/>
                <a:gd name="T41" fmla="*/ 80 h 84"/>
                <a:gd name="T42" fmla="*/ 65 w 89"/>
                <a:gd name="T43" fmla="*/ 75 h 84"/>
                <a:gd name="T44" fmla="*/ 53 w 89"/>
                <a:gd name="T45" fmla="*/ 81 h 84"/>
                <a:gd name="T46" fmla="*/ 53 w 89"/>
                <a:gd name="T47" fmla="*/ 81 h 84"/>
                <a:gd name="T48" fmla="*/ 45 w 89"/>
                <a:gd name="T49" fmla="*/ 82 h 84"/>
                <a:gd name="T50" fmla="*/ 24 w 89"/>
                <a:gd name="T51" fmla="*/ 78 h 84"/>
                <a:gd name="T52" fmla="*/ 33 w 89"/>
                <a:gd name="T53" fmla="*/ 71 h 84"/>
                <a:gd name="T54" fmla="*/ 33 w 89"/>
                <a:gd name="T55" fmla="*/ 71 h 84"/>
                <a:gd name="T56" fmla="*/ 10 w 89"/>
                <a:gd name="T57" fmla="*/ 55 h 84"/>
                <a:gd name="T58" fmla="*/ 5 w 89"/>
                <a:gd name="T59" fmla="*/ 38 h 84"/>
                <a:gd name="T60" fmla="*/ 48 w 89"/>
                <a:gd name="T61" fmla="*/ 1 h 84"/>
                <a:gd name="T62" fmla="*/ 48 w 89"/>
                <a:gd name="T63" fmla="*/ 1 h 84"/>
                <a:gd name="T64" fmla="*/ 51 w 89"/>
                <a:gd name="T65" fmla="*/ 66 h 84"/>
                <a:gd name="T66" fmla="*/ 57 w 89"/>
                <a:gd name="T67" fmla="*/ 66 h 84"/>
                <a:gd name="T68" fmla="*/ 65 w 89"/>
                <a:gd name="T69" fmla="*/ 5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9" h="84">
                  <a:moveTo>
                    <a:pt x="65" y="5"/>
                  </a:moveTo>
                  <a:cubicBezTo>
                    <a:pt x="70" y="7"/>
                    <a:pt x="74" y="9"/>
                    <a:pt x="77" y="12"/>
                  </a:cubicBezTo>
                  <a:cubicBezTo>
                    <a:pt x="85" y="19"/>
                    <a:pt x="89" y="28"/>
                    <a:pt x="89" y="38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9" y="41"/>
                    <a:pt x="89" y="44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50"/>
                    <a:pt x="86" y="52"/>
                    <a:pt x="85" y="55"/>
                  </a:cubicBezTo>
                  <a:cubicBezTo>
                    <a:pt x="81" y="63"/>
                    <a:pt x="74" y="70"/>
                    <a:pt x="65" y="75"/>
                  </a:cubicBezTo>
                  <a:cubicBezTo>
                    <a:pt x="65" y="71"/>
                    <a:pt x="65" y="71"/>
                    <a:pt x="65" y="71"/>
                  </a:cubicBezTo>
                  <a:cubicBezTo>
                    <a:pt x="72" y="67"/>
                    <a:pt x="77" y="61"/>
                    <a:pt x="81" y="53"/>
                  </a:cubicBezTo>
                  <a:cubicBezTo>
                    <a:pt x="82" y="51"/>
                    <a:pt x="83" y="48"/>
                    <a:pt x="84" y="46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4" y="43"/>
                    <a:pt x="85" y="41"/>
                    <a:pt x="85" y="38"/>
                  </a:cubicBezTo>
                  <a:cubicBezTo>
                    <a:pt x="85" y="38"/>
                    <a:pt x="85" y="38"/>
                    <a:pt x="85" y="38"/>
                  </a:cubicBezTo>
                  <a:cubicBezTo>
                    <a:pt x="85" y="38"/>
                    <a:pt x="85" y="38"/>
                    <a:pt x="85" y="38"/>
                  </a:cubicBezTo>
                  <a:cubicBezTo>
                    <a:pt x="85" y="38"/>
                    <a:pt x="85" y="38"/>
                    <a:pt x="85" y="38"/>
                  </a:cubicBezTo>
                  <a:cubicBezTo>
                    <a:pt x="85" y="38"/>
                    <a:pt x="85" y="38"/>
                    <a:pt x="85" y="38"/>
                  </a:cubicBezTo>
                  <a:cubicBezTo>
                    <a:pt x="85" y="29"/>
                    <a:pt x="81" y="21"/>
                    <a:pt x="74" y="15"/>
                  </a:cubicBezTo>
                  <a:cubicBezTo>
                    <a:pt x="72" y="13"/>
                    <a:pt x="69" y="12"/>
                    <a:pt x="65" y="10"/>
                  </a:cubicBezTo>
                  <a:cubicBezTo>
                    <a:pt x="65" y="5"/>
                    <a:pt x="65" y="5"/>
                    <a:pt x="65" y="5"/>
                  </a:cubicBezTo>
                  <a:close/>
                  <a:moveTo>
                    <a:pt x="65" y="63"/>
                  </a:moveTo>
                  <a:cubicBezTo>
                    <a:pt x="70" y="60"/>
                    <a:pt x="75" y="56"/>
                    <a:pt x="77" y="51"/>
                  </a:cubicBezTo>
                  <a:cubicBezTo>
                    <a:pt x="78" y="50"/>
                    <a:pt x="78" y="48"/>
                    <a:pt x="79" y="47"/>
                  </a:cubicBezTo>
                  <a:cubicBezTo>
                    <a:pt x="79" y="47"/>
                    <a:pt x="79" y="47"/>
                    <a:pt x="79" y="47"/>
                  </a:cubicBezTo>
                  <a:cubicBezTo>
                    <a:pt x="80" y="42"/>
                    <a:pt x="80" y="34"/>
                    <a:pt x="77" y="30"/>
                  </a:cubicBezTo>
                  <a:cubicBezTo>
                    <a:pt x="80" y="43"/>
                    <a:pt x="74" y="52"/>
                    <a:pt x="65" y="59"/>
                  </a:cubicBezTo>
                  <a:lnTo>
                    <a:pt x="65" y="63"/>
                  </a:lnTo>
                  <a:close/>
                  <a:moveTo>
                    <a:pt x="48" y="1"/>
                  </a:move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54" y="1"/>
                    <a:pt x="60" y="3"/>
                    <a:pt x="65" y="5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41" y="0"/>
                    <a:pt x="0" y="12"/>
                    <a:pt x="8" y="45"/>
                  </a:cubicBezTo>
                  <a:cubicBezTo>
                    <a:pt x="10" y="55"/>
                    <a:pt x="23" y="61"/>
                    <a:pt x="31" y="65"/>
                  </a:cubicBezTo>
                  <a:cubicBezTo>
                    <a:pt x="33" y="66"/>
                    <a:pt x="34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8" y="69"/>
                    <a:pt x="39" y="70"/>
                    <a:pt x="40" y="72"/>
                  </a:cubicBezTo>
                  <a:cubicBezTo>
                    <a:pt x="40" y="74"/>
                    <a:pt x="37" y="78"/>
                    <a:pt x="30" y="80"/>
                  </a:cubicBezTo>
                  <a:cubicBezTo>
                    <a:pt x="42" y="81"/>
                    <a:pt x="55" y="79"/>
                    <a:pt x="65" y="71"/>
                  </a:cubicBezTo>
                  <a:cubicBezTo>
                    <a:pt x="65" y="75"/>
                    <a:pt x="65" y="75"/>
                    <a:pt x="65" y="75"/>
                  </a:cubicBezTo>
                  <a:cubicBezTo>
                    <a:pt x="61" y="78"/>
                    <a:pt x="57" y="80"/>
                    <a:pt x="53" y="81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51" y="81"/>
                    <a:pt x="50" y="81"/>
                    <a:pt x="49" y="82"/>
                  </a:cubicBezTo>
                  <a:cubicBezTo>
                    <a:pt x="48" y="82"/>
                    <a:pt x="47" y="82"/>
                    <a:pt x="45" y="82"/>
                  </a:cubicBezTo>
                  <a:cubicBezTo>
                    <a:pt x="33" y="84"/>
                    <a:pt x="23" y="82"/>
                    <a:pt x="12" y="79"/>
                  </a:cubicBezTo>
                  <a:cubicBezTo>
                    <a:pt x="12" y="79"/>
                    <a:pt x="19" y="79"/>
                    <a:pt x="24" y="78"/>
                  </a:cubicBezTo>
                  <a:cubicBezTo>
                    <a:pt x="25" y="78"/>
                    <a:pt x="36" y="77"/>
                    <a:pt x="35" y="73"/>
                  </a:cubicBezTo>
                  <a:cubicBezTo>
                    <a:pt x="35" y="73"/>
                    <a:pt x="34" y="72"/>
                    <a:pt x="33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2" y="71"/>
                    <a:pt x="30" y="70"/>
                    <a:pt x="29" y="69"/>
                  </a:cubicBezTo>
                  <a:cubicBezTo>
                    <a:pt x="22" y="65"/>
                    <a:pt x="14" y="61"/>
                    <a:pt x="10" y="55"/>
                  </a:cubicBezTo>
                  <a:cubicBezTo>
                    <a:pt x="7" y="51"/>
                    <a:pt x="5" y="45"/>
                    <a:pt x="5" y="40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29"/>
                    <a:pt x="9" y="20"/>
                    <a:pt x="18" y="12"/>
                  </a:cubicBezTo>
                  <a:cubicBezTo>
                    <a:pt x="26" y="6"/>
                    <a:pt x="36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8" y="1"/>
                    <a:pt x="48" y="1"/>
                    <a:pt x="48" y="1"/>
                  </a:cubicBezTo>
                  <a:close/>
                  <a:moveTo>
                    <a:pt x="65" y="59"/>
                  </a:moveTo>
                  <a:cubicBezTo>
                    <a:pt x="61" y="62"/>
                    <a:pt x="56" y="64"/>
                    <a:pt x="51" y="66"/>
                  </a:cubicBezTo>
                  <a:cubicBezTo>
                    <a:pt x="51" y="66"/>
                    <a:pt x="55" y="66"/>
                    <a:pt x="55" y="66"/>
                  </a:cubicBezTo>
                  <a:cubicBezTo>
                    <a:pt x="56" y="66"/>
                    <a:pt x="57" y="66"/>
                    <a:pt x="57" y="66"/>
                  </a:cubicBezTo>
                  <a:cubicBezTo>
                    <a:pt x="60" y="65"/>
                    <a:pt x="63" y="64"/>
                    <a:pt x="65" y="63"/>
                  </a:cubicBezTo>
                  <a:lnTo>
                    <a:pt x="65" y="5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8" name="îŝḷi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4F38F4E-942B-43EE-AA28-8981672EB689}"/>
                </a:ext>
              </a:extLst>
            </p:cNvPr>
            <p:cNvSpPr/>
            <p:nvPr/>
          </p:nvSpPr>
          <p:spPr bwMode="auto">
            <a:xfrm>
              <a:off x="3579644" y="2685471"/>
              <a:ext cx="240642" cy="178344"/>
            </a:xfrm>
            <a:custGeom>
              <a:avLst/>
              <a:gdLst>
                <a:gd name="T0" fmla="*/ 9 w 95"/>
                <a:gd name="T1" fmla="*/ 0 h 70"/>
                <a:gd name="T2" fmla="*/ 86 w 95"/>
                <a:gd name="T3" fmla="*/ 0 h 70"/>
                <a:gd name="T4" fmla="*/ 95 w 95"/>
                <a:gd name="T5" fmla="*/ 9 h 70"/>
                <a:gd name="T6" fmla="*/ 95 w 95"/>
                <a:gd name="T7" fmla="*/ 36 h 70"/>
                <a:gd name="T8" fmla="*/ 86 w 95"/>
                <a:gd name="T9" fmla="*/ 45 h 70"/>
                <a:gd name="T10" fmla="*/ 58 w 95"/>
                <a:gd name="T11" fmla="*/ 45 h 70"/>
                <a:gd name="T12" fmla="*/ 42 w 95"/>
                <a:gd name="T13" fmla="*/ 63 h 70"/>
                <a:gd name="T14" fmla="*/ 16 w 95"/>
                <a:gd name="T15" fmla="*/ 67 h 70"/>
                <a:gd name="T16" fmla="*/ 24 w 95"/>
                <a:gd name="T17" fmla="*/ 65 h 70"/>
                <a:gd name="T18" fmla="*/ 24 w 95"/>
                <a:gd name="T19" fmla="*/ 45 h 70"/>
                <a:gd name="T20" fmla="*/ 9 w 95"/>
                <a:gd name="T21" fmla="*/ 45 h 70"/>
                <a:gd name="T22" fmla="*/ 0 w 95"/>
                <a:gd name="T23" fmla="*/ 36 h 70"/>
                <a:gd name="T24" fmla="*/ 0 w 95"/>
                <a:gd name="T25" fmla="*/ 9 h 70"/>
                <a:gd name="T26" fmla="*/ 9 w 95"/>
                <a:gd name="T2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" h="70">
                  <a:moveTo>
                    <a:pt x="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1" y="0"/>
                    <a:pt x="95" y="4"/>
                    <a:pt x="95" y="9"/>
                  </a:cubicBezTo>
                  <a:cubicBezTo>
                    <a:pt x="95" y="36"/>
                    <a:pt x="95" y="36"/>
                    <a:pt x="95" y="36"/>
                  </a:cubicBezTo>
                  <a:cubicBezTo>
                    <a:pt x="95" y="41"/>
                    <a:pt x="91" y="45"/>
                    <a:pt x="86" y="45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3" y="47"/>
                    <a:pt x="53" y="56"/>
                    <a:pt x="42" y="63"/>
                  </a:cubicBezTo>
                  <a:cubicBezTo>
                    <a:pt x="30" y="70"/>
                    <a:pt x="16" y="67"/>
                    <a:pt x="16" y="67"/>
                  </a:cubicBezTo>
                  <a:cubicBezTo>
                    <a:pt x="18" y="67"/>
                    <a:pt x="21" y="66"/>
                    <a:pt x="24" y="65"/>
                  </a:cubicBezTo>
                  <a:cubicBezTo>
                    <a:pt x="39" y="60"/>
                    <a:pt x="38" y="47"/>
                    <a:pt x="24" y="45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4" y="45"/>
                    <a:pt x="0" y="41"/>
                    <a:pt x="0" y="3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9" name="iş1ï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D7C77C1-CF4E-4671-AA93-2A7E200E7A11}"/>
                </a:ext>
              </a:extLst>
            </p:cNvPr>
            <p:cNvSpPr/>
            <p:nvPr/>
          </p:nvSpPr>
          <p:spPr bwMode="auto">
            <a:xfrm>
              <a:off x="5942087" y="2470481"/>
              <a:ext cx="79400" cy="252858"/>
            </a:xfrm>
            <a:custGeom>
              <a:avLst/>
              <a:gdLst>
                <a:gd name="T0" fmla="*/ 31 w 65"/>
                <a:gd name="T1" fmla="*/ 0 h 207"/>
                <a:gd name="T2" fmla="*/ 33 w 65"/>
                <a:gd name="T3" fmla="*/ 2 h 207"/>
                <a:gd name="T4" fmla="*/ 48 w 65"/>
                <a:gd name="T5" fmla="*/ 23 h 207"/>
                <a:gd name="T6" fmla="*/ 65 w 65"/>
                <a:gd name="T7" fmla="*/ 46 h 207"/>
                <a:gd name="T8" fmla="*/ 65 w 65"/>
                <a:gd name="T9" fmla="*/ 46 h 207"/>
                <a:gd name="T10" fmla="*/ 65 w 65"/>
                <a:gd name="T11" fmla="*/ 207 h 207"/>
                <a:gd name="T12" fmla="*/ 31 w 65"/>
                <a:gd name="T13" fmla="*/ 207 h 207"/>
                <a:gd name="T14" fmla="*/ 31 w 65"/>
                <a:gd name="T15" fmla="*/ 44 h 207"/>
                <a:gd name="T16" fmla="*/ 60 w 65"/>
                <a:gd name="T17" fmla="*/ 44 h 207"/>
                <a:gd name="T18" fmla="*/ 46 w 65"/>
                <a:gd name="T19" fmla="*/ 25 h 207"/>
                <a:gd name="T20" fmla="*/ 38 w 65"/>
                <a:gd name="T21" fmla="*/ 12 h 207"/>
                <a:gd name="T22" fmla="*/ 31 w 65"/>
                <a:gd name="T23" fmla="*/ 12 h 207"/>
                <a:gd name="T24" fmla="*/ 31 w 65"/>
                <a:gd name="T25" fmla="*/ 0 h 207"/>
                <a:gd name="T26" fmla="*/ 0 w 65"/>
                <a:gd name="T27" fmla="*/ 46 h 207"/>
                <a:gd name="T28" fmla="*/ 0 w 65"/>
                <a:gd name="T29" fmla="*/ 46 h 207"/>
                <a:gd name="T30" fmla="*/ 0 w 65"/>
                <a:gd name="T31" fmla="*/ 44 h 207"/>
                <a:gd name="T32" fmla="*/ 15 w 65"/>
                <a:gd name="T33" fmla="*/ 23 h 207"/>
                <a:gd name="T34" fmla="*/ 31 w 65"/>
                <a:gd name="T35" fmla="*/ 2 h 207"/>
                <a:gd name="T36" fmla="*/ 31 w 65"/>
                <a:gd name="T37" fmla="*/ 0 h 207"/>
                <a:gd name="T38" fmla="*/ 31 w 65"/>
                <a:gd name="T39" fmla="*/ 0 h 207"/>
                <a:gd name="T40" fmla="*/ 31 w 65"/>
                <a:gd name="T41" fmla="*/ 12 h 207"/>
                <a:gd name="T42" fmla="*/ 25 w 65"/>
                <a:gd name="T43" fmla="*/ 12 h 207"/>
                <a:gd name="T44" fmla="*/ 17 w 65"/>
                <a:gd name="T45" fmla="*/ 25 h 207"/>
                <a:gd name="T46" fmla="*/ 4 w 65"/>
                <a:gd name="T47" fmla="*/ 44 h 207"/>
                <a:gd name="T48" fmla="*/ 31 w 65"/>
                <a:gd name="T49" fmla="*/ 44 h 207"/>
                <a:gd name="T50" fmla="*/ 31 w 65"/>
                <a:gd name="T51" fmla="*/ 207 h 207"/>
                <a:gd name="T52" fmla="*/ 0 w 65"/>
                <a:gd name="T53" fmla="*/ 207 h 207"/>
                <a:gd name="T54" fmla="*/ 0 w 65"/>
                <a:gd name="T55" fmla="*/ 46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207">
                  <a:moveTo>
                    <a:pt x="31" y="0"/>
                  </a:moveTo>
                  <a:lnTo>
                    <a:pt x="33" y="2"/>
                  </a:lnTo>
                  <a:lnTo>
                    <a:pt x="48" y="23"/>
                  </a:lnTo>
                  <a:lnTo>
                    <a:pt x="65" y="46"/>
                  </a:lnTo>
                  <a:lnTo>
                    <a:pt x="65" y="46"/>
                  </a:lnTo>
                  <a:lnTo>
                    <a:pt x="65" y="207"/>
                  </a:lnTo>
                  <a:lnTo>
                    <a:pt x="31" y="207"/>
                  </a:lnTo>
                  <a:lnTo>
                    <a:pt x="31" y="44"/>
                  </a:lnTo>
                  <a:lnTo>
                    <a:pt x="60" y="44"/>
                  </a:lnTo>
                  <a:lnTo>
                    <a:pt x="46" y="25"/>
                  </a:lnTo>
                  <a:lnTo>
                    <a:pt x="38" y="12"/>
                  </a:lnTo>
                  <a:lnTo>
                    <a:pt x="31" y="12"/>
                  </a:lnTo>
                  <a:lnTo>
                    <a:pt x="31" y="0"/>
                  </a:lnTo>
                  <a:close/>
                  <a:moveTo>
                    <a:pt x="0" y="46"/>
                  </a:moveTo>
                  <a:lnTo>
                    <a:pt x="0" y="46"/>
                  </a:lnTo>
                  <a:lnTo>
                    <a:pt x="0" y="44"/>
                  </a:lnTo>
                  <a:lnTo>
                    <a:pt x="15" y="23"/>
                  </a:lnTo>
                  <a:lnTo>
                    <a:pt x="31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12"/>
                  </a:lnTo>
                  <a:lnTo>
                    <a:pt x="25" y="12"/>
                  </a:lnTo>
                  <a:lnTo>
                    <a:pt x="17" y="25"/>
                  </a:lnTo>
                  <a:lnTo>
                    <a:pt x="4" y="44"/>
                  </a:lnTo>
                  <a:lnTo>
                    <a:pt x="31" y="44"/>
                  </a:lnTo>
                  <a:lnTo>
                    <a:pt x="31" y="207"/>
                  </a:lnTo>
                  <a:lnTo>
                    <a:pt x="0" y="207"/>
                  </a:lnTo>
                  <a:lnTo>
                    <a:pt x="0" y="4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0" name="îṥľï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5DEB1A2-5887-4764-A905-DEC40F2D3436}"/>
                </a:ext>
              </a:extLst>
            </p:cNvPr>
            <p:cNvSpPr/>
            <p:nvPr/>
          </p:nvSpPr>
          <p:spPr bwMode="auto">
            <a:xfrm>
              <a:off x="6087449" y="2290916"/>
              <a:ext cx="65963" cy="235756"/>
            </a:xfrm>
            <a:custGeom>
              <a:avLst/>
              <a:gdLst>
                <a:gd name="T0" fmla="*/ 13 w 26"/>
                <a:gd name="T1" fmla="*/ 1 h 93"/>
                <a:gd name="T2" fmla="*/ 25 w 26"/>
                <a:gd name="T3" fmla="*/ 17 h 93"/>
                <a:gd name="T4" fmla="*/ 25 w 26"/>
                <a:gd name="T5" fmla="*/ 17 h 93"/>
                <a:gd name="T6" fmla="*/ 25 w 26"/>
                <a:gd name="T7" fmla="*/ 17 h 93"/>
                <a:gd name="T8" fmla="*/ 25 w 26"/>
                <a:gd name="T9" fmla="*/ 81 h 93"/>
                <a:gd name="T10" fmla="*/ 13 w 26"/>
                <a:gd name="T11" fmla="*/ 93 h 93"/>
                <a:gd name="T12" fmla="*/ 24 w 26"/>
                <a:gd name="T13" fmla="*/ 81 h 93"/>
                <a:gd name="T14" fmla="*/ 13 w 26"/>
                <a:gd name="T15" fmla="*/ 79 h 93"/>
                <a:gd name="T16" fmla="*/ 16 w 26"/>
                <a:gd name="T17" fmla="*/ 78 h 93"/>
                <a:gd name="T18" fmla="*/ 16 w 26"/>
                <a:gd name="T19" fmla="*/ 21 h 93"/>
                <a:gd name="T20" fmla="*/ 15 w 26"/>
                <a:gd name="T21" fmla="*/ 19 h 93"/>
                <a:gd name="T22" fmla="*/ 13 w 26"/>
                <a:gd name="T23" fmla="*/ 16 h 93"/>
                <a:gd name="T24" fmla="*/ 17 w 26"/>
                <a:gd name="T25" fmla="*/ 20 h 93"/>
                <a:gd name="T26" fmla="*/ 24 w 26"/>
                <a:gd name="T27" fmla="*/ 17 h 93"/>
                <a:gd name="T28" fmla="*/ 15 w 26"/>
                <a:gd name="T29" fmla="*/ 5 h 93"/>
                <a:gd name="T30" fmla="*/ 13 w 26"/>
                <a:gd name="T31" fmla="*/ 0 h 93"/>
                <a:gd name="T32" fmla="*/ 6 w 26"/>
                <a:gd name="T33" fmla="*/ 9 h 93"/>
                <a:gd name="T34" fmla="*/ 13 w 26"/>
                <a:gd name="T35" fmla="*/ 0 h 93"/>
                <a:gd name="T36" fmla="*/ 13 w 26"/>
                <a:gd name="T37" fmla="*/ 5 h 93"/>
                <a:gd name="T38" fmla="*/ 7 w 26"/>
                <a:gd name="T39" fmla="*/ 10 h 93"/>
                <a:gd name="T40" fmla="*/ 4 w 26"/>
                <a:gd name="T41" fmla="*/ 17 h 93"/>
                <a:gd name="T42" fmla="*/ 9 w 26"/>
                <a:gd name="T43" fmla="*/ 18 h 93"/>
                <a:gd name="T44" fmla="*/ 13 w 26"/>
                <a:gd name="T45" fmla="*/ 16 h 93"/>
                <a:gd name="T46" fmla="*/ 13 w 26"/>
                <a:gd name="T47" fmla="*/ 16 h 93"/>
                <a:gd name="T48" fmla="*/ 13 w 26"/>
                <a:gd name="T49" fmla="*/ 16 h 93"/>
                <a:gd name="T50" fmla="*/ 13 w 26"/>
                <a:gd name="T51" fmla="*/ 18 h 93"/>
                <a:gd name="T52" fmla="*/ 13 w 26"/>
                <a:gd name="T53" fmla="*/ 18 h 93"/>
                <a:gd name="T54" fmla="*/ 13 w 26"/>
                <a:gd name="T55" fmla="*/ 18 h 93"/>
                <a:gd name="T56" fmla="*/ 10 w 26"/>
                <a:gd name="T57" fmla="*/ 19 h 93"/>
                <a:gd name="T58" fmla="*/ 9 w 26"/>
                <a:gd name="T59" fmla="*/ 21 h 93"/>
                <a:gd name="T60" fmla="*/ 9 w 26"/>
                <a:gd name="T61" fmla="*/ 21 h 93"/>
                <a:gd name="T62" fmla="*/ 13 w 26"/>
                <a:gd name="T63" fmla="*/ 78 h 93"/>
                <a:gd name="T64" fmla="*/ 2 w 26"/>
                <a:gd name="T65" fmla="*/ 79 h 93"/>
                <a:gd name="T66" fmla="*/ 13 w 26"/>
                <a:gd name="T67" fmla="*/ 81 h 93"/>
                <a:gd name="T68" fmla="*/ 0 w 26"/>
                <a:gd name="T69" fmla="*/ 81 h 93"/>
                <a:gd name="T70" fmla="*/ 0 w 26"/>
                <a:gd name="T71" fmla="*/ 1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" h="93">
                  <a:moveTo>
                    <a:pt x="13" y="0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5" y="81"/>
                    <a:pt x="25" y="81"/>
                    <a:pt x="25" y="81"/>
                  </a:cubicBezTo>
                  <a:cubicBezTo>
                    <a:pt x="26" y="91"/>
                    <a:pt x="19" y="93"/>
                    <a:pt x="13" y="93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3" y="81"/>
                    <a:pt x="13" y="81"/>
                    <a:pt x="13" y="81"/>
                  </a:cubicBezTo>
                  <a:cubicBezTo>
                    <a:pt x="24" y="81"/>
                    <a:pt x="24" y="81"/>
                    <a:pt x="24" y="81"/>
                  </a:cubicBezTo>
                  <a:cubicBezTo>
                    <a:pt x="24" y="79"/>
                    <a:pt x="24" y="79"/>
                    <a:pt x="24" y="79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0"/>
                    <a:pt x="16" y="19"/>
                    <a:pt x="15" y="19"/>
                  </a:cubicBezTo>
                  <a:cubicBezTo>
                    <a:pt x="15" y="18"/>
                    <a:pt x="14" y="18"/>
                    <a:pt x="13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4" y="16"/>
                    <a:pt x="15" y="17"/>
                    <a:pt x="16" y="18"/>
                  </a:cubicBezTo>
                  <a:cubicBezTo>
                    <a:pt x="17" y="18"/>
                    <a:pt x="17" y="19"/>
                    <a:pt x="17" y="20"/>
                  </a:cubicBezTo>
                  <a:cubicBezTo>
                    <a:pt x="18" y="18"/>
                    <a:pt x="20" y="17"/>
                    <a:pt x="21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3" y="5"/>
                    <a:pt x="13" y="5"/>
                    <a:pt x="13" y="5"/>
                  </a:cubicBezTo>
                  <a:lnTo>
                    <a:pt x="13" y="0"/>
                  </a:lnTo>
                  <a:close/>
                  <a:moveTo>
                    <a:pt x="0" y="17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6" y="17"/>
                    <a:pt x="8" y="18"/>
                    <a:pt x="8" y="20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7"/>
                    <a:pt x="12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18"/>
                    <a:pt x="11" y="18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9" y="20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2" y="79"/>
                    <a:pt x="2" y="79"/>
                    <a:pt x="2" y="79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13" y="81"/>
                    <a:pt x="13" y="81"/>
                    <a:pt x="13" y="81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7" y="93"/>
                    <a:pt x="0" y="90"/>
                    <a:pt x="0" y="81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17"/>
                    <a:pt x="0" y="17"/>
                    <a:pt x="0" y="1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1" name="ïṡḷî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98FB12D-82BF-4FAF-98CE-4256370410E7}"/>
                </a:ext>
              </a:extLst>
            </p:cNvPr>
            <p:cNvSpPr/>
            <p:nvPr/>
          </p:nvSpPr>
          <p:spPr bwMode="auto">
            <a:xfrm>
              <a:off x="5317884" y="1279488"/>
              <a:ext cx="84286" cy="96501"/>
            </a:xfrm>
            <a:custGeom>
              <a:avLst/>
              <a:gdLst>
                <a:gd name="T0" fmla="*/ 28 w 33"/>
                <a:gd name="T1" fmla="*/ 3 h 38"/>
                <a:gd name="T2" fmla="*/ 30 w 33"/>
                <a:gd name="T3" fmla="*/ 18 h 38"/>
                <a:gd name="T4" fmla="*/ 18 w 33"/>
                <a:gd name="T5" fmla="*/ 21 h 38"/>
                <a:gd name="T6" fmla="*/ 17 w 33"/>
                <a:gd name="T7" fmla="*/ 22 h 38"/>
                <a:gd name="T8" fmla="*/ 16 w 33"/>
                <a:gd name="T9" fmla="*/ 24 h 38"/>
                <a:gd name="T10" fmla="*/ 19 w 33"/>
                <a:gd name="T11" fmla="*/ 18 h 38"/>
                <a:gd name="T12" fmla="*/ 28 w 33"/>
                <a:gd name="T13" fmla="*/ 16 h 38"/>
                <a:gd name="T14" fmla="*/ 26 w 33"/>
                <a:gd name="T15" fmla="*/ 5 h 38"/>
                <a:gd name="T16" fmla="*/ 25 w 33"/>
                <a:gd name="T17" fmla="*/ 4 h 38"/>
                <a:gd name="T18" fmla="*/ 26 w 33"/>
                <a:gd name="T19" fmla="*/ 2 h 38"/>
                <a:gd name="T20" fmla="*/ 28 w 33"/>
                <a:gd name="T21" fmla="*/ 3 h 38"/>
                <a:gd name="T22" fmla="*/ 20 w 33"/>
                <a:gd name="T23" fmla="*/ 15 h 38"/>
                <a:gd name="T24" fmla="*/ 20 w 33"/>
                <a:gd name="T25" fmla="*/ 16 h 38"/>
                <a:gd name="T26" fmla="*/ 22 w 33"/>
                <a:gd name="T27" fmla="*/ 15 h 38"/>
                <a:gd name="T28" fmla="*/ 23 w 33"/>
                <a:gd name="T29" fmla="*/ 14 h 38"/>
                <a:gd name="T30" fmla="*/ 24 w 33"/>
                <a:gd name="T31" fmla="*/ 15 h 38"/>
                <a:gd name="T32" fmla="*/ 26 w 33"/>
                <a:gd name="T33" fmla="*/ 14 h 38"/>
                <a:gd name="T34" fmla="*/ 26 w 33"/>
                <a:gd name="T35" fmla="*/ 13 h 38"/>
                <a:gd name="T36" fmla="*/ 26 w 33"/>
                <a:gd name="T37" fmla="*/ 11 h 38"/>
                <a:gd name="T38" fmla="*/ 24 w 33"/>
                <a:gd name="T39" fmla="*/ 10 h 38"/>
                <a:gd name="T40" fmla="*/ 25 w 33"/>
                <a:gd name="T41" fmla="*/ 9 h 38"/>
                <a:gd name="T42" fmla="*/ 24 w 33"/>
                <a:gd name="T43" fmla="*/ 7 h 38"/>
                <a:gd name="T44" fmla="*/ 24 w 33"/>
                <a:gd name="T45" fmla="*/ 7 h 38"/>
                <a:gd name="T46" fmla="*/ 20 w 33"/>
                <a:gd name="T47" fmla="*/ 15 h 38"/>
                <a:gd name="T48" fmla="*/ 16 w 33"/>
                <a:gd name="T49" fmla="*/ 24 h 38"/>
                <a:gd name="T50" fmla="*/ 6 w 33"/>
                <a:gd name="T51" fmla="*/ 37 h 38"/>
                <a:gd name="T52" fmla="*/ 3 w 33"/>
                <a:gd name="T53" fmla="*/ 37 h 38"/>
                <a:gd name="T54" fmla="*/ 2 w 33"/>
                <a:gd name="T55" fmla="*/ 36 h 38"/>
                <a:gd name="T56" fmla="*/ 1 w 33"/>
                <a:gd name="T57" fmla="*/ 34 h 38"/>
                <a:gd name="T58" fmla="*/ 13 w 33"/>
                <a:gd name="T59" fmla="*/ 18 h 38"/>
                <a:gd name="T60" fmla="*/ 14 w 33"/>
                <a:gd name="T61" fmla="*/ 18 h 38"/>
                <a:gd name="T62" fmla="*/ 12 w 33"/>
                <a:gd name="T63" fmla="*/ 7 h 38"/>
                <a:gd name="T64" fmla="*/ 12 w 33"/>
                <a:gd name="T65" fmla="*/ 7 h 38"/>
                <a:gd name="T66" fmla="*/ 13 w 33"/>
                <a:gd name="T67" fmla="*/ 5 h 38"/>
                <a:gd name="T68" fmla="*/ 26 w 33"/>
                <a:gd name="T69" fmla="*/ 2 h 38"/>
                <a:gd name="T70" fmla="*/ 25 w 33"/>
                <a:gd name="T71" fmla="*/ 4 h 38"/>
                <a:gd name="T72" fmla="*/ 16 w 33"/>
                <a:gd name="T73" fmla="*/ 7 h 38"/>
                <a:gd name="T74" fmla="*/ 17 w 33"/>
                <a:gd name="T75" fmla="*/ 17 h 38"/>
                <a:gd name="T76" fmla="*/ 19 w 33"/>
                <a:gd name="T77" fmla="*/ 18 h 38"/>
                <a:gd name="T78" fmla="*/ 16 w 33"/>
                <a:gd name="T79" fmla="*/ 24 h 38"/>
                <a:gd name="T80" fmla="*/ 24 w 33"/>
                <a:gd name="T81" fmla="*/ 7 h 38"/>
                <a:gd name="T82" fmla="*/ 23 w 33"/>
                <a:gd name="T83" fmla="*/ 7 h 38"/>
                <a:gd name="T84" fmla="*/ 21 w 33"/>
                <a:gd name="T85" fmla="*/ 7 h 38"/>
                <a:gd name="T86" fmla="*/ 21 w 33"/>
                <a:gd name="T87" fmla="*/ 9 h 38"/>
                <a:gd name="T88" fmla="*/ 19 w 33"/>
                <a:gd name="T89" fmla="*/ 8 h 38"/>
                <a:gd name="T90" fmla="*/ 18 w 33"/>
                <a:gd name="T91" fmla="*/ 9 h 38"/>
                <a:gd name="T92" fmla="*/ 17 w 33"/>
                <a:gd name="T93" fmla="*/ 10 h 38"/>
                <a:gd name="T94" fmla="*/ 18 w 33"/>
                <a:gd name="T95" fmla="*/ 12 h 38"/>
                <a:gd name="T96" fmla="*/ 19 w 33"/>
                <a:gd name="T97" fmla="*/ 12 h 38"/>
                <a:gd name="T98" fmla="*/ 18 w 33"/>
                <a:gd name="T99" fmla="*/ 14 h 38"/>
                <a:gd name="T100" fmla="*/ 19 w 33"/>
                <a:gd name="T101" fmla="*/ 15 h 38"/>
                <a:gd name="T102" fmla="*/ 20 w 33"/>
                <a:gd name="T103" fmla="*/ 15 h 38"/>
                <a:gd name="T104" fmla="*/ 24 w 33"/>
                <a:gd name="T105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" h="38">
                  <a:moveTo>
                    <a:pt x="28" y="3"/>
                  </a:moveTo>
                  <a:cubicBezTo>
                    <a:pt x="33" y="7"/>
                    <a:pt x="33" y="13"/>
                    <a:pt x="30" y="18"/>
                  </a:cubicBezTo>
                  <a:cubicBezTo>
                    <a:pt x="27" y="21"/>
                    <a:pt x="22" y="23"/>
                    <a:pt x="18" y="21"/>
                  </a:cubicBezTo>
                  <a:cubicBezTo>
                    <a:pt x="18" y="21"/>
                    <a:pt x="18" y="22"/>
                    <a:pt x="17" y="22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22" y="20"/>
                    <a:pt x="26" y="19"/>
                    <a:pt x="28" y="16"/>
                  </a:cubicBezTo>
                  <a:cubicBezTo>
                    <a:pt x="30" y="13"/>
                    <a:pt x="30" y="8"/>
                    <a:pt x="26" y="5"/>
                  </a:cubicBezTo>
                  <a:cubicBezTo>
                    <a:pt x="26" y="5"/>
                    <a:pt x="25" y="5"/>
                    <a:pt x="25" y="4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7" y="2"/>
                    <a:pt x="27" y="3"/>
                    <a:pt x="28" y="3"/>
                  </a:cubicBezTo>
                  <a:close/>
                  <a:moveTo>
                    <a:pt x="20" y="15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1" y="16"/>
                    <a:pt x="22" y="16"/>
                    <a:pt x="22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4"/>
                    <a:pt x="26" y="14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2"/>
                    <a:pt x="26" y="11"/>
                    <a:pt x="26" y="11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8"/>
                    <a:pt x="25" y="8"/>
                    <a:pt x="24" y="7"/>
                  </a:cubicBezTo>
                  <a:cubicBezTo>
                    <a:pt x="24" y="7"/>
                    <a:pt x="24" y="7"/>
                    <a:pt x="24" y="7"/>
                  </a:cubicBezTo>
                  <a:lnTo>
                    <a:pt x="20" y="15"/>
                  </a:lnTo>
                  <a:close/>
                  <a:moveTo>
                    <a:pt x="16" y="24"/>
                  </a:moveTo>
                  <a:cubicBezTo>
                    <a:pt x="6" y="37"/>
                    <a:pt x="6" y="37"/>
                    <a:pt x="6" y="37"/>
                  </a:cubicBezTo>
                  <a:cubicBezTo>
                    <a:pt x="5" y="38"/>
                    <a:pt x="4" y="38"/>
                    <a:pt x="3" y="37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1" y="35"/>
                    <a:pt x="0" y="34"/>
                    <a:pt x="1" y="34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4" y="18"/>
                  </a:cubicBezTo>
                  <a:cubicBezTo>
                    <a:pt x="11" y="15"/>
                    <a:pt x="11" y="11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6" y="1"/>
                    <a:pt x="22" y="0"/>
                    <a:pt x="26" y="2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2" y="3"/>
                    <a:pt x="18" y="4"/>
                    <a:pt x="16" y="7"/>
                  </a:cubicBezTo>
                  <a:cubicBezTo>
                    <a:pt x="13" y="10"/>
                    <a:pt x="14" y="15"/>
                    <a:pt x="17" y="17"/>
                  </a:cubicBezTo>
                  <a:cubicBezTo>
                    <a:pt x="18" y="18"/>
                    <a:pt x="18" y="18"/>
                    <a:pt x="19" y="18"/>
                  </a:cubicBezTo>
                  <a:cubicBezTo>
                    <a:pt x="16" y="24"/>
                    <a:pt x="16" y="24"/>
                    <a:pt x="16" y="24"/>
                  </a:cubicBezTo>
                  <a:close/>
                  <a:moveTo>
                    <a:pt x="24" y="7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8" y="8"/>
                    <a:pt x="18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1"/>
                    <a:pt x="17" y="12"/>
                    <a:pt x="18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9" y="15"/>
                    <a:pt x="19" y="15"/>
                  </a:cubicBezTo>
                  <a:cubicBezTo>
                    <a:pt x="20" y="15"/>
                    <a:pt x="20" y="15"/>
                    <a:pt x="20" y="15"/>
                  </a:cubicBezTo>
                  <a:lnTo>
                    <a:pt x="24" y="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2" name="ïŝļi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C1B99E4-6537-427E-9E1C-30987FF1FA40}"/>
                </a:ext>
              </a:extLst>
            </p:cNvPr>
            <p:cNvSpPr/>
            <p:nvPr/>
          </p:nvSpPr>
          <p:spPr bwMode="auto">
            <a:xfrm>
              <a:off x="6965730" y="2822282"/>
              <a:ext cx="245528" cy="195445"/>
            </a:xfrm>
            <a:custGeom>
              <a:avLst/>
              <a:gdLst>
                <a:gd name="T0" fmla="*/ 96 w 97"/>
                <a:gd name="T1" fmla="*/ 10 h 77"/>
                <a:gd name="T2" fmla="*/ 87 w 97"/>
                <a:gd name="T3" fmla="*/ 1 h 77"/>
                <a:gd name="T4" fmla="*/ 74 w 97"/>
                <a:gd name="T5" fmla="*/ 1 h 77"/>
                <a:gd name="T6" fmla="*/ 15 w 97"/>
                <a:gd name="T7" fmla="*/ 1 h 77"/>
                <a:gd name="T8" fmla="*/ 12 w 97"/>
                <a:gd name="T9" fmla="*/ 1 h 77"/>
                <a:gd name="T10" fmla="*/ 8 w 97"/>
                <a:gd name="T11" fmla="*/ 0 h 77"/>
                <a:gd name="T12" fmla="*/ 0 w 97"/>
                <a:gd name="T13" fmla="*/ 10 h 77"/>
                <a:gd name="T14" fmla="*/ 0 w 97"/>
                <a:gd name="T15" fmla="*/ 10 h 77"/>
                <a:gd name="T16" fmla="*/ 1 w 97"/>
                <a:gd name="T17" fmla="*/ 65 h 77"/>
                <a:gd name="T18" fmla="*/ 15 w 97"/>
                <a:gd name="T19" fmla="*/ 77 h 77"/>
                <a:gd name="T20" fmla="*/ 26 w 97"/>
                <a:gd name="T21" fmla="*/ 77 h 77"/>
                <a:gd name="T22" fmla="*/ 87 w 97"/>
                <a:gd name="T23" fmla="*/ 77 h 77"/>
                <a:gd name="T24" fmla="*/ 86 w 97"/>
                <a:gd name="T25" fmla="*/ 77 h 77"/>
                <a:gd name="T26" fmla="*/ 97 w 97"/>
                <a:gd name="T27" fmla="*/ 65 h 77"/>
                <a:gd name="T28" fmla="*/ 96 w 97"/>
                <a:gd name="T29" fmla="*/ 9 h 77"/>
                <a:gd name="T30" fmla="*/ 11 w 97"/>
                <a:gd name="T31" fmla="*/ 66 h 77"/>
                <a:gd name="T32" fmla="*/ 8 w 97"/>
                <a:gd name="T33" fmla="*/ 65 h 77"/>
                <a:gd name="T34" fmla="*/ 8 w 97"/>
                <a:gd name="T35" fmla="*/ 65 h 77"/>
                <a:gd name="T36" fmla="*/ 8 w 97"/>
                <a:gd name="T37" fmla="*/ 65 h 77"/>
                <a:gd name="T38" fmla="*/ 8 w 97"/>
                <a:gd name="T39" fmla="*/ 65 h 77"/>
                <a:gd name="T40" fmla="*/ 8 w 97"/>
                <a:gd name="T41" fmla="*/ 64 h 77"/>
                <a:gd name="T42" fmla="*/ 8 w 97"/>
                <a:gd name="T43" fmla="*/ 10 h 77"/>
                <a:gd name="T44" fmla="*/ 10 w 97"/>
                <a:gd name="T45" fmla="*/ 9 h 77"/>
                <a:gd name="T46" fmla="*/ 11 w 97"/>
                <a:gd name="T47" fmla="*/ 9 h 77"/>
                <a:gd name="T48" fmla="*/ 11 w 97"/>
                <a:gd name="T49" fmla="*/ 9 h 77"/>
                <a:gd name="T50" fmla="*/ 11 w 97"/>
                <a:gd name="T51" fmla="*/ 8 h 77"/>
                <a:gd name="T52" fmla="*/ 12 w 97"/>
                <a:gd name="T53" fmla="*/ 9 h 77"/>
                <a:gd name="T54" fmla="*/ 12 w 97"/>
                <a:gd name="T55" fmla="*/ 9 h 77"/>
                <a:gd name="T56" fmla="*/ 12 w 97"/>
                <a:gd name="T57" fmla="*/ 9 h 77"/>
                <a:gd name="T58" fmla="*/ 12 w 97"/>
                <a:gd name="T59" fmla="*/ 9 h 77"/>
                <a:gd name="T60" fmla="*/ 26 w 97"/>
                <a:gd name="T61" fmla="*/ 22 h 77"/>
                <a:gd name="T62" fmla="*/ 26 w 97"/>
                <a:gd name="T63" fmla="*/ 52 h 77"/>
                <a:gd name="T64" fmla="*/ 74 w 97"/>
                <a:gd name="T65" fmla="*/ 67 h 77"/>
                <a:gd name="T66" fmla="*/ 16 w 97"/>
                <a:gd name="T67" fmla="*/ 67 h 77"/>
                <a:gd name="T68" fmla="*/ 44 w 97"/>
                <a:gd name="T69" fmla="*/ 40 h 77"/>
                <a:gd name="T70" fmla="*/ 50 w 97"/>
                <a:gd name="T71" fmla="*/ 46 h 77"/>
                <a:gd name="T72" fmla="*/ 56 w 97"/>
                <a:gd name="T73" fmla="*/ 40 h 77"/>
                <a:gd name="T74" fmla="*/ 83 w 97"/>
                <a:gd name="T75" fmla="*/ 66 h 77"/>
                <a:gd name="T76" fmla="*/ 84 w 97"/>
                <a:gd name="T77" fmla="*/ 10 h 77"/>
                <a:gd name="T78" fmla="*/ 84 w 97"/>
                <a:gd name="T79" fmla="*/ 64 h 77"/>
                <a:gd name="T80" fmla="*/ 86 w 97"/>
                <a:gd name="T81" fmla="*/ 66 h 77"/>
                <a:gd name="T82" fmla="*/ 84 w 97"/>
                <a:gd name="T83" fmla="*/ 66 h 77"/>
                <a:gd name="T84" fmla="*/ 72 w 97"/>
                <a:gd name="T85" fmla="*/ 52 h 77"/>
                <a:gd name="T86" fmla="*/ 73 w 97"/>
                <a:gd name="T87" fmla="*/ 22 h 77"/>
                <a:gd name="T88" fmla="*/ 87 w 97"/>
                <a:gd name="T89" fmla="*/ 9 h 77"/>
                <a:gd name="T90" fmla="*/ 87 w 97"/>
                <a:gd name="T91" fmla="*/ 8 h 77"/>
                <a:gd name="T92" fmla="*/ 86 w 97"/>
                <a:gd name="T93" fmla="*/ 8 h 77"/>
                <a:gd name="T94" fmla="*/ 84 w 97"/>
                <a:gd name="T95" fmla="*/ 8 h 77"/>
                <a:gd name="T96" fmla="*/ 84 w 97"/>
                <a:gd name="T97" fmla="*/ 8 h 77"/>
                <a:gd name="T98" fmla="*/ 84 w 97"/>
                <a:gd name="T99" fmla="*/ 8 h 77"/>
                <a:gd name="T100" fmla="*/ 87 w 97"/>
                <a:gd name="T101" fmla="*/ 8 h 77"/>
                <a:gd name="T102" fmla="*/ 84 w 97"/>
                <a:gd name="T103" fmla="*/ 9 h 77"/>
                <a:gd name="T104" fmla="*/ 84 w 97"/>
                <a:gd name="T105" fmla="*/ 9 h 77"/>
                <a:gd name="T106" fmla="*/ 85 w 97"/>
                <a:gd name="T107" fmla="*/ 9 h 77"/>
                <a:gd name="T108" fmla="*/ 84 w 97"/>
                <a:gd name="T109" fmla="*/ 9 h 77"/>
                <a:gd name="T110" fmla="*/ 85 w 97"/>
                <a:gd name="T111" fmla="*/ 1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7" h="77">
                  <a:moveTo>
                    <a:pt x="96" y="9"/>
                  </a:moveTo>
                  <a:cubicBezTo>
                    <a:pt x="96" y="10"/>
                    <a:pt x="96" y="10"/>
                    <a:pt x="96" y="10"/>
                  </a:cubicBezTo>
                  <a:cubicBezTo>
                    <a:pt x="96" y="3"/>
                    <a:pt x="92" y="1"/>
                    <a:pt x="86" y="1"/>
                  </a:cubicBezTo>
                  <a:cubicBezTo>
                    <a:pt x="87" y="1"/>
                    <a:pt x="87" y="1"/>
                    <a:pt x="87" y="1"/>
                  </a:cubicBezTo>
                  <a:cubicBezTo>
                    <a:pt x="87" y="1"/>
                    <a:pt x="87" y="1"/>
                    <a:pt x="87" y="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4" y="1"/>
                    <a:pt x="2" y="3"/>
                  </a:cubicBezTo>
                  <a:cubicBezTo>
                    <a:pt x="0" y="5"/>
                    <a:pt x="0" y="7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" y="65"/>
                    <a:pt x="1" y="65"/>
                    <a:pt x="1" y="65"/>
                  </a:cubicBezTo>
                  <a:cubicBezTo>
                    <a:pt x="1" y="71"/>
                    <a:pt x="6" y="77"/>
                    <a:pt x="12" y="77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15" y="77"/>
                    <a:pt x="15" y="77"/>
                    <a:pt x="15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86" y="77"/>
                    <a:pt x="86" y="77"/>
                    <a:pt x="86" y="77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93" y="77"/>
                    <a:pt x="97" y="69"/>
                    <a:pt x="97" y="65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6" y="9"/>
                    <a:pt x="96" y="9"/>
                    <a:pt x="96" y="9"/>
                  </a:cubicBezTo>
                  <a:close/>
                  <a:moveTo>
                    <a:pt x="1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9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26" y="52"/>
                    <a:pt x="26" y="52"/>
                    <a:pt x="26" y="52"/>
                  </a:cubicBezTo>
                  <a:lnTo>
                    <a:pt x="11" y="66"/>
                  </a:lnTo>
                  <a:close/>
                  <a:moveTo>
                    <a:pt x="74" y="67"/>
                  </a:moveTo>
                  <a:cubicBezTo>
                    <a:pt x="26" y="67"/>
                    <a:pt x="26" y="67"/>
                    <a:pt x="26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41"/>
                    <a:pt x="45" y="41"/>
                    <a:pt x="45" y="42"/>
                  </a:cubicBezTo>
                  <a:cubicBezTo>
                    <a:pt x="48" y="44"/>
                    <a:pt x="49" y="46"/>
                    <a:pt x="50" y="46"/>
                  </a:cubicBezTo>
                  <a:cubicBezTo>
                    <a:pt x="52" y="46"/>
                    <a:pt x="53" y="44"/>
                    <a:pt x="55" y="42"/>
                  </a:cubicBezTo>
                  <a:cubicBezTo>
                    <a:pt x="56" y="41"/>
                    <a:pt x="56" y="41"/>
                    <a:pt x="56" y="40"/>
                  </a:cubicBezTo>
                  <a:cubicBezTo>
                    <a:pt x="74" y="57"/>
                    <a:pt x="74" y="57"/>
                    <a:pt x="74" y="57"/>
                  </a:cubicBezTo>
                  <a:cubicBezTo>
                    <a:pt x="83" y="66"/>
                    <a:pt x="83" y="66"/>
                    <a:pt x="83" y="66"/>
                  </a:cubicBezTo>
                  <a:lnTo>
                    <a:pt x="74" y="67"/>
                  </a:lnTo>
                  <a:close/>
                  <a:moveTo>
                    <a:pt x="84" y="10"/>
                  </a:moveTo>
                  <a:cubicBezTo>
                    <a:pt x="84" y="10"/>
                    <a:pt x="84" y="10"/>
                    <a:pt x="84" y="10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65"/>
                    <a:pt x="86" y="65"/>
                    <a:pt x="86" y="66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58" y="38"/>
                    <a:pt x="58" y="38"/>
                    <a:pt x="58" y="38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85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6" y="9"/>
                    <a:pt x="86" y="10"/>
                  </a:cubicBezTo>
                  <a:cubicBezTo>
                    <a:pt x="86" y="10"/>
                    <a:pt x="85" y="10"/>
                    <a:pt x="85" y="10"/>
                  </a:cubicBezTo>
                  <a:cubicBezTo>
                    <a:pt x="84" y="10"/>
                    <a:pt x="84" y="10"/>
                    <a:pt x="84" y="1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3" name="îsļï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8C6ACD9-6231-4F68-B1D1-03C5C380288B}"/>
                </a:ext>
              </a:extLst>
            </p:cNvPr>
            <p:cNvSpPr/>
            <p:nvPr/>
          </p:nvSpPr>
          <p:spPr bwMode="auto">
            <a:xfrm>
              <a:off x="5604944" y="3720109"/>
              <a:ext cx="205217" cy="217433"/>
            </a:xfrm>
            <a:custGeom>
              <a:avLst/>
              <a:gdLst>
                <a:gd name="T0" fmla="*/ 78 w 81"/>
                <a:gd name="T1" fmla="*/ 24 h 86"/>
                <a:gd name="T2" fmla="*/ 81 w 81"/>
                <a:gd name="T3" fmla="*/ 31 h 86"/>
                <a:gd name="T4" fmla="*/ 81 w 81"/>
                <a:gd name="T5" fmla="*/ 77 h 86"/>
                <a:gd name="T6" fmla="*/ 81 w 81"/>
                <a:gd name="T7" fmla="*/ 77 h 86"/>
                <a:gd name="T8" fmla="*/ 73 w 81"/>
                <a:gd name="T9" fmla="*/ 86 h 86"/>
                <a:gd name="T10" fmla="*/ 72 w 81"/>
                <a:gd name="T11" fmla="*/ 86 h 86"/>
                <a:gd name="T12" fmla="*/ 62 w 81"/>
                <a:gd name="T13" fmla="*/ 86 h 86"/>
                <a:gd name="T14" fmla="*/ 69 w 81"/>
                <a:gd name="T15" fmla="*/ 79 h 86"/>
                <a:gd name="T16" fmla="*/ 62 w 81"/>
                <a:gd name="T17" fmla="*/ 67 h 86"/>
                <a:gd name="T18" fmla="*/ 73 w 81"/>
                <a:gd name="T19" fmla="*/ 78 h 86"/>
                <a:gd name="T20" fmla="*/ 73 w 81"/>
                <a:gd name="T21" fmla="*/ 78 h 86"/>
                <a:gd name="T22" fmla="*/ 73 w 81"/>
                <a:gd name="T23" fmla="*/ 78 h 86"/>
                <a:gd name="T24" fmla="*/ 74 w 81"/>
                <a:gd name="T25" fmla="*/ 77 h 86"/>
                <a:gd name="T26" fmla="*/ 74 w 81"/>
                <a:gd name="T27" fmla="*/ 77 h 86"/>
                <a:gd name="T28" fmla="*/ 74 w 81"/>
                <a:gd name="T29" fmla="*/ 31 h 86"/>
                <a:gd name="T30" fmla="*/ 74 w 81"/>
                <a:gd name="T31" fmla="*/ 31 h 86"/>
                <a:gd name="T32" fmla="*/ 74 w 81"/>
                <a:gd name="T33" fmla="*/ 31 h 86"/>
                <a:gd name="T34" fmla="*/ 74 w 81"/>
                <a:gd name="T35" fmla="*/ 31 h 86"/>
                <a:gd name="T36" fmla="*/ 74 w 81"/>
                <a:gd name="T37" fmla="*/ 31 h 86"/>
                <a:gd name="T38" fmla="*/ 73 w 81"/>
                <a:gd name="T39" fmla="*/ 31 h 86"/>
                <a:gd name="T40" fmla="*/ 73 w 81"/>
                <a:gd name="T41" fmla="*/ 31 h 86"/>
                <a:gd name="T42" fmla="*/ 73 w 81"/>
                <a:gd name="T43" fmla="*/ 31 h 86"/>
                <a:gd name="T44" fmla="*/ 73 w 81"/>
                <a:gd name="T45" fmla="*/ 31 h 86"/>
                <a:gd name="T46" fmla="*/ 62 w 81"/>
                <a:gd name="T47" fmla="*/ 12 h 86"/>
                <a:gd name="T48" fmla="*/ 62 w 81"/>
                <a:gd name="T49" fmla="*/ 12 h 86"/>
                <a:gd name="T50" fmla="*/ 50 w 81"/>
                <a:gd name="T51" fmla="*/ 56 h 86"/>
                <a:gd name="T52" fmla="*/ 62 w 81"/>
                <a:gd name="T53" fmla="*/ 72 h 86"/>
                <a:gd name="T54" fmla="*/ 49 w 81"/>
                <a:gd name="T55" fmla="*/ 59 h 86"/>
                <a:gd name="T56" fmla="*/ 41 w 81"/>
                <a:gd name="T57" fmla="*/ 58 h 86"/>
                <a:gd name="T58" fmla="*/ 42 w 81"/>
                <a:gd name="T59" fmla="*/ 0 h 86"/>
                <a:gd name="T60" fmla="*/ 41 w 81"/>
                <a:gd name="T61" fmla="*/ 86 h 86"/>
                <a:gd name="T62" fmla="*/ 62 w 81"/>
                <a:gd name="T63" fmla="*/ 79 h 86"/>
                <a:gd name="T64" fmla="*/ 41 w 81"/>
                <a:gd name="T65" fmla="*/ 86 h 86"/>
                <a:gd name="T66" fmla="*/ 20 w 81"/>
                <a:gd name="T67" fmla="*/ 79 h 86"/>
                <a:gd name="T68" fmla="*/ 41 w 81"/>
                <a:gd name="T69" fmla="*/ 86 h 86"/>
                <a:gd name="T70" fmla="*/ 41 w 81"/>
                <a:gd name="T71" fmla="*/ 0 h 86"/>
                <a:gd name="T72" fmla="*/ 35 w 81"/>
                <a:gd name="T73" fmla="*/ 58 h 86"/>
                <a:gd name="T74" fmla="*/ 20 w 81"/>
                <a:gd name="T75" fmla="*/ 67 h 86"/>
                <a:gd name="T76" fmla="*/ 20 w 81"/>
                <a:gd name="T77" fmla="*/ 43 h 86"/>
                <a:gd name="T78" fmla="*/ 20 w 81"/>
                <a:gd name="T79" fmla="*/ 86 h 86"/>
                <a:gd name="T80" fmla="*/ 10 w 81"/>
                <a:gd name="T81" fmla="*/ 86 h 86"/>
                <a:gd name="T82" fmla="*/ 0 w 81"/>
                <a:gd name="T83" fmla="*/ 77 h 86"/>
                <a:gd name="T84" fmla="*/ 0 w 81"/>
                <a:gd name="T85" fmla="*/ 77 h 86"/>
                <a:gd name="T86" fmla="*/ 0 w 81"/>
                <a:gd name="T87" fmla="*/ 31 h 86"/>
                <a:gd name="T88" fmla="*/ 0 w 81"/>
                <a:gd name="T89" fmla="*/ 31 h 86"/>
                <a:gd name="T90" fmla="*/ 20 w 81"/>
                <a:gd name="T91" fmla="*/ 12 h 86"/>
                <a:gd name="T92" fmla="*/ 9 w 81"/>
                <a:gd name="T93" fmla="*/ 30 h 86"/>
                <a:gd name="T94" fmla="*/ 8 w 81"/>
                <a:gd name="T95" fmla="*/ 30 h 86"/>
                <a:gd name="T96" fmla="*/ 8 w 81"/>
                <a:gd name="T97" fmla="*/ 31 h 86"/>
                <a:gd name="T98" fmla="*/ 8 w 81"/>
                <a:gd name="T99" fmla="*/ 31 h 86"/>
                <a:gd name="T100" fmla="*/ 8 w 81"/>
                <a:gd name="T101" fmla="*/ 77 h 86"/>
                <a:gd name="T102" fmla="*/ 8 w 81"/>
                <a:gd name="T103" fmla="*/ 77 h 86"/>
                <a:gd name="T104" fmla="*/ 8 w 81"/>
                <a:gd name="T105" fmla="*/ 77 h 86"/>
                <a:gd name="T106" fmla="*/ 8 w 81"/>
                <a:gd name="T107" fmla="*/ 78 h 86"/>
                <a:gd name="T108" fmla="*/ 8 w 81"/>
                <a:gd name="T109" fmla="*/ 78 h 86"/>
                <a:gd name="T110" fmla="*/ 8 w 81"/>
                <a:gd name="T111" fmla="*/ 78 h 86"/>
                <a:gd name="T112" fmla="*/ 8 w 81"/>
                <a:gd name="T113" fmla="*/ 78 h 86"/>
                <a:gd name="T114" fmla="*/ 8 w 81"/>
                <a:gd name="T115" fmla="*/ 78 h 86"/>
                <a:gd name="T116" fmla="*/ 20 w 81"/>
                <a:gd name="T117" fmla="*/ 67 h 86"/>
                <a:gd name="T118" fmla="*/ 13 w 81"/>
                <a:gd name="T119" fmla="*/ 79 h 86"/>
                <a:gd name="T120" fmla="*/ 20 w 81"/>
                <a:gd name="T121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1" h="86">
                  <a:moveTo>
                    <a:pt x="62" y="12"/>
                  </a:moveTo>
                  <a:cubicBezTo>
                    <a:pt x="69" y="17"/>
                    <a:pt x="76" y="22"/>
                    <a:pt x="78" y="24"/>
                  </a:cubicBezTo>
                  <a:cubicBezTo>
                    <a:pt x="80" y="26"/>
                    <a:pt x="81" y="28"/>
                    <a:pt x="81" y="31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81" y="82"/>
                    <a:pt x="78" y="86"/>
                    <a:pt x="73" y="86"/>
                  </a:cubicBezTo>
                  <a:cubicBezTo>
                    <a:pt x="73" y="86"/>
                    <a:pt x="73" y="86"/>
                    <a:pt x="73" y="86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62" y="79"/>
                    <a:pt x="62" y="79"/>
                    <a:pt x="62" y="79"/>
                  </a:cubicBezTo>
                  <a:cubicBezTo>
                    <a:pt x="69" y="79"/>
                    <a:pt x="69" y="79"/>
                    <a:pt x="69" y="79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67"/>
                    <a:pt x="62" y="67"/>
                    <a:pt x="62" y="67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3" y="78"/>
                    <a:pt x="73" y="78"/>
                    <a:pt x="73" y="78"/>
                  </a:cubicBezTo>
                  <a:cubicBezTo>
                    <a:pt x="74" y="78"/>
                    <a:pt x="74" y="78"/>
                    <a:pt x="74" y="77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3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62" y="43"/>
                    <a:pt x="62" y="43"/>
                    <a:pt x="62" y="43"/>
                  </a:cubicBezTo>
                  <a:lnTo>
                    <a:pt x="62" y="12"/>
                  </a:lnTo>
                  <a:close/>
                  <a:moveTo>
                    <a:pt x="42" y="0"/>
                  </a:moveTo>
                  <a:cubicBezTo>
                    <a:pt x="45" y="0"/>
                    <a:pt x="54" y="6"/>
                    <a:pt x="62" y="12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62" y="67"/>
                    <a:pt x="62" y="67"/>
                    <a:pt x="62" y="67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1" y="0"/>
                    <a:pt x="42" y="0"/>
                  </a:cubicBezTo>
                  <a:close/>
                  <a:moveTo>
                    <a:pt x="62" y="86"/>
                  </a:moveTo>
                  <a:cubicBezTo>
                    <a:pt x="41" y="86"/>
                    <a:pt x="41" y="86"/>
                    <a:pt x="41" y="86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62" y="79"/>
                    <a:pt x="62" y="79"/>
                    <a:pt x="62" y="79"/>
                  </a:cubicBezTo>
                  <a:lnTo>
                    <a:pt x="62" y="86"/>
                  </a:lnTo>
                  <a:close/>
                  <a:moveTo>
                    <a:pt x="41" y="86"/>
                  </a:moveTo>
                  <a:cubicBezTo>
                    <a:pt x="20" y="86"/>
                    <a:pt x="20" y="86"/>
                    <a:pt x="20" y="86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1" y="86"/>
                    <a:pt x="41" y="86"/>
                    <a:pt x="41" y="86"/>
                  </a:cubicBezTo>
                  <a:close/>
                  <a:moveTo>
                    <a:pt x="20" y="12"/>
                  </a:moveTo>
                  <a:cubicBezTo>
                    <a:pt x="29" y="7"/>
                    <a:pt x="38" y="1"/>
                    <a:pt x="41" y="0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20" y="43"/>
                    <a:pt x="20" y="43"/>
                    <a:pt x="20" y="43"/>
                  </a:cubicBezTo>
                  <a:lnTo>
                    <a:pt x="20" y="12"/>
                  </a:lnTo>
                  <a:close/>
                  <a:moveTo>
                    <a:pt x="20" y="86"/>
                  </a:moveTo>
                  <a:cubicBezTo>
                    <a:pt x="10" y="86"/>
                    <a:pt x="10" y="86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4" y="86"/>
                    <a:pt x="0" y="82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9"/>
                    <a:pt x="1" y="27"/>
                    <a:pt x="3" y="25"/>
                  </a:cubicBezTo>
                  <a:cubicBezTo>
                    <a:pt x="3" y="25"/>
                    <a:pt x="11" y="19"/>
                    <a:pt x="20" y="12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9" y="78"/>
                    <a:pt x="9" y="79"/>
                    <a:pt x="9" y="79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20" y="79"/>
                    <a:pt x="20" y="79"/>
                    <a:pt x="20" y="79"/>
                  </a:cubicBezTo>
                  <a:lnTo>
                    <a:pt x="20" y="8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4" name="îŝľî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1350902-E7FB-41DD-9ABF-4B26DC839779}"/>
                </a:ext>
              </a:extLst>
            </p:cNvPr>
            <p:cNvSpPr/>
            <p:nvPr/>
          </p:nvSpPr>
          <p:spPr bwMode="auto">
            <a:xfrm>
              <a:off x="5650141" y="3578411"/>
              <a:ext cx="195445" cy="125818"/>
            </a:xfrm>
            <a:custGeom>
              <a:avLst/>
              <a:gdLst>
                <a:gd name="T0" fmla="*/ 70 w 77"/>
                <a:gd name="T1" fmla="*/ 10 h 50"/>
                <a:gd name="T2" fmla="*/ 33 w 77"/>
                <a:gd name="T3" fmla="*/ 10 h 50"/>
                <a:gd name="T4" fmla="*/ 30 w 77"/>
                <a:gd name="T5" fmla="*/ 11 h 50"/>
                <a:gd name="T6" fmla="*/ 30 w 77"/>
                <a:gd name="T7" fmla="*/ 2 h 50"/>
                <a:gd name="T8" fmla="*/ 20 w 77"/>
                <a:gd name="T9" fmla="*/ 2 h 50"/>
                <a:gd name="T10" fmla="*/ 3 w 77"/>
                <a:gd name="T11" fmla="*/ 20 h 50"/>
                <a:gd name="T12" fmla="*/ 3 w 77"/>
                <a:gd name="T13" fmla="*/ 29 h 50"/>
                <a:gd name="T14" fmla="*/ 20 w 77"/>
                <a:gd name="T15" fmla="*/ 47 h 50"/>
                <a:gd name="T16" fmla="*/ 30 w 77"/>
                <a:gd name="T17" fmla="*/ 47 h 50"/>
                <a:gd name="T18" fmla="*/ 30 w 77"/>
                <a:gd name="T19" fmla="*/ 38 h 50"/>
                <a:gd name="T20" fmla="*/ 33 w 77"/>
                <a:gd name="T21" fmla="*/ 39 h 50"/>
                <a:gd name="T22" fmla="*/ 70 w 77"/>
                <a:gd name="T23" fmla="*/ 39 h 50"/>
                <a:gd name="T24" fmla="*/ 77 w 77"/>
                <a:gd name="T25" fmla="*/ 32 h 50"/>
                <a:gd name="T26" fmla="*/ 77 w 77"/>
                <a:gd name="T27" fmla="*/ 18 h 50"/>
                <a:gd name="T28" fmla="*/ 70 w 77"/>
                <a:gd name="T29" fmla="*/ 1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7" h="50">
                  <a:moveTo>
                    <a:pt x="70" y="10"/>
                  </a:moveTo>
                  <a:cubicBezTo>
                    <a:pt x="33" y="10"/>
                    <a:pt x="33" y="10"/>
                    <a:pt x="33" y="10"/>
                  </a:cubicBezTo>
                  <a:cubicBezTo>
                    <a:pt x="32" y="10"/>
                    <a:pt x="31" y="10"/>
                    <a:pt x="30" y="11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7" y="0"/>
                    <a:pt x="23" y="0"/>
                    <a:pt x="20" y="2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0" y="22"/>
                    <a:pt x="0" y="27"/>
                    <a:pt x="3" y="29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3" y="50"/>
                    <a:pt x="27" y="50"/>
                    <a:pt x="30" y="47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9"/>
                    <a:pt x="32" y="39"/>
                    <a:pt x="33" y="39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74" y="39"/>
                    <a:pt x="77" y="36"/>
                    <a:pt x="77" y="32"/>
                  </a:cubicBezTo>
                  <a:cubicBezTo>
                    <a:pt x="77" y="18"/>
                    <a:pt x="77" y="18"/>
                    <a:pt x="77" y="18"/>
                  </a:cubicBezTo>
                  <a:cubicBezTo>
                    <a:pt x="77" y="14"/>
                    <a:pt x="74" y="10"/>
                    <a:pt x="70" y="1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5" name="is1i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CCA4CEA-6FFC-4391-937A-9D3B8A54022F}"/>
                </a:ext>
              </a:extLst>
            </p:cNvPr>
            <p:cNvSpPr/>
            <p:nvPr/>
          </p:nvSpPr>
          <p:spPr bwMode="auto">
            <a:xfrm>
              <a:off x="7868443" y="2650047"/>
              <a:ext cx="167350" cy="160021"/>
            </a:xfrm>
            <a:custGeom>
              <a:avLst/>
              <a:gdLst>
                <a:gd name="T0" fmla="*/ 37 w 66"/>
                <a:gd name="T1" fmla="*/ 3 h 63"/>
                <a:gd name="T2" fmla="*/ 50 w 66"/>
                <a:gd name="T3" fmla="*/ 29 h 63"/>
                <a:gd name="T4" fmla="*/ 50 w 66"/>
                <a:gd name="T5" fmla="*/ 29 h 63"/>
                <a:gd name="T6" fmla="*/ 66 w 66"/>
                <a:gd name="T7" fmla="*/ 59 h 63"/>
                <a:gd name="T8" fmla="*/ 65 w 66"/>
                <a:gd name="T9" fmla="*/ 63 h 63"/>
                <a:gd name="T10" fmla="*/ 63 w 66"/>
                <a:gd name="T11" fmla="*/ 63 h 63"/>
                <a:gd name="T12" fmla="*/ 63 w 66"/>
                <a:gd name="T13" fmla="*/ 63 h 63"/>
                <a:gd name="T14" fmla="*/ 33 w 66"/>
                <a:gd name="T15" fmla="*/ 63 h 63"/>
                <a:gd name="T16" fmla="*/ 33 w 66"/>
                <a:gd name="T17" fmla="*/ 63 h 63"/>
                <a:gd name="T18" fmla="*/ 33 w 66"/>
                <a:gd name="T19" fmla="*/ 58 h 63"/>
                <a:gd name="T20" fmla="*/ 36 w 66"/>
                <a:gd name="T21" fmla="*/ 58 h 63"/>
                <a:gd name="T22" fmla="*/ 38 w 66"/>
                <a:gd name="T23" fmla="*/ 56 h 63"/>
                <a:gd name="T24" fmla="*/ 38 w 66"/>
                <a:gd name="T25" fmla="*/ 51 h 63"/>
                <a:gd name="T26" fmla="*/ 36 w 66"/>
                <a:gd name="T27" fmla="*/ 48 h 63"/>
                <a:gd name="T28" fmla="*/ 33 w 66"/>
                <a:gd name="T29" fmla="*/ 48 h 63"/>
                <a:gd name="T30" fmla="*/ 33 w 66"/>
                <a:gd name="T31" fmla="*/ 46 h 63"/>
                <a:gd name="T32" fmla="*/ 35 w 66"/>
                <a:gd name="T33" fmla="*/ 46 h 63"/>
                <a:gd name="T34" fmla="*/ 38 w 66"/>
                <a:gd name="T35" fmla="*/ 43 h 63"/>
                <a:gd name="T36" fmla="*/ 40 w 66"/>
                <a:gd name="T37" fmla="*/ 24 h 63"/>
                <a:gd name="T38" fmla="*/ 37 w 66"/>
                <a:gd name="T39" fmla="*/ 21 h 63"/>
                <a:gd name="T40" fmla="*/ 33 w 66"/>
                <a:gd name="T41" fmla="*/ 21 h 63"/>
                <a:gd name="T42" fmla="*/ 33 w 66"/>
                <a:gd name="T43" fmla="*/ 0 h 63"/>
                <a:gd name="T44" fmla="*/ 37 w 66"/>
                <a:gd name="T45" fmla="*/ 3 h 63"/>
                <a:gd name="T46" fmla="*/ 33 w 66"/>
                <a:gd name="T47" fmla="*/ 63 h 63"/>
                <a:gd name="T48" fmla="*/ 3 w 66"/>
                <a:gd name="T49" fmla="*/ 63 h 63"/>
                <a:gd name="T50" fmla="*/ 0 w 66"/>
                <a:gd name="T51" fmla="*/ 60 h 63"/>
                <a:gd name="T52" fmla="*/ 1 w 66"/>
                <a:gd name="T53" fmla="*/ 58 h 63"/>
                <a:gd name="T54" fmla="*/ 16 w 66"/>
                <a:gd name="T55" fmla="*/ 29 h 63"/>
                <a:gd name="T56" fmla="*/ 16 w 66"/>
                <a:gd name="T57" fmla="*/ 29 h 63"/>
                <a:gd name="T58" fmla="*/ 29 w 66"/>
                <a:gd name="T59" fmla="*/ 3 h 63"/>
                <a:gd name="T60" fmla="*/ 33 w 66"/>
                <a:gd name="T61" fmla="*/ 0 h 63"/>
                <a:gd name="T62" fmla="*/ 33 w 66"/>
                <a:gd name="T63" fmla="*/ 21 h 63"/>
                <a:gd name="T64" fmla="*/ 29 w 66"/>
                <a:gd name="T65" fmla="*/ 21 h 63"/>
                <a:gd name="T66" fmla="*/ 26 w 66"/>
                <a:gd name="T67" fmla="*/ 24 h 63"/>
                <a:gd name="T68" fmla="*/ 28 w 66"/>
                <a:gd name="T69" fmla="*/ 43 h 63"/>
                <a:gd name="T70" fmla="*/ 31 w 66"/>
                <a:gd name="T71" fmla="*/ 46 h 63"/>
                <a:gd name="T72" fmla="*/ 33 w 66"/>
                <a:gd name="T73" fmla="*/ 46 h 63"/>
                <a:gd name="T74" fmla="*/ 33 w 66"/>
                <a:gd name="T75" fmla="*/ 48 h 63"/>
                <a:gd name="T76" fmla="*/ 31 w 66"/>
                <a:gd name="T77" fmla="*/ 48 h 63"/>
                <a:gd name="T78" fmla="*/ 28 w 66"/>
                <a:gd name="T79" fmla="*/ 51 h 63"/>
                <a:gd name="T80" fmla="*/ 28 w 66"/>
                <a:gd name="T81" fmla="*/ 56 h 63"/>
                <a:gd name="T82" fmla="*/ 31 w 66"/>
                <a:gd name="T83" fmla="*/ 58 h 63"/>
                <a:gd name="T84" fmla="*/ 33 w 66"/>
                <a:gd name="T85" fmla="*/ 58 h 63"/>
                <a:gd name="T86" fmla="*/ 33 w 66"/>
                <a:gd name="T87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6" h="63">
                  <a:moveTo>
                    <a:pt x="37" y="3"/>
                  </a:moveTo>
                  <a:cubicBezTo>
                    <a:pt x="50" y="29"/>
                    <a:pt x="50" y="29"/>
                    <a:pt x="50" y="29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6" y="60"/>
                    <a:pt x="66" y="62"/>
                    <a:pt x="65" y="63"/>
                  </a:cubicBezTo>
                  <a:cubicBezTo>
                    <a:pt x="64" y="63"/>
                    <a:pt x="64" y="63"/>
                    <a:pt x="63" y="63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7" y="58"/>
                    <a:pt x="38" y="57"/>
                    <a:pt x="38" y="56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49"/>
                    <a:pt x="37" y="48"/>
                    <a:pt x="36" y="48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6" y="46"/>
                    <a:pt x="38" y="45"/>
                    <a:pt x="38" y="43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1" y="22"/>
                    <a:pt x="39" y="21"/>
                    <a:pt x="37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0"/>
                    <a:pt x="36" y="1"/>
                    <a:pt x="37" y="3"/>
                  </a:cubicBezTo>
                  <a:close/>
                  <a:moveTo>
                    <a:pt x="33" y="63"/>
                  </a:moveTo>
                  <a:cubicBezTo>
                    <a:pt x="3" y="63"/>
                    <a:pt x="3" y="63"/>
                    <a:pt x="3" y="63"/>
                  </a:cubicBezTo>
                  <a:cubicBezTo>
                    <a:pt x="1" y="63"/>
                    <a:pt x="0" y="62"/>
                    <a:pt x="0" y="60"/>
                  </a:cubicBezTo>
                  <a:cubicBezTo>
                    <a:pt x="0" y="60"/>
                    <a:pt x="0" y="59"/>
                    <a:pt x="1" y="5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1"/>
                    <a:pt x="32" y="0"/>
                    <a:pt x="33" y="0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7" y="21"/>
                    <a:pt x="25" y="22"/>
                    <a:pt x="26" y="2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9" y="45"/>
                    <a:pt x="30" y="46"/>
                    <a:pt x="31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29" y="48"/>
                    <a:pt x="28" y="49"/>
                    <a:pt x="28" y="51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7"/>
                    <a:pt x="29" y="58"/>
                    <a:pt x="31" y="58"/>
                  </a:cubicBezTo>
                  <a:cubicBezTo>
                    <a:pt x="33" y="58"/>
                    <a:pt x="33" y="58"/>
                    <a:pt x="33" y="58"/>
                  </a:cubicBezTo>
                  <a:lnTo>
                    <a:pt x="33" y="6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6" name="î$ľî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ECA5FA1-F066-45D9-8F89-7134648FA1FE}"/>
                </a:ext>
              </a:extLst>
            </p:cNvPr>
            <p:cNvSpPr/>
            <p:nvPr/>
          </p:nvSpPr>
          <p:spPr bwMode="auto">
            <a:xfrm>
              <a:off x="5633039" y="4319880"/>
              <a:ext cx="195445" cy="129482"/>
            </a:xfrm>
            <a:custGeom>
              <a:avLst/>
              <a:gdLst>
                <a:gd name="T0" fmla="*/ 7 w 77"/>
                <a:gd name="T1" fmla="*/ 11 h 51"/>
                <a:gd name="T2" fmla="*/ 44 w 77"/>
                <a:gd name="T3" fmla="*/ 11 h 51"/>
                <a:gd name="T4" fmla="*/ 47 w 77"/>
                <a:gd name="T5" fmla="*/ 12 h 51"/>
                <a:gd name="T6" fmla="*/ 47 w 77"/>
                <a:gd name="T7" fmla="*/ 3 h 51"/>
                <a:gd name="T8" fmla="*/ 57 w 77"/>
                <a:gd name="T9" fmla="*/ 3 h 51"/>
                <a:gd name="T10" fmla="*/ 74 w 77"/>
                <a:gd name="T11" fmla="*/ 21 h 51"/>
                <a:gd name="T12" fmla="*/ 74 w 77"/>
                <a:gd name="T13" fmla="*/ 30 h 51"/>
                <a:gd name="T14" fmla="*/ 57 w 77"/>
                <a:gd name="T15" fmla="*/ 48 h 51"/>
                <a:gd name="T16" fmla="*/ 47 w 77"/>
                <a:gd name="T17" fmla="*/ 48 h 51"/>
                <a:gd name="T18" fmla="*/ 47 w 77"/>
                <a:gd name="T19" fmla="*/ 39 h 51"/>
                <a:gd name="T20" fmla="*/ 44 w 77"/>
                <a:gd name="T21" fmla="*/ 40 h 51"/>
                <a:gd name="T22" fmla="*/ 7 w 77"/>
                <a:gd name="T23" fmla="*/ 40 h 51"/>
                <a:gd name="T24" fmla="*/ 0 w 77"/>
                <a:gd name="T25" fmla="*/ 32 h 51"/>
                <a:gd name="T26" fmla="*/ 0 w 77"/>
                <a:gd name="T27" fmla="*/ 19 h 51"/>
                <a:gd name="T28" fmla="*/ 7 w 77"/>
                <a:gd name="T29" fmla="*/ 1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7" h="51">
                  <a:moveTo>
                    <a:pt x="7" y="11"/>
                  </a:moveTo>
                  <a:cubicBezTo>
                    <a:pt x="44" y="11"/>
                    <a:pt x="44" y="11"/>
                    <a:pt x="44" y="11"/>
                  </a:cubicBezTo>
                  <a:cubicBezTo>
                    <a:pt x="45" y="11"/>
                    <a:pt x="46" y="11"/>
                    <a:pt x="47" y="12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50" y="0"/>
                    <a:pt x="54" y="0"/>
                    <a:pt x="57" y="3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7" y="23"/>
                    <a:pt x="77" y="28"/>
                    <a:pt x="74" y="30"/>
                  </a:cubicBezTo>
                  <a:cubicBezTo>
                    <a:pt x="57" y="48"/>
                    <a:pt x="57" y="48"/>
                    <a:pt x="57" y="48"/>
                  </a:cubicBezTo>
                  <a:cubicBezTo>
                    <a:pt x="54" y="51"/>
                    <a:pt x="50" y="51"/>
                    <a:pt x="47" y="48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6" y="40"/>
                    <a:pt x="45" y="40"/>
                    <a:pt x="44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3" y="40"/>
                    <a:pt x="0" y="37"/>
                    <a:pt x="0" y="32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5"/>
                    <a:pt x="3" y="11"/>
                    <a:pt x="7" y="1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7" name="išḷ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FFC9090-4DCB-4E41-A5AC-35F1074F9FF9}"/>
                </a:ext>
              </a:extLst>
            </p:cNvPr>
            <p:cNvSpPr/>
            <p:nvPr/>
          </p:nvSpPr>
          <p:spPr bwMode="auto">
            <a:xfrm>
              <a:off x="6886331" y="3866692"/>
              <a:ext cx="127039" cy="162464"/>
            </a:xfrm>
            <a:custGeom>
              <a:avLst/>
              <a:gdLst>
                <a:gd name="T0" fmla="*/ 10 w 50"/>
                <a:gd name="T1" fmla="*/ 56 h 64"/>
                <a:gd name="T2" fmla="*/ 10 w 50"/>
                <a:gd name="T3" fmla="*/ 33 h 64"/>
                <a:gd name="T4" fmla="*/ 11 w 50"/>
                <a:gd name="T5" fmla="*/ 30 h 64"/>
                <a:gd name="T6" fmla="*/ 2 w 50"/>
                <a:gd name="T7" fmla="*/ 30 h 64"/>
                <a:gd name="T8" fmla="*/ 2 w 50"/>
                <a:gd name="T9" fmla="*/ 20 h 64"/>
                <a:gd name="T10" fmla="*/ 20 w 50"/>
                <a:gd name="T11" fmla="*/ 3 h 64"/>
                <a:gd name="T12" fmla="*/ 30 w 50"/>
                <a:gd name="T13" fmla="*/ 3 h 64"/>
                <a:gd name="T14" fmla="*/ 47 w 50"/>
                <a:gd name="T15" fmla="*/ 20 h 64"/>
                <a:gd name="T16" fmla="*/ 47 w 50"/>
                <a:gd name="T17" fmla="*/ 30 h 64"/>
                <a:gd name="T18" fmla="*/ 39 w 50"/>
                <a:gd name="T19" fmla="*/ 30 h 64"/>
                <a:gd name="T20" fmla="*/ 39 w 50"/>
                <a:gd name="T21" fmla="*/ 33 h 64"/>
                <a:gd name="T22" fmla="*/ 39 w 50"/>
                <a:gd name="T23" fmla="*/ 56 h 64"/>
                <a:gd name="T24" fmla="*/ 32 w 50"/>
                <a:gd name="T25" fmla="*/ 64 h 64"/>
                <a:gd name="T26" fmla="*/ 18 w 50"/>
                <a:gd name="T27" fmla="*/ 64 h 64"/>
                <a:gd name="T28" fmla="*/ 10 w 50"/>
                <a:gd name="T29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64">
                  <a:moveTo>
                    <a:pt x="10" y="56"/>
                  </a:moveTo>
                  <a:cubicBezTo>
                    <a:pt x="10" y="33"/>
                    <a:pt x="10" y="33"/>
                    <a:pt x="10" y="33"/>
                  </a:cubicBezTo>
                  <a:cubicBezTo>
                    <a:pt x="10" y="32"/>
                    <a:pt x="11" y="31"/>
                    <a:pt x="11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0" y="27"/>
                    <a:pt x="0" y="23"/>
                    <a:pt x="2" y="2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3" y="0"/>
                    <a:pt x="27" y="0"/>
                    <a:pt x="30" y="3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50" y="23"/>
                    <a:pt x="50" y="27"/>
                    <a:pt x="47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1"/>
                    <a:pt x="39" y="32"/>
                    <a:pt x="39" y="33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9" y="60"/>
                    <a:pt x="36" y="64"/>
                    <a:pt x="32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4" y="64"/>
                    <a:pt x="10" y="60"/>
                    <a:pt x="10" y="5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8" name="ïSľï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C2530F2-4BA5-4E0C-81D0-AFEF0E311B07}"/>
                </a:ext>
              </a:extLst>
            </p:cNvPr>
            <p:cNvSpPr/>
            <p:nvPr/>
          </p:nvSpPr>
          <p:spPr bwMode="auto">
            <a:xfrm>
              <a:off x="6455130" y="3734767"/>
              <a:ext cx="127039" cy="162464"/>
            </a:xfrm>
            <a:custGeom>
              <a:avLst/>
              <a:gdLst>
                <a:gd name="T0" fmla="*/ 11 w 50"/>
                <a:gd name="T1" fmla="*/ 8 h 64"/>
                <a:gd name="T2" fmla="*/ 11 w 50"/>
                <a:gd name="T3" fmla="*/ 31 h 64"/>
                <a:gd name="T4" fmla="*/ 12 w 50"/>
                <a:gd name="T5" fmla="*/ 34 h 64"/>
                <a:gd name="T6" fmla="*/ 3 w 50"/>
                <a:gd name="T7" fmla="*/ 34 h 64"/>
                <a:gd name="T8" fmla="*/ 3 w 50"/>
                <a:gd name="T9" fmla="*/ 43 h 64"/>
                <a:gd name="T10" fmla="*/ 20 w 50"/>
                <a:gd name="T11" fmla="*/ 61 h 64"/>
                <a:gd name="T12" fmla="*/ 30 w 50"/>
                <a:gd name="T13" fmla="*/ 61 h 64"/>
                <a:gd name="T14" fmla="*/ 48 w 50"/>
                <a:gd name="T15" fmla="*/ 43 h 64"/>
                <a:gd name="T16" fmla="*/ 48 w 50"/>
                <a:gd name="T17" fmla="*/ 34 h 64"/>
                <a:gd name="T18" fmla="*/ 39 w 50"/>
                <a:gd name="T19" fmla="*/ 34 h 64"/>
                <a:gd name="T20" fmla="*/ 40 w 50"/>
                <a:gd name="T21" fmla="*/ 31 h 64"/>
                <a:gd name="T22" fmla="*/ 40 w 50"/>
                <a:gd name="T23" fmla="*/ 8 h 64"/>
                <a:gd name="T24" fmla="*/ 32 w 50"/>
                <a:gd name="T25" fmla="*/ 0 h 64"/>
                <a:gd name="T26" fmla="*/ 18 w 50"/>
                <a:gd name="T27" fmla="*/ 0 h 64"/>
                <a:gd name="T28" fmla="*/ 11 w 50"/>
                <a:gd name="T29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64">
                  <a:moveTo>
                    <a:pt x="11" y="8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11" y="32"/>
                    <a:pt x="11" y="33"/>
                    <a:pt x="12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0" y="36"/>
                    <a:pt x="0" y="41"/>
                    <a:pt x="3" y="43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23" y="64"/>
                    <a:pt x="28" y="64"/>
                    <a:pt x="30" y="61"/>
                  </a:cubicBezTo>
                  <a:cubicBezTo>
                    <a:pt x="48" y="43"/>
                    <a:pt x="48" y="43"/>
                    <a:pt x="48" y="43"/>
                  </a:cubicBezTo>
                  <a:cubicBezTo>
                    <a:pt x="50" y="41"/>
                    <a:pt x="50" y="36"/>
                    <a:pt x="4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40" y="33"/>
                    <a:pt x="40" y="32"/>
                    <a:pt x="40" y="3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3"/>
                    <a:pt x="36" y="0"/>
                    <a:pt x="3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1" y="3"/>
                    <a:pt x="11" y="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9" name="ïšľî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515FE3D-2541-44AB-8025-FB6E8979410E}"/>
                </a:ext>
              </a:extLst>
            </p:cNvPr>
            <p:cNvSpPr/>
            <p:nvPr/>
          </p:nvSpPr>
          <p:spPr bwMode="auto">
            <a:xfrm>
              <a:off x="7084219" y="2675698"/>
              <a:ext cx="91615" cy="94058"/>
            </a:xfrm>
            <a:custGeom>
              <a:avLst/>
              <a:gdLst>
                <a:gd name="T0" fmla="*/ 3 w 36"/>
                <a:gd name="T1" fmla="*/ 6 h 37"/>
                <a:gd name="T2" fmla="*/ 6 w 36"/>
                <a:gd name="T3" fmla="*/ 3 h 37"/>
                <a:gd name="T4" fmla="*/ 14 w 36"/>
                <a:gd name="T5" fmla="*/ 2 h 37"/>
                <a:gd name="T6" fmla="*/ 18 w 36"/>
                <a:gd name="T7" fmla="*/ 6 h 37"/>
                <a:gd name="T8" fmla="*/ 22 w 36"/>
                <a:gd name="T9" fmla="*/ 2 h 37"/>
                <a:gd name="T10" fmla="*/ 30 w 36"/>
                <a:gd name="T11" fmla="*/ 3 h 37"/>
                <a:gd name="T12" fmla="*/ 33 w 36"/>
                <a:gd name="T13" fmla="*/ 6 h 37"/>
                <a:gd name="T14" fmla="*/ 34 w 36"/>
                <a:gd name="T15" fmla="*/ 14 h 37"/>
                <a:gd name="T16" fmla="*/ 30 w 36"/>
                <a:gd name="T17" fmla="*/ 18 h 37"/>
                <a:gd name="T18" fmla="*/ 34 w 36"/>
                <a:gd name="T19" fmla="*/ 23 h 37"/>
                <a:gd name="T20" fmla="*/ 33 w 36"/>
                <a:gd name="T21" fmla="*/ 31 h 37"/>
                <a:gd name="T22" fmla="*/ 30 w 36"/>
                <a:gd name="T23" fmla="*/ 34 h 37"/>
                <a:gd name="T24" fmla="*/ 22 w 36"/>
                <a:gd name="T25" fmla="*/ 35 h 37"/>
                <a:gd name="T26" fmla="*/ 18 w 36"/>
                <a:gd name="T27" fmla="*/ 30 h 37"/>
                <a:gd name="T28" fmla="*/ 14 w 36"/>
                <a:gd name="T29" fmla="*/ 35 h 37"/>
                <a:gd name="T30" fmla="*/ 6 w 36"/>
                <a:gd name="T31" fmla="*/ 34 h 37"/>
                <a:gd name="T32" fmla="*/ 3 w 36"/>
                <a:gd name="T33" fmla="*/ 31 h 37"/>
                <a:gd name="T34" fmla="*/ 2 w 36"/>
                <a:gd name="T35" fmla="*/ 23 h 37"/>
                <a:gd name="T36" fmla="*/ 6 w 36"/>
                <a:gd name="T37" fmla="*/ 18 h 37"/>
                <a:gd name="T38" fmla="*/ 2 w 36"/>
                <a:gd name="T39" fmla="*/ 14 h 37"/>
                <a:gd name="T40" fmla="*/ 3 w 36"/>
                <a:gd name="T41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" h="37">
                  <a:moveTo>
                    <a:pt x="3" y="6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8" y="1"/>
                    <a:pt x="12" y="0"/>
                    <a:pt x="14" y="2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4" y="0"/>
                    <a:pt x="28" y="1"/>
                    <a:pt x="30" y="3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6" y="9"/>
                    <a:pt x="36" y="12"/>
                    <a:pt x="34" y="14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6" y="24"/>
                    <a:pt x="36" y="28"/>
                    <a:pt x="33" y="31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8" y="36"/>
                    <a:pt x="24" y="37"/>
                    <a:pt x="22" y="35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2" y="37"/>
                    <a:pt x="8" y="36"/>
                    <a:pt x="6" y="34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8"/>
                    <a:pt x="0" y="24"/>
                    <a:pt x="2" y="23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2"/>
                    <a:pt x="0" y="9"/>
                    <a:pt x="3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0" name="îśḷï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A35FFCE-91D0-4DA2-A1D9-FE2DC4701A8C}"/>
                </a:ext>
              </a:extLst>
            </p:cNvPr>
            <p:cNvSpPr/>
            <p:nvPr/>
          </p:nvSpPr>
          <p:spPr bwMode="auto">
            <a:xfrm>
              <a:off x="8026020" y="2637831"/>
              <a:ext cx="63520" cy="151470"/>
            </a:xfrm>
            <a:custGeom>
              <a:avLst/>
              <a:gdLst>
                <a:gd name="T0" fmla="*/ 5 w 25"/>
                <a:gd name="T1" fmla="*/ 0 h 60"/>
                <a:gd name="T2" fmla="*/ 20 w 25"/>
                <a:gd name="T3" fmla="*/ 0 h 60"/>
                <a:gd name="T4" fmla="*/ 25 w 25"/>
                <a:gd name="T5" fmla="*/ 4 h 60"/>
                <a:gd name="T6" fmla="*/ 25 w 25"/>
                <a:gd name="T7" fmla="*/ 4 h 60"/>
                <a:gd name="T8" fmla="*/ 25 w 25"/>
                <a:gd name="T9" fmla="*/ 5 h 60"/>
                <a:gd name="T10" fmla="*/ 20 w 25"/>
                <a:gd name="T11" fmla="*/ 37 h 60"/>
                <a:gd name="T12" fmla="*/ 15 w 25"/>
                <a:gd name="T13" fmla="*/ 41 h 60"/>
                <a:gd name="T14" fmla="*/ 10 w 25"/>
                <a:gd name="T15" fmla="*/ 41 h 60"/>
                <a:gd name="T16" fmla="*/ 5 w 25"/>
                <a:gd name="T17" fmla="*/ 37 h 60"/>
                <a:gd name="T18" fmla="*/ 0 w 25"/>
                <a:gd name="T19" fmla="*/ 5 h 60"/>
                <a:gd name="T20" fmla="*/ 0 w 25"/>
                <a:gd name="T21" fmla="*/ 5 h 60"/>
                <a:gd name="T22" fmla="*/ 0 w 25"/>
                <a:gd name="T23" fmla="*/ 4 h 60"/>
                <a:gd name="T24" fmla="*/ 5 w 25"/>
                <a:gd name="T25" fmla="*/ 0 h 60"/>
                <a:gd name="T26" fmla="*/ 8 w 25"/>
                <a:gd name="T27" fmla="*/ 45 h 60"/>
                <a:gd name="T28" fmla="*/ 17 w 25"/>
                <a:gd name="T29" fmla="*/ 45 h 60"/>
                <a:gd name="T30" fmla="*/ 20 w 25"/>
                <a:gd name="T31" fmla="*/ 48 h 60"/>
                <a:gd name="T32" fmla="*/ 20 w 25"/>
                <a:gd name="T33" fmla="*/ 57 h 60"/>
                <a:gd name="T34" fmla="*/ 17 w 25"/>
                <a:gd name="T35" fmla="*/ 60 h 60"/>
                <a:gd name="T36" fmla="*/ 8 w 25"/>
                <a:gd name="T37" fmla="*/ 60 h 60"/>
                <a:gd name="T38" fmla="*/ 5 w 25"/>
                <a:gd name="T39" fmla="*/ 57 h 60"/>
                <a:gd name="T40" fmla="*/ 5 w 25"/>
                <a:gd name="T41" fmla="*/ 48 h 60"/>
                <a:gd name="T42" fmla="*/ 8 w 25"/>
                <a:gd name="T43" fmla="*/ 4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" h="60">
                  <a:moveTo>
                    <a:pt x="5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4" y="2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9"/>
                    <a:pt x="18" y="41"/>
                    <a:pt x="15" y="41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7" y="41"/>
                    <a:pt x="5" y="39"/>
                    <a:pt x="5" y="3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2"/>
                    <a:pt x="3" y="0"/>
                    <a:pt x="5" y="0"/>
                  </a:cubicBezTo>
                  <a:close/>
                  <a:moveTo>
                    <a:pt x="8" y="45"/>
                  </a:moveTo>
                  <a:cubicBezTo>
                    <a:pt x="17" y="45"/>
                    <a:pt x="17" y="45"/>
                    <a:pt x="17" y="45"/>
                  </a:cubicBezTo>
                  <a:cubicBezTo>
                    <a:pt x="19" y="45"/>
                    <a:pt x="20" y="46"/>
                    <a:pt x="20" y="48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9"/>
                    <a:pt x="19" y="60"/>
                    <a:pt x="17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6" y="60"/>
                    <a:pt x="5" y="59"/>
                    <a:pt x="5" y="57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5" y="46"/>
                    <a:pt x="6" y="45"/>
                    <a:pt x="8" y="4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1" name="ïṧļï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3F511BA-9688-45B9-AEB0-4D3F54B7A198}"/>
                </a:ext>
              </a:extLst>
            </p:cNvPr>
            <p:cNvSpPr/>
            <p:nvPr/>
          </p:nvSpPr>
          <p:spPr bwMode="auto">
            <a:xfrm>
              <a:off x="7479996" y="2777086"/>
              <a:ext cx="350580" cy="309048"/>
            </a:xfrm>
            <a:custGeom>
              <a:avLst/>
              <a:gdLst>
                <a:gd name="T0" fmla="*/ 117 w 138"/>
                <a:gd name="T1" fmla="*/ 6 h 122"/>
                <a:gd name="T2" fmla="*/ 130 w 138"/>
                <a:gd name="T3" fmla="*/ 17 h 122"/>
                <a:gd name="T4" fmla="*/ 132 w 138"/>
                <a:gd name="T5" fmla="*/ 41 h 122"/>
                <a:gd name="T6" fmla="*/ 69 w 138"/>
                <a:gd name="T7" fmla="*/ 113 h 122"/>
                <a:gd name="T8" fmla="*/ 62 w 138"/>
                <a:gd name="T9" fmla="*/ 118 h 122"/>
                <a:gd name="T10" fmla="*/ 42 w 138"/>
                <a:gd name="T11" fmla="*/ 116 h 122"/>
                <a:gd name="T12" fmla="*/ 7 w 138"/>
                <a:gd name="T13" fmla="*/ 83 h 122"/>
                <a:gd name="T14" fmla="*/ 6 w 138"/>
                <a:gd name="T15" fmla="*/ 60 h 122"/>
                <a:gd name="T16" fmla="*/ 19 w 138"/>
                <a:gd name="T17" fmla="*/ 46 h 122"/>
                <a:gd name="T18" fmla="*/ 42 w 138"/>
                <a:gd name="T19" fmla="*/ 45 h 122"/>
                <a:gd name="T20" fmla="*/ 52 w 138"/>
                <a:gd name="T21" fmla="*/ 55 h 122"/>
                <a:gd name="T22" fmla="*/ 93 w 138"/>
                <a:gd name="T23" fmla="*/ 8 h 122"/>
                <a:gd name="T24" fmla="*/ 117 w 138"/>
                <a:gd name="T25" fmla="*/ 6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" h="122">
                  <a:moveTo>
                    <a:pt x="117" y="6"/>
                  </a:moveTo>
                  <a:cubicBezTo>
                    <a:pt x="130" y="17"/>
                    <a:pt x="130" y="17"/>
                    <a:pt x="130" y="17"/>
                  </a:cubicBezTo>
                  <a:cubicBezTo>
                    <a:pt x="137" y="24"/>
                    <a:pt x="138" y="34"/>
                    <a:pt x="132" y="41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67" y="115"/>
                    <a:pt x="64" y="117"/>
                    <a:pt x="62" y="118"/>
                  </a:cubicBezTo>
                  <a:cubicBezTo>
                    <a:pt x="56" y="122"/>
                    <a:pt x="48" y="121"/>
                    <a:pt x="42" y="116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0" y="77"/>
                    <a:pt x="0" y="66"/>
                    <a:pt x="6" y="60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25" y="40"/>
                    <a:pt x="35" y="39"/>
                    <a:pt x="42" y="45"/>
                  </a:cubicBezTo>
                  <a:cubicBezTo>
                    <a:pt x="52" y="55"/>
                    <a:pt x="52" y="55"/>
                    <a:pt x="52" y="55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9" y="1"/>
                    <a:pt x="110" y="0"/>
                    <a:pt x="117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2" name="ïsl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45B2868-641D-4443-BB74-5675364CBAD0}"/>
                </a:ext>
              </a:extLst>
            </p:cNvPr>
            <p:cNvSpPr/>
            <p:nvPr/>
          </p:nvSpPr>
          <p:spPr bwMode="auto">
            <a:xfrm>
              <a:off x="6539416" y="1958659"/>
              <a:ext cx="153913" cy="96501"/>
            </a:xfrm>
            <a:custGeom>
              <a:avLst/>
              <a:gdLst>
                <a:gd name="T0" fmla="*/ 17 w 61"/>
                <a:gd name="T1" fmla="*/ 34 h 38"/>
                <a:gd name="T2" fmla="*/ 30 w 61"/>
                <a:gd name="T3" fmla="*/ 34 h 38"/>
                <a:gd name="T4" fmla="*/ 56 w 61"/>
                <a:gd name="T5" fmla="*/ 34 h 38"/>
                <a:gd name="T6" fmla="*/ 58 w 61"/>
                <a:gd name="T7" fmla="*/ 11 h 38"/>
                <a:gd name="T8" fmla="*/ 29 w 61"/>
                <a:gd name="T9" fmla="*/ 5 h 38"/>
                <a:gd name="T10" fmla="*/ 0 w 61"/>
                <a:gd name="T11" fmla="*/ 0 h 38"/>
                <a:gd name="T12" fmla="*/ 0 w 61"/>
                <a:gd name="T13" fmla="*/ 25 h 38"/>
                <a:gd name="T14" fmla="*/ 17 w 61"/>
                <a:gd name="T15" fmla="*/ 3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38">
                  <a:moveTo>
                    <a:pt x="17" y="34"/>
                  </a:moveTo>
                  <a:cubicBezTo>
                    <a:pt x="30" y="34"/>
                    <a:pt x="30" y="34"/>
                    <a:pt x="30" y="34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60" y="26"/>
                    <a:pt x="61" y="23"/>
                    <a:pt x="58" y="11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8"/>
                    <a:pt x="0" y="34"/>
                    <a:pt x="17" y="3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3" name="ïṧļí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BDF715D-AE01-4E51-A2C9-49927090BEBD}"/>
                </a:ext>
              </a:extLst>
            </p:cNvPr>
            <p:cNvSpPr/>
            <p:nvPr/>
          </p:nvSpPr>
          <p:spPr bwMode="auto">
            <a:xfrm>
              <a:off x="6508877" y="1920792"/>
              <a:ext cx="177123" cy="174679"/>
            </a:xfrm>
            <a:custGeom>
              <a:avLst/>
              <a:gdLst>
                <a:gd name="T0" fmla="*/ 28 w 70"/>
                <a:gd name="T1" fmla="*/ 53 h 69"/>
                <a:gd name="T2" fmla="*/ 8 w 70"/>
                <a:gd name="T3" fmla="*/ 36 h 69"/>
                <a:gd name="T4" fmla="*/ 8 w 70"/>
                <a:gd name="T5" fmla="*/ 20 h 69"/>
                <a:gd name="T6" fmla="*/ 8 w 70"/>
                <a:gd name="T7" fmla="*/ 6 h 69"/>
                <a:gd name="T8" fmla="*/ 0 w 70"/>
                <a:gd name="T9" fmla="*/ 2 h 69"/>
                <a:gd name="T10" fmla="*/ 0 w 70"/>
                <a:gd name="T11" fmla="*/ 2 h 69"/>
                <a:gd name="T12" fmla="*/ 0 w 70"/>
                <a:gd name="T13" fmla="*/ 2 h 69"/>
                <a:gd name="T14" fmla="*/ 4 w 70"/>
                <a:gd name="T15" fmla="*/ 15 h 69"/>
                <a:gd name="T16" fmla="*/ 5 w 70"/>
                <a:gd name="T17" fmla="*/ 42 h 69"/>
                <a:gd name="T18" fmla="*/ 17 w 70"/>
                <a:gd name="T19" fmla="*/ 61 h 69"/>
                <a:gd name="T20" fmla="*/ 15 w 70"/>
                <a:gd name="T21" fmla="*/ 65 h 69"/>
                <a:gd name="T22" fmla="*/ 20 w 70"/>
                <a:gd name="T23" fmla="*/ 69 h 69"/>
                <a:gd name="T24" fmla="*/ 25 w 70"/>
                <a:gd name="T25" fmla="*/ 64 h 69"/>
                <a:gd name="T26" fmla="*/ 24 w 70"/>
                <a:gd name="T27" fmla="*/ 61 h 69"/>
                <a:gd name="T28" fmla="*/ 24 w 70"/>
                <a:gd name="T29" fmla="*/ 61 h 69"/>
                <a:gd name="T30" fmla="*/ 42 w 70"/>
                <a:gd name="T31" fmla="*/ 61 h 69"/>
                <a:gd name="T32" fmla="*/ 57 w 70"/>
                <a:gd name="T33" fmla="*/ 61 h 69"/>
                <a:gd name="T34" fmla="*/ 55 w 70"/>
                <a:gd name="T35" fmla="*/ 64 h 69"/>
                <a:gd name="T36" fmla="*/ 60 w 70"/>
                <a:gd name="T37" fmla="*/ 69 h 69"/>
                <a:gd name="T38" fmla="*/ 65 w 70"/>
                <a:gd name="T39" fmla="*/ 65 h 69"/>
                <a:gd name="T40" fmla="*/ 64 w 70"/>
                <a:gd name="T41" fmla="*/ 60 h 69"/>
                <a:gd name="T42" fmla="*/ 70 w 70"/>
                <a:gd name="T43" fmla="*/ 53 h 69"/>
                <a:gd name="T44" fmla="*/ 42 w 70"/>
                <a:gd name="T45" fmla="*/ 53 h 69"/>
                <a:gd name="T46" fmla="*/ 28 w 70"/>
                <a:gd name="T47" fmla="*/ 53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" h="69">
                  <a:moveTo>
                    <a:pt x="28" y="53"/>
                  </a:moveTo>
                  <a:cubicBezTo>
                    <a:pt x="9" y="53"/>
                    <a:pt x="8" y="57"/>
                    <a:pt x="8" y="36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14"/>
                    <a:pt x="10" y="10"/>
                    <a:pt x="8" y="6"/>
                  </a:cubicBezTo>
                  <a:cubicBezTo>
                    <a:pt x="6" y="1"/>
                    <a:pt x="1" y="0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4" y="11"/>
                    <a:pt x="4" y="15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59"/>
                    <a:pt x="5" y="61"/>
                    <a:pt x="17" y="61"/>
                  </a:cubicBezTo>
                  <a:cubicBezTo>
                    <a:pt x="16" y="62"/>
                    <a:pt x="15" y="63"/>
                    <a:pt x="15" y="65"/>
                  </a:cubicBezTo>
                  <a:cubicBezTo>
                    <a:pt x="15" y="67"/>
                    <a:pt x="18" y="69"/>
                    <a:pt x="20" y="69"/>
                  </a:cubicBezTo>
                  <a:cubicBezTo>
                    <a:pt x="23" y="69"/>
                    <a:pt x="25" y="67"/>
                    <a:pt x="25" y="64"/>
                  </a:cubicBezTo>
                  <a:cubicBezTo>
                    <a:pt x="25" y="63"/>
                    <a:pt x="25" y="61"/>
                    <a:pt x="24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57" y="61"/>
                    <a:pt x="57" y="61"/>
                    <a:pt x="57" y="61"/>
                  </a:cubicBezTo>
                  <a:cubicBezTo>
                    <a:pt x="56" y="61"/>
                    <a:pt x="55" y="63"/>
                    <a:pt x="55" y="64"/>
                  </a:cubicBezTo>
                  <a:cubicBezTo>
                    <a:pt x="55" y="67"/>
                    <a:pt x="58" y="69"/>
                    <a:pt x="60" y="69"/>
                  </a:cubicBezTo>
                  <a:cubicBezTo>
                    <a:pt x="63" y="69"/>
                    <a:pt x="65" y="67"/>
                    <a:pt x="65" y="65"/>
                  </a:cubicBezTo>
                  <a:cubicBezTo>
                    <a:pt x="65" y="63"/>
                    <a:pt x="64" y="61"/>
                    <a:pt x="64" y="60"/>
                  </a:cubicBezTo>
                  <a:cubicBezTo>
                    <a:pt x="70" y="60"/>
                    <a:pt x="69" y="61"/>
                    <a:pt x="70" y="53"/>
                  </a:cubicBezTo>
                  <a:cubicBezTo>
                    <a:pt x="42" y="53"/>
                    <a:pt x="42" y="53"/>
                    <a:pt x="42" y="53"/>
                  </a:cubicBezTo>
                  <a:lnTo>
                    <a:pt x="28" y="5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4" name="íśḷí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B591B9C-C5DA-4518-820F-FC0CCB286EB1}"/>
                </a:ext>
              </a:extLst>
            </p:cNvPr>
            <p:cNvSpPr/>
            <p:nvPr/>
          </p:nvSpPr>
          <p:spPr bwMode="auto">
            <a:xfrm>
              <a:off x="6384281" y="2323897"/>
              <a:ext cx="202774" cy="197888"/>
            </a:xfrm>
            <a:custGeom>
              <a:avLst/>
              <a:gdLst>
                <a:gd name="T0" fmla="*/ 49 w 80"/>
                <a:gd name="T1" fmla="*/ 17 h 78"/>
                <a:gd name="T2" fmla="*/ 34 w 80"/>
                <a:gd name="T3" fmla="*/ 19 h 78"/>
                <a:gd name="T4" fmla="*/ 32 w 80"/>
                <a:gd name="T5" fmla="*/ 17 h 78"/>
                <a:gd name="T6" fmla="*/ 31 w 80"/>
                <a:gd name="T7" fmla="*/ 15 h 78"/>
                <a:gd name="T8" fmla="*/ 31 w 80"/>
                <a:gd name="T9" fmla="*/ 15 h 78"/>
                <a:gd name="T10" fmla="*/ 29 w 80"/>
                <a:gd name="T11" fmla="*/ 4 h 78"/>
                <a:gd name="T12" fmla="*/ 25 w 80"/>
                <a:gd name="T13" fmla="*/ 1 h 78"/>
                <a:gd name="T14" fmla="*/ 11 w 80"/>
                <a:gd name="T15" fmla="*/ 13 h 78"/>
                <a:gd name="T16" fmla="*/ 1 w 80"/>
                <a:gd name="T17" fmla="*/ 23 h 78"/>
                <a:gd name="T18" fmla="*/ 1 w 80"/>
                <a:gd name="T19" fmla="*/ 25 h 78"/>
                <a:gd name="T20" fmla="*/ 13 w 80"/>
                <a:gd name="T21" fmla="*/ 13 h 78"/>
                <a:gd name="T22" fmla="*/ 24 w 80"/>
                <a:gd name="T23" fmla="*/ 3 h 78"/>
                <a:gd name="T24" fmla="*/ 28 w 80"/>
                <a:gd name="T25" fmla="*/ 6 h 78"/>
                <a:gd name="T26" fmla="*/ 27 w 80"/>
                <a:gd name="T27" fmla="*/ 13 h 78"/>
                <a:gd name="T28" fmla="*/ 17 w 80"/>
                <a:gd name="T29" fmla="*/ 28 h 78"/>
                <a:gd name="T30" fmla="*/ 13 w 80"/>
                <a:gd name="T31" fmla="*/ 34 h 78"/>
                <a:gd name="T32" fmla="*/ 9 w 80"/>
                <a:gd name="T33" fmla="*/ 40 h 78"/>
                <a:gd name="T34" fmla="*/ 5 w 80"/>
                <a:gd name="T35" fmla="*/ 45 h 78"/>
                <a:gd name="T36" fmla="*/ 9 w 80"/>
                <a:gd name="T37" fmla="*/ 59 h 78"/>
                <a:gd name="T38" fmla="*/ 12 w 80"/>
                <a:gd name="T39" fmla="*/ 59 h 78"/>
                <a:gd name="T40" fmla="*/ 10 w 80"/>
                <a:gd name="T41" fmla="*/ 57 h 78"/>
                <a:gd name="T42" fmla="*/ 7 w 80"/>
                <a:gd name="T43" fmla="*/ 46 h 78"/>
                <a:gd name="T44" fmla="*/ 11 w 80"/>
                <a:gd name="T45" fmla="*/ 42 h 78"/>
                <a:gd name="T46" fmla="*/ 17 w 80"/>
                <a:gd name="T47" fmla="*/ 35 h 78"/>
                <a:gd name="T48" fmla="*/ 20 w 80"/>
                <a:gd name="T49" fmla="*/ 28 h 78"/>
                <a:gd name="T50" fmla="*/ 26 w 80"/>
                <a:gd name="T51" fmla="*/ 15 h 78"/>
                <a:gd name="T52" fmla="*/ 28 w 80"/>
                <a:gd name="T53" fmla="*/ 21 h 78"/>
                <a:gd name="T54" fmla="*/ 23 w 80"/>
                <a:gd name="T55" fmla="*/ 39 h 78"/>
                <a:gd name="T56" fmla="*/ 32 w 80"/>
                <a:gd name="T57" fmla="*/ 50 h 78"/>
                <a:gd name="T58" fmla="*/ 53 w 80"/>
                <a:gd name="T59" fmla="*/ 76 h 78"/>
                <a:gd name="T60" fmla="*/ 79 w 80"/>
                <a:gd name="T61" fmla="*/ 54 h 78"/>
                <a:gd name="T62" fmla="*/ 33 w 80"/>
                <a:gd name="T63" fmla="*/ 23 h 78"/>
                <a:gd name="T64" fmla="*/ 32 w 80"/>
                <a:gd name="T65" fmla="*/ 23 h 78"/>
                <a:gd name="T66" fmla="*/ 32 w 80"/>
                <a:gd name="T67" fmla="*/ 23 h 78"/>
                <a:gd name="T68" fmla="*/ 32 w 80"/>
                <a:gd name="T69" fmla="*/ 23 h 78"/>
                <a:gd name="T70" fmla="*/ 30 w 80"/>
                <a:gd name="T71" fmla="*/ 21 h 78"/>
                <a:gd name="T72" fmla="*/ 30 w 80"/>
                <a:gd name="T73" fmla="*/ 17 h 78"/>
                <a:gd name="T74" fmla="*/ 32 w 80"/>
                <a:gd name="T75" fmla="*/ 20 h 78"/>
                <a:gd name="T76" fmla="*/ 31 w 80"/>
                <a:gd name="T77" fmla="*/ 21 h 78"/>
                <a:gd name="T78" fmla="*/ 34 w 80"/>
                <a:gd name="T79" fmla="*/ 26 h 78"/>
                <a:gd name="T80" fmla="*/ 32 w 80"/>
                <a:gd name="T81" fmla="*/ 26 h 78"/>
                <a:gd name="T82" fmla="*/ 31 w 80"/>
                <a:gd name="T83" fmla="*/ 26 h 78"/>
                <a:gd name="T84" fmla="*/ 33 w 80"/>
                <a:gd name="T85" fmla="*/ 25 h 78"/>
                <a:gd name="T86" fmla="*/ 35 w 80"/>
                <a:gd name="T87" fmla="*/ 24 h 78"/>
                <a:gd name="T88" fmla="*/ 62 w 80"/>
                <a:gd name="T89" fmla="*/ 61 h 78"/>
                <a:gd name="T90" fmla="*/ 55 w 80"/>
                <a:gd name="T91" fmla="*/ 58 h 78"/>
                <a:gd name="T92" fmla="*/ 48 w 80"/>
                <a:gd name="T93" fmla="*/ 54 h 78"/>
                <a:gd name="T94" fmla="*/ 51 w 80"/>
                <a:gd name="T95" fmla="*/ 46 h 78"/>
                <a:gd name="T96" fmla="*/ 55 w 80"/>
                <a:gd name="T97" fmla="*/ 41 h 78"/>
                <a:gd name="T98" fmla="*/ 66 w 80"/>
                <a:gd name="T99" fmla="*/ 48 h 78"/>
                <a:gd name="T100" fmla="*/ 62 w 80"/>
                <a:gd name="T101" fmla="*/ 6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0" h="78">
                  <a:moveTo>
                    <a:pt x="55" y="25"/>
                  </a:moveTo>
                  <a:cubicBezTo>
                    <a:pt x="49" y="17"/>
                    <a:pt x="49" y="17"/>
                    <a:pt x="49" y="17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20"/>
                    <a:pt x="34" y="19"/>
                    <a:pt x="34" y="19"/>
                  </a:cubicBezTo>
                  <a:cubicBezTo>
                    <a:pt x="34" y="19"/>
                    <a:pt x="33" y="18"/>
                    <a:pt x="33" y="18"/>
                  </a:cubicBezTo>
                  <a:cubicBezTo>
                    <a:pt x="33" y="18"/>
                    <a:pt x="33" y="17"/>
                    <a:pt x="32" y="17"/>
                  </a:cubicBezTo>
                  <a:cubicBezTo>
                    <a:pt x="32" y="16"/>
                    <a:pt x="31" y="16"/>
                    <a:pt x="31" y="1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2" y="12"/>
                    <a:pt x="32" y="10"/>
                    <a:pt x="31" y="7"/>
                  </a:cubicBezTo>
                  <a:cubicBezTo>
                    <a:pt x="30" y="6"/>
                    <a:pt x="30" y="5"/>
                    <a:pt x="29" y="4"/>
                  </a:cubicBezTo>
                  <a:cubicBezTo>
                    <a:pt x="28" y="3"/>
                    <a:pt x="27" y="1"/>
                    <a:pt x="25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3" y="0"/>
                    <a:pt x="21" y="0"/>
                    <a:pt x="19" y="0"/>
                  </a:cubicBezTo>
                  <a:cubicBezTo>
                    <a:pt x="16" y="1"/>
                    <a:pt x="13" y="5"/>
                    <a:pt x="11" y="13"/>
                  </a:cubicBezTo>
                  <a:cubicBezTo>
                    <a:pt x="10" y="16"/>
                    <a:pt x="10" y="18"/>
                    <a:pt x="8" y="20"/>
                  </a:cubicBezTo>
                  <a:cubicBezTo>
                    <a:pt x="7" y="22"/>
                    <a:pt x="4" y="23"/>
                    <a:pt x="1" y="23"/>
                  </a:cubicBezTo>
                  <a:cubicBezTo>
                    <a:pt x="0" y="23"/>
                    <a:pt x="0" y="23"/>
                    <a:pt x="0" y="24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5" y="25"/>
                    <a:pt x="8" y="24"/>
                    <a:pt x="10" y="21"/>
                  </a:cubicBezTo>
                  <a:cubicBezTo>
                    <a:pt x="11" y="19"/>
                    <a:pt x="12" y="16"/>
                    <a:pt x="13" y="13"/>
                  </a:cubicBezTo>
                  <a:cubicBezTo>
                    <a:pt x="15" y="6"/>
                    <a:pt x="17" y="3"/>
                    <a:pt x="20" y="2"/>
                  </a:cubicBezTo>
                  <a:cubicBezTo>
                    <a:pt x="21" y="2"/>
                    <a:pt x="23" y="2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6" y="3"/>
                    <a:pt x="27" y="4"/>
                    <a:pt x="28" y="6"/>
                  </a:cubicBezTo>
                  <a:cubicBezTo>
                    <a:pt x="29" y="8"/>
                    <a:pt x="30" y="11"/>
                    <a:pt x="29" y="14"/>
                  </a:cubicBezTo>
                  <a:cubicBezTo>
                    <a:pt x="28" y="14"/>
                    <a:pt x="27" y="13"/>
                    <a:pt x="27" y="13"/>
                  </a:cubicBezTo>
                  <a:cubicBezTo>
                    <a:pt x="23" y="13"/>
                    <a:pt x="20" y="14"/>
                    <a:pt x="19" y="21"/>
                  </a:cubicBezTo>
                  <a:cubicBezTo>
                    <a:pt x="19" y="23"/>
                    <a:pt x="17" y="25"/>
                    <a:pt x="17" y="28"/>
                  </a:cubicBezTo>
                  <a:cubicBezTo>
                    <a:pt x="16" y="30"/>
                    <a:pt x="13" y="32"/>
                    <a:pt x="13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8"/>
                    <a:pt x="11" y="39"/>
                    <a:pt x="9" y="40"/>
                  </a:cubicBezTo>
                  <a:cubicBezTo>
                    <a:pt x="8" y="41"/>
                    <a:pt x="7" y="42"/>
                    <a:pt x="6" y="43"/>
                  </a:cubicBezTo>
                  <a:cubicBezTo>
                    <a:pt x="6" y="43"/>
                    <a:pt x="6" y="44"/>
                    <a:pt x="5" y="45"/>
                  </a:cubicBezTo>
                  <a:cubicBezTo>
                    <a:pt x="4" y="47"/>
                    <a:pt x="4" y="50"/>
                    <a:pt x="4" y="52"/>
                  </a:cubicBezTo>
                  <a:cubicBezTo>
                    <a:pt x="5" y="55"/>
                    <a:pt x="6" y="57"/>
                    <a:pt x="9" y="59"/>
                  </a:cubicBezTo>
                  <a:cubicBezTo>
                    <a:pt x="10" y="59"/>
                    <a:pt x="10" y="59"/>
                    <a:pt x="11" y="60"/>
                  </a:cubicBezTo>
                  <a:cubicBezTo>
                    <a:pt x="12" y="60"/>
                    <a:pt x="12" y="60"/>
                    <a:pt x="12" y="59"/>
                  </a:cubicBezTo>
                  <a:cubicBezTo>
                    <a:pt x="13" y="59"/>
                    <a:pt x="12" y="58"/>
                    <a:pt x="12" y="58"/>
                  </a:cubicBezTo>
                  <a:cubicBezTo>
                    <a:pt x="11" y="57"/>
                    <a:pt x="11" y="57"/>
                    <a:pt x="10" y="57"/>
                  </a:cubicBezTo>
                  <a:cubicBezTo>
                    <a:pt x="8" y="55"/>
                    <a:pt x="7" y="54"/>
                    <a:pt x="6" y="52"/>
                  </a:cubicBezTo>
                  <a:cubicBezTo>
                    <a:pt x="6" y="50"/>
                    <a:pt x="6" y="48"/>
                    <a:pt x="7" y="46"/>
                  </a:cubicBezTo>
                  <a:cubicBezTo>
                    <a:pt x="8" y="45"/>
                    <a:pt x="8" y="44"/>
                    <a:pt x="8" y="44"/>
                  </a:cubicBezTo>
                  <a:cubicBezTo>
                    <a:pt x="8" y="43"/>
                    <a:pt x="9" y="43"/>
                    <a:pt x="11" y="42"/>
                  </a:cubicBezTo>
                  <a:cubicBezTo>
                    <a:pt x="13" y="40"/>
                    <a:pt x="16" y="38"/>
                    <a:pt x="17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3"/>
                    <a:pt x="19" y="31"/>
                    <a:pt x="20" y="28"/>
                  </a:cubicBezTo>
                  <a:cubicBezTo>
                    <a:pt x="20" y="26"/>
                    <a:pt x="21" y="23"/>
                    <a:pt x="21" y="21"/>
                  </a:cubicBezTo>
                  <a:cubicBezTo>
                    <a:pt x="22" y="16"/>
                    <a:pt x="24" y="15"/>
                    <a:pt x="26" y="15"/>
                  </a:cubicBezTo>
                  <a:cubicBezTo>
                    <a:pt x="27" y="15"/>
                    <a:pt x="27" y="16"/>
                    <a:pt x="28" y="16"/>
                  </a:cubicBezTo>
                  <a:cubicBezTo>
                    <a:pt x="27" y="18"/>
                    <a:pt x="27" y="20"/>
                    <a:pt x="28" y="21"/>
                  </a:cubicBezTo>
                  <a:cubicBezTo>
                    <a:pt x="28" y="22"/>
                    <a:pt x="28" y="23"/>
                    <a:pt x="29" y="23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70" y="78"/>
                    <a:pt x="80" y="73"/>
                    <a:pt x="79" y="54"/>
                  </a:cubicBezTo>
                  <a:lnTo>
                    <a:pt x="55" y="25"/>
                  </a:lnTo>
                  <a:close/>
                  <a:moveTo>
                    <a:pt x="33" y="23"/>
                  </a:move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2" y="23"/>
                    <a:pt x="32" y="23"/>
                  </a:cubicBezTo>
                  <a:cubicBezTo>
                    <a:pt x="32" y="24"/>
                    <a:pt x="32" y="24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lose/>
                  <a:moveTo>
                    <a:pt x="30" y="21"/>
                  </a:moveTo>
                  <a:cubicBezTo>
                    <a:pt x="30" y="21"/>
                    <a:pt x="30" y="21"/>
                    <a:pt x="30" y="21"/>
                  </a:cubicBezTo>
                  <a:cubicBezTo>
                    <a:pt x="29" y="20"/>
                    <a:pt x="29" y="18"/>
                    <a:pt x="30" y="17"/>
                  </a:cubicBezTo>
                  <a:cubicBezTo>
                    <a:pt x="30" y="18"/>
                    <a:pt x="31" y="18"/>
                    <a:pt x="31" y="18"/>
                  </a:cubicBezTo>
                  <a:cubicBezTo>
                    <a:pt x="31" y="19"/>
                    <a:pt x="32" y="19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1"/>
                    <a:pt x="31" y="21"/>
                    <a:pt x="31" y="21"/>
                  </a:cubicBezTo>
                  <a:lnTo>
                    <a:pt x="30" y="21"/>
                  </a:lnTo>
                  <a:close/>
                  <a:moveTo>
                    <a:pt x="34" y="26"/>
                  </a:moveTo>
                  <a:cubicBezTo>
                    <a:pt x="34" y="27"/>
                    <a:pt x="34" y="27"/>
                    <a:pt x="33" y="27"/>
                  </a:cubicBezTo>
                  <a:cubicBezTo>
                    <a:pt x="33" y="27"/>
                    <a:pt x="33" y="27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1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3" y="26"/>
                    <a:pt x="33" y="26"/>
                    <a:pt x="33" y="25"/>
                  </a:cubicBezTo>
                  <a:cubicBezTo>
                    <a:pt x="33" y="25"/>
                    <a:pt x="34" y="25"/>
                    <a:pt x="34" y="25"/>
                  </a:cubicBezTo>
                  <a:cubicBezTo>
                    <a:pt x="34" y="25"/>
                    <a:pt x="35" y="24"/>
                    <a:pt x="35" y="24"/>
                  </a:cubicBezTo>
                  <a:cubicBezTo>
                    <a:pt x="35" y="25"/>
                    <a:pt x="35" y="26"/>
                    <a:pt x="34" y="26"/>
                  </a:cubicBezTo>
                  <a:close/>
                  <a:moveTo>
                    <a:pt x="62" y="61"/>
                  </a:moveTo>
                  <a:cubicBezTo>
                    <a:pt x="55" y="58"/>
                    <a:pt x="55" y="58"/>
                    <a:pt x="55" y="58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48" y="61"/>
                    <a:pt x="48" y="61"/>
                    <a:pt x="48" y="61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54"/>
                    <a:pt x="62" y="54"/>
                    <a:pt x="62" y="54"/>
                  </a:cubicBezTo>
                  <a:lnTo>
                    <a:pt x="62" y="6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5" name="íšḻí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B2EBDBD-375D-4FCE-9A78-2E77A0952E0C}"/>
                </a:ext>
              </a:extLst>
            </p:cNvPr>
            <p:cNvSpPr/>
            <p:nvPr/>
          </p:nvSpPr>
          <p:spPr bwMode="auto">
            <a:xfrm>
              <a:off x="6137532" y="1198866"/>
              <a:ext cx="155135" cy="174679"/>
            </a:xfrm>
            <a:custGeom>
              <a:avLst/>
              <a:gdLst>
                <a:gd name="T0" fmla="*/ 5 w 61"/>
                <a:gd name="T1" fmla="*/ 2 h 69"/>
                <a:gd name="T2" fmla="*/ 5 w 61"/>
                <a:gd name="T3" fmla="*/ 2 h 69"/>
                <a:gd name="T4" fmla="*/ 6 w 61"/>
                <a:gd name="T5" fmla="*/ 2 h 69"/>
                <a:gd name="T6" fmla="*/ 6 w 61"/>
                <a:gd name="T7" fmla="*/ 2 h 69"/>
                <a:gd name="T8" fmla="*/ 6 w 61"/>
                <a:gd name="T9" fmla="*/ 2 h 69"/>
                <a:gd name="T10" fmla="*/ 7 w 61"/>
                <a:gd name="T11" fmla="*/ 1 h 69"/>
                <a:gd name="T12" fmla="*/ 7 w 61"/>
                <a:gd name="T13" fmla="*/ 1 h 69"/>
                <a:gd name="T14" fmla="*/ 21 w 61"/>
                <a:gd name="T15" fmla="*/ 5 h 69"/>
                <a:gd name="T16" fmla="*/ 52 w 61"/>
                <a:gd name="T17" fmla="*/ 40 h 69"/>
                <a:gd name="T18" fmla="*/ 52 w 61"/>
                <a:gd name="T19" fmla="*/ 40 h 69"/>
                <a:gd name="T20" fmla="*/ 51 w 61"/>
                <a:gd name="T21" fmla="*/ 41 h 69"/>
                <a:gd name="T22" fmla="*/ 31 w 61"/>
                <a:gd name="T23" fmla="*/ 20 h 69"/>
                <a:gd name="T24" fmla="*/ 30 w 61"/>
                <a:gd name="T25" fmla="*/ 18 h 69"/>
                <a:gd name="T26" fmla="*/ 6 w 61"/>
                <a:gd name="T27" fmla="*/ 4 h 69"/>
                <a:gd name="T28" fmla="*/ 6 w 61"/>
                <a:gd name="T29" fmla="*/ 4 h 69"/>
                <a:gd name="T30" fmla="*/ 5 w 61"/>
                <a:gd name="T31" fmla="*/ 5 h 69"/>
                <a:gd name="T32" fmla="*/ 5 w 61"/>
                <a:gd name="T33" fmla="*/ 5 h 69"/>
                <a:gd name="T34" fmla="*/ 5 w 61"/>
                <a:gd name="T35" fmla="*/ 5 h 69"/>
                <a:gd name="T36" fmla="*/ 4 w 61"/>
                <a:gd name="T37" fmla="*/ 6 h 69"/>
                <a:gd name="T38" fmla="*/ 36 w 61"/>
                <a:gd name="T39" fmla="*/ 54 h 69"/>
                <a:gd name="T40" fmla="*/ 56 w 61"/>
                <a:gd name="T41" fmla="*/ 66 h 69"/>
                <a:gd name="T42" fmla="*/ 56 w 61"/>
                <a:gd name="T43" fmla="*/ 66 h 69"/>
                <a:gd name="T44" fmla="*/ 57 w 61"/>
                <a:gd name="T45" fmla="*/ 65 h 69"/>
                <a:gd name="T46" fmla="*/ 57 w 61"/>
                <a:gd name="T47" fmla="*/ 65 h 69"/>
                <a:gd name="T48" fmla="*/ 58 w 61"/>
                <a:gd name="T49" fmla="*/ 65 h 69"/>
                <a:gd name="T50" fmla="*/ 20 w 61"/>
                <a:gd name="T51" fmla="*/ 18 h 69"/>
                <a:gd name="T52" fmla="*/ 18 w 61"/>
                <a:gd name="T53" fmla="*/ 19 h 69"/>
                <a:gd name="T54" fmla="*/ 18 w 61"/>
                <a:gd name="T55" fmla="*/ 19 h 69"/>
                <a:gd name="T56" fmla="*/ 17 w 61"/>
                <a:gd name="T57" fmla="*/ 20 h 69"/>
                <a:gd name="T58" fmla="*/ 17 w 61"/>
                <a:gd name="T59" fmla="*/ 21 h 69"/>
                <a:gd name="T60" fmla="*/ 17 w 61"/>
                <a:gd name="T61" fmla="*/ 22 h 69"/>
                <a:gd name="T62" fmla="*/ 16 w 61"/>
                <a:gd name="T63" fmla="*/ 22 h 69"/>
                <a:gd name="T64" fmla="*/ 16 w 61"/>
                <a:gd name="T65" fmla="*/ 23 h 69"/>
                <a:gd name="T66" fmla="*/ 38 w 61"/>
                <a:gd name="T67" fmla="*/ 52 h 69"/>
                <a:gd name="T68" fmla="*/ 38 w 61"/>
                <a:gd name="T69" fmla="*/ 52 h 69"/>
                <a:gd name="T70" fmla="*/ 38 w 61"/>
                <a:gd name="T71" fmla="*/ 52 h 69"/>
                <a:gd name="T72" fmla="*/ 37 w 61"/>
                <a:gd name="T73" fmla="*/ 53 h 69"/>
                <a:gd name="T74" fmla="*/ 17 w 61"/>
                <a:gd name="T75" fmla="*/ 30 h 69"/>
                <a:gd name="T76" fmla="*/ 17 w 61"/>
                <a:gd name="T77" fmla="*/ 30 h 69"/>
                <a:gd name="T78" fmla="*/ 17 w 61"/>
                <a:gd name="T79" fmla="*/ 30 h 69"/>
                <a:gd name="T80" fmla="*/ 17 w 61"/>
                <a:gd name="T81" fmla="*/ 29 h 69"/>
                <a:gd name="T82" fmla="*/ 16 w 61"/>
                <a:gd name="T83" fmla="*/ 29 h 69"/>
                <a:gd name="T84" fmla="*/ 16 w 61"/>
                <a:gd name="T85" fmla="*/ 29 h 69"/>
                <a:gd name="T86" fmla="*/ 18 w 61"/>
                <a:gd name="T87" fmla="*/ 17 h 69"/>
                <a:gd name="T88" fmla="*/ 18 w 61"/>
                <a:gd name="T89" fmla="*/ 17 h 69"/>
                <a:gd name="T90" fmla="*/ 19 w 61"/>
                <a:gd name="T91" fmla="*/ 17 h 69"/>
                <a:gd name="T92" fmla="*/ 19 w 61"/>
                <a:gd name="T93" fmla="*/ 17 h 69"/>
                <a:gd name="T94" fmla="*/ 25 w 61"/>
                <a:gd name="T95" fmla="*/ 16 h 69"/>
                <a:gd name="T96" fmla="*/ 26 w 61"/>
                <a:gd name="T97" fmla="*/ 17 h 69"/>
                <a:gd name="T98" fmla="*/ 27 w 61"/>
                <a:gd name="T99" fmla="*/ 17 h 69"/>
                <a:gd name="T100" fmla="*/ 29 w 61"/>
                <a:gd name="T101" fmla="*/ 18 h 69"/>
                <a:gd name="T102" fmla="*/ 29 w 61"/>
                <a:gd name="T103" fmla="*/ 19 h 69"/>
                <a:gd name="T104" fmla="*/ 58 w 61"/>
                <a:gd name="T105" fmla="*/ 51 h 69"/>
                <a:gd name="T106" fmla="*/ 61 w 61"/>
                <a:gd name="T107" fmla="*/ 56 h 69"/>
                <a:gd name="T108" fmla="*/ 61 w 61"/>
                <a:gd name="T109" fmla="*/ 57 h 69"/>
                <a:gd name="T110" fmla="*/ 61 w 61"/>
                <a:gd name="T111" fmla="*/ 57 h 69"/>
                <a:gd name="T112" fmla="*/ 61 w 61"/>
                <a:gd name="T113" fmla="*/ 58 h 69"/>
                <a:gd name="T114" fmla="*/ 61 w 61"/>
                <a:gd name="T115" fmla="*/ 58 h 69"/>
                <a:gd name="T116" fmla="*/ 59 w 61"/>
                <a:gd name="T117" fmla="*/ 65 h 69"/>
                <a:gd name="T118" fmla="*/ 59 w 61"/>
                <a:gd name="T119" fmla="*/ 65 h 69"/>
                <a:gd name="T120" fmla="*/ 59 w 61"/>
                <a:gd name="T121" fmla="*/ 66 h 69"/>
                <a:gd name="T122" fmla="*/ 59 w 61"/>
                <a:gd name="T123" fmla="*/ 66 h 69"/>
                <a:gd name="T124" fmla="*/ 35 w 61"/>
                <a:gd name="T125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69">
                  <a:moveTo>
                    <a:pt x="35" y="55"/>
                  </a:moveTo>
                  <a:cubicBezTo>
                    <a:pt x="12" y="29"/>
                    <a:pt x="12" y="29"/>
                    <a:pt x="12" y="29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4" y="19"/>
                    <a:pt x="2" y="17"/>
                    <a:pt x="2" y="15"/>
                  </a:cubicBezTo>
                  <a:cubicBezTo>
                    <a:pt x="0" y="12"/>
                    <a:pt x="0" y="8"/>
                    <a:pt x="3" y="5"/>
                  </a:cubicBezTo>
                  <a:cubicBezTo>
                    <a:pt x="3" y="4"/>
                    <a:pt x="4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1" y="0"/>
                    <a:pt x="14" y="0"/>
                    <a:pt x="17" y="2"/>
                  </a:cubicBezTo>
                  <a:cubicBezTo>
                    <a:pt x="18" y="2"/>
                    <a:pt x="20" y="4"/>
                    <a:pt x="21" y="5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5"/>
                    <a:pt x="17" y="4"/>
                    <a:pt x="16" y="3"/>
                  </a:cubicBezTo>
                  <a:cubicBezTo>
                    <a:pt x="14" y="2"/>
                    <a:pt x="11" y="1"/>
                    <a:pt x="8" y="3"/>
                  </a:cubicBezTo>
                  <a:cubicBezTo>
                    <a:pt x="7" y="3"/>
                    <a:pt x="7" y="3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2"/>
                    <a:pt x="3" y="15"/>
                  </a:cubicBezTo>
                  <a:cubicBezTo>
                    <a:pt x="4" y="16"/>
                    <a:pt x="5" y="18"/>
                    <a:pt x="6" y="19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5" y="63"/>
                    <a:pt x="45" y="64"/>
                    <a:pt x="46" y="65"/>
                  </a:cubicBezTo>
                  <a:cubicBezTo>
                    <a:pt x="47" y="65"/>
                    <a:pt x="47" y="65"/>
                    <a:pt x="48" y="66"/>
                  </a:cubicBezTo>
                  <a:cubicBezTo>
                    <a:pt x="50" y="67"/>
                    <a:pt x="52" y="67"/>
                    <a:pt x="55" y="66"/>
                  </a:cubicBezTo>
                  <a:cubicBezTo>
                    <a:pt x="55" y="66"/>
                    <a:pt x="55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59" y="64"/>
                    <a:pt x="59" y="62"/>
                    <a:pt x="59" y="61"/>
                  </a:cubicBezTo>
                  <a:cubicBezTo>
                    <a:pt x="60" y="59"/>
                    <a:pt x="60" y="58"/>
                    <a:pt x="59" y="56"/>
                  </a:cubicBezTo>
                  <a:cubicBezTo>
                    <a:pt x="59" y="56"/>
                    <a:pt x="59" y="55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48" y="43"/>
                    <a:pt x="48" y="43"/>
                    <a:pt x="48" y="43"/>
                  </a:cubicBezTo>
                  <a:cubicBezTo>
                    <a:pt x="42" y="35"/>
                    <a:pt x="35" y="28"/>
                    <a:pt x="29" y="21"/>
                  </a:cubicBezTo>
                  <a:cubicBezTo>
                    <a:pt x="26" y="18"/>
                    <a:pt x="23" y="16"/>
                    <a:pt x="20" y="18"/>
                  </a:cubicBezTo>
                  <a:cubicBezTo>
                    <a:pt x="19" y="18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6"/>
                    <a:pt x="17" y="28"/>
                    <a:pt x="19" y="29"/>
                  </a:cubicBezTo>
                  <a:cubicBezTo>
                    <a:pt x="25" y="37"/>
                    <a:pt x="32" y="44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8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1" y="45"/>
                    <a:pt x="24" y="38"/>
                    <a:pt x="18" y="31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5" y="27"/>
                    <a:pt x="15" y="26"/>
                    <a:pt x="15" y="24"/>
                  </a:cubicBezTo>
                  <a:cubicBezTo>
                    <a:pt x="15" y="22"/>
                    <a:pt x="15" y="20"/>
                    <a:pt x="16" y="19"/>
                  </a:cubicBezTo>
                  <a:cubicBezTo>
                    <a:pt x="17" y="18"/>
                    <a:pt x="17" y="18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1" y="16"/>
                    <a:pt x="23" y="15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9" y="30"/>
                    <a:pt x="48" y="40"/>
                    <a:pt x="58" y="51"/>
                  </a:cubicBezTo>
                  <a:cubicBezTo>
                    <a:pt x="58" y="52"/>
                    <a:pt x="59" y="53"/>
                    <a:pt x="60" y="53"/>
                  </a:cubicBezTo>
                  <a:cubicBezTo>
                    <a:pt x="60" y="54"/>
                    <a:pt x="60" y="55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9"/>
                    <a:pt x="61" y="59"/>
                    <a:pt x="61" y="59"/>
                  </a:cubicBezTo>
                  <a:cubicBezTo>
                    <a:pt x="61" y="59"/>
                    <a:pt x="61" y="60"/>
                    <a:pt x="61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2"/>
                    <a:pt x="61" y="63"/>
                    <a:pt x="60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57" y="67"/>
                    <a:pt x="57" y="67"/>
                    <a:pt x="56" y="67"/>
                  </a:cubicBezTo>
                  <a:cubicBezTo>
                    <a:pt x="53" y="69"/>
                    <a:pt x="50" y="69"/>
                    <a:pt x="47" y="67"/>
                  </a:cubicBezTo>
                  <a:cubicBezTo>
                    <a:pt x="47" y="67"/>
                    <a:pt x="46" y="66"/>
                    <a:pt x="45" y="66"/>
                  </a:cubicBezTo>
                  <a:cubicBezTo>
                    <a:pt x="44" y="65"/>
                    <a:pt x="43" y="64"/>
                    <a:pt x="43" y="63"/>
                  </a:cubicBezTo>
                  <a:lnTo>
                    <a:pt x="35" y="5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6" name="ïsľ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5A8668D-F79B-41C8-AD29-58DCBA801A10}"/>
                </a:ext>
              </a:extLst>
            </p:cNvPr>
            <p:cNvSpPr/>
            <p:nvPr/>
          </p:nvSpPr>
          <p:spPr bwMode="auto">
            <a:xfrm>
              <a:off x="5195731" y="1366216"/>
              <a:ext cx="98944" cy="130704"/>
            </a:xfrm>
            <a:custGeom>
              <a:avLst/>
              <a:gdLst>
                <a:gd name="T0" fmla="*/ 19 w 39"/>
                <a:gd name="T1" fmla="*/ 51 h 52"/>
                <a:gd name="T2" fmla="*/ 36 w 39"/>
                <a:gd name="T3" fmla="*/ 17 h 52"/>
                <a:gd name="T4" fmla="*/ 35 w 39"/>
                <a:gd name="T5" fmla="*/ 16 h 52"/>
                <a:gd name="T6" fmla="*/ 19 w 39"/>
                <a:gd name="T7" fmla="*/ 49 h 52"/>
                <a:gd name="T8" fmla="*/ 18 w 39"/>
                <a:gd name="T9" fmla="*/ 51 h 52"/>
                <a:gd name="T10" fmla="*/ 32 w 39"/>
                <a:gd name="T11" fmla="*/ 5 h 52"/>
                <a:gd name="T12" fmla="*/ 29 w 39"/>
                <a:gd name="T13" fmla="*/ 16 h 52"/>
                <a:gd name="T14" fmla="*/ 18 w 39"/>
                <a:gd name="T15" fmla="*/ 51 h 52"/>
                <a:gd name="T16" fmla="*/ 18 w 39"/>
                <a:gd name="T17" fmla="*/ 51 h 52"/>
                <a:gd name="T18" fmla="*/ 31 w 39"/>
                <a:gd name="T19" fmla="*/ 9 h 52"/>
                <a:gd name="T20" fmla="*/ 27 w 39"/>
                <a:gd name="T21" fmla="*/ 20 h 52"/>
                <a:gd name="T22" fmla="*/ 18 w 39"/>
                <a:gd name="T23" fmla="*/ 51 h 52"/>
                <a:gd name="T24" fmla="*/ 16 w 39"/>
                <a:gd name="T25" fmla="*/ 50 h 52"/>
                <a:gd name="T26" fmla="*/ 18 w 39"/>
                <a:gd name="T27" fmla="*/ 25 h 52"/>
                <a:gd name="T28" fmla="*/ 19 w 39"/>
                <a:gd name="T29" fmla="*/ 23 h 52"/>
                <a:gd name="T30" fmla="*/ 29 w 39"/>
                <a:gd name="T31" fmla="*/ 6 h 52"/>
                <a:gd name="T32" fmla="*/ 29 w 39"/>
                <a:gd name="T33" fmla="*/ 6 h 52"/>
                <a:gd name="T34" fmla="*/ 29 w 39"/>
                <a:gd name="T35" fmla="*/ 6 h 52"/>
                <a:gd name="T36" fmla="*/ 29 w 39"/>
                <a:gd name="T37" fmla="*/ 6 h 52"/>
                <a:gd name="T38" fmla="*/ 29 w 39"/>
                <a:gd name="T39" fmla="*/ 6 h 52"/>
                <a:gd name="T40" fmla="*/ 30 w 39"/>
                <a:gd name="T41" fmla="*/ 6 h 52"/>
                <a:gd name="T42" fmla="*/ 30 w 39"/>
                <a:gd name="T43" fmla="*/ 6 h 52"/>
                <a:gd name="T44" fmla="*/ 30 w 39"/>
                <a:gd name="T45" fmla="*/ 6 h 52"/>
                <a:gd name="T46" fmla="*/ 30 w 39"/>
                <a:gd name="T47" fmla="*/ 6 h 52"/>
                <a:gd name="T48" fmla="*/ 30 w 39"/>
                <a:gd name="T49" fmla="*/ 6 h 52"/>
                <a:gd name="T50" fmla="*/ 30 w 39"/>
                <a:gd name="T51" fmla="*/ 6 h 52"/>
                <a:gd name="T52" fmla="*/ 30 w 39"/>
                <a:gd name="T53" fmla="*/ 6 h 52"/>
                <a:gd name="T54" fmla="*/ 30 w 39"/>
                <a:gd name="T55" fmla="*/ 6 h 52"/>
                <a:gd name="T56" fmla="*/ 29 w 39"/>
                <a:gd name="T57" fmla="*/ 11 h 52"/>
                <a:gd name="T58" fmla="*/ 22 w 39"/>
                <a:gd name="T59" fmla="*/ 25 h 52"/>
                <a:gd name="T60" fmla="*/ 18 w 39"/>
                <a:gd name="T61" fmla="*/ 25 h 52"/>
                <a:gd name="T62" fmla="*/ 18 w 39"/>
                <a:gd name="T63" fmla="*/ 25 h 52"/>
                <a:gd name="T64" fmla="*/ 18 w 39"/>
                <a:gd name="T65" fmla="*/ 25 h 52"/>
                <a:gd name="T66" fmla="*/ 14 w 39"/>
                <a:gd name="T67" fmla="*/ 35 h 52"/>
                <a:gd name="T68" fmla="*/ 15 w 39"/>
                <a:gd name="T69" fmla="*/ 29 h 52"/>
                <a:gd name="T70" fmla="*/ 16 w 39"/>
                <a:gd name="T71" fmla="*/ 25 h 52"/>
                <a:gd name="T72" fmla="*/ 18 w 39"/>
                <a:gd name="T73" fmla="*/ 25 h 52"/>
                <a:gd name="T74" fmla="*/ 4 w 39"/>
                <a:gd name="T75" fmla="*/ 48 h 52"/>
                <a:gd name="T76" fmla="*/ 11 w 39"/>
                <a:gd name="T77" fmla="*/ 23 h 52"/>
                <a:gd name="T78" fmla="*/ 7 w 39"/>
                <a:gd name="T79" fmla="*/ 12 h 52"/>
                <a:gd name="T80" fmla="*/ 9 w 39"/>
                <a:gd name="T81" fmla="*/ 0 h 52"/>
                <a:gd name="T82" fmla="*/ 12 w 39"/>
                <a:gd name="T83" fmla="*/ 2 h 52"/>
                <a:gd name="T84" fmla="*/ 12 w 39"/>
                <a:gd name="T85" fmla="*/ 2 h 52"/>
                <a:gd name="T86" fmla="*/ 12 w 39"/>
                <a:gd name="T87" fmla="*/ 2 h 52"/>
                <a:gd name="T88" fmla="*/ 12 w 39"/>
                <a:gd name="T89" fmla="*/ 2 h 52"/>
                <a:gd name="T90" fmla="*/ 12 w 39"/>
                <a:gd name="T91" fmla="*/ 2 h 52"/>
                <a:gd name="T92" fmla="*/ 12 w 39"/>
                <a:gd name="T93" fmla="*/ 2 h 52"/>
                <a:gd name="T94" fmla="*/ 12 w 39"/>
                <a:gd name="T95" fmla="*/ 2 h 52"/>
                <a:gd name="T96" fmla="*/ 13 w 39"/>
                <a:gd name="T97" fmla="*/ 5 h 52"/>
                <a:gd name="T98" fmla="*/ 16 w 39"/>
                <a:gd name="T99" fmla="*/ 25 h 52"/>
                <a:gd name="T100" fmla="*/ 15 w 39"/>
                <a:gd name="T101" fmla="*/ 29 h 52"/>
                <a:gd name="T102" fmla="*/ 1 w 39"/>
                <a:gd name="T103" fmla="*/ 5 h 52"/>
                <a:gd name="T104" fmla="*/ 3 w 39"/>
                <a:gd name="T105" fmla="*/ 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9" h="52">
                  <a:moveTo>
                    <a:pt x="19" y="50"/>
                  </a:moveTo>
                  <a:cubicBezTo>
                    <a:pt x="19" y="50"/>
                    <a:pt x="19" y="50"/>
                    <a:pt x="19" y="50"/>
                  </a:cubicBezTo>
                  <a:cubicBezTo>
                    <a:pt x="19" y="50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0"/>
                    <a:pt x="19" y="50"/>
                    <a:pt x="19" y="50"/>
                  </a:cubicBezTo>
                  <a:close/>
                  <a:moveTo>
                    <a:pt x="32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5" y="6"/>
                    <a:pt x="35" y="7"/>
                  </a:cubicBezTo>
                  <a:cubicBezTo>
                    <a:pt x="38" y="8"/>
                    <a:pt x="39" y="11"/>
                    <a:pt x="38" y="14"/>
                  </a:cubicBezTo>
                  <a:cubicBezTo>
                    <a:pt x="38" y="16"/>
                    <a:pt x="36" y="17"/>
                    <a:pt x="36" y="17"/>
                  </a:cubicBezTo>
                  <a:cubicBezTo>
                    <a:pt x="34" y="19"/>
                    <a:pt x="32" y="20"/>
                    <a:pt x="29" y="20"/>
                  </a:cubicBezTo>
                  <a:cubicBezTo>
                    <a:pt x="29" y="20"/>
                    <a:pt x="28" y="20"/>
                    <a:pt x="28" y="20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7"/>
                    <a:pt x="29" y="17"/>
                    <a:pt x="30" y="17"/>
                  </a:cubicBezTo>
                  <a:cubicBezTo>
                    <a:pt x="31" y="18"/>
                    <a:pt x="32" y="17"/>
                    <a:pt x="33" y="17"/>
                  </a:cubicBezTo>
                  <a:cubicBezTo>
                    <a:pt x="34" y="17"/>
                    <a:pt x="34" y="17"/>
                    <a:pt x="35" y="16"/>
                  </a:cubicBezTo>
                  <a:cubicBezTo>
                    <a:pt x="35" y="16"/>
                    <a:pt x="36" y="16"/>
                    <a:pt x="36" y="15"/>
                  </a:cubicBezTo>
                  <a:cubicBezTo>
                    <a:pt x="37" y="13"/>
                    <a:pt x="37" y="10"/>
                    <a:pt x="34" y="9"/>
                  </a:cubicBezTo>
                  <a:cubicBezTo>
                    <a:pt x="33" y="8"/>
                    <a:pt x="33" y="8"/>
                    <a:pt x="31" y="8"/>
                  </a:cubicBezTo>
                  <a:cubicBezTo>
                    <a:pt x="31" y="8"/>
                    <a:pt x="31" y="8"/>
                    <a:pt x="31" y="8"/>
                  </a:cubicBezTo>
                  <a:lnTo>
                    <a:pt x="32" y="5"/>
                  </a:lnTo>
                  <a:close/>
                  <a:moveTo>
                    <a:pt x="19" y="49"/>
                  </a:moveTo>
                  <a:cubicBezTo>
                    <a:pt x="19" y="50"/>
                    <a:pt x="19" y="50"/>
                    <a:pt x="19" y="50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49"/>
                    <a:pt x="19" y="49"/>
                    <a:pt x="19" y="49"/>
                  </a:cubicBezTo>
                  <a:close/>
                  <a:moveTo>
                    <a:pt x="32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8"/>
                    <a:pt x="31" y="8"/>
                    <a:pt x="31" y="9"/>
                  </a:cubicBezTo>
                  <a:cubicBezTo>
                    <a:pt x="32" y="5"/>
                    <a:pt x="32" y="5"/>
                    <a:pt x="32" y="5"/>
                  </a:cubicBezTo>
                  <a:close/>
                  <a:moveTo>
                    <a:pt x="28" y="20"/>
                  </a:moveTo>
                  <a:cubicBezTo>
                    <a:pt x="28" y="20"/>
                    <a:pt x="28" y="20"/>
                    <a:pt x="27" y="20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lnTo>
                    <a:pt x="28" y="20"/>
                  </a:lnTo>
                  <a:close/>
                  <a:moveTo>
                    <a:pt x="19" y="49"/>
                  </a:moveTo>
                  <a:cubicBezTo>
                    <a:pt x="19" y="49"/>
                    <a:pt x="19" y="49"/>
                    <a:pt x="19" y="49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9" y="49"/>
                    <a:pt x="19" y="49"/>
                    <a:pt x="19" y="49"/>
                  </a:cubicBezTo>
                  <a:close/>
                  <a:moveTo>
                    <a:pt x="32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2" y="5"/>
                    <a:pt x="32" y="5"/>
                    <a:pt x="32" y="5"/>
                  </a:cubicBez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6"/>
                    <a:pt x="29" y="16"/>
                  </a:cubicBezTo>
                  <a:lnTo>
                    <a:pt x="27" y="20"/>
                  </a:lnTo>
                  <a:close/>
                  <a:moveTo>
                    <a:pt x="21" y="25"/>
                  </a:moveTo>
                  <a:cubicBezTo>
                    <a:pt x="18" y="30"/>
                    <a:pt x="18" y="30"/>
                    <a:pt x="18" y="30"/>
                  </a:cubicBezTo>
                  <a:cubicBezTo>
                    <a:pt x="18" y="41"/>
                    <a:pt x="18" y="41"/>
                    <a:pt x="18" y="41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7" y="52"/>
                    <a:pt x="17" y="51"/>
                  </a:cubicBezTo>
                  <a:cubicBezTo>
                    <a:pt x="16" y="51"/>
                    <a:pt x="16" y="50"/>
                    <a:pt x="16" y="50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9" y="25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3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7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9" y="11"/>
                  </a:cubicBezTo>
                  <a:cubicBezTo>
                    <a:pt x="28" y="12"/>
                    <a:pt x="28" y="13"/>
                    <a:pt x="28" y="14"/>
                  </a:cubicBezTo>
                  <a:cubicBezTo>
                    <a:pt x="28" y="15"/>
                    <a:pt x="28" y="15"/>
                    <a:pt x="28" y="16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1"/>
                    <a:pt x="24" y="22"/>
                    <a:pt x="23" y="23"/>
                  </a:cubicBezTo>
                  <a:cubicBezTo>
                    <a:pt x="22" y="24"/>
                    <a:pt x="22" y="25"/>
                    <a:pt x="22" y="25"/>
                  </a:cubicBezTo>
                  <a:cubicBezTo>
                    <a:pt x="22" y="25"/>
                    <a:pt x="22" y="25"/>
                    <a:pt x="21" y="25"/>
                  </a:cubicBezTo>
                  <a:cubicBezTo>
                    <a:pt x="21" y="25"/>
                    <a:pt x="21" y="25"/>
                    <a:pt x="21" y="25"/>
                  </a:cubicBezTo>
                  <a:close/>
                  <a:moveTo>
                    <a:pt x="18" y="25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lose/>
                  <a:moveTo>
                    <a:pt x="18" y="25"/>
                  </a:moveTo>
                  <a:cubicBezTo>
                    <a:pt x="14" y="38"/>
                    <a:pt x="14" y="38"/>
                    <a:pt x="14" y="38"/>
                  </a:cubicBezTo>
                  <a:lnTo>
                    <a:pt x="18" y="25"/>
                  </a:lnTo>
                  <a:close/>
                  <a:moveTo>
                    <a:pt x="14" y="38"/>
                  </a:moveTo>
                  <a:cubicBezTo>
                    <a:pt x="14" y="37"/>
                    <a:pt x="14" y="37"/>
                    <a:pt x="14" y="37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lnTo>
                    <a:pt x="14" y="38"/>
                  </a:lnTo>
                  <a:close/>
                  <a:moveTo>
                    <a:pt x="14" y="37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6" y="29"/>
                  </a:cubicBezTo>
                  <a:cubicBezTo>
                    <a:pt x="16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7" y="25"/>
                    <a:pt x="17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lnTo>
                    <a:pt x="14" y="37"/>
                  </a:lnTo>
                  <a:close/>
                  <a:moveTo>
                    <a:pt x="13" y="37"/>
                  </a:moveTo>
                  <a:cubicBezTo>
                    <a:pt x="5" y="48"/>
                    <a:pt x="5" y="48"/>
                    <a:pt x="5" y="48"/>
                  </a:cubicBezTo>
                  <a:cubicBezTo>
                    <a:pt x="5" y="48"/>
                    <a:pt x="4" y="49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3" y="48"/>
                    <a:pt x="2" y="47"/>
                    <a:pt x="3" y="46"/>
                  </a:cubicBezTo>
                  <a:cubicBezTo>
                    <a:pt x="3" y="46"/>
                    <a:pt x="7" y="39"/>
                    <a:pt x="7" y="3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2"/>
                    <a:pt x="10" y="20"/>
                  </a:cubicBezTo>
                  <a:cubicBezTo>
                    <a:pt x="10" y="19"/>
                    <a:pt x="9" y="17"/>
                    <a:pt x="9" y="17"/>
                  </a:cubicBezTo>
                  <a:cubicBezTo>
                    <a:pt x="9" y="16"/>
                    <a:pt x="8" y="15"/>
                    <a:pt x="6" y="14"/>
                  </a:cubicBezTo>
                  <a:cubicBezTo>
                    <a:pt x="6" y="14"/>
                    <a:pt x="5" y="14"/>
                    <a:pt x="5" y="14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7" y="12"/>
                    <a:pt x="7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1"/>
                    <a:pt x="10" y="11"/>
                    <a:pt x="11" y="10"/>
                  </a:cubicBezTo>
                  <a:cubicBezTo>
                    <a:pt x="11" y="9"/>
                    <a:pt x="11" y="8"/>
                    <a:pt x="11" y="7"/>
                  </a:cubicBezTo>
                  <a:cubicBezTo>
                    <a:pt x="11" y="5"/>
                    <a:pt x="10" y="4"/>
                    <a:pt x="9" y="3"/>
                  </a:cubicBezTo>
                  <a:cubicBezTo>
                    <a:pt x="9" y="3"/>
                    <a:pt x="9" y="3"/>
                    <a:pt x="8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2"/>
                    <a:pt x="13" y="2"/>
                    <a:pt x="13" y="2"/>
                  </a:cubicBezTo>
                  <a:cubicBezTo>
                    <a:pt x="13" y="2"/>
                    <a:pt x="13" y="4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4"/>
                    <a:pt x="14" y="24"/>
                  </a:cubicBezTo>
                  <a:cubicBezTo>
                    <a:pt x="14" y="24"/>
                    <a:pt x="14" y="24"/>
                    <a:pt x="15" y="24"/>
                  </a:cubicBezTo>
                  <a:cubicBezTo>
                    <a:pt x="15" y="24"/>
                    <a:pt x="16" y="24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lnTo>
                    <a:pt x="13" y="37"/>
                  </a:lnTo>
                  <a:close/>
                  <a:moveTo>
                    <a:pt x="5" y="14"/>
                  </a:moveTo>
                  <a:cubicBezTo>
                    <a:pt x="3" y="13"/>
                    <a:pt x="2" y="11"/>
                    <a:pt x="1" y="9"/>
                  </a:cubicBezTo>
                  <a:cubicBezTo>
                    <a:pt x="1" y="9"/>
                    <a:pt x="0" y="8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2"/>
                    <a:pt x="4" y="1"/>
                    <a:pt x="6" y="0"/>
                  </a:cubicBezTo>
                  <a:cubicBezTo>
                    <a:pt x="7" y="0"/>
                    <a:pt x="8" y="0"/>
                    <a:pt x="9" y="0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4" y="3"/>
                    <a:pt x="2" y="5"/>
                    <a:pt x="2" y="8"/>
                  </a:cubicBezTo>
                  <a:cubicBezTo>
                    <a:pt x="2" y="8"/>
                    <a:pt x="3" y="8"/>
                    <a:pt x="3" y="9"/>
                  </a:cubicBezTo>
                  <a:cubicBezTo>
                    <a:pt x="3" y="9"/>
                    <a:pt x="4" y="10"/>
                    <a:pt x="4" y="11"/>
                  </a:cubicBezTo>
                  <a:cubicBezTo>
                    <a:pt x="5" y="11"/>
                    <a:pt x="5" y="11"/>
                    <a:pt x="6" y="11"/>
                  </a:cubicBezTo>
                  <a:lnTo>
                    <a:pt x="5" y="1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7" name="ísļi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58AFA5D-FF45-4E51-8B1D-4A900716CFFD}"/>
                </a:ext>
              </a:extLst>
            </p:cNvPr>
            <p:cNvSpPr/>
            <p:nvPr/>
          </p:nvSpPr>
          <p:spPr bwMode="auto">
            <a:xfrm>
              <a:off x="5975068" y="1175657"/>
              <a:ext cx="103831" cy="120932"/>
            </a:xfrm>
            <a:custGeom>
              <a:avLst/>
              <a:gdLst>
                <a:gd name="T0" fmla="*/ 39 w 41"/>
                <a:gd name="T1" fmla="*/ 43 h 48"/>
                <a:gd name="T2" fmla="*/ 35 w 41"/>
                <a:gd name="T3" fmla="*/ 46 h 48"/>
                <a:gd name="T4" fmla="*/ 35 w 41"/>
                <a:gd name="T5" fmla="*/ 46 h 48"/>
                <a:gd name="T6" fmla="*/ 35 w 41"/>
                <a:gd name="T7" fmla="*/ 46 h 48"/>
                <a:gd name="T8" fmla="*/ 31 w 41"/>
                <a:gd name="T9" fmla="*/ 36 h 48"/>
                <a:gd name="T10" fmla="*/ 35 w 41"/>
                <a:gd name="T11" fmla="*/ 47 h 48"/>
                <a:gd name="T12" fmla="*/ 26 w 41"/>
                <a:gd name="T13" fmla="*/ 28 h 48"/>
                <a:gd name="T14" fmla="*/ 26 w 41"/>
                <a:gd name="T15" fmla="*/ 21 h 48"/>
                <a:gd name="T16" fmla="*/ 26 w 41"/>
                <a:gd name="T17" fmla="*/ 28 h 48"/>
                <a:gd name="T18" fmla="*/ 24 w 41"/>
                <a:gd name="T19" fmla="*/ 10 h 48"/>
                <a:gd name="T20" fmla="*/ 26 w 41"/>
                <a:gd name="T21" fmla="*/ 3 h 48"/>
                <a:gd name="T22" fmla="*/ 25 w 41"/>
                <a:gd name="T23" fmla="*/ 22 h 48"/>
                <a:gd name="T24" fmla="*/ 24 w 41"/>
                <a:gd name="T25" fmla="*/ 24 h 48"/>
                <a:gd name="T26" fmla="*/ 24 w 41"/>
                <a:gd name="T27" fmla="*/ 3 h 48"/>
                <a:gd name="T28" fmla="*/ 24 w 41"/>
                <a:gd name="T29" fmla="*/ 30 h 48"/>
                <a:gd name="T30" fmla="*/ 24 w 41"/>
                <a:gd name="T31" fmla="*/ 24 h 48"/>
                <a:gd name="T32" fmla="*/ 24 w 41"/>
                <a:gd name="T33" fmla="*/ 10 h 48"/>
                <a:gd name="T34" fmla="*/ 24 w 41"/>
                <a:gd name="T35" fmla="*/ 1 h 48"/>
                <a:gd name="T36" fmla="*/ 22 w 41"/>
                <a:gd name="T37" fmla="*/ 25 h 48"/>
                <a:gd name="T38" fmla="*/ 24 w 41"/>
                <a:gd name="T39" fmla="*/ 24 h 48"/>
                <a:gd name="T40" fmla="*/ 24 w 41"/>
                <a:gd name="T41" fmla="*/ 24 h 48"/>
                <a:gd name="T42" fmla="*/ 23 w 41"/>
                <a:gd name="T43" fmla="*/ 24 h 48"/>
                <a:gd name="T44" fmla="*/ 23 w 41"/>
                <a:gd name="T45" fmla="*/ 24 h 48"/>
                <a:gd name="T46" fmla="*/ 23 w 41"/>
                <a:gd name="T47" fmla="*/ 24 h 48"/>
                <a:gd name="T48" fmla="*/ 23 w 41"/>
                <a:gd name="T49" fmla="*/ 24 h 48"/>
                <a:gd name="T50" fmla="*/ 23 w 41"/>
                <a:gd name="T51" fmla="*/ 24 h 48"/>
                <a:gd name="T52" fmla="*/ 23 w 41"/>
                <a:gd name="T53" fmla="*/ 24 h 48"/>
                <a:gd name="T54" fmla="*/ 23 w 41"/>
                <a:gd name="T55" fmla="*/ 24 h 48"/>
                <a:gd name="T56" fmla="*/ 24 w 41"/>
                <a:gd name="T57" fmla="*/ 24 h 48"/>
                <a:gd name="T58" fmla="*/ 23 w 41"/>
                <a:gd name="T59" fmla="*/ 11 h 48"/>
                <a:gd name="T60" fmla="*/ 22 w 41"/>
                <a:gd name="T61" fmla="*/ 2 h 48"/>
                <a:gd name="T62" fmla="*/ 14 w 41"/>
                <a:gd name="T63" fmla="*/ 23 h 48"/>
                <a:gd name="T64" fmla="*/ 11 w 41"/>
                <a:gd name="T65" fmla="*/ 17 h 48"/>
                <a:gd name="T66" fmla="*/ 7 w 41"/>
                <a:gd name="T67" fmla="*/ 10 h 48"/>
                <a:gd name="T68" fmla="*/ 7 w 41"/>
                <a:gd name="T69" fmla="*/ 10 h 48"/>
                <a:gd name="T70" fmla="*/ 7 w 41"/>
                <a:gd name="T71" fmla="*/ 10 h 48"/>
                <a:gd name="T72" fmla="*/ 7 w 41"/>
                <a:gd name="T73" fmla="*/ 10 h 48"/>
                <a:gd name="T74" fmla="*/ 7 w 41"/>
                <a:gd name="T75" fmla="*/ 10 h 48"/>
                <a:gd name="T76" fmla="*/ 7 w 41"/>
                <a:gd name="T77" fmla="*/ 10 h 48"/>
                <a:gd name="T78" fmla="*/ 7 w 41"/>
                <a:gd name="T79" fmla="*/ 10 h 48"/>
                <a:gd name="T80" fmla="*/ 7 w 41"/>
                <a:gd name="T81" fmla="*/ 10 h 48"/>
                <a:gd name="T82" fmla="*/ 7 w 41"/>
                <a:gd name="T83" fmla="*/ 10 h 48"/>
                <a:gd name="T84" fmla="*/ 7 w 41"/>
                <a:gd name="T85" fmla="*/ 10 h 48"/>
                <a:gd name="T86" fmla="*/ 7 w 41"/>
                <a:gd name="T87" fmla="*/ 10 h 48"/>
                <a:gd name="T88" fmla="*/ 7 w 41"/>
                <a:gd name="T89" fmla="*/ 10 h 48"/>
                <a:gd name="T90" fmla="*/ 22 w 41"/>
                <a:gd name="T91" fmla="*/ 25 h 48"/>
                <a:gd name="T92" fmla="*/ 20 w 41"/>
                <a:gd name="T93" fmla="*/ 3 h 48"/>
                <a:gd name="T94" fmla="*/ 15 w 41"/>
                <a:gd name="T95" fmla="*/ 5 h 48"/>
                <a:gd name="T96" fmla="*/ 15 w 41"/>
                <a:gd name="T97" fmla="*/ 5 h 48"/>
                <a:gd name="T98" fmla="*/ 15 w 41"/>
                <a:gd name="T99" fmla="*/ 5 h 48"/>
                <a:gd name="T100" fmla="*/ 15 w 41"/>
                <a:gd name="T101" fmla="*/ 5 h 48"/>
                <a:gd name="T102" fmla="*/ 15 w 41"/>
                <a:gd name="T103" fmla="*/ 5 h 48"/>
                <a:gd name="T104" fmla="*/ 15 w 41"/>
                <a:gd name="T105" fmla="*/ 5 h 48"/>
                <a:gd name="T106" fmla="*/ 15 w 41"/>
                <a:gd name="T107" fmla="*/ 5 h 48"/>
                <a:gd name="T108" fmla="*/ 15 w 41"/>
                <a:gd name="T109" fmla="*/ 5 h 48"/>
                <a:gd name="T110" fmla="*/ 15 w 41"/>
                <a:gd name="T111" fmla="*/ 5 h 48"/>
                <a:gd name="T112" fmla="*/ 15 w 41"/>
                <a:gd name="T113" fmla="*/ 5 h 48"/>
                <a:gd name="T114" fmla="*/ 1 w 41"/>
                <a:gd name="T115" fmla="*/ 20 h 48"/>
                <a:gd name="T116" fmla="*/ 6 w 41"/>
                <a:gd name="T117" fmla="*/ 1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" h="48"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5"/>
                    <a:pt x="40" y="41"/>
                    <a:pt x="41" y="41"/>
                  </a:cubicBezTo>
                  <a:cubicBezTo>
                    <a:pt x="41" y="41"/>
                    <a:pt x="41" y="42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0" y="43"/>
                  </a:cubicBezTo>
                  <a:cubicBezTo>
                    <a:pt x="40" y="43"/>
                    <a:pt x="39" y="43"/>
                    <a:pt x="39" y="43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5" y="46"/>
                  </a:moveTo>
                  <a:cubicBezTo>
                    <a:pt x="35" y="46"/>
                    <a:pt x="35" y="46"/>
                    <a:pt x="35" y="47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lose/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5" y="46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lose/>
                  <a:moveTo>
                    <a:pt x="26" y="22"/>
                  </a:moveTo>
                  <a:cubicBezTo>
                    <a:pt x="28" y="27"/>
                    <a:pt x="28" y="27"/>
                    <a:pt x="28" y="27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4" y="48"/>
                    <a:pt x="33" y="47"/>
                    <a:pt x="33" y="47"/>
                  </a:cubicBezTo>
                  <a:cubicBezTo>
                    <a:pt x="33" y="46"/>
                    <a:pt x="29" y="39"/>
                    <a:pt x="29" y="39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8"/>
                    <a:pt x="26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2"/>
                    <a:pt x="26" y="22"/>
                    <a:pt x="26" y="22"/>
                  </a:cubicBezTo>
                  <a:close/>
                  <a:moveTo>
                    <a:pt x="26" y="3"/>
                  </a:moveTo>
                  <a:cubicBezTo>
                    <a:pt x="27" y="4"/>
                    <a:pt x="27" y="6"/>
                    <a:pt x="27" y="6"/>
                  </a:cubicBezTo>
                  <a:cubicBezTo>
                    <a:pt x="28" y="8"/>
                    <a:pt x="27" y="10"/>
                    <a:pt x="26" y="12"/>
                  </a:cubicBezTo>
                  <a:cubicBezTo>
                    <a:pt x="26" y="3"/>
                    <a:pt x="26" y="3"/>
                    <a:pt x="26" y="3"/>
                  </a:cubicBezTo>
                  <a:close/>
                  <a:moveTo>
                    <a:pt x="26" y="21"/>
                  </a:move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lose/>
                  <a:moveTo>
                    <a:pt x="25" y="22"/>
                  </a:moveTo>
                  <a:cubicBezTo>
                    <a:pt x="26" y="22"/>
                    <a:pt x="26" y="22"/>
                    <a:pt x="26" y="22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6" y="29"/>
                    <a:pt x="26" y="29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9"/>
                    <a:pt x="25" y="8"/>
                  </a:cubicBezTo>
                  <a:cubicBezTo>
                    <a:pt x="26" y="8"/>
                    <a:pt x="26" y="7"/>
                    <a:pt x="26" y="6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4"/>
                    <a:pt x="25" y="4"/>
                    <a:pt x="24" y="3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6" y="2"/>
                    <a:pt x="26" y="2"/>
                    <a:pt x="26" y="3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5" y="12"/>
                  </a:cubicBezTo>
                  <a:cubicBezTo>
                    <a:pt x="25" y="13"/>
                    <a:pt x="25" y="15"/>
                    <a:pt x="24" y="15"/>
                  </a:cubicBezTo>
                  <a:cubicBezTo>
                    <a:pt x="24" y="16"/>
                    <a:pt x="25" y="17"/>
                    <a:pt x="25" y="19"/>
                  </a:cubicBezTo>
                  <a:cubicBezTo>
                    <a:pt x="25" y="20"/>
                    <a:pt x="26" y="20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2"/>
                    <a:pt x="25" y="22"/>
                  </a:cubicBezTo>
                  <a:close/>
                  <a:moveTo>
                    <a:pt x="24" y="30"/>
                  </a:moveTo>
                  <a:cubicBezTo>
                    <a:pt x="24" y="30"/>
                    <a:pt x="24" y="30"/>
                    <a:pt x="24" y="30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30"/>
                    <a:pt x="24" y="30"/>
                    <a:pt x="24" y="30"/>
                  </a:cubicBezTo>
                  <a:close/>
                  <a:moveTo>
                    <a:pt x="24" y="1"/>
                  </a:moveTo>
                  <a:cubicBezTo>
                    <a:pt x="24" y="1"/>
                    <a:pt x="24" y="1"/>
                    <a:pt x="24" y="1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1"/>
                    <a:pt x="24" y="1"/>
                    <a:pt x="24" y="1"/>
                  </a:cubicBezTo>
                  <a:close/>
                  <a:moveTo>
                    <a:pt x="24" y="10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lnTo>
                    <a:pt x="24" y="10"/>
                  </a:lnTo>
                  <a:close/>
                  <a:moveTo>
                    <a:pt x="24" y="30"/>
                  </a:moveTo>
                  <a:cubicBezTo>
                    <a:pt x="24" y="30"/>
                    <a:pt x="24" y="30"/>
                    <a:pt x="24" y="30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30"/>
                    <a:pt x="24" y="30"/>
                    <a:pt x="24" y="30"/>
                  </a:cubicBezTo>
                  <a:close/>
                  <a:moveTo>
                    <a:pt x="24" y="24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3"/>
                    <a:pt x="24" y="23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lose/>
                  <a:moveTo>
                    <a:pt x="24" y="1"/>
                  </a:moveTo>
                  <a:cubicBezTo>
                    <a:pt x="24" y="1"/>
                    <a:pt x="24" y="1"/>
                    <a:pt x="24" y="1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lnTo>
                    <a:pt x="24" y="1"/>
                  </a:lnTo>
                  <a:close/>
                  <a:moveTo>
                    <a:pt x="24" y="29"/>
                  </a:moveTo>
                  <a:cubicBezTo>
                    <a:pt x="22" y="28"/>
                    <a:pt x="22" y="28"/>
                    <a:pt x="22" y="28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9"/>
                    <a:pt x="24" y="29"/>
                    <a:pt x="24" y="29"/>
                  </a:cubicBezTo>
                  <a:close/>
                  <a:moveTo>
                    <a:pt x="24" y="22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3" y="23"/>
                    <a:pt x="23" y="22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4" y="11"/>
                    <a:pt x="24" y="10"/>
                  </a:cubicBezTo>
                  <a:cubicBezTo>
                    <a:pt x="24" y="22"/>
                    <a:pt x="24" y="22"/>
                    <a:pt x="24" y="22"/>
                  </a:cubicBezTo>
                  <a:close/>
                  <a:moveTo>
                    <a:pt x="22" y="0"/>
                  </a:moveTo>
                  <a:cubicBezTo>
                    <a:pt x="22" y="0"/>
                    <a:pt x="23" y="1"/>
                    <a:pt x="24" y="1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3" y="3"/>
                    <a:pt x="22" y="2"/>
                    <a:pt x="22" y="2"/>
                  </a:cubicBezTo>
                  <a:lnTo>
                    <a:pt x="22" y="0"/>
                  </a:lnTo>
                  <a:close/>
                  <a:moveTo>
                    <a:pt x="22" y="28"/>
                  </a:move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5"/>
                    <a:pt x="17" y="25"/>
                  </a:cubicBezTo>
                  <a:cubicBezTo>
                    <a:pt x="16" y="24"/>
                    <a:pt x="14" y="23"/>
                    <a:pt x="14" y="23"/>
                  </a:cubicBezTo>
                  <a:cubicBezTo>
                    <a:pt x="13" y="23"/>
                    <a:pt x="12" y="23"/>
                    <a:pt x="11" y="23"/>
                  </a:cubicBezTo>
                  <a:cubicBezTo>
                    <a:pt x="9" y="23"/>
                    <a:pt x="8" y="23"/>
                    <a:pt x="7" y="23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1" y="19"/>
                    <a:pt x="11" y="18"/>
                    <a:pt x="11" y="17"/>
                  </a:cubicBezTo>
                  <a:cubicBezTo>
                    <a:pt x="11" y="16"/>
                    <a:pt x="10" y="15"/>
                    <a:pt x="9" y="15"/>
                  </a:cubicBezTo>
                  <a:cubicBezTo>
                    <a:pt x="8" y="14"/>
                    <a:pt x="7" y="13"/>
                    <a:pt x="7" y="13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8" y="10"/>
                    <a:pt x="8" y="10"/>
                  </a:cubicBezTo>
                  <a:cubicBezTo>
                    <a:pt x="8" y="11"/>
                    <a:pt x="9" y="12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5"/>
                    <a:pt x="21" y="25"/>
                    <a:pt x="22" y="25"/>
                  </a:cubicBezTo>
                  <a:cubicBezTo>
                    <a:pt x="22" y="28"/>
                    <a:pt x="22" y="28"/>
                    <a:pt x="22" y="28"/>
                  </a:cubicBezTo>
                  <a:close/>
                  <a:moveTo>
                    <a:pt x="22" y="19"/>
                  </a:moveTo>
                  <a:cubicBezTo>
                    <a:pt x="22" y="11"/>
                    <a:pt x="22" y="11"/>
                    <a:pt x="22" y="11"/>
                  </a:cubicBezTo>
                  <a:cubicBezTo>
                    <a:pt x="21" y="11"/>
                    <a:pt x="20" y="11"/>
                    <a:pt x="20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8" y="7"/>
                    <a:pt x="17" y="6"/>
                    <a:pt x="18" y="5"/>
                  </a:cubicBezTo>
                  <a:cubicBezTo>
                    <a:pt x="18" y="4"/>
                    <a:pt x="19" y="3"/>
                    <a:pt x="20" y="3"/>
                  </a:cubicBezTo>
                  <a:cubicBezTo>
                    <a:pt x="20" y="2"/>
                    <a:pt x="21" y="2"/>
                    <a:pt x="22" y="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19" y="0"/>
                    <a:pt x="18" y="1"/>
                  </a:cubicBezTo>
                  <a:cubicBezTo>
                    <a:pt x="18" y="1"/>
                    <a:pt x="16" y="2"/>
                    <a:pt x="15" y="2"/>
                  </a:cubicBezTo>
                  <a:cubicBezTo>
                    <a:pt x="15" y="2"/>
                    <a:pt x="15" y="3"/>
                    <a:pt x="15" y="3"/>
                  </a:cubicBezTo>
                  <a:cubicBezTo>
                    <a:pt x="14" y="3"/>
                    <a:pt x="14" y="4"/>
                    <a:pt x="15" y="4"/>
                  </a:cubicBezTo>
                  <a:cubicBezTo>
                    <a:pt x="15" y="4"/>
                    <a:pt x="15" y="4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4" y="5"/>
                    <a:pt x="15" y="6"/>
                  </a:cubicBezTo>
                  <a:cubicBezTo>
                    <a:pt x="15" y="6"/>
                    <a:pt x="15" y="7"/>
                    <a:pt x="15" y="7"/>
                  </a:cubicBezTo>
                  <a:cubicBezTo>
                    <a:pt x="15" y="7"/>
                    <a:pt x="16" y="7"/>
                    <a:pt x="16" y="7"/>
                  </a:cubicBezTo>
                  <a:lnTo>
                    <a:pt x="22" y="19"/>
                  </a:lnTo>
                  <a:close/>
                  <a:moveTo>
                    <a:pt x="7" y="23"/>
                  </a:moveTo>
                  <a:cubicBezTo>
                    <a:pt x="6" y="23"/>
                    <a:pt x="5" y="23"/>
                    <a:pt x="4" y="22"/>
                  </a:cubicBezTo>
                  <a:cubicBezTo>
                    <a:pt x="4" y="22"/>
                    <a:pt x="2" y="22"/>
                    <a:pt x="1" y="20"/>
                  </a:cubicBezTo>
                  <a:cubicBezTo>
                    <a:pt x="0" y="17"/>
                    <a:pt x="0" y="15"/>
                    <a:pt x="2" y="13"/>
                  </a:cubicBezTo>
                  <a:cubicBezTo>
                    <a:pt x="2" y="12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7" y="10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3"/>
                    <a:pt x="4" y="13"/>
                    <a:pt x="3" y="14"/>
                  </a:cubicBezTo>
                  <a:cubicBezTo>
                    <a:pt x="2" y="16"/>
                    <a:pt x="2" y="19"/>
                    <a:pt x="4" y="20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1"/>
                    <a:pt x="6" y="21"/>
                    <a:pt x="7" y="21"/>
                  </a:cubicBezTo>
                  <a:lnTo>
                    <a:pt x="7" y="2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8" name="íṧli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2CAB47D-85D0-4BB7-8E7D-689A525B4C66}"/>
                </a:ext>
              </a:extLst>
            </p:cNvPr>
            <p:cNvSpPr/>
            <p:nvPr/>
          </p:nvSpPr>
          <p:spPr bwMode="auto">
            <a:xfrm>
              <a:off x="5727097" y="2444829"/>
              <a:ext cx="134369" cy="172236"/>
            </a:xfrm>
            <a:custGeom>
              <a:avLst/>
              <a:gdLst>
                <a:gd name="T0" fmla="*/ 51 w 53"/>
                <a:gd name="T1" fmla="*/ 24 h 68"/>
                <a:gd name="T2" fmla="*/ 34 w 53"/>
                <a:gd name="T3" fmla="*/ 18 h 68"/>
                <a:gd name="T4" fmla="*/ 27 w 53"/>
                <a:gd name="T5" fmla="*/ 20 h 68"/>
                <a:gd name="T6" fmla="*/ 21 w 53"/>
                <a:gd name="T7" fmla="*/ 18 h 68"/>
                <a:gd name="T8" fmla="*/ 17 w 53"/>
                <a:gd name="T9" fmla="*/ 18 h 68"/>
                <a:gd name="T10" fmla="*/ 7 w 53"/>
                <a:gd name="T11" fmla="*/ 21 h 68"/>
                <a:gd name="T12" fmla="*/ 1 w 53"/>
                <a:gd name="T13" fmla="*/ 28 h 68"/>
                <a:gd name="T14" fmla="*/ 0 w 53"/>
                <a:gd name="T15" fmla="*/ 36 h 68"/>
                <a:gd name="T16" fmla="*/ 0 w 53"/>
                <a:gd name="T17" fmla="*/ 38 h 68"/>
                <a:gd name="T18" fmla="*/ 6 w 53"/>
                <a:gd name="T19" fmla="*/ 56 h 68"/>
                <a:gd name="T20" fmla="*/ 14 w 53"/>
                <a:gd name="T21" fmla="*/ 66 h 68"/>
                <a:gd name="T22" fmla="*/ 24 w 53"/>
                <a:gd name="T23" fmla="*/ 64 h 68"/>
                <a:gd name="T24" fmla="*/ 33 w 53"/>
                <a:gd name="T25" fmla="*/ 65 h 68"/>
                <a:gd name="T26" fmla="*/ 36 w 53"/>
                <a:gd name="T27" fmla="*/ 66 h 68"/>
                <a:gd name="T28" fmla="*/ 48 w 53"/>
                <a:gd name="T29" fmla="*/ 60 h 68"/>
                <a:gd name="T30" fmla="*/ 53 w 53"/>
                <a:gd name="T31" fmla="*/ 51 h 68"/>
                <a:gd name="T32" fmla="*/ 45 w 53"/>
                <a:gd name="T33" fmla="*/ 41 h 68"/>
                <a:gd name="T34" fmla="*/ 51 w 53"/>
                <a:gd name="T35" fmla="*/ 24 h 68"/>
                <a:gd name="T36" fmla="*/ 26 w 53"/>
                <a:gd name="T37" fmla="*/ 15 h 68"/>
                <a:gd name="T38" fmla="*/ 29 w 53"/>
                <a:gd name="T39" fmla="*/ 5 h 68"/>
                <a:gd name="T40" fmla="*/ 38 w 53"/>
                <a:gd name="T41" fmla="*/ 0 h 68"/>
                <a:gd name="T42" fmla="*/ 31 w 53"/>
                <a:gd name="T43" fmla="*/ 14 h 68"/>
                <a:gd name="T44" fmla="*/ 26 w 53"/>
                <a:gd name="T45" fmla="*/ 15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" h="68">
                  <a:moveTo>
                    <a:pt x="51" y="24"/>
                  </a:moveTo>
                  <a:cubicBezTo>
                    <a:pt x="47" y="18"/>
                    <a:pt x="40" y="16"/>
                    <a:pt x="34" y="18"/>
                  </a:cubicBezTo>
                  <a:cubicBezTo>
                    <a:pt x="31" y="19"/>
                    <a:pt x="29" y="20"/>
                    <a:pt x="27" y="20"/>
                  </a:cubicBezTo>
                  <a:cubicBezTo>
                    <a:pt x="24" y="20"/>
                    <a:pt x="23" y="19"/>
                    <a:pt x="21" y="18"/>
                  </a:cubicBezTo>
                  <a:cubicBezTo>
                    <a:pt x="20" y="18"/>
                    <a:pt x="19" y="18"/>
                    <a:pt x="17" y="18"/>
                  </a:cubicBezTo>
                  <a:cubicBezTo>
                    <a:pt x="14" y="17"/>
                    <a:pt x="10" y="18"/>
                    <a:pt x="7" y="21"/>
                  </a:cubicBezTo>
                  <a:cubicBezTo>
                    <a:pt x="5" y="23"/>
                    <a:pt x="3" y="25"/>
                    <a:pt x="1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4"/>
                    <a:pt x="3" y="50"/>
                    <a:pt x="6" y="56"/>
                  </a:cubicBezTo>
                  <a:cubicBezTo>
                    <a:pt x="8" y="60"/>
                    <a:pt x="10" y="64"/>
                    <a:pt x="14" y="66"/>
                  </a:cubicBezTo>
                  <a:cubicBezTo>
                    <a:pt x="18" y="68"/>
                    <a:pt x="20" y="66"/>
                    <a:pt x="24" y="64"/>
                  </a:cubicBezTo>
                  <a:cubicBezTo>
                    <a:pt x="27" y="63"/>
                    <a:pt x="31" y="63"/>
                    <a:pt x="33" y="65"/>
                  </a:cubicBezTo>
                  <a:cubicBezTo>
                    <a:pt x="34" y="65"/>
                    <a:pt x="35" y="66"/>
                    <a:pt x="36" y="66"/>
                  </a:cubicBezTo>
                  <a:cubicBezTo>
                    <a:pt x="41" y="68"/>
                    <a:pt x="45" y="64"/>
                    <a:pt x="48" y="60"/>
                  </a:cubicBezTo>
                  <a:cubicBezTo>
                    <a:pt x="51" y="56"/>
                    <a:pt x="53" y="51"/>
                    <a:pt x="53" y="51"/>
                  </a:cubicBezTo>
                  <a:cubicBezTo>
                    <a:pt x="53" y="51"/>
                    <a:pt x="47" y="48"/>
                    <a:pt x="45" y="41"/>
                  </a:cubicBezTo>
                  <a:cubicBezTo>
                    <a:pt x="43" y="34"/>
                    <a:pt x="46" y="27"/>
                    <a:pt x="51" y="24"/>
                  </a:cubicBezTo>
                  <a:close/>
                  <a:moveTo>
                    <a:pt x="26" y="15"/>
                  </a:moveTo>
                  <a:cubicBezTo>
                    <a:pt x="26" y="15"/>
                    <a:pt x="26" y="8"/>
                    <a:pt x="29" y="5"/>
                  </a:cubicBezTo>
                  <a:cubicBezTo>
                    <a:pt x="32" y="1"/>
                    <a:pt x="38" y="0"/>
                    <a:pt x="38" y="0"/>
                  </a:cubicBezTo>
                  <a:cubicBezTo>
                    <a:pt x="37" y="5"/>
                    <a:pt x="36" y="12"/>
                    <a:pt x="31" y="14"/>
                  </a:cubicBezTo>
                  <a:cubicBezTo>
                    <a:pt x="29" y="15"/>
                    <a:pt x="26" y="15"/>
                    <a:pt x="26" y="1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9" name="îsļï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912652F-297E-4629-9CFC-08FE6EE76637}"/>
                </a:ext>
              </a:extLst>
            </p:cNvPr>
            <p:cNvSpPr/>
            <p:nvPr/>
          </p:nvSpPr>
          <p:spPr bwMode="auto">
            <a:xfrm>
              <a:off x="4924551" y="1816962"/>
              <a:ext cx="134369" cy="172236"/>
            </a:xfrm>
            <a:custGeom>
              <a:avLst/>
              <a:gdLst>
                <a:gd name="T0" fmla="*/ 51 w 53"/>
                <a:gd name="T1" fmla="*/ 24 h 68"/>
                <a:gd name="T2" fmla="*/ 34 w 53"/>
                <a:gd name="T3" fmla="*/ 18 h 68"/>
                <a:gd name="T4" fmla="*/ 27 w 53"/>
                <a:gd name="T5" fmla="*/ 20 h 68"/>
                <a:gd name="T6" fmla="*/ 21 w 53"/>
                <a:gd name="T7" fmla="*/ 18 h 68"/>
                <a:gd name="T8" fmla="*/ 17 w 53"/>
                <a:gd name="T9" fmla="*/ 18 h 68"/>
                <a:gd name="T10" fmla="*/ 7 w 53"/>
                <a:gd name="T11" fmla="*/ 21 h 68"/>
                <a:gd name="T12" fmla="*/ 1 w 53"/>
                <a:gd name="T13" fmla="*/ 28 h 68"/>
                <a:gd name="T14" fmla="*/ 0 w 53"/>
                <a:gd name="T15" fmla="*/ 36 h 68"/>
                <a:gd name="T16" fmla="*/ 0 w 53"/>
                <a:gd name="T17" fmla="*/ 38 h 68"/>
                <a:gd name="T18" fmla="*/ 6 w 53"/>
                <a:gd name="T19" fmla="*/ 56 h 68"/>
                <a:gd name="T20" fmla="*/ 14 w 53"/>
                <a:gd name="T21" fmla="*/ 66 h 68"/>
                <a:gd name="T22" fmla="*/ 24 w 53"/>
                <a:gd name="T23" fmla="*/ 64 h 68"/>
                <a:gd name="T24" fmla="*/ 33 w 53"/>
                <a:gd name="T25" fmla="*/ 65 h 68"/>
                <a:gd name="T26" fmla="*/ 36 w 53"/>
                <a:gd name="T27" fmla="*/ 66 h 68"/>
                <a:gd name="T28" fmla="*/ 48 w 53"/>
                <a:gd name="T29" fmla="*/ 60 h 68"/>
                <a:gd name="T30" fmla="*/ 53 w 53"/>
                <a:gd name="T31" fmla="*/ 51 h 68"/>
                <a:gd name="T32" fmla="*/ 45 w 53"/>
                <a:gd name="T33" fmla="*/ 41 h 68"/>
                <a:gd name="T34" fmla="*/ 51 w 53"/>
                <a:gd name="T35" fmla="*/ 24 h 68"/>
                <a:gd name="T36" fmla="*/ 26 w 53"/>
                <a:gd name="T37" fmla="*/ 15 h 68"/>
                <a:gd name="T38" fmla="*/ 29 w 53"/>
                <a:gd name="T39" fmla="*/ 5 h 68"/>
                <a:gd name="T40" fmla="*/ 38 w 53"/>
                <a:gd name="T41" fmla="*/ 0 h 68"/>
                <a:gd name="T42" fmla="*/ 31 w 53"/>
                <a:gd name="T43" fmla="*/ 14 h 68"/>
                <a:gd name="T44" fmla="*/ 26 w 53"/>
                <a:gd name="T45" fmla="*/ 15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" h="68">
                  <a:moveTo>
                    <a:pt x="51" y="24"/>
                  </a:moveTo>
                  <a:cubicBezTo>
                    <a:pt x="47" y="18"/>
                    <a:pt x="40" y="16"/>
                    <a:pt x="34" y="18"/>
                  </a:cubicBezTo>
                  <a:cubicBezTo>
                    <a:pt x="31" y="19"/>
                    <a:pt x="29" y="20"/>
                    <a:pt x="27" y="20"/>
                  </a:cubicBezTo>
                  <a:cubicBezTo>
                    <a:pt x="24" y="20"/>
                    <a:pt x="23" y="19"/>
                    <a:pt x="21" y="18"/>
                  </a:cubicBezTo>
                  <a:cubicBezTo>
                    <a:pt x="20" y="18"/>
                    <a:pt x="19" y="18"/>
                    <a:pt x="17" y="18"/>
                  </a:cubicBezTo>
                  <a:cubicBezTo>
                    <a:pt x="14" y="17"/>
                    <a:pt x="10" y="18"/>
                    <a:pt x="7" y="21"/>
                  </a:cubicBezTo>
                  <a:cubicBezTo>
                    <a:pt x="5" y="23"/>
                    <a:pt x="3" y="25"/>
                    <a:pt x="1" y="28"/>
                  </a:cubicBezTo>
                  <a:cubicBezTo>
                    <a:pt x="0" y="31"/>
                    <a:pt x="0" y="33"/>
                    <a:pt x="0" y="3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4"/>
                    <a:pt x="3" y="50"/>
                    <a:pt x="6" y="56"/>
                  </a:cubicBezTo>
                  <a:cubicBezTo>
                    <a:pt x="8" y="60"/>
                    <a:pt x="10" y="64"/>
                    <a:pt x="14" y="66"/>
                  </a:cubicBezTo>
                  <a:cubicBezTo>
                    <a:pt x="18" y="68"/>
                    <a:pt x="20" y="66"/>
                    <a:pt x="24" y="64"/>
                  </a:cubicBezTo>
                  <a:cubicBezTo>
                    <a:pt x="27" y="63"/>
                    <a:pt x="31" y="63"/>
                    <a:pt x="33" y="65"/>
                  </a:cubicBezTo>
                  <a:cubicBezTo>
                    <a:pt x="34" y="65"/>
                    <a:pt x="35" y="66"/>
                    <a:pt x="36" y="66"/>
                  </a:cubicBezTo>
                  <a:cubicBezTo>
                    <a:pt x="41" y="68"/>
                    <a:pt x="45" y="64"/>
                    <a:pt x="48" y="60"/>
                  </a:cubicBezTo>
                  <a:cubicBezTo>
                    <a:pt x="51" y="56"/>
                    <a:pt x="53" y="51"/>
                    <a:pt x="53" y="51"/>
                  </a:cubicBezTo>
                  <a:cubicBezTo>
                    <a:pt x="53" y="51"/>
                    <a:pt x="47" y="48"/>
                    <a:pt x="45" y="41"/>
                  </a:cubicBezTo>
                  <a:cubicBezTo>
                    <a:pt x="43" y="34"/>
                    <a:pt x="46" y="27"/>
                    <a:pt x="51" y="24"/>
                  </a:cubicBezTo>
                  <a:close/>
                  <a:moveTo>
                    <a:pt x="26" y="15"/>
                  </a:moveTo>
                  <a:cubicBezTo>
                    <a:pt x="26" y="15"/>
                    <a:pt x="26" y="8"/>
                    <a:pt x="29" y="5"/>
                  </a:cubicBezTo>
                  <a:cubicBezTo>
                    <a:pt x="32" y="1"/>
                    <a:pt x="38" y="0"/>
                    <a:pt x="38" y="0"/>
                  </a:cubicBezTo>
                  <a:cubicBezTo>
                    <a:pt x="37" y="5"/>
                    <a:pt x="36" y="12"/>
                    <a:pt x="31" y="14"/>
                  </a:cubicBezTo>
                  <a:cubicBezTo>
                    <a:pt x="29" y="15"/>
                    <a:pt x="26" y="15"/>
                    <a:pt x="26" y="1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0" name="iṣľí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682F9D4-6416-46A1-A7EE-DD44ECF8A403}"/>
                </a:ext>
              </a:extLst>
            </p:cNvPr>
            <p:cNvSpPr/>
            <p:nvPr/>
          </p:nvSpPr>
          <p:spPr bwMode="auto">
            <a:xfrm>
              <a:off x="5402169" y="2267707"/>
              <a:ext cx="186895" cy="184452"/>
            </a:xfrm>
            <a:custGeom>
              <a:avLst/>
              <a:gdLst>
                <a:gd name="T0" fmla="*/ 63 w 74"/>
                <a:gd name="T1" fmla="*/ 11 h 73"/>
                <a:gd name="T2" fmla="*/ 74 w 74"/>
                <a:gd name="T3" fmla="*/ 37 h 73"/>
                <a:gd name="T4" fmla="*/ 74 w 74"/>
                <a:gd name="T5" fmla="*/ 37 h 73"/>
                <a:gd name="T6" fmla="*/ 63 w 74"/>
                <a:gd name="T7" fmla="*/ 63 h 73"/>
                <a:gd name="T8" fmla="*/ 39 w 74"/>
                <a:gd name="T9" fmla="*/ 61 h 73"/>
                <a:gd name="T10" fmla="*/ 41 w 74"/>
                <a:gd name="T11" fmla="*/ 56 h 73"/>
                <a:gd name="T12" fmla="*/ 49 w 74"/>
                <a:gd name="T13" fmla="*/ 53 h 73"/>
                <a:gd name="T14" fmla="*/ 53 w 74"/>
                <a:gd name="T15" fmla="*/ 45 h 73"/>
                <a:gd name="T16" fmla="*/ 50 w 74"/>
                <a:gd name="T17" fmla="*/ 36 h 73"/>
                <a:gd name="T18" fmla="*/ 40 w 74"/>
                <a:gd name="T19" fmla="*/ 31 h 73"/>
                <a:gd name="T20" fmla="*/ 39 w 74"/>
                <a:gd name="T21" fmla="*/ 25 h 73"/>
                <a:gd name="T22" fmla="*/ 42 w 74"/>
                <a:gd name="T23" fmla="*/ 25 h 73"/>
                <a:gd name="T24" fmla="*/ 46 w 74"/>
                <a:gd name="T25" fmla="*/ 26 h 73"/>
                <a:gd name="T26" fmla="*/ 51 w 74"/>
                <a:gd name="T27" fmla="*/ 19 h 73"/>
                <a:gd name="T28" fmla="*/ 41 w 74"/>
                <a:gd name="T29" fmla="*/ 17 h 73"/>
                <a:gd name="T30" fmla="*/ 39 w 74"/>
                <a:gd name="T31" fmla="*/ 12 h 73"/>
                <a:gd name="T32" fmla="*/ 39 w 74"/>
                <a:gd name="T33" fmla="*/ 48 h 73"/>
                <a:gd name="T34" fmla="*/ 42 w 74"/>
                <a:gd name="T35" fmla="*/ 45 h 73"/>
                <a:gd name="T36" fmla="*/ 41 w 74"/>
                <a:gd name="T37" fmla="*/ 42 h 73"/>
                <a:gd name="T38" fmla="*/ 39 w 74"/>
                <a:gd name="T39" fmla="*/ 41 h 73"/>
                <a:gd name="T40" fmla="*/ 37 w 74"/>
                <a:gd name="T41" fmla="*/ 0 h 73"/>
                <a:gd name="T42" fmla="*/ 37 w 74"/>
                <a:gd name="T43" fmla="*/ 0 h 73"/>
                <a:gd name="T44" fmla="*/ 39 w 74"/>
                <a:gd name="T45" fmla="*/ 12 h 73"/>
                <a:gd name="T46" fmla="*/ 36 w 74"/>
                <a:gd name="T47" fmla="*/ 17 h 73"/>
                <a:gd name="T48" fmla="*/ 29 w 74"/>
                <a:gd name="T49" fmla="*/ 20 h 73"/>
                <a:gd name="T50" fmla="*/ 26 w 74"/>
                <a:gd name="T51" fmla="*/ 28 h 73"/>
                <a:gd name="T52" fmla="*/ 29 w 74"/>
                <a:gd name="T53" fmla="*/ 36 h 73"/>
                <a:gd name="T54" fmla="*/ 37 w 74"/>
                <a:gd name="T55" fmla="*/ 40 h 73"/>
                <a:gd name="T56" fmla="*/ 39 w 74"/>
                <a:gd name="T57" fmla="*/ 48 h 73"/>
                <a:gd name="T58" fmla="*/ 36 w 74"/>
                <a:gd name="T59" fmla="*/ 48 h 73"/>
                <a:gd name="T60" fmla="*/ 31 w 74"/>
                <a:gd name="T61" fmla="*/ 47 h 73"/>
                <a:gd name="T62" fmla="*/ 26 w 74"/>
                <a:gd name="T63" fmla="*/ 54 h 73"/>
                <a:gd name="T64" fmla="*/ 36 w 74"/>
                <a:gd name="T65" fmla="*/ 57 h 73"/>
                <a:gd name="T66" fmla="*/ 39 w 74"/>
                <a:gd name="T67" fmla="*/ 61 h 73"/>
                <a:gd name="T68" fmla="*/ 37 w 74"/>
                <a:gd name="T69" fmla="*/ 73 h 73"/>
                <a:gd name="T70" fmla="*/ 37 w 74"/>
                <a:gd name="T71" fmla="*/ 73 h 73"/>
                <a:gd name="T72" fmla="*/ 37 w 74"/>
                <a:gd name="T73" fmla="*/ 73 h 73"/>
                <a:gd name="T74" fmla="*/ 0 w 74"/>
                <a:gd name="T75" fmla="*/ 37 h 73"/>
                <a:gd name="T76" fmla="*/ 0 w 74"/>
                <a:gd name="T77" fmla="*/ 37 h 73"/>
                <a:gd name="T78" fmla="*/ 0 w 74"/>
                <a:gd name="T79" fmla="*/ 37 h 73"/>
                <a:gd name="T80" fmla="*/ 37 w 74"/>
                <a:gd name="T81" fmla="*/ 0 h 73"/>
                <a:gd name="T82" fmla="*/ 37 w 74"/>
                <a:gd name="T83" fmla="*/ 0 h 73"/>
                <a:gd name="T84" fmla="*/ 37 w 74"/>
                <a:gd name="T85" fmla="*/ 26 h 73"/>
                <a:gd name="T86" fmla="*/ 37 w 74"/>
                <a:gd name="T87" fmla="*/ 30 h 73"/>
                <a:gd name="T88" fmla="*/ 39 w 74"/>
                <a:gd name="T89" fmla="*/ 2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4" h="73">
                  <a:moveTo>
                    <a:pt x="39" y="0"/>
                  </a:moveTo>
                  <a:cubicBezTo>
                    <a:pt x="49" y="0"/>
                    <a:pt x="57" y="4"/>
                    <a:pt x="63" y="11"/>
                  </a:cubicBezTo>
                  <a:cubicBezTo>
                    <a:pt x="70" y="17"/>
                    <a:pt x="74" y="26"/>
                    <a:pt x="74" y="37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4" y="47"/>
                    <a:pt x="70" y="56"/>
                    <a:pt x="63" y="63"/>
                  </a:cubicBezTo>
                  <a:cubicBezTo>
                    <a:pt x="57" y="69"/>
                    <a:pt x="49" y="73"/>
                    <a:pt x="39" y="73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1" y="56"/>
                    <a:pt x="41" y="56"/>
                    <a:pt x="41" y="56"/>
                  </a:cubicBezTo>
                  <a:cubicBezTo>
                    <a:pt x="43" y="56"/>
                    <a:pt x="44" y="56"/>
                    <a:pt x="46" y="55"/>
                  </a:cubicBezTo>
                  <a:cubicBezTo>
                    <a:pt x="47" y="55"/>
                    <a:pt x="48" y="54"/>
                    <a:pt x="49" y="53"/>
                  </a:cubicBezTo>
                  <a:cubicBezTo>
                    <a:pt x="50" y="52"/>
                    <a:pt x="51" y="51"/>
                    <a:pt x="52" y="49"/>
                  </a:cubicBezTo>
                  <a:cubicBezTo>
                    <a:pt x="52" y="48"/>
                    <a:pt x="53" y="46"/>
                    <a:pt x="53" y="45"/>
                  </a:cubicBezTo>
                  <a:cubicBezTo>
                    <a:pt x="53" y="43"/>
                    <a:pt x="52" y="41"/>
                    <a:pt x="52" y="40"/>
                  </a:cubicBezTo>
                  <a:cubicBezTo>
                    <a:pt x="52" y="39"/>
                    <a:pt x="51" y="37"/>
                    <a:pt x="50" y="36"/>
                  </a:cubicBezTo>
                  <a:cubicBezTo>
                    <a:pt x="49" y="35"/>
                    <a:pt x="48" y="35"/>
                    <a:pt x="46" y="34"/>
                  </a:cubicBezTo>
                  <a:cubicBezTo>
                    <a:pt x="45" y="33"/>
                    <a:pt x="43" y="32"/>
                    <a:pt x="40" y="31"/>
                  </a:cubicBezTo>
                  <a:cubicBezTo>
                    <a:pt x="40" y="31"/>
                    <a:pt x="39" y="31"/>
                    <a:pt x="39" y="31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40" y="25"/>
                    <a:pt x="40" y="25"/>
                  </a:cubicBezTo>
                  <a:cubicBezTo>
                    <a:pt x="41" y="25"/>
                    <a:pt x="41" y="25"/>
                    <a:pt x="42" y="25"/>
                  </a:cubicBezTo>
                  <a:cubicBezTo>
                    <a:pt x="42" y="25"/>
                    <a:pt x="43" y="25"/>
                    <a:pt x="44" y="25"/>
                  </a:cubicBezTo>
                  <a:cubicBezTo>
                    <a:pt x="44" y="25"/>
                    <a:pt x="45" y="25"/>
                    <a:pt x="46" y="26"/>
                  </a:cubicBezTo>
                  <a:cubicBezTo>
                    <a:pt x="47" y="26"/>
                    <a:pt x="48" y="26"/>
                    <a:pt x="49" y="26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4" y="17"/>
                    <a:pt x="42" y="17"/>
                    <a:pt x="41" y="17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0"/>
                    <a:pt x="39" y="0"/>
                    <a:pt x="39" y="0"/>
                  </a:cubicBezTo>
                  <a:close/>
                  <a:moveTo>
                    <a:pt x="39" y="48"/>
                  </a:moveTo>
                  <a:cubicBezTo>
                    <a:pt x="40" y="48"/>
                    <a:pt x="40" y="48"/>
                    <a:pt x="41" y="47"/>
                  </a:cubicBezTo>
                  <a:cubicBezTo>
                    <a:pt x="42" y="47"/>
                    <a:pt x="42" y="46"/>
                    <a:pt x="42" y="45"/>
                  </a:cubicBezTo>
                  <a:cubicBezTo>
                    <a:pt x="42" y="44"/>
                    <a:pt x="42" y="44"/>
                    <a:pt x="42" y="43"/>
                  </a:cubicBezTo>
                  <a:cubicBezTo>
                    <a:pt x="41" y="43"/>
                    <a:pt x="41" y="42"/>
                    <a:pt x="41" y="42"/>
                  </a:cubicBezTo>
                  <a:cubicBezTo>
                    <a:pt x="41" y="42"/>
                    <a:pt x="40" y="42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lnTo>
                    <a:pt x="39" y="48"/>
                  </a:lnTo>
                  <a:close/>
                  <a:moveTo>
                    <a:pt x="37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0"/>
                    <a:pt x="38" y="0"/>
                    <a:pt x="39" y="0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5" y="17"/>
                    <a:pt x="33" y="17"/>
                    <a:pt x="32" y="18"/>
                  </a:cubicBezTo>
                  <a:cubicBezTo>
                    <a:pt x="31" y="18"/>
                    <a:pt x="30" y="19"/>
                    <a:pt x="29" y="20"/>
                  </a:cubicBezTo>
                  <a:cubicBezTo>
                    <a:pt x="28" y="21"/>
                    <a:pt x="27" y="22"/>
                    <a:pt x="26" y="23"/>
                  </a:cubicBezTo>
                  <a:cubicBezTo>
                    <a:pt x="26" y="25"/>
                    <a:pt x="26" y="26"/>
                    <a:pt x="26" y="28"/>
                  </a:cubicBezTo>
                  <a:cubicBezTo>
                    <a:pt x="26" y="30"/>
                    <a:pt x="26" y="32"/>
                    <a:pt x="26" y="33"/>
                  </a:cubicBezTo>
                  <a:cubicBezTo>
                    <a:pt x="27" y="34"/>
                    <a:pt x="28" y="35"/>
                    <a:pt x="29" y="36"/>
                  </a:cubicBezTo>
                  <a:cubicBezTo>
                    <a:pt x="30" y="37"/>
                    <a:pt x="31" y="38"/>
                    <a:pt x="32" y="39"/>
                  </a:cubicBezTo>
                  <a:cubicBezTo>
                    <a:pt x="34" y="39"/>
                    <a:pt x="35" y="40"/>
                    <a:pt x="37" y="40"/>
                  </a:cubicBezTo>
                  <a:cubicBezTo>
                    <a:pt x="38" y="41"/>
                    <a:pt x="39" y="41"/>
                    <a:pt x="39" y="41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8"/>
                    <a:pt x="38" y="48"/>
                    <a:pt x="37" y="48"/>
                  </a:cubicBezTo>
                  <a:cubicBezTo>
                    <a:pt x="37" y="48"/>
                    <a:pt x="36" y="48"/>
                    <a:pt x="36" y="48"/>
                  </a:cubicBezTo>
                  <a:cubicBezTo>
                    <a:pt x="35" y="48"/>
                    <a:pt x="34" y="48"/>
                    <a:pt x="34" y="48"/>
                  </a:cubicBezTo>
                  <a:cubicBezTo>
                    <a:pt x="33" y="48"/>
                    <a:pt x="32" y="48"/>
                    <a:pt x="31" y="47"/>
                  </a:cubicBezTo>
                  <a:cubicBezTo>
                    <a:pt x="30" y="47"/>
                    <a:pt x="29" y="47"/>
                    <a:pt x="28" y="46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5"/>
                    <a:pt x="29" y="55"/>
                    <a:pt x="31" y="56"/>
                  </a:cubicBezTo>
                  <a:cubicBezTo>
                    <a:pt x="33" y="56"/>
                    <a:pt x="34" y="56"/>
                    <a:pt x="36" y="57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38" y="73"/>
                    <a:pt x="38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27" y="73"/>
                    <a:pt x="18" y="69"/>
                    <a:pt x="11" y="63"/>
                  </a:cubicBezTo>
                  <a:cubicBezTo>
                    <a:pt x="5" y="56"/>
                    <a:pt x="1" y="4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26"/>
                    <a:pt x="5" y="17"/>
                    <a:pt x="11" y="11"/>
                  </a:cubicBezTo>
                  <a:cubicBezTo>
                    <a:pt x="18" y="4"/>
                    <a:pt x="2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lose/>
                  <a:moveTo>
                    <a:pt x="39" y="25"/>
                  </a:moveTo>
                  <a:cubicBezTo>
                    <a:pt x="38" y="25"/>
                    <a:pt x="38" y="25"/>
                    <a:pt x="37" y="26"/>
                  </a:cubicBezTo>
                  <a:cubicBezTo>
                    <a:pt x="37" y="26"/>
                    <a:pt x="36" y="27"/>
                    <a:pt x="36" y="28"/>
                  </a:cubicBezTo>
                  <a:cubicBezTo>
                    <a:pt x="36" y="29"/>
                    <a:pt x="37" y="29"/>
                    <a:pt x="37" y="30"/>
                  </a:cubicBezTo>
                  <a:cubicBezTo>
                    <a:pt x="38" y="30"/>
                    <a:pt x="38" y="31"/>
                    <a:pt x="39" y="31"/>
                  </a:cubicBezTo>
                  <a:lnTo>
                    <a:pt x="39" y="2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1" name="íṥ1î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7A9BBAB-058A-46B9-B275-D0AD4CA18F3F}"/>
                </a:ext>
              </a:extLst>
            </p:cNvPr>
            <p:cNvSpPr/>
            <p:nvPr/>
          </p:nvSpPr>
          <p:spPr bwMode="auto">
            <a:xfrm>
              <a:off x="5002729" y="2260377"/>
              <a:ext cx="188116" cy="186895"/>
            </a:xfrm>
            <a:custGeom>
              <a:avLst/>
              <a:gdLst>
                <a:gd name="T0" fmla="*/ 74 w 74"/>
                <a:gd name="T1" fmla="*/ 37 h 74"/>
                <a:gd name="T2" fmla="*/ 74 w 74"/>
                <a:gd name="T3" fmla="*/ 37 h 74"/>
                <a:gd name="T4" fmla="*/ 53 w 74"/>
                <a:gd name="T5" fmla="*/ 70 h 74"/>
                <a:gd name="T6" fmla="*/ 59 w 74"/>
                <a:gd name="T7" fmla="*/ 57 h 74"/>
                <a:gd name="T8" fmla="*/ 64 w 74"/>
                <a:gd name="T9" fmla="*/ 44 h 74"/>
                <a:gd name="T10" fmla="*/ 58 w 74"/>
                <a:gd name="T11" fmla="*/ 33 h 74"/>
                <a:gd name="T12" fmla="*/ 53 w 74"/>
                <a:gd name="T13" fmla="*/ 4 h 74"/>
                <a:gd name="T14" fmla="*/ 55 w 74"/>
                <a:gd name="T15" fmla="*/ 51 h 74"/>
                <a:gd name="T16" fmla="*/ 56 w 74"/>
                <a:gd name="T17" fmla="*/ 44 h 74"/>
                <a:gd name="T18" fmla="*/ 55 w 74"/>
                <a:gd name="T19" fmla="*/ 38 h 74"/>
                <a:gd name="T20" fmla="*/ 53 w 74"/>
                <a:gd name="T21" fmla="*/ 52 h 74"/>
                <a:gd name="T22" fmla="*/ 53 w 74"/>
                <a:gd name="T23" fmla="*/ 32 h 74"/>
                <a:gd name="T24" fmla="*/ 45 w 74"/>
                <a:gd name="T25" fmla="*/ 24 h 74"/>
                <a:gd name="T26" fmla="*/ 45 w 74"/>
                <a:gd name="T27" fmla="*/ 1 h 74"/>
                <a:gd name="T28" fmla="*/ 45 w 74"/>
                <a:gd name="T29" fmla="*/ 54 h 74"/>
                <a:gd name="T30" fmla="*/ 53 w 74"/>
                <a:gd name="T31" fmla="*/ 70 h 74"/>
                <a:gd name="T32" fmla="*/ 52 w 74"/>
                <a:gd name="T33" fmla="*/ 51 h 74"/>
                <a:gd name="T34" fmla="*/ 50 w 74"/>
                <a:gd name="T35" fmla="*/ 44 h 74"/>
                <a:gd name="T36" fmla="*/ 52 w 74"/>
                <a:gd name="T37" fmla="*/ 38 h 74"/>
                <a:gd name="T38" fmla="*/ 45 w 74"/>
                <a:gd name="T39" fmla="*/ 1 h 74"/>
                <a:gd name="T40" fmla="*/ 38 w 74"/>
                <a:gd name="T41" fmla="*/ 27 h 74"/>
                <a:gd name="T42" fmla="*/ 45 w 74"/>
                <a:gd name="T43" fmla="*/ 54 h 74"/>
                <a:gd name="T44" fmla="*/ 42 w 74"/>
                <a:gd name="T45" fmla="*/ 44 h 74"/>
                <a:gd name="T46" fmla="*/ 45 w 74"/>
                <a:gd name="T47" fmla="*/ 35 h 74"/>
                <a:gd name="T48" fmla="*/ 38 w 74"/>
                <a:gd name="T49" fmla="*/ 74 h 74"/>
                <a:gd name="T50" fmla="*/ 37 w 74"/>
                <a:gd name="T51" fmla="*/ 0 h 74"/>
                <a:gd name="T52" fmla="*/ 38 w 74"/>
                <a:gd name="T53" fmla="*/ 27 h 74"/>
                <a:gd name="T54" fmla="*/ 31 w 74"/>
                <a:gd name="T55" fmla="*/ 39 h 74"/>
                <a:gd name="T56" fmla="*/ 33 w 74"/>
                <a:gd name="T57" fmla="*/ 25 h 74"/>
                <a:gd name="T58" fmla="*/ 31 w 74"/>
                <a:gd name="T59" fmla="*/ 1 h 74"/>
                <a:gd name="T60" fmla="*/ 37 w 74"/>
                <a:gd name="T61" fmla="*/ 0 h 74"/>
                <a:gd name="T62" fmla="*/ 34 w 74"/>
                <a:gd name="T63" fmla="*/ 58 h 74"/>
                <a:gd name="T64" fmla="*/ 37 w 74"/>
                <a:gd name="T65" fmla="*/ 74 h 74"/>
                <a:gd name="T66" fmla="*/ 37 w 74"/>
                <a:gd name="T67" fmla="*/ 74 h 74"/>
                <a:gd name="T68" fmla="*/ 31 w 74"/>
                <a:gd name="T69" fmla="*/ 73 h 74"/>
                <a:gd name="T70" fmla="*/ 23 w 74"/>
                <a:gd name="T71" fmla="*/ 43 h 74"/>
                <a:gd name="T72" fmla="*/ 31 w 74"/>
                <a:gd name="T73" fmla="*/ 50 h 74"/>
                <a:gd name="T74" fmla="*/ 31 w 74"/>
                <a:gd name="T75" fmla="*/ 73 h 74"/>
                <a:gd name="T76" fmla="*/ 31 w 74"/>
                <a:gd name="T77" fmla="*/ 20 h 74"/>
                <a:gd name="T78" fmla="*/ 22 w 74"/>
                <a:gd name="T79" fmla="*/ 17 h 74"/>
                <a:gd name="T80" fmla="*/ 22 w 74"/>
                <a:gd name="T81" fmla="*/ 22 h 74"/>
                <a:gd name="T82" fmla="*/ 25 w 74"/>
                <a:gd name="T83" fmla="*/ 25 h 74"/>
                <a:gd name="T84" fmla="*/ 25 w 74"/>
                <a:gd name="T85" fmla="*/ 33 h 74"/>
                <a:gd name="T86" fmla="*/ 23 w 74"/>
                <a:gd name="T87" fmla="*/ 37 h 74"/>
                <a:gd name="T88" fmla="*/ 11 w 74"/>
                <a:gd name="T89" fmla="*/ 63 h 74"/>
                <a:gd name="T90" fmla="*/ 0 w 74"/>
                <a:gd name="T91" fmla="*/ 37 h 74"/>
                <a:gd name="T92" fmla="*/ 11 w 74"/>
                <a:gd name="T93" fmla="*/ 11 h 74"/>
                <a:gd name="T94" fmla="*/ 17 w 74"/>
                <a:gd name="T95" fmla="*/ 18 h 74"/>
                <a:gd name="T96" fmla="*/ 12 w 74"/>
                <a:gd name="T97" fmla="*/ 30 h 74"/>
                <a:gd name="T98" fmla="*/ 17 w 74"/>
                <a:gd name="T99" fmla="*/ 42 h 74"/>
                <a:gd name="T100" fmla="*/ 22 w 74"/>
                <a:gd name="T101" fmla="*/ 22 h 74"/>
                <a:gd name="T102" fmla="*/ 20 w 74"/>
                <a:gd name="T103" fmla="*/ 27 h 74"/>
                <a:gd name="T104" fmla="*/ 20 w 74"/>
                <a:gd name="T105" fmla="*/ 35 h 74"/>
                <a:gd name="T106" fmla="*/ 22 w 74"/>
                <a:gd name="T107" fmla="*/ 2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4" h="74">
                  <a:moveTo>
                    <a:pt x="53" y="4"/>
                  </a:moveTo>
                  <a:cubicBezTo>
                    <a:pt x="57" y="6"/>
                    <a:pt x="60" y="8"/>
                    <a:pt x="63" y="11"/>
                  </a:cubicBezTo>
                  <a:cubicBezTo>
                    <a:pt x="70" y="18"/>
                    <a:pt x="74" y="27"/>
                    <a:pt x="74" y="37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4" y="47"/>
                    <a:pt x="70" y="56"/>
                    <a:pt x="63" y="63"/>
                  </a:cubicBezTo>
                  <a:cubicBezTo>
                    <a:pt x="60" y="66"/>
                    <a:pt x="57" y="68"/>
                    <a:pt x="53" y="70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6" y="58"/>
                    <a:pt x="57" y="57"/>
                    <a:pt x="59" y="57"/>
                  </a:cubicBezTo>
                  <a:cubicBezTo>
                    <a:pt x="60" y="56"/>
                    <a:pt x="61" y="55"/>
                    <a:pt x="62" y="54"/>
                  </a:cubicBezTo>
                  <a:cubicBezTo>
                    <a:pt x="63" y="53"/>
                    <a:pt x="63" y="51"/>
                    <a:pt x="64" y="50"/>
                  </a:cubicBezTo>
                  <a:cubicBezTo>
                    <a:pt x="64" y="48"/>
                    <a:pt x="64" y="46"/>
                    <a:pt x="64" y="44"/>
                  </a:cubicBezTo>
                  <a:cubicBezTo>
                    <a:pt x="64" y="43"/>
                    <a:pt x="64" y="41"/>
                    <a:pt x="64" y="40"/>
                  </a:cubicBezTo>
                  <a:cubicBezTo>
                    <a:pt x="63" y="38"/>
                    <a:pt x="63" y="37"/>
                    <a:pt x="62" y="36"/>
                  </a:cubicBezTo>
                  <a:cubicBezTo>
                    <a:pt x="61" y="34"/>
                    <a:pt x="60" y="33"/>
                    <a:pt x="58" y="33"/>
                  </a:cubicBezTo>
                  <a:cubicBezTo>
                    <a:pt x="57" y="32"/>
                    <a:pt x="55" y="32"/>
                    <a:pt x="53" y="32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4"/>
                    <a:pt x="53" y="4"/>
                    <a:pt x="53" y="4"/>
                  </a:cubicBezTo>
                  <a:close/>
                  <a:moveTo>
                    <a:pt x="53" y="52"/>
                  </a:move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5" y="51"/>
                  </a:cubicBezTo>
                  <a:cubicBezTo>
                    <a:pt x="55" y="51"/>
                    <a:pt x="55" y="50"/>
                    <a:pt x="56" y="50"/>
                  </a:cubicBezTo>
                  <a:cubicBezTo>
                    <a:pt x="56" y="49"/>
                    <a:pt x="56" y="48"/>
                    <a:pt x="56" y="47"/>
                  </a:cubicBezTo>
                  <a:cubicBezTo>
                    <a:pt x="56" y="47"/>
                    <a:pt x="56" y="46"/>
                    <a:pt x="56" y="44"/>
                  </a:cubicBezTo>
                  <a:cubicBezTo>
                    <a:pt x="56" y="44"/>
                    <a:pt x="56" y="43"/>
                    <a:pt x="56" y="42"/>
                  </a:cubicBezTo>
                  <a:cubicBezTo>
                    <a:pt x="56" y="41"/>
                    <a:pt x="56" y="40"/>
                    <a:pt x="56" y="39"/>
                  </a:cubicBezTo>
                  <a:cubicBezTo>
                    <a:pt x="55" y="39"/>
                    <a:pt x="55" y="38"/>
                    <a:pt x="55" y="38"/>
                  </a:cubicBezTo>
                  <a:cubicBezTo>
                    <a:pt x="54" y="37"/>
                    <a:pt x="54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lnTo>
                    <a:pt x="53" y="52"/>
                  </a:lnTo>
                  <a:close/>
                  <a:moveTo>
                    <a:pt x="45" y="1"/>
                  </a:moveTo>
                  <a:cubicBezTo>
                    <a:pt x="48" y="2"/>
                    <a:pt x="51" y="3"/>
                    <a:pt x="53" y="4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1" y="32"/>
                    <a:pt x="49" y="32"/>
                    <a:pt x="48" y="33"/>
                  </a:cubicBezTo>
                  <a:cubicBezTo>
                    <a:pt x="47" y="33"/>
                    <a:pt x="46" y="34"/>
                    <a:pt x="45" y="35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53" y="70"/>
                  </a:moveTo>
                  <a:cubicBezTo>
                    <a:pt x="51" y="71"/>
                    <a:pt x="48" y="72"/>
                    <a:pt x="45" y="73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6" y="55"/>
                    <a:pt x="47" y="56"/>
                    <a:pt x="48" y="57"/>
                  </a:cubicBezTo>
                  <a:cubicBezTo>
                    <a:pt x="49" y="57"/>
                    <a:pt x="51" y="58"/>
                    <a:pt x="53" y="58"/>
                  </a:cubicBezTo>
                  <a:cubicBezTo>
                    <a:pt x="53" y="70"/>
                    <a:pt x="53" y="70"/>
                    <a:pt x="53" y="70"/>
                  </a:cubicBezTo>
                  <a:close/>
                  <a:moveTo>
                    <a:pt x="53" y="37"/>
                  </a:move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2" y="52"/>
                    <a:pt x="52" y="51"/>
                  </a:cubicBezTo>
                  <a:cubicBezTo>
                    <a:pt x="51" y="51"/>
                    <a:pt x="51" y="51"/>
                    <a:pt x="51" y="50"/>
                  </a:cubicBezTo>
                  <a:cubicBezTo>
                    <a:pt x="51" y="49"/>
                    <a:pt x="51" y="48"/>
                    <a:pt x="50" y="48"/>
                  </a:cubicBezTo>
                  <a:cubicBezTo>
                    <a:pt x="50" y="47"/>
                    <a:pt x="50" y="46"/>
                    <a:pt x="50" y="44"/>
                  </a:cubicBezTo>
                  <a:cubicBezTo>
                    <a:pt x="50" y="43"/>
                    <a:pt x="50" y="43"/>
                    <a:pt x="50" y="42"/>
                  </a:cubicBezTo>
                  <a:cubicBezTo>
                    <a:pt x="51" y="41"/>
                    <a:pt x="51" y="40"/>
                    <a:pt x="51" y="39"/>
                  </a:cubicBezTo>
                  <a:cubicBezTo>
                    <a:pt x="51" y="39"/>
                    <a:pt x="51" y="38"/>
                    <a:pt x="52" y="38"/>
                  </a:cubicBezTo>
                  <a:cubicBezTo>
                    <a:pt x="52" y="37"/>
                    <a:pt x="53" y="37"/>
                    <a:pt x="53" y="37"/>
                  </a:cubicBezTo>
                  <a:close/>
                  <a:moveTo>
                    <a:pt x="38" y="0"/>
                  </a:moveTo>
                  <a:cubicBezTo>
                    <a:pt x="40" y="0"/>
                    <a:pt x="43" y="1"/>
                    <a:pt x="45" y="1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45" y="73"/>
                  </a:moveTo>
                  <a:cubicBezTo>
                    <a:pt x="45" y="54"/>
                    <a:pt x="45" y="54"/>
                    <a:pt x="45" y="54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44" y="53"/>
                    <a:pt x="43" y="51"/>
                    <a:pt x="43" y="50"/>
                  </a:cubicBezTo>
                  <a:cubicBezTo>
                    <a:pt x="43" y="48"/>
                    <a:pt x="42" y="46"/>
                    <a:pt x="42" y="44"/>
                  </a:cubicBezTo>
                  <a:cubicBezTo>
                    <a:pt x="42" y="43"/>
                    <a:pt x="43" y="41"/>
                    <a:pt x="43" y="40"/>
                  </a:cubicBezTo>
                  <a:cubicBezTo>
                    <a:pt x="43" y="38"/>
                    <a:pt x="44" y="37"/>
                    <a:pt x="45" y="36"/>
                  </a:cubicBezTo>
                  <a:cubicBezTo>
                    <a:pt x="45" y="36"/>
                    <a:pt x="45" y="35"/>
                    <a:pt x="45" y="35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38" y="47"/>
                    <a:pt x="38" y="47"/>
                    <a:pt x="38" y="47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40" y="74"/>
                    <a:pt x="43" y="73"/>
                    <a:pt x="45" y="73"/>
                  </a:cubicBezTo>
                  <a:close/>
                  <a:moveTo>
                    <a:pt x="37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8" y="0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2" y="38"/>
                    <a:pt x="33" y="36"/>
                    <a:pt x="33" y="35"/>
                  </a:cubicBezTo>
                  <a:cubicBezTo>
                    <a:pt x="33" y="33"/>
                    <a:pt x="33" y="32"/>
                    <a:pt x="33" y="30"/>
                  </a:cubicBezTo>
                  <a:cubicBezTo>
                    <a:pt x="33" y="28"/>
                    <a:pt x="33" y="27"/>
                    <a:pt x="33" y="25"/>
                  </a:cubicBezTo>
                  <a:cubicBezTo>
                    <a:pt x="32" y="24"/>
                    <a:pt x="32" y="22"/>
                    <a:pt x="31" y="21"/>
                  </a:cubicBezTo>
                  <a:cubicBezTo>
                    <a:pt x="31" y="21"/>
                    <a:pt x="31" y="21"/>
                    <a:pt x="31" y="20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3" y="1"/>
                    <a:pt x="35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lose/>
                  <a:moveTo>
                    <a:pt x="38" y="74"/>
                  </a:moveTo>
                  <a:cubicBezTo>
                    <a:pt x="38" y="47"/>
                    <a:pt x="38" y="47"/>
                    <a:pt x="38" y="47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3" y="74"/>
                    <a:pt x="35" y="74"/>
                    <a:pt x="37" y="74"/>
                  </a:cubicBezTo>
                  <a:cubicBezTo>
                    <a:pt x="37" y="74"/>
                    <a:pt x="37" y="74"/>
                    <a:pt x="37" y="74"/>
                  </a:cubicBezTo>
                  <a:cubicBezTo>
                    <a:pt x="37" y="74"/>
                    <a:pt x="37" y="74"/>
                    <a:pt x="37" y="74"/>
                  </a:cubicBezTo>
                  <a:cubicBezTo>
                    <a:pt x="37" y="74"/>
                    <a:pt x="37" y="74"/>
                    <a:pt x="37" y="74"/>
                  </a:cubicBezTo>
                  <a:cubicBezTo>
                    <a:pt x="37" y="74"/>
                    <a:pt x="37" y="74"/>
                    <a:pt x="37" y="74"/>
                  </a:cubicBezTo>
                  <a:cubicBezTo>
                    <a:pt x="37" y="74"/>
                    <a:pt x="38" y="74"/>
                    <a:pt x="38" y="74"/>
                  </a:cubicBezTo>
                  <a:close/>
                  <a:moveTo>
                    <a:pt x="31" y="73"/>
                  </a:moveTo>
                  <a:cubicBezTo>
                    <a:pt x="28" y="73"/>
                    <a:pt x="25" y="72"/>
                    <a:pt x="22" y="71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5" y="43"/>
                    <a:pt x="26" y="43"/>
                    <a:pt x="28" y="42"/>
                  </a:cubicBezTo>
                  <a:cubicBezTo>
                    <a:pt x="29" y="41"/>
                    <a:pt x="30" y="41"/>
                    <a:pt x="31" y="40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1" y="73"/>
                    <a:pt x="31" y="73"/>
                    <a:pt x="31" y="73"/>
                  </a:cubicBezTo>
                  <a:close/>
                  <a:moveTo>
                    <a:pt x="22" y="3"/>
                  </a:moveTo>
                  <a:cubicBezTo>
                    <a:pt x="25" y="2"/>
                    <a:pt x="28" y="1"/>
                    <a:pt x="31" y="1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19"/>
                    <a:pt x="29" y="19"/>
                    <a:pt x="28" y="18"/>
                  </a:cubicBezTo>
                  <a:cubicBezTo>
                    <a:pt x="26" y="17"/>
                    <a:pt x="25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3"/>
                    <a:pt x="22" y="3"/>
                    <a:pt x="22" y="3"/>
                  </a:cubicBezTo>
                  <a:close/>
                  <a:moveTo>
                    <a:pt x="22" y="37"/>
                  </a:moveTo>
                  <a:cubicBezTo>
                    <a:pt x="22" y="22"/>
                    <a:pt x="22" y="22"/>
                    <a:pt x="22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4"/>
                    <a:pt x="25" y="24"/>
                    <a:pt x="25" y="25"/>
                  </a:cubicBezTo>
                  <a:cubicBezTo>
                    <a:pt x="25" y="25"/>
                    <a:pt x="25" y="26"/>
                    <a:pt x="25" y="27"/>
                  </a:cubicBezTo>
                  <a:cubicBezTo>
                    <a:pt x="25" y="28"/>
                    <a:pt x="25" y="29"/>
                    <a:pt x="25" y="30"/>
                  </a:cubicBezTo>
                  <a:cubicBezTo>
                    <a:pt x="25" y="31"/>
                    <a:pt x="25" y="32"/>
                    <a:pt x="25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5" y="36"/>
                    <a:pt x="24" y="36"/>
                    <a:pt x="24" y="37"/>
                  </a:cubicBezTo>
                  <a:cubicBezTo>
                    <a:pt x="24" y="37"/>
                    <a:pt x="23" y="37"/>
                    <a:pt x="23" y="37"/>
                  </a:cubicBezTo>
                  <a:lnTo>
                    <a:pt x="22" y="37"/>
                  </a:lnTo>
                  <a:close/>
                  <a:moveTo>
                    <a:pt x="22" y="71"/>
                  </a:moveTo>
                  <a:cubicBezTo>
                    <a:pt x="18" y="69"/>
                    <a:pt x="14" y="66"/>
                    <a:pt x="11" y="63"/>
                  </a:cubicBezTo>
                  <a:cubicBezTo>
                    <a:pt x="4" y="56"/>
                    <a:pt x="0" y="4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7"/>
                    <a:pt x="4" y="18"/>
                    <a:pt x="11" y="11"/>
                  </a:cubicBezTo>
                  <a:cubicBezTo>
                    <a:pt x="14" y="8"/>
                    <a:pt x="18" y="5"/>
                    <a:pt x="22" y="3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7"/>
                    <a:pt x="19" y="17"/>
                    <a:pt x="17" y="18"/>
                  </a:cubicBezTo>
                  <a:cubicBezTo>
                    <a:pt x="16" y="19"/>
                    <a:pt x="15" y="20"/>
                    <a:pt x="14" y="21"/>
                  </a:cubicBezTo>
                  <a:cubicBezTo>
                    <a:pt x="13" y="22"/>
                    <a:pt x="12" y="24"/>
                    <a:pt x="12" y="25"/>
                  </a:cubicBezTo>
                  <a:cubicBezTo>
                    <a:pt x="12" y="27"/>
                    <a:pt x="12" y="28"/>
                    <a:pt x="12" y="30"/>
                  </a:cubicBezTo>
                  <a:cubicBezTo>
                    <a:pt x="12" y="32"/>
                    <a:pt x="12" y="33"/>
                    <a:pt x="12" y="35"/>
                  </a:cubicBezTo>
                  <a:cubicBezTo>
                    <a:pt x="12" y="36"/>
                    <a:pt x="13" y="38"/>
                    <a:pt x="14" y="39"/>
                  </a:cubicBezTo>
                  <a:cubicBezTo>
                    <a:pt x="15" y="40"/>
                    <a:pt x="16" y="41"/>
                    <a:pt x="17" y="42"/>
                  </a:cubicBezTo>
                  <a:cubicBezTo>
                    <a:pt x="19" y="43"/>
                    <a:pt x="20" y="43"/>
                    <a:pt x="22" y="43"/>
                  </a:cubicBezTo>
                  <a:cubicBezTo>
                    <a:pt x="22" y="71"/>
                    <a:pt x="22" y="71"/>
                    <a:pt x="22" y="71"/>
                  </a:cubicBezTo>
                  <a:close/>
                  <a:moveTo>
                    <a:pt x="22" y="22"/>
                  </a:moveTo>
                  <a:cubicBezTo>
                    <a:pt x="22" y="23"/>
                    <a:pt x="21" y="23"/>
                    <a:pt x="21" y="23"/>
                  </a:cubicBezTo>
                  <a:cubicBezTo>
                    <a:pt x="21" y="23"/>
                    <a:pt x="20" y="24"/>
                    <a:pt x="20" y="25"/>
                  </a:cubicBezTo>
                  <a:cubicBezTo>
                    <a:pt x="20" y="25"/>
                    <a:pt x="20" y="26"/>
                    <a:pt x="20" y="27"/>
                  </a:cubicBezTo>
                  <a:cubicBezTo>
                    <a:pt x="20" y="28"/>
                    <a:pt x="20" y="29"/>
                    <a:pt x="20" y="30"/>
                  </a:cubicBezTo>
                  <a:cubicBezTo>
                    <a:pt x="20" y="31"/>
                    <a:pt x="20" y="32"/>
                    <a:pt x="20" y="33"/>
                  </a:cubicBezTo>
                  <a:cubicBezTo>
                    <a:pt x="20" y="34"/>
                    <a:pt x="20" y="35"/>
                    <a:pt x="20" y="35"/>
                  </a:cubicBezTo>
                  <a:cubicBezTo>
                    <a:pt x="20" y="36"/>
                    <a:pt x="21" y="36"/>
                    <a:pt x="21" y="37"/>
                  </a:cubicBezTo>
                  <a:cubicBezTo>
                    <a:pt x="21" y="37"/>
                    <a:pt x="22" y="37"/>
                    <a:pt x="22" y="37"/>
                  </a:cubicBezTo>
                  <a:lnTo>
                    <a:pt x="22" y="2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2" name="ïSḻí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24A7B09-4674-45C8-BC12-6B56961A33AA}"/>
                </a:ext>
              </a:extLst>
            </p:cNvPr>
            <p:cNvSpPr/>
            <p:nvPr/>
          </p:nvSpPr>
          <p:spPr bwMode="auto">
            <a:xfrm>
              <a:off x="7310203" y="4069467"/>
              <a:ext cx="426315" cy="354244"/>
            </a:xfrm>
            <a:custGeom>
              <a:avLst/>
              <a:gdLst>
                <a:gd name="T0" fmla="*/ 126 w 168"/>
                <a:gd name="T1" fmla="*/ 0 h 140"/>
                <a:gd name="T2" fmla="*/ 84 w 168"/>
                <a:gd name="T3" fmla="*/ 26 h 140"/>
                <a:gd name="T4" fmla="*/ 42 w 168"/>
                <a:gd name="T5" fmla="*/ 0 h 140"/>
                <a:gd name="T6" fmla="*/ 0 w 168"/>
                <a:gd name="T7" fmla="*/ 35 h 140"/>
                <a:gd name="T8" fmla="*/ 84 w 168"/>
                <a:gd name="T9" fmla="*/ 140 h 140"/>
                <a:gd name="T10" fmla="*/ 168 w 168"/>
                <a:gd name="T11" fmla="*/ 35 h 140"/>
                <a:gd name="T12" fmla="*/ 126 w 168"/>
                <a:gd name="T13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8" h="140">
                  <a:moveTo>
                    <a:pt x="126" y="0"/>
                  </a:moveTo>
                  <a:cubicBezTo>
                    <a:pt x="105" y="0"/>
                    <a:pt x="94" y="8"/>
                    <a:pt x="84" y="26"/>
                  </a:cubicBezTo>
                  <a:cubicBezTo>
                    <a:pt x="73" y="8"/>
                    <a:pt x="63" y="0"/>
                    <a:pt x="42" y="0"/>
                  </a:cubicBezTo>
                  <a:cubicBezTo>
                    <a:pt x="18" y="0"/>
                    <a:pt x="0" y="15"/>
                    <a:pt x="0" y="35"/>
                  </a:cubicBezTo>
                  <a:cubicBezTo>
                    <a:pt x="0" y="70"/>
                    <a:pt x="42" y="105"/>
                    <a:pt x="84" y="140"/>
                  </a:cubicBezTo>
                  <a:cubicBezTo>
                    <a:pt x="126" y="105"/>
                    <a:pt x="168" y="70"/>
                    <a:pt x="168" y="35"/>
                  </a:cubicBezTo>
                  <a:cubicBezTo>
                    <a:pt x="168" y="15"/>
                    <a:pt x="149" y="0"/>
                    <a:pt x="126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3" name="i$lí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30C4614-5E08-487B-A676-7C4B8B6E892F}"/>
                </a:ext>
              </a:extLst>
            </p:cNvPr>
            <p:cNvSpPr/>
            <p:nvPr/>
          </p:nvSpPr>
          <p:spPr bwMode="auto">
            <a:xfrm>
              <a:off x="8089540" y="4185512"/>
              <a:ext cx="268737" cy="256522"/>
            </a:xfrm>
            <a:custGeom>
              <a:avLst/>
              <a:gdLst>
                <a:gd name="T0" fmla="*/ 63 w 106"/>
                <a:gd name="T1" fmla="*/ 7 h 101"/>
                <a:gd name="T2" fmla="*/ 76 w 106"/>
                <a:gd name="T3" fmla="*/ 23 h 101"/>
                <a:gd name="T4" fmla="*/ 96 w 106"/>
                <a:gd name="T5" fmla="*/ 30 h 101"/>
                <a:gd name="T6" fmla="*/ 103 w 106"/>
                <a:gd name="T7" fmla="*/ 47 h 101"/>
                <a:gd name="T8" fmla="*/ 102 w 106"/>
                <a:gd name="T9" fmla="*/ 50 h 101"/>
                <a:gd name="T10" fmla="*/ 90 w 106"/>
                <a:gd name="T11" fmla="*/ 67 h 101"/>
                <a:gd name="T12" fmla="*/ 89 w 106"/>
                <a:gd name="T13" fmla="*/ 88 h 101"/>
                <a:gd name="T14" fmla="*/ 76 w 106"/>
                <a:gd name="T15" fmla="*/ 100 h 101"/>
                <a:gd name="T16" fmla="*/ 73 w 106"/>
                <a:gd name="T17" fmla="*/ 99 h 101"/>
                <a:gd name="T18" fmla="*/ 59 w 106"/>
                <a:gd name="T19" fmla="*/ 95 h 101"/>
                <a:gd name="T20" fmla="*/ 59 w 106"/>
                <a:gd name="T21" fmla="*/ 23 h 101"/>
                <a:gd name="T22" fmla="*/ 66 w 106"/>
                <a:gd name="T23" fmla="*/ 26 h 101"/>
                <a:gd name="T24" fmla="*/ 59 w 106"/>
                <a:gd name="T25" fmla="*/ 17 h 101"/>
                <a:gd name="T26" fmla="*/ 59 w 106"/>
                <a:gd name="T27" fmla="*/ 3 h 101"/>
                <a:gd name="T28" fmla="*/ 61 w 106"/>
                <a:gd name="T29" fmla="*/ 4 h 101"/>
                <a:gd name="T30" fmla="*/ 63 w 106"/>
                <a:gd name="T31" fmla="*/ 7 h 101"/>
                <a:gd name="T32" fmla="*/ 59 w 106"/>
                <a:gd name="T33" fmla="*/ 95 h 101"/>
                <a:gd name="T34" fmla="*/ 53 w 106"/>
                <a:gd name="T35" fmla="*/ 94 h 101"/>
                <a:gd name="T36" fmla="*/ 33 w 106"/>
                <a:gd name="T37" fmla="*/ 99 h 101"/>
                <a:gd name="T38" fmla="*/ 17 w 106"/>
                <a:gd name="T39" fmla="*/ 90 h 101"/>
                <a:gd name="T40" fmla="*/ 17 w 106"/>
                <a:gd name="T41" fmla="*/ 88 h 101"/>
                <a:gd name="T42" fmla="*/ 17 w 106"/>
                <a:gd name="T43" fmla="*/ 88 h 101"/>
                <a:gd name="T44" fmla="*/ 16 w 106"/>
                <a:gd name="T45" fmla="*/ 67 h 101"/>
                <a:gd name="T46" fmla="*/ 4 w 106"/>
                <a:gd name="T47" fmla="*/ 49 h 101"/>
                <a:gd name="T48" fmla="*/ 8 w 106"/>
                <a:gd name="T49" fmla="*/ 31 h 101"/>
                <a:gd name="T50" fmla="*/ 10 w 106"/>
                <a:gd name="T51" fmla="*/ 30 h 101"/>
                <a:gd name="T52" fmla="*/ 10 w 106"/>
                <a:gd name="T53" fmla="*/ 30 h 101"/>
                <a:gd name="T54" fmla="*/ 30 w 106"/>
                <a:gd name="T55" fmla="*/ 23 h 101"/>
                <a:gd name="T56" fmla="*/ 43 w 106"/>
                <a:gd name="T57" fmla="*/ 6 h 101"/>
                <a:gd name="T58" fmla="*/ 59 w 106"/>
                <a:gd name="T59" fmla="*/ 3 h 101"/>
                <a:gd name="T60" fmla="*/ 59 w 106"/>
                <a:gd name="T61" fmla="*/ 17 h 101"/>
                <a:gd name="T62" fmla="*/ 59 w 106"/>
                <a:gd name="T63" fmla="*/ 17 h 101"/>
                <a:gd name="T64" fmla="*/ 55 w 106"/>
                <a:gd name="T65" fmla="*/ 13 h 101"/>
                <a:gd name="T66" fmla="*/ 52 w 106"/>
                <a:gd name="T67" fmla="*/ 19 h 101"/>
                <a:gd name="T68" fmla="*/ 59 w 106"/>
                <a:gd name="T69" fmla="*/ 23 h 101"/>
                <a:gd name="T70" fmla="*/ 59 w 106"/>
                <a:gd name="T71" fmla="*/ 9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6" h="101">
                  <a:moveTo>
                    <a:pt x="63" y="7"/>
                  </a:moveTo>
                  <a:cubicBezTo>
                    <a:pt x="76" y="23"/>
                    <a:pt x="76" y="23"/>
                    <a:pt x="76" y="23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102" y="33"/>
                    <a:pt x="106" y="40"/>
                    <a:pt x="103" y="47"/>
                  </a:cubicBezTo>
                  <a:cubicBezTo>
                    <a:pt x="103" y="48"/>
                    <a:pt x="102" y="49"/>
                    <a:pt x="102" y="50"/>
                  </a:cubicBezTo>
                  <a:cubicBezTo>
                    <a:pt x="90" y="67"/>
                    <a:pt x="90" y="67"/>
                    <a:pt x="90" y="67"/>
                  </a:cubicBezTo>
                  <a:cubicBezTo>
                    <a:pt x="89" y="88"/>
                    <a:pt x="89" y="88"/>
                    <a:pt x="89" y="88"/>
                  </a:cubicBezTo>
                  <a:cubicBezTo>
                    <a:pt x="89" y="95"/>
                    <a:pt x="83" y="100"/>
                    <a:pt x="76" y="100"/>
                  </a:cubicBezTo>
                  <a:cubicBezTo>
                    <a:pt x="75" y="100"/>
                    <a:pt x="74" y="100"/>
                    <a:pt x="73" y="99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59" y="23"/>
                    <a:pt x="59" y="23"/>
                    <a:pt x="59" y="23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66" y="26"/>
                    <a:pt x="62" y="22"/>
                    <a:pt x="59" y="17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4"/>
                    <a:pt x="61" y="4"/>
                  </a:cubicBezTo>
                  <a:cubicBezTo>
                    <a:pt x="62" y="5"/>
                    <a:pt x="63" y="6"/>
                    <a:pt x="63" y="7"/>
                  </a:cubicBezTo>
                  <a:close/>
                  <a:moveTo>
                    <a:pt x="59" y="95"/>
                  </a:moveTo>
                  <a:cubicBezTo>
                    <a:pt x="53" y="94"/>
                    <a:pt x="53" y="94"/>
                    <a:pt x="53" y="94"/>
                  </a:cubicBezTo>
                  <a:cubicBezTo>
                    <a:pt x="33" y="99"/>
                    <a:pt x="33" y="99"/>
                    <a:pt x="33" y="99"/>
                  </a:cubicBezTo>
                  <a:cubicBezTo>
                    <a:pt x="26" y="101"/>
                    <a:pt x="19" y="97"/>
                    <a:pt x="17" y="90"/>
                  </a:cubicBezTo>
                  <a:cubicBezTo>
                    <a:pt x="17" y="90"/>
                    <a:pt x="17" y="89"/>
                    <a:pt x="17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0" y="43"/>
                    <a:pt x="2" y="35"/>
                    <a:pt x="8" y="31"/>
                  </a:cubicBezTo>
                  <a:cubicBezTo>
                    <a:pt x="8" y="31"/>
                    <a:pt x="9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7" y="1"/>
                    <a:pt x="54" y="0"/>
                    <a:pt x="59" y="3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5" y="12"/>
                    <a:pt x="55" y="13"/>
                    <a:pt x="55" y="13"/>
                  </a:cubicBezTo>
                  <a:cubicBezTo>
                    <a:pt x="53" y="15"/>
                    <a:pt x="52" y="19"/>
                    <a:pt x="52" y="19"/>
                  </a:cubicBezTo>
                  <a:cubicBezTo>
                    <a:pt x="59" y="23"/>
                    <a:pt x="59" y="23"/>
                    <a:pt x="59" y="23"/>
                  </a:cubicBezTo>
                  <a:lnTo>
                    <a:pt x="59" y="9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4" name="i$1í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B03BAFD-9688-44F2-97BE-123F8CEE3DC5}"/>
                </a:ext>
              </a:extLst>
            </p:cNvPr>
            <p:cNvSpPr/>
            <p:nvPr/>
          </p:nvSpPr>
          <p:spPr bwMode="auto">
            <a:xfrm>
              <a:off x="7866000" y="3739653"/>
              <a:ext cx="238199" cy="223541"/>
            </a:xfrm>
            <a:custGeom>
              <a:avLst/>
              <a:gdLst>
                <a:gd name="T0" fmla="*/ 56 w 94"/>
                <a:gd name="T1" fmla="*/ 4 h 88"/>
                <a:gd name="T2" fmla="*/ 67 w 94"/>
                <a:gd name="T3" fmla="*/ 19 h 88"/>
                <a:gd name="T4" fmla="*/ 85 w 94"/>
                <a:gd name="T5" fmla="*/ 25 h 88"/>
                <a:gd name="T6" fmla="*/ 91 w 94"/>
                <a:gd name="T7" fmla="*/ 40 h 88"/>
                <a:gd name="T8" fmla="*/ 90 w 94"/>
                <a:gd name="T9" fmla="*/ 43 h 88"/>
                <a:gd name="T10" fmla="*/ 80 w 94"/>
                <a:gd name="T11" fmla="*/ 57 h 88"/>
                <a:gd name="T12" fmla="*/ 79 w 94"/>
                <a:gd name="T13" fmla="*/ 76 h 88"/>
                <a:gd name="T14" fmla="*/ 67 w 94"/>
                <a:gd name="T15" fmla="*/ 87 h 88"/>
                <a:gd name="T16" fmla="*/ 64 w 94"/>
                <a:gd name="T17" fmla="*/ 86 h 88"/>
                <a:gd name="T18" fmla="*/ 47 w 94"/>
                <a:gd name="T19" fmla="*/ 82 h 88"/>
                <a:gd name="T20" fmla="*/ 47 w 94"/>
                <a:gd name="T21" fmla="*/ 73 h 88"/>
                <a:gd name="T22" fmla="*/ 61 w 94"/>
                <a:gd name="T23" fmla="*/ 77 h 88"/>
                <a:gd name="T24" fmla="*/ 63 w 94"/>
                <a:gd name="T25" fmla="*/ 78 h 88"/>
                <a:gd name="T26" fmla="*/ 72 w 94"/>
                <a:gd name="T27" fmla="*/ 69 h 88"/>
                <a:gd name="T28" fmla="*/ 73 w 94"/>
                <a:gd name="T29" fmla="*/ 54 h 88"/>
                <a:gd name="T30" fmla="*/ 81 w 94"/>
                <a:gd name="T31" fmla="*/ 43 h 88"/>
                <a:gd name="T32" fmla="*/ 82 w 94"/>
                <a:gd name="T33" fmla="*/ 40 h 88"/>
                <a:gd name="T34" fmla="*/ 77 w 94"/>
                <a:gd name="T35" fmla="*/ 29 h 88"/>
                <a:gd name="T36" fmla="*/ 63 w 94"/>
                <a:gd name="T37" fmla="*/ 24 h 88"/>
                <a:gd name="T38" fmla="*/ 54 w 94"/>
                <a:gd name="T39" fmla="*/ 13 h 88"/>
                <a:gd name="T40" fmla="*/ 52 w 94"/>
                <a:gd name="T41" fmla="*/ 11 h 88"/>
                <a:gd name="T42" fmla="*/ 47 w 94"/>
                <a:gd name="T43" fmla="*/ 9 h 88"/>
                <a:gd name="T44" fmla="*/ 47 w 94"/>
                <a:gd name="T45" fmla="*/ 0 h 88"/>
                <a:gd name="T46" fmla="*/ 54 w 94"/>
                <a:gd name="T47" fmla="*/ 2 h 88"/>
                <a:gd name="T48" fmla="*/ 56 w 94"/>
                <a:gd name="T49" fmla="*/ 4 h 88"/>
                <a:gd name="T50" fmla="*/ 47 w 94"/>
                <a:gd name="T51" fmla="*/ 82 h 88"/>
                <a:gd name="T52" fmla="*/ 47 w 94"/>
                <a:gd name="T53" fmla="*/ 82 h 88"/>
                <a:gd name="T54" fmla="*/ 29 w 94"/>
                <a:gd name="T55" fmla="*/ 87 h 88"/>
                <a:gd name="T56" fmla="*/ 15 w 94"/>
                <a:gd name="T57" fmla="*/ 79 h 88"/>
                <a:gd name="T58" fmla="*/ 15 w 94"/>
                <a:gd name="T59" fmla="*/ 76 h 88"/>
                <a:gd name="T60" fmla="*/ 15 w 94"/>
                <a:gd name="T61" fmla="*/ 76 h 88"/>
                <a:gd name="T62" fmla="*/ 14 w 94"/>
                <a:gd name="T63" fmla="*/ 57 h 88"/>
                <a:gd name="T64" fmla="*/ 4 w 94"/>
                <a:gd name="T65" fmla="*/ 42 h 88"/>
                <a:gd name="T66" fmla="*/ 7 w 94"/>
                <a:gd name="T67" fmla="*/ 26 h 88"/>
                <a:gd name="T68" fmla="*/ 9 w 94"/>
                <a:gd name="T69" fmla="*/ 25 h 88"/>
                <a:gd name="T70" fmla="*/ 9 w 94"/>
                <a:gd name="T71" fmla="*/ 25 h 88"/>
                <a:gd name="T72" fmla="*/ 26 w 94"/>
                <a:gd name="T73" fmla="*/ 19 h 88"/>
                <a:gd name="T74" fmla="*/ 38 w 94"/>
                <a:gd name="T75" fmla="*/ 4 h 88"/>
                <a:gd name="T76" fmla="*/ 47 w 94"/>
                <a:gd name="T77" fmla="*/ 0 h 88"/>
                <a:gd name="T78" fmla="*/ 47 w 94"/>
                <a:gd name="T79" fmla="*/ 9 h 88"/>
                <a:gd name="T80" fmla="*/ 40 w 94"/>
                <a:gd name="T81" fmla="*/ 12 h 88"/>
                <a:gd name="T82" fmla="*/ 31 w 94"/>
                <a:gd name="T83" fmla="*/ 24 h 88"/>
                <a:gd name="T84" fmla="*/ 17 w 94"/>
                <a:gd name="T85" fmla="*/ 29 h 88"/>
                <a:gd name="T86" fmla="*/ 17 w 94"/>
                <a:gd name="T87" fmla="*/ 29 h 88"/>
                <a:gd name="T88" fmla="*/ 15 w 94"/>
                <a:gd name="T89" fmla="*/ 30 h 88"/>
                <a:gd name="T90" fmla="*/ 13 w 94"/>
                <a:gd name="T91" fmla="*/ 42 h 88"/>
                <a:gd name="T92" fmla="*/ 21 w 94"/>
                <a:gd name="T93" fmla="*/ 54 h 88"/>
                <a:gd name="T94" fmla="*/ 22 w 94"/>
                <a:gd name="T95" fmla="*/ 69 h 88"/>
                <a:gd name="T96" fmla="*/ 22 w 94"/>
                <a:gd name="T97" fmla="*/ 69 h 88"/>
                <a:gd name="T98" fmla="*/ 22 w 94"/>
                <a:gd name="T99" fmla="*/ 71 h 88"/>
                <a:gd name="T100" fmla="*/ 33 w 94"/>
                <a:gd name="T101" fmla="*/ 77 h 88"/>
                <a:gd name="T102" fmla="*/ 47 w 94"/>
                <a:gd name="T103" fmla="*/ 73 h 88"/>
                <a:gd name="T104" fmla="*/ 47 w 94"/>
                <a:gd name="T105" fmla="*/ 73 h 88"/>
                <a:gd name="T106" fmla="*/ 47 w 94"/>
                <a:gd name="T107" fmla="*/ 8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88">
                  <a:moveTo>
                    <a:pt x="56" y="4"/>
                  </a:moveTo>
                  <a:cubicBezTo>
                    <a:pt x="67" y="19"/>
                    <a:pt x="67" y="19"/>
                    <a:pt x="67" y="19"/>
                  </a:cubicBezTo>
                  <a:cubicBezTo>
                    <a:pt x="85" y="25"/>
                    <a:pt x="85" y="25"/>
                    <a:pt x="85" y="25"/>
                  </a:cubicBezTo>
                  <a:cubicBezTo>
                    <a:pt x="91" y="27"/>
                    <a:pt x="94" y="34"/>
                    <a:pt x="91" y="40"/>
                  </a:cubicBezTo>
                  <a:cubicBezTo>
                    <a:pt x="91" y="41"/>
                    <a:pt x="91" y="42"/>
                    <a:pt x="90" y="43"/>
                  </a:cubicBezTo>
                  <a:cubicBezTo>
                    <a:pt x="80" y="57"/>
                    <a:pt x="80" y="57"/>
                    <a:pt x="80" y="57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79" y="82"/>
                    <a:pt x="74" y="87"/>
                    <a:pt x="67" y="87"/>
                  </a:cubicBezTo>
                  <a:cubicBezTo>
                    <a:pt x="66" y="87"/>
                    <a:pt x="65" y="87"/>
                    <a:pt x="64" y="86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77"/>
                    <a:pt x="62" y="77"/>
                    <a:pt x="63" y="78"/>
                  </a:cubicBezTo>
                  <a:cubicBezTo>
                    <a:pt x="68" y="78"/>
                    <a:pt x="72" y="74"/>
                    <a:pt x="72" y="69"/>
                  </a:cubicBezTo>
                  <a:cubicBezTo>
                    <a:pt x="73" y="54"/>
                    <a:pt x="73" y="54"/>
                    <a:pt x="73" y="54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81" y="42"/>
                    <a:pt x="82" y="41"/>
                    <a:pt x="82" y="40"/>
                  </a:cubicBezTo>
                  <a:cubicBezTo>
                    <a:pt x="84" y="36"/>
                    <a:pt x="81" y="31"/>
                    <a:pt x="77" y="29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2"/>
                    <a:pt x="53" y="12"/>
                    <a:pt x="52" y="11"/>
                  </a:cubicBezTo>
                  <a:cubicBezTo>
                    <a:pt x="51" y="10"/>
                    <a:pt x="49" y="9"/>
                    <a:pt x="47" y="9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9" y="0"/>
                    <a:pt x="52" y="1"/>
                    <a:pt x="54" y="2"/>
                  </a:cubicBezTo>
                  <a:cubicBezTo>
                    <a:pt x="55" y="3"/>
                    <a:pt x="55" y="3"/>
                    <a:pt x="56" y="4"/>
                  </a:cubicBezTo>
                  <a:close/>
                  <a:moveTo>
                    <a:pt x="47" y="82"/>
                  </a:moveTo>
                  <a:cubicBezTo>
                    <a:pt x="47" y="82"/>
                    <a:pt x="47" y="82"/>
                    <a:pt x="47" y="82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23" y="88"/>
                    <a:pt x="17" y="85"/>
                    <a:pt x="15" y="79"/>
                  </a:cubicBezTo>
                  <a:cubicBezTo>
                    <a:pt x="15" y="78"/>
                    <a:pt x="15" y="77"/>
                    <a:pt x="15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0" y="37"/>
                    <a:pt x="2" y="30"/>
                    <a:pt x="7" y="26"/>
                  </a:cubicBezTo>
                  <a:cubicBezTo>
                    <a:pt x="7" y="26"/>
                    <a:pt x="8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0" y="1"/>
                    <a:pt x="44" y="0"/>
                    <a:pt x="47" y="0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4" y="9"/>
                    <a:pt x="42" y="10"/>
                    <a:pt x="40" y="12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6" y="30"/>
                    <a:pt x="15" y="30"/>
                  </a:cubicBezTo>
                  <a:cubicBezTo>
                    <a:pt x="11" y="33"/>
                    <a:pt x="10" y="38"/>
                    <a:pt x="13" y="42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70"/>
                    <a:pt x="22" y="70"/>
                    <a:pt x="22" y="71"/>
                  </a:cubicBezTo>
                  <a:cubicBezTo>
                    <a:pt x="23" y="76"/>
                    <a:pt x="28" y="78"/>
                    <a:pt x="33" y="77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3"/>
                    <a:pt x="47" y="73"/>
                    <a:pt x="47" y="73"/>
                  </a:cubicBezTo>
                  <a:lnTo>
                    <a:pt x="47" y="8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5" name="iṧľi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AB720A7-28B4-4A4D-8EE9-DC83CA570094}"/>
                </a:ext>
              </a:extLst>
            </p:cNvPr>
            <p:cNvSpPr/>
            <p:nvPr/>
          </p:nvSpPr>
          <p:spPr bwMode="auto">
            <a:xfrm>
              <a:off x="6667677" y="1595864"/>
              <a:ext cx="129482" cy="122153"/>
            </a:xfrm>
            <a:custGeom>
              <a:avLst/>
              <a:gdLst>
                <a:gd name="T0" fmla="*/ 31 w 51"/>
                <a:gd name="T1" fmla="*/ 46 h 48"/>
                <a:gd name="T2" fmla="*/ 35 w 51"/>
                <a:gd name="T3" fmla="*/ 47 h 48"/>
                <a:gd name="T4" fmla="*/ 43 w 51"/>
                <a:gd name="T5" fmla="*/ 43 h 48"/>
                <a:gd name="T6" fmla="*/ 43 w 51"/>
                <a:gd name="T7" fmla="*/ 41 h 48"/>
                <a:gd name="T8" fmla="*/ 43 w 51"/>
                <a:gd name="T9" fmla="*/ 41 h 48"/>
                <a:gd name="T10" fmla="*/ 43 w 51"/>
                <a:gd name="T11" fmla="*/ 31 h 48"/>
                <a:gd name="T12" fmla="*/ 49 w 51"/>
                <a:gd name="T13" fmla="*/ 23 h 48"/>
                <a:gd name="T14" fmla="*/ 47 w 51"/>
                <a:gd name="T15" fmla="*/ 14 h 48"/>
                <a:gd name="T16" fmla="*/ 46 w 51"/>
                <a:gd name="T17" fmla="*/ 14 h 48"/>
                <a:gd name="T18" fmla="*/ 46 w 51"/>
                <a:gd name="T19" fmla="*/ 14 h 48"/>
                <a:gd name="T20" fmla="*/ 37 w 51"/>
                <a:gd name="T21" fmla="*/ 10 h 48"/>
                <a:gd name="T22" fmla="*/ 31 w 51"/>
                <a:gd name="T23" fmla="*/ 4 h 48"/>
                <a:gd name="T24" fmla="*/ 31 w 51"/>
                <a:gd name="T25" fmla="*/ 10 h 48"/>
                <a:gd name="T26" fmla="*/ 34 w 51"/>
                <a:gd name="T27" fmla="*/ 13 h 48"/>
                <a:gd name="T28" fmla="*/ 42 w 51"/>
                <a:gd name="T29" fmla="*/ 16 h 48"/>
                <a:gd name="T30" fmla="*/ 42 w 51"/>
                <a:gd name="T31" fmla="*/ 16 h 48"/>
                <a:gd name="T32" fmla="*/ 42 w 51"/>
                <a:gd name="T33" fmla="*/ 16 h 48"/>
                <a:gd name="T34" fmla="*/ 44 w 51"/>
                <a:gd name="T35" fmla="*/ 23 h 48"/>
                <a:gd name="T36" fmla="*/ 40 w 51"/>
                <a:gd name="T37" fmla="*/ 30 h 48"/>
                <a:gd name="T38" fmla="*/ 39 w 51"/>
                <a:gd name="T39" fmla="*/ 37 h 48"/>
                <a:gd name="T40" fmla="*/ 39 w 51"/>
                <a:gd name="T41" fmla="*/ 37 h 48"/>
                <a:gd name="T42" fmla="*/ 39 w 51"/>
                <a:gd name="T43" fmla="*/ 39 h 48"/>
                <a:gd name="T44" fmla="*/ 33 w 51"/>
                <a:gd name="T45" fmla="*/ 42 h 48"/>
                <a:gd name="T46" fmla="*/ 31 w 51"/>
                <a:gd name="T47" fmla="*/ 41 h 48"/>
                <a:gd name="T48" fmla="*/ 31 w 51"/>
                <a:gd name="T49" fmla="*/ 46 h 48"/>
                <a:gd name="T50" fmla="*/ 25 w 51"/>
                <a:gd name="T51" fmla="*/ 44 h 48"/>
                <a:gd name="T52" fmla="*/ 25 w 51"/>
                <a:gd name="T53" fmla="*/ 44 h 48"/>
                <a:gd name="T54" fmla="*/ 31 w 51"/>
                <a:gd name="T55" fmla="*/ 46 h 48"/>
                <a:gd name="T56" fmla="*/ 31 w 51"/>
                <a:gd name="T57" fmla="*/ 41 h 48"/>
                <a:gd name="T58" fmla="*/ 25 w 51"/>
                <a:gd name="T59" fmla="*/ 40 h 48"/>
                <a:gd name="T60" fmla="*/ 25 w 51"/>
                <a:gd name="T61" fmla="*/ 40 h 48"/>
                <a:gd name="T62" fmla="*/ 25 w 51"/>
                <a:gd name="T63" fmla="*/ 5 h 48"/>
                <a:gd name="T64" fmla="*/ 25 w 51"/>
                <a:gd name="T65" fmla="*/ 5 h 48"/>
                <a:gd name="T66" fmla="*/ 25 w 51"/>
                <a:gd name="T67" fmla="*/ 5 h 48"/>
                <a:gd name="T68" fmla="*/ 25 w 51"/>
                <a:gd name="T69" fmla="*/ 0 h 48"/>
                <a:gd name="T70" fmla="*/ 30 w 51"/>
                <a:gd name="T71" fmla="*/ 2 h 48"/>
                <a:gd name="T72" fmla="*/ 31 w 51"/>
                <a:gd name="T73" fmla="*/ 4 h 48"/>
                <a:gd name="T74" fmla="*/ 31 w 51"/>
                <a:gd name="T75" fmla="*/ 10 h 48"/>
                <a:gd name="T76" fmla="*/ 29 w 51"/>
                <a:gd name="T77" fmla="*/ 7 h 48"/>
                <a:gd name="T78" fmla="*/ 25 w 51"/>
                <a:gd name="T79" fmla="*/ 5 h 48"/>
                <a:gd name="T80" fmla="*/ 25 w 51"/>
                <a:gd name="T81" fmla="*/ 5 h 48"/>
                <a:gd name="T82" fmla="*/ 25 w 51"/>
                <a:gd name="T83" fmla="*/ 40 h 48"/>
                <a:gd name="T84" fmla="*/ 25 w 51"/>
                <a:gd name="T85" fmla="*/ 40 h 48"/>
                <a:gd name="T86" fmla="*/ 25 w 51"/>
                <a:gd name="T87" fmla="*/ 44 h 48"/>
                <a:gd name="T88" fmla="*/ 21 w 51"/>
                <a:gd name="T89" fmla="*/ 2 h 48"/>
                <a:gd name="T90" fmla="*/ 14 w 51"/>
                <a:gd name="T91" fmla="*/ 10 h 48"/>
                <a:gd name="T92" fmla="*/ 5 w 51"/>
                <a:gd name="T93" fmla="*/ 14 h 48"/>
                <a:gd name="T94" fmla="*/ 1 w 51"/>
                <a:gd name="T95" fmla="*/ 22 h 48"/>
                <a:gd name="T96" fmla="*/ 2 w 51"/>
                <a:gd name="T97" fmla="*/ 23 h 48"/>
                <a:gd name="T98" fmla="*/ 8 w 51"/>
                <a:gd name="T99" fmla="*/ 31 h 48"/>
                <a:gd name="T100" fmla="*/ 8 w 51"/>
                <a:gd name="T101" fmla="*/ 41 h 48"/>
                <a:gd name="T102" fmla="*/ 14 w 51"/>
                <a:gd name="T103" fmla="*/ 47 h 48"/>
                <a:gd name="T104" fmla="*/ 16 w 51"/>
                <a:gd name="T105" fmla="*/ 47 h 48"/>
                <a:gd name="T106" fmla="*/ 25 w 51"/>
                <a:gd name="T107" fmla="*/ 44 h 48"/>
                <a:gd name="T108" fmla="*/ 25 w 51"/>
                <a:gd name="T109" fmla="*/ 40 h 48"/>
                <a:gd name="T110" fmla="*/ 18 w 51"/>
                <a:gd name="T111" fmla="*/ 42 h 48"/>
                <a:gd name="T112" fmla="*/ 25 w 51"/>
                <a:gd name="T113" fmla="*/ 40 h 48"/>
                <a:gd name="T114" fmla="*/ 25 w 51"/>
                <a:gd name="T115" fmla="*/ 5 h 48"/>
                <a:gd name="T116" fmla="*/ 24 w 51"/>
                <a:gd name="T117" fmla="*/ 5 h 48"/>
                <a:gd name="T118" fmla="*/ 25 w 51"/>
                <a:gd name="T119" fmla="*/ 5 h 48"/>
                <a:gd name="T120" fmla="*/ 25 w 51"/>
                <a:gd name="T121" fmla="*/ 0 h 48"/>
                <a:gd name="T122" fmla="*/ 22 w 51"/>
                <a:gd name="T123" fmla="*/ 1 h 48"/>
                <a:gd name="T124" fmla="*/ 21 w 51"/>
                <a:gd name="T125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1" h="48">
                  <a:moveTo>
                    <a:pt x="31" y="46"/>
                  </a:moveTo>
                  <a:cubicBezTo>
                    <a:pt x="35" y="47"/>
                    <a:pt x="35" y="47"/>
                    <a:pt x="35" y="47"/>
                  </a:cubicBezTo>
                  <a:cubicBezTo>
                    <a:pt x="38" y="48"/>
                    <a:pt x="42" y="46"/>
                    <a:pt x="43" y="43"/>
                  </a:cubicBezTo>
                  <a:cubicBezTo>
                    <a:pt x="43" y="42"/>
                    <a:pt x="43" y="42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51" y="20"/>
                    <a:pt x="50" y="16"/>
                    <a:pt x="47" y="14"/>
                  </a:cubicBezTo>
                  <a:cubicBezTo>
                    <a:pt x="47" y="14"/>
                    <a:pt x="46" y="14"/>
                    <a:pt x="46" y="14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5" y="18"/>
                    <a:pt x="45" y="21"/>
                    <a:pt x="44" y="23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8"/>
                    <a:pt x="39" y="38"/>
                    <a:pt x="39" y="39"/>
                  </a:cubicBezTo>
                  <a:cubicBezTo>
                    <a:pt x="38" y="41"/>
                    <a:pt x="36" y="43"/>
                    <a:pt x="33" y="42"/>
                  </a:cubicBezTo>
                  <a:cubicBezTo>
                    <a:pt x="31" y="41"/>
                    <a:pt x="31" y="41"/>
                    <a:pt x="31" y="41"/>
                  </a:cubicBezTo>
                  <a:lnTo>
                    <a:pt x="31" y="46"/>
                  </a:lnTo>
                  <a:close/>
                  <a:moveTo>
                    <a:pt x="25" y="44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7" y="0"/>
                    <a:pt x="29" y="1"/>
                    <a:pt x="30" y="2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8" y="5"/>
                    <a:pt x="26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lnTo>
                    <a:pt x="25" y="44"/>
                  </a:lnTo>
                  <a:close/>
                  <a:moveTo>
                    <a:pt x="21" y="2"/>
                  </a:moveTo>
                  <a:cubicBezTo>
                    <a:pt x="14" y="10"/>
                    <a:pt x="14" y="10"/>
                    <a:pt x="14" y="10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5"/>
                    <a:pt x="0" y="18"/>
                    <a:pt x="1" y="22"/>
                  </a:cubicBezTo>
                  <a:cubicBezTo>
                    <a:pt x="2" y="22"/>
                    <a:pt x="2" y="23"/>
                    <a:pt x="2" y="23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5"/>
                    <a:pt x="11" y="47"/>
                    <a:pt x="14" y="47"/>
                  </a:cubicBezTo>
                  <a:cubicBezTo>
                    <a:pt x="15" y="47"/>
                    <a:pt x="15" y="47"/>
                    <a:pt x="16" y="47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4" y="0"/>
                    <a:pt x="23" y="1"/>
                    <a:pt x="22" y="1"/>
                  </a:cubicBezTo>
                  <a:cubicBezTo>
                    <a:pt x="21" y="2"/>
                    <a:pt x="21" y="2"/>
                    <a:pt x="21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6" name="ïşļï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F215C8A-A8B3-4F3E-A71E-9BEDE9D65379}"/>
                </a:ext>
              </a:extLst>
            </p:cNvPr>
            <p:cNvSpPr/>
            <p:nvPr/>
          </p:nvSpPr>
          <p:spPr bwMode="auto">
            <a:xfrm>
              <a:off x="5282459" y="3958307"/>
              <a:ext cx="312712" cy="260187"/>
            </a:xfrm>
            <a:custGeom>
              <a:avLst/>
              <a:gdLst>
                <a:gd name="T0" fmla="*/ 96 w 123"/>
                <a:gd name="T1" fmla="*/ 0 h 103"/>
                <a:gd name="T2" fmla="*/ 93 w 123"/>
                <a:gd name="T3" fmla="*/ 0 h 103"/>
                <a:gd name="T4" fmla="*/ 62 w 123"/>
                <a:gd name="T5" fmla="*/ 19 h 103"/>
                <a:gd name="T6" fmla="*/ 31 w 123"/>
                <a:gd name="T7" fmla="*/ 0 h 103"/>
                <a:gd name="T8" fmla="*/ 0 w 123"/>
                <a:gd name="T9" fmla="*/ 26 h 103"/>
                <a:gd name="T10" fmla="*/ 62 w 123"/>
                <a:gd name="T11" fmla="*/ 103 h 103"/>
                <a:gd name="T12" fmla="*/ 96 w 123"/>
                <a:gd name="T13" fmla="*/ 73 h 103"/>
                <a:gd name="T14" fmla="*/ 123 w 123"/>
                <a:gd name="T15" fmla="*/ 26 h 103"/>
                <a:gd name="T16" fmla="*/ 96 w 123"/>
                <a:gd name="T17" fmla="*/ 0 h 103"/>
                <a:gd name="T18" fmla="*/ 96 w 123"/>
                <a:gd name="T19" fmla="*/ 16 h 103"/>
                <a:gd name="T20" fmla="*/ 96 w 123"/>
                <a:gd name="T21" fmla="*/ 16 h 103"/>
                <a:gd name="T22" fmla="*/ 97 w 123"/>
                <a:gd name="T23" fmla="*/ 16 h 103"/>
                <a:gd name="T24" fmla="*/ 96 w 123"/>
                <a:gd name="T25" fmla="*/ 16 h 103"/>
                <a:gd name="T26" fmla="*/ 99 w 123"/>
                <a:gd name="T27" fmla="*/ 41 h 103"/>
                <a:gd name="T28" fmla="*/ 99 w 123"/>
                <a:gd name="T29" fmla="*/ 41 h 103"/>
                <a:gd name="T30" fmla="*/ 99 w 123"/>
                <a:gd name="T31" fmla="*/ 41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3" h="103">
                  <a:moveTo>
                    <a:pt x="96" y="0"/>
                  </a:moveTo>
                  <a:cubicBezTo>
                    <a:pt x="95" y="0"/>
                    <a:pt x="94" y="0"/>
                    <a:pt x="93" y="0"/>
                  </a:cubicBezTo>
                  <a:cubicBezTo>
                    <a:pt x="77" y="0"/>
                    <a:pt x="69" y="7"/>
                    <a:pt x="62" y="19"/>
                  </a:cubicBezTo>
                  <a:cubicBezTo>
                    <a:pt x="54" y="7"/>
                    <a:pt x="46" y="0"/>
                    <a:pt x="31" y="0"/>
                  </a:cubicBezTo>
                  <a:cubicBezTo>
                    <a:pt x="14" y="0"/>
                    <a:pt x="0" y="12"/>
                    <a:pt x="0" y="26"/>
                  </a:cubicBezTo>
                  <a:cubicBezTo>
                    <a:pt x="0" y="52"/>
                    <a:pt x="31" y="77"/>
                    <a:pt x="62" y="103"/>
                  </a:cubicBezTo>
                  <a:cubicBezTo>
                    <a:pt x="74" y="93"/>
                    <a:pt x="86" y="83"/>
                    <a:pt x="96" y="73"/>
                  </a:cubicBezTo>
                  <a:cubicBezTo>
                    <a:pt x="112" y="57"/>
                    <a:pt x="123" y="41"/>
                    <a:pt x="123" y="26"/>
                  </a:cubicBezTo>
                  <a:cubicBezTo>
                    <a:pt x="123" y="13"/>
                    <a:pt x="112" y="2"/>
                    <a:pt x="96" y="0"/>
                  </a:cubicBezTo>
                  <a:close/>
                  <a:moveTo>
                    <a:pt x="96" y="16"/>
                  </a:moveTo>
                  <a:cubicBezTo>
                    <a:pt x="96" y="16"/>
                    <a:pt x="96" y="16"/>
                    <a:pt x="96" y="16"/>
                  </a:cubicBezTo>
                  <a:cubicBezTo>
                    <a:pt x="96" y="16"/>
                    <a:pt x="97" y="16"/>
                    <a:pt x="97" y="16"/>
                  </a:cubicBezTo>
                  <a:cubicBezTo>
                    <a:pt x="96" y="16"/>
                    <a:pt x="96" y="16"/>
                    <a:pt x="96" y="16"/>
                  </a:cubicBezTo>
                  <a:close/>
                  <a:moveTo>
                    <a:pt x="99" y="41"/>
                  </a:moveTo>
                  <a:cubicBezTo>
                    <a:pt x="99" y="41"/>
                    <a:pt x="99" y="41"/>
                    <a:pt x="99" y="41"/>
                  </a:cubicBezTo>
                  <a:cubicBezTo>
                    <a:pt x="99" y="41"/>
                    <a:pt x="99" y="41"/>
                    <a:pt x="99" y="4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7" name="iṧľî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559F4B8-BA4E-4833-AA8D-D07700E28076}"/>
                </a:ext>
              </a:extLst>
            </p:cNvPr>
            <p:cNvSpPr/>
            <p:nvPr/>
          </p:nvSpPr>
          <p:spPr bwMode="auto">
            <a:xfrm>
              <a:off x="4884240" y="2635388"/>
              <a:ext cx="179566" cy="243085"/>
            </a:xfrm>
            <a:custGeom>
              <a:avLst/>
              <a:gdLst>
                <a:gd name="T0" fmla="*/ 51 w 71"/>
                <a:gd name="T1" fmla="*/ 28 h 96"/>
                <a:gd name="T2" fmla="*/ 71 w 71"/>
                <a:gd name="T3" fmla="*/ 61 h 96"/>
                <a:gd name="T4" fmla="*/ 51 w 71"/>
                <a:gd name="T5" fmla="*/ 93 h 96"/>
                <a:gd name="T6" fmla="*/ 51 w 71"/>
                <a:gd name="T7" fmla="*/ 80 h 96"/>
                <a:gd name="T8" fmla="*/ 56 w 71"/>
                <a:gd name="T9" fmla="*/ 51 h 96"/>
                <a:gd name="T10" fmla="*/ 54 w 71"/>
                <a:gd name="T11" fmla="*/ 73 h 96"/>
                <a:gd name="T12" fmla="*/ 51 w 71"/>
                <a:gd name="T13" fmla="*/ 77 h 96"/>
                <a:gd name="T14" fmla="*/ 51 w 71"/>
                <a:gd name="T15" fmla="*/ 28 h 96"/>
                <a:gd name="T16" fmla="*/ 44 w 71"/>
                <a:gd name="T17" fmla="*/ 26 h 96"/>
                <a:gd name="T18" fmla="*/ 51 w 71"/>
                <a:gd name="T19" fmla="*/ 28 h 96"/>
                <a:gd name="T20" fmla="*/ 51 w 71"/>
                <a:gd name="T21" fmla="*/ 77 h 96"/>
                <a:gd name="T22" fmla="*/ 44 w 71"/>
                <a:gd name="T23" fmla="*/ 83 h 96"/>
                <a:gd name="T24" fmla="*/ 51 w 71"/>
                <a:gd name="T25" fmla="*/ 80 h 96"/>
                <a:gd name="T26" fmla="*/ 51 w 71"/>
                <a:gd name="T27" fmla="*/ 93 h 96"/>
                <a:gd name="T28" fmla="*/ 36 w 71"/>
                <a:gd name="T29" fmla="*/ 96 h 96"/>
                <a:gd name="T30" fmla="*/ 0 w 71"/>
                <a:gd name="T31" fmla="*/ 61 h 96"/>
                <a:gd name="T32" fmla="*/ 26 w 71"/>
                <a:gd name="T33" fmla="*/ 27 h 96"/>
                <a:gd name="T34" fmla="*/ 25 w 71"/>
                <a:gd name="T35" fmla="*/ 25 h 96"/>
                <a:gd name="T36" fmla="*/ 25 w 71"/>
                <a:gd name="T37" fmla="*/ 25 h 96"/>
                <a:gd name="T38" fmla="*/ 27 w 71"/>
                <a:gd name="T39" fmla="*/ 22 h 96"/>
                <a:gd name="T40" fmla="*/ 34 w 71"/>
                <a:gd name="T41" fmla="*/ 22 h 96"/>
                <a:gd name="T42" fmla="*/ 38 w 71"/>
                <a:gd name="T43" fmla="*/ 12 h 96"/>
                <a:gd name="T44" fmla="*/ 38 w 71"/>
                <a:gd name="T45" fmla="*/ 12 h 96"/>
                <a:gd name="T46" fmla="*/ 42 w 71"/>
                <a:gd name="T47" fmla="*/ 2 h 96"/>
                <a:gd name="T48" fmla="*/ 44 w 71"/>
                <a:gd name="T49" fmla="*/ 0 h 96"/>
                <a:gd name="T50" fmla="*/ 45 w 71"/>
                <a:gd name="T51" fmla="*/ 2 h 96"/>
                <a:gd name="T52" fmla="*/ 39 w 71"/>
                <a:gd name="T53" fmla="*/ 14 h 96"/>
                <a:gd name="T54" fmla="*/ 39 w 71"/>
                <a:gd name="T55" fmla="*/ 14 h 96"/>
                <a:gd name="T56" fmla="*/ 36 w 71"/>
                <a:gd name="T57" fmla="*/ 22 h 96"/>
                <a:gd name="T58" fmla="*/ 36 w 71"/>
                <a:gd name="T59" fmla="*/ 22 h 96"/>
                <a:gd name="T60" fmla="*/ 43 w 71"/>
                <a:gd name="T61" fmla="*/ 22 h 96"/>
                <a:gd name="T62" fmla="*/ 45 w 71"/>
                <a:gd name="T63" fmla="*/ 25 h 96"/>
                <a:gd name="T64" fmla="*/ 45 w 71"/>
                <a:gd name="T65" fmla="*/ 25 h 96"/>
                <a:gd name="T66" fmla="*/ 44 w 71"/>
                <a:gd name="T67" fmla="*/ 2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96">
                  <a:moveTo>
                    <a:pt x="51" y="28"/>
                  </a:moveTo>
                  <a:cubicBezTo>
                    <a:pt x="63" y="34"/>
                    <a:pt x="71" y="46"/>
                    <a:pt x="71" y="61"/>
                  </a:cubicBezTo>
                  <a:cubicBezTo>
                    <a:pt x="71" y="75"/>
                    <a:pt x="63" y="87"/>
                    <a:pt x="51" y="93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7" y="76"/>
                    <a:pt x="62" y="68"/>
                    <a:pt x="56" y="51"/>
                  </a:cubicBezTo>
                  <a:cubicBezTo>
                    <a:pt x="56" y="51"/>
                    <a:pt x="59" y="66"/>
                    <a:pt x="54" y="73"/>
                  </a:cubicBezTo>
                  <a:cubicBezTo>
                    <a:pt x="53" y="74"/>
                    <a:pt x="52" y="76"/>
                    <a:pt x="51" y="77"/>
                  </a:cubicBezTo>
                  <a:lnTo>
                    <a:pt x="51" y="28"/>
                  </a:lnTo>
                  <a:close/>
                  <a:moveTo>
                    <a:pt x="44" y="26"/>
                  </a:moveTo>
                  <a:cubicBezTo>
                    <a:pt x="47" y="27"/>
                    <a:pt x="49" y="27"/>
                    <a:pt x="51" y="28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47" y="81"/>
                    <a:pt x="44" y="83"/>
                    <a:pt x="44" y="83"/>
                  </a:cubicBezTo>
                  <a:cubicBezTo>
                    <a:pt x="44" y="83"/>
                    <a:pt x="47" y="82"/>
                    <a:pt x="51" y="80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46" y="95"/>
                    <a:pt x="41" y="96"/>
                    <a:pt x="36" y="96"/>
                  </a:cubicBezTo>
                  <a:cubicBezTo>
                    <a:pt x="16" y="96"/>
                    <a:pt x="0" y="80"/>
                    <a:pt x="0" y="61"/>
                  </a:cubicBezTo>
                  <a:cubicBezTo>
                    <a:pt x="0" y="45"/>
                    <a:pt x="11" y="31"/>
                    <a:pt x="26" y="27"/>
                  </a:cubicBezTo>
                  <a:cubicBezTo>
                    <a:pt x="25" y="26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3"/>
                    <a:pt x="26" y="22"/>
                    <a:pt x="27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2" y="17"/>
                    <a:pt x="35" y="15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40" y="10"/>
                    <a:pt x="43" y="7"/>
                    <a:pt x="42" y="2"/>
                  </a:cubicBezTo>
                  <a:cubicBezTo>
                    <a:pt x="42" y="1"/>
                    <a:pt x="43" y="1"/>
                    <a:pt x="44" y="0"/>
                  </a:cubicBezTo>
                  <a:cubicBezTo>
                    <a:pt x="44" y="0"/>
                    <a:pt x="45" y="1"/>
                    <a:pt x="45" y="2"/>
                  </a:cubicBezTo>
                  <a:cubicBezTo>
                    <a:pt x="46" y="8"/>
                    <a:pt x="42" y="11"/>
                    <a:pt x="39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7" y="16"/>
                    <a:pt x="35" y="18"/>
                    <a:pt x="36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4" y="22"/>
                    <a:pt x="45" y="23"/>
                    <a:pt x="45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44" y="26"/>
                    <a:pt x="44" y="2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8" name="î$1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E24DFE8-3F02-464B-872F-114B629AE0B2}"/>
                </a:ext>
              </a:extLst>
            </p:cNvPr>
            <p:cNvSpPr/>
            <p:nvPr/>
          </p:nvSpPr>
          <p:spPr bwMode="auto">
            <a:xfrm>
              <a:off x="7637573" y="2121123"/>
              <a:ext cx="157578" cy="177123"/>
            </a:xfrm>
            <a:custGeom>
              <a:avLst/>
              <a:gdLst>
                <a:gd name="T0" fmla="*/ 3 w 62"/>
                <a:gd name="T1" fmla="*/ 37 h 70"/>
                <a:gd name="T2" fmla="*/ 3 w 62"/>
                <a:gd name="T3" fmla="*/ 25 h 70"/>
                <a:gd name="T4" fmla="*/ 25 w 62"/>
                <a:gd name="T5" fmla="*/ 3 h 70"/>
                <a:gd name="T6" fmla="*/ 37 w 62"/>
                <a:gd name="T7" fmla="*/ 3 h 70"/>
                <a:gd name="T8" fmla="*/ 59 w 62"/>
                <a:gd name="T9" fmla="*/ 25 h 70"/>
                <a:gd name="T10" fmla="*/ 59 w 62"/>
                <a:gd name="T11" fmla="*/ 37 h 70"/>
                <a:gd name="T12" fmla="*/ 57 w 62"/>
                <a:gd name="T13" fmla="*/ 37 h 70"/>
                <a:gd name="T14" fmla="*/ 57 w 62"/>
                <a:gd name="T15" fmla="*/ 58 h 70"/>
                <a:gd name="T16" fmla="*/ 42 w 62"/>
                <a:gd name="T17" fmla="*/ 70 h 70"/>
                <a:gd name="T18" fmla="*/ 38 w 62"/>
                <a:gd name="T19" fmla="*/ 70 h 70"/>
                <a:gd name="T20" fmla="*/ 38 w 62"/>
                <a:gd name="T21" fmla="*/ 52 h 70"/>
                <a:gd name="T22" fmla="*/ 35 w 62"/>
                <a:gd name="T23" fmla="*/ 49 h 70"/>
                <a:gd name="T24" fmla="*/ 27 w 62"/>
                <a:gd name="T25" fmla="*/ 49 h 70"/>
                <a:gd name="T26" fmla="*/ 24 w 62"/>
                <a:gd name="T27" fmla="*/ 52 h 70"/>
                <a:gd name="T28" fmla="*/ 24 w 62"/>
                <a:gd name="T29" fmla="*/ 70 h 70"/>
                <a:gd name="T30" fmla="*/ 21 w 62"/>
                <a:gd name="T31" fmla="*/ 70 h 70"/>
                <a:gd name="T32" fmla="*/ 5 w 62"/>
                <a:gd name="T33" fmla="*/ 58 h 70"/>
                <a:gd name="T34" fmla="*/ 5 w 62"/>
                <a:gd name="T35" fmla="*/ 37 h 70"/>
                <a:gd name="T36" fmla="*/ 3 w 62"/>
                <a:gd name="T37" fmla="*/ 3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70">
                  <a:moveTo>
                    <a:pt x="3" y="37"/>
                  </a:moveTo>
                  <a:cubicBezTo>
                    <a:pt x="0" y="34"/>
                    <a:pt x="0" y="28"/>
                    <a:pt x="3" y="25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8" y="0"/>
                    <a:pt x="34" y="0"/>
                    <a:pt x="37" y="3"/>
                  </a:cubicBezTo>
                  <a:cubicBezTo>
                    <a:pt x="59" y="25"/>
                    <a:pt x="59" y="25"/>
                    <a:pt x="59" y="25"/>
                  </a:cubicBezTo>
                  <a:cubicBezTo>
                    <a:pt x="62" y="28"/>
                    <a:pt x="62" y="34"/>
                    <a:pt x="59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66"/>
                    <a:pt x="51" y="70"/>
                    <a:pt x="42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1"/>
                    <a:pt x="36" y="49"/>
                    <a:pt x="35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6" y="49"/>
                    <a:pt x="24" y="51"/>
                    <a:pt x="24" y="52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13" y="70"/>
                    <a:pt x="5" y="66"/>
                    <a:pt x="5" y="58"/>
                  </a:cubicBezTo>
                  <a:cubicBezTo>
                    <a:pt x="5" y="37"/>
                    <a:pt x="5" y="37"/>
                    <a:pt x="5" y="37"/>
                  </a:cubicBezTo>
                  <a:lnTo>
                    <a:pt x="3" y="3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9" name="ïṣḷï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3A19FD3-5C71-434A-AA82-45A599E7656A}"/>
                </a:ext>
              </a:extLst>
            </p:cNvPr>
            <p:cNvSpPr/>
            <p:nvPr/>
          </p:nvSpPr>
          <p:spPr bwMode="auto">
            <a:xfrm>
              <a:off x="6737304" y="1702138"/>
              <a:ext cx="144141" cy="225984"/>
            </a:xfrm>
            <a:custGeom>
              <a:avLst/>
              <a:gdLst>
                <a:gd name="T0" fmla="*/ 26 w 57"/>
                <a:gd name="T1" fmla="*/ 36 h 89"/>
                <a:gd name="T2" fmla="*/ 43 w 57"/>
                <a:gd name="T3" fmla="*/ 36 h 89"/>
                <a:gd name="T4" fmla="*/ 44 w 57"/>
                <a:gd name="T5" fmla="*/ 36 h 89"/>
                <a:gd name="T6" fmla="*/ 50 w 57"/>
                <a:gd name="T7" fmla="*/ 23 h 89"/>
                <a:gd name="T8" fmla="*/ 45 w 57"/>
                <a:gd name="T9" fmla="*/ 11 h 89"/>
                <a:gd name="T10" fmla="*/ 43 w 57"/>
                <a:gd name="T11" fmla="*/ 9 h 89"/>
                <a:gd name="T12" fmla="*/ 30 w 57"/>
                <a:gd name="T13" fmla="*/ 8 h 89"/>
                <a:gd name="T14" fmla="*/ 26 w 57"/>
                <a:gd name="T15" fmla="*/ 10 h 89"/>
                <a:gd name="T16" fmla="*/ 26 w 57"/>
                <a:gd name="T17" fmla="*/ 3 h 89"/>
                <a:gd name="T18" fmla="*/ 28 w 57"/>
                <a:gd name="T19" fmla="*/ 2 h 89"/>
                <a:gd name="T20" fmla="*/ 46 w 57"/>
                <a:gd name="T21" fmla="*/ 4 h 89"/>
                <a:gd name="T22" fmla="*/ 50 w 57"/>
                <a:gd name="T23" fmla="*/ 6 h 89"/>
                <a:gd name="T24" fmla="*/ 56 w 57"/>
                <a:gd name="T25" fmla="*/ 24 h 89"/>
                <a:gd name="T26" fmla="*/ 50 w 57"/>
                <a:gd name="T27" fmla="*/ 39 h 89"/>
                <a:gd name="T28" fmla="*/ 52 w 57"/>
                <a:gd name="T29" fmla="*/ 45 h 89"/>
                <a:gd name="T30" fmla="*/ 52 w 57"/>
                <a:gd name="T31" fmla="*/ 80 h 89"/>
                <a:gd name="T32" fmla="*/ 44 w 57"/>
                <a:gd name="T33" fmla="*/ 89 h 89"/>
                <a:gd name="T34" fmla="*/ 26 w 57"/>
                <a:gd name="T35" fmla="*/ 89 h 89"/>
                <a:gd name="T36" fmla="*/ 26 w 57"/>
                <a:gd name="T37" fmla="*/ 73 h 89"/>
                <a:gd name="T38" fmla="*/ 28 w 57"/>
                <a:gd name="T39" fmla="*/ 73 h 89"/>
                <a:gd name="T40" fmla="*/ 29 w 57"/>
                <a:gd name="T41" fmla="*/ 72 h 89"/>
                <a:gd name="T42" fmla="*/ 29 w 57"/>
                <a:gd name="T43" fmla="*/ 64 h 89"/>
                <a:gd name="T44" fmla="*/ 31 w 57"/>
                <a:gd name="T45" fmla="*/ 59 h 89"/>
                <a:gd name="T46" fmla="*/ 26 w 57"/>
                <a:gd name="T47" fmla="*/ 53 h 89"/>
                <a:gd name="T48" fmla="*/ 26 w 57"/>
                <a:gd name="T49" fmla="*/ 36 h 89"/>
                <a:gd name="T50" fmla="*/ 7 w 57"/>
                <a:gd name="T51" fmla="*/ 36 h 89"/>
                <a:gd name="T52" fmla="*/ 26 w 57"/>
                <a:gd name="T53" fmla="*/ 36 h 89"/>
                <a:gd name="T54" fmla="*/ 26 w 57"/>
                <a:gd name="T55" fmla="*/ 53 h 89"/>
                <a:gd name="T56" fmla="*/ 20 w 57"/>
                <a:gd name="T57" fmla="*/ 59 h 89"/>
                <a:gd name="T58" fmla="*/ 23 w 57"/>
                <a:gd name="T59" fmla="*/ 64 h 89"/>
                <a:gd name="T60" fmla="*/ 23 w 57"/>
                <a:gd name="T61" fmla="*/ 72 h 89"/>
                <a:gd name="T62" fmla="*/ 24 w 57"/>
                <a:gd name="T63" fmla="*/ 73 h 89"/>
                <a:gd name="T64" fmla="*/ 26 w 57"/>
                <a:gd name="T65" fmla="*/ 73 h 89"/>
                <a:gd name="T66" fmla="*/ 26 w 57"/>
                <a:gd name="T67" fmla="*/ 89 h 89"/>
                <a:gd name="T68" fmla="*/ 7 w 57"/>
                <a:gd name="T69" fmla="*/ 89 h 89"/>
                <a:gd name="T70" fmla="*/ 0 w 57"/>
                <a:gd name="T71" fmla="*/ 80 h 89"/>
                <a:gd name="T72" fmla="*/ 0 w 57"/>
                <a:gd name="T73" fmla="*/ 45 h 89"/>
                <a:gd name="T74" fmla="*/ 7 w 57"/>
                <a:gd name="T75" fmla="*/ 36 h 89"/>
                <a:gd name="T76" fmla="*/ 26 w 57"/>
                <a:gd name="T77" fmla="*/ 10 h 89"/>
                <a:gd name="T78" fmla="*/ 19 w 57"/>
                <a:gd name="T79" fmla="*/ 17 h 89"/>
                <a:gd name="T80" fmla="*/ 18 w 57"/>
                <a:gd name="T81" fmla="*/ 19 h 89"/>
                <a:gd name="T82" fmla="*/ 14 w 57"/>
                <a:gd name="T83" fmla="*/ 20 h 89"/>
                <a:gd name="T84" fmla="*/ 13 w 57"/>
                <a:gd name="T85" fmla="*/ 16 h 89"/>
                <a:gd name="T86" fmla="*/ 14 w 57"/>
                <a:gd name="T87" fmla="*/ 13 h 89"/>
                <a:gd name="T88" fmla="*/ 26 w 57"/>
                <a:gd name="T89" fmla="*/ 3 h 89"/>
                <a:gd name="T90" fmla="*/ 26 w 57"/>
                <a:gd name="T91" fmla="*/ 1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7" h="89">
                  <a:moveTo>
                    <a:pt x="26" y="36"/>
                  </a:moveTo>
                  <a:cubicBezTo>
                    <a:pt x="43" y="36"/>
                    <a:pt x="43" y="36"/>
                    <a:pt x="43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7" y="32"/>
                    <a:pt x="49" y="28"/>
                    <a:pt x="50" y="23"/>
                  </a:cubicBezTo>
                  <a:cubicBezTo>
                    <a:pt x="50" y="19"/>
                    <a:pt x="49" y="15"/>
                    <a:pt x="45" y="11"/>
                  </a:cubicBezTo>
                  <a:cubicBezTo>
                    <a:pt x="45" y="10"/>
                    <a:pt x="44" y="10"/>
                    <a:pt x="43" y="9"/>
                  </a:cubicBezTo>
                  <a:cubicBezTo>
                    <a:pt x="39" y="7"/>
                    <a:pt x="34" y="6"/>
                    <a:pt x="30" y="8"/>
                  </a:cubicBezTo>
                  <a:cubicBezTo>
                    <a:pt x="29" y="8"/>
                    <a:pt x="27" y="9"/>
                    <a:pt x="26" y="10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7" y="2"/>
                    <a:pt x="27" y="2"/>
                    <a:pt x="28" y="2"/>
                  </a:cubicBezTo>
                  <a:cubicBezTo>
                    <a:pt x="34" y="0"/>
                    <a:pt x="40" y="0"/>
                    <a:pt x="46" y="4"/>
                  </a:cubicBezTo>
                  <a:cubicBezTo>
                    <a:pt x="48" y="4"/>
                    <a:pt x="49" y="5"/>
                    <a:pt x="50" y="6"/>
                  </a:cubicBezTo>
                  <a:cubicBezTo>
                    <a:pt x="55" y="12"/>
                    <a:pt x="57" y="18"/>
                    <a:pt x="56" y="24"/>
                  </a:cubicBezTo>
                  <a:cubicBezTo>
                    <a:pt x="56" y="29"/>
                    <a:pt x="53" y="34"/>
                    <a:pt x="50" y="39"/>
                  </a:cubicBezTo>
                  <a:cubicBezTo>
                    <a:pt x="51" y="40"/>
                    <a:pt x="52" y="43"/>
                    <a:pt x="52" y="45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52" y="85"/>
                    <a:pt x="49" y="89"/>
                    <a:pt x="44" y="89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26" y="73"/>
                    <a:pt x="26" y="73"/>
                    <a:pt x="26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3"/>
                    <a:pt x="29" y="72"/>
                    <a:pt x="29" y="72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3"/>
                    <a:pt x="31" y="61"/>
                    <a:pt x="31" y="59"/>
                  </a:cubicBezTo>
                  <a:cubicBezTo>
                    <a:pt x="31" y="56"/>
                    <a:pt x="29" y="53"/>
                    <a:pt x="26" y="53"/>
                  </a:cubicBezTo>
                  <a:lnTo>
                    <a:pt x="26" y="36"/>
                  </a:lnTo>
                  <a:close/>
                  <a:moveTo>
                    <a:pt x="7" y="36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23" y="53"/>
                    <a:pt x="20" y="56"/>
                    <a:pt x="20" y="59"/>
                  </a:cubicBezTo>
                  <a:cubicBezTo>
                    <a:pt x="20" y="61"/>
                    <a:pt x="21" y="63"/>
                    <a:pt x="23" y="64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3" y="72"/>
                    <a:pt x="23" y="73"/>
                    <a:pt x="24" y="73"/>
                  </a:cubicBezTo>
                  <a:cubicBezTo>
                    <a:pt x="26" y="73"/>
                    <a:pt x="26" y="73"/>
                    <a:pt x="26" y="73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3" y="89"/>
                    <a:pt x="0" y="85"/>
                    <a:pt x="0" y="8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3" y="36"/>
                    <a:pt x="7" y="36"/>
                  </a:cubicBezTo>
                  <a:close/>
                  <a:moveTo>
                    <a:pt x="26" y="10"/>
                  </a:moveTo>
                  <a:cubicBezTo>
                    <a:pt x="24" y="12"/>
                    <a:pt x="21" y="14"/>
                    <a:pt x="19" y="17"/>
                  </a:cubicBezTo>
                  <a:cubicBezTo>
                    <a:pt x="19" y="18"/>
                    <a:pt x="19" y="18"/>
                    <a:pt x="18" y="19"/>
                  </a:cubicBezTo>
                  <a:cubicBezTo>
                    <a:pt x="17" y="21"/>
                    <a:pt x="15" y="21"/>
                    <a:pt x="14" y="20"/>
                  </a:cubicBezTo>
                  <a:cubicBezTo>
                    <a:pt x="12" y="19"/>
                    <a:pt x="12" y="17"/>
                    <a:pt x="13" y="16"/>
                  </a:cubicBezTo>
                  <a:cubicBezTo>
                    <a:pt x="13" y="15"/>
                    <a:pt x="14" y="14"/>
                    <a:pt x="14" y="13"/>
                  </a:cubicBezTo>
                  <a:cubicBezTo>
                    <a:pt x="17" y="9"/>
                    <a:pt x="21" y="5"/>
                    <a:pt x="26" y="3"/>
                  </a:cubicBezTo>
                  <a:lnTo>
                    <a:pt x="26" y="1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0" name="îsḷi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9F94211-1AA3-4D8E-B761-991623D83CBA}"/>
                </a:ext>
              </a:extLst>
            </p:cNvPr>
            <p:cNvSpPr/>
            <p:nvPr/>
          </p:nvSpPr>
          <p:spPr bwMode="auto">
            <a:xfrm>
              <a:off x="4797511" y="2305574"/>
              <a:ext cx="152692" cy="152692"/>
            </a:xfrm>
            <a:custGeom>
              <a:avLst/>
              <a:gdLst>
                <a:gd name="T0" fmla="*/ 9 w 60"/>
                <a:gd name="T1" fmla="*/ 54 h 60"/>
                <a:gd name="T2" fmla="*/ 9 w 60"/>
                <a:gd name="T3" fmla="*/ 54 h 60"/>
                <a:gd name="T4" fmla="*/ 9 w 60"/>
                <a:gd name="T5" fmla="*/ 54 h 60"/>
                <a:gd name="T6" fmla="*/ 1 w 60"/>
                <a:gd name="T7" fmla="*/ 38 h 60"/>
                <a:gd name="T8" fmla="*/ 6 w 60"/>
                <a:gd name="T9" fmla="*/ 21 h 60"/>
                <a:gd name="T10" fmla="*/ 6 w 60"/>
                <a:gd name="T11" fmla="*/ 21 h 60"/>
                <a:gd name="T12" fmla="*/ 6 w 60"/>
                <a:gd name="T13" fmla="*/ 21 h 60"/>
                <a:gd name="T14" fmla="*/ 23 w 60"/>
                <a:gd name="T15" fmla="*/ 1 h 60"/>
                <a:gd name="T16" fmla="*/ 26 w 60"/>
                <a:gd name="T17" fmla="*/ 1 h 60"/>
                <a:gd name="T18" fmla="*/ 26 w 60"/>
                <a:gd name="T19" fmla="*/ 1 h 60"/>
                <a:gd name="T20" fmla="*/ 33 w 60"/>
                <a:gd name="T21" fmla="*/ 7 h 60"/>
                <a:gd name="T22" fmla="*/ 33 w 60"/>
                <a:gd name="T23" fmla="*/ 9 h 60"/>
                <a:gd name="T24" fmla="*/ 33 w 60"/>
                <a:gd name="T25" fmla="*/ 9 h 60"/>
                <a:gd name="T26" fmla="*/ 33 w 60"/>
                <a:gd name="T27" fmla="*/ 9 h 60"/>
                <a:gd name="T28" fmla="*/ 22 w 60"/>
                <a:gd name="T29" fmla="*/ 22 h 60"/>
                <a:gd name="T30" fmla="*/ 22 w 60"/>
                <a:gd name="T31" fmla="*/ 22 h 60"/>
                <a:gd name="T32" fmla="*/ 17 w 60"/>
                <a:gd name="T33" fmla="*/ 28 h 60"/>
                <a:gd name="T34" fmla="*/ 17 w 60"/>
                <a:gd name="T35" fmla="*/ 28 h 60"/>
                <a:gd name="T36" fmla="*/ 17 w 60"/>
                <a:gd name="T37" fmla="*/ 28 h 60"/>
                <a:gd name="T38" fmla="*/ 17 w 60"/>
                <a:gd name="T39" fmla="*/ 28 h 60"/>
                <a:gd name="T40" fmla="*/ 15 w 60"/>
                <a:gd name="T41" fmla="*/ 36 h 60"/>
                <a:gd name="T42" fmla="*/ 18 w 60"/>
                <a:gd name="T43" fmla="*/ 43 h 60"/>
                <a:gd name="T44" fmla="*/ 18 w 60"/>
                <a:gd name="T45" fmla="*/ 43 h 60"/>
                <a:gd name="T46" fmla="*/ 18 w 60"/>
                <a:gd name="T47" fmla="*/ 43 h 60"/>
                <a:gd name="T48" fmla="*/ 18 w 60"/>
                <a:gd name="T49" fmla="*/ 43 h 60"/>
                <a:gd name="T50" fmla="*/ 18 w 60"/>
                <a:gd name="T51" fmla="*/ 43 h 60"/>
                <a:gd name="T52" fmla="*/ 26 w 60"/>
                <a:gd name="T53" fmla="*/ 46 h 60"/>
                <a:gd name="T54" fmla="*/ 33 w 60"/>
                <a:gd name="T55" fmla="*/ 42 h 60"/>
                <a:gd name="T56" fmla="*/ 33 w 60"/>
                <a:gd name="T57" fmla="*/ 42 h 60"/>
                <a:gd name="T58" fmla="*/ 33 w 60"/>
                <a:gd name="T59" fmla="*/ 42 h 60"/>
                <a:gd name="T60" fmla="*/ 33 w 60"/>
                <a:gd name="T61" fmla="*/ 42 h 60"/>
                <a:gd name="T62" fmla="*/ 39 w 60"/>
                <a:gd name="T63" fmla="*/ 36 h 60"/>
                <a:gd name="T64" fmla="*/ 39 w 60"/>
                <a:gd name="T65" fmla="*/ 36 h 60"/>
                <a:gd name="T66" fmla="*/ 49 w 60"/>
                <a:gd name="T67" fmla="*/ 23 h 60"/>
                <a:gd name="T68" fmla="*/ 49 w 60"/>
                <a:gd name="T69" fmla="*/ 23 h 60"/>
                <a:gd name="T70" fmla="*/ 52 w 60"/>
                <a:gd name="T71" fmla="*/ 23 h 60"/>
                <a:gd name="T72" fmla="*/ 52 w 60"/>
                <a:gd name="T73" fmla="*/ 23 h 60"/>
                <a:gd name="T74" fmla="*/ 59 w 60"/>
                <a:gd name="T75" fmla="*/ 29 h 60"/>
                <a:gd name="T76" fmla="*/ 59 w 60"/>
                <a:gd name="T77" fmla="*/ 32 h 60"/>
                <a:gd name="T78" fmla="*/ 59 w 60"/>
                <a:gd name="T79" fmla="*/ 32 h 60"/>
                <a:gd name="T80" fmla="*/ 42 w 60"/>
                <a:gd name="T81" fmla="*/ 52 h 60"/>
                <a:gd name="T82" fmla="*/ 42 w 60"/>
                <a:gd name="T83" fmla="*/ 52 h 60"/>
                <a:gd name="T84" fmla="*/ 42 w 60"/>
                <a:gd name="T85" fmla="*/ 52 h 60"/>
                <a:gd name="T86" fmla="*/ 26 w 60"/>
                <a:gd name="T87" fmla="*/ 60 h 60"/>
                <a:gd name="T88" fmla="*/ 9 w 60"/>
                <a:gd name="T89" fmla="*/ 54 h 60"/>
                <a:gd name="T90" fmla="*/ 9 w 60"/>
                <a:gd name="T91" fmla="*/ 5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0" h="60">
                  <a:moveTo>
                    <a:pt x="9" y="54"/>
                  </a:moveTo>
                  <a:cubicBezTo>
                    <a:pt x="9" y="54"/>
                    <a:pt x="9" y="54"/>
                    <a:pt x="9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4" y="50"/>
                    <a:pt x="1" y="44"/>
                    <a:pt x="1" y="38"/>
                  </a:cubicBezTo>
                  <a:cubicBezTo>
                    <a:pt x="0" y="32"/>
                    <a:pt x="2" y="26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4" y="0"/>
                    <a:pt x="25" y="0"/>
                    <a:pt x="26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4" y="8"/>
                    <a:pt x="34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5" y="30"/>
                    <a:pt x="15" y="33"/>
                    <a:pt x="15" y="36"/>
                  </a:cubicBezTo>
                  <a:cubicBezTo>
                    <a:pt x="15" y="39"/>
                    <a:pt x="16" y="41"/>
                    <a:pt x="18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21" y="45"/>
                    <a:pt x="23" y="46"/>
                    <a:pt x="26" y="46"/>
                  </a:cubicBezTo>
                  <a:cubicBezTo>
                    <a:pt x="29" y="45"/>
                    <a:pt x="32" y="44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50" y="23"/>
                    <a:pt x="51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60" y="30"/>
                    <a:pt x="60" y="31"/>
                    <a:pt x="59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38" y="57"/>
                    <a:pt x="32" y="59"/>
                    <a:pt x="26" y="60"/>
                  </a:cubicBezTo>
                  <a:cubicBezTo>
                    <a:pt x="20" y="60"/>
                    <a:pt x="14" y="58"/>
                    <a:pt x="9" y="54"/>
                  </a:cubicBezTo>
                  <a:cubicBezTo>
                    <a:pt x="9" y="54"/>
                    <a:pt x="9" y="54"/>
                    <a:pt x="9" y="5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1" name="išlî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2443A2C-3DA7-465C-8855-7665D426F3EB}"/>
                </a:ext>
              </a:extLst>
            </p:cNvPr>
            <p:cNvSpPr/>
            <p:nvPr/>
          </p:nvSpPr>
          <p:spPr bwMode="auto">
            <a:xfrm>
              <a:off x="4797511" y="2310461"/>
              <a:ext cx="147806" cy="150249"/>
            </a:xfrm>
            <a:custGeom>
              <a:avLst/>
              <a:gdLst>
                <a:gd name="T0" fmla="*/ 10 w 58"/>
                <a:gd name="T1" fmla="*/ 51 h 59"/>
                <a:gd name="T2" fmla="*/ 10 w 58"/>
                <a:gd name="T3" fmla="*/ 51 h 59"/>
                <a:gd name="T4" fmla="*/ 8 w 58"/>
                <a:gd name="T5" fmla="*/ 20 h 59"/>
                <a:gd name="T6" fmla="*/ 25 w 58"/>
                <a:gd name="T7" fmla="*/ 0 h 59"/>
                <a:gd name="T8" fmla="*/ 32 w 58"/>
                <a:gd name="T9" fmla="*/ 6 h 59"/>
                <a:gd name="T10" fmla="*/ 32 w 58"/>
                <a:gd name="T11" fmla="*/ 6 h 59"/>
                <a:gd name="T12" fmla="*/ 21 w 58"/>
                <a:gd name="T13" fmla="*/ 19 h 59"/>
                <a:gd name="T14" fmla="*/ 16 w 58"/>
                <a:gd name="T15" fmla="*/ 25 h 59"/>
                <a:gd name="T16" fmla="*/ 17 w 58"/>
                <a:gd name="T17" fmla="*/ 42 h 59"/>
                <a:gd name="T18" fmla="*/ 17 w 58"/>
                <a:gd name="T19" fmla="*/ 42 h 59"/>
                <a:gd name="T20" fmla="*/ 35 w 58"/>
                <a:gd name="T21" fmla="*/ 41 h 59"/>
                <a:gd name="T22" fmla="*/ 40 w 58"/>
                <a:gd name="T23" fmla="*/ 35 h 59"/>
                <a:gd name="T24" fmla="*/ 51 w 58"/>
                <a:gd name="T25" fmla="*/ 22 h 59"/>
                <a:gd name="T26" fmla="*/ 51 w 58"/>
                <a:gd name="T27" fmla="*/ 22 h 59"/>
                <a:gd name="T28" fmla="*/ 58 w 58"/>
                <a:gd name="T29" fmla="*/ 29 h 59"/>
                <a:gd name="T30" fmla="*/ 41 w 58"/>
                <a:gd name="T31" fmla="*/ 49 h 59"/>
                <a:gd name="T32" fmla="*/ 10 w 58"/>
                <a:gd name="T33" fmla="*/ 5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9">
                  <a:moveTo>
                    <a:pt x="10" y="51"/>
                  </a:moveTo>
                  <a:cubicBezTo>
                    <a:pt x="10" y="51"/>
                    <a:pt x="10" y="51"/>
                    <a:pt x="10" y="51"/>
                  </a:cubicBezTo>
                  <a:cubicBezTo>
                    <a:pt x="1" y="43"/>
                    <a:pt x="0" y="29"/>
                    <a:pt x="8" y="2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2" y="30"/>
                    <a:pt x="12" y="38"/>
                    <a:pt x="17" y="42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2" y="47"/>
                    <a:pt x="30" y="46"/>
                    <a:pt x="35" y="41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33" y="58"/>
                    <a:pt x="19" y="59"/>
                    <a:pt x="10" y="5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2" name="i$ļï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9E52B29-DC60-4727-83C5-525B10387D82}"/>
                </a:ext>
              </a:extLst>
            </p:cNvPr>
            <p:cNvSpPr/>
            <p:nvPr/>
          </p:nvSpPr>
          <p:spPr bwMode="auto">
            <a:xfrm>
              <a:off x="4841487" y="2310461"/>
              <a:ext cx="103831" cy="96501"/>
            </a:xfrm>
            <a:custGeom>
              <a:avLst/>
              <a:gdLst>
                <a:gd name="T0" fmla="*/ 0 w 85"/>
                <a:gd name="T1" fmla="*/ 19 h 79"/>
                <a:gd name="T2" fmla="*/ 16 w 85"/>
                <a:gd name="T3" fmla="*/ 0 h 79"/>
                <a:gd name="T4" fmla="*/ 31 w 85"/>
                <a:gd name="T5" fmla="*/ 13 h 79"/>
                <a:gd name="T6" fmla="*/ 31 w 85"/>
                <a:gd name="T7" fmla="*/ 13 h 79"/>
                <a:gd name="T8" fmla="*/ 14 w 85"/>
                <a:gd name="T9" fmla="*/ 31 h 79"/>
                <a:gd name="T10" fmla="*/ 0 w 85"/>
                <a:gd name="T11" fmla="*/ 19 h 79"/>
                <a:gd name="T12" fmla="*/ 0 w 85"/>
                <a:gd name="T13" fmla="*/ 19 h 79"/>
                <a:gd name="T14" fmla="*/ 54 w 85"/>
                <a:gd name="T15" fmla="*/ 65 h 79"/>
                <a:gd name="T16" fmla="*/ 70 w 85"/>
                <a:gd name="T17" fmla="*/ 46 h 79"/>
                <a:gd name="T18" fmla="*/ 70 w 85"/>
                <a:gd name="T19" fmla="*/ 46 h 79"/>
                <a:gd name="T20" fmla="*/ 85 w 85"/>
                <a:gd name="T21" fmla="*/ 60 h 79"/>
                <a:gd name="T22" fmla="*/ 68 w 85"/>
                <a:gd name="T23" fmla="*/ 79 h 79"/>
                <a:gd name="T24" fmla="*/ 54 w 85"/>
                <a:gd name="T25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9">
                  <a:moveTo>
                    <a:pt x="0" y="19"/>
                  </a:moveTo>
                  <a:lnTo>
                    <a:pt x="16" y="0"/>
                  </a:lnTo>
                  <a:lnTo>
                    <a:pt x="31" y="13"/>
                  </a:lnTo>
                  <a:lnTo>
                    <a:pt x="31" y="13"/>
                  </a:lnTo>
                  <a:lnTo>
                    <a:pt x="14" y="31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54" y="65"/>
                  </a:moveTo>
                  <a:lnTo>
                    <a:pt x="70" y="46"/>
                  </a:lnTo>
                  <a:lnTo>
                    <a:pt x="70" y="46"/>
                  </a:lnTo>
                  <a:lnTo>
                    <a:pt x="85" y="60"/>
                  </a:lnTo>
                  <a:lnTo>
                    <a:pt x="68" y="79"/>
                  </a:lnTo>
                  <a:lnTo>
                    <a:pt x="54" y="6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3" name="iṡ1í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2E84B72-582E-46B8-AE33-3C48DBA382D5}"/>
                </a:ext>
              </a:extLst>
            </p:cNvPr>
            <p:cNvSpPr/>
            <p:nvPr/>
          </p:nvSpPr>
          <p:spPr bwMode="auto">
            <a:xfrm>
              <a:off x="6990161" y="4282013"/>
              <a:ext cx="124596" cy="157578"/>
            </a:xfrm>
            <a:custGeom>
              <a:avLst/>
              <a:gdLst>
                <a:gd name="T0" fmla="*/ 25 w 49"/>
                <a:gd name="T1" fmla="*/ 0 h 62"/>
                <a:gd name="T2" fmla="*/ 25 w 49"/>
                <a:gd name="T3" fmla="*/ 0 h 62"/>
                <a:gd name="T4" fmla="*/ 25 w 49"/>
                <a:gd name="T5" fmla="*/ 0 h 62"/>
                <a:gd name="T6" fmla="*/ 37 w 49"/>
                <a:gd name="T7" fmla="*/ 5 h 62"/>
                <a:gd name="T8" fmla="*/ 43 w 49"/>
                <a:gd name="T9" fmla="*/ 17 h 62"/>
                <a:gd name="T10" fmla="*/ 43 w 49"/>
                <a:gd name="T11" fmla="*/ 17 h 62"/>
                <a:gd name="T12" fmla="*/ 43 w 49"/>
                <a:gd name="T13" fmla="*/ 17 h 62"/>
                <a:gd name="T14" fmla="*/ 43 w 49"/>
                <a:gd name="T15" fmla="*/ 17 h 62"/>
                <a:gd name="T16" fmla="*/ 43 w 49"/>
                <a:gd name="T17" fmla="*/ 17 h 62"/>
                <a:gd name="T18" fmla="*/ 37 w 49"/>
                <a:gd name="T19" fmla="*/ 30 h 62"/>
                <a:gd name="T20" fmla="*/ 34 w 49"/>
                <a:gd name="T21" fmla="*/ 32 h 62"/>
                <a:gd name="T22" fmla="*/ 35 w 49"/>
                <a:gd name="T23" fmla="*/ 32 h 62"/>
                <a:gd name="T24" fmla="*/ 49 w 49"/>
                <a:gd name="T25" fmla="*/ 47 h 62"/>
                <a:gd name="T26" fmla="*/ 49 w 49"/>
                <a:gd name="T27" fmla="*/ 62 h 62"/>
                <a:gd name="T28" fmla="*/ 0 w 49"/>
                <a:gd name="T29" fmla="*/ 62 h 62"/>
                <a:gd name="T30" fmla="*/ 0 w 49"/>
                <a:gd name="T31" fmla="*/ 47 h 62"/>
                <a:gd name="T32" fmla="*/ 15 w 49"/>
                <a:gd name="T33" fmla="*/ 32 h 62"/>
                <a:gd name="T34" fmla="*/ 16 w 49"/>
                <a:gd name="T35" fmla="*/ 32 h 62"/>
                <a:gd name="T36" fmla="*/ 13 w 49"/>
                <a:gd name="T37" fmla="*/ 30 h 62"/>
                <a:gd name="T38" fmla="*/ 7 w 49"/>
                <a:gd name="T39" fmla="*/ 18 h 62"/>
                <a:gd name="T40" fmla="*/ 7 w 49"/>
                <a:gd name="T41" fmla="*/ 18 h 62"/>
                <a:gd name="T42" fmla="*/ 7 w 49"/>
                <a:gd name="T43" fmla="*/ 17 h 62"/>
                <a:gd name="T44" fmla="*/ 7 w 49"/>
                <a:gd name="T45" fmla="*/ 17 h 62"/>
                <a:gd name="T46" fmla="*/ 7 w 49"/>
                <a:gd name="T47" fmla="*/ 17 h 62"/>
                <a:gd name="T48" fmla="*/ 13 w 49"/>
                <a:gd name="T49" fmla="*/ 5 h 62"/>
                <a:gd name="T50" fmla="*/ 25 w 49"/>
                <a:gd name="T51" fmla="*/ 0 h 62"/>
                <a:gd name="T52" fmla="*/ 25 w 49"/>
                <a:gd name="T53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" h="62">
                  <a:moveTo>
                    <a:pt x="25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0" y="0"/>
                    <a:pt x="34" y="2"/>
                    <a:pt x="37" y="5"/>
                  </a:cubicBezTo>
                  <a:cubicBezTo>
                    <a:pt x="41" y="8"/>
                    <a:pt x="43" y="13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22"/>
                    <a:pt x="41" y="27"/>
                    <a:pt x="37" y="30"/>
                  </a:cubicBezTo>
                  <a:cubicBezTo>
                    <a:pt x="36" y="31"/>
                    <a:pt x="35" y="32"/>
                    <a:pt x="34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43" y="32"/>
                    <a:pt x="49" y="39"/>
                    <a:pt x="49" y="47"/>
                  </a:cubicBezTo>
                  <a:cubicBezTo>
                    <a:pt x="49" y="62"/>
                    <a:pt x="49" y="62"/>
                    <a:pt x="49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39"/>
                    <a:pt x="7" y="32"/>
                    <a:pt x="15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2"/>
                    <a:pt x="13" y="31"/>
                    <a:pt x="13" y="30"/>
                  </a:cubicBezTo>
                  <a:cubicBezTo>
                    <a:pt x="9" y="27"/>
                    <a:pt x="7" y="22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3"/>
                    <a:pt x="9" y="8"/>
                    <a:pt x="13" y="5"/>
                  </a:cubicBezTo>
                  <a:cubicBezTo>
                    <a:pt x="16" y="2"/>
                    <a:pt x="20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4" name="ïSḻï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2292AF8-C580-4B15-89FB-70523334344F}"/>
                </a:ext>
              </a:extLst>
            </p:cNvPr>
            <p:cNvSpPr/>
            <p:nvPr/>
          </p:nvSpPr>
          <p:spPr bwMode="auto">
            <a:xfrm>
              <a:off x="6681114" y="4260026"/>
              <a:ext cx="195445" cy="202774"/>
            </a:xfrm>
            <a:custGeom>
              <a:avLst/>
              <a:gdLst>
                <a:gd name="T0" fmla="*/ 46 w 77"/>
                <a:gd name="T1" fmla="*/ 56 h 80"/>
                <a:gd name="T2" fmla="*/ 49 w 77"/>
                <a:gd name="T3" fmla="*/ 66 h 80"/>
                <a:gd name="T4" fmla="*/ 49 w 77"/>
                <a:gd name="T5" fmla="*/ 80 h 80"/>
                <a:gd name="T6" fmla="*/ 46 w 77"/>
                <a:gd name="T7" fmla="*/ 80 h 80"/>
                <a:gd name="T8" fmla="*/ 46 w 77"/>
                <a:gd name="T9" fmla="*/ 56 h 80"/>
                <a:gd name="T10" fmla="*/ 46 w 77"/>
                <a:gd name="T11" fmla="*/ 27 h 80"/>
                <a:gd name="T12" fmla="*/ 46 w 77"/>
                <a:gd name="T13" fmla="*/ 7 h 80"/>
                <a:gd name="T14" fmla="*/ 60 w 77"/>
                <a:gd name="T15" fmla="*/ 0 h 80"/>
                <a:gd name="T16" fmla="*/ 77 w 77"/>
                <a:gd name="T17" fmla="*/ 17 h 80"/>
                <a:gd name="T18" fmla="*/ 55 w 77"/>
                <a:gd name="T19" fmla="*/ 40 h 80"/>
                <a:gd name="T20" fmla="*/ 47 w 77"/>
                <a:gd name="T21" fmla="*/ 41 h 80"/>
                <a:gd name="T22" fmla="*/ 54 w 77"/>
                <a:gd name="T23" fmla="*/ 36 h 80"/>
                <a:gd name="T24" fmla="*/ 53 w 77"/>
                <a:gd name="T25" fmla="*/ 33 h 80"/>
                <a:gd name="T26" fmla="*/ 46 w 77"/>
                <a:gd name="T27" fmla="*/ 27 h 80"/>
                <a:gd name="T28" fmla="*/ 24 w 77"/>
                <a:gd name="T29" fmla="*/ 18 h 80"/>
                <a:gd name="T30" fmla="*/ 24 w 77"/>
                <a:gd name="T31" fmla="*/ 18 h 80"/>
                <a:gd name="T32" fmla="*/ 24 w 77"/>
                <a:gd name="T33" fmla="*/ 18 h 80"/>
                <a:gd name="T34" fmla="*/ 37 w 77"/>
                <a:gd name="T35" fmla="*/ 23 h 80"/>
                <a:gd name="T36" fmla="*/ 42 w 77"/>
                <a:gd name="T37" fmla="*/ 36 h 80"/>
                <a:gd name="T38" fmla="*/ 42 w 77"/>
                <a:gd name="T39" fmla="*/ 36 h 80"/>
                <a:gd name="T40" fmla="*/ 42 w 77"/>
                <a:gd name="T41" fmla="*/ 36 h 80"/>
                <a:gd name="T42" fmla="*/ 42 w 77"/>
                <a:gd name="T43" fmla="*/ 36 h 80"/>
                <a:gd name="T44" fmla="*/ 42 w 77"/>
                <a:gd name="T45" fmla="*/ 36 h 80"/>
                <a:gd name="T46" fmla="*/ 37 w 77"/>
                <a:gd name="T47" fmla="*/ 48 h 80"/>
                <a:gd name="T48" fmla="*/ 34 w 77"/>
                <a:gd name="T49" fmla="*/ 51 h 80"/>
                <a:gd name="T50" fmla="*/ 34 w 77"/>
                <a:gd name="T51" fmla="*/ 51 h 80"/>
                <a:gd name="T52" fmla="*/ 46 w 77"/>
                <a:gd name="T53" fmla="*/ 56 h 80"/>
                <a:gd name="T54" fmla="*/ 46 w 77"/>
                <a:gd name="T55" fmla="*/ 80 h 80"/>
                <a:gd name="T56" fmla="*/ 0 w 77"/>
                <a:gd name="T57" fmla="*/ 80 h 80"/>
                <a:gd name="T58" fmla="*/ 0 w 77"/>
                <a:gd name="T59" fmla="*/ 66 h 80"/>
                <a:gd name="T60" fmla="*/ 15 w 77"/>
                <a:gd name="T61" fmla="*/ 51 h 80"/>
                <a:gd name="T62" fmla="*/ 15 w 77"/>
                <a:gd name="T63" fmla="*/ 51 h 80"/>
                <a:gd name="T64" fmla="*/ 12 w 77"/>
                <a:gd name="T65" fmla="*/ 48 h 80"/>
                <a:gd name="T66" fmla="*/ 7 w 77"/>
                <a:gd name="T67" fmla="*/ 36 h 80"/>
                <a:gd name="T68" fmla="*/ 7 w 77"/>
                <a:gd name="T69" fmla="*/ 36 h 80"/>
                <a:gd name="T70" fmla="*/ 7 w 77"/>
                <a:gd name="T71" fmla="*/ 36 h 80"/>
                <a:gd name="T72" fmla="*/ 7 w 77"/>
                <a:gd name="T73" fmla="*/ 36 h 80"/>
                <a:gd name="T74" fmla="*/ 7 w 77"/>
                <a:gd name="T75" fmla="*/ 36 h 80"/>
                <a:gd name="T76" fmla="*/ 12 w 77"/>
                <a:gd name="T77" fmla="*/ 23 h 80"/>
                <a:gd name="T78" fmla="*/ 24 w 77"/>
                <a:gd name="T79" fmla="*/ 18 h 80"/>
                <a:gd name="T80" fmla="*/ 24 w 77"/>
                <a:gd name="T81" fmla="*/ 18 h 80"/>
                <a:gd name="T82" fmla="*/ 24 w 77"/>
                <a:gd name="T83" fmla="*/ 18 h 80"/>
                <a:gd name="T84" fmla="*/ 46 w 77"/>
                <a:gd name="T85" fmla="*/ 7 h 80"/>
                <a:gd name="T86" fmla="*/ 43 w 77"/>
                <a:gd name="T87" fmla="*/ 17 h 80"/>
                <a:gd name="T88" fmla="*/ 46 w 77"/>
                <a:gd name="T89" fmla="*/ 27 h 80"/>
                <a:gd name="T90" fmla="*/ 46 w 77"/>
                <a:gd name="T91" fmla="*/ 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7" h="80">
                  <a:moveTo>
                    <a:pt x="46" y="56"/>
                  </a:moveTo>
                  <a:cubicBezTo>
                    <a:pt x="48" y="59"/>
                    <a:pt x="49" y="62"/>
                    <a:pt x="49" y="66"/>
                  </a:cubicBezTo>
                  <a:cubicBezTo>
                    <a:pt x="49" y="80"/>
                    <a:pt x="49" y="80"/>
                    <a:pt x="49" y="80"/>
                  </a:cubicBezTo>
                  <a:cubicBezTo>
                    <a:pt x="46" y="80"/>
                    <a:pt x="46" y="80"/>
                    <a:pt x="46" y="80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46" y="27"/>
                  </a:moveTo>
                  <a:cubicBezTo>
                    <a:pt x="46" y="7"/>
                    <a:pt x="46" y="7"/>
                    <a:pt x="46" y="7"/>
                  </a:cubicBezTo>
                  <a:cubicBezTo>
                    <a:pt x="49" y="3"/>
                    <a:pt x="54" y="0"/>
                    <a:pt x="60" y="0"/>
                  </a:cubicBezTo>
                  <a:cubicBezTo>
                    <a:pt x="70" y="0"/>
                    <a:pt x="77" y="7"/>
                    <a:pt x="77" y="17"/>
                  </a:cubicBezTo>
                  <a:cubicBezTo>
                    <a:pt x="77" y="28"/>
                    <a:pt x="64" y="36"/>
                    <a:pt x="55" y="40"/>
                  </a:cubicBezTo>
                  <a:cubicBezTo>
                    <a:pt x="49" y="42"/>
                    <a:pt x="47" y="41"/>
                    <a:pt x="47" y="41"/>
                  </a:cubicBezTo>
                  <a:cubicBezTo>
                    <a:pt x="47" y="41"/>
                    <a:pt x="54" y="41"/>
                    <a:pt x="54" y="36"/>
                  </a:cubicBezTo>
                  <a:cubicBezTo>
                    <a:pt x="54" y="35"/>
                    <a:pt x="54" y="34"/>
                    <a:pt x="53" y="33"/>
                  </a:cubicBezTo>
                  <a:cubicBezTo>
                    <a:pt x="50" y="32"/>
                    <a:pt x="48" y="29"/>
                    <a:pt x="46" y="27"/>
                  </a:cubicBezTo>
                  <a:close/>
                  <a:moveTo>
                    <a:pt x="24" y="18"/>
                  </a:move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9" y="18"/>
                    <a:pt x="34" y="20"/>
                    <a:pt x="37" y="23"/>
                  </a:cubicBezTo>
                  <a:cubicBezTo>
                    <a:pt x="40" y="27"/>
                    <a:pt x="42" y="31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41"/>
                    <a:pt x="40" y="45"/>
                    <a:pt x="37" y="48"/>
                  </a:cubicBezTo>
                  <a:cubicBezTo>
                    <a:pt x="36" y="49"/>
                    <a:pt x="35" y="50"/>
                    <a:pt x="34" y="5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9" y="51"/>
                    <a:pt x="43" y="53"/>
                    <a:pt x="46" y="56"/>
                  </a:cubicBezTo>
                  <a:cubicBezTo>
                    <a:pt x="46" y="80"/>
                    <a:pt x="46" y="80"/>
                    <a:pt x="46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57"/>
                    <a:pt x="7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4" y="50"/>
                    <a:pt x="13" y="49"/>
                    <a:pt x="12" y="48"/>
                  </a:cubicBezTo>
                  <a:cubicBezTo>
                    <a:pt x="9" y="45"/>
                    <a:pt x="7" y="41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1"/>
                    <a:pt x="9" y="27"/>
                    <a:pt x="12" y="23"/>
                  </a:cubicBezTo>
                  <a:cubicBezTo>
                    <a:pt x="15" y="20"/>
                    <a:pt x="20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lose/>
                  <a:moveTo>
                    <a:pt x="46" y="7"/>
                  </a:moveTo>
                  <a:cubicBezTo>
                    <a:pt x="44" y="10"/>
                    <a:pt x="43" y="13"/>
                    <a:pt x="43" y="17"/>
                  </a:cubicBezTo>
                  <a:cubicBezTo>
                    <a:pt x="43" y="21"/>
                    <a:pt x="44" y="24"/>
                    <a:pt x="46" y="27"/>
                  </a:cubicBezTo>
                  <a:lnTo>
                    <a:pt x="46" y="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5" name="îşļ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8123631-B545-45BC-B394-85C70B3F1EAE}"/>
                </a:ext>
              </a:extLst>
            </p:cNvPr>
            <p:cNvSpPr/>
            <p:nvPr/>
          </p:nvSpPr>
          <p:spPr bwMode="auto">
            <a:xfrm>
              <a:off x="6297553" y="4333318"/>
              <a:ext cx="117267" cy="120932"/>
            </a:xfrm>
            <a:custGeom>
              <a:avLst/>
              <a:gdLst>
                <a:gd name="T0" fmla="*/ 39 w 46"/>
                <a:gd name="T1" fmla="*/ 8 h 48"/>
                <a:gd name="T2" fmla="*/ 46 w 46"/>
                <a:gd name="T3" fmla="*/ 25 h 48"/>
                <a:gd name="T4" fmla="*/ 46 w 46"/>
                <a:gd name="T5" fmla="*/ 25 h 48"/>
                <a:gd name="T6" fmla="*/ 23 w 46"/>
                <a:gd name="T7" fmla="*/ 48 h 48"/>
                <a:gd name="T8" fmla="*/ 23 w 46"/>
                <a:gd name="T9" fmla="*/ 48 h 48"/>
                <a:gd name="T10" fmla="*/ 23 w 46"/>
                <a:gd name="T11" fmla="*/ 41 h 48"/>
                <a:gd name="T12" fmla="*/ 23 w 46"/>
                <a:gd name="T13" fmla="*/ 41 h 48"/>
                <a:gd name="T14" fmla="*/ 40 w 46"/>
                <a:gd name="T15" fmla="*/ 25 h 48"/>
                <a:gd name="T16" fmla="*/ 40 w 46"/>
                <a:gd name="T17" fmla="*/ 25 h 48"/>
                <a:gd name="T18" fmla="*/ 38 w 46"/>
                <a:gd name="T19" fmla="*/ 17 h 48"/>
                <a:gd name="T20" fmla="*/ 35 w 46"/>
                <a:gd name="T21" fmla="*/ 13 h 48"/>
                <a:gd name="T22" fmla="*/ 35 w 46"/>
                <a:gd name="T23" fmla="*/ 13 h 48"/>
                <a:gd name="T24" fmla="*/ 33 w 46"/>
                <a:gd name="T25" fmla="*/ 12 h 48"/>
                <a:gd name="T26" fmla="*/ 32 w 46"/>
                <a:gd name="T27" fmla="*/ 10 h 48"/>
                <a:gd name="T28" fmla="*/ 36 w 46"/>
                <a:gd name="T29" fmla="*/ 6 h 48"/>
                <a:gd name="T30" fmla="*/ 37 w 46"/>
                <a:gd name="T31" fmla="*/ 6 h 48"/>
                <a:gd name="T32" fmla="*/ 37 w 46"/>
                <a:gd name="T33" fmla="*/ 7 h 48"/>
                <a:gd name="T34" fmla="*/ 38 w 46"/>
                <a:gd name="T35" fmla="*/ 7 h 48"/>
                <a:gd name="T36" fmla="*/ 39 w 46"/>
                <a:gd name="T37" fmla="*/ 8 h 48"/>
                <a:gd name="T38" fmla="*/ 23 w 46"/>
                <a:gd name="T39" fmla="*/ 26 h 48"/>
                <a:gd name="T40" fmla="*/ 26 w 46"/>
                <a:gd name="T41" fmla="*/ 24 h 48"/>
                <a:gd name="T42" fmla="*/ 26 w 46"/>
                <a:gd name="T43" fmla="*/ 3 h 48"/>
                <a:gd name="T44" fmla="*/ 25 w 46"/>
                <a:gd name="T45" fmla="*/ 1 h 48"/>
                <a:gd name="T46" fmla="*/ 23 w 46"/>
                <a:gd name="T47" fmla="*/ 0 h 48"/>
                <a:gd name="T48" fmla="*/ 23 w 46"/>
                <a:gd name="T49" fmla="*/ 48 h 48"/>
                <a:gd name="T50" fmla="*/ 0 w 46"/>
                <a:gd name="T51" fmla="*/ 25 h 48"/>
                <a:gd name="T52" fmla="*/ 0 w 46"/>
                <a:gd name="T53" fmla="*/ 25 h 48"/>
                <a:gd name="T54" fmla="*/ 3 w 46"/>
                <a:gd name="T55" fmla="*/ 14 h 48"/>
                <a:gd name="T56" fmla="*/ 8 w 46"/>
                <a:gd name="T57" fmla="*/ 8 h 48"/>
                <a:gd name="T58" fmla="*/ 8 w 46"/>
                <a:gd name="T59" fmla="*/ 8 h 48"/>
                <a:gd name="T60" fmla="*/ 9 w 46"/>
                <a:gd name="T61" fmla="*/ 7 h 48"/>
                <a:gd name="T62" fmla="*/ 11 w 46"/>
                <a:gd name="T63" fmla="*/ 6 h 48"/>
                <a:gd name="T64" fmla="*/ 12 w 46"/>
                <a:gd name="T65" fmla="*/ 6 h 48"/>
                <a:gd name="T66" fmla="*/ 13 w 46"/>
                <a:gd name="T67" fmla="*/ 7 h 48"/>
                <a:gd name="T68" fmla="*/ 14 w 46"/>
                <a:gd name="T69" fmla="*/ 7 h 48"/>
                <a:gd name="T70" fmla="*/ 14 w 46"/>
                <a:gd name="T71" fmla="*/ 11 h 48"/>
                <a:gd name="T72" fmla="*/ 13 w 46"/>
                <a:gd name="T73" fmla="*/ 12 h 48"/>
                <a:gd name="T74" fmla="*/ 7 w 46"/>
                <a:gd name="T75" fmla="*/ 25 h 48"/>
                <a:gd name="T76" fmla="*/ 12 w 46"/>
                <a:gd name="T77" fmla="*/ 36 h 48"/>
                <a:gd name="T78" fmla="*/ 23 w 46"/>
                <a:gd name="T79" fmla="*/ 0 h 48"/>
                <a:gd name="T80" fmla="*/ 23 w 46"/>
                <a:gd name="T81" fmla="*/ 0 h 48"/>
                <a:gd name="T82" fmla="*/ 20 w 46"/>
                <a:gd name="T83" fmla="*/ 3 h 48"/>
                <a:gd name="T84" fmla="*/ 20 w 46"/>
                <a:gd name="T85" fmla="*/ 24 h 48"/>
                <a:gd name="T86" fmla="*/ 21 w 46"/>
                <a:gd name="T87" fmla="*/ 26 h 48"/>
                <a:gd name="T88" fmla="*/ 23 w 46"/>
                <a:gd name="T89" fmla="*/ 26 h 48"/>
                <a:gd name="T90" fmla="*/ 23 w 46"/>
                <a:gd name="T9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" h="48">
                  <a:moveTo>
                    <a:pt x="39" y="8"/>
                  </a:move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9"/>
                    <a:pt x="40" y="9"/>
                    <a:pt x="41" y="10"/>
                  </a:cubicBezTo>
                  <a:cubicBezTo>
                    <a:pt x="41" y="10"/>
                    <a:pt x="42" y="11"/>
                    <a:pt x="42" y="12"/>
                  </a:cubicBezTo>
                  <a:cubicBezTo>
                    <a:pt x="45" y="16"/>
                    <a:pt x="46" y="20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31"/>
                    <a:pt x="44" y="37"/>
                    <a:pt x="39" y="41"/>
                  </a:cubicBezTo>
                  <a:cubicBezTo>
                    <a:pt x="35" y="45"/>
                    <a:pt x="30" y="48"/>
                    <a:pt x="23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8" y="41"/>
                    <a:pt x="32" y="39"/>
                    <a:pt x="35" y="36"/>
                  </a:cubicBezTo>
                  <a:cubicBezTo>
                    <a:pt x="38" y="33"/>
                    <a:pt x="40" y="29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3"/>
                    <a:pt x="39" y="20"/>
                    <a:pt x="38" y="18"/>
                  </a:cubicBezTo>
                  <a:cubicBezTo>
                    <a:pt x="38" y="18"/>
                    <a:pt x="38" y="18"/>
                    <a:pt x="38" y="17"/>
                  </a:cubicBezTo>
                  <a:cubicBezTo>
                    <a:pt x="37" y="16"/>
                    <a:pt x="36" y="14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3"/>
                    <a:pt x="34" y="12"/>
                    <a:pt x="34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2" y="11"/>
                    <a:pt x="32" y="11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8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4" y="6"/>
                    <a:pt x="35" y="6"/>
                    <a:pt x="36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6"/>
                    <a:pt x="36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7"/>
                    <a:pt x="38" y="8"/>
                    <a:pt x="39" y="8"/>
                  </a:cubicBezTo>
                  <a:close/>
                  <a:moveTo>
                    <a:pt x="23" y="26"/>
                  </a:moveTo>
                  <a:cubicBezTo>
                    <a:pt x="23" y="26"/>
                    <a:pt x="23" y="26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5" y="26"/>
                    <a:pt x="25" y="26"/>
                  </a:cubicBezTo>
                  <a:cubicBezTo>
                    <a:pt x="26" y="25"/>
                    <a:pt x="26" y="24"/>
                    <a:pt x="26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2"/>
                    <a:pt x="26" y="1"/>
                    <a:pt x="25" y="1"/>
                  </a:cubicBezTo>
                  <a:cubicBezTo>
                    <a:pt x="25" y="0"/>
                    <a:pt x="24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23" y="26"/>
                  </a:lnTo>
                  <a:close/>
                  <a:moveTo>
                    <a:pt x="23" y="48"/>
                  </a:moveTo>
                  <a:cubicBezTo>
                    <a:pt x="17" y="48"/>
                    <a:pt x="11" y="45"/>
                    <a:pt x="7" y="41"/>
                  </a:cubicBezTo>
                  <a:cubicBezTo>
                    <a:pt x="3" y="37"/>
                    <a:pt x="0" y="31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2"/>
                    <a:pt x="1" y="18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5"/>
                    <a:pt x="3" y="15"/>
                    <a:pt x="3" y="14"/>
                  </a:cubicBezTo>
                  <a:cubicBezTo>
                    <a:pt x="4" y="12"/>
                    <a:pt x="6" y="10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7"/>
                    <a:pt x="9" y="7"/>
                    <a:pt x="9" y="7"/>
                  </a:cubicBezTo>
                  <a:cubicBezTo>
                    <a:pt x="9" y="6"/>
                    <a:pt x="10" y="6"/>
                    <a:pt x="10" y="6"/>
                  </a:cubicBezTo>
                  <a:cubicBezTo>
                    <a:pt x="10" y="6"/>
                    <a:pt x="10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8"/>
                    <a:pt x="14" y="8"/>
                  </a:cubicBezTo>
                  <a:cubicBezTo>
                    <a:pt x="14" y="8"/>
                    <a:pt x="14" y="9"/>
                    <a:pt x="14" y="10"/>
                  </a:cubicBezTo>
                  <a:cubicBezTo>
                    <a:pt x="14" y="10"/>
                    <a:pt x="14" y="10"/>
                    <a:pt x="14" y="11"/>
                  </a:cubicBezTo>
                  <a:cubicBezTo>
                    <a:pt x="14" y="11"/>
                    <a:pt x="14" y="11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2" y="12"/>
                    <a:pt x="12" y="13"/>
                  </a:cubicBezTo>
                  <a:cubicBezTo>
                    <a:pt x="11" y="13"/>
                    <a:pt x="11" y="14"/>
                    <a:pt x="10" y="15"/>
                  </a:cubicBezTo>
                  <a:cubicBezTo>
                    <a:pt x="8" y="17"/>
                    <a:pt x="7" y="21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9"/>
                    <a:pt x="9" y="33"/>
                    <a:pt x="12" y="36"/>
                  </a:cubicBezTo>
                  <a:cubicBezTo>
                    <a:pt x="15" y="39"/>
                    <a:pt x="19" y="41"/>
                    <a:pt x="23" y="41"/>
                  </a:cubicBezTo>
                  <a:cubicBezTo>
                    <a:pt x="23" y="48"/>
                    <a:pt x="23" y="48"/>
                    <a:pt x="23" y="48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0"/>
                    <a:pt x="21" y="0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1"/>
                    <a:pt x="20" y="2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5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2" y="26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lnTo>
                    <a:pt x="23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6" name="îşlï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428E78D-AEFF-41C5-85FB-0DC972A9C7EF}"/>
                </a:ext>
              </a:extLst>
            </p:cNvPr>
            <p:cNvSpPr/>
            <p:nvPr/>
          </p:nvSpPr>
          <p:spPr bwMode="auto">
            <a:xfrm>
              <a:off x="5845586" y="3682241"/>
              <a:ext cx="175901" cy="233313"/>
            </a:xfrm>
            <a:custGeom>
              <a:avLst/>
              <a:gdLst>
                <a:gd name="T0" fmla="*/ 39 w 69"/>
                <a:gd name="T1" fmla="*/ 41 h 92"/>
                <a:gd name="T2" fmla="*/ 34 w 69"/>
                <a:gd name="T3" fmla="*/ 8 h 92"/>
                <a:gd name="T4" fmla="*/ 49 w 69"/>
                <a:gd name="T5" fmla="*/ 24 h 92"/>
                <a:gd name="T6" fmla="*/ 67 w 69"/>
                <a:gd name="T7" fmla="*/ 25 h 92"/>
                <a:gd name="T8" fmla="*/ 67 w 69"/>
                <a:gd name="T9" fmla="*/ 22 h 92"/>
                <a:gd name="T10" fmla="*/ 65 w 69"/>
                <a:gd name="T11" fmla="*/ 21 h 92"/>
                <a:gd name="T12" fmla="*/ 56 w 69"/>
                <a:gd name="T13" fmla="*/ 18 h 92"/>
                <a:gd name="T14" fmla="*/ 36 w 69"/>
                <a:gd name="T15" fmla="*/ 1 h 92"/>
                <a:gd name="T16" fmla="*/ 26 w 69"/>
                <a:gd name="T17" fmla="*/ 3 h 92"/>
                <a:gd name="T18" fmla="*/ 35 w 69"/>
                <a:gd name="T19" fmla="*/ 55 h 92"/>
                <a:gd name="T20" fmla="*/ 31 w 69"/>
                <a:gd name="T21" fmla="*/ 72 h 92"/>
                <a:gd name="T22" fmla="*/ 8 w 69"/>
                <a:gd name="T23" fmla="*/ 64 h 92"/>
                <a:gd name="T24" fmla="*/ 14 w 69"/>
                <a:gd name="T25" fmla="*/ 87 h 92"/>
                <a:gd name="T26" fmla="*/ 41 w 69"/>
                <a:gd name="T27" fmla="*/ 70 h 92"/>
                <a:gd name="T28" fmla="*/ 39 w 69"/>
                <a:gd name="T29" fmla="*/ 41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" h="92">
                  <a:moveTo>
                    <a:pt x="39" y="41"/>
                  </a:moveTo>
                  <a:cubicBezTo>
                    <a:pt x="37" y="25"/>
                    <a:pt x="34" y="8"/>
                    <a:pt x="34" y="8"/>
                  </a:cubicBezTo>
                  <a:cubicBezTo>
                    <a:pt x="34" y="8"/>
                    <a:pt x="43" y="20"/>
                    <a:pt x="49" y="24"/>
                  </a:cubicBezTo>
                  <a:cubicBezTo>
                    <a:pt x="53" y="27"/>
                    <a:pt x="61" y="26"/>
                    <a:pt x="67" y="25"/>
                  </a:cubicBezTo>
                  <a:cubicBezTo>
                    <a:pt x="69" y="25"/>
                    <a:pt x="67" y="23"/>
                    <a:pt x="67" y="22"/>
                  </a:cubicBezTo>
                  <a:cubicBezTo>
                    <a:pt x="67" y="21"/>
                    <a:pt x="66" y="22"/>
                    <a:pt x="65" y="21"/>
                  </a:cubicBezTo>
                  <a:cubicBezTo>
                    <a:pt x="62" y="20"/>
                    <a:pt x="58" y="19"/>
                    <a:pt x="56" y="18"/>
                  </a:cubicBezTo>
                  <a:cubicBezTo>
                    <a:pt x="49" y="12"/>
                    <a:pt x="46" y="5"/>
                    <a:pt x="36" y="1"/>
                  </a:cubicBezTo>
                  <a:cubicBezTo>
                    <a:pt x="33" y="0"/>
                    <a:pt x="26" y="3"/>
                    <a:pt x="26" y="3"/>
                  </a:cubicBezTo>
                  <a:cubicBezTo>
                    <a:pt x="26" y="3"/>
                    <a:pt x="35" y="42"/>
                    <a:pt x="35" y="55"/>
                  </a:cubicBezTo>
                  <a:cubicBezTo>
                    <a:pt x="36" y="69"/>
                    <a:pt x="31" y="72"/>
                    <a:pt x="31" y="72"/>
                  </a:cubicBezTo>
                  <a:cubicBezTo>
                    <a:pt x="26" y="57"/>
                    <a:pt x="13" y="58"/>
                    <a:pt x="8" y="64"/>
                  </a:cubicBezTo>
                  <a:cubicBezTo>
                    <a:pt x="0" y="73"/>
                    <a:pt x="5" y="84"/>
                    <a:pt x="14" y="87"/>
                  </a:cubicBezTo>
                  <a:cubicBezTo>
                    <a:pt x="30" y="92"/>
                    <a:pt x="38" y="81"/>
                    <a:pt x="41" y="70"/>
                  </a:cubicBezTo>
                  <a:cubicBezTo>
                    <a:pt x="43" y="60"/>
                    <a:pt x="41" y="50"/>
                    <a:pt x="39" y="4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7" name="íšḷï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EC26614-B739-4F49-87FE-B95AFCBB63C1}"/>
                </a:ext>
              </a:extLst>
            </p:cNvPr>
            <p:cNvSpPr/>
            <p:nvPr/>
          </p:nvSpPr>
          <p:spPr bwMode="auto">
            <a:xfrm>
              <a:off x="4926994" y="1614187"/>
              <a:ext cx="139255" cy="189338"/>
            </a:xfrm>
            <a:custGeom>
              <a:avLst/>
              <a:gdLst>
                <a:gd name="T0" fmla="*/ 29 w 55"/>
                <a:gd name="T1" fmla="*/ 3 h 75"/>
                <a:gd name="T2" fmla="*/ 55 w 55"/>
                <a:gd name="T3" fmla="*/ 30 h 75"/>
                <a:gd name="T4" fmla="*/ 54 w 55"/>
                <a:gd name="T5" fmla="*/ 33 h 75"/>
                <a:gd name="T6" fmla="*/ 29 w 55"/>
                <a:gd name="T7" fmla="*/ 33 h 75"/>
                <a:gd name="T8" fmla="*/ 29 w 55"/>
                <a:gd name="T9" fmla="*/ 70 h 75"/>
                <a:gd name="T10" fmla="*/ 30 w 55"/>
                <a:gd name="T11" fmla="*/ 72 h 75"/>
                <a:gd name="T12" fmla="*/ 32 w 55"/>
                <a:gd name="T13" fmla="*/ 72 h 75"/>
                <a:gd name="T14" fmla="*/ 33 w 55"/>
                <a:gd name="T15" fmla="*/ 72 h 75"/>
                <a:gd name="T16" fmla="*/ 37 w 55"/>
                <a:gd name="T17" fmla="*/ 68 h 75"/>
                <a:gd name="T18" fmla="*/ 38 w 55"/>
                <a:gd name="T19" fmla="*/ 67 h 75"/>
                <a:gd name="T20" fmla="*/ 39 w 55"/>
                <a:gd name="T21" fmla="*/ 69 h 75"/>
                <a:gd name="T22" fmla="*/ 34 w 55"/>
                <a:gd name="T23" fmla="*/ 74 h 75"/>
                <a:gd name="T24" fmla="*/ 32 w 55"/>
                <a:gd name="T25" fmla="*/ 75 h 75"/>
                <a:gd name="T26" fmla="*/ 29 w 55"/>
                <a:gd name="T27" fmla="*/ 74 h 75"/>
                <a:gd name="T28" fmla="*/ 26 w 55"/>
                <a:gd name="T29" fmla="*/ 70 h 75"/>
                <a:gd name="T30" fmla="*/ 26 w 55"/>
                <a:gd name="T31" fmla="*/ 33 h 75"/>
                <a:gd name="T32" fmla="*/ 0 w 55"/>
                <a:gd name="T33" fmla="*/ 33 h 75"/>
                <a:gd name="T34" fmla="*/ 0 w 55"/>
                <a:gd name="T35" fmla="*/ 30 h 75"/>
                <a:gd name="T36" fmla="*/ 26 w 55"/>
                <a:gd name="T37" fmla="*/ 3 h 75"/>
                <a:gd name="T38" fmla="*/ 26 w 55"/>
                <a:gd name="T39" fmla="*/ 1 h 75"/>
                <a:gd name="T40" fmla="*/ 28 w 55"/>
                <a:gd name="T41" fmla="*/ 0 h 75"/>
                <a:gd name="T42" fmla="*/ 29 w 55"/>
                <a:gd name="T43" fmla="*/ 1 h 75"/>
                <a:gd name="T44" fmla="*/ 29 w 55"/>
                <a:gd name="T45" fmla="*/ 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5" h="75">
                  <a:moveTo>
                    <a:pt x="29" y="3"/>
                  </a:moveTo>
                  <a:cubicBezTo>
                    <a:pt x="43" y="4"/>
                    <a:pt x="55" y="16"/>
                    <a:pt x="55" y="30"/>
                  </a:cubicBezTo>
                  <a:cubicBezTo>
                    <a:pt x="55" y="31"/>
                    <a:pt x="55" y="32"/>
                    <a:pt x="54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1"/>
                    <a:pt x="30" y="72"/>
                    <a:pt x="30" y="72"/>
                  </a:cubicBezTo>
                  <a:cubicBezTo>
                    <a:pt x="30" y="72"/>
                    <a:pt x="31" y="72"/>
                    <a:pt x="32" y="72"/>
                  </a:cubicBezTo>
                  <a:cubicBezTo>
                    <a:pt x="32" y="72"/>
                    <a:pt x="33" y="72"/>
                    <a:pt x="33" y="72"/>
                  </a:cubicBezTo>
                  <a:cubicBezTo>
                    <a:pt x="35" y="71"/>
                    <a:pt x="36" y="70"/>
                    <a:pt x="37" y="68"/>
                  </a:cubicBezTo>
                  <a:cubicBezTo>
                    <a:pt x="37" y="67"/>
                    <a:pt x="37" y="67"/>
                    <a:pt x="38" y="67"/>
                  </a:cubicBezTo>
                  <a:cubicBezTo>
                    <a:pt x="39" y="67"/>
                    <a:pt x="39" y="68"/>
                    <a:pt x="39" y="69"/>
                  </a:cubicBezTo>
                  <a:cubicBezTo>
                    <a:pt x="39" y="71"/>
                    <a:pt x="37" y="73"/>
                    <a:pt x="34" y="74"/>
                  </a:cubicBezTo>
                  <a:cubicBezTo>
                    <a:pt x="33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4"/>
                  </a:cubicBezTo>
                  <a:cubicBezTo>
                    <a:pt x="27" y="74"/>
                    <a:pt x="26" y="72"/>
                    <a:pt x="26" y="7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0" y="31"/>
                    <a:pt x="0" y="30"/>
                  </a:cubicBezTo>
                  <a:cubicBezTo>
                    <a:pt x="0" y="15"/>
                    <a:pt x="12" y="3"/>
                    <a:pt x="26" y="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1"/>
                  </a:cubicBezTo>
                  <a:lnTo>
                    <a:pt x="29" y="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8" name="ïslî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059BCDF-716C-4373-B142-AE06DA911710}"/>
                </a:ext>
              </a:extLst>
            </p:cNvPr>
            <p:cNvSpPr/>
            <p:nvPr/>
          </p:nvSpPr>
          <p:spPr bwMode="auto">
            <a:xfrm>
              <a:off x="7873329" y="4036485"/>
              <a:ext cx="150249" cy="58634"/>
            </a:xfrm>
            <a:custGeom>
              <a:avLst/>
              <a:gdLst>
                <a:gd name="T0" fmla="*/ 54 w 59"/>
                <a:gd name="T1" fmla="*/ 0 h 23"/>
                <a:gd name="T2" fmla="*/ 5 w 59"/>
                <a:gd name="T3" fmla="*/ 0 h 23"/>
                <a:gd name="T4" fmla="*/ 0 w 59"/>
                <a:gd name="T5" fmla="*/ 5 h 23"/>
                <a:gd name="T6" fmla="*/ 0 w 59"/>
                <a:gd name="T7" fmla="*/ 18 h 23"/>
                <a:gd name="T8" fmla="*/ 5 w 59"/>
                <a:gd name="T9" fmla="*/ 23 h 23"/>
                <a:gd name="T10" fmla="*/ 54 w 59"/>
                <a:gd name="T11" fmla="*/ 23 h 23"/>
                <a:gd name="T12" fmla="*/ 59 w 59"/>
                <a:gd name="T13" fmla="*/ 18 h 23"/>
                <a:gd name="T14" fmla="*/ 59 w 59"/>
                <a:gd name="T15" fmla="*/ 5 h 23"/>
                <a:gd name="T16" fmla="*/ 54 w 59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23">
                  <a:moveTo>
                    <a:pt x="54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1"/>
                    <a:pt x="2" y="23"/>
                    <a:pt x="5" y="23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7" y="23"/>
                    <a:pt x="59" y="21"/>
                    <a:pt x="59" y="18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2"/>
                    <a:pt x="57" y="0"/>
                    <a:pt x="5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9" name="ísľ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9186ACE-7931-456A-A25A-AB37536654B7}"/>
                </a:ext>
              </a:extLst>
            </p:cNvPr>
            <p:cNvSpPr/>
            <p:nvPr/>
          </p:nvSpPr>
          <p:spPr bwMode="auto">
            <a:xfrm>
              <a:off x="8051673" y="3996175"/>
              <a:ext cx="45197" cy="45197"/>
            </a:xfrm>
            <a:custGeom>
              <a:avLst/>
              <a:gdLst>
                <a:gd name="T0" fmla="*/ 16 w 18"/>
                <a:gd name="T1" fmla="*/ 18 h 18"/>
                <a:gd name="T2" fmla="*/ 18 w 18"/>
                <a:gd name="T3" fmla="*/ 18 h 18"/>
                <a:gd name="T4" fmla="*/ 16 w 18"/>
                <a:gd name="T5" fmla="*/ 15 h 18"/>
                <a:gd name="T6" fmla="*/ 3 w 18"/>
                <a:gd name="T7" fmla="*/ 3 h 18"/>
                <a:gd name="T8" fmla="*/ 0 w 18"/>
                <a:gd name="T9" fmla="*/ 0 h 18"/>
                <a:gd name="T10" fmla="*/ 0 w 18"/>
                <a:gd name="T11" fmla="*/ 2 h 18"/>
                <a:gd name="T12" fmla="*/ 0 w 18"/>
                <a:gd name="T13" fmla="*/ 14 h 18"/>
                <a:gd name="T14" fmla="*/ 5 w 18"/>
                <a:gd name="T15" fmla="*/ 18 h 18"/>
                <a:gd name="T16" fmla="*/ 16 w 18"/>
                <a:gd name="T1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8">
                  <a:moveTo>
                    <a:pt x="16" y="18"/>
                  </a:moveTo>
                  <a:cubicBezTo>
                    <a:pt x="17" y="18"/>
                    <a:pt x="18" y="18"/>
                    <a:pt x="18" y="18"/>
                  </a:cubicBezTo>
                  <a:cubicBezTo>
                    <a:pt x="18" y="17"/>
                    <a:pt x="17" y="16"/>
                    <a:pt x="16" y="15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2" y="18"/>
                    <a:pt x="5" y="18"/>
                  </a:cubicBezTo>
                  <a:lnTo>
                    <a:pt x="16" y="1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0" name="îsḷï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BE4BB8E-1AE1-48AE-89C5-DCB41257F45E}"/>
                </a:ext>
              </a:extLst>
            </p:cNvPr>
            <p:cNvSpPr/>
            <p:nvPr/>
          </p:nvSpPr>
          <p:spPr bwMode="auto">
            <a:xfrm>
              <a:off x="7908753" y="3991289"/>
              <a:ext cx="195445" cy="235756"/>
            </a:xfrm>
            <a:custGeom>
              <a:avLst/>
              <a:gdLst>
                <a:gd name="T0" fmla="*/ 61 w 77"/>
                <a:gd name="T1" fmla="*/ 25 h 93"/>
                <a:gd name="T2" fmla="*/ 52 w 77"/>
                <a:gd name="T3" fmla="*/ 16 h 93"/>
                <a:gd name="T4" fmla="*/ 52 w 77"/>
                <a:gd name="T5" fmla="*/ 0 h 93"/>
                <a:gd name="T6" fmla="*/ 44 w 77"/>
                <a:gd name="T7" fmla="*/ 0 h 93"/>
                <a:gd name="T8" fmla="*/ 4 w 77"/>
                <a:gd name="T9" fmla="*/ 0 h 93"/>
                <a:gd name="T10" fmla="*/ 0 w 77"/>
                <a:gd name="T11" fmla="*/ 4 h 93"/>
                <a:gd name="T12" fmla="*/ 0 w 77"/>
                <a:gd name="T13" fmla="*/ 13 h 93"/>
                <a:gd name="T14" fmla="*/ 40 w 77"/>
                <a:gd name="T15" fmla="*/ 13 h 93"/>
                <a:gd name="T16" fmla="*/ 49 w 77"/>
                <a:gd name="T17" fmla="*/ 23 h 93"/>
                <a:gd name="T18" fmla="*/ 49 w 77"/>
                <a:gd name="T19" fmla="*/ 36 h 93"/>
                <a:gd name="T20" fmla="*/ 40 w 77"/>
                <a:gd name="T21" fmla="*/ 45 h 93"/>
                <a:gd name="T22" fmla="*/ 0 w 77"/>
                <a:gd name="T23" fmla="*/ 45 h 93"/>
                <a:gd name="T24" fmla="*/ 0 w 77"/>
                <a:gd name="T25" fmla="*/ 88 h 93"/>
                <a:gd name="T26" fmla="*/ 4 w 77"/>
                <a:gd name="T27" fmla="*/ 93 h 93"/>
                <a:gd name="T28" fmla="*/ 72 w 77"/>
                <a:gd name="T29" fmla="*/ 93 h 93"/>
                <a:gd name="T30" fmla="*/ 77 w 77"/>
                <a:gd name="T31" fmla="*/ 88 h 93"/>
                <a:gd name="T32" fmla="*/ 77 w 77"/>
                <a:gd name="T33" fmla="*/ 33 h 93"/>
                <a:gd name="T34" fmla="*/ 77 w 77"/>
                <a:gd name="T35" fmla="*/ 25 h 93"/>
                <a:gd name="T36" fmla="*/ 61 w 77"/>
                <a:gd name="T37" fmla="*/ 2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93">
                  <a:moveTo>
                    <a:pt x="61" y="25"/>
                  </a:moveTo>
                  <a:cubicBezTo>
                    <a:pt x="56" y="25"/>
                    <a:pt x="52" y="21"/>
                    <a:pt x="52" y="16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5" y="13"/>
                    <a:pt x="49" y="18"/>
                    <a:pt x="49" y="23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49" y="41"/>
                    <a:pt x="45" y="45"/>
                    <a:pt x="4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1"/>
                    <a:pt x="2" y="93"/>
                    <a:pt x="4" y="93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5" y="93"/>
                    <a:pt x="77" y="91"/>
                    <a:pt x="77" y="88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7" y="25"/>
                    <a:pt x="77" y="25"/>
                    <a:pt x="77" y="25"/>
                  </a:cubicBezTo>
                  <a:lnTo>
                    <a:pt x="61" y="2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1" name="íşḻi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199D5CD-B0EA-41D1-9714-64383D37A9BA}"/>
                </a:ext>
              </a:extLst>
            </p:cNvPr>
            <p:cNvSpPr/>
            <p:nvPr/>
          </p:nvSpPr>
          <p:spPr bwMode="auto">
            <a:xfrm>
              <a:off x="8054116" y="3423276"/>
              <a:ext cx="339586" cy="324928"/>
            </a:xfrm>
            <a:custGeom>
              <a:avLst/>
              <a:gdLst>
                <a:gd name="T0" fmla="*/ 121 w 134"/>
                <a:gd name="T1" fmla="*/ 88 h 128"/>
                <a:gd name="T2" fmla="*/ 134 w 134"/>
                <a:gd name="T3" fmla="*/ 55 h 128"/>
                <a:gd name="T4" fmla="*/ 67 w 134"/>
                <a:gd name="T5" fmla="*/ 0 h 128"/>
                <a:gd name="T6" fmla="*/ 0 w 134"/>
                <a:gd name="T7" fmla="*/ 55 h 128"/>
                <a:gd name="T8" fmla="*/ 67 w 134"/>
                <a:gd name="T9" fmla="*/ 110 h 128"/>
                <a:gd name="T10" fmla="*/ 90 w 134"/>
                <a:gd name="T11" fmla="*/ 106 h 128"/>
                <a:gd name="T12" fmla="*/ 134 w 134"/>
                <a:gd name="T13" fmla="*/ 128 h 128"/>
                <a:gd name="T14" fmla="*/ 121 w 134"/>
                <a:gd name="T15" fmla="*/ 8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128">
                  <a:moveTo>
                    <a:pt x="121" y="88"/>
                  </a:moveTo>
                  <a:cubicBezTo>
                    <a:pt x="129" y="79"/>
                    <a:pt x="134" y="67"/>
                    <a:pt x="134" y="55"/>
                  </a:cubicBezTo>
                  <a:cubicBezTo>
                    <a:pt x="134" y="25"/>
                    <a:pt x="104" y="0"/>
                    <a:pt x="67" y="0"/>
                  </a:cubicBezTo>
                  <a:cubicBezTo>
                    <a:pt x="30" y="0"/>
                    <a:pt x="0" y="25"/>
                    <a:pt x="0" y="55"/>
                  </a:cubicBezTo>
                  <a:cubicBezTo>
                    <a:pt x="0" y="85"/>
                    <a:pt x="30" y="110"/>
                    <a:pt x="67" y="110"/>
                  </a:cubicBezTo>
                  <a:cubicBezTo>
                    <a:pt x="75" y="110"/>
                    <a:pt x="83" y="108"/>
                    <a:pt x="90" y="106"/>
                  </a:cubicBezTo>
                  <a:cubicBezTo>
                    <a:pt x="134" y="128"/>
                    <a:pt x="134" y="128"/>
                    <a:pt x="134" y="128"/>
                  </a:cubicBezTo>
                  <a:lnTo>
                    <a:pt x="121" y="8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2" name="ï$ḻï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6213CB0-25F1-44BF-84D1-F5EB3B180D88}"/>
                </a:ext>
              </a:extLst>
            </p:cNvPr>
            <p:cNvSpPr/>
            <p:nvPr/>
          </p:nvSpPr>
          <p:spPr bwMode="auto">
            <a:xfrm>
              <a:off x="7967387" y="3027500"/>
              <a:ext cx="197888" cy="94058"/>
            </a:xfrm>
            <a:custGeom>
              <a:avLst/>
              <a:gdLst>
                <a:gd name="T0" fmla="*/ 0 w 78"/>
                <a:gd name="T1" fmla="*/ 0 h 37"/>
                <a:gd name="T2" fmla="*/ 36 w 78"/>
                <a:gd name="T3" fmla="*/ 35 h 37"/>
                <a:gd name="T4" fmla="*/ 39 w 78"/>
                <a:gd name="T5" fmla="*/ 37 h 37"/>
                <a:gd name="T6" fmla="*/ 43 w 78"/>
                <a:gd name="T7" fmla="*/ 35 h 37"/>
                <a:gd name="T8" fmla="*/ 78 w 78"/>
                <a:gd name="T9" fmla="*/ 0 h 37"/>
                <a:gd name="T10" fmla="*/ 0 w 78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37">
                  <a:moveTo>
                    <a:pt x="0" y="0"/>
                  </a:moveTo>
                  <a:cubicBezTo>
                    <a:pt x="36" y="35"/>
                    <a:pt x="36" y="35"/>
                    <a:pt x="36" y="35"/>
                  </a:cubicBezTo>
                  <a:cubicBezTo>
                    <a:pt x="37" y="36"/>
                    <a:pt x="38" y="37"/>
                    <a:pt x="39" y="37"/>
                  </a:cubicBezTo>
                  <a:cubicBezTo>
                    <a:pt x="41" y="37"/>
                    <a:pt x="42" y="36"/>
                    <a:pt x="43" y="35"/>
                  </a:cubicBezTo>
                  <a:cubicBezTo>
                    <a:pt x="78" y="0"/>
                    <a:pt x="78" y="0"/>
                    <a:pt x="78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3" name="îš1í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A92E6DB-E26C-4EB1-B535-12035C89FD37}"/>
                </a:ext>
              </a:extLst>
            </p:cNvPr>
            <p:cNvSpPr/>
            <p:nvPr/>
          </p:nvSpPr>
          <p:spPr bwMode="auto">
            <a:xfrm>
              <a:off x="7955171" y="3106899"/>
              <a:ext cx="223541" cy="80621"/>
            </a:xfrm>
            <a:custGeom>
              <a:avLst/>
              <a:gdLst>
                <a:gd name="T0" fmla="*/ 58 w 88"/>
                <a:gd name="T1" fmla="*/ 0 h 32"/>
                <a:gd name="T2" fmla="*/ 51 w 88"/>
                <a:gd name="T3" fmla="*/ 7 h 32"/>
                <a:gd name="T4" fmla="*/ 44 w 88"/>
                <a:gd name="T5" fmla="*/ 10 h 32"/>
                <a:gd name="T6" fmla="*/ 38 w 88"/>
                <a:gd name="T7" fmla="*/ 7 h 32"/>
                <a:gd name="T8" fmla="*/ 31 w 88"/>
                <a:gd name="T9" fmla="*/ 0 h 32"/>
                <a:gd name="T10" fmla="*/ 1 w 88"/>
                <a:gd name="T11" fmla="*/ 30 h 32"/>
                <a:gd name="T12" fmla="*/ 0 w 88"/>
                <a:gd name="T13" fmla="*/ 31 h 32"/>
                <a:gd name="T14" fmla="*/ 4 w 88"/>
                <a:gd name="T15" fmla="*/ 32 h 32"/>
                <a:gd name="T16" fmla="*/ 85 w 88"/>
                <a:gd name="T17" fmla="*/ 32 h 32"/>
                <a:gd name="T18" fmla="*/ 88 w 88"/>
                <a:gd name="T19" fmla="*/ 31 h 32"/>
                <a:gd name="T20" fmla="*/ 88 w 88"/>
                <a:gd name="T21" fmla="*/ 30 h 32"/>
                <a:gd name="T22" fmla="*/ 58 w 88"/>
                <a:gd name="T2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8" h="32">
                  <a:moveTo>
                    <a:pt x="58" y="0"/>
                  </a:moveTo>
                  <a:cubicBezTo>
                    <a:pt x="51" y="7"/>
                    <a:pt x="51" y="7"/>
                    <a:pt x="51" y="7"/>
                  </a:cubicBezTo>
                  <a:cubicBezTo>
                    <a:pt x="49" y="9"/>
                    <a:pt x="47" y="10"/>
                    <a:pt x="44" y="10"/>
                  </a:cubicBezTo>
                  <a:cubicBezTo>
                    <a:pt x="42" y="10"/>
                    <a:pt x="40" y="9"/>
                    <a:pt x="38" y="7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30"/>
                    <a:pt x="0" y="30"/>
                    <a:pt x="0" y="31"/>
                  </a:cubicBezTo>
                  <a:cubicBezTo>
                    <a:pt x="1" y="31"/>
                    <a:pt x="2" y="32"/>
                    <a:pt x="4" y="32"/>
                  </a:cubicBezTo>
                  <a:cubicBezTo>
                    <a:pt x="85" y="32"/>
                    <a:pt x="85" y="32"/>
                    <a:pt x="85" y="32"/>
                  </a:cubicBezTo>
                  <a:cubicBezTo>
                    <a:pt x="86" y="32"/>
                    <a:pt x="88" y="31"/>
                    <a:pt x="88" y="31"/>
                  </a:cubicBezTo>
                  <a:cubicBezTo>
                    <a:pt x="88" y="30"/>
                    <a:pt x="88" y="30"/>
                    <a:pt x="88" y="30"/>
                  </a:cubicBezTo>
                  <a:lnTo>
                    <a:pt x="58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4" name="ïṧlî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73ADDA8-8B1E-4E8B-9723-C08376B4ADF8}"/>
                </a:ext>
              </a:extLst>
            </p:cNvPr>
            <p:cNvSpPr/>
            <p:nvPr/>
          </p:nvSpPr>
          <p:spPr bwMode="auto">
            <a:xfrm>
              <a:off x="7952728" y="3029943"/>
              <a:ext cx="73292" cy="142920"/>
            </a:xfrm>
            <a:custGeom>
              <a:avLst/>
              <a:gdLst>
                <a:gd name="T0" fmla="*/ 2 w 29"/>
                <a:gd name="T1" fmla="*/ 0 h 56"/>
                <a:gd name="T2" fmla="*/ 1 w 29"/>
                <a:gd name="T3" fmla="*/ 0 h 56"/>
                <a:gd name="T4" fmla="*/ 0 w 29"/>
                <a:gd name="T5" fmla="*/ 3 h 56"/>
                <a:gd name="T6" fmla="*/ 0 w 29"/>
                <a:gd name="T7" fmla="*/ 56 h 56"/>
                <a:gd name="T8" fmla="*/ 29 w 29"/>
                <a:gd name="T9" fmla="*/ 27 h 56"/>
                <a:gd name="T10" fmla="*/ 2 w 29"/>
                <a:gd name="T1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56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9" y="27"/>
                    <a:pt x="29" y="27"/>
                    <a:pt x="29" y="27"/>
                  </a:cubicBezTo>
                  <a:lnTo>
                    <a:pt x="2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5" name="iṩļ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E70F1F0-0948-42B1-9053-4E6F9BFF45D6}"/>
                </a:ext>
              </a:extLst>
            </p:cNvPr>
            <p:cNvSpPr/>
            <p:nvPr/>
          </p:nvSpPr>
          <p:spPr bwMode="auto">
            <a:xfrm>
              <a:off x="8110306" y="3029943"/>
              <a:ext cx="73292" cy="142920"/>
            </a:xfrm>
            <a:custGeom>
              <a:avLst/>
              <a:gdLst>
                <a:gd name="T0" fmla="*/ 27 w 29"/>
                <a:gd name="T1" fmla="*/ 0 h 56"/>
                <a:gd name="T2" fmla="*/ 0 w 29"/>
                <a:gd name="T3" fmla="*/ 27 h 56"/>
                <a:gd name="T4" fmla="*/ 29 w 29"/>
                <a:gd name="T5" fmla="*/ 56 h 56"/>
                <a:gd name="T6" fmla="*/ 29 w 29"/>
                <a:gd name="T7" fmla="*/ 3 h 56"/>
                <a:gd name="T8" fmla="*/ 27 w 29"/>
                <a:gd name="T9" fmla="*/ 0 h 56"/>
                <a:gd name="T10" fmla="*/ 27 w 29"/>
                <a:gd name="T1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56">
                  <a:moveTo>
                    <a:pt x="27" y="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8" y="1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6" name="îṥḷ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C43CC04-84B2-402B-A5C1-1E5C6F20A2B1}"/>
                </a:ext>
              </a:extLst>
            </p:cNvPr>
            <p:cNvSpPr/>
            <p:nvPr/>
          </p:nvSpPr>
          <p:spPr bwMode="auto">
            <a:xfrm>
              <a:off x="7326083" y="2746547"/>
              <a:ext cx="47640" cy="23209"/>
            </a:xfrm>
            <a:custGeom>
              <a:avLst/>
              <a:gdLst>
                <a:gd name="T0" fmla="*/ 19 w 19"/>
                <a:gd name="T1" fmla="*/ 4 h 9"/>
                <a:gd name="T2" fmla="*/ 14 w 19"/>
                <a:gd name="T3" fmla="*/ 9 h 9"/>
                <a:gd name="T4" fmla="*/ 5 w 19"/>
                <a:gd name="T5" fmla="*/ 9 h 9"/>
                <a:gd name="T6" fmla="*/ 0 w 19"/>
                <a:gd name="T7" fmla="*/ 4 h 9"/>
                <a:gd name="T8" fmla="*/ 0 w 19"/>
                <a:gd name="T9" fmla="*/ 4 h 9"/>
                <a:gd name="T10" fmla="*/ 5 w 19"/>
                <a:gd name="T11" fmla="*/ 0 h 9"/>
                <a:gd name="T12" fmla="*/ 14 w 19"/>
                <a:gd name="T13" fmla="*/ 0 h 9"/>
                <a:gd name="T14" fmla="*/ 19 w 19"/>
                <a:gd name="T15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9">
                  <a:moveTo>
                    <a:pt x="19" y="4"/>
                  </a:moveTo>
                  <a:cubicBezTo>
                    <a:pt x="19" y="7"/>
                    <a:pt x="17" y="9"/>
                    <a:pt x="14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3" y="9"/>
                    <a:pt x="0" y="7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0"/>
                    <a:pt x="19" y="2"/>
                    <a:pt x="19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7" name="ïṧ1ï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BFD3A76-3209-4870-96AE-0C316B7C079F}"/>
                </a:ext>
              </a:extLst>
            </p:cNvPr>
            <p:cNvSpPr/>
            <p:nvPr/>
          </p:nvSpPr>
          <p:spPr bwMode="auto">
            <a:xfrm>
              <a:off x="7234468" y="2595077"/>
              <a:ext cx="230870" cy="240642"/>
            </a:xfrm>
            <a:custGeom>
              <a:avLst/>
              <a:gdLst>
                <a:gd name="T0" fmla="*/ 82 w 91"/>
                <a:gd name="T1" fmla="*/ 0 h 95"/>
                <a:gd name="T2" fmla="*/ 9 w 91"/>
                <a:gd name="T3" fmla="*/ 0 h 95"/>
                <a:gd name="T4" fmla="*/ 0 w 91"/>
                <a:gd name="T5" fmla="*/ 9 h 95"/>
                <a:gd name="T6" fmla="*/ 0 w 91"/>
                <a:gd name="T7" fmla="*/ 86 h 95"/>
                <a:gd name="T8" fmla="*/ 9 w 91"/>
                <a:gd name="T9" fmla="*/ 95 h 95"/>
                <a:gd name="T10" fmla="*/ 82 w 91"/>
                <a:gd name="T11" fmla="*/ 95 h 95"/>
                <a:gd name="T12" fmla="*/ 91 w 91"/>
                <a:gd name="T13" fmla="*/ 86 h 95"/>
                <a:gd name="T14" fmla="*/ 91 w 91"/>
                <a:gd name="T15" fmla="*/ 9 h 95"/>
                <a:gd name="T16" fmla="*/ 82 w 91"/>
                <a:gd name="T17" fmla="*/ 0 h 95"/>
                <a:gd name="T18" fmla="*/ 80 w 91"/>
                <a:gd name="T19" fmla="*/ 79 h 95"/>
                <a:gd name="T20" fmla="*/ 75 w 91"/>
                <a:gd name="T21" fmla="*/ 83 h 95"/>
                <a:gd name="T22" fmla="*/ 16 w 91"/>
                <a:gd name="T23" fmla="*/ 83 h 95"/>
                <a:gd name="T24" fmla="*/ 12 w 91"/>
                <a:gd name="T25" fmla="*/ 79 h 95"/>
                <a:gd name="T26" fmla="*/ 12 w 91"/>
                <a:gd name="T27" fmla="*/ 56 h 95"/>
                <a:gd name="T28" fmla="*/ 16 w 91"/>
                <a:gd name="T29" fmla="*/ 52 h 95"/>
                <a:gd name="T30" fmla="*/ 75 w 91"/>
                <a:gd name="T31" fmla="*/ 52 h 95"/>
                <a:gd name="T32" fmla="*/ 80 w 91"/>
                <a:gd name="T33" fmla="*/ 56 h 95"/>
                <a:gd name="T34" fmla="*/ 80 w 91"/>
                <a:gd name="T35" fmla="*/ 79 h 95"/>
                <a:gd name="T36" fmla="*/ 80 w 91"/>
                <a:gd name="T37" fmla="*/ 38 h 95"/>
                <a:gd name="T38" fmla="*/ 75 w 91"/>
                <a:gd name="T39" fmla="*/ 43 h 95"/>
                <a:gd name="T40" fmla="*/ 16 w 91"/>
                <a:gd name="T41" fmla="*/ 43 h 95"/>
                <a:gd name="T42" fmla="*/ 12 w 91"/>
                <a:gd name="T43" fmla="*/ 38 h 95"/>
                <a:gd name="T44" fmla="*/ 12 w 91"/>
                <a:gd name="T45" fmla="*/ 15 h 95"/>
                <a:gd name="T46" fmla="*/ 16 w 91"/>
                <a:gd name="T47" fmla="*/ 11 h 95"/>
                <a:gd name="T48" fmla="*/ 75 w 91"/>
                <a:gd name="T49" fmla="*/ 11 h 95"/>
                <a:gd name="T50" fmla="*/ 80 w 91"/>
                <a:gd name="T51" fmla="*/ 15 h 95"/>
                <a:gd name="T52" fmla="*/ 80 w 91"/>
                <a:gd name="T53" fmla="*/ 3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1" h="95">
                  <a:moveTo>
                    <a:pt x="82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91"/>
                    <a:pt x="4" y="95"/>
                    <a:pt x="9" y="95"/>
                  </a:cubicBezTo>
                  <a:cubicBezTo>
                    <a:pt x="82" y="95"/>
                    <a:pt x="82" y="95"/>
                    <a:pt x="82" y="95"/>
                  </a:cubicBezTo>
                  <a:cubicBezTo>
                    <a:pt x="87" y="95"/>
                    <a:pt x="91" y="91"/>
                    <a:pt x="91" y="86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91" y="4"/>
                    <a:pt x="87" y="0"/>
                    <a:pt x="82" y="0"/>
                  </a:cubicBezTo>
                  <a:close/>
                  <a:moveTo>
                    <a:pt x="80" y="79"/>
                  </a:moveTo>
                  <a:cubicBezTo>
                    <a:pt x="80" y="81"/>
                    <a:pt x="77" y="83"/>
                    <a:pt x="75" y="83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4" y="83"/>
                    <a:pt x="12" y="81"/>
                    <a:pt x="12" y="79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4"/>
                    <a:pt x="14" y="52"/>
                    <a:pt x="16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7" y="52"/>
                    <a:pt x="80" y="54"/>
                    <a:pt x="80" y="56"/>
                  </a:cubicBezTo>
                  <a:lnTo>
                    <a:pt x="80" y="79"/>
                  </a:lnTo>
                  <a:close/>
                  <a:moveTo>
                    <a:pt x="80" y="38"/>
                  </a:moveTo>
                  <a:cubicBezTo>
                    <a:pt x="80" y="41"/>
                    <a:pt x="77" y="43"/>
                    <a:pt x="7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4" y="43"/>
                    <a:pt x="12" y="41"/>
                    <a:pt x="12" y="38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3"/>
                    <a:pt x="14" y="11"/>
                    <a:pt x="16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7" y="11"/>
                    <a:pt x="80" y="13"/>
                    <a:pt x="80" y="15"/>
                  </a:cubicBezTo>
                  <a:lnTo>
                    <a:pt x="80" y="3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8" name="iṩ1í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DA27410-0B44-431E-BFD9-ACAD18871D89}"/>
                </a:ext>
              </a:extLst>
            </p:cNvPr>
            <p:cNvSpPr/>
            <p:nvPr/>
          </p:nvSpPr>
          <p:spPr bwMode="auto">
            <a:xfrm>
              <a:off x="7326083" y="2642717"/>
              <a:ext cx="47640" cy="23209"/>
            </a:xfrm>
            <a:custGeom>
              <a:avLst/>
              <a:gdLst>
                <a:gd name="T0" fmla="*/ 19 w 19"/>
                <a:gd name="T1" fmla="*/ 4 h 9"/>
                <a:gd name="T2" fmla="*/ 14 w 19"/>
                <a:gd name="T3" fmla="*/ 9 h 9"/>
                <a:gd name="T4" fmla="*/ 5 w 19"/>
                <a:gd name="T5" fmla="*/ 9 h 9"/>
                <a:gd name="T6" fmla="*/ 0 w 19"/>
                <a:gd name="T7" fmla="*/ 4 h 9"/>
                <a:gd name="T8" fmla="*/ 0 w 19"/>
                <a:gd name="T9" fmla="*/ 4 h 9"/>
                <a:gd name="T10" fmla="*/ 5 w 19"/>
                <a:gd name="T11" fmla="*/ 0 h 9"/>
                <a:gd name="T12" fmla="*/ 14 w 19"/>
                <a:gd name="T13" fmla="*/ 0 h 9"/>
                <a:gd name="T14" fmla="*/ 19 w 19"/>
                <a:gd name="T15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9">
                  <a:moveTo>
                    <a:pt x="19" y="4"/>
                  </a:moveTo>
                  <a:cubicBezTo>
                    <a:pt x="19" y="7"/>
                    <a:pt x="17" y="9"/>
                    <a:pt x="14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3" y="9"/>
                    <a:pt x="0" y="7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0"/>
                    <a:pt x="19" y="2"/>
                    <a:pt x="19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9" name="îś1î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3B88E2B-B73D-4B74-ACEA-B9F8EF0000E7}"/>
                </a:ext>
              </a:extLst>
            </p:cNvPr>
            <p:cNvSpPr/>
            <p:nvPr/>
          </p:nvSpPr>
          <p:spPr bwMode="auto">
            <a:xfrm>
              <a:off x="8525627" y="3635822"/>
              <a:ext cx="46418" cy="86729"/>
            </a:xfrm>
            <a:custGeom>
              <a:avLst/>
              <a:gdLst>
                <a:gd name="T0" fmla="*/ 14 w 18"/>
                <a:gd name="T1" fmla="*/ 0 h 34"/>
                <a:gd name="T2" fmla="*/ 5 w 18"/>
                <a:gd name="T3" fmla="*/ 0 h 34"/>
                <a:gd name="T4" fmla="*/ 0 w 18"/>
                <a:gd name="T5" fmla="*/ 4 h 34"/>
                <a:gd name="T6" fmla="*/ 0 w 18"/>
                <a:gd name="T7" fmla="*/ 27 h 34"/>
                <a:gd name="T8" fmla="*/ 0 w 18"/>
                <a:gd name="T9" fmla="*/ 34 h 34"/>
                <a:gd name="T10" fmla="*/ 18 w 18"/>
                <a:gd name="T11" fmla="*/ 34 h 34"/>
                <a:gd name="T12" fmla="*/ 18 w 18"/>
                <a:gd name="T13" fmla="*/ 27 h 34"/>
                <a:gd name="T14" fmla="*/ 18 w 18"/>
                <a:gd name="T15" fmla="*/ 4 h 34"/>
                <a:gd name="T16" fmla="*/ 14 w 18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34">
                  <a:moveTo>
                    <a:pt x="14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2"/>
                    <a:pt x="16" y="0"/>
                    <a:pt x="1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0" name="iṧ1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4F7BD01-F755-4B65-B58C-E0A62804FB85}"/>
                </a:ext>
              </a:extLst>
            </p:cNvPr>
            <p:cNvSpPr/>
            <p:nvPr/>
          </p:nvSpPr>
          <p:spPr bwMode="auto">
            <a:xfrm>
              <a:off x="8457222" y="3539322"/>
              <a:ext cx="185673" cy="183230"/>
            </a:xfrm>
            <a:custGeom>
              <a:avLst/>
              <a:gdLst>
                <a:gd name="T0" fmla="*/ 71 w 73"/>
                <a:gd name="T1" fmla="*/ 34 h 72"/>
                <a:gd name="T2" fmla="*/ 45 w 73"/>
                <a:gd name="T3" fmla="*/ 8 h 72"/>
                <a:gd name="T4" fmla="*/ 38 w 73"/>
                <a:gd name="T5" fmla="*/ 0 h 72"/>
                <a:gd name="T6" fmla="*/ 36 w 73"/>
                <a:gd name="T7" fmla="*/ 0 h 72"/>
                <a:gd name="T8" fmla="*/ 35 w 73"/>
                <a:gd name="T9" fmla="*/ 0 h 72"/>
                <a:gd name="T10" fmla="*/ 28 w 73"/>
                <a:gd name="T11" fmla="*/ 8 h 72"/>
                <a:gd name="T12" fmla="*/ 2 w 73"/>
                <a:gd name="T13" fmla="*/ 34 h 72"/>
                <a:gd name="T14" fmla="*/ 0 w 73"/>
                <a:gd name="T15" fmla="*/ 35 h 72"/>
                <a:gd name="T16" fmla="*/ 0 w 73"/>
                <a:gd name="T17" fmla="*/ 67 h 72"/>
                <a:gd name="T18" fmla="*/ 5 w 73"/>
                <a:gd name="T19" fmla="*/ 72 h 72"/>
                <a:gd name="T20" fmla="*/ 23 w 73"/>
                <a:gd name="T21" fmla="*/ 72 h 72"/>
                <a:gd name="T22" fmla="*/ 23 w 73"/>
                <a:gd name="T23" fmla="*/ 65 h 72"/>
                <a:gd name="T24" fmla="*/ 23 w 73"/>
                <a:gd name="T25" fmla="*/ 42 h 72"/>
                <a:gd name="T26" fmla="*/ 32 w 73"/>
                <a:gd name="T27" fmla="*/ 33 h 72"/>
                <a:gd name="T28" fmla="*/ 41 w 73"/>
                <a:gd name="T29" fmla="*/ 33 h 72"/>
                <a:gd name="T30" fmla="*/ 50 w 73"/>
                <a:gd name="T31" fmla="*/ 42 h 72"/>
                <a:gd name="T32" fmla="*/ 50 w 73"/>
                <a:gd name="T33" fmla="*/ 65 h 72"/>
                <a:gd name="T34" fmla="*/ 50 w 73"/>
                <a:gd name="T35" fmla="*/ 72 h 72"/>
                <a:gd name="T36" fmla="*/ 68 w 73"/>
                <a:gd name="T37" fmla="*/ 72 h 72"/>
                <a:gd name="T38" fmla="*/ 73 w 73"/>
                <a:gd name="T39" fmla="*/ 67 h 72"/>
                <a:gd name="T40" fmla="*/ 73 w 73"/>
                <a:gd name="T41" fmla="*/ 35 h 72"/>
                <a:gd name="T42" fmla="*/ 71 w 73"/>
                <a:gd name="T43" fmla="*/ 3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3" h="72">
                  <a:moveTo>
                    <a:pt x="71" y="34"/>
                  </a:moveTo>
                  <a:cubicBezTo>
                    <a:pt x="45" y="8"/>
                    <a:pt x="45" y="8"/>
                    <a:pt x="45" y="8"/>
                  </a:cubicBezTo>
                  <a:cubicBezTo>
                    <a:pt x="42" y="4"/>
                    <a:pt x="38" y="1"/>
                    <a:pt x="38" y="0"/>
                  </a:cubicBezTo>
                  <a:cubicBezTo>
                    <a:pt x="37" y="0"/>
                    <a:pt x="37" y="0"/>
                    <a:pt x="36" y="0"/>
                  </a:cubicBezTo>
                  <a:cubicBezTo>
                    <a:pt x="36" y="0"/>
                    <a:pt x="36" y="0"/>
                    <a:pt x="35" y="0"/>
                  </a:cubicBezTo>
                  <a:cubicBezTo>
                    <a:pt x="35" y="1"/>
                    <a:pt x="31" y="4"/>
                    <a:pt x="28" y="8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4"/>
                    <a:pt x="1" y="35"/>
                    <a:pt x="0" y="3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0"/>
                    <a:pt x="2" y="72"/>
                    <a:pt x="5" y="72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3" y="70"/>
                    <a:pt x="23" y="67"/>
                    <a:pt x="23" y="65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37"/>
                    <a:pt x="27" y="33"/>
                    <a:pt x="32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6" y="33"/>
                    <a:pt x="50" y="37"/>
                    <a:pt x="50" y="42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7"/>
                    <a:pt x="50" y="70"/>
                    <a:pt x="50" y="72"/>
                  </a:cubicBezTo>
                  <a:cubicBezTo>
                    <a:pt x="68" y="72"/>
                    <a:pt x="68" y="72"/>
                    <a:pt x="68" y="72"/>
                  </a:cubicBezTo>
                  <a:cubicBezTo>
                    <a:pt x="71" y="72"/>
                    <a:pt x="73" y="70"/>
                    <a:pt x="73" y="67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72" y="35"/>
                    <a:pt x="71" y="34"/>
                    <a:pt x="71" y="3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1" name="îsḻí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10A5176-E050-4372-8E11-5962ED7330DF}"/>
                </a:ext>
              </a:extLst>
            </p:cNvPr>
            <p:cNvSpPr/>
            <p:nvPr/>
          </p:nvSpPr>
          <p:spPr bwMode="auto">
            <a:xfrm>
              <a:off x="8431569" y="3489239"/>
              <a:ext cx="236977" cy="131925"/>
            </a:xfrm>
            <a:custGeom>
              <a:avLst/>
              <a:gdLst>
                <a:gd name="T0" fmla="*/ 91 w 93"/>
                <a:gd name="T1" fmla="*/ 43 h 52"/>
                <a:gd name="T2" fmla="*/ 50 w 93"/>
                <a:gd name="T3" fmla="*/ 2 h 52"/>
                <a:gd name="T4" fmla="*/ 46 w 93"/>
                <a:gd name="T5" fmla="*/ 0 h 52"/>
                <a:gd name="T6" fmla="*/ 43 w 93"/>
                <a:gd name="T7" fmla="*/ 2 h 52"/>
                <a:gd name="T8" fmla="*/ 26 w 93"/>
                <a:gd name="T9" fmla="*/ 19 h 52"/>
                <a:gd name="T10" fmla="*/ 26 w 93"/>
                <a:gd name="T11" fmla="*/ 6 h 52"/>
                <a:gd name="T12" fmla="*/ 22 w 93"/>
                <a:gd name="T13" fmla="*/ 1 h 52"/>
                <a:gd name="T14" fmla="*/ 17 w 93"/>
                <a:gd name="T15" fmla="*/ 1 h 52"/>
                <a:gd name="T16" fmla="*/ 12 w 93"/>
                <a:gd name="T17" fmla="*/ 6 h 52"/>
                <a:gd name="T18" fmla="*/ 12 w 93"/>
                <a:gd name="T19" fmla="*/ 32 h 52"/>
                <a:gd name="T20" fmla="*/ 2 w 93"/>
                <a:gd name="T21" fmla="*/ 43 h 52"/>
                <a:gd name="T22" fmla="*/ 2 w 93"/>
                <a:gd name="T23" fmla="*/ 50 h 52"/>
                <a:gd name="T24" fmla="*/ 2 w 93"/>
                <a:gd name="T25" fmla="*/ 50 h 52"/>
                <a:gd name="T26" fmla="*/ 6 w 93"/>
                <a:gd name="T27" fmla="*/ 52 h 52"/>
                <a:gd name="T28" fmla="*/ 9 w 93"/>
                <a:gd name="T29" fmla="*/ 50 h 52"/>
                <a:gd name="T30" fmla="*/ 35 w 93"/>
                <a:gd name="T31" fmla="*/ 25 h 52"/>
                <a:gd name="T32" fmla="*/ 42 w 93"/>
                <a:gd name="T33" fmla="*/ 17 h 52"/>
                <a:gd name="T34" fmla="*/ 46 w 93"/>
                <a:gd name="T35" fmla="*/ 15 h 52"/>
                <a:gd name="T36" fmla="*/ 51 w 93"/>
                <a:gd name="T37" fmla="*/ 17 h 52"/>
                <a:gd name="T38" fmla="*/ 58 w 93"/>
                <a:gd name="T39" fmla="*/ 25 h 52"/>
                <a:gd name="T40" fmla="*/ 84 w 93"/>
                <a:gd name="T41" fmla="*/ 50 h 52"/>
                <a:gd name="T42" fmla="*/ 87 w 93"/>
                <a:gd name="T43" fmla="*/ 52 h 52"/>
                <a:gd name="T44" fmla="*/ 90 w 93"/>
                <a:gd name="T45" fmla="*/ 50 h 52"/>
                <a:gd name="T46" fmla="*/ 91 w 93"/>
                <a:gd name="T47" fmla="*/ 50 h 52"/>
                <a:gd name="T48" fmla="*/ 91 w 93"/>
                <a:gd name="T49" fmla="*/ 4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3" h="52">
                  <a:moveTo>
                    <a:pt x="91" y="43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49" y="1"/>
                    <a:pt x="48" y="0"/>
                    <a:pt x="46" y="0"/>
                  </a:cubicBezTo>
                  <a:cubicBezTo>
                    <a:pt x="45" y="0"/>
                    <a:pt x="44" y="1"/>
                    <a:pt x="43" y="2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3"/>
                    <a:pt x="24" y="1"/>
                    <a:pt x="22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1"/>
                    <a:pt x="12" y="3"/>
                    <a:pt x="12" y="6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0" y="45"/>
                    <a:pt x="0" y="48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4" y="52"/>
                    <a:pt x="6" y="52"/>
                  </a:cubicBezTo>
                  <a:cubicBezTo>
                    <a:pt x="7" y="52"/>
                    <a:pt x="8" y="51"/>
                    <a:pt x="9" y="50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3" y="16"/>
                    <a:pt x="45" y="15"/>
                    <a:pt x="46" y="15"/>
                  </a:cubicBezTo>
                  <a:cubicBezTo>
                    <a:pt x="48" y="15"/>
                    <a:pt x="50" y="16"/>
                    <a:pt x="51" y="17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5" y="51"/>
                    <a:pt x="86" y="52"/>
                    <a:pt x="87" y="52"/>
                  </a:cubicBezTo>
                  <a:cubicBezTo>
                    <a:pt x="88" y="52"/>
                    <a:pt x="90" y="51"/>
                    <a:pt x="90" y="50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3" y="48"/>
                    <a:pt x="93" y="45"/>
                    <a:pt x="91" y="4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2" name="iśl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98D675F-A562-4A0E-A794-CC07257AFED7}"/>
                </a:ext>
              </a:extLst>
            </p:cNvPr>
            <p:cNvSpPr/>
            <p:nvPr/>
          </p:nvSpPr>
          <p:spPr bwMode="auto">
            <a:xfrm>
              <a:off x="8322853" y="4024270"/>
              <a:ext cx="317598" cy="316377"/>
            </a:xfrm>
            <a:custGeom>
              <a:avLst/>
              <a:gdLst>
                <a:gd name="T0" fmla="*/ 62 w 125"/>
                <a:gd name="T1" fmla="*/ 11 h 125"/>
                <a:gd name="T2" fmla="*/ 114 w 125"/>
                <a:gd name="T3" fmla="*/ 63 h 125"/>
                <a:gd name="T4" fmla="*/ 62 w 125"/>
                <a:gd name="T5" fmla="*/ 114 h 125"/>
                <a:gd name="T6" fmla="*/ 11 w 125"/>
                <a:gd name="T7" fmla="*/ 63 h 125"/>
                <a:gd name="T8" fmla="*/ 62 w 125"/>
                <a:gd name="T9" fmla="*/ 11 h 125"/>
                <a:gd name="T10" fmla="*/ 62 w 125"/>
                <a:gd name="T11" fmla="*/ 0 h 125"/>
                <a:gd name="T12" fmla="*/ 0 w 125"/>
                <a:gd name="T13" fmla="*/ 63 h 125"/>
                <a:gd name="T14" fmla="*/ 62 w 125"/>
                <a:gd name="T15" fmla="*/ 125 h 125"/>
                <a:gd name="T16" fmla="*/ 125 w 125"/>
                <a:gd name="T17" fmla="*/ 63 h 125"/>
                <a:gd name="T18" fmla="*/ 62 w 125"/>
                <a:gd name="T1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125">
                  <a:moveTo>
                    <a:pt x="62" y="11"/>
                  </a:moveTo>
                  <a:cubicBezTo>
                    <a:pt x="91" y="11"/>
                    <a:pt x="114" y="34"/>
                    <a:pt x="114" y="63"/>
                  </a:cubicBezTo>
                  <a:cubicBezTo>
                    <a:pt x="114" y="91"/>
                    <a:pt x="91" y="114"/>
                    <a:pt x="62" y="114"/>
                  </a:cubicBezTo>
                  <a:cubicBezTo>
                    <a:pt x="34" y="114"/>
                    <a:pt x="11" y="91"/>
                    <a:pt x="11" y="63"/>
                  </a:cubicBezTo>
                  <a:cubicBezTo>
                    <a:pt x="11" y="34"/>
                    <a:pt x="34" y="11"/>
                    <a:pt x="62" y="11"/>
                  </a:cubicBezTo>
                  <a:moveTo>
                    <a:pt x="62" y="0"/>
                  </a:moveTo>
                  <a:cubicBezTo>
                    <a:pt x="28" y="0"/>
                    <a:pt x="0" y="28"/>
                    <a:pt x="0" y="63"/>
                  </a:cubicBezTo>
                  <a:cubicBezTo>
                    <a:pt x="0" y="97"/>
                    <a:pt x="28" y="125"/>
                    <a:pt x="62" y="125"/>
                  </a:cubicBezTo>
                  <a:cubicBezTo>
                    <a:pt x="97" y="125"/>
                    <a:pt x="125" y="97"/>
                    <a:pt x="125" y="63"/>
                  </a:cubicBezTo>
                  <a:cubicBezTo>
                    <a:pt x="125" y="28"/>
                    <a:pt x="97" y="0"/>
                    <a:pt x="62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3" name="ïşḻî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2FEAA21-4FCE-4E39-A55A-C40173E7F261}"/>
                </a:ext>
              </a:extLst>
            </p:cNvPr>
            <p:cNvSpPr/>
            <p:nvPr/>
          </p:nvSpPr>
          <p:spPr bwMode="auto">
            <a:xfrm>
              <a:off x="8468215" y="4090232"/>
              <a:ext cx="26874" cy="128261"/>
            </a:xfrm>
            <a:custGeom>
              <a:avLst/>
              <a:gdLst>
                <a:gd name="T0" fmla="*/ 10 w 11"/>
                <a:gd name="T1" fmla="*/ 39 h 51"/>
                <a:gd name="T2" fmla="*/ 5 w 11"/>
                <a:gd name="T3" fmla="*/ 51 h 51"/>
                <a:gd name="T4" fmla="*/ 0 w 11"/>
                <a:gd name="T5" fmla="*/ 39 h 51"/>
                <a:gd name="T6" fmla="*/ 2 w 11"/>
                <a:gd name="T7" fmla="*/ 11 h 51"/>
                <a:gd name="T8" fmla="*/ 5 w 11"/>
                <a:gd name="T9" fmla="*/ 0 h 51"/>
                <a:gd name="T10" fmla="*/ 9 w 11"/>
                <a:gd name="T11" fmla="*/ 11 h 51"/>
                <a:gd name="T12" fmla="*/ 10 w 11"/>
                <a:gd name="T13" fmla="*/ 3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51">
                  <a:moveTo>
                    <a:pt x="10" y="39"/>
                  </a:moveTo>
                  <a:cubicBezTo>
                    <a:pt x="11" y="46"/>
                    <a:pt x="9" y="51"/>
                    <a:pt x="5" y="51"/>
                  </a:cubicBezTo>
                  <a:cubicBezTo>
                    <a:pt x="2" y="51"/>
                    <a:pt x="0" y="46"/>
                    <a:pt x="0" y="3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5"/>
                    <a:pt x="4" y="0"/>
                    <a:pt x="5" y="0"/>
                  </a:cubicBezTo>
                  <a:cubicBezTo>
                    <a:pt x="7" y="0"/>
                    <a:pt x="9" y="5"/>
                    <a:pt x="9" y="11"/>
                  </a:cubicBezTo>
                  <a:lnTo>
                    <a:pt x="10" y="3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4" name="iŝḻi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5E8976A-B5DF-4E63-94E3-D2CAF5260BD2}"/>
                </a:ext>
              </a:extLst>
            </p:cNvPr>
            <p:cNvSpPr/>
            <p:nvPr/>
          </p:nvSpPr>
          <p:spPr bwMode="auto">
            <a:xfrm>
              <a:off x="8452335" y="4168410"/>
              <a:ext cx="101388" cy="28096"/>
            </a:xfrm>
            <a:custGeom>
              <a:avLst/>
              <a:gdLst>
                <a:gd name="T0" fmla="*/ 40 w 40"/>
                <a:gd name="T1" fmla="*/ 6 h 11"/>
                <a:gd name="T2" fmla="*/ 28 w 40"/>
                <a:gd name="T3" fmla="*/ 9 h 11"/>
                <a:gd name="T4" fmla="*/ 11 w 40"/>
                <a:gd name="T5" fmla="*/ 10 h 11"/>
                <a:gd name="T6" fmla="*/ 0 w 40"/>
                <a:gd name="T7" fmla="*/ 6 h 11"/>
                <a:gd name="T8" fmla="*/ 11 w 40"/>
                <a:gd name="T9" fmla="*/ 1 h 11"/>
                <a:gd name="T10" fmla="*/ 28 w 40"/>
                <a:gd name="T11" fmla="*/ 2 h 11"/>
                <a:gd name="T12" fmla="*/ 40 w 40"/>
                <a:gd name="T13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1">
                  <a:moveTo>
                    <a:pt x="40" y="6"/>
                  </a:moveTo>
                  <a:cubicBezTo>
                    <a:pt x="40" y="7"/>
                    <a:pt x="35" y="9"/>
                    <a:pt x="28" y="9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5" y="11"/>
                    <a:pt x="0" y="9"/>
                    <a:pt x="0" y="6"/>
                  </a:cubicBezTo>
                  <a:cubicBezTo>
                    <a:pt x="0" y="2"/>
                    <a:pt x="5" y="0"/>
                    <a:pt x="11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5" y="2"/>
                    <a:pt x="40" y="4"/>
                    <a:pt x="40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5" name="íṧļí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25DF5C7-0F62-4480-9045-059185BAB97D}"/>
                </a:ext>
              </a:extLst>
            </p:cNvPr>
            <p:cNvSpPr/>
            <p:nvPr/>
          </p:nvSpPr>
          <p:spPr bwMode="auto">
            <a:xfrm>
              <a:off x="8398588" y="4158638"/>
              <a:ext cx="107495" cy="106274"/>
            </a:xfrm>
            <a:custGeom>
              <a:avLst/>
              <a:gdLst>
                <a:gd name="T0" fmla="*/ 1 w 42"/>
                <a:gd name="T1" fmla="*/ 42 h 42"/>
                <a:gd name="T2" fmla="*/ 1 w 42"/>
                <a:gd name="T3" fmla="*/ 41 h 42"/>
                <a:gd name="T4" fmla="*/ 1 w 42"/>
                <a:gd name="T5" fmla="*/ 40 h 42"/>
                <a:gd name="T6" fmla="*/ 40 w 42"/>
                <a:gd name="T7" fmla="*/ 1 h 42"/>
                <a:gd name="T8" fmla="*/ 41 w 42"/>
                <a:gd name="T9" fmla="*/ 1 h 42"/>
                <a:gd name="T10" fmla="*/ 41 w 42"/>
                <a:gd name="T11" fmla="*/ 2 h 42"/>
                <a:gd name="T12" fmla="*/ 2 w 42"/>
                <a:gd name="T13" fmla="*/ 41 h 42"/>
                <a:gd name="T14" fmla="*/ 1 w 42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42">
                  <a:moveTo>
                    <a:pt x="1" y="42"/>
                  </a:moveTo>
                  <a:cubicBezTo>
                    <a:pt x="1" y="42"/>
                    <a:pt x="1" y="42"/>
                    <a:pt x="1" y="41"/>
                  </a:cubicBezTo>
                  <a:cubicBezTo>
                    <a:pt x="0" y="41"/>
                    <a:pt x="0" y="41"/>
                    <a:pt x="1" y="4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2" y="1"/>
                    <a:pt x="42" y="1"/>
                    <a:pt x="41" y="2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2"/>
                    <a:pt x="1" y="42"/>
                    <a:pt x="1" y="4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6" name="ïsḻí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17AE2FA-E8BD-4064-AC3F-B2DAA956F226}"/>
                </a:ext>
              </a:extLst>
            </p:cNvPr>
            <p:cNvSpPr/>
            <p:nvPr/>
          </p:nvSpPr>
          <p:spPr bwMode="auto">
            <a:xfrm>
              <a:off x="8343619" y="4175740"/>
              <a:ext cx="37868" cy="13437"/>
            </a:xfrm>
            <a:custGeom>
              <a:avLst/>
              <a:gdLst>
                <a:gd name="T0" fmla="*/ 0 w 31"/>
                <a:gd name="T1" fmla="*/ 11 h 11"/>
                <a:gd name="T2" fmla="*/ 31 w 31"/>
                <a:gd name="T3" fmla="*/ 6 h 11"/>
                <a:gd name="T4" fmla="*/ 0 w 31"/>
                <a:gd name="T5" fmla="*/ 0 h 11"/>
                <a:gd name="T6" fmla="*/ 0 w 31"/>
                <a:gd name="T7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11">
                  <a:moveTo>
                    <a:pt x="0" y="11"/>
                  </a:moveTo>
                  <a:lnTo>
                    <a:pt x="31" y="6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7" name="îŝl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F6D7DC2-39EC-4EBD-BE40-77510B8527C7}"/>
                </a:ext>
              </a:extLst>
            </p:cNvPr>
            <p:cNvSpPr/>
            <p:nvPr/>
          </p:nvSpPr>
          <p:spPr bwMode="auto">
            <a:xfrm>
              <a:off x="8581818" y="4175740"/>
              <a:ext cx="35425" cy="13437"/>
            </a:xfrm>
            <a:custGeom>
              <a:avLst/>
              <a:gdLst>
                <a:gd name="T0" fmla="*/ 29 w 29"/>
                <a:gd name="T1" fmla="*/ 11 h 11"/>
                <a:gd name="T2" fmla="*/ 0 w 29"/>
                <a:gd name="T3" fmla="*/ 6 h 11"/>
                <a:gd name="T4" fmla="*/ 29 w 29"/>
                <a:gd name="T5" fmla="*/ 0 h 11"/>
                <a:gd name="T6" fmla="*/ 29 w 29"/>
                <a:gd name="T7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11">
                  <a:moveTo>
                    <a:pt x="29" y="11"/>
                  </a:moveTo>
                  <a:lnTo>
                    <a:pt x="0" y="6"/>
                  </a:lnTo>
                  <a:lnTo>
                    <a:pt x="29" y="0"/>
                  </a:lnTo>
                  <a:lnTo>
                    <a:pt x="29" y="1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8" name="iṩḷî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9355710-C2A3-44E0-8108-505208DC5C30}"/>
                </a:ext>
              </a:extLst>
            </p:cNvPr>
            <p:cNvSpPr/>
            <p:nvPr/>
          </p:nvSpPr>
          <p:spPr bwMode="auto">
            <a:xfrm>
              <a:off x="8475544" y="4046257"/>
              <a:ext cx="12215" cy="35425"/>
            </a:xfrm>
            <a:custGeom>
              <a:avLst/>
              <a:gdLst>
                <a:gd name="T0" fmla="*/ 0 w 10"/>
                <a:gd name="T1" fmla="*/ 0 h 29"/>
                <a:gd name="T2" fmla="*/ 4 w 10"/>
                <a:gd name="T3" fmla="*/ 29 h 29"/>
                <a:gd name="T4" fmla="*/ 10 w 10"/>
                <a:gd name="T5" fmla="*/ 0 h 29"/>
                <a:gd name="T6" fmla="*/ 0 w 10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9">
                  <a:moveTo>
                    <a:pt x="0" y="0"/>
                  </a:moveTo>
                  <a:lnTo>
                    <a:pt x="4" y="29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9" name="íṥlî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EDF1C79-B93B-4125-9F7A-2BDB274F1ABE}"/>
                </a:ext>
              </a:extLst>
            </p:cNvPr>
            <p:cNvSpPr/>
            <p:nvPr/>
          </p:nvSpPr>
          <p:spPr bwMode="auto">
            <a:xfrm>
              <a:off x="8475544" y="4282013"/>
              <a:ext cx="12215" cy="37868"/>
            </a:xfrm>
            <a:custGeom>
              <a:avLst/>
              <a:gdLst>
                <a:gd name="T0" fmla="*/ 0 w 10"/>
                <a:gd name="T1" fmla="*/ 31 h 31"/>
                <a:gd name="T2" fmla="*/ 4 w 10"/>
                <a:gd name="T3" fmla="*/ 0 h 31"/>
                <a:gd name="T4" fmla="*/ 10 w 10"/>
                <a:gd name="T5" fmla="*/ 31 h 31"/>
                <a:gd name="T6" fmla="*/ 0 w 10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31">
                  <a:moveTo>
                    <a:pt x="0" y="31"/>
                  </a:moveTo>
                  <a:lnTo>
                    <a:pt x="4" y="0"/>
                  </a:lnTo>
                  <a:lnTo>
                    <a:pt x="10" y="31"/>
                  </a:lnTo>
                  <a:lnTo>
                    <a:pt x="0" y="3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0" name="ïṣḻ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25AA8C1-B513-4EA3-B388-7DE1F465EC00}"/>
                </a:ext>
              </a:extLst>
            </p:cNvPr>
            <p:cNvSpPr/>
            <p:nvPr/>
          </p:nvSpPr>
          <p:spPr bwMode="auto">
            <a:xfrm>
              <a:off x="8528070" y="4081682"/>
              <a:ext cx="15880" cy="15880"/>
            </a:xfrm>
            <a:custGeom>
              <a:avLst/>
              <a:gdLst>
                <a:gd name="T0" fmla="*/ 5 w 6"/>
                <a:gd name="T1" fmla="*/ 4 h 6"/>
                <a:gd name="T2" fmla="*/ 1 w 6"/>
                <a:gd name="T3" fmla="*/ 5 h 6"/>
                <a:gd name="T4" fmla="*/ 0 w 6"/>
                <a:gd name="T5" fmla="*/ 2 h 6"/>
                <a:gd name="T6" fmla="*/ 4 w 6"/>
                <a:gd name="T7" fmla="*/ 1 h 6"/>
                <a:gd name="T8" fmla="*/ 5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4" y="5"/>
                    <a:pt x="3" y="6"/>
                    <a:pt x="1" y="5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1"/>
                    <a:pt x="6" y="3"/>
                    <a:pt x="5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1" name="ïṧ1î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417746F-D61D-4CC0-B291-706469938A12}"/>
                </a:ext>
              </a:extLst>
            </p:cNvPr>
            <p:cNvSpPr/>
            <p:nvPr/>
          </p:nvSpPr>
          <p:spPr bwMode="auto">
            <a:xfrm>
              <a:off x="8419354" y="4267355"/>
              <a:ext cx="15880" cy="14658"/>
            </a:xfrm>
            <a:custGeom>
              <a:avLst/>
              <a:gdLst>
                <a:gd name="T0" fmla="*/ 5 w 6"/>
                <a:gd name="T1" fmla="*/ 5 h 6"/>
                <a:gd name="T2" fmla="*/ 2 w 6"/>
                <a:gd name="T3" fmla="*/ 6 h 6"/>
                <a:gd name="T4" fmla="*/ 1 w 6"/>
                <a:gd name="T5" fmla="*/ 2 h 6"/>
                <a:gd name="T6" fmla="*/ 5 w 6"/>
                <a:gd name="T7" fmla="*/ 1 h 6"/>
                <a:gd name="T8" fmla="*/ 5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5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2" name="íŝļi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F401CF1-069A-49E1-BDF0-DFBFD74B7950}"/>
                </a:ext>
              </a:extLst>
            </p:cNvPr>
            <p:cNvSpPr/>
            <p:nvPr/>
          </p:nvSpPr>
          <p:spPr bwMode="auto">
            <a:xfrm>
              <a:off x="8567159" y="4120771"/>
              <a:ext cx="14658" cy="14658"/>
            </a:xfrm>
            <a:custGeom>
              <a:avLst/>
              <a:gdLst>
                <a:gd name="T0" fmla="*/ 4 w 6"/>
                <a:gd name="T1" fmla="*/ 6 h 6"/>
                <a:gd name="T2" fmla="*/ 1 w 6"/>
                <a:gd name="T3" fmla="*/ 5 h 6"/>
                <a:gd name="T4" fmla="*/ 2 w 6"/>
                <a:gd name="T5" fmla="*/ 1 h 6"/>
                <a:gd name="T6" fmla="*/ 5 w 6"/>
                <a:gd name="T7" fmla="*/ 2 h 6"/>
                <a:gd name="T8" fmla="*/ 4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3" y="6"/>
                    <a:pt x="2" y="6"/>
                    <a:pt x="1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6" y="3"/>
                    <a:pt x="6" y="5"/>
                    <a:pt x="4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3" name="iṩľ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7ACFEE6-1556-4F16-852C-D04BB387EB0A}"/>
                </a:ext>
              </a:extLst>
            </p:cNvPr>
            <p:cNvSpPr/>
            <p:nvPr/>
          </p:nvSpPr>
          <p:spPr bwMode="auto">
            <a:xfrm>
              <a:off x="8381487" y="4229487"/>
              <a:ext cx="14658" cy="14658"/>
            </a:xfrm>
            <a:custGeom>
              <a:avLst/>
              <a:gdLst>
                <a:gd name="T0" fmla="*/ 4 w 6"/>
                <a:gd name="T1" fmla="*/ 5 h 6"/>
                <a:gd name="T2" fmla="*/ 0 w 6"/>
                <a:gd name="T3" fmla="*/ 4 h 6"/>
                <a:gd name="T4" fmla="*/ 1 w 6"/>
                <a:gd name="T5" fmla="*/ 1 h 6"/>
                <a:gd name="T6" fmla="*/ 5 w 6"/>
                <a:gd name="T7" fmla="*/ 1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3" y="6"/>
                    <a:pt x="1" y="5"/>
                    <a:pt x="0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3"/>
                    <a:pt x="5" y="4"/>
                    <a:pt x="4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4" name="iŝ1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7083468-5ACF-407C-9A39-FC213EE7DD29}"/>
                </a:ext>
              </a:extLst>
            </p:cNvPr>
            <p:cNvSpPr/>
            <p:nvPr/>
          </p:nvSpPr>
          <p:spPr bwMode="auto">
            <a:xfrm>
              <a:off x="8567159" y="4229487"/>
              <a:ext cx="14658" cy="14658"/>
            </a:xfrm>
            <a:custGeom>
              <a:avLst/>
              <a:gdLst>
                <a:gd name="T0" fmla="*/ 2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4 h 6"/>
                <a:gd name="T8" fmla="*/ 2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5" name="î$ļî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74E1BF7-763A-405E-B219-9096497323F6}"/>
                </a:ext>
              </a:extLst>
            </p:cNvPr>
            <p:cNvSpPr/>
            <p:nvPr/>
          </p:nvSpPr>
          <p:spPr bwMode="auto">
            <a:xfrm>
              <a:off x="8381487" y="4120771"/>
              <a:ext cx="14658" cy="14658"/>
            </a:xfrm>
            <a:custGeom>
              <a:avLst/>
              <a:gdLst>
                <a:gd name="T0" fmla="*/ 1 w 6"/>
                <a:gd name="T1" fmla="*/ 6 h 6"/>
                <a:gd name="T2" fmla="*/ 0 w 6"/>
                <a:gd name="T3" fmla="*/ 2 h 6"/>
                <a:gd name="T4" fmla="*/ 4 w 6"/>
                <a:gd name="T5" fmla="*/ 1 h 6"/>
                <a:gd name="T6" fmla="*/ 5 w 6"/>
                <a:gd name="T7" fmla="*/ 5 h 6"/>
                <a:gd name="T8" fmla="*/ 1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5" y="2"/>
                    <a:pt x="6" y="3"/>
                    <a:pt x="5" y="5"/>
                  </a:cubicBezTo>
                  <a:cubicBezTo>
                    <a:pt x="4" y="6"/>
                    <a:pt x="3" y="6"/>
                    <a:pt x="1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6" name="ïṥḷî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0778245-D26B-4028-9F81-8F076789BDEB}"/>
                </a:ext>
              </a:extLst>
            </p:cNvPr>
            <p:cNvSpPr/>
            <p:nvPr/>
          </p:nvSpPr>
          <p:spPr bwMode="auto">
            <a:xfrm>
              <a:off x="8528070" y="4267355"/>
              <a:ext cx="15880" cy="14658"/>
            </a:xfrm>
            <a:custGeom>
              <a:avLst/>
              <a:gdLst>
                <a:gd name="T0" fmla="*/ 0 w 6"/>
                <a:gd name="T1" fmla="*/ 5 h 6"/>
                <a:gd name="T2" fmla="*/ 1 w 6"/>
                <a:gd name="T3" fmla="*/ 1 h 6"/>
                <a:gd name="T4" fmla="*/ 5 w 6"/>
                <a:gd name="T5" fmla="*/ 2 h 6"/>
                <a:gd name="T6" fmla="*/ 4 w 6"/>
                <a:gd name="T7" fmla="*/ 6 h 6"/>
                <a:gd name="T8" fmla="*/ 0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0" y="5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5" y="5"/>
                    <a:pt x="4" y="6"/>
                  </a:cubicBezTo>
                  <a:cubicBezTo>
                    <a:pt x="3" y="6"/>
                    <a:pt x="1" y="6"/>
                    <a:pt x="0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7" name="iṣľí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03C3E15-593E-4617-B64B-F123A19043AD}"/>
                </a:ext>
              </a:extLst>
            </p:cNvPr>
            <p:cNvSpPr/>
            <p:nvPr/>
          </p:nvSpPr>
          <p:spPr bwMode="auto">
            <a:xfrm>
              <a:off x="8419354" y="4081682"/>
              <a:ext cx="15880" cy="15880"/>
            </a:xfrm>
            <a:custGeom>
              <a:avLst/>
              <a:gdLst>
                <a:gd name="T0" fmla="*/ 1 w 6"/>
                <a:gd name="T1" fmla="*/ 4 h 6"/>
                <a:gd name="T2" fmla="*/ 2 w 6"/>
                <a:gd name="T3" fmla="*/ 1 h 6"/>
                <a:gd name="T4" fmla="*/ 5 w 6"/>
                <a:gd name="T5" fmla="*/ 2 h 6"/>
                <a:gd name="T6" fmla="*/ 5 w 6"/>
                <a:gd name="T7" fmla="*/ 5 h 6"/>
                <a:gd name="T8" fmla="*/ 1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5" y="0"/>
                    <a:pt x="5" y="2"/>
                  </a:cubicBezTo>
                  <a:cubicBezTo>
                    <a:pt x="6" y="3"/>
                    <a:pt x="6" y="4"/>
                    <a:pt x="5" y="5"/>
                  </a:cubicBezTo>
                  <a:cubicBezTo>
                    <a:pt x="3" y="6"/>
                    <a:pt x="2" y="5"/>
                    <a:pt x="1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8" name="í$ľ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C9C5C36-E945-404C-ABA2-0CC5EB3A0F4C}"/>
                </a:ext>
              </a:extLst>
            </p:cNvPr>
            <p:cNvSpPr/>
            <p:nvPr/>
          </p:nvSpPr>
          <p:spPr bwMode="auto">
            <a:xfrm>
              <a:off x="8708857" y="3536879"/>
              <a:ext cx="228427" cy="218655"/>
            </a:xfrm>
            <a:custGeom>
              <a:avLst/>
              <a:gdLst>
                <a:gd name="T0" fmla="*/ 86 w 90"/>
                <a:gd name="T1" fmla="*/ 0 h 86"/>
                <a:gd name="T2" fmla="*/ 4 w 90"/>
                <a:gd name="T3" fmla="*/ 0 h 86"/>
                <a:gd name="T4" fmla="*/ 0 w 90"/>
                <a:gd name="T5" fmla="*/ 4 h 86"/>
                <a:gd name="T6" fmla="*/ 0 w 90"/>
                <a:gd name="T7" fmla="*/ 81 h 86"/>
                <a:gd name="T8" fmla="*/ 4 w 90"/>
                <a:gd name="T9" fmla="*/ 86 h 86"/>
                <a:gd name="T10" fmla="*/ 86 w 90"/>
                <a:gd name="T11" fmla="*/ 86 h 86"/>
                <a:gd name="T12" fmla="*/ 90 w 90"/>
                <a:gd name="T13" fmla="*/ 81 h 86"/>
                <a:gd name="T14" fmla="*/ 90 w 90"/>
                <a:gd name="T15" fmla="*/ 4 h 86"/>
                <a:gd name="T16" fmla="*/ 86 w 90"/>
                <a:gd name="T17" fmla="*/ 0 h 86"/>
                <a:gd name="T18" fmla="*/ 81 w 90"/>
                <a:gd name="T19" fmla="*/ 61 h 86"/>
                <a:gd name="T20" fmla="*/ 9 w 90"/>
                <a:gd name="T21" fmla="*/ 61 h 86"/>
                <a:gd name="T22" fmla="*/ 9 w 90"/>
                <a:gd name="T23" fmla="*/ 9 h 86"/>
                <a:gd name="T24" fmla="*/ 81 w 90"/>
                <a:gd name="T25" fmla="*/ 9 h 86"/>
                <a:gd name="T26" fmla="*/ 81 w 90"/>
                <a:gd name="T27" fmla="*/ 6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0" h="86">
                  <a:moveTo>
                    <a:pt x="8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4"/>
                    <a:pt x="2" y="86"/>
                    <a:pt x="4" y="86"/>
                  </a:cubicBezTo>
                  <a:cubicBezTo>
                    <a:pt x="86" y="86"/>
                    <a:pt x="86" y="86"/>
                    <a:pt x="86" y="86"/>
                  </a:cubicBezTo>
                  <a:cubicBezTo>
                    <a:pt x="88" y="86"/>
                    <a:pt x="90" y="84"/>
                    <a:pt x="90" y="81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0" y="2"/>
                    <a:pt x="88" y="0"/>
                    <a:pt x="86" y="0"/>
                  </a:cubicBezTo>
                  <a:close/>
                  <a:moveTo>
                    <a:pt x="81" y="61"/>
                  </a:moveTo>
                  <a:cubicBezTo>
                    <a:pt x="9" y="61"/>
                    <a:pt x="9" y="61"/>
                    <a:pt x="9" y="61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1" y="9"/>
                    <a:pt x="81" y="9"/>
                    <a:pt x="81" y="9"/>
                  </a:cubicBezTo>
                  <a:lnTo>
                    <a:pt x="81" y="6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9" name="îśḷí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056F28F-C984-44BA-A8CE-9C172D918B6A}"/>
                </a:ext>
              </a:extLst>
            </p:cNvPr>
            <p:cNvSpPr/>
            <p:nvPr/>
          </p:nvSpPr>
          <p:spPr bwMode="auto">
            <a:xfrm>
              <a:off x="8800472" y="3583297"/>
              <a:ext cx="98944" cy="98944"/>
            </a:xfrm>
            <a:custGeom>
              <a:avLst/>
              <a:gdLst>
                <a:gd name="T0" fmla="*/ 28 w 39"/>
                <a:gd name="T1" fmla="*/ 4 h 39"/>
                <a:gd name="T2" fmla="*/ 24 w 39"/>
                <a:gd name="T3" fmla="*/ 0 h 39"/>
                <a:gd name="T4" fmla="*/ 20 w 39"/>
                <a:gd name="T5" fmla="*/ 3 h 39"/>
                <a:gd name="T6" fmla="*/ 2 w 39"/>
                <a:gd name="T7" fmla="*/ 31 h 39"/>
                <a:gd name="T8" fmla="*/ 7 w 39"/>
                <a:gd name="T9" fmla="*/ 39 h 39"/>
                <a:gd name="T10" fmla="*/ 32 w 39"/>
                <a:gd name="T11" fmla="*/ 39 h 39"/>
                <a:gd name="T12" fmla="*/ 37 w 39"/>
                <a:gd name="T13" fmla="*/ 30 h 39"/>
                <a:gd name="T14" fmla="*/ 28 w 39"/>
                <a:gd name="T15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9">
                  <a:moveTo>
                    <a:pt x="28" y="4"/>
                  </a:moveTo>
                  <a:cubicBezTo>
                    <a:pt x="27" y="1"/>
                    <a:pt x="25" y="0"/>
                    <a:pt x="24" y="0"/>
                  </a:cubicBezTo>
                  <a:cubicBezTo>
                    <a:pt x="23" y="0"/>
                    <a:pt x="21" y="1"/>
                    <a:pt x="20" y="3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0" y="35"/>
                    <a:pt x="2" y="39"/>
                    <a:pt x="7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6" y="39"/>
                    <a:pt x="39" y="35"/>
                    <a:pt x="37" y="30"/>
                  </a:cubicBezTo>
                  <a:lnTo>
                    <a:pt x="28" y="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0" name="íṡḻ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28753F0-556D-4C1B-8086-D01AF5DA4A15}"/>
                </a:ext>
              </a:extLst>
            </p:cNvPr>
            <p:cNvSpPr/>
            <p:nvPr/>
          </p:nvSpPr>
          <p:spPr bwMode="auto">
            <a:xfrm>
              <a:off x="8749167" y="3602841"/>
              <a:ext cx="65963" cy="65963"/>
            </a:xfrm>
            <a:custGeom>
              <a:avLst/>
              <a:gdLst>
                <a:gd name="T0" fmla="*/ 19 w 26"/>
                <a:gd name="T1" fmla="*/ 20 h 26"/>
                <a:gd name="T2" fmla="*/ 26 w 26"/>
                <a:gd name="T3" fmla="*/ 9 h 26"/>
                <a:gd name="T4" fmla="*/ 24 w 26"/>
                <a:gd name="T5" fmla="*/ 5 h 26"/>
                <a:gd name="T6" fmla="*/ 14 w 26"/>
                <a:gd name="T7" fmla="*/ 4 h 26"/>
                <a:gd name="T8" fmla="*/ 3 w 26"/>
                <a:gd name="T9" fmla="*/ 19 h 26"/>
                <a:gd name="T10" fmla="*/ 6 w 26"/>
                <a:gd name="T11" fmla="*/ 26 h 26"/>
                <a:gd name="T12" fmla="*/ 17 w 26"/>
                <a:gd name="T13" fmla="*/ 26 h 26"/>
                <a:gd name="T14" fmla="*/ 19 w 26"/>
                <a:gd name="T15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26">
                  <a:moveTo>
                    <a:pt x="19" y="20"/>
                  </a:moveTo>
                  <a:cubicBezTo>
                    <a:pt x="26" y="9"/>
                    <a:pt x="26" y="9"/>
                    <a:pt x="26" y="9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1" y="0"/>
                    <a:pt x="17" y="0"/>
                    <a:pt x="14" y="4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0" y="23"/>
                    <a:pt x="1" y="26"/>
                    <a:pt x="6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4"/>
                    <a:pt x="17" y="22"/>
                    <a:pt x="19" y="2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1" name="ïṧlï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BE5BE77-F843-42E6-B01C-F8677E5D3368}"/>
                </a:ext>
              </a:extLst>
            </p:cNvPr>
            <p:cNvSpPr/>
            <p:nvPr/>
          </p:nvSpPr>
          <p:spPr bwMode="auto">
            <a:xfrm>
              <a:off x="6010492" y="3357313"/>
              <a:ext cx="56190" cy="240642"/>
            </a:xfrm>
            <a:custGeom>
              <a:avLst/>
              <a:gdLst>
                <a:gd name="T0" fmla="*/ 4 w 22"/>
                <a:gd name="T1" fmla="*/ 95 h 95"/>
                <a:gd name="T2" fmla="*/ 15 w 22"/>
                <a:gd name="T3" fmla="*/ 95 h 95"/>
                <a:gd name="T4" fmla="*/ 22 w 22"/>
                <a:gd name="T5" fmla="*/ 95 h 95"/>
                <a:gd name="T6" fmla="*/ 22 w 22"/>
                <a:gd name="T7" fmla="*/ 88 h 95"/>
                <a:gd name="T8" fmla="*/ 22 w 22"/>
                <a:gd name="T9" fmla="*/ 6 h 95"/>
                <a:gd name="T10" fmla="*/ 22 w 22"/>
                <a:gd name="T11" fmla="*/ 0 h 95"/>
                <a:gd name="T12" fmla="*/ 15 w 22"/>
                <a:gd name="T13" fmla="*/ 0 h 95"/>
                <a:gd name="T14" fmla="*/ 4 w 22"/>
                <a:gd name="T15" fmla="*/ 0 h 95"/>
                <a:gd name="T16" fmla="*/ 0 w 22"/>
                <a:gd name="T17" fmla="*/ 4 h 95"/>
                <a:gd name="T18" fmla="*/ 0 w 22"/>
                <a:gd name="T19" fmla="*/ 90 h 95"/>
                <a:gd name="T20" fmla="*/ 4 w 22"/>
                <a:gd name="T21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95">
                  <a:moveTo>
                    <a:pt x="4" y="95"/>
                  </a:moveTo>
                  <a:cubicBezTo>
                    <a:pt x="15" y="95"/>
                    <a:pt x="15" y="95"/>
                    <a:pt x="15" y="9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88"/>
                    <a:pt x="22" y="88"/>
                    <a:pt x="22" y="88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3"/>
                    <a:pt x="2" y="95"/>
                    <a:pt x="4" y="9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2" name="iṩļi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B68DE6D-BCCE-4E34-ABB9-38986883F3E0}"/>
                </a:ext>
              </a:extLst>
            </p:cNvPr>
            <p:cNvSpPr/>
            <p:nvPr/>
          </p:nvSpPr>
          <p:spPr bwMode="auto">
            <a:xfrm>
              <a:off x="6078898" y="3357313"/>
              <a:ext cx="160021" cy="240642"/>
            </a:xfrm>
            <a:custGeom>
              <a:avLst/>
              <a:gdLst>
                <a:gd name="T0" fmla="*/ 59 w 63"/>
                <a:gd name="T1" fmla="*/ 0 h 95"/>
                <a:gd name="T2" fmla="*/ 48 w 63"/>
                <a:gd name="T3" fmla="*/ 0 h 95"/>
                <a:gd name="T4" fmla="*/ 50 w 63"/>
                <a:gd name="T5" fmla="*/ 4 h 95"/>
                <a:gd name="T6" fmla="*/ 50 w 63"/>
                <a:gd name="T7" fmla="*/ 45 h 95"/>
                <a:gd name="T8" fmla="*/ 47 w 63"/>
                <a:gd name="T9" fmla="*/ 49 h 95"/>
                <a:gd name="T10" fmla="*/ 43 w 63"/>
                <a:gd name="T11" fmla="*/ 47 h 95"/>
                <a:gd name="T12" fmla="*/ 40 w 63"/>
                <a:gd name="T13" fmla="*/ 44 h 95"/>
                <a:gd name="T14" fmla="*/ 33 w 63"/>
                <a:gd name="T15" fmla="*/ 37 h 95"/>
                <a:gd name="T16" fmla="*/ 31 w 63"/>
                <a:gd name="T17" fmla="*/ 36 h 95"/>
                <a:gd name="T18" fmla="*/ 30 w 63"/>
                <a:gd name="T19" fmla="*/ 37 h 95"/>
                <a:gd name="T20" fmla="*/ 23 w 63"/>
                <a:gd name="T21" fmla="*/ 44 h 95"/>
                <a:gd name="T22" fmla="*/ 20 w 63"/>
                <a:gd name="T23" fmla="*/ 47 h 95"/>
                <a:gd name="T24" fmla="*/ 16 w 63"/>
                <a:gd name="T25" fmla="*/ 49 h 95"/>
                <a:gd name="T26" fmla="*/ 13 w 63"/>
                <a:gd name="T27" fmla="*/ 45 h 95"/>
                <a:gd name="T28" fmla="*/ 13 w 63"/>
                <a:gd name="T29" fmla="*/ 4 h 95"/>
                <a:gd name="T30" fmla="*/ 15 w 63"/>
                <a:gd name="T31" fmla="*/ 0 h 95"/>
                <a:gd name="T32" fmla="*/ 0 w 63"/>
                <a:gd name="T33" fmla="*/ 0 h 95"/>
                <a:gd name="T34" fmla="*/ 0 w 63"/>
                <a:gd name="T35" fmla="*/ 6 h 95"/>
                <a:gd name="T36" fmla="*/ 0 w 63"/>
                <a:gd name="T37" fmla="*/ 88 h 95"/>
                <a:gd name="T38" fmla="*/ 0 w 63"/>
                <a:gd name="T39" fmla="*/ 95 h 95"/>
                <a:gd name="T40" fmla="*/ 59 w 63"/>
                <a:gd name="T41" fmla="*/ 95 h 95"/>
                <a:gd name="T42" fmla="*/ 63 w 63"/>
                <a:gd name="T43" fmla="*/ 90 h 95"/>
                <a:gd name="T44" fmla="*/ 63 w 63"/>
                <a:gd name="T45" fmla="*/ 4 h 95"/>
                <a:gd name="T46" fmla="*/ 59 w 63"/>
                <a:gd name="T4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3" h="95">
                  <a:moveTo>
                    <a:pt x="59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9" y="1"/>
                    <a:pt x="50" y="2"/>
                    <a:pt x="50" y="4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0" y="48"/>
                    <a:pt x="49" y="49"/>
                    <a:pt x="47" y="49"/>
                  </a:cubicBezTo>
                  <a:cubicBezTo>
                    <a:pt x="46" y="49"/>
                    <a:pt x="45" y="49"/>
                    <a:pt x="43" y="47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7" y="41"/>
                    <a:pt x="33" y="37"/>
                    <a:pt x="33" y="37"/>
                  </a:cubicBezTo>
                  <a:cubicBezTo>
                    <a:pt x="32" y="37"/>
                    <a:pt x="32" y="36"/>
                    <a:pt x="31" y="36"/>
                  </a:cubicBezTo>
                  <a:cubicBezTo>
                    <a:pt x="31" y="36"/>
                    <a:pt x="31" y="37"/>
                    <a:pt x="30" y="37"/>
                  </a:cubicBezTo>
                  <a:cubicBezTo>
                    <a:pt x="30" y="37"/>
                    <a:pt x="26" y="41"/>
                    <a:pt x="23" y="44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8" y="49"/>
                    <a:pt x="17" y="49"/>
                    <a:pt x="16" y="49"/>
                  </a:cubicBezTo>
                  <a:cubicBezTo>
                    <a:pt x="14" y="49"/>
                    <a:pt x="13" y="48"/>
                    <a:pt x="13" y="4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"/>
                    <a:pt x="14" y="1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0"/>
                    <a:pt x="0" y="93"/>
                    <a:pt x="0" y="95"/>
                  </a:cubicBezTo>
                  <a:cubicBezTo>
                    <a:pt x="59" y="95"/>
                    <a:pt x="59" y="95"/>
                    <a:pt x="59" y="95"/>
                  </a:cubicBezTo>
                  <a:cubicBezTo>
                    <a:pt x="61" y="95"/>
                    <a:pt x="63" y="93"/>
                    <a:pt x="63" y="90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2"/>
                    <a:pt x="61" y="0"/>
                    <a:pt x="59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3" name="íŝľi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F9A3F72-4C92-4AC1-868D-1163CFB01525}"/>
                </a:ext>
              </a:extLst>
            </p:cNvPr>
            <p:cNvSpPr/>
            <p:nvPr/>
          </p:nvSpPr>
          <p:spPr bwMode="auto">
            <a:xfrm>
              <a:off x="6125316" y="3357313"/>
              <a:ext cx="68406" cy="108717"/>
            </a:xfrm>
            <a:custGeom>
              <a:avLst/>
              <a:gdLst>
                <a:gd name="T0" fmla="*/ 0 w 27"/>
                <a:gd name="T1" fmla="*/ 4 h 43"/>
                <a:gd name="T2" fmla="*/ 0 w 27"/>
                <a:gd name="T3" fmla="*/ 43 h 43"/>
                <a:gd name="T4" fmla="*/ 2 w 27"/>
                <a:gd name="T5" fmla="*/ 41 h 43"/>
                <a:gd name="T6" fmla="*/ 8 w 27"/>
                <a:gd name="T7" fmla="*/ 35 h 43"/>
                <a:gd name="T8" fmla="*/ 9 w 27"/>
                <a:gd name="T9" fmla="*/ 34 h 43"/>
                <a:gd name="T10" fmla="*/ 13 w 27"/>
                <a:gd name="T11" fmla="*/ 32 h 43"/>
                <a:gd name="T12" fmla="*/ 18 w 27"/>
                <a:gd name="T13" fmla="*/ 34 h 43"/>
                <a:gd name="T14" fmla="*/ 25 w 27"/>
                <a:gd name="T15" fmla="*/ 41 h 43"/>
                <a:gd name="T16" fmla="*/ 27 w 27"/>
                <a:gd name="T17" fmla="*/ 43 h 43"/>
                <a:gd name="T18" fmla="*/ 27 w 27"/>
                <a:gd name="T19" fmla="*/ 4 h 43"/>
                <a:gd name="T20" fmla="*/ 24 w 27"/>
                <a:gd name="T21" fmla="*/ 0 h 43"/>
                <a:gd name="T22" fmla="*/ 3 w 27"/>
                <a:gd name="T23" fmla="*/ 0 h 43"/>
                <a:gd name="T24" fmla="*/ 0 w 27"/>
                <a:gd name="T25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43">
                  <a:moveTo>
                    <a:pt x="0" y="4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2"/>
                    <a:pt x="12" y="32"/>
                    <a:pt x="13" y="32"/>
                  </a:cubicBezTo>
                  <a:cubicBezTo>
                    <a:pt x="15" y="32"/>
                    <a:pt x="17" y="32"/>
                    <a:pt x="18" y="34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6" y="0"/>
                    <a:pt x="2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4" name="isļí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A7FA39B-8BF0-44C9-AB30-3D63BC4441D5}"/>
                </a:ext>
              </a:extLst>
            </p:cNvPr>
            <p:cNvSpPr/>
            <p:nvPr/>
          </p:nvSpPr>
          <p:spPr bwMode="auto">
            <a:xfrm>
              <a:off x="7672998" y="3991289"/>
              <a:ext cx="81843" cy="78178"/>
            </a:xfrm>
            <a:custGeom>
              <a:avLst/>
              <a:gdLst>
                <a:gd name="T0" fmla="*/ 20 w 32"/>
                <a:gd name="T1" fmla="*/ 0 h 31"/>
                <a:gd name="T2" fmla="*/ 4 w 32"/>
                <a:gd name="T3" fmla="*/ 15 h 31"/>
                <a:gd name="T4" fmla="*/ 0 w 32"/>
                <a:gd name="T5" fmla="*/ 23 h 31"/>
                <a:gd name="T6" fmla="*/ 2 w 32"/>
                <a:gd name="T7" fmla="*/ 29 h 31"/>
                <a:gd name="T8" fmla="*/ 7 w 32"/>
                <a:gd name="T9" fmla="*/ 31 h 31"/>
                <a:gd name="T10" fmla="*/ 16 w 32"/>
                <a:gd name="T11" fmla="*/ 27 h 31"/>
                <a:gd name="T12" fmla="*/ 32 w 32"/>
                <a:gd name="T13" fmla="*/ 10 h 31"/>
                <a:gd name="T14" fmla="*/ 20 w 32"/>
                <a:gd name="T1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1">
                  <a:moveTo>
                    <a:pt x="20" y="0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2" y="18"/>
                    <a:pt x="1" y="20"/>
                    <a:pt x="0" y="23"/>
                  </a:cubicBezTo>
                  <a:cubicBezTo>
                    <a:pt x="0" y="25"/>
                    <a:pt x="1" y="27"/>
                    <a:pt x="2" y="29"/>
                  </a:cubicBezTo>
                  <a:cubicBezTo>
                    <a:pt x="4" y="30"/>
                    <a:pt x="6" y="31"/>
                    <a:pt x="7" y="31"/>
                  </a:cubicBezTo>
                  <a:cubicBezTo>
                    <a:pt x="10" y="31"/>
                    <a:pt x="13" y="29"/>
                    <a:pt x="16" y="27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27" y="8"/>
                    <a:pt x="23" y="4"/>
                    <a:pt x="20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5" name="ïṩḷ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B92AE08-CD82-434B-80E5-D2BF7372C6E7}"/>
                </a:ext>
              </a:extLst>
            </p:cNvPr>
            <p:cNvSpPr/>
            <p:nvPr/>
          </p:nvSpPr>
          <p:spPr bwMode="auto">
            <a:xfrm>
              <a:off x="7721859" y="3878908"/>
              <a:ext cx="136812" cy="136812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27 w 54"/>
                <a:gd name="T5" fmla="*/ 54 h 54"/>
                <a:gd name="T6" fmla="*/ 54 w 54"/>
                <a:gd name="T7" fmla="*/ 27 h 54"/>
                <a:gd name="T8" fmla="*/ 27 w 54"/>
                <a:gd name="T9" fmla="*/ 0 h 54"/>
                <a:gd name="T10" fmla="*/ 27 w 54"/>
                <a:gd name="T11" fmla="*/ 43 h 54"/>
                <a:gd name="T12" fmla="*/ 11 w 54"/>
                <a:gd name="T13" fmla="*/ 27 h 54"/>
                <a:gd name="T14" fmla="*/ 27 w 54"/>
                <a:gd name="T15" fmla="*/ 11 h 54"/>
                <a:gd name="T16" fmla="*/ 43 w 54"/>
                <a:gd name="T17" fmla="*/ 27 h 54"/>
                <a:gd name="T18" fmla="*/ 27 w 54"/>
                <a:gd name="T19" fmla="*/ 4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7" y="54"/>
                  </a:cubicBezTo>
                  <a:cubicBezTo>
                    <a:pt x="42" y="54"/>
                    <a:pt x="54" y="42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  <a:moveTo>
                    <a:pt x="27" y="43"/>
                  </a:moveTo>
                  <a:cubicBezTo>
                    <a:pt x="18" y="43"/>
                    <a:pt x="11" y="36"/>
                    <a:pt x="11" y="27"/>
                  </a:cubicBezTo>
                  <a:cubicBezTo>
                    <a:pt x="11" y="18"/>
                    <a:pt x="18" y="11"/>
                    <a:pt x="27" y="11"/>
                  </a:cubicBezTo>
                  <a:cubicBezTo>
                    <a:pt x="36" y="11"/>
                    <a:pt x="43" y="18"/>
                    <a:pt x="43" y="27"/>
                  </a:cubicBezTo>
                  <a:cubicBezTo>
                    <a:pt x="43" y="36"/>
                    <a:pt x="36" y="43"/>
                    <a:pt x="27" y="4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6" name="îŝļî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E349CA8-4FC8-4DD6-B41A-BAEA4AEBD293}"/>
                </a:ext>
              </a:extLst>
            </p:cNvPr>
            <p:cNvSpPr/>
            <p:nvPr/>
          </p:nvSpPr>
          <p:spPr bwMode="auto">
            <a:xfrm>
              <a:off x="6120430" y="2979860"/>
              <a:ext cx="182009" cy="182009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7" name="ïṡḻï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C19688D-1DD5-402B-A7C2-B9F848A03BCD}"/>
                </a:ext>
              </a:extLst>
            </p:cNvPr>
            <p:cNvSpPr/>
            <p:nvPr/>
          </p:nvSpPr>
          <p:spPr bwMode="auto">
            <a:xfrm>
              <a:off x="6186393" y="3177748"/>
              <a:ext cx="50083" cy="118489"/>
            </a:xfrm>
            <a:custGeom>
              <a:avLst/>
              <a:gdLst>
                <a:gd name="T0" fmla="*/ 10 w 20"/>
                <a:gd name="T1" fmla="*/ 1 h 47"/>
                <a:gd name="T2" fmla="*/ 4 w 20"/>
                <a:gd name="T3" fmla="*/ 0 h 47"/>
                <a:gd name="T4" fmla="*/ 0 w 20"/>
                <a:gd name="T5" fmla="*/ 21 h 47"/>
                <a:gd name="T6" fmla="*/ 10 w 20"/>
                <a:gd name="T7" fmla="*/ 47 h 47"/>
                <a:gd name="T8" fmla="*/ 20 w 20"/>
                <a:gd name="T9" fmla="*/ 21 h 47"/>
                <a:gd name="T10" fmla="*/ 17 w 20"/>
                <a:gd name="T11" fmla="*/ 0 h 47"/>
                <a:gd name="T12" fmla="*/ 10 w 20"/>
                <a:gd name="T13" fmla="*/ 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7">
                  <a:moveTo>
                    <a:pt x="10" y="1"/>
                  </a:moveTo>
                  <a:cubicBezTo>
                    <a:pt x="8" y="1"/>
                    <a:pt x="6" y="1"/>
                    <a:pt x="4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4" y="1"/>
                    <a:pt x="12" y="1"/>
                    <a:pt x="10" y="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8" name="íṣḻî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C434846-09FF-496E-A331-DA9844F2DBF3}"/>
                </a:ext>
              </a:extLst>
            </p:cNvPr>
            <p:cNvSpPr/>
            <p:nvPr/>
          </p:nvSpPr>
          <p:spPr bwMode="auto">
            <a:xfrm>
              <a:off x="6043474" y="3154539"/>
              <a:ext cx="162464" cy="167350"/>
            </a:xfrm>
            <a:custGeom>
              <a:avLst/>
              <a:gdLst>
                <a:gd name="T0" fmla="*/ 39 w 64"/>
                <a:gd name="T1" fmla="*/ 0 h 66"/>
                <a:gd name="T2" fmla="*/ 0 w 64"/>
                <a:gd name="T3" fmla="*/ 65 h 66"/>
                <a:gd name="T4" fmla="*/ 7 w 64"/>
                <a:gd name="T5" fmla="*/ 66 h 66"/>
                <a:gd name="T6" fmla="*/ 64 w 64"/>
                <a:gd name="T7" fmla="*/ 66 h 66"/>
                <a:gd name="T8" fmla="*/ 40 w 64"/>
                <a:gd name="T9" fmla="*/ 1 h 66"/>
                <a:gd name="T10" fmla="*/ 39 w 64"/>
                <a:gd name="T1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66">
                  <a:moveTo>
                    <a:pt x="39" y="0"/>
                  </a:moveTo>
                  <a:cubicBezTo>
                    <a:pt x="16" y="11"/>
                    <a:pt x="0" y="36"/>
                    <a:pt x="0" y="65"/>
                  </a:cubicBezTo>
                  <a:cubicBezTo>
                    <a:pt x="2" y="65"/>
                    <a:pt x="4" y="66"/>
                    <a:pt x="7" y="66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39" y="0"/>
                    <a:pt x="39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9" name="ïṡli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C46F354-291C-4BF6-A82A-D5A8696AB057}"/>
                </a:ext>
              </a:extLst>
            </p:cNvPr>
            <p:cNvSpPr/>
            <p:nvPr/>
          </p:nvSpPr>
          <p:spPr bwMode="auto">
            <a:xfrm>
              <a:off x="6219375" y="3154539"/>
              <a:ext cx="160021" cy="167350"/>
            </a:xfrm>
            <a:custGeom>
              <a:avLst/>
              <a:gdLst>
                <a:gd name="T0" fmla="*/ 25 w 63"/>
                <a:gd name="T1" fmla="*/ 0 h 66"/>
                <a:gd name="T2" fmla="*/ 23 w 63"/>
                <a:gd name="T3" fmla="*/ 1 h 66"/>
                <a:gd name="T4" fmla="*/ 0 w 63"/>
                <a:gd name="T5" fmla="*/ 66 h 66"/>
                <a:gd name="T6" fmla="*/ 56 w 63"/>
                <a:gd name="T7" fmla="*/ 66 h 66"/>
                <a:gd name="T8" fmla="*/ 63 w 63"/>
                <a:gd name="T9" fmla="*/ 65 h 66"/>
                <a:gd name="T10" fmla="*/ 25 w 63"/>
                <a:gd name="T1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66">
                  <a:moveTo>
                    <a:pt x="25" y="0"/>
                  </a:moveTo>
                  <a:cubicBezTo>
                    <a:pt x="24" y="0"/>
                    <a:pt x="24" y="1"/>
                    <a:pt x="23" y="1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9" y="66"/>
                    <a:pt x="62" y="65"/>
                    <a:pt x="63" y="65"/>
                  </a:cubicBezTo>
                  <a:cubicBezTo>
                    <a:pt x="63" y="36"/>
                    <a:pt x="47" y="11"/>
                    <a:pt x="25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0" name="iṡḻi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692C9BF-121A-41AA-ABEA-482E3FD0746B}"/>
                </a:ext>
              </a:extLst>
            </p:cNvPr>
            <p:cNvSpPr/>
            <p:nvPr/>
          </p:nvSpPr>
          <p:spPr bwMode="auto">
            <a:xfrm>
              <a:off x="8548836" y="3050709"/>
              <a:ext cx="124596" cy="96501"/>
            </a:xfrm>
            <a:custGeom>
              <a:avLst/>
              <a:gdLst>
                <a:gd name="T0" fmla="*/ 19 w 49"/>
                <a:gd name="T1" fmla="*/ 33 h 38"/>
                <a:gd name="T2" fmla="*/ 24 w 49"/>
                <a:gd name="T3" fmla="*/ 30 h 38"/>
                <a:gd name="T4" fmla="*/ 29 w 49"/>
                <a:gd name="T5" fmla="*/ 33 h 38"/>
                <a:gd name="T6" fmla="*/ 35 w 49"/>
                <a:gd name="T7" fmla="*/ 38 h 38"/>
                <a:gd name="T8" fmla="*/ 49 w 49"/>
                <a:gd name="T9" fmla="*/ 24 h 38"/>
                <a:gd name="T10" fmla="*/ 49 w 49"/>
                <a:gd name="T11" fmla="*/ 3 h 38"/>
                <a:gd name="T12" fmla="*/ 45 w 49"/>
                <a:gd name="T13" fmla="*/ 0 h 38"/>
                <a:gd name="T14" fmla="*/ 3 w 49"/>
                <a:gd name="T15" fmla="*/ 0 h 38"/>
                <a:gd name="T16" fmla="*/ 0 w 49"/>
                <a:gd name="T17" fmla="*/ 3 h 38"/>
                <a:gd name="T18" fmla="*/ 0 w 49"/>
                <a:gd name="T19" fmla="*/ 3 h 38"/>
                <a:gd name="T20" fmla="*/ 0 w 49"/>
                <a:gd name="T21" fmla="*/ 24 h 38"/>
                <a:gd name="T22" fmla="*/ 14 w 49"/>
                <a:gd name="T23" fmla="*/ 38 h 38"/>
                <a:gd name="T24" fmla="*/ 19 w 49"/>
                <a:gd name="T25" fmla="*/ 3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" h="38">
                  <a:moveTo>
                    <a:pt x="19" y="33"/>
                  </a:moveTo>
                  <a:cubicBezTo>
                    <a:pt x="21" y="31"/>
                    <a:pt x="23" y="30"/>
                    <a:pt x="24" y="30"/>
                  </a:cubicBezTo>
                  <a:cubicBezTo>
                    <a:pt x="26" y="30"/>
                    <a:pt x="28" y="31"/>
                    <a:pt x="29" y="33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24"/>
                    <a:pt x="49" y="3"/>
                    <a:pt x="49" y="3"/>
                  </a:cubicBezTo>
                  <a:cubicBezTo>
                    <a:pt x="49" y="1"/>
                    <a:pt x="47" y="0"/>
                    <a:pt x="4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9" y="3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1" name="ïṥlí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DF39BAA-810F-4AE6-9B26-342F84114844}"/>
                </a:ext>
              </a:extLst>
            </p:cNvPr>
            <p:cNvSpPr/>
            <p:nvPr/>
          </p:nvSpPr>
          <p:spPr bwMode="auto">
            <a:xfrm>
              <a:off x="8680761" y="3069032"/>
              <a:ext cx="18323" cy="35425"/>
            </a:xfrm>
            <a:custGeom>
              <a:avLst/>
              <a:gdLst>
                <a:gd name="T0" fmla="*/ 7 w 7"/>
                <a:gd name="T1" fmla="*/ 7 h 14"/>
                <a:gd name="T2" fmla="*/ 3 w 7"/>
                <a:gd name="T3" fmla="*/ 2 h 14"/>
                <a:gd name="T4" fmla="*/ 0 w 7"/>
                <a:gd name="T5" fmla="*/ 0 h 14"/>
                <a:gd name="T6" fmla="*/ 0 w 7"/>
                <a:gd name="T7" fmla="*/ 14 h 14"/>
                <a:gd name="T8" fmla="*/ 6 w 7"/>
                <a:gd name="T9" fmla="*/ 8 h 14"/>
                <a:gd name="T10" fmla="*/ 7 w 7"/>
                <a:gd name="T11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4">
                  <a:moveTo>
                    <a:pt x="7" y="7"/>
                  </a:moveTo>
                  <a:cubicBezTo>
                    <a:pt x="6" y="5"/>
                    <a:pt x="5" y="3"/>
                    <a:pt x="3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7"/>
                    <a:pt x="7" y="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2" name="îŝ1ï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B52C9C4-0FC4-49AA-8962-F075F206308C}"/>
                </a:ext>
              </a:extLst>
            </p:cNvPr>
            <p:cNvSpPr/>
            <p:nvPr/>
          </p:nvSpPr>
          <p:spPr bwMode="auto">
            <a:xfrm>
              <a:off x="8581818" y="3025056"/>
              <a:ext cx="58634" cy="15880"/>
            </a:xfrm>
            <a:custGeom>
              <a:avLst/>
              <a:gdLst>
                <a:gd name="T0" fmla="*/ 15 w 23"/>
                <a:gd name="T1" fmla="*/ 1 h 6"/>
                <a:gd name="T2" fmla="*/ 11 w 23"/>
                <a:gd name="T3" fmla="*/ 0 h 6"/>
                <a:gd name="T4" fmla="*/ 8 w 23"/>
                <a:gd name="T5" fmla="*/ 1 h 6"/>
                <a:gd name="T6" fmla="*/ 0 w 23"/>
                <a:gd name="T7" fmla="*/ 6 h 6"/>
                <a:gd name="T8" fmla="*/ 23 w 23"/>
                <a:gd name="T9" fmla="*/ 6 h 6"/>
                <a:gd name="T10" fmla="*/ 15 w 23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6">
                  <a:moveTo>
                    <a:pt x="15" y="1"/>
                  </a:moveTo>
                  <a:cubicBezTo>
                    <a:pt x="14" y="0"/>
                    <a:pt x="13" y="0"/>
                    <a:pt x="11" y="0"/>
                  </a:cubicBezTo>
                  <a:cubicBezTo>
                    <a:pt x="10" y="0"/>
                    <a:pt x="9" y="0"/>
                    <a:pt x="8" y="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23" y="6"/>
                    <a:pt x="23" y="6"/>
                    <a:pt x="23" y="6"/>
                  </a:cubicBezTo>
                  <a:lnTo>
                    <a:pt x="15" y="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3" name="ïṡḻî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3942885-0549-41F5-8752-A7FF26FB6E3E}"/>
                </a:ext>
              </a:extLst>
            </p:cNvPr>
            <p:cNvSpPr/>
            <p:nvPr/>
          </p:nvSpPr>
          <p:spPr bwMode="auto">
            <a:xfrm>
              <a:off x="8523184" y="3069032"/>
              <a:ext cx="15880" cy="35425"/>
            </a:xfrm>
            <a:custGeom>
              <a:avLst/>
              <a:gdLst>
                <a:gd name="T0" fmla="*/ 6 w 6"/>
                <a:gd name="T1" fmla="*/ 14 h 14"/>
                <a:gd name="T2" fmla="*/ 6 w 6"/>
                <a:gd name="T3" fmla="*/ 0 h 14"/>
                <a:gd name="T4" fmla="*/ 4 w 6"/>
                <a:gd name="T5" fmla="*/ 2 h 14"/>
                <a:gd name="T6" fmla="*/ 0 w 6"/>
                <a:gd name="T7" fmla="*/ 7 h 14"/>
                <a:gd name="T8" fmla="*/ 1 w 6"/>
                <a:gd name="T9" fmla="*/ 8 h 14"/>
                <a:gd name="T10" fmla="*/ 6 w 6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4">
                  <a:moveTo>
                    <a:pt x="6" y="14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2" y="3"/>
                    <a:pt x="1" y="5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lnTo>
                    <a:pt x="6" y="1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4" name="íśľî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6929577-7E1E-479D-B81A-32AECE7249AD}"/>
                </a:ext>
              </a:extLst>
            </p:cNvPr>
            <p:cNvSpPr/>
            <p:nvPr/>
          </p:nvSpPr>
          <p:spPr bwMode="auto">
            <a:xfrm>
              <a:off x="8642894" y="3095905"/>
              <a:ext cx="56190" cy="112381"/>
            </a:xfrm>
            <a:custGeom>
              <a:avLst/>
              <a:gdLst>
                <a:gd name="T0" fmla="*/ 0 w 22"/>
                <a:gd name="T1" fmla="*/ 23 h 44"/>
                <a:gd name="T2" fmla="*/ 5 w 22"/>
                <a:gd name="T3" fmla="*/ 27 h 44"/>
                <a:gd name="T4" fmla="*/ 7 w 22"/>
                <a:gd name="T5" fmla="*/ 29 h 44"/>
                <a:gd name="T6" fmla="*/ 8 w 22"/>
                <a:gd name="T7" fmla="*/ 31 h 44"/>
                <a:gd name="T8" fmla="*/ 21 w 22"/>
                <a:gd name="T9" fmla="*/ 43 h 44"/>
                <a:gd name="T10" fmla="*/ 21 w 22"/>
                <a:gd name="T11" fmla="*/ 44 h 44"/>
                <a:gd name="T12" fmla="*/ 22 w 22"/>
                <a:gd name="T13" fmla="*/ 41 h 44"/>
                <a:gd name="T14" fmla="*/ 22 w 22"/>
                <a:gd name="T15" fmla="*/ 0 h 44"/>
                <a:gd name="T16" fmla="*/ 0 w 22"/>
                <a:gd name="T17" fmla="*/ 2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44">
                  <a:moveTo>
                    <a:pt x="0" y="23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4"/>
                  </a:cubicBezTo>
                  <a:cubicBezTo>
                    <a:pt x="22" y="43"/>
                    <a:pt x="22" y="42"/>
                    <a:pt x="22" y="41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0" y="2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5" name="iśľî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11B30D7-FC51-45D5-A279-DBC57B3BDD8E}"/>
                </a:ext>
              </a:extLst>
            </p:cNvPr>
            <p:cNvSpPr/>
            <p:nvPr/>
          </p:nvSpPr>
          <p:spPr bwMode="auto">
            <a:xfrm>
              <a:off x="8534178" y="3137437"/>
              <a:ext cx="151470" cy="73292"/>
            </a:xfrm>
            <a:custGeom>
              <a:avLst/>
              <a:gdLst>
                <a:gd name="T0" fmla="*/ 45 w 60"/>
                <a:gd name="T1" fmla="*/ 13 h 29"/>
                <a:gd name="T2" fmla="*/ 43 w 60"/>
                <a:gd name="T3" fmla="*/ 11 h 29"/>
                <a:gd name="T4" fmla="*/ 41 w 60"/>
                <a:gd name="T5" fmla="*/ 9 h 29"/>
                <a:gd name="T6" fmla="*/ 40 w 60"/>
                <a:gd name="T7" fmla="*/ 8 h 29"/>
                <a:gd name="T8" fmla="*/ 38 w 60"/>
                <a:gd name="T9" fmla="*/ 7 h 29"/>
                <a:gd name="T10" fmla="*/ 33 w 60"/>
                <a:gd name="T11" fmla="*/ 1 h 29"/>
                <a:gd name="T12" fmla="*/ 30 w 60"/>
                <a:gd name="T13" fmla="*/ 0 h 29"/>
                <a:gd name="T14" fmla="*/ 28 w 60"/>
                <a:gd name="T15" fmla="*/ 1 h 29"/>
                <a:gd name="T16" fmla="*/ 22 w 60"/>
                <a:gd name="T17" fmla="*/ 7 h 29"/>
                <a:gd name="T18" fmla="*/ 21 w 60"/>
                <a:gd name="T19" fmla="*/ 8 h 29"/>
                <a:gd name="T20" fmla="*/ 20 w 60"/>
                <a:gd name="T21" fmla="*/ 9 h 29"/>
                <a:gd name="T22" fmla="*/ 18 w 60"/>
                <a:gd name="T23" fmla="*/ 11 h 29"/>
                <a:gd name="T24" fmla="*/ 16 w 60"/>
                <a:gd name="T25" fmla="*/ 13 h 29"/>
                <a:gd name="T26" fmla="*/ 14 w 60"/>
                <a:gd name="T27" fmla="*/ 15 h 29"/>
                <a:gd name="T28" fmla="*/ 0 w 60"/>
                <a:gd name="T29" fmla="*/ 29 h 29"/>
                <a:gd name="T30" fmla="*/ 60 w 60"/>
                <a:gd name="T31" fmla="*/ 29 h 29"/>
                <a:gd name="T32" fmla="*/ 46 w 60"/>
                <a:gd name="T33" fmla="*/ 15 h 29"/>
                <a:gd name="T34" fmla="*/ 45 w 60"/>
                <a:gd name="T35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" h="29">
                  <a:moveTo>
                    <a:pt x="45" y="13"/>
                  </a:moveTo>
                  <a:cubicBezTo>
                    <a:pt x="43" y="11"/>
                    <a:pt x="43" y="11"/>
                    <a:pt x="43" y="11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2" y="0"/>
                    <a:pt x="31" y="0"/>
                    <a:pt x="30" y="0"/>
                  </a:cubicBezTo>
                  <a:cubicBezTo>
                    <a:pt x="29" y="0"/>
                    <a:pt x="29" y="0"/>
                    <a:pt x="28" y="1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46" y="15"/>
                    <a:pt x="46" y="15"/>
                    <a:pt x="46" y="15"/>
                  </a:cubicBezTo>
                  <a:lnTo>
                    <a:pt x="45" y="1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6" name="îŝľ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603E02D-FB0D-4C49-90A9-B95D958A4CEF}"/>
                </a:ext>
              </a:extLst>
            </p:cNvPr>
            <p:cNvSpPr/>
            <p:nvPr/>
          </p:nvSpPr>
          <p:spPr bwMode="auto">
            <a:xfrm>
              <a:off x="8520741" y="3095905"/>
              <a:ext cx="56190" cy="112381"/>
            </a:xfrm>
            <a:custGeom>
              <a:avLst/>
              <a:gdLst>
                <a:gd name="T0" fmla="*/ 16 w 22"/>
                <a:gd name="T1" fmla="*/ 29 h 44"/>
                <a:gd name="T2" fmla="*/ 18 w 22"/>
                <a:gd name="T3" fmla="*/ 27 h 44"/>
                <a:gd name="T4" fmla="*/ 22 w 22"/>
                <a:gd name="T5" fmla="*/ 23 h 44"/>
                <a:gd name="T6" fmla="*/ 11 w 22"/>
                <a:gd name="T7" fmla="*/ 11 h 44"/>
                <a:gd name="T8" fmla="*/ 9 w 22"/>
                <a:gd name="T9" fmla="*/ 9 h 44"/>
                <a:gd name="T10" fmla="*/ 7 w 22"/>
                <a:gd name="T11" fmla="*/ 8 h 44"/>
                <a:gd name="T12" fmla="*/ 0 w 22"/>
                <a:gd name="T13" fmla="*/ 0 h 44"/>
                <a:gd name="T14" fmla="*/ 0 w 22"/>
                <a:gd name="T15" fmla="*/ 41 h 44"/>
                <a:gd name="T16" fmla="*/ 1 w 22"/>
                <a:gd name="T17" fmla="*/ 44 h 44"/>
                <a:gd name="T18" fmla="*/ 2 w 22"/>
                <a:gd name="T19" fmla="*/ 43 h 44"/>
                <a:gd name="T20" fmla="*/ 14 w 22"/>
                <a:gd name="T21" fmla="*/ 31 h 44"/>
                <a:gd name="T22" fmla="*/ 16 w 22"/>
                <a:gd name="T23" fmla="*/ 2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" h="44">
                  <a:moveTo>
                    <a:pt x="16" y="29"/>
                  </a:moveTo>
                  <a:cubicBezTo>
                    <a:pt x="18" y="27"/>
                    <a:pt x="18" y="27"/>
                    <a:pt x="18" y="27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2"/>
                    <a:pt x="1" y="43"/>
                    <a:pt x="1" y="44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4" y="31"/>
                    <a:pt x="14" y="31"/>
                    <a:pt x="14" y="31"/>
                  </a:cubicBezTo>
                  <a:lnTo>
                    <a:pt x="16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7" name="ï$1i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A0F1E40-5FFE-4811-BF68-770D886FAE76}"/>
                </a:ext>
              </a:extLst>
            </p:cNvPr>
            <p:cNvSpPr/>
            <p:nvPr/>
          </p:nvSpPr>
          <p:spPr bwMode="auto">
            <a:xfrm>
              <a:off x="7655896" y="3635822"/>
              <a:ext cx="19545" cy="63520"/>
            </a:xfrm>
            <a:custGeom>
              <a:avLst/>
              <a:gdLst>
                <a:gd name="T0" fmla="*/ 4 w 8"/>
                <a:gd name="T1" fmla="*/ 0 h 25"/>
                <a:gd name="T2" fmla="*/ 0 w 8"/>
                <a:gd name="T3" fmla="*/ 5 h 25"/>
                <a:gd name="T4" fmla="*/ 0 w 8"/>
                <a:gd name="T5" fmla="*/ 21 h 25"/>
                <a:gd name="T6" fmla="*/ 4 w 8"/>
                <a:gd name="T7" fmla="*/ 25 h 25"/>
                <a:gd name="T8" fmla="*/ 8 w 8"/>
                <a:gd name="T9" fmla="*/ 21 h 25"/>
                <a:gd name="T10" fmla="*/ 8 w 8"/>
                <a:gd name="T11" fmla="*/ 5 h 25"/>
                <a:gd name="T12" fmla="*/ 4 w 8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5">
                  <a:moveTo>
                    <a:pt x="4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3"/>
                    <a:pt x="2" y="25"/>
                    <a:pt x="4" y="25"/>
                  </a:cubicBezTo>
                  <a:cubicBezTo>
                    <a:pt x="6" y="25"/>
                    <a:pt x="8" y="23"/>
                    <a:pt x="8" y="2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2"/>
                    <a:pt x="6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8" name="iṧ1î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806A741-33EB-4D60-A9B7-7807C1CC6186}"/>
                </a:ext>
              </a:extLst>
            </p:cNvPr>
            <p:cNvSpPr/>
            <p:nvPr/>
          </p:nvSpPr>
          <p:spPr bwMode="auto">
            <a:xfrm>
              <a:off x="7779271" y="3635822"/>
              <a:ext cx="20766" cy="63520"/>
            </a:xfrm>
            <a:custGeom>
              <a:avLst/>
              <a:gdLst>
                <a:gd name="T0" fmla="*/ 4 w 8"/>
                <a:gd name="T1" fmla="*/ 0 h 25"/>
                <a:gd name="T2" fmla="*/ 0 w 8"/>
                <a:gd name="T3" fmla="*/ 5 h 25"/>
                <a:gd name="T4" fmla="*/ 0 w 8"/>
                <a:gd name="T5" fmla="*/ 21 h 25"/>
                <a:gd name="T6" fmla="*/ 4 w 8"/>
                <a:gd name="T7" fmla="*/ 25 h 25"/>
                <a:gd name="T8" fmla="*/ 8 w 8"/>
                <a:gd name="T9" fmla="*/ 21 h 25"/>
                <a:gd name="T10" fmla="*/ 8 w 8"/>
                <a:gd name="T11" fmla="*/ 5 h 25"/>
                <a:gd name="T12" fmla="*/ 4 w 8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5">
                  <a:moveTo>
                    <a:pt x="4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3"/>
                    <a:pt x="2" y="25"/>
                    <a:pt x="4" y="25"/>
                  </a:cubicBezTo>
                  <a:cubicBezTo>
                    <a:pt x="7" y="25"/>
                    <a:pt x="8" y="23"/>
                    <a:pt x="8" y="2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2"/>
                    <a:pt x="7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9" name="iṣľî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E49F83D-6393-43E2-A23D-10E6491FC02F}"/>
                </a:ext>
              </a:extLst>
            </p:cNvPr>
            <p:cNvSpPr/>
            <p:nvPr/>
          </p:nvSpPr>
          <p:spPr bwMode="auto">
            <a:xfrm>
              <a:off x="7622915" y="3673690"/>
              <a:ext cx="210104" cy="58634"/>
            </a:xfrm>
            <a:custGeom>
              <a:avLst/>
              <a:gdLst>
                <a:gd name="T0" fmla="*/ 79 w 83"/>
                <a:gd name="T1" fmla="*/ 0 h 23"/>
                <a:gd name="T2" fmla="*/ 75 w 83"/>
                <a:gd name="T3" fmla="*/ 0 h 23"/>
                <a:gd name="T4" fmla="*/ 75 w 83"/>
                <a:gd name="T5" fmla="*/ 6 h 23"/>
                <a:gd name="T6" fmla="*/ 66 w 83"/>
                <a:gd name="T7" fmla="*/ 14 h 23"/>
                <a:gd name="T8" fmla="*/ 58 w 83"/>
                <a:gd name="T9" fmla="*/ 6 h 23"/>
                <a:gd name="T10" fmla="*/ 58 w 83"/>
                <a:gd name="T11" fmla="*/ 0 h 23"/>
                <a:gd name="T12" fmla="*/ 25 w 83"/>
                <a:gd name="T13" fmla="*/ 0 h 23"/>
                <a:gd name="T14" fmla="*/ 25 w 83"/>
                <a:gd name="T15" fmla="*/ 6 h 23"/>
                <a:gd name="T16" fmla="*/ 17 w 83"/>
                <a:gd name="T17" fmla="*/ 14 h 23"/>
                <a:gd name="T18" fmla="*/ 9 w 83"/>
                <a:gd name="T19" fmla="*/ 6 h 23"/>
                <a:gd name="T20" fmla="*/ 9 w 83"/>
                <a:gd name="T21" fmla="*/ 0 h 23"/>
                <a:gd name="T22" fmla="*/ 5 w 83"/>
                <a:gd name="T23" fmla="*/ 0 h 23"/>
                <a:gd name="T24" fmla="*/ 0 w 83"/>
                <a:gd name="T25" fmla="*/ 4 h 23"/>
                <a:gd name="T26" fmla="*/ 0 w 83"/>
                <a:gd name="T27" fmla="*/ 16 h 23"/>
                <a:gd name="T28" fmla="*/ 0 w 83"/>
                <a:gd name="T29" fmla="*/ 23 h 23"/>
                <a:gd name="T30" fmla="*/ 7 w 83"/>
                <a:gd name="T31" fmla="*/ 23 h 23"/>
                <a:gd name="T32" fmla="*/ 77 w 83"/>
                <a:gd name="T33" fmla="*/ 23 h 23"/>
                <a:gd name="T34" fmla="*/ 83 w 83"/>
                <a:gd name="T35" fmla="*/ 23 h 23"/>
                <a:gd name="T36" fmla="*/ 83 w 83"/>
                <a:gd name="T37" fmla="*/ 16 h 23"/>
                <a:gd name="T38" fmla="*/ 83 w 83"/>
                <a:gd name="T39" fmla="*/ 4 h 23"/>
                <a:gd name="T40" fmla="*/ 79 w 83"/>
                <a:gd name="T4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3" h="23">
                  <a:moveTo>
                    <a:pt x="79" y="0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5" y="11"/>
                    <a:pt x="71" y="14"/>
                    <a:pt x="66" y="14"/>
                  </a:cubicBezTo>
                  <a:cubicBezTo>
                    <a:pt x="62" y="14"/>
                    <a:pt x="58" y="11"/>
                    <a:pt x="58" y="6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11"/>
                    <a:pt x="21" y="14"/>
                    <a:pt x="17" y="14"/>
                  </a:cubicBezTo>
                  <a:cubicBezTo>
                    <a:pt x="12" y="14"/>
                    <a:pt x="9" y="11"/>
                    <a:pt x="9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7" y="23"/>
                    <a:pt x="77" y="23"/>
                    <a:pt x="77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2"/>
                    <a:pt x="81" y="0"/>
                    <a:pt x="79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0" name="íśḷí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11ED814-AEFB-4464-8CEF-C56670C32BD9}"/>
                </a:ext>
              </a:extLst>
            </p:cNvPr>
            <p:cNvSpPr/>
            <p:nvPr/>
          </p:nvSpPr>
          <p:spPr bwMode="auto">
            <a:xfrm>
              <a:off x="7622915" y="3742096"/>
              <a:ext cx="210104" cy="114824"/>
            </a:xfrm>
            <a:custGeom>
              <a:avLst/>
              <a:gdLst>
                <a:gd name="T0" fmla="*/ 0 w 83"/>
                <a:gd name="T1" fmla="*/ 0 h 45"/>
                <a:gd name="T2" fmla="*/ 0 w 83"/>
                <a:gd name="T3" fmla="*/ 41 h 45"/>
                <a:gd name="T4" fmla="*/ 5 w 83"/>
                <a:gd name="T5" fmla="*/ 45 h 45"/>
                <a:gd name="T6" fmla="*/ 79 w 83"/>
                <a:gd name="T7" fmla="*/ 45 h 45"/>
                <a:gd name="T8" fmla="*/ 83 w 83"/>
                <a:gd name="T9" fmla="*/ 41 h 45"/>
                <a:gd name="T10" fmla="*/ 83 w 83"/>
                <a:gd name="T11" fmla="*/ 0 h 45"/>
                <a:gd name="T12" fmla="*/ 0 w 83"/>
                <a:gd name="T13" fmla="*/ 0 h 45"/>
                <a:gd name="T14" fmla="*/ 75 w 83"/>
                <a:gd name="T15" fmla="*/ 37 h 45"/>
                <a:gd name="T16" fmla="*/ 9 w 83"/>
                <a:gd name="T17" fmla="*/ 37 h 45"/>
                <a:gd name="T18" fmla="*/ 9 w 83"/>
                <a:gd name="T19" fmla="*/ 8 h 45"/>
                <a:gd name="T20" fmla="*/ 75 w 83"/>
                <a:gd name="T21" fmla="*/ 8 h 45"/>
                <a:gd name="T22" fmla="*/ 75 w 83"/>
                <a:gd name="T23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" h="45">
                  <a:moveTo>
                    <a:pt x="0" y="0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3"/>
                    <a:pt x="2" y="45"/>
                    <a:pt x="5" y="45"/>
                  </a:cubicBezTo>
                  <a:cubicBezTo>
                    <a:pt x="79" y="45"/>
                    <a:pt x="79" y="45"/>
                    <a:pt x="79" y="45"/>
                  </a:cubicBezTo>
                  <a:cubicBezTo>
                    <a:pt x="81" y="45"/>
                    <a:pt x="83" y="43"/>
                    <a:pt x="83" y="41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0" y="0"/>
                  </a:lnTo>
                  <a:close/>
                  <a:moveTo>
                    <a:pt x="75" y="37"/>
                  </a:moveTo>
                  <a:cubicBezTo>
                    <a:pt x="9" y="37"/>
                    <a:pt x="9" y="37"/>
                    <a:pt x="9" y="37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75" y="8"/>
                    <a:pt x="75" y="8"/>
                    <a:pt x="75" y="8"/>
                  </a:cubicBezTo>
                  <a:lnTo>
                    <a:pt x="75" y="3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1" name="íṧľï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B057066-3EE8-406A-BC2C-0C91E3695632}"/>
                </a:ext>
              </a:extLst>
            </p:cNvPr>
            <p:cNvSpPr/>
            <p:nvPr/>
          </p:nvSpPr>
          <p:spPr bwMode="auto">
            <a:xfrm>
              <a:off x="7236911" y="3885015"/>
              <a:ext cx="56190" cy="54969"/>
            </a:xfrm>
            <a:custGeom>
              <a:avLst/>
              <a:gdLst>
                <a:gd name="T0" fmla="*/ 0 w 22"/>
                <a:gd name="T1" fmla="*/ 10 h 22"/>
                <a:gd name="T2" fmla="*/ 6 w 22"/>
                <a:gd name="T3" fmla="*/ 16 h 22"/>
                <a:gd name="T4" fmla="*/ 12 w 22"/>
                <a:gd name="T5" fmla="*/ 22 h 22"/>
                <a:gd name="T6" fmla="*/ 18 w 22"/>
                <a:gd name="T7" fmla="*/ 17 h 22"/>
                <a:gd name="T8" fmla="*/ 20 w 22"/>
                <a:gd name="T9" fmla="*/ 14 h 22"/>
                <a:gd name="T10" fmla="*/ 20 w 22"/>
                <a:gd name="T11" fmla="*/ 8 h 22"/>
                <a:gd name="T12" fmla="*/ 14 w 22"/>
                <a:gd name="T13" fmla="*/ 2 h 22"/>
                <a:gd name="T14" fmla="*/ 8 w 22"/>
                <a:gd name="T15" fmla="*/ 2 h 22"/>
                <a:gd name="T16" fmla="*/ 6 w 22"/>
                <a:gd name="T17" fmla="*/ 5 h 22"/>
                <a:gd name="T18" fmla="*/ 0 w 22"/>
                <a:gd name="T1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2">
                  <a:moveTo>
                    <a:pt x="0" y="10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2"/>
                    <a:pt x="22" y="10"/>
                    <a:pt x="20" y="8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0"/>
                    <a:pt x="10" y="0"/>
                    <a:pt x="8" y="2"/>
                  </a:cubicBezTo>
                  <a:cubicBezTo>
                    <a:pt x="6" y="5"/>
                    <a:pt x="6" y="5"/>
                    <a:pt x="6" y="5"/>
                  </a:cubicBez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2" name="íşľi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94444C7-FB10-415A-A267-01482A171293}"/>
                </a:ext>
              </a:extLst>
            </p:cNvPr>
            <p:cNvSpPr/>
            <p:nvPr/>
          </p:nvSpPr>
          <p:spPr bwMode="auto">
            <a:xfrm>
              <a:off x="7048795" y="3833711"/>
              <a:ext cx="218655" cy="240642"/>
            </a:xfrm>
            <a:custGeom>
              <a:avLst/>
              <a:gdLst>
                <a:gd name="T0" fmla="*/ 66 w 86"/>
                <a:gd name="T1" fmla="*/ 69 h 95"/>
                <a:gd name="T2" fmla="*/ 58 w 86"/>
                <a:gd name="T3" fmla="*/ 76 h 95"/>
                <a:gd name="T4" fmla="*/ 49 w 86"/>
                <a:gd name="T5" fmla="*/ 80 h 95"/>
                <a:gd name="T6" fmla="*/ 40 w 86"/>
                <a:gd name="T7" fmla="*/ 82 h 95"/>
                <a:gd name="T8" fmla="*/ 40 w 86"/>
                <a:gd name="T9" fmla="*/ 82 h 95"/>
                <a:gd name="T10" fmla="*/ 36 w 86"/>
                <a:gd name="T11" fmla="*/ 83 h 95"/>
                <a:gd name="T12" fmla="*/ 33 w 86"/>
                <a:gd name="T13" fmla="*/ 83 h 95"/>
                <a:gd name="T14" fmla="*/ 33 w 86"/>
                <a:gd name="T15" fmla="*/ 80 h 95"/>
                <a:gd name="T16" fmla="*/ 34 w 86"/>
                <a:gd name="T17" fmla="*/ 74 h 95"/>
                <a:gd name="T18" fmla="*/ 34 w 86"/>
                <a:gd name="T19" fmla="*/ 74 h 95"/>
                <a:gd name="T20" fmla="*/ 36 w 86"/>
                <a:gd name="T21" fmla="*/ 68 h 95"/>
                <a:gd name="T22" fmla="*/ 40 w 86"/>
                <a:gd name="T23" fmla="*/ 58 h 95"/>
                <a:gd name="T24" fmla="*/ 48 w 86"/>
                <a:gd name="T25" fmla="*/ 50 h 95"/>
                <a:gd name="T26" fmla="*/ 71 w 86"/>
                <a:gd name="T27" fmla="*/ 27 h 95"/>
                <a:gd name="T28" fmla="*/ 71 w 86"/>
                <a:gd name="T29" fmla="*/ 27 h 95"/>
                <a:gd name="T30" fmla="*/ 76 w 86"/>
                <a:gd name="T31" fmla="*/ 21 h 95"/>
                <a:gd name="T32" fmla="*/ 79 w 86"/>
                <a:gd name="T33" fmla="*/ 19 h 95"/>
                <a:gd name="T34" fmla="*/ 86 w 86"/>
                <a:gd name="T35" fmla="*/ 16 h 95"/>
                <a:gd name="T36" fmla="*/ 86 w 86"/>
                <a:gd name="T37" fmla="*/ 5 h 95"/>
                <a:gd name="T38" fmla="*/ 81 w 86"/>
                <a:gd name="T39" fmla="*/ 0 h 95"/>
                <a:gd name="T40" fmla="*/ 4 w 86"/>
                <a:gd name="T41" fmla="*/ 0 h 95"/>
                <a:gd name="T42" fmla="*/ 0 w 86"/>
                <a:gd name="T43" fmla="*/ 5 h 95"/>
                <a:gd name="T44" fmla="*/ 0 w 86"/>
                <a:gd name="T45" fmla="*/ 91 h 95"/>
                <a:gd name="T46" fmla="*/ 4 w 86"/>
                <a:gd name="T47" fmla="*/ 95 h 95"/>
                <a:gd name="T48" fmla="*/ 81 w 86"/>
                <a:gd name="T49" fmla="*/ 95 h 95"/>
                <a:gd name="T50" fmla="*/ 86 w 86"/>
                <a:gd name="T51" fmla="*/ 91 h 95"/>
                <a:gd name="T52" fmla="*/ 86 w 86"/>
                <a:gd name="T53" fmla="*/ 49 h 95"/>
                <a:gd name="T54" fmla="*/ 66 w 86"/>
                <a:gd name="T55" fmla="*/ 6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6" h="95">
                  <a:moveTo>
                    <a:pt x="66" y="69"/>
                  </a:moveTo>
                  <a:cubicBezTo>
                    <a:pt x="62" y="72"/>
                    <a:pt x="59" y="76"/>
                    <a:pt x="58" y="76"/>
                  </a:cubicBezTo>
                  <a:cubicBezTo>
                    <a:pt x="58" y="77"/>
                    <a:pt x="53" y="79"/>
                    <a:pt x="49" y="80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40" y="82"/>
                    <a:pt x="40" y="82"/>
                    <a:pt x="40" y="82"/>
                  </a:cubicBezTo>
                  <a:cubicBezTo>
                    <a:pt x="39" y="83"/>
                    <a:pt x="38" y="83"/>
                    <a:pt x="36" y="83"/>
                  </a:cubicBezTo>
                  <a:cubicBezTo>
                    <a:pt x="35" y="84"/>
                    <a:pt x="34" y="84"/>
                    <a:pt x="33" y="83"/>
                  </a:cubicBezTo>
                  <a:cubicBezTo>
                    <a:pt x="32" y="82"/>
                    <a:pt x="32" y="81"/>
                    <a:pt x="33" y="80"/>
                  </a:cubicBezTo>
                  <a:cubicBezTo>
                    <a:pt x="34" y="77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8" y="63"/>
                    <a:pt x="39" y="58"/>
                    <a:pt x="40" y="58"/>
                  </a:cubicBezTo>
                  <a:cubicBezTo>
                    <a:pt x="41" y="57"/>
                    <a:pt x="44" y="54"/>
                    <a:pt x="48" y="50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2" y="25"/>
                    <a:pt x="74" y="23"/>
                    <a:pt x="76" y="21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81" y="17"/>
                    <a:pt x="83" y="16"/>
                    <a:pt x="86" y="16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86" y="2"/>
                    <a:pt x="84" y="0"/>
                    <a:pt x="8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3"/>
                    <a:pt x="2" y="95"/>
                    <a:pt x="4" y="95"/>
                  </a:cubicBezTo>
                  <a:cubicBezTo>
                    <a:pt x="81" y="95"/>
                    <a:pt x="81" y="95"/>
                    <a:pt x="81" y="95"/>
                  </a:cubicBezTo>
                  <a:cubicBezTo>
                    <a:pt x="84" y="95"/>
                    <a:pt x="86" y="93"/>
                    <a:pt x="86" y="91"/>
                  </a:cubicBezTo>
                  <a:cubicBezTo>
                    <a:pt x="86" y="49"/>
                    <a:pt x="86" y="49"/>
                    <a:pt x="86" y="49"/>
                  </a:cubicBezTo>
                  <a:lnTo>
                    <a:pt x="66" y="6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3" name="i$l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80EA151-EA81-4620-B39A-4F2D57AB4347}"/>
                </a:ext>
              </a:extLst>
            </p:cNvPr>
            <p:cNvSpPr/>
            <p:nvPr/>
          </p:nvSpPr>
          <p:spPr bwMode="auto">
            <a:xfrm>
              <a:off x="7161176" y="3917997"/>
              <a:ext cx="98944" cy="97723"/>
            </a:xfrm>
            <a:custGeom>
              <a:avLst/>
              <a:gdLst>
                <a:gd name="T0" fmla="*/ 33 w 39"/>
                <a:gd name="T1" fmla="*/ 6 h 39"/>
                <a:gd name="T2" fmla="*/ 27 w 39"/>
                <a:gd name="T3" fmla="*/ 0 h 39"/>
                <a:gd name="T4" fmla="*/ 7 w 39"/>
                <a:gd name="T5" fmla="*/ 20 h 39"/>
                <a:gd name="T6" fmla="*/ 0 w 39"/>
                <a:gd name="T7" fmla="*/ 27 h 39"/>
                <a:gd name="T8" fmla="*/ 4 w 39"/>
                <a:gd name="T9" fmla="*/ 30 h 39"/>
                <a:gd name="T10" fmla="*/ 9 w 39"/>
                <a:gd name="T11" fmla="*/ 36 h 39"/>
                <a:gd name="T12" fmla="*/ 12 w 39"/>
                <a:gd name="T13" fmla="*/ 39 h 39"/>
                <a:gd name="T14" fmla="*/ 19 w 39"/>
                <a:gd name="T15" fmla="*/ 32 h 39"/>
                <a:gd name="T16" fmla="*/ 39 w 39"/>
                <a:gd name="T17" fmla="*/ 12 h 39"/>
                <a:gd name="T18" fmla="*/ 33 w 39"/>
                <a:gd name="T19" fmla="*/ 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39">
                  <a:moveTo>
                    <a:pt x="33" y="6"/>
                  </a:moveTo>
                  <a:cubicBezTo>
                    <a:pt x="31" y="4"/>
                    <a:pt x="28" y="2"/>
                    <a:pt x="27" y="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28"/>
                    <a:pt x="2" y="29"/>
                    <a:pt x="4" y="30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10" y="37"/>
                    <a:pt x="11" y="38"/>
                    <a:pt x="12" y="39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7" y="11"/>
                    <a:pt x="35" y="9"/>
                    <a:pt x="33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4" name="îṣḻî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BCA722B-39DA-4210-BD54-3D34F5F1C67F}"/>
                </a:ext>
              </a:extLst>
            </p:cNvPr>
            <p:cNvSpPr/>
            <p:nvPr/>
          </p:nvSpPr>
          <p:spPr bwMode="auto">
            <a:xfrm>
              <a:off x="7145296" y="3996175"/>
              <a:ext cx="35425" cy="35425"/>
            </a:xfrm>
            <a:custGeom>
              <a:avLst/>
              <a:gdLst>
                <a:gd name="T0" fmla="*/ 12 w 14"/>
                <a:gd name="T1" fmla="*/ 8 h 14"/>
                <a:gd name="T2" fmla="*/ 6 w 14"/>
                <a:gd name="T3" fmla="*/ 2 h 14"/>
                <a:gd name="T4" fmla="*/ 4 w 14"/>
                <a:gd name="T5" fmla="*/ 0 h 14"/>
                <a:gd name="T6" fmla="*/ 4 w 14"/>
                <a:gd name="T7" fmla="*/ 0 h 14"/>
                <a:gd name="T8" fmla="*/ 3 w 14"/>
                <a:gd name="T9" fmla="*/ 2 h 14"/>
                <a:gd name="T10" fmla="*/ 3 w 14"/>
                <a:gd name="T11" fmla="*/ 2 h 14"/>
                <a:gd name="T12" fmla="*/ 3 w 14"/>
                <a:gd name="T13" fmla="*/ 5 h 14"/>
                <a:gd name="T14" fmla="*/ 0 w 14"/>
                <a:gd name="T15" fmla="*/ 13 h 14"/>
                <a:gd name="T16" fmla="*/ 0 w 14"/>
                <a:gd name="T17" fmla="*/ 14 h 14"/>
                <a:gd name="T18" fmla="*/ 1 w 14"/>
                <a:gd name="T19" fmla="*/ 14 h 14"/>
                <a:gd name="T20" fmla="*/ 9 w 14"/>
                <a:gd name="T21" fmla="*/ 12 h 14"/>
                <a:gd name="T22" fmla="*/ 12 w 14"/>
                <a:gd name="T23" fmla="*/ 11 h 14"/>
                <a:gd name="T24" fmla="*/ 12 w 14"/>
                <a:gd name="T25" fmla="*/ 11 h 14"/>
                <a:gd name="T26" fmla="*/ 14 w 14"/>
                <a:gd name="T27" fmla="*/ 10 h 14"/>
                <a:gd name="T28" fmla="*/ 14 w 14"/>
                <a:gd name="T29" fmla="*/ 10 h 14"/>
                <a:gd name="T30" fmla="*/ 12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12" y="8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"/>
                    <a:pt x="4" y="1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4"/>
                    <a:pt x="3" y="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1"/>
                    <a:pt x="11" y="11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1"/>
                    <a:pt x="13" y="10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9"/>
                    <a:pt x="13" y="9"/>
                    <a:pt x="12" y="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5" name="ïşḻî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94E6E81-F36B-4B15-92C1-E6709D7F27F5}"/>
                </a:ext>
              </a:extLst>
            </p:cNvPr>
            <p:cNvSpPr/>
            <p:nvPr/>
          </p:nvSpPr>
          <p:spPr bwMode="auto">
            <a:xfrm>
              <a:off x="6617594" y="2871143"/>
              <a:ext cx="254079" cy="54969"/>
            </a:xfrm>
            <a:custGeom>
              <a:avLst/>
              <a:gdLst>
                <a:gd name="T0" fmla="*/ 100 w 100"/>
                <a:gd name="T1" fmla="*/ 22 h 22"/>
                <a:gd name="T2" fmla="*/ 100 w 100"/>
                <a:gd name="T3" fmla="*/ 4 h 22"/>
                <a:gd name="T4" fmla="*/ 95 w 100"/>
                <a:gd name="T5" fmla="*/ 0 h 22"/>
                <a:gd name="T6" fmla="*/ 4 w 100"/>
                <a:gd name="T7" fmla="*/ 0 h 22"/>
                <a:gd name="T8" fmla="*/ 0 w 100"/>
                <a:gd name="T9" fmla="*/ 4 h 22"/>
                <a:gd name="T10" fmla="*/ 0 w 100"/>
                <a:gd name="T11" fmla="*/ 22 h 22"/>
                <a:gd name="T12" fmla="*/ 100 w 100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22">
                  <a:moveTo>
                    <a:pt x="100" y="22"/>
                  </a:moveTo>
                  <a:cubicBezTo>
                    <a:pt x="100" y="4"/>
                    <a:pt x="100" y="4"/>
                    <a:pt x="100" y="4"/>
                  </a:cubicBezTo>
                  <a:cubicBezTo>
                    <a:pt x="100" y="2"/>
                    <a:pt x="98" y="0"/>
                    <a:pt x="9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100" y="2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6" name="iṥ1ï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CBD0354-EF61-43C2-9418-818661E59FAD}"/>
                </a:ext>
              </a:extLst>
            </p:cNvPr>
            <p:cNvSpPr/>
            <p:nvPr/>
          </p:nvSpPr>
          <p:spPr bwMode="auto">
            <a:xfrm>
              <a:off x="6617594" y="2939549"/>
              <a:ext cx="254079" cy="160021"/>
            </a:xfrm>
            <a:custGeom>
              <a:avLst/>
              <a:gdLst>
                <a:gd name="T0" fmla="*/ 0 w 100"/>
                <a:gd name="T1" fmla="*/ 0 h 63"/>
                <a:gd name="T2" fmla="*/ 0 w 100"/>
                <a:gd name="T3" fmla="*/ 59 h 63"/>
                <a:gd name="T4" fmla="*/ 4 w 100"/>
                <a:gd name="T5" fmla="*/ 63 h 63"/>
                <a:gd name="T6" fmla="*/ 95 w 100"/>
                <a:gd name="T7" fmla="*/ 63 h 63"/>
                <a:gd name="T8" fmla="*/ 100 w 100"/>
                <a:gd name="T9" fmla="*/ 59 h 63"/>
                <a:gd name="T10" fmla="*/ 100 w 100"/>
                <a:gd name="T11" fmla="*/ 0 h 63"/>
                <a:gd name="T12" fmla="*/ 0 w 100"/>
                <a:gd name="T13" fmla="*/ 0 h 63"/>
                <a:gd name="T14" fmla="*/ 91 w 100"/>
                <a:gd name="T15" fmla="*/ 54 h 63"/>
                <a:gd name="T16" fmla="*/ 9 w 100"/>
                <a:gd name="T17" fmla="*/ 54 h 63"/>
                <a:gd name="T18" fmla="*/ 9 w 100"/>
                <a:gd name="T19" fmla="*/ 9 h 63"/>
                <a:gd name="T20" fmla="*/ 91 w 100"/>
                <a:gd name="T21" fmla="*/ 9 h 63"/>
                <a:gd name="T22" fmla="*/ 91 w 100"/>
                <a:gd name="T23" fmla="*/ 5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0" h="63">
                  <a:moveTo>
                    <a:pt x="0" y="0"/>
                  </a:moveTo>
                  <a:cubicBezTo>
                    <a:pt x="0" y="59"/>
                    <a:pt x="0" y="59"/>
                    <a:pt x="0" y="59"/>
                  </a:cubicBezTo>
                  <a:cubicBezTo>
                    <a:pt x="0" y="61"/>
                    <a:pt x="2" y="63"/>
                    <a:pt x="4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8" y="63"/>
                    <a:pt x="100" y="61"/>
                    <a:pt x="100" y="59"/>
                  </a:cubicBezTo>
                  <a:cubicBezTo>
                    <a:pt x="100" y="0"/>
                    <a:pt x="100" y="0"/>
                    <a:pt x="100" y="0"/>
                  </a:cubicBezTo>
                  <a:lnTo>
                    <a:pt x="0" y="0"/>
                  </a:lnTo>
                  <a:close/>
                  <a:moveTo>
                    <a:pt x="91" y="54"/>
                  </a:moveTo>
                  <a:cubicBezTo>
                    <a:pt x="9" y="54"/>
                    <a:pt x="9" y="54"/>
                    <a:pt x="9" y="54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1" y="9"/>
                    <a:pt x="91" y="9"/>
                    <a:pt x="91" y="9"/>
                  </a:cubicBezTo>
                  <a:lnTo>
                    <a:pt x="91" y="5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7" name="ïśľî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794D06E-ADBD-4349-8282-294C7B5DB14B}"/>
                </a:ext>
              </a:extLst>
            </p:cNvPr>
            <p:cNvSpPr/>
            <p:nvPr/>
          </p:nvSpPr>
          <p:spPr bwMode="auto">
            <a:xfrm>
              <a:off x="6784944" y="3025056"/>
              <a:ext cx="45197" cy="35425"/>
            </a:xfrm>
            <a:custGeom>
              <a:avLst/>
              <a:gdLst>
                <a:gd name="T0" fmla="*/ 18 w 18"/>
                <a:gd name="T1" fmla="*/ 9 h 14"/>
                <a:gd name="T2" fmla="*/ 13 w 18"/>
                <a:gd name="T3" fmla="*/ 14 h 14"/>
                <a:gd name="T4" fmla="*/ 4 w 18"/>
                <a:gd name="T5" fmla="*/ 14 h 14"/>
                <a:gd name="T6" fmla="*/ 0 w 18"/>
                <a:gd name="T7" fmla="*/ 9 h 14"/>
                <a:gd name="T8" fmla="*/ 0 w 18"/>
                <a:gd name="T9" fmla="*/ 5 h 14"/>
                <a:gd name="T10" fmla="*/ 4 w 18"/>
                <a:gd name="T11" fmla="*/ 0 h 14"/>
                <a:gd name="T12" fmla="*/ 13 w 18"/>
                <a:gd name="T13" fmla="*/ 0 h 14"/>
                <a:gd name="T14" fmla="*/ 18 w 18"/>
                <a:gd name="T15" fmla="*/ 5 h 14"/>
                <a:gd name="T16" fmla="*/ 18 w 18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4">
                  <a:moveTo>
                    <a:pt x="18" y="9"/>
                  </a:moveTo>
                  <a:cubicBezTo>
                    <a:pt x="18" y="12"/>
                    <a:pt x="16" y="14"/>
                    <a:pt x="13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8" y="2"/>
                    <a:pt x="18" y="5"/>
                  </a:cubicBezTo>
                  <a:lnTo>
                    <a:pt x="18" y="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8" name="íSḻî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368EAC2-6B3B-41DB-9C6F-0B081E7FEBDA}"/>
                </a:ext>
              </a:extLst>
            </p:cNvPr>
            <p:cNvSpPr/>
            <p:nvPr/>
          </p:nvSpPr>
          <p:spPr bwMode="auto">
            <a:xfrm>
              <a:off x="6784944" y="2979860"/>
              <a:ext cx="45197" cy="32982"/>
            </a:xfrm>
            <a:custGeom>
              <a:avLst/>
              <a:gdLst>
                <a:gd name="T0" fmla="*/ 18 w 18"/>
                <a:gd name="T1" fmla="*/ 9 h 13"/>
                <a:gd name="T2" fmla="*/ 13 w 18"/>
                <a:gd name="T3" fmla="*/ 13 h 13"/>
                <a:gd name="T4" fmla="*/ 4 w 18"/>
                <a:gd name="T5" fmla="*/ 13 h 13"/>
                <a:gd name="T6" fmla="*/ 0 w 18"/>
                <a:gd name="T7" fmla="*/ 9 h 13"/>
                <a:gd name="T8" fmla="*/ 0 w 18"/>
                <a:gd name="T9" fmla="*/ 4 h 13"/>
                <a:gd name="T10" fmla="*/ 4 w 18"/>
                <a:gd name="T11" fmla="*/ 0 h 13"/>
                <a:gd name="T12" fmla="*/ 13 w 18"/>
                <a:gd name="T13" fmla="*/ 0 h 13"/>
                <a:gd name="T14" fmla="*/ 18 w 18"/>
                <a:gd name="T15" fmla="*/ 4 h 13"/>
                <a:gd name="T16" fmla="*/ 18 w 18"/>
                <a:gd name="T17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3">
                  <a:moveTo>
                    <a:pt x="18" y="9"/>
                  </a:moveTo>
                  <a:cubicBezTo>
                    <a:pt x="18" y="11"/>
                    <a:pt x="16" y="13"/>
                    <a:pt x="13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2" y="13"/>
                    <a:pt x="0" y="11"/>
                    <a:pt x="0" y="9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8" y="2"/>
                    <a:pt x="18" y="4"/>
                  </a:cubicBezTo>
                  <a:lnTo>
                    <a:pt x="18" y="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9" name="íśḷï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73B09D1-0340-42F6-A1B0-3D0C611686B8}"/>
                </a:ext>
              </a:extLst>
            </p:cNvPr>
            <p:cNvSpPr/>
            <p:nvPr/>
          </p:nvSpPr>
          <p:spPr bwMode="auto">
            <a:xfrm>
              <a:off x="6721424" y="3025056"/>
              <a:ext cx="45197" cy="35425"/>
            </a:xfrm>
            <a:custGeom>
              <a:avLst/>
              <a:gdLst>
                <a:gd name="T0" fmla="*/ 18 w 18"/>
                <a:gd name="T1" fmla="*/ 9 h 14"/>
                <a:gd name="T2" fmla="*/ 13 w 18"/>
                <a:gd name="T3" fmla="*/ 14 h 14"/>
                <a:gd name="T4" fmla="*/ 4 w 18"/>
                <a:gd name="T5" fmla="*/ 14 h 14"/>
                <a:gd name="T6" fmla="*/ 0 w 18"/>
                <a:gd name="T7" fmla="*/ 9 h 14"/>
                <a:gd name="T8" fmla="*/ 0 w 18"/>
                <a:gd name="T9" fmla="*/ 5 h 14"/>
                <a:gd name="T10" fmla="*/ 4 w 18"/>
                <a:gd name="T11" fmla="*/ 0 h 14"/>
                <a:gd name="T12" fmla="*/ 13 w 18"/>
                <a:gd name="T13" fmla="*/ 0 h 14"/>
                <a:gd name="T14" fmla="*/ 18 w 18"/>
                <a:gd name="T15" fmla="*/ 5 h 14"/>
                <a:gd name="T16" fmla="*/ 18 w 18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4">
                  <a:moveTo>
                    <a:pt x="18" y="9"/>
                  </a:moveTo>
                  <a:cubicBezTo>
                    <a:pt x="18" y="12"/>
                    <a:pt x="16" y="14"/>
                    <a:pt x="13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8" y="2"/>
                    <a:pt x="18" y="5"/>
                  </a:cubicBezTo>
                  <a:lnTo>
                    <a:pt x="18" y="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0" name="iŝ1î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1E92B09-C7A4-4E99-AA30-DF408D4A914D}"/>
                </a:ext>
              </a:extLst>
            </p:cNvPr>
            <p:cNvSpPr/>
            <p:nvPr/>
          </p:nvSpPr>
          <p:spPr bwMode="auto">
            <a:xfrm>
              <a:off x="6721424" y="2979860"/>
              <a:ext cx="45197" cy="32982"/>
            </a:xfrm>
            <a:custGeom>
              <a:avLst/>
              <a:gdLst>
                <a:gd name="T0" fmla="*/ 18 w 18"/>
                <a:gd name="T1" fmla="*/ 9 h 13"/>
                <a:gd name="T2" fmla="*/ 13 w 18"/>
                <a:gd name="T3" fmla="*/ 13 h 13"/>
                <a:gd name="T4" fmla="*/ 4 w 18"/>
                <a:gd name="T5" fmla="*/ 13 h 13"/>
                <a:gd name="T6" fmla="*/ 0 w 18"/>
                <a:gd name="T7" fmla="*/ 9 h 13"/>
                <a:gd name="T8" fmla="*/ 0 w 18"/>
                <a:gd name="T9" fmla="*/ 4 h 13"/>
                <a:gd name="T10" fmla="*/ 4 w 18"/>
                <a:gd name="T11" fmla="*/ 0 h 13"/>
                <a:gd name="T12" fmla="*/ 13 w 18"/>
                <a:gd name="T13" fmla="*/ 0 h 13"/>
                <a:gd name="T14" fmla="*/ 18 w 18"/>
                <a:gd name="T15" fmla="*/ 4 h 13"/>
                <a:gd name="T16" fmla="*/ 18 w 18"/>
                <a:gd name="T17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3">
                  <a:moveTo>
                    <a:pt x="18" y="9"/>
                  </a:moveTo>
                  <a:cubicBezTo>
                    <a:pt x="18" y="11"/>
                    <a:pt x="16" y="13"/>
                    <a:pt x="13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2" y="13"/>
                    <a:pt x="0" y="11"/>
                    <a:pt x="0" y="9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8" y="2"/>
                    <a:pt x="18" y="4"/>
                  </a:cubicBezTo>
                  <a:lnTo>
                    <a:pt x="18" y="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1" name="îṧľî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AB57DEF-FB48-4EFE-B691-72B8104B13F2}"/>
                </a:ext>
              </a:extLst>
            </p:cNvPr>
            <p:cNvSpPr/>
            <p:nvPr/>
          </p:nvSpPr>
          <p:spPr bwMode="auto">
            <a:xfrm>
              <a:off x="6657904" y="3025056"/>
              <a:ext cx="46418" cy="35425"/>
            </a:xfrm>
            <a:custGeom>
              <a:avLst/>
              <a:gdLst>
                <a:gd name="T0" fmla="*/ 18 w 18"/>
                <a:gd name="T1" fmla="*/ 9 h 14"/>
                <a:gd name="T2" fmla="*/ 13 w 18"/>
                <a:gd name="T3" fmla="*/ 14 h 14"/>
                <a:gd name="T4" fmla="*/ 4 w 18"/>
                <a:gd name="T5" fmla="*/ 14 h 14"/>
                <a:gd name="T6" fmla="*/ 0 w 18"/>
                <a:gd name="T7" fmla="*/ 9 h 14"/>
                <a:gd name="T8" fmla="*/ 0 w 18"/>
                <a:gd name="T9" fmla="*/ 5 h 14"/>
                <a:gd name="T10" fmla="*/ 4 w 18"/>
                <a:gd name="T11" fmla="*/ 0 h 14"/>
                <a:gd name="T12" fmla="*/ 13 w 18"/>
                <a:gd name="T13" fmla="*/ 0 h 14"/>
                <a:gd name="T14" fmla="*/ 18 w 18"/>
                <a:gd name="T15" fmla="*/ 5 h 14"/>
                <a:gd name="T16" fmla="*/ 18 w 18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4">
                  <a:moveTo>
                    <a:pt x="18" y="9"/>
                  </a:moveTo>
                  <a:cubicBezTo>
                    <a:pt x="18" y="12"/>
                    <a:pt x="16" y="14"/>
                    <a:pt x="13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8" y="2"/>
                    <a:pt x="18" y="5"/>
                  </a:cubicBezTo>
                  <a:lnTo>
                    <a:pt x="18" y="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2" name="ïśľi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6D7E961-A756-48EC-A519-4A7BAC5EFC22}"/>
                </a:ext>
              </a:extLst>
            </p:cNvPr>
            <p:cNvSpPr/>
            <p:nvPr/>
          </p:nvSpPr>
          <p:spPr bwMode="auto">
            <a:xfrm>
              <a:off x="6657904" y="2979860"/>
              <a:ext cx="46418" cy="32982"/>
            </a:xfrm>
            <a:custGeom>
              <a:avLst/>
              <a:gdLst>
                <a:gd name="T0" fmla="*/ 18 w 18"/>
                <a:gd name="T1" fmla="*/ 9 h 13"/>
                <a:gd name="T2" fmla="*/ 13 w 18"/>
                <a:gd name="T3" fmla="*/ 13 h 13"/>
                <a:gd name="T4" fmla="*/ 4 w 18"/>
                <a:gd name="T5" fmla="*/ 13 h 13"/>
                <a:gd name="T6" fmla="*/ 0 w 18"/>
                <a:gd name="T7" fmla="*/ 9 h 13"/>
                <a:gd name="T8" fmla="*/ 0 w 18"/>
                <a:gd name="T9" fmla="*/ 4 h 13"/>
                <a:gd name="T10" fmla="*/ 4 w 18"/>
                <a:gd name="T11" fmla="*/ 0 h 13"/>
                <a:gd name="T12" fmla="*/ 13 w 18"/>
                <a:gd name="T13" fmla="*/ 0 h 13"/>
                <a:gd name="T14" fmla="*/ 18 w 18"/>
                <a:gd name="T15" fmla="*/ 4 h 13"/>
                <a:gd name="T16" fmla="*/ 18 w 18"/>
                <a:gd name="T17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3">
                  <a:moveTo>
                    <a:pt x="18" y="9"/>
                  </a:moveTo>
                  <a:cubicBezTo>
                    <a:pt x="18" y="11"/>
                    <a:pt x="16" y="13"/>
                    <a:pt x="13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2" y="13"/>
                    <a:pt x="0" y="11"/>
                    <a:pt x="0" y="9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8" y="2"/>
                    <a:pt x="18" y="4"/>
                  </a:cubicBezTo>
                  <a:lnTo>
                    <a:pt x="18" y="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3" name="îsľî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5CE8913-2434-4B03-BE84-8D0608BC8CFE}"/>
                </a:ext>
              </a:extLst>
            </p:cNvPr>
            <p:cNvSpPr/>
            <p:nvPr/>
          </p:nvSpPr>
          <p:spPr bwMode="auto">
            <a:xfrm>
              <a:off x="8186041" y="2830833"/>
              <a:ext cx="35425" cy="35425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4" name="îṡľí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91FDD4D-B5F4-40D8-A2A5-09FCCD14B291}"/>
                </a:ext>
              </a:extLst>
            </p:cNvPr>
            <p:cNvSpPr/>
            <p:nvPr/>
          </p:nvSpPr>
          <p:spPr bwMode="auto">
            <a:xfrm>
              <a:off x="8115193" y="2857707"/>
              <a:ext cx="177123" cy="129482"/>
            </a:xfrm>
            <a:custGeom>
              <a:avLst/>
              <a:gdLst>
                <a:gd name="T0" fmla="*/ 68 w 70"/>
                <a:gd name="T1" fmla="*/ 46 h 51"/>
                <a:gd name="T2" fmla="*/ 60 w 70"/>
                <a:gd name="T3" fmla="*/ 36 h 51"/>
                <a:gd name="T4" fmla="*/ 60 w 70"/>
                <a:gd name="T5" fmla="*/ 35 h 51"/>
                <a:gd name="T6" fmla="*/ 44 w 70"/>
                <a:gd name="T7" fmla="*/ 0 h 51"/>
                <a:gd name="T8" fmla="*/ 35 w 70"/>
                <a:gd name="T9" fmla="*/ 6 h 51"/>
                <a:gd name="T10" fmla="*/ 26 w 70"/>
                <a:gd name="T11" fmla="*/ 0 h 51"/>
                <a:gd name="T12" fmla="*/ 10 w 70"/>
                <a:gd name="T13" fmla="*/ 35 h 51"/>
                <a:gd name="T14" fmla="*/ 10 w 70"/>
                <a:gd name="T15" fmla="*/ 36 h 51"/>
                <a:gd name="T16" fmla="*/ 2 w 70"/>
                <a:gd name="T17" fmla="*/ 46 h 51"/>
                <a:gd name="T18" fmla="*/ 5 w 70"/>
                <a:gd name="T19" fmla="*/ 51 h 51"/>
                <a:gd name="T20" fmla="*/ 65 w 70"/>
                <a:gd name="T21" fmla="*/ 51 h 51"/>
                <a:gd name="T22" fmla="*/ 68 w 70"/>
                <a:gd name="T23" fmla="*/ 4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51">
                  <a:moveTo>
                    <a:pt x="68" y="46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0" y="36"/>
                    <a:pt x="60" y="35"/>
                  </a:cubicBezTo>
                  <a:cubicBezTo>
                    <a:pt x="60" y="19"/>
                    <a:pt x="55" y="5"/>
                    <a:pt x="44" y="0"/>
                  </a:cubicBezTo>
                  <a:cubicBezTo>
                    <a:pt x="43" y="3"/>
                    <a:pt x="39" y="6"/>
                    <a:pt x="35" y="6"/>
                  </a:cubicBezTo>
                  <a:cubicBezTo>
                    <a:pt x="31" y="6"/>
                    <a:pt x="27" y="3"/>
                    <a:pt x="26" y="0"/>
                  </a:cubicBezTo>
                  <a:cubicBezTo>
                    <a:pt x="15" y="5"/>
                    <a:pt x="10" y="19"/>
                    <a:pt x="10" y="35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9"/>
                    <a:pt x="1" y="51"/>
                    <a:pt x="5" y="51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69" y="51"/>
                    <a:pt x="70" y="49"/>
                    <a:pt x="68" y="4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5" name="ïśḻ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706EC6B-B21E-4DA1-AE6F-46C39B1F1435}"/>
                </a:ext>
              </a:extLst>
            </p:cNvPr>
            <p:cNvSpPr/>
            <p:nvPr/>
          </p:nvSpPr>
          <p:spPr bwMode="auto">
            <a:xfrm>
              <a:off x="8188484" y="2994519"/>
              <a:ext cx="30539" cy="13437"/>
            </a:xfrm>
            <a:custGeom>
              <a:avLst/>
              <a:gdLst>
                <a:gd name="T0" fmla="*/ 0 w 12"/>
                <a:gd name="T1" fmla="*/ 0 h 5"/>
                <a:gd name="T2" fmla="*/ 6 w 12"/>
                <a:gd name="T3" fmla="*/ 5 h 5"/>
                <a:gd name="T4" fmla="*/ 12 w 12"/>
                <a:gd name="T5" fmla="*/ 0 h 5"/>
                <a:gd name="T6" fmla="*/ 0 w 12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5">
                  <a:moveTo>
                    <a:pt x="0" y="0"/>
                  </a:moveTo>
                  <a:cubicBezTo>
                    <a:pt x="0" y="3"/>
                    <a:pt x="3" y="5"/>
                    <a:pt x="6" y="5"/>
                  </a:cubicBezTo>
                  <a:cubicBezTo>
                    <a:pt x="9" y="5"/>
                    <a:pt x="12" y="3"/>
                    <a:pt x="12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6" name="i$ľ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480BADD-6CAE-432A-BB09-E55E234BB395}"/>
                </a:ext>
              </a:extLst>
            </p:cNvPr>
            <p:cNvSpPr/>
            <p:nvPr/>
          </p:nvSpPr>
          <p:spPr bwMode="auto">
            <a:xfrm>
              <a:off x="8716186" y="3340212"/>
              <a:ext cx="162464" cy="37868"/>
            </a:xfrm>
            <a:custGeom>
              <a:avLst/>
              <a:gdLst>
                <a:gd name="T0" fmla="*/ 59 w 64"/>
                <a:gd name="T1" fmla="*/ 15 h 15"/>
                <a:gd name="T2" fmla="*/ 64 w 64"/>
                <a:gd name="T3" fmla="*/ 15 h 15"/>
                <a:gd name="T4" fmla="*/ 64 w 64"/>
                <a:gd name="T5" fmla="*/ 9 h 15"/>
                <a:gd name="T6" fmla="*/ 64 w 64"/>
                <a:gd name="T7" fmla="*/ 4 h 15"/>
                <a:gd name="T8" fmla="*/ 61 w 64"/>
                <a:gd name="T9" fmla="*/ 0 h 15"/>
                <a:gd name="T10" fmla="*/ 3 w 64"/>
                <a:gd name="T11" fmla="*/ 0 h 15"/>
                <a:gd name="T12" fmla="*/ 0 w 64"/>
                <a:gd name="T13" fmla="*/ 4 h 15"/>
                <a:gd name="T14" fmla="*/ 0 w 64"/>
                <a:gd name="T15" fmla="*/ 9 h 15"/>
                <a:gd name="T16" fmla="*/ 0 w 64"/>
                <a:gd name="T17" fmla="*/ 15 h 15"/>
                <a:gd name="T18" fmla="*/ 5 w 64"/>
                <a:gd name="T19" fmla="*/ 15 h 15"/>
                <a:gd name="T20" fmla="*/ 59 w 64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4" h="15">
                  <a:moveTo>
                    <a:pt x="59" y="15"/>
                  </a:moveTo>
                  <a:cubicBezTo>
                    <a:pt x="64" y="15"/>
                    <a:pt x="64" y="15"/>
                    <a:pt x="64" y="15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3" y="0"/>
                    <a:pt x="6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lnTo>
                    <a:pt x="59" y="1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7" name="ïṧ1ï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7EAA558-F0B9-422E-B874-5B0E0D5D1568}"/>
                </a:ext>
              </a:extLst>
            </p:cNvPr>
            <p:cNvSpPr/>
            <p:nvPr/>
          </p:nvSpPr>
          <p:spPr bwMode="auto">
            <a:xfrm>
              <a:off x="8762605" y="3317003"/>
              <a:ext cx="70849" cy="14658"/>
            </a:xfrm>
            <a:custGeom>
              <a:avLst/>
              <a:gdLst>
                <a:gd name="T0" fmla="*/ 28 w 28"/>
                <a:gd name="T1" fmla="*/ 6 h 6"/>
                <a:gd name="T2" fmla="*/ 28 w 28"/>
                <a:gd name="T3" fmla="*/ 4 h 6"/>
                <a:gd name="T4" fmla="*/ 25 w 28"/>
                <a:gd name="T5" fmla="*/ 0 h 6"/>
                <a:gd name="T6" fmla="*/ 3 w 28"/>
                <a:gd name="T7" fmla="*/ 0 h 6"/>
                <a:gd name="T8" fmla="*/ 0 w 28"/>
                <a:gd name="T9" fmla="*/ 4 h 6"/>
                <a:gd name="T10" fmla="*/ 0 w 28"/>
                <a:gd name="T11" fmla="*/ 6 h 6"/>
                <a:gd name="T12" fmla="*/ 28 w 2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6">
                  <a:moveTo>
                    <a:pt x="28" y="6"/>
                  </a:moveTo>
                  <a:cubicBezTo>
                    <a:pt x="28" y="4"/>
                    <a:pt x="28" y="4"/>
                    <a:pt x="28" y="4"/>
                  </a:cubicBezTo>
                  <a:cubicBezTo>
                    <a:pt x="28" y="2"/>
                    <a:pt x="27" y="0"/>
                    <a:pt x="2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lnTo>
                    <a:pt x="28" y="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8" name="iṡ1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7ACC0A5-07B1-49D1-AE01-B521A3390D49}"/>
                </a:ext>
              </a:extLst>
            </p:cNvPr>
            <p:cNvSpPr/>
            <p:nvPr/>
          </p:nvSpPr>
          <p:spPr bwMode="auto">
            <a:xfrm>
              <a:off x="8723516" y="3385409"/>
              <a:ext cx="147806" cy="118489"/>
            </a:xfrm>
            <a:custGeom>
              <a:avLst/>
              <a:gdLst>
                <a:gd name="T0" fmla="*/ 0 w 58"/>
                <a:gd name="T1" fmla="*/ 0 h 47"/>
                <a:gd name="T2" fmla="*/ 0 w 58"/>
                <a:gd name="T3" fmla="*/ 43 h 47"/>
                <a:gd name="T4" fmla="*/ 4 w 58"/>
                <a:gd name="T5" fmla="*/ 47 h 47"/>
                <a:gd name="T6" fmla="*/ 54 w 58"/>
                <a:gd name="T7" fmla="*/ 47 h 47"/>
                <a:gd name="T8" fmla="*/ 58 w 58"/>
                <a:gd name="T9" fmla="*/ 43 h 47"/>
                <a:gd name="T10" fmla="*/ 58 w 58"/>
                <a:gd name="T11" fmla="*/ 0 h 47"/>
                <a:gd name="T12" fmla="*/ 0 w 58"/>
                <a:gd name="T13" fmla="*/ 0 h 47"/>
                <a:gd name="T14" fmla="*/ 18 w 58"/>
                <a:gd name="T15" fmla="*/ 36 h 47"/>
                <a:gd name="T16" fmla="*/ 15 w 58"/>
                <a:gd name="T17" fmla="*/ 40 h 47"/>
                <a:gd name="T18" fmla="*/ 11 w 58"/>
                <a:gd name="T19" fmla="*/ 36 h 47"/>
                <a:gd name="T20" fmla="*/ 11 w 58"/>
                <a:gd name="T21" fmla="*/ 9 h 47"/>
                <a:gd name="T22" fmla="*/ 15 w 58"/>
                <a:gd name="T23" fmla="*/ 6 h 47"/>
                <a:gd name="T24" fmla="*/ 18 w 58"/>
                <a:gd name="T25" fmla="*/ 9 h 47"/>
                <a:gd name="T26" fmla="*/ 18 w 58"/>
                <a:gd name="T27" fmla="*/ 36 h 47"/>
                <a:gd name="T28" fmla="*/ 33 w 58"/>
                <a:gd name="T29" fmla="*/ 36 h 47"/>
                <a:gd name="T30" fmla="*/ 29 w 58"/>
                <a:gd name="T31" fmla="*/ 40 h 47"/>
                <a:gd name="T32" fmla="*/ 25 w 58"/>
                <a:gd name="T33" fmla="*/ 36 h 47"/>
                <a:gd name="T34" fmla="*/ 25 w 58"/>
                <a:gd name="T35" fmla="*/ 9 h 47"/>
                <a:gd name="T36" fmla="*/ 29 w 58"/>
                <a:gd name="T37" fmla="*/ 6 h 47"/>
                <a:gd name="T38" fmla="*/ 33 w 58"/>
                <a:gd name="T39" fmla="*/ 9 h 47"/>
                <a:gd name="T40" fmla="*/ 33 w 58"/>
                <a:gd name="T41" fmla="*/ 36 h 47"/>
                <a:gd name="T42" fmla="*/ 47 w 58"/>
                <a:gd name="T43" fmla="*/ 36 h 47"/>
                <a:gd name="T44" fmla="*/ 43 w 58"/>
                <a:gd name="T45" fmla="*/ 40 h 47"/>
                <a:gd name="T46" fmla="*/ 40 w 58"/>
                <a:gd name="T47" fmla="*/ 36 h 47"/>
                <a:gd name="T48" fmla="*/ 40 w 58"/>
                <a:gd name="T49" fmla="*/ 9 h 47"/>
                <a:gd name="T50" fmla="*/ 43 w 58"/>
                <a:gd name="T51" fmla="*/ 6 h 47"/>
                <a:gd name="T52" fmla="*/ 47 w 58"/>
                <a:gd name="T53" fmla="*/ 9 h 47"/>
                <a:gd name="T54" fmla="*/ 47 w 58"/>
                <a:gd name="T55" fmla="*/ 3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8" h="47">
                  <a:moveTo>
                    <a:pt x="0" y="0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5"/>
                    <a:pt x="2" y="47"/>
                    <a:pt x="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6" y="47"/>
                    <a:pt x="58" y="45"/>
                    <a:pt x="58" y="43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0" y="0"/>
                  </a:lnTo>
                  <a:close/>
                  <a:moveTo>
                    <a:pt x="18" y="36"/>
                  </a:moveTo>
                  <a:cubicBezTo>
                    <a:pt x="18" y="38"/>
                    <a:pt x="17" y="40"/>
                    <a:pt x="15" y="40"/>
                  </a:cubicBezTo>
                  <a:cubicBezTo>
                    <a:pt x="13" y="40"/>
                    <a:pt x="11" y="38"/>
                    <a:pt x="11" y="36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7"/>
                    <a:pt x="13" y="6"/>
                    <a:pt x="15" y="6"/>
                  </a:cubicBezTo>
                  <a:cubicBezTo>
                    <a:pt x="17" y="6"/>
                    <a:pt x="18" y="7"/>
                    <a:pt x="18" y="9"/>
                  </a:cubicBezTo>
                  <a:lnTo>
                    <a:pt x="18" y="36"/>
                  </a:lnTo>
                  <a:close/>
                  <a:moveTo>
                    <a:pt x="33" y="36"/>
                  </a:moveTo>
                  <a:cubicBezTo>
                    <a:pt x="33" y="38"/>
                    <a:pt x="31" y="40"/>
                    <a:pt x="29" y="40"/>
                  </a:cubicBezTo>
                  <a:cubicBezTo>
                    <a:pt x="27" y="40"/>
                    <a:pt x="25" y="38"/>
                    <a:pt x="25" y="36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7"/>
                    <a:pt x="27" y="6"/>
                    <a:pt x="29" y="6"/>
                  </a:cubicBezTo>
                  <a:cubicBezTo>
                    <a:pt x="31" y="6"/>
                    <a:pt x="33" y="7"/>
                    <a:pt x="33" y="9"/>
                  </a:cubicBezTo>
                  <a:lnTo>
                    <a:pt x="33" y="36"/>
                  </a:lnTo>
                  <a:close/>
                  <a:moveTo>
                    <a:pt x="47" y="36"/>
                  </a:moveTo>
                  <a:cubicBezTo>
                    <a:pt x="47" y="38"/>
                    <a:pt x="45" y="40"/>
                    <a:pt x="43" y="40"/>
                  </a:cubicBezTo>
                  <a:cubicBezTo>
                    <a:pt x="41" y="40"/>
                    <a:pt x="40" y="38"/>
                    <a:pt x="40" y="36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7"/>
                    <a:pt x="41" y="6"/>
                    <a:pt x="43" y="6"/>
                  </a:cubicBezTo>
                  <a:cubicBezTo>
                    <a:pt x="45" y="6"/>
                    <a:pt x="47" y="7"/>
                    <a:pt x="47" y="9"/>
                  </a:cubicBezTo>
                  <a:lnTo>
                    <a:pt x="47" y="3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9" name="iṣļí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FD1E3D3-3979-450B-8335-6461EFF5E2D0}"/>
                </a:ext>
              </a:extLst>
            </p:cNvPr>
            <p:cNvSpPr/>
            <p:nvPr/>
          </p:nvSpPr>
          <p:spPr bwMode="auto">
            <a:xfrm>
              <a:off x="6361072" y="2992075"/>
              <a:ext cx="164907" cy="35425"/>
            </a:xfrm>
            <a:custGeom>
              <a:avLst/>
              <a:gdLst>
                <a:gd name="T0" fmla="*/ 59 w 65"/>
                <a:gd name="T1" fmla="*/ 14 h 14"/>
                <a:gd name="T2" fmla="*/ 65 w 65"/>
                <a:gd name="T3" fmla="*/ 14 h 14"/>
                <a:gd name="T4" fmla="*/ 65 w 65"/>
                <a:gd name="T5" fmla="*/ 9 h 14"/>
                <a:gd name="T6" fmla="*/ 65 w 65"/>
                <a:gd name="T7" fmla="*/ 4 h 14"/>
                <a:gd name="T8" fmla="*/ 61 w 65"/>
                <a:gd name="T9" fmla="*/ 0 h 14"/>
                <a:gd name="T10" fmla="*/ 3 w 65"/>
                <a:gd name="T11" fmla="*/ 0 h 14"/>
                <a:gd name="T12" fmla="*/ 0 w 65"/>
                <a:gd name="T13" fmla="*/ 4 h 14"/>
                <a:gd name="T14" fmla="*/ 0 w 65"/>
                <a:gd name="T15" fmla="*/ 9 h 14"/>
                <a:gd name="T16" fmla="*/ 0 w 65"/>
                <a:gd name="T17" fmla="*/ 14 h 14"/>
                <a:gd name="T18" fmla="*/ 5 w 65"/>
                <a:gd name="T19" fmla="*/ 14 h 14"/>
                <a:gd name="T20" fmla="*/ 59 w 65"/>
                <a:gd name="T2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4">
                  <a:moveTo>
                    <a:pt x="59" y="14"/>
                  </a:moveTo>
                  <a:cubicBezTo>
                    <a:pt x="65" y="14"/>
                    <a:pt x="65" y="14"/>
                    <a:pt x="65" y="14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2"/>
                    <a:pt x="63" y="0"/>
                    <a:pt x="6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14"/>
                    <a:pt x="5" y="14"/>
                    <a:pt x="5" y="14"/>
                  </a:cubicBezTo>
                  <a:lnTo>
                    <a:pt x="59" y="1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0" name="ïṡļí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89B1A7D-7D6E-4709-A998-B96629B551B9}"/>
                </a:ext>
              </a:extLst>
            </p:cNvPr>
            <p:cNvSpPr/>
            <p:nvPr/>
          </p:nvSpPr>
          <p:spPr bwMode="auto">
            <a:xfrm>
              <a:off x="6406269" y="2970088"/>
              <a:ext cx="74514" cy="12215"/>
            </a:xfrm>
            <a:custGeom>
              <a:avLst/>
              <a:gdLst>
                <a:gd name="T0" fmla="*/ 29 w 29"/>
                <a:gd name="T1" fmla="*/ 5 h 5"/>
                <a:gd name="T2" fmla="*/ 29 w 29"/>
                <a:gd name="T3" fmla="*/ 4 h 5"/>
                <a:gd name="T4" fmla="*/ 25 w 29"/>
                <a:gd name="T5" fmla="*/ 0 h 5"/>
                <a:gd name="T6" fmla="*/ 3 w 29"/>
                <a:gd name="T7" fmla="*/ 0 h 5"/>
                <a:gd name="T8" fmla="*/ 0 w 29"/>
                <a:gd name="T9" fmla="*/ 4 h 5"/>
                <a:gd name="T10" fmla="*/ 0 w 29"/>
                <a:gd name="T11" fmla="*/ 5 h 5"/>
                <a:gd name="T12" fmla="*/ 29 w 29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5">
                  <a:moveTo>
                    <a:pt x="29" y="5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lnTo>
                    <a:pt x="29" y="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1" name="iṡļ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B137539-3EB9-426E-AB85-0FF4874A15F1}"/>
                </a:ext>
              </a:extLst>
            </p:cNvPr>
            <p:cNvSpPr/>
            <p:nvPr/>
          </p:nvSpPr>
          <p:spPr bwMode="auto">
            <a:xfrm>
              <a:off x="6368402" y="3038494"/>
              <a:ext cx="147806" cy="118489"/>
            </a:xfrm>
            <a:custGeom>
              <a:avLst/>
              <a:gdLst>
                <a:gd name="T0" fmla="*/ 0 w 58"/>
                <a:gd name="T1" fmla="*/ 0 h 47"/>
                <a:gd name="T2" fmla="*/ 0 w 58"/>
                <a:gd name="T3" fmla="*/ 43 h 47"/>
                <a:gd name="T4" fmla="*/ 4 w 58"/>
                <a:gd name="T5" fmla="*/ 47 h 47"/>
                <a:gd name="T6" fmla="*/ 54 w 58"/>
                <a:gd name="T7" fmla="*/ 47 h 47"/>
                <a:gd name="T8" fmla="*/ 58 w 58"/>
                <a:gd name="T9" fmla="*/ 43 h 47"/>
                <a:gd name="T10" fmla="*/ 58 w 58"/>
                <a:gd name="T11" fmla="*/ 0 h 47"/>
                <a:gd name="T12" fmla="*/ 0 w 58"/>
                <a:gd name="T13" fmla="*/ 0 h 47"/>
                <a:gd name="T14" fmla="*/ 18 w 58"/>
                <a:gd name="T15" fmla="*/ 36 h 47"/>
                <a:gd name="T16" fmla="*/ 15 w 58"/>
                <a:gd name="T17" fmla="*/ 40 h 47"/>
                <a:gd name="T18" fmla="*/ 11 w 58"/>
                <a:gd name="T19" fmla="*/ 36 h 47"/>
                <a:gd name="T20" fmla="*/ 11 w 58"/>
                <a:gd name="T21" fmla="*/ 9 h 47"/>
                <a:gd name="T22" fmla="*/ 15 w 58"/>
                <a:gd name="T23" fmla="*/ 5 h 47"/>
                <a:gd name="T24" fmla="*/ 18 w 58"/>
                <a:gd name="T25" fmla="*/ 9 h 47"/>
                <a:gd name="T26" fmla="*/ 18 w 58"/>
                <a:gd name="T27" fmla="*/ 36 h 47"/>
                <a:gd name="T28" fmla="*/ 33 w 58"/>
                <a:gd name="T29" fmla="*/ 36 h 47"/>
                <a:gd name="T30" fmla="*/ 29 w 58"/>
                <a:gd name="T31" fmla="*/ 40 h 47"/>
                <a:gd name="T32" fmla="*/ 26 w 58"/>
                <a:gd name="T33" fmla="*/ 36 h 47"/>
                <a:gd name="T34" fmla="*/ 26 w 58"/>
                <a:gd name="T35" fmla="*/ 9 h 47"/>
                <a:gd name="T36" fmla="*/ 29 w 58"/>
                <a:gd name="T37" fmla="*/ 5 h 47"/>
                <a:gd name="T38" fmla="*/ 33 w 58"/>
                <a:gd name="T39" fmla="*/ 9 h 47"/>
                <a:gd name="T40" fmla="*/ 33 w 58"/>
                <a:gd name="T41" fmla="*/ 36 h 47"/>
                <a:gd name="T42" fmla="*/ 47 w 58"/>
                <a:gd name="T43" fmla="*/ 36 h 47"/>
                <a:gd name="T44" fmla="*/ 44 w 58"/>
                <a:gd name="T45" fmla="*/ 40 h 47"/>
                <a:gd name="T46" fmla="*/ 40 w 58"/>
                <a:gd name="T47" fmla="*/ 36 h 47"/>
                <a:gd name="T48" fmla="*/ 40 w 58"/>
                <a:gd name="T49" fmla="*/ 9 h 47"/>
                <a:gd name="T50" fmla="*/ 44 w 58"/>
                <a:gd name="T51" fmla="*/ 5 h 47"/>
                <a:gd name="T52" fmla="*/ 47 w 58"/>
                <a:gd name="T53" fmla="*/ 9 h 47"/>
                <a:gd name="T54" fmla="*/ 47 w 58"/>
                <a:gd name="T55" fmla="*/ 3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8" h="47">
                  <a:moveTo>
                    <a:pt x="0" y="0"/>
                  </a:moveTo>
                  <a:cubicBezTo>
                    <a:pt x="0" y="43"/>
                    <a:pt x="0" y="43"/>
                    <a:pt x="0" y="43"/>
                  </a:cubicBezTo>
                  <a:cubicBezTo>
                    <a:pt x="0" y="45"/>
                    <a:pt x="2" y="47"/>
                    <a:pt x="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6" y="47"/>
                    <a:pt x="58" y="45"/>
                    <a:pt x="58" y="43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0" y="0"/>
                  </a:lnTo>
                  <a:close/>
                  <a:moveTo>
                    <a:pt x="18" y="36"/>
                  </a:moveTo>
                  <a:cubicBezTo>
                    <a:pt x="18" y="38"/>
                    <a:pt x="17" y="40"/>
                    <a:pt x="15" y="40"/>
                  </a:cubicBezTo>
                  <a:cubicBezTo>
                    <a:pt x="13" y="40"/>
                    <a:pt x="11" y="38"/>
                    <a:pt x="11" y="36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7"/>
                    <a:pt x="13" y="5"/>
                    <a:pt x="15" y="5"/>
                  </a:cubicBezTo>
                  <a:cubicBezTo>
                    <a:pt x="17" y="5"/>
                    <a:pt x="18" y="7"/>
                    <a:pt x="18" y="9"/>
                  </a:cubicBezTo>
                  <a:lnTo>
                    <a:pt x="18" y="36"/>
                  </a:lnTo>
                  <a:close/>
                  <a:moveTo>
                    <a:pt x="33" y="36"/>
                  </a:moveTo>
                  <a:cubicBezTo>
                    <a:pt x="33" y="38"/>
                    <a:pt x="31" y="40"/>
                    <a:pt x="29" y="40"/>
                  </a:cubicBezTo>
                  <a:cubicBezTo>
                    <a:pt x="27" y="40"/>
                    <a:pt x="26" y="38"/>
                    <a:pt x="26" y="36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7"/>
                    <a:pt x="27" y="5"/>
                    <a:pt x="29" y="5"/>
                  </a:cubicBezTo>
                  <a:cubicBezTo>
                    <a:pt x="31" y="5"/>
                    <a:pt x="33" y="7"/>
                    <a:pt x="33" y="9"/>
                  </a:cubicBezTo>
                  <a:lnTo>
                    <a:pt x="33" y="36"/>
                  </a:lnTo>
                  <a:close/>
                  <a:moveTo>
                    <a:pt x="47" y="36"/>
                  </a:moveTo>
                  <a:cubicBezTo>
                    <a:pt x="47" y="38"/>
                    <a:pt x="46" y="40"/>
                    <a:pt x="44" y="40"/>
                  </a:cubicBezTo>
                  <a:cubicBezTo>
                    <a:pt x="42" y="40"/>
                    <a:pt x="40" y="38"/>
                    <a:pt x="40" y="36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7"/>
                    <a:pt x="42" y="5"/>
                    <a:pt x="44" y="5"/>
                  </a:cubicBezTo>
                  <a:cubicBezTo>
                    <a:pt x="46" y="5"/>
                    <a:pt x="47" y="7"/>
                    <a:pt x="47" y="9"/>
                  </a:cubicBezTo>
                  <a:lnTo>
                    <a:pt x="47" y="3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2" name="îṩ1i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A8B386E-5D35-48C3-BF51-B9DA6DB47BEB}"/>
                </a:ext>
              </a:extLst>
            </p:cNvPr>
            <p:cNvSpPr/>
            <p:nvPr/>
          </p:nvSpPr>
          <p:spPr bwMode="auto">
            <a:xfrm>
              <a:off x="3970534" y="4246588"/>
              <a:ext cx="134369" cy="180787"/>
            </a:xfrm>
            <a:custGeom>
              <a:avLst/>
              <a:gdLst>
                <a:gd name="T0" fmla="*/ 46 w 53"/>
                <a:gd name="T1" fmla="*/ 0 h 71"/>
                <a:gd name="T2" fmla="*/ 7 w 53"/>
                <a:gd name="T3" fmla="*/ 0 h 71"/>
                <a:gd name="T4" fmla="*/ 0 w 53"/>
                <a:gd name="T5" fmla="*/ 7 h 71"/>
                <a:gd name="T6" fmla="*/ 0 w 53"/>
                <a:gd name="T7" fmla="*/ 64 h 71"/>
                <a:gd name="T8" fmla="*/ 7 w 53"/>
                <a:gd name="T9" fmla="*/ 71 h 71"/>
                <a:gd name="T10" fmla="*/ 46 w 53"/>
                <a:gd name="T11" fmla="*/ 71 h 71"/>
                <a:gd name="T12" fmla="*/ 53 w 53"/>
                <a:gd name="T13" fmla="*/ 64 h 71"/>
                <a:gd name="T14" fmla="*/ 53 w 53"/>
                <a:gd name="T15" fmla="*/ 7 h 71"/>
                <a:gd name="T16" fmla="*/ 46 w 53"/>
                <a:gd name="T17" fmla="*/ 0 h 71"/>
                <a:gd name="T18" fmla="*/ 18 w 53"/>
                <a:gd name="T19" fmla="*/ 60 h 71"/>
                <a:gd name="T20" fmla="*/ 9 w 53"/>
                <a:gd name="T21" fmla="*/ 60 h 71"/>
                <a:gd name="T22" fmla="*/ 6 w 53"/>
                <a:gd name="T23" fmla="*/ 57 h 71"/>
                <a:gd name="T24" fmla="*/ 9 w 53"/>
                <a:gd name="T25" fmla="*/ 55 h 71"/>
                <a:gd name="T26" fmla="*/ 18 w 53"/>
                <a:gd name="T27" fmla="*/ 55 h 71"/>
                <a:gd name="T28" fmla="*/ 21 w 53"/>
                <a:gd name="T29" fmla="*/ 57 h 71"/>
                <a:gd name="T30" fmla="*/ 18 w 53"/>
                <a:gd name="T31" fmla="*/ 60 h 71"/>
                <a:gd name="T32" fmla="*/ 26 w 53"/>
                <a:gd name="T33" fmla="*/ 60 h 71"/>
                <a:gd name="T34" fmla="*/ 23 w 53"/>
                <a:gd name="T35" fmla="*/ 57 h 71"/>
                <a:gd name="T36" fmla="*/ 26 w 53"/>
                <a:gd name="T37" fmla="*/ 54 h 71"/>
                <a:gd name="T38" fmla="*/ 29 w 53"/>
                <a:gd name="T39" fmla="*/ 57 h 71"/>
                <a:gd name="T40" fmla="*/ 26 w 53"/>
                <a:gd name="T41" fmla="*/ 60 h 71"/>
                <a:gd name="T42" fmla="*/ 44 w 53"/>
                <a:gd name="T43" fmla="*/ 60 h 71"/>
                <a:gd name="T44" fmla="*/ 34 w 53"/>
                <a:gd name="T45" fmla="*/ 60 h 71"/>
                <a:gd name="T46" fmla="*/ 32 w 53"/>
                <a:gd name="T47" fmla="*/ 57 h 71"/>
                <a:gd name="T48" fmla="*/ 34 w 53"/>
                <a:gd name="T49" fmla="*/ 55 h 71"/>
                <a:gd name="T50" fmla="*/ 44 w 53"/>
                <a:gd name="T51" fmla="*/ 55 h 71"/>
                <a:gd name="T52" fmla="*/ 46 w 53"/>
                <a:gd name="T53" fmla="*/ 57 h 71"/>
                <a:gd name="T54" fmla="*/ 44 w 53"/>
                <a:gd name="T55" fmla="*/ 60 h 71"/>
                <a:gd name="T56" fmla="*/ 47 w 53"/>
                <a:gd name="T57" fmla="*/ 48 h 71"/>
                <a:gd name="T58" fmla="*/ 6 w 53"/>
                <a:gd name="T59" fmla="*/ 48 h 71"/>
                <a:gd name="T60" fmla="*/ 6 w 53"/>
                <a:gd name="T61" fmla="*/ 9 h 71"/>
                <a:gd name="T62" fmla="*/ 7 w 53"/>
                <a:gd name="T63" fmla="*/ 8 h 71"/>
                <a:gd name="T64" fmla="*/ 46 w 53"/>
                <a:gd name="T65" fmla="*/ 8 h 71"/>
                <a:gd name="T66" fmla="*/ 47 w 53"/>
                <a:gd name="T67" fmla="*/ 9 h 71"/>
                <a:gd name="T68" fmla="*/ 47 w 53"/>
                <a:gd name="T69" fmla="*/ 4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71">
                  <a:moveTo>
                    <a:pt x="46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3" y="71"/>
                    <a:pt x="7" y="71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50" y="71"/>
                    <a:pt x="53" y="68"/>
                    <a:pt x="53" y="6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50" y="0"/>
                    <a:pt x="46" y="0"/>
                  </a:cubicBezTo>
                  <a:close/>
                  <a:moveTo>
                    <a:pt x="18" y="60"/>
                  </a:moveTo>
                  <a:cubicBezTo>
                    <a:pt x="9" y="60"/>
                    <a:pt x="9" y="60"/>
                    <a:pt x="9" y="60"/>
                  </a:cubicBezTo>
                  <a:cubicBezTo>
                    <a:pt x="8" y="60"/>
                    <a:pt x="6" y="58"/>
                    <a:pt x="6" y="57"/>
                  </a:cubicBezTo>
                  <a:cubicBezTo>
                    <a:pt x="6" y="56"/>
                    <a:pt x="8" y="55"/>
                    <a:pt x="9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20" y="55"/>
                    <a:pt x="21" y="56"/>
                    <a:pt x="21" y="57"/>
                  </a:cubicBezTo>
                  <a:cubicBezTo>
                    <a:pt x="21" y="58"/>
                    <a:pt x="20" y="60"/>
                    <a:pt x="18" y="60"/>
                  </a:cubicBezTo>
                  <a:close/>
                  <a:moveTo>
                    <a:pt x="26" y="60"/>
                  </a:moveTo>
                  <a:cubicBezTo>
                    <a:pt x="24" y="60"/>
                    <a:pt x="23" y="59"/>
                    <a:pt x="23" y="57"/>
                  </a:cubicBezTo>
                  <a:cubicBezTo>
                    <a:pt x="23" y="56"/>
                    <a:pt x="24" y="54"/>
                    <a:pt x="26" y="54"/>
                  </a:cubicBezTo>
                  <a:cubicBezTo>
                    <a:pt x="28" y="54"/>
                    <a:pt x="29" y="56"/>
                    <a:pt x="29" y="57"/>
                  </a:cubicBezTo>
                  <a:cubicBezTo>
                    <a:pt x="29" y="59"/>
                    <a:pt x="28" y="60"/>
                    <a:pt x="26" y="60"/>
                  </a:cubicBezTo>
                  <a:close/>
                  <a:moveTo>
                    <a:pt x="44" y="60"/>
                  </a:moveTo>
                  <a:cubicBezTo>
                    <a:pt x="34" y="60"/>
                    <a:pt x="34" y="60"/>
                    <a:pt x="34" y="60"/>
                  </a:cubicBezTo>
                  <a:cubicBezTo>
                    <a:pt x="33" y="60"/>
                    <a:pt x="32" y="58"/>
                    <a:pt x="32" y="57"/>
                  </a:cubicBezTo>
                  <a:cubicBezTo>
                    <a:pt x="32" y="56"/>
                    <a:pt x="33" y="55"/>
                    <a:pt x="34" y="55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5" y="55"/>
                    <a:pt x="46" y="56"/>
                    <a:pt x="46" y="57"/>
                  </a:cubicBezTo>
                  <a:cubicBezTo>
                    <a:pt x="46" y="58"/>
                    <a:pt x="45" y="60"/>
                    <a:pt x="44" y="60"/>
                  </a:cubicBezTo>
                  <a:close/>
                  <a:moveTo>
                    <a:pt x="47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8"/>
                    <a:pt x="6" y="8"/>
                    <a:pt x="7" y="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6" y="8"/>
                    <a:pt x="47" y="8"/>
                    <a:pt x="47" y="9"/>
                  </a:cubicBezTo>
                  <a:lnTo>
                    <a:pt x="47" y="4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3" name="îšļi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8234E31-D8D4-48BB-8E51-13C73A878EED}"/>
                </a:ext>
              </a:extLst>
            </p:cNvPr>
            <p:cNvSpPr/>
            <p:nvPr/>
          </p:nvSpPr>
          <p:spPr bwMode="auto">
            <a:xfrm>
              <a:off x="3716455" y="4168410"/>
              <a:ext cx="207660" cy="169793"/>
            </a:xfrm>
            <a:custGeom>
              <a:avLst/>
              <a:gdLst>
                <a:gd name="T0" fmla="*/ 74 w 82"/>
                <a:gd name="T1" fmla="*/ 0 h 67"/>
                <a:gd name="T2" fmla="*/ 8 w 82"/>
                <a:gd name="T3" fmla="*/ 0 h 67"/>
                <a:gd name="T4" fmla="*/ 0 w 82"/>
                <a:gd name="T5" fmla="*/ 8 h 67"/>
                <a:gd name="T6" fmla="*/ 0 w 82"/>
                <a:gd name="T7" fmla="*/ 59 h 67"/>
                <a:gd name="T8" fmla="*/ 8 w 82"/>
                <a:gd name="T9" fmla="*/ 67 h 67"/>
                <a:gd name="T10" fmla="*/ 74 w 82"/>
                <a:gd name="T11" fmla="*/ 67 h 67"/>
                <a:gd name="T12" fmla="*/ 82 w 82"/>
                <a:gd name="T13" fmla="*/ 59 h 67"/>
                <a:gd name="T14" fmla="*/ 82 w 82"/>
                <a:gd name="T15" fmla="*/ 8 h 67"/>
                <a:gd name="T16" fmla="*/ 74 w 82"/>
                <a:gd name="T17" fmla="*/ 0 h 67"/>
                <a:gd name="T18" fmla="*/ 74 w 82"/>
                <a:gd name="T19" fmla="*/ 59 h 67"/>
                <a:gd name="T20" fmla="*/ 8 w 82"/>
                <a:gd name="T21" fmla="*/ 59 h 67"/>
                <a:gd name="T22" fmla="*/ 8 w 82"/>
                <a:gd name="T23" fmla="*/ 8 h 67"/>
                <a:gd name="T24" fmla="*/ 74 w 82"/>
                <a:gd name="T25" fmla="*/ 8 h 67"/>
                <a:gd name="T26" fmla="*/ 74 w 82"/>
                <a:gd name="T27" fmla="*/ 59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2" h="67">
                  <a:moveTo>
                    <a:pt x="7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3"/>
                    <a:pt x="4" y="67"/>
                    <a:pt x="8" y="67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9" y="67"/>
                    <a:pt x="82" y="63"/>
                    <a:pt x="82" y="59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3"/>
                    <a:pt x="79" y="0"/>
                    <a:pt x="74" y="0"/>
                  </a:cubicBezTo>
                  <a:close/>
                  <a:moveTo>
                    <a:pt x="74" y="59"/>
                  </a:moveTo>
                  <a:cubicBezTo>
                    <a:pt x="8" y="59"/>
                    <a:pt x="8" y="59"/>
                    <a:pt x="8" y="5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4" y="8"/>
                    <a:pt x="74" y="8"/>
                    <a:pt x="74" y="8"/>
                  </a:cubicBezTo>
                  <a:lnTo>
                    <a:pt x="74" y="5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4" name="iṡ1î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FBB2363-C6CE-4AC6-8AD8-C625030AEF2D}"/>
                </a:ext>
              </a:extLst>
            </p:cNvPr>
            <p:cNvSpPr/>
            <p:nvPr/>
          </p:nvSpPr>
          <p:spPr bwMode="auto">
            <a:xfrm>
              <a:off x="3756766" y="4213607"/>
              <a:ext cx="129482" cy="73292"/>
            </a:xfrm>
            <a:custGeom>
              <a:avLst/>
              <a:gdLst>
                <a:gd name="T0" fmla="*/ 23 w 51"/>
                <a:gd name="T1" fmla="*/ 29 h 29"/>
                <a:gd name="T2" fmla="*/ 51 w 51"/>
                <a:gd name="T3" fmla="*/ 29 h 29"/>
                <a:gd name="T4" fmla="*/ 37 w 51"/>
                <a:gd name="T5" fmla="*/ 7 h 29"/>
                <a:gd name="T6" fmla="*/ 33 w 51"/>
                <a:gd name="T7" fmla="*/ 13 h 29"/>
                <a:gd name="T8" fmla="*/ 30 w 51"/>
                <a:gd name="T9" fmla="*/ 18 h 29"/>
                <a:gd name="T10" fmla="*/ 30 w 51"/>
                <a:gd name="T11" fmla="*/ 18 h 29"/>
                <a:gd name="T12" fmla="*/ 26 w 51"/>
                <a:gd name="T13" fmla="*/ 24 h 29"/>
                <a:gd name="T14" fmla="*/ 24 w 51"/>
                <a:gd name="T15" fmla="*/ 25 h 29"/>
                <a:gd name="T16" fmla="*/ 23 w 51"/>
                <a:gd name="T17" fmla="*/ 23 h 29"/>
                <a:gd name="T18" fmla="*/ 28 w 51"/>
                <a:gd name="T19" fmla="*/ 15 h 29"/>
                <a:gd name="T20" fmla="*/ 18 w 51"/>
                <a:gd name="T21" fmla="*/ 0 h 29"/>
                <a:gd name="T22" fmla="*/ 0 w 51"/>
                <a:gd name="T23" fmla="*/ 29 h 29"/>
                <a:gd name="T24" fmla="*/ 24 w 51"/>
                <a:gd name="T25" fmla="*/ 29 h 29"/>
                <a:gd name="T26" fmla="*/ 23 w 51"/>
                <a:gd name="T2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29">
                  <a:moveTo>
                    <a:pt x="23" y="29"/>
                  </a:moveTo>
                  <a:cubicBezTo>
                    <a:pt x="51" y="29"/>
                    <a:pt x="51" y="29"/>
                    <a:pt x="51" y="29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5"/>
                    <a:pt x="25" y="25"/>
                    <a:pt x="24" y="25"/>
                  </a:cubicBezTo>
                  <a:cubicBezTo>
                    <a:pt x="23" y="24"/>
                    <a:pt x="23" y="23"/>
                    <a:pt x="23" y="23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24" y="29"/>
                    <a:pt x="24" y="29"/>
                    <a:pt x="24" y="29"/>
                  </a:cubicBezTo>
                  <a:lnTo>
                    <a:pt x="23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5" name="íṥli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575D24D-9666-4BF0-91AA-934CB6B9EB03}"/>
                </a:ext>
              </a:extLst>
            </p:cNvPr>
            <p:cNvSpPr/>
            <p:nvPr/>
          </p:nvSpPr>
          <p:spPr bwMode="auto">
            <a:xfrm>
              <a:off x="3902128" y="3955864"/>
              <a:ext cx="210104" cy="164907"/>
            </a:xfrm>
            <a:custGeom>
              <a:avLst/>
              <a:gdLst>
                <a:gd name="T0" fmla="*/ 0 w 83"/>
                <a:gd name="T1" fmla="*/ 0 h 65"/>
                <a:gd name="T2" fmla="*/ 0 w 83"/>
                <a:gd name="T3" fmla="*/ 58 h 65"/>
                <a:gd name="T4" fmla="*/ 6 w 83"/>
                <a:gd name="T5" fmla="*/ 65 h 65"/>
                <a:gd name="T6" fmla="*/ 77 w 83"/>
                <a:gd name="T7" fmla="*/ 65 h 65"/>
                <a:gd name="T8" fmla="*/ 83 w 83"/>
                <a:gd name="T9" fmla="*/ 58 h 65"/>
                <a:gd name="T10" fmla="*/ 83 w 83"/>
                <a:gd name="T11" fmla="*/ 0 h 65"/>
                <a:gd name="T12" fmla="*/ 0 w 83"/>
                <a:gd name="T13" fmla="*/ 0 h 65"/>
                <a:gd name="T14" fmla="*/ 77 w 83"/>
                <a:gd name="T15" fmla="*/ 52 h 65"/>
                <a:gd name="T16" fmla="*/ 71 w 83"/>
                <a:gd name="T17" fmla="*/ 58 h 65"/>
                <a:gd name="T18" fmla="*/ 11 w 83"/>
                <a:gd name="T19" fmla="*/ 58 h 65"/>
                <a:gd name="T20" fmla="*/ 6 w 83"/>
                <a:gd name="T21" fmla="*/ 52 h 65"/>
                <a:gd name="T22" fmla="*/ 6 w 83"/>
                <a:gd name="T23" fmla="*/ 14 h 65"/>
                <a:gd name="T24" fmla="*/ 77 w 83"/>
                <a:gd name="T25" fmla="*/ 14 h 65"/>
                <a:gd name="T26" fmla="*/ 77 w 83"/>
                <a:gd name="T27" fmla="*/ 5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65">
                  <a:moveTo>
                    <a:pt x="0" y="0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3" y="65"/>
                    <a:pt x="6" y="65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80" y="65"/>
                    <a:pt x="83" y="62"/>
                    <a:pt x="83" y="58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0" y="0"/>
                  </a:lnTo>
                  <a:close/>
                  <a:moveTo>
                    <a:pt x="77" y="52"/>
                  </a:moveTo>
                  <a:cubicBezTo>
                    <a:pt x="77" y="55"/>
                    <a:pt x="74" y="58"/>
                    <a:pt x="71" y="58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8" y="58"/>
                    <a:pt x="6" y="55"/>
                    <a:pt x="6" y="52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77" y="14"/>
                    <a:pt x="77" y="14"/>
                    <a:pt x="77" y="14"/>
                  </a:cubicBezTo>
                  <a:lnTo>
                    <a:pt x="77" y="5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6" name="îṣ1í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E8DF560-A38C-4903-8507-8B1ED14D5739}"/>
                </a:ext>
              </a:extLst>
            </p:cNvPr>
            <p:cNvSpPr/>
            <p:nvPr/>
          </p:nvSpPr>
          <p:spPr bwMode="auto">
            <a:xfrm>
              <a:off x="3957097" y="4109777"/>
              <a:ext cx="96501" cy="56190"/>
            </a:xfrm>
            <a:custGeom>
              <a:avLst/>
              <a:gdLst>
                <a:gd name="T0" fmla="*/ 38 w 38"/>
                <a:gd name="T1" fmla="*/ 17 h 22"/>
                <a:gd name="T2" fmla="*/ 21 w 38"/>
                <a:gd name="T3" fmla="*/ 1 h 22"/>
                <a:gd name="T4" fmla="*/ 19 w 38"/>
                <a:gd name="T5" fmla="*/ 0 h 22"/>
                <a:gd name="T6" fmla="*/ 19 w 38"/>
                <a:gd name="T7" fmla="*/ 0 h 22"/>
                <a:gd name="T8" fmla="*/ 19 w 38"/>
                <a:gd name="T9" fmla="*/ 0 h 22"/>
                <a:gd name="T10" fmla="*/ 18 w 38"/>
                <a:gd name="T11" fmla="*/ 1 h 22"/>
                <a:gd name="T12" fmla="*/ 1 w 38"/>
                <a:gd name="T13" fmla="*/ 17 h 22"/>
                <a:gd name="T14" fmla="*/ 1 w 38"/>
                <a:gd name="T15" fmla="*/ 20 h 22"/>
                <a:gd name="T16" fmla="*/ 4 w 38"/>
                <a:gd name="T17" fmla="*/ 20 h 22"/>
                <a:gd name="T18" fmla="*/ 17 w 38"/>
                <a:gd name="T19" fmla="*/ 7 h 22"/>
                <a:gd name="T20" fmla="*/ 17 w 38"/>
                <a:gd name="T21" fmla="*/ 20 h 22"/>
                <a:gd name="T22" fmla="*/ 19 w 38"/>
                <a:gd name="T23" fmla="*/ 22 h 22"/>
                <a:gd name="T24" fmla="*/ 21 w 38"/>
                <a:gd name="T25" fmla="*/ 20 h 22"/>
                <a:gd name="T26" fmla="*/ 21 w 38"/>
                <a:gd name="T27" fmla="*/ 7 h 22"/>
                <a:gd name="T28" fmla="*/ 35 w 38"/>
                <a:gd name="T29" fmla="*/ 20 h 22"/>
                <a:gd name="T30" fmla="*/ 38 w 38"/>
                <a:gd name="T31" fmla="*/ 20 h 22"/>
                <a:gd name="T32" fmla="*/ 38 w 38"/>
                <a:gd name="T33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8" h="22">
                  <a:moveTo>
                    <a:pt x="38" y="17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8"/>
                    <a:pt x="0" y="20"/>
                    <a:pt x="1" y="20"/>
                  </a:cubicBezTo>
                  <a:cubicBezTo>
                    <a:pt x="2" y="21"/>
                    <a:pt x="3" y="21"/>
                    <a:pt x="4" y="20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1"/>
                    <a:pt x="18" y="22"/>
                    <a:pt x="19" y="22"/>
                  </a:cubicBezTo>
                  <a:cubicBezTo>
                    <a:pt x="21" y="22"/>
                    <a:pt x="21" y="21"/>
                    <a:pt x="21" y="20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1"/>
                    <a:pt x="37" y="21"/>
                    <a:pt x="38" y="20"/>
                  </a:cubicBezTo>
                  <a:cubicBezTo>
                    <a:pt x="38" y="20"/>
                    <a:pt x="38" y="18"/>
                    <a:pt x="38" y="1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7" name="îšľi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B43C404-0B37-4567-AE10-DA2CD85DA711}"/>
                </a:ext>
              </a:extLst>
            </p:cNvPr>
            <p:cNvSpPr/>
            <p:nvPr/>
          </p:nvSpPr>
          <p:spPr bwMode="auto">
            <a:xfrm>
              <a:off x="3930224" y="4005947"/>
              <a:ext cx="73292" cy="79400"/>
            </a:xfrm>
            <a:custGeom>
              <a:avLst/>
              <a:gdLst>
                <a:gd name="T0" fmla="*/ 15 w 29"/>
                <a:gd name="T1" fmla="*/ 15 h 31"/>
                <a:gd name="T2" fmla="*/ 29 w 29"/>
                <a:gd name="T3" fmla="*/ 13 h 31"/>
                <a:gd name="T4" fmla="*/ 26 w 29"/>
                <a:gd name="T5" fmla="*/ 7 h 31"/>
                <a:gd name="T6" fmla="*/ 6 w 29"/>
                <a:gd name="T7" fmla="*/ 5 h 31"/>
                <a:gd name="T8" fmla="*/ 5 w 29"/>
                <a:gd name="T9" fmla="*/ 24 h 31"/>
                <a:gd name="T10" fmla="*/ 24 w 29"/>
                <a:gd name="T11" fmla="*/ 26 h 31"/>
                <a:gd name="T12" fmla="*/ 15 w 29"/>
                <a:gd name="T13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1">
                  <a:moveTo>
                    <a:pt x="15" y="15"/>
                  </a:moveTo>
                  <a:cubicBezTo>
                    <a:pt x="29" y="13"/>
                    <a:pt x="29" y="13"/>
                    <a:pt x="29" y="13"/>
                  </a:cubicBezTo>
                  <a:cubicBezTo>
                    <a:pt x="29" y="11"/>
                    <a:pt x="28" y="9"/>
                    <a:pt x="26" y="7"/>
                  </a:cubicBezTo>
                  <a:cubicBezTo>
                    <a:pt x="21" y="1"/>
                    <a:pt x="12" y="0"/>
                    <a:pt x="6" y="5"/>
                  </a:cubicBezTo>
                  <a:cubicBezTo>
                    <a:pt x="1" y="10"/>
                    <a:pt x="0" y="19"/>
                    <a:pt x="5" y="24"/>
                  </a:cubicBezTo>
                  <a:cubicBezTo>
                    <a:pt x="10" y="30"/>
                    <a:pt x="18" y="31"/>
                    <a:pt x="24" y="26"/>
                  </a:cubicBezTo>
                  <a:lnTo>
                    <a:pt x="15" y="1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8" name="íşḻí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A45C7F3-FE2E-499D-89F4-9C9C4413654F}"/>
                </a:ext>
              </a:extLst>
            </p:cNvPr>
            <p:cNvSpPr/>
            <p:nvPr/>
          </p:nvSpPr>
          <p:spPr bwMode="auto">
            <a:xfrm>
              <a:off x="4018174" y="4026713"/>
              <a:ext cx="61077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9" name="ïŝlï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6EA31AE-3E55-41D5-AFBE-CE8FFB11340E}"/>
                </a:ext>
              </a:extLst>
            </p:cNvPr>
            <p:cNvSpPr/>
            <p:nvPr/>
          </p:nvSpPr>
          <p:spPr bwMode="auto">
            <a:xfrm>
              <a:off x="4018174" y="4043814"/>
              <a:ext cx="61077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0" name="îṣ1î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BB2CC14-8C7F-4A77-B349-352104EC92B3}"/>
                </a:ext>
              </a:extLst>
            </p:cNvPr>
            <p:cNvSpPr/>
            <p:nvPr/>
          </p:nvSpPr>
          <p:spPr bwMode="auto">
            <a:xfrm>
              <a:off x="4018174" y="4059694"/>
              <a:ext cx="41532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1" name="îṣľî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3A85E40-AA2B-495A-9BBF-0CC963181030}"/>
                </a:ext>
              </a:extLst>
            </p:cNvPr>
            <p:cNvSpPr/>
            <p:nvPr/>
          </p:nvSpPr>
          <p:spPr bwMode="auto">
            <a:xfrm>
              <a:off x="4168422" y="4156195"/>
              <a:ext cx="20766" cy="19545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2" y="7"/>
                    <a:pt x="3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4"/>
                    <a:pt x="7" y="3"/>
                    <a:pt x="7" y="3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2" name="i$1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B9A6752-C9A3-4AE5-B0D6-E6183086D7F2}"/>
                </a:ext>
              </a:extLst>
            </p:cNvPr>
            <p:cNvSpPr/>
            <p:nvPr/>
          </p:nvSpPr>
          <p:spPr bwMode="auto">
            <a:xfrm>
              <a:off x="4198961" y="4156195"/>
              <a:ext cx="19545" cy="19545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3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4"/>
                    <a:pt x="7" y="3"/>
                    <a:pt x="7" y="3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3" name="íşľ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BE51068-B029-43D8-A5B5-22A6CD980E1D}"/>
                </a:ext>
              </a:extLst>
            </p:cNvPr>
            <p:cNvSpPr/>
            <p:nvPr/>
          </p:nvSpPr>
          <p:spPr bwMode="auto">
            <a:xfrm>
              <a:off x="4229499" y="4156195"/>
              <a:ext cx="19545" cy="19545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3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4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4" name="i$ḷ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C96BFF5-B200-4864-A66A-57D09351A305}"/>
                </a:ext>
              </a:extLst>
            </p:cNvPr>
            <p:cNvSpPr/>
            <p:nvPr/>
          </p:nvSpPr>
          <p:spPr bwMode="auto">
            <a:xfrm>
              <a:off x="4260037" y="4156195"/>
              <a:ext cx="19545" cy="19545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4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5" name="íşľï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2B563FE-AB8F-44DF-B430-D5AF3784F542}"/>
                </a:ext>
              </a:extLst>
            </p:cNvPr>
            <p:cNvSpPr/>
            <p:nvPr/>
          </p:nvSpPr>
          <p:spPr bwMode="auto">
            <a:xfrm>
              <a:off x="4290575" y="4156195"/>
              <a:ext cx="17101" cy="19545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4 w 7"/>
                <a:gd name="T5" fmla="*/ 8 h 8"/>
                <a:gd name="T6" fmla="*/ 6 w 7"/>
                <a:gd name="T7" fmla="*/ 5 h 8"/>
                <a:gd name="T8" fmla="*/ 7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4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ubicBezTo>
                    <a:pt x="5" y="8"/>
                    <a:pt x="6" y="7"/>
                    <a:pt x="6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4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6" name="íş1ï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4BFE599-E700-447D-B2A0-2176A92FD7DB}"/>
                </a:ext>
              </a:extLst>
            </p:cNvPr>
            <p:cNvSpPr/>
            <p:nvPr/>
          </p:nvSpPr>
          <p:spPr bwMode="auto">
            <a:xfrm>
              <a:off x="4163536" y="4175740"/>
              <a:ext cx="151470" cy="63520"/>
            </a:xfrm>
            <a:custGeom>
              <a:avLst/>
              <a:gdLst>
                <a:gd name="T0" fmla="*/ 60 w 60"/>
                <a:gd name="T1" fmla="*/ 4 h 25"/>
                <a:gd name="T2" fmla="*/ 56 w 60"/>
                <a:gd name="T3" fmla="*/ 0 h 25"/>
                <a:gd name="T4" fmla="*/ 54 w 60"/>
                <a:gd name="T5" fmla="*/ 2 h 25"/>
                <a:gd name="T6" fmla="*/ 55 w 60"/>
                <a:gd name="T7" fmla="*/ 1 h 25"/>
                <a:gd name="T8" fmla="*/ 53 w 60"/>
                <a:gd name="T9" fmla="*/ 1 h 25"/>
                <a:gd name="T10" fmla="*/ 53 w 60"/>
                <a:gd name="T11" fmla="*/ 2 h 25"/>
                <a:gd name="T12" fmla="*/ 52 w 60"/>
                <a:gd name="T13" fmla="*/ 0 h 25"/>
                <a:gd name="T14" fmla="*/ 48 w 60"/>
                <a:gd name="T15" fmla="*/ 2 h 25"/>
                <a:gd name="T16" fmla="*/ 44 w 60"/>
                <a:gd name="T17" fmla="*/ 0 h 25"/>
                <a:gd name="T18" fmla="*/ 42 w 60"/>
                <a:gd name="T19" fmla="*/ 2 h 25"/>
                <a:gd name="T20" fmla="*/ 43 w 60"/>
                <a:gd name="T21" fmla="*/ 1 h 25"/>
                <a:gd name="T22" fmla="*/ 41 w 60"/>
                <a:gd name="T23" fmla="*/ 1 h 25"/>
                <a:gd name="T24" fmla="*/ 42 w 60"/>
                <a:gd name="T25" fmla="*/ 2 h 25"/>
                <a:gd name="T26" fmla="*/ 40 w 60"/>
                <a:gd name="T27" fmla="*/ 0 h 25"/>
                <a:gd name="T28" fmla="*/ 36 w 60"/>
                <a:gd name="T29" fmla="*/ 2 h 25"/>
                <a:gd name="T30" fmla="*/ 32 w 60"/>
                <a:gd name="T31" fmla="*/ 0 h 25"/>
                <a:gd name="T32" fmla="*/ 30 w 60"/>
                <a:gd name="T33" fmla="*/ 2 h 25"/>
                <a:gd name="T34" fmla="*/ 31 w 60"/>
                <a:gd name="T35" fmla="*/ 1 h 25"/>
                <a:gd name="T36" fmla="*/ 29 w 60"/>
                <a:gd name="T37" fmla="*/ 1 h 25"/>
                <a:gd name="T38" fmla="*/ 30 w 60"/>
                <a:gd name="T39" fmla="*/ 2 h 25"/>
                <a:gd name="T40" fmla="*/ 28 w 60"/>
                <a:gd name="T41" fmla="*/ 0 h 25"/>
                <a:gd name="T42" fmla="*/ 24 w 60"/>
                <a:gd name="T43" fmla="*/ 2 h 25"/>
                <a:gd name="T44" fmla="*/ 20 w 60"/>
                <a:gd name="T45" fmla="*/ 0 h 25"/>
                <a:gd name="T46" fmla="*/ 18 w 60"/>
                <a:gd name="T47" fmla="*/ 2 h 25"/>
                <a:gd name="T48" fmla="*/ 19 w 60"/>
                <a:gd name="T49" fmla="*/ 1 h 25"/>
                <a:gd name="T50" fmla="*/ 17 w 60"/>
                <a:gd name="T51" fmla="*/ 1 h 25"/>
                <a:gd name="T52" fmla="*/ 18 w 60"/>
                <a:gd name="T53" fmla="*/ 2 h 25"/>
                <a:gd name="T54" fmla="*/ 16 w 60"/>
                <a:gd name="T55" fmla="*/ 0 h 25"/>
                <a:gd name="T56" fmla="*/ 12 w 60"/>
                <a:gd name="T57" fmla="*/ 2 h 25"/>
                <a:gd name="T58" fmla="*/ 8 w 60"/>
                <a:gd name="T59" fmla="*/ 0 h 25"/>
                <a:gd name="T60" fmla="*/ 6 w 60"/>
                <a:gd name="T61" fmla="*/ 2 h 25"/>
                <a:gd name="T62" fmla="*/ 7 w 60"/>
                <a:gd name="T63" fmla="*/ 1 h 25"/>
                <a:gd name="T64" fmla="*/ 5 w 60"/>
                <a:gd name="T65" fmla="*/ 1 h 25"/>
                <a:gd name="T66" fmla="*/ 6 w 60"/>
                <a:gd name="T67" fmla="*/ 2 h 25"/>
                <a:gd name="T68" fmla="*/ 4 w 60"/>
                <a:gd name="T69" fmla="*/ 0 h 25"/>
                <a:gd name="T70" fmla="*/ 0 w 60"/>
                <a:gd name="T71" fmla="*/ 4 h 25"/>
                <a:gd name="T72" fmla="*/ 0 w 60"/>
                <a:gd name="T73" fmla="*/ 6 h 25"/>
                <a:gd name="T74" fmla="*/ 1 w 60"/>
                <a:gd name="T75" fmla="*/ 14 h 25"/>
                <a:gd name="T76" fmla="*/ 2 w 60"/>
                <a:gd name="T77" fmla="*/ 25 h 25"/>
                <a:gd name="T78" fmla="*/ 10 w 60"/>
                <a:gd name="T79" fmla="*/ 14 h 25"/>
                <a:gd name="T80" fmla="*/ 12 w 60"/>
                <a:gd name="T81" fmla="*/ 14 h 25"/>
                <a:gd name="T82" fmla="*/ 14 w 60"/>
                <a:gd name="T83" fmla="*/ 14 h 25"/>
                <a:gd name="T84" fmla="*/ 22 w 60"/>
                <a:gd name="T85" fmla="*/ 25 h 25"/>
                <a:gd name="T86" fmla="*/ 23 w 60"/>
                <a:gd name="T87" fmla="*/ 14 h 25"/>
                <a:gd name="T88" fmla="*/ 24 w 60"/>
                <a:gd name="T89" fmla="*/ 14 h 25"/>
                <a:gd name="T90" fmla="*/ 25 w 60"/>
                <a:gd name="T91" fmla="*/ 25 h 25"/>
                <a:gd name="T92" fmla="*/ 34 w 60"/>
                <a:gd name="T93" fmla="*/ 14 h 25"/>
                <a:gd name="T94" fmla="*/ 36 w 60"/>
                <a:gd name="T95" fmla="*/ 14 h 25"/>
                <a:gd name="T96" fmla="*/ 37 w 60"/>
                <a:gd name="T97" fmla="*/ 14 h 25"/>
                <a:gd name="T98" fmla="*/ 46 w 60"/>
                <a:gd name="T99" fmla="*/ 25 h 25"/>
                <a:gd name="T100" fmla="*/ 47 w 60"/>
                <a:gd name="T101" fmla="*/ 14 h 25"/>
                <a:gd name="T102" fmla="*/ 48 w 60"/>
                <a:gd name="T103" fmla="*/ 14 h 25"/>
                <a:gd name="T104" fmla="*/ 49 w 60"/>
                <a:gd name="T105" fmla="*/ 25 h 25"/>
                <a:gd name="T106" fmla="*/ 58 w 60"/>
                <a:gd name="T107" fmla="*/ 14 h 25"/>
                <a:gd name="T108" fmla="*/ 60 w 60"/>
                <a:gd name="T109" fmla="*/ 13 h 25"/>
                <a:gd name="T110" fmla="*/ 60 w 60"/>
                <a:gd name="T111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0" h="25">
                  <a:moveTo>
                    <a:pt x="60" y="6"/>
                  </a:moveTo>
                  <a:cubicBezTo>
                    <a:pt x="60" y="4"/>
                    <a:pt x="60" y="4"/>
                    <a:pt x="60" y="4"/>
                  </a:cubicBezTo>
                  <a:cubicBezTo>
                    <a:pt x="60" y="2"/>
                    <a:pt x="59" y="0"/>
                    <a:pt x="57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9" y="0"/>
                    <a:pt x="48" y="1"/>
                    <a:pt x="48" y="2"/>
                  </a:cubicBezTo>
                  <a:cubicBezTo>
                    <a:pt x="47" y="1"/>
                    <a:pt x="46" y="0"/>
                    <a:pt x="4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7" y="0"/>
                    <a:pt x="36" y="1"/>
                    <a:pt x="36" y="2"/>
                  </a:cubicBezTo>
                  <a:cubicBezTo>
                    <a:pt x="35" y="1"/>
                    <a:pt x="34" y="0"/>
                    <a:pt x="33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5" y="0"/>
                    <a:pt x="24" y="1"/>
                    <a:pt x="24" y="2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0"/>
                    <a:pt x="12" y="1"/>
                    <a:pt x="12" y="2"/>
                  </a:cubicBezTo>
                  <a:cubicBezTo>
                    <a:pt x="11" y="1"/>
                    <a:pt x="10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"/>
                    <a:pt x="12" y="14"/>
                    <a:pt x="12" y="14"/>
                  </a:cubicBezTo>
                  <a:cubicBezTo>
                    <a:pt x="12" y="14"/>
                    <a:pt x="12" y="14"/>
                    <a:pt x="13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3" y="14"/>
                    <a:pt x="24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5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25"/>
                    <a:pt x="49" y="25"/>
                    <a:pt x="49" y="25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60" y="14"/>
                    <a:pt x="60" y="14"/>
                    <a:pt x="60" y="13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6"/>
                    <a:pt x="60" y="6"/>
                    <a:pt x="60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7" name="íṧļ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D6E55DE-5919-41DF-8474-B1269B427742}"/>
                </a:ext>
              </a:extLst>
            </p:cNvPr>
            <p:cNvSpPr/>
            <p:nvPr/>
          </p:nvSpPr>
          <p:spPr bwMode="auto">
            <a:xfrm>
              <a:off x="4183080" y="4137872"/>
              <a:ext cx="20766" cy="20766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2" y="7"/>
                    <a:pt x="3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8" name="iṩ1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5BBB84D-D44A-458D-B449-5CB93C36764D}"/>
                </a:ext>
              </a:extLst>
            </p:cNvPr>
            <p:cNvSpPr/>
            <p:nvPr/>
          </p:nvSpPr>
          <p:spPr bwMode="auto">
            <a:xfrm>
              <a:off x="4213619" y="4137872"/>
              <a:ext cx="20766" cy="20766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3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9" name="ïṩľî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09D7C9C-9EF3-43AB-86E1-5CDBAA87FA13}"/>
                </a:ext>
              </a:extLst>
            </p:cNvPr>
            <p:cNvSpPr/>
            <p:nvPr/>
          </p:nvSpPr>
          <p:spPr bwMode="auto">
            <a:xfrm>
              <a:off x="4244157" y="4137872"/>
              <a:ext cx="20766" cy="20766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0" name="îṣl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57457DC-D0FD-4ACE-96E7-1AE50EB7613C}"/>
                </a:ext>
              </a:extLst>
            </p:cNvPr>
            <p:cNvSpPr/>
            <p:nvPr/>
          </p:nvSpPr>
          <p:spPr bwMode="auto">
            <a:xfrm>
              <a:off x="4274696" y="4137872"/>
              <a:ext cx="18323" cy="20766"/>
            </a:xfrm>
            <a:custGeom>
              <a:avLst/>
              <a:gdLst>
                <a:gd name="T0" fmla="*/ 1 w 7"/>
                <a:gd name="T1" fmla="*/ 5 h 8"/>
                <a:gd name="T2" fmla="*/ 1 w 7"/>
                <a:gd name="T3" fmla="*/ 5 h 8"/>
                <a:gd name="T4" fmla="*/ 4 w 7"/>
                <a:gd name="T5" fmla="*/ 8 h 8"/>
                <a:gd name="T6" fmla="*/ 7 w 7"/>
                <a:gd name="T7" fmla="*/ 5 h 8"/>
                <a:gd name="T8" fmla="*/ 7 w 7"/>
                <a:gd name="T9" fmla="*/ 5 h 8"/>
                <a:gd name="T10" fmla="*/ 7 w 7"/>
                <a:gd name="T11" fmla="*/ 4 h 8"/>
                <a:gd name="T12" fmla="*/ 7 w 7"/>
                <a:gd name="T13" fmla="*/ 3 h 8"/>
                <a:gd name="T14" fmla="*/ 4 w 7"/>
                <a:gd name="T15" fmla="*/ 0 h 8"/>
                <a:gd name="T16" fmla="*/ 0 w 7"/>
                <a:gd name="T17" fmla="*/ 3 h 8"/>
                <a:gd name="T18" fmla="*/ 0 w 7"/>
                <a:gd name="T19" fmla="*/ 4 h 8"/>
                <a:gd name="T20" fmla="*/ 1 w 7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7"/>
                    <a:pt x="2" y="8"/>
                    <a:pt x="4" y="8"/>
                  </a:cubicBezTo>
                  <a:cubicBezTo>
                    <a:pt x="5" y="8"/>
                    <a:pt x="6" y="7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4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1" name="îṡľï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1E242DE-55AB-44BF-9E8F-DE1CB6F2F686}"/>
                </a:ext>
              </a:extLst>
            </p:cNvPr>
            <p:cNvSpPr/>
            <p:nvPr/>
          </p:nvSpPr>
          <p:spPr bwMode="auto">
            <a:xfrm>
              <a:off x="4198961" y="4117106"/>
              <a:ext cx="19545" cy="20766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3" y="8"/>
                    <a:pt x="4" y="8"/>
                  </a:cubicBezTo>
                  <a:cubicBezTo>
                    <a:pt x="5" y="8"/>
                    <a:pt x="6" y="6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4"/>
                    <a:pt x="8" y="4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2" name="iṩļ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49501BB-6321-44ED-A331-50F7F879AE81}"/>
                </a:ext>
              </a:extLst>
            </p:cNvPr>
            <p:cNvSpPr/>
            <p:nvPr/>
          </p:nvSpPr>
          <p:spPr bwMode="auto">
            <a:xfrm>
              <a:off x="4229499" y="4117106"/>
              <a:ext cx="19545" cy="20766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3" y="8"/>
                    <a:pt x="4" y="8"/>
                  </a:cubicBezTo>
                  <a:cubicBezTo>
                    <a:pt x="5" y="8"/>
                    <a:pt x="6" y="6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4"/>
                    <a:pt x="8" y="4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3" name="ïs1i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9F2D0F2-43D6-4287-A937-E084569B796F}"/>
                </a:ext>
              </a:extLst>
            </p:cNvPr>
            <p:cNvSpPr/>
            <p:nvPr/>
          </p:nvSpPr>
          <p:spPr bwMode="auto">
            <a:xfrm>
              <a:off x="4260037" y="4117106"/>
              <a:ext cx="19545" cy="20766"/>
            </a:xfrm>
            <a:custGeom>
              <a:avLst/>
              <a:gdLst>
                <a:gd name="T0" fmla="*/ 1 w 8"/>
                <a:gd name="T1" fmla="*/ 5 h 8"/>
                <a:gd name="T2" fmla="*/ 1 w 8"/>
                <a:gd name="T3" fmla="*/ 5 h 8"/>
                <a:gd name="T4" fmla="*/ 4 w 8"/>
                <a:gd name="T5" fmla="*/ 8 h 8"/>
                <a:gd name="T6" fmla="*/ 7 w 8"/>
                <a:gd name="T7" fmla="*/ 5 h 8"/>
                <a:gd name="T8" fmla="*/ 7 w 8"/>
                <a:gd name="T9" fmla="*/ 5 h 8"/>
                <a:gd name="T10" fmla="*/ 8 w 8"/>
                <a:gd name="T11" fmla="*/ 4 h 8"/>
                <a:gd name="T12" fmla="*/ 7 w 8"/>
                <a:gd name="T13" fmla="*/ 3 h 8"/>
                <a:gd name="T14" fmla="*/ 4 w 8"/>
                <a:gd name="T15" fmla="*/ 0 h 8"/>
                <a:gd name="T16" fmla="*/ 1 w 8"/>
                <a:gd name="T17" fmla="*/ 3 h 8"/>
                <a:gd name="T18" fmla="*/ 0 w 8"/>
                <a:gd name="T19" fmla="*/ 4 h 8"/>
                <a:gd name="T20" fmla="*/ 1 w 8"/>
                <a:gd name="T2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8"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2" y="8"/>
                    <a:pt x="4" y="8"/>
                  </a:cubicBezTo>
                  <a:cubicBezTo>
                    <a:pt x="5" y="8"/>
                    <a:pt x="6" y="6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8" y="4"/>
                    <a:pt x="8" y="4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1"/>
                    <a:pt x="5" y="0"/>
                    <a:pt x="4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4" name="isļ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1F0667A-BCF9-4D7D-A615-CFCE8371CA5A}"/>
                </a:ext>
              </a:extLst>
            </p:cNvPr>
            <p:cNvSpPr/>
            <p:nvPr/>
          </p:nvSpPr>
          <p:spPr bwMode="auto">
            <a:xfrm>
              <a:off x="4566641" y="3993732"/>
              <a:ext cx="183230" cy="179566"/>
            </a:xfrm>
            <a:custGeom>
              <a:avLst/>
              <a:gdLst>
                <a:gd name="T0" fmla="*/ 36 w 72"/>
                <a:gd name="T1" fmla="*/ 0 h 71"/>
                <a:gd name="T2" fmla="*/ 33 w 72"/>
                <a:gd name="T3" fmla="*/ 0 h 71"/>
                <a:gd name="T4" fmla="*/ 36 w 72"/>
                <a:gd name="T5" fmla="*/ 5 h 71"/>
                <a:gd name="T6" fmla="*/ 36 w 72"/>
                <a:gd name="T7" fmla="*/ 5 h 71"/>
                <a:gd name="T8" fmla="*/ 49 w 72"/>
                <a:gd name="T9" fmla="*/ 22 h 71"/>
                <a:gd name="T10" fmla="*/ 33 w 72"/>
                <a:gd name="T11" fmla="*/ 22 h 71"/>
                <a:gd name="T12" fmla="*/ 30 w 72"/>
                <a:gd name="T13" fmla="*/ 27 h 71"/>
                <a:gd name="T14" fmla="*/ 50 w 72"/>
                <a:gd name="T15" fmla="*/ 27 h 71"/>
                <a:gd name="T16" fmla="*/ 50 w 72"/>
                <a:gd name="T17" fmla="*/ 35 h 71"/>
                <a:gd name="T18" fmla="*/ 50 w 72"/>
                <a:gd name="T19" fmla="*/ 45 h 71"/>
                <a:gd name="T20" fmla="*/ 22 w 72"/>
                <a:gd name="T21" fmla="*/ 45 h 71"/>
                <a:gd name="T22" fmla="*/ 22 w 72"/>
                <a:gd name="T23" fmla="*/ 40 h 71"/>
                <a:gd name="T24" fmla="*/ 21 w 72"/>
                <a:gd name="T25" fmla="*/ 41 h 71"/>
                <a:gd name="T26" fmla="*/ 17 w 72"/>
                <a:gd name="T27" fmla="*/ 45 h 71"/>
                <a:gd name="T28" fmla="*/ 17 w 72"/>
                <a:gd name="T29" fmla="*/ 44 h 71"/>
                <a:gd name="T30" fmla="*/ 17 w 72"/>
                <a:gd name="T31" fmla="*/ 45 h 71"/>
                <a:gd name="T32" fmla="*/ 7 w 72"/>
                <a:gd name="T33" fmla="*/ 45 h 71"/>
                <a:gd name="T34" fmla="*/ 5 w 72"/>
                <a:gd name="T35" fmla="*/ 35 h 71"/>
                <a:gd name="T36" fmla="*/ 6 w 72"/>
                <a:gd name="T37" fmla="*/ 29 h 71"/>
                <a:gd name="T38" fmla="*/ 2 w 72"/>
                <a:gd name="T39" fmla="*/ 23 h 71"/>
                <a:gd name="T40" fmla="*/ 0 w 72"/>
                <a:gd name="T41" fmla="*/ 35 h 71"/>
                <a:gd name="T42" fmla="*/ 36 w 72"/>
                <a:gd name="T43" fmla="*/ 71 h 71"/>
                <a:gd name="T44" fmla="*/ 69 w 72"/>
                <a:gd name="T45" fmla="*/ 50 h 71"/>
                <a:gd name="T46" fmla="*/ 69 w 72"/>
                <a:gd name="T47" fmla="*/ 50 h 71"/>
                <a:gd name="T48" fmla="*/ 69 w 72"/>
                <a:gd name="T49" fmla="*/ 49 h 71"/>
                <a:gd name="T50" fmla="*/ 72 w 72"/>
                <a:gd name="T51" fmla="*/ 35 h 71"/>
                <a:gd name="T52" fmla="*/ 36 w 72"/>
                <a:gd name="T53" fmla="*/ 0 h 71"/>
                <a:gd name="T54" fmla="*/ 48 w 72"/>
                <a:gd name="T55" fmla="*/ 8 h 71"/>
                <a:gd name="T56" fmla="*/ 63 w 72"/>
                <a:gd name="T57" fmla="*/ 22 h 71"/>
                <a:gd name="T58" fmla="*/ 54 w 72"/>
                <a:gd name="T59" fmla="*/ 22 h 71"/>
                <a:gd name="T60" fmla="*/ 48 w 72"/>
                <a:gd name="T61" fmla="*/ 8 h 71"/>
                <a:gd name="T62" fmla="*/ 9 w 72"/>
                <a:gd name="T63" fmla="*/ 50 h 71"/>
                <a:gd name="T64" fmla="*/ 18 w 72"/>
                <a:gd name="T65" fmla="*/ 50 h 71"/>
                <a:gd name="T66" fmla="*/ 23 w 72"/>
                <a:gd name="T67" fmla="*/ 63 h 71"/>
                <a:gd name="T68" fmla="*/ 9 w 72"/>
                <a:gd name="T69" fmla="*/ 50 h 71"/>
                <a:gd name="T70" fmla="*/ 36 w 72"/>
                <a:gd name="T71" fmla="*/ 66 h 71"/>
                <a:gd name="T72" fmla="*/ 23 w 72"/>
                <a:gd name="T73" fmla="*/ 50 h 71"/>
                <a:gd name="T74" fmla="*/ 48 w 72"/>
                <a:gd name="T75" fmla="*/ 50 h 71"/>
                <a:gd name="T76" fmla="*/ 36 w 72"/>
                <a:gd name="T77" fmla="*/ 66 h 71"/>
                <a:gd name="T78" fmla="*/ 48 w 72"/>
                <a:gd name="T79" fmla="*/ 63 h 71"/>
                <a:gd name="T80" fmla="*/ 54 w 72"/>
                <a:gd name="T81" fmla="*/ 50 h 71"/>
                <a:gd name="T82" fmla="*/ 63 w 72"/>
                <a:gd name="T83" fmla="*/ 50 h 71"/>
                <a:gd name="T84" fmla="*/ 48 w 72"/>
                <a:gd name="T85" fmla="*/ 63 h 71"/>
                <a:gd name="T86" fmla="*/ 65 w 72"/>
                <a:gd name="T87" fmla="*/ 45 h 71"/>
                <a:gd name="T88" fmla="*/ 55 w 72"/>
                <a:gd name="T89" fmla="*/ 45 h 71"/>
                <a:gd name="T90" fmla="*/ 56 w 72"/>
                <a:gd name="T91" fmla="*/ 35 h 71"/>
                <a:gd name="T92" fmla="*/ 55 w 72"/>
                <a:gd name="T93" fmla="*/ 27 h 71"/>
                <a:gd name="T94" fmla="*/ 65 w 72"/>
                <a:gd name="T95" fmla="*/ 27 h 71"/>
                <a:gd name="T96" fmla="*/ 66 w 72"/>
                <a:gd name="T97" fmla="*/ 35 h 71"/>
                <a:gd name="T98" fmla="*/ 65 w 72"/>
                <a:gd name="T99" fmla="*/ 4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2" h="71">
                  <a:moveTo>
                    <a:pt x="36" y="0"/>
                  </a:moveTo>
                  <a:cubicBezTo>
                    <a:pt x="35" y="0"/>
                    <a:pt x="34" y="0"/>
                    <a:pt x="33" y="0"/>
                  </a:cubicBezTo>
                  <a:cubicBezTo>
                    <a:pt x="35" y="1"/>
                    <a:pt x="35" y="3"/>
                    <a:pt x="36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41" y="5"/>
                    <a:pt x="46" y="12"/>
                    <a:pt x="49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4"/>
                    <a:pt x="31" y="26"/>
                    <a:pt x="30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0" y="30"/>
                    <a:pt x="50" y="33"/>
                    <a:pt x="50" y="35"/>
                  </a:cubicBezTo>
                  <a:cubicBezTo>
                    <a:pt x="50" y="39"/>
                    <a:pt x="50" y="42"/>
                    <a:pt x="50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2" y="43"/>
                    <a:pt x="22" y="41"/>
                    <a:pt x="22" y="40"/>
                  </a:cubicBezTo>
                  <a:cubicBezTo>
                    <a:pt x="21" y="40"/>
                    <a:pt x="21" y="40"/>
                    <a:pt x="21" y="41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7" y="44"/>
                    <a:pt x="17" y="44"/>
                    <a:pt x="17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2"/>
                    <a:pt x="5" y="39"/>
                    <a:pt x="5" y="35"/>
                  </a:cubicBezTo>
                  <a:cubicBezTo>
                    <a:pt x="5" y="33"/>
                    <a:pt x="6" y="31"/>
                    <a:pt x="6" y="29"/>
                  </a:cubicBezTo>
                  <a:cubicBezTo>
                    <a:pt x="5" y="27"/>
                    <a:pt x="4" y="25"/>
                    <a:pt x="2" y="23"/>
                  </a:cubicBezTo>
                  <a:cubicBezTo>
                    <a:pt x="1" y="27"/>
                    <a:pt x="0" y="31"/>
                    <a:pt x="0" y="35"/>
                  </a:cubicBezTo>
                  <a:cubicBezTo>
                    <a:pt x="0" y="55"/>
                    <a:pt x="16" y="71"/>
                    <a:pt x="36" y="71"/>
                  </a:cubicBezTo>
                  <a:cubicBezTo>
                    <a:pt x="51" y="71"/>
                    <a:pt x="63" y="62"/>
                    <a:pt x="69" y="50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9"/>
                    <a:pt x="69" y="49"/>
                    <a:pt x="69" y="49"/>
                  </a:cubicBezTo>
                  <a:cubicBezTo>
                    <a:pt x="71" y="45"/>
                    <a:pt x="72" y="40"/>
                    <a:pt x="72" y="35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48" y="8"/>
                  </a:moveTo>
                  <a:cubicBezTo>
                    <a:pt x="55" y="11"/>
                    <a:pt x="60" y="16"/>
                    <a:pt x="63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16"/>
                    <a:pt x="51" y="11"/>
                    <a:pt x="48" y="8"/>
                  </a:cubicBezTo>
                  <a:close/>
                  <a:moveTo>
                    <a:pt x="9" y="50"/>
                  </a:moveTo>
                  <a:cubicBezTo>
                    <a:pt x="18" y="50"/>
                    <a:pt x="18" y="50"/>
                    <a:pt x="18" y="50"/>
                  </a:cubicBezTo>
                  <a:cubicBezTo>
                    <a:pt x="19" y="55"/>
                    <a:pt x="21" y="60"/>
                    <a:pt x="23" y="63"/>
                  </a:cubicBezTo>
                  <a:cubicBezTo>
                    <a:pt x="17" y="60"/>
                    <a:pt x="12" y="56"/>
                    <a:pt x="9" y="50"/>
                  </a:cubicBezTo>
                  <a:close/>
                  <a:moveTo>
                    <a:pt x="36" y="66"/>
                  </a:moveTo>
                  <a:cubicBezTo>
                    <a:pt x="31" y="66"/>
                    <a:pt x="26" y="60"/>
                    <a:pt x="23" y="50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6" y="60"/>
                    <a:pt x="41" y="66"/>
                    <a:pt x="36" y="66"/>
                  </a:cubicBezTo>
                  <a:close/>
                  <a:moveTo>
                    <a:pt x="48" y="63"/>
                  </a:moveTo>
                  <a:cubicBezTo>
                    <a:pt x="51" y="60"/>
                    <a:pt x="53" y="55"/>
                    <a:pt x="54" y="50"/>
                  </a:cubicBezTo>
                  <a:cubicBezTo>
                    <a:pt x="63" y="50"/>
                    <a:pt x="63" y="50"/>
                    <a:pt x="63" y="50"/>
                  </a:cubicBezTo>
                  <a:cubicBezTo>
                    <a:pt x="60" y="56"/>
                    <a:pt x="55" y="60"/>
                    <a:pt x="48" y="63"/>
                  </a:cubicBezTo>
                  <a:close/>
                  <a:moveTo>
                    <a:pt x="65" y="45"/>
                  </a:moveTo>
                  <a:cubicBezTo>
                    <a:pt x="55" y="45"/>
                    <a:pt x="55" y="45"/>
                    <a:pt x="55" y="45"/>
                  </a:cubicBezTo>
                  <a:cubicBezTo>
                    <a:pt x="55" y="42"/>
                    <a:pt x="56" y="39"/>
                    <a:pt x="56" y="35"/>
                  </a:cubicBezTo>
                  <a:cubicBezTo>
                    <a:pt x="56" y="33"/>
                    <a:pt x="56" y="30"/>
                    <a:pt x="55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6" y="30"/>
                    <a:pt x="66" y="33"/>
                    <a:pt x="66" y="35"/>
                  </a:cubicBezTo>
                  <a:cubicBezTo>
                    <a:pt x="66" y="39"/>
                    <a:pt x="66" y="42"/>
                    <a:pt x="65" y="4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5" name="îṥľí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63C62AD-841D-4042-A365-D99D3F20DCA4}"/>
                </a:ext>
              </a:extLst>
            </p:cNvPr>
            <p:cNvSpPr/>
            <p:nvPr/>
          </p:nvSpPr>
          <p:spPr bwMode="auto">
            <a:xfrm>
              <a:off x="4573971" y="3980294"/>
              <a:ext cx="74514" cy="109938"/>
            </a:xfrm>
            <a:custGeom>
              <a:avLst/>
              <a:gdLst>
                <a:gd name="T0" fmla="*/ 14 w 29"/>
                <a:gd name="T1" fmla="*/ 0 h 43"/>
                <a:gd name="T2" fmla="*/ 0 w 29"/>
                <a:gd name="T3" fmla="*/ 15 h 43"/>
                <a:gd name="T4" fmla="*/ 14 w 29"/>
                <a:gd name="T5" fmla="*/ 43 h 43"/>
                <a:gd name="T6" fmla="*/ 29 w 29"/>
                <a:gd name="T7" fmla="*/ 15 h 43"/>
                <a:gd name="T8" fmla="*/ 14 w 29"/>
                <a:gd name="T9" fmla="*/ 0 h 43"/>
                <a:gd name="T10" fmla="*/ 14 w 29"/>
                <a:gd name="T11" fmla="*/ 22 h 43"/>
                <a:gd name="T12" fmla="*/ 7 w 29"/>
                <a:gd name="T13" fmla="*/ 14 h 43"/>
                <a:gd name="T14" fmla="*/ 14 w 29"/>
                <a:gd name="T15" fmla="*/ 7 h 43"/>
                <a:gd name="T16" fmla="*/ 22 w 29"/>
                <a:gd name="T17" fmla="*/ 14 h 43"/>
                <a:gd name="T18" fmla="*/ 14 w 29"/>
                <a:gd name="T19" fmla="*/ 2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3">
                  <a:moveTo>
                    <a:pt x="14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23"/>
                    <a:pt x="14" y="43"/>
                    <a:pt x="14" y="43"/>
                  </a:cubicBezTo>
                  <a:cubicBezTo>
                    <a:pt x="14" y="43"/>
                    <a:pt x="29" y="23"/>
                    <a:pt x="29" y="15"/>
                  </a:cubicBezTo>
                  <a:cubicBezTo>
                    <a:pt x="29" y="7"/>
                    <a:pt x="23" y="0"/>
                    <a:pt x="14" y="0"/>
                  </a:cubicBezTo>
                  <a:close/>
                  <a:moveTo>
                    <a:pt x="14" y="22"/>
                  </a:moveTo>
                  <a:cubicBezTo>
                    <a:pt x="10" y="22"/>
                    <a:pt x="7" y="18"/>
                    <a:pt x="7" y="14"/>
                  </a:cubicBezTo>
                  <a:cubicBezTo>
                    <a:pt x="7" y="10"/>
                    <a:pt x="10" y="7"/>
                    <a:pt x="14" y="7"/>
                  </a:cubicBezTo>
                  <a:cubicBezTo>
                    <a:pt x="19" y="7"/>
                    <a:pt x="22" y="10"/>
                    <a:pt x="22" y="14"/>
                  </a:cubicBezTo>
                  <a:cubicBezTo>
                    <a:pt x="22" y="18"/>
                    <a:pt x="19" y="22"/>
                    <a:pt x="14" y="2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6" name="ïśļi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36B365B-9ECA-4AE6-BE1A-9DA1CEF4ED59}"/>
                </a:ext>
              </a:extLst>
            </p:cNvPr>
            <p:cNvSpPr/>
            <p:nvPr/>
          </p:nvSpPr>
          <p:spPr bwMode="auto">
            <a:xfrm>
              <a:off x="3457490" y="3159425"/>
              <a:ext cx="112381" cy="160021"/>
            </a:xfrm>
            <a:custGeom>
              <a:avLst/>
              <a:gdLst>
                <a:gd name="T0" fmla="*/ 33 w 44"/>
                <a:gd name="T1" fmla="*/ 3 h 63"/>
                <a:gd name="T2" fmla="*/ 29 w 44"/>
                <a:gd name="T3" fmla="*/ 2 h 63"/>
                <a:gd name="T4" fmla="*/ 11 w 44"/>
                <a:gd name="T5" fmla="*/ 11 h 63"/>
                <a:gd name="T6" fmla="*/ 10 w 44"/>
                <a:gd name="T7" fmla="*/ 13 h 63"/>
                <a:gd name="T8" fmla="*/ 10 w 44"/>
                <a:gd name="T9" fmla="*/ 14 h 63"/>
                <a:gd name="T10" fmla="*/ 15 w 44"/>
                <a:gd name="T11" fmla="*/ 30 h 63"/>
                <a:gd name="T12" fmla="*/ 14 w 44"/>
                <a:gd name="T13" fmla="*/ 31 h 63"/>
                <a:gd name="T14" fmla="*/ 1 w 44"/>
                <a:gd name="T15" fmla="*/ 58 h 63"/>
                <a:gd name="T16" fmla="*/ 3 w 44"/>
                <a:gd name="T17" fmla="*/ 61 h 63"/>
                <a:gd name="T18" fmla="*/ 5 w 44"/>
                <a:gd name="T19" fmla="*/ 63 h 63"/>
                <a:gd name="T20" fmla="*/ 9 w 44"/>
                <a:gd name="T21" fmla="*/ 62 h 63"/>
                <a:gd name="T22" fmla="*/ 21 w 44"/>
                <a:gd name="T23" fmla="*/ 38 h 63"/>
                <a:gd name="T24" fmla="*/ 22 w 44"/>
                <a:gd name="T25" fmla="*/ 35 h 63"/>
                <a:gd name="T26" fmla="*/ 22 w 44"/>
                <a:gd name="T27" fmla="*/ 33 h 63"/>
                <a:gd name="T28" fmla="*/ 40 w 44"/>
                <a:gd name="T29" fmla="*/ 25 h 63"/>
                <a:gd name="T30" fmla="*/ 33 w 44"/>
                <a:gd name="T31" fmla="*/ 3 h 63"/>
                <a:gd name="T32" fmla="*/ 36 w 44"/>
                <a:gd name="T33" fmla="*/ 23 h 63"/>
                <a:gd name="T34" fmla="*/ 23 w 44"/>
                <a:gd name="T35" fmla="*/ 29 h 63"/>
                <a:gd name="T36" fmla="*/ 20 w 44"/>
                <a:gd name="T37" fmla="*/ 28 h 63"/>
                <a:gd name="T38" fmla="*/ 15 w 44"/>
                <a:gd name="T39" fmla="*/ 12 h 63"/>
                <a:gd name="T40" fmla="*/ 28 w 44"/>
                <a:gd name="T41" fmla="*/ 6 h 63"/>
                <a:gd name="T42" fmla="*/ 31 w 44"/>
                <a:gd name="T43" fmla="*/ 7 h 63"/>
                <a:gd name="T44" fmla="*/ 36 w 44"/>
                <a:gd name="T45" fmla="*/ 2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" h="63">
                  <a:moveTo>
                    <a:pt x="33" y="3"/>
                  </a:moveTo>
                  <a:cubicBezTo>
                    <a:pt x="32" y="3"/>
                    <a:pt x="31" y="2"/>
                    <a:pt x="29" y="2"/>
                  </a:cubicBezTo>
                  <a:cubicBezTo>
                    <a:pt x="22" y="0"/>
                    <a:pt x="14" y="4"/>
                    <a:pt x="11" y="11"/>
                  </a:cubicBezTo>
                  <a:cubicBezTo>
                    <a:pt x="11" y="11"/>
                    <a:pt x="10" y="12"/>
                    <a:pt x="10" y="13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9" y="20"/>
                    <a:pt x="11" y="26"/>
                    <a:pt x="15" y="30"/>
                  </a:cubicBezTo>
                  <a:cubicBezTo>
                    <a:pt x="15" y="30"/>
                    <a:pt x="14" y="30"/>
                    <a:pt x="14" y="31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59"/>
                    <a:pt x="1" y="60"/>
                    <a:pt x="3" y="61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7" y="63"/>
                    <a:pt x="9" y="63"/>
                    <a:pt x="9" y="62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5"/>
                    <a:pt x="23" y="34"/>
                    <a:pt x="22" y="33"/>
                  </a:cubicBezTo>
                  <a:cubicBezTo>
                    <a:pt x="29" y="35"/>
                    <a:pt x="37" y="32"/>
                    <a:pt x="40" y="25"/>
                  </a:cubicBezTo>
                  <a:cubicBezTo>
                    <a:pt x="44" y="17"/>
                    <a:pt x="41" y="7"/>
                    <a:pt x="33" y="3"/>
                  </a:cubicBezTo>
                  <a:close/>
                  <a:moveTo>
                    <a:pt x="36" y="23"/>
                  </a:moveTo>
                  <a:cubicBezTo>
                    <a:pt x="34" y="28"/>
                    <a:pt x="28" y="30"/>
                    <a:pt x="23" y="29"/>
                  </a:cubicBezTo>
                  <a:cubicBezTo>
                    <a:pt x="22" y="29"/>
                    <a:pt x="21" y="29"/>
                    <a:pt x="20" y="28"/>
                  </a:cubicBezTo>
                  <a:cubicBezTo>
                    <a:pt x="15" y="25"/>
                    <a:pt x="12" y="18"/>
                    <a:pt x="15" y="12"/>
                  </a:cubicBezTo>
                  <a:cubicBezTo>
                    <a:pt x="17" y="7"/>
                    <a:pt x="23" y="5"/>
                    <a:pt x="28" y="6"/>
                  </a:cubicBezTo>
                  <a:cubicBezTo>
                    <a:pt x="29" y="6"/>
                    <a:pt x="30" y="6"/>
                    <a:pt x="31" y="7"/>
                  </a:cubicBezTo>
                  <a:cubicBezTo>
                    <a:pt x="37" y="10"/>
                    <a:pt x="39" y="17"/>
                    <a:pt x="36" y="2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7" name="iSļ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DBA7B68-D1C7-4AC6-9926-5F28C40A0870}"/>
                </a:ext>
              </a:extLst>
            </p:cNvPr>
            <p:cNvSpPr/>
            <p:nvPr/>
          </p:nvSpPr>
          <p:spPr bwMode="auto">
            <a:xfrm>
              <a:off x="3503909" y="3192407"/>
              <a:ext cx="37868" cy="23209"/>
            </a:xfrm>
            <a:custGeom>
              <a:avLst/>
              <a:gdLst>
                <a:gd name="T0" fmla="*/ 8 w 15"/>
                <a:gd name="T1" fmla="*/ 2 h 9"/>
                <a:gd name="T2" fmla="*/ 3 w 15"/>
                <a:gd name="T3" fmla="*/ 0 h 9"/>
                <a:gd name="T4" fmla="*/ 1 w 15"/>
                <a:gd name="T5" fmla="*/ 2 h 9"/>
                <a:gd name="T6" fmla="*/ 1 w 15"/>
                <a:gd name="T7" fmla="*/ 4 h 9"/>
                <a:gd name="T8" fmla="*/ 2 w 15"/>
                <a:gd name="T9" fmla="*/ 6 h 9"/>
                <a:gd name="T10" fmla="*/ 7 w 15"/>
                <a:gd name="T11" fmla="*/ 8 h 9"/>
                <a:gd name="T12" fmla="*/ 12 w 15"/>
                <a:gd name="T13" fmla="*/ 9 h 9"/>
                <a:gd name="T14" fmla="*/ 14 w 15"/>
                <a:gd name="T15" fmla="*/ 7 h 9"/>
                <a:gd name="T16" fmla="*/ 15 w 15"/>
                <a:gd name="T17" fmla="*/ 6 h 9"/>
                <a:gd name="T18" fmla="*/ 14 w 15"/>
                <a:gd name="T19" fmla="*/ 3 h 9"/>
                <a:gd name="T20" fmla="*/ 8 w 15"/>
                <a:gd name="T21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9">
                  <a:moveTo>
                    <a:pt x="8" y="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1"/>
                    <a:pt x="1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9"/>
                    <a:pt x="14" y="8"/>
                    <a:pt x="14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5"/>
                    <a:pt x="15" y="4"/>
                    <a:pt x="14" y="3"/>
                  </a:cubicBezTo>
                  <a:lnTo>
                    <a:pt x="8" y="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8" name="îṧļ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CCF80A6-1FCB-47AD-8ACC-39A8A2E882C6}"/>
                </a:ext>
              </a:extLst>
            </p:cNvPr>
            <p:cNvSpPr/>
            <p:nvPr/>
          </p:nvSpPr>
          <p:spPr bwMode="auto">
            <a:xfrm>
              <a:off x="4161093" y="4335761"/>
              <a:ext cx="106274" cy="98944"/>
            </a:xfrm>
            <a:custGeom>
              <a:avLst/>
              <a:gdLst>
                <a:gd name="T0" fmla="*/ 40 w 42"/>
                <a:gd name="T1" fmla="*/ 0 h 39"/>
                <a:gd name="T2" fmla="*/ 2 w 42"/>
                <a:gd name="T3" fmla="*/ 0 h 39"/>
                <a:gd name="T4" fmla="*/ 0 w 42"/>
                <a:gd name="T5" fmla="*/ 2 h 39"/>
                <a:gd name="T6" fmla="*/ 0 w 42"/>
                <a:gd name="T7" fmla="*/ 37 h 39"/>
                <a:gd name="T8" fmla="*/ 2 w 42"/>
                <a:gd name="T9" fmla="*/ 39 h 39"/>
                <a:gd name="T10" fmla="*/ 40 w 42"/>
                <a:gd name="T11" fmla="*/ 39 h 39"/>
                <a:gd name="T12" fmla="*/ 42 w 42"/>
                <a:gd name="T13" fmla="*/ 37 h 39"/>
                <a:gd name="T14" fmla="*/ 42 w 42"/>
                <a:gd name="T15" fmla="*/ 2 h 39"/>
                <a:gd name="T16" fmla="*/ 40 w 42"/>
                <a:gd name="T17" fmla="*/ 0 h 39"/>
                <a:gd name="T18" fmla="*/ 16 w 42"/>
                <a:gd name="T19" fmla="*/ 2 h 39"/>
                <a:gd name="T20" fmla="*/ 26 w 42"/>
                <a:gd name="T21" fmla="*/ 2 h 39"/>
                <a:gd name="T22" fmla="*/ 26 w 42"/>
                <a:gd name="T23" fmla="*/ 16 h 39"/>
                <a:gd name="T24" fmla="*/ 16 w 42"/>
                <a:gd name="T25" fmla="*/ 16 h 39"/>
                <a:gd name="T26" fmla="*/ 16 w 42"/>
                <a:gd name="T27" fmla="*/ 2 h 39"/>
                <a:gd name="T28" fmla="*/ 29 w 42"/>
                <a:gd name="T29" fmla="*/ 33 h 39"/>
                <a:gd name="T30" fmla="*/ 29 w 42"/>
                <a:gd name="T31" fmla="*/ 36 h 39"/>
                <a:gd name="T32" fmla="*/ 24 w 42"/>
                <a:gd name="T33" fmla="*/ 36 h 39"/>
                <a:gd name="T34" fmla="*/ 24 w 42"/>
                <a:gd name="T35" fmla="*/ 33 h 39"/>
                <a:gd name="T36" fmla="*/ 23 w 42"/>
                <a:gd name="T37" fmla="*/ 33 h 39"/>
                <a:gd name="T38" fmla="*/ 26 w 42"/>
                <a:gd name="T39" fmla="*/ 29 h 39"/>
                <a:gd name="T40" fmla="*/ 30 w 42"/>
                <a:gd name="T41" fmla="*/ 33 h 39"/>
                <a:gd name="T42" fmla="*/ 29 w 42"/>
                <a:gd name="T43" fmla="*/ 33 h 39"/>
                <a:gd name="T44" fmla="*/ 35 w 42"/>
                <a:gd name="T45" fmla="*/ 33 h 39"/>
                <a:gd name="T46" fmla="*/ 35 w 42"/>
                <a:gd name="T47" fmla="*/ 35 h 39"/>
                <a:gd name="T48" fmla="*/ 36 w 42"/>
                <a:gd name="T49" fmla="*/ 36 h 39"/>
                <a:gd name="T50" fmla="*/ 33 w 42"/>
                <a:gd name="T51" fmla="*/ 36 h 39"/>
                <a:gd name="T52" fmla="*/ 34 w 42"/>
                <a:gd name="T53" fmla="*/ 35 h 39"/>
                <a:gd name="T54" fmla="*/ 34 w 42"/>
                <a:gd name="T55" fmla="*/ 33 h 39"/>
                <a:gd name="T56" fmla="*/ 32 w 42"/>
                <a:gd name="T57" fmla="*/ 29 h 39"/>
                <a:gd name="T58" fmla="*/ 38 w 42"/>
                <a:gd name="T59" fmla="*/ 29 h 39"/>
                <a:gd name="T60" fmla="*/ 35 w 42"/>
                <a:gd name="T61" fmla="*/ 3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39">
                  <a:moveTo>
                    <a:pt x="4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8"/>
                    <a:pt x="1" y="39"/>
                    <a:pt x="2" y="39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41" y="39"/>
                    <a:pt x="42" y="38"/>
                    <a:pt x="42" y="37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2" y="1"/>
                    <a:pt x="41" y="0"/>
                    <a:pt x="40" y="0"/>
                  </a:cubicBezTo>
                  <a:close/>
                  <a:moveTo>
                    <a:pt x="16" y="2"/>
                  </a:moveTo>
                  <a:cubicBezTo>
                    <a:pt x="26" y="2"/>
                    <a:pt x="26" y="2"/>
                    <a:pt x="26" y="2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16" y="16"/>
                    <a:pt x="16" y="16"/>
                    <a:pt x="16" y="16"/>
                  </a:cubicBezTo>
                  <a:lnTo>
                    <a:pt x="16" y="2"/>
                  </a:lnTo>
                  <a:close/>
                  <a:moveTo>
                    <a:pt x="29" y="33"/>
                  </a:moveTo>
                  <a:cubicBezTo>
                    <a:pt x="29" y="36"/>
                    <a:pt x="29" y="36"/>
                    <a:pt x="29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30" y="33"/>
                    <a:pt x="30" y="33"/>
                    <a:pt x="30" y="33"/>
                  </a:cubicBezTo>
                  <a:lnTo>
                    <a:pt x="29" y="33"/>
                  </a:lnTo>
                  <a:close/>
                  <a:moveTo>
                    <a:pt x="35" y="33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4"/>
                    <a:pt x="34" y="33"/>
                  </a:cubicBezTo>
                  <a:cubicBezTo>
                    <a:pt x="32" y="33"/>
                    <a:pt x="32" y="29"/>
                    <a:pt x="32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33"/>
                    <a:pt x="35" y="3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9" name="îŝļî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1F42BE9-EDBA-4767-A3D8-E34AC4ACAD28}"/>
                </a:ext>
              </a:extLst>
            </p:cNvPr>
            <p:cNvSpPr/>
            <p:nvPr/>
          </p:nvSpPr>
          <p:spPr bwMode="auto">
            <a:xfrm>
              <a:off x="4231942" y="1951330"/>
              <a:ext cx="243085" cy="243085"/>
            </a:xfrm>
            <a:custGeom>
              <a:avLst/>
              <a:gdLst>
                <a:gd name="T0" fmla="*/ 48 w 96"/>
                <a:gd name="T1" fmla="*/ 0 h 96"/>
                <a:gd name="T2" fmla="*/ 0 w 96"/>
                <a:gd name="T3" fmla="*/ 48 h 96"/>
                <a:gd name="T4" fmla="*/ 48 w 96"/>
                <a:gd name="T5" fmla="*/ 96 h 96"/>
                <a:gd name="T6" fmla="*/ 96 w 96"/>
                <a:gd name="T7" fmla="*/ 48 h 96"/>
                <a:gd name="T8" fmla="*/ 48 w 96"/>
                <a:gd name="T9" fmla="*/ 0 h 96"/>
                <a:gd name="T10" fmla="*/ 48 w 96"/>
                <a:gd name="T11" fmla="*/ 84 h 96"/>
                <a:gd name="T12" fmla="*/ 12 w 96"/>
                <a:gd name="T13" fmla="*/ 48 h 96"/>
                <a:gd name="T14" fmla="*/ 48 w 96"/>
                <a:gd name="T15" fmla="*/ 12 h 96"/>
                <a:gd name="T16" fmla="*/ 84 w 96"/>
                <a:gd name="T17" fmla="*/ 48 h 96"/>
                <a:gd name="T18" fmla="*/ 48 w 96"/>
                <a:gd name="T19" fmla="*/ 8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4"/>
                    <a:pt x="22" y="96"/>
                    <a:pt x="48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0"/>
                    <a:pt x="48" y="0"/>
                  </a:cubicBezTo>
                  <a:close/>
                  <a:moveTo>
                    <a:pt x="48" y="84"/>
                  </a:moveTo>
                  <a:cubicBezTo>
                    <a:pt x="28" y="84"/>
                    <a:pt x="12" y="68"/>
                    <a:pt x="12" y="48"/>
                  </a:cubicBezTo>
                  <a:cubicBezTo>
                    <a:pt x="12" y="28"/>
                    <a:pt x="28" y="12"/>
                    <a:pt x="48" y="12"/>
                  </a:cubicBezTo>
                  <a:cubicBezTo>
                    <a:pt x="68" y="12"/>
                    <a:pt x="84" y="28"/>
                    <a:pt x="84" y="48"/>
                  </a:cubicBezTo>
                  <a:cubicBezTo>
                    <a:pt x="84" y="68"/>
                    <a:pt x="68" y="84"/>
                    <a:pt x="48" y="8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0" name="ïṩľ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DB70C38-5084-42E3-8167-50947997F131}"/>
                </a:ext>
              </a:extLst>
            </p:cNvPr>
            <p:cNvSpPr/>
            <p:nvPr/>
          </p:nvSpPr>
          <p:spPr bwMode="auto">
            <a:xfrm>
              <a:off x="4345545" y="1991640"/>
              <a:ext cx="15880" cy="17101"/>
            </a:xfrm>
            <a:custGeom>
              <a:avLst/>
              <a:gdLst>
                <a:gd name="T0" fmla="*/ 3 w 6"/>
                <a:gd name="T1" fmla="*/ 1 h 7"/>
                <a:gd name="T2" fmla="*/ 5 w 6"/>
                <a:gd name="T3" fmla="*/ 4 h 7"/>
                <a:gd name="T4" fmla="*/ 3 w 6"/>
                <a:gd name="T5" fmla="*/ 6 h 7"/>
                <a:gd name="T6" fmla="*/ 1 w 6"/>
                <a:gd name="T7" fmla="*/ 4 h 7"/>
                <a:gd name="T8" fmla="*/ 3 w 6"/>
                <a:gd name="T9" fmla="*/ 1 h 7"/>
                <a:gd name="T10" fmla="*/ 3 w 6"/>
                <a:gd name="T11" fmla="*/ 0 h 7"/>
                <a:gd name="T12" fmla="*/ 0 w 6"/>
                <a:gd name="T13" fmla="*/ 4 h 7"/>
                <a:gd name="T14" fmla="*/ 3 w 6"/>
                <a:gd name="T15" fmla="*/ 7 h 7"/>
                <a:gd name="T16" fmla="*/ 6 w 6"/>
                <a:gd name="T17" fmla="*/ 4 h 7"/>
                <a:gd name="T18" fmla="*/ 3 w 6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7">
                  <a:moveTo>
                    <a:pt x="3" y="1"/>
                  </a:moveTo>
                  <a:cubicBezTo>
                    <a:pt x="4" y="1"/>
                    <a:pt x="5" y="2"/>
                    <a:pt x="5" y="4"/>
                  </a:cubicBezTo>
                  <a:cubicBezTo>
                    <a:pt x="5" y="5"/>
                    <a:pt x="4" y="6"/>
                    <a:pt x="3" y="6"/>
                  </a:cubicBezTo>
                  <a:cubicBezTo>
                    <a:pt x="2" y="6"/>
                    <a:pt x="1" y="5"/>
                    <a:pt x="1" y="4"/>
                  </a:cubicBezTo>
                  <a:cubicBezTo>
                    <a:pt x="1" y="2"/>
                    <a:pt x="2" y="1"/>
                    <a:pt x="3" y="1"/>
                  </a:cubicBezTo>
                  <a:moveTo>
                    <a:pt x="3" y="0"/>
                  </a:move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7"/>
                    <a:pt x="3" y="7"/>
                  </a:cubicBezTo>
                  <a:cubicBezTo>
                    <a:pt x="5" y="7"/>
                    <a:pt x="6" y="6"/>
                    <a:pt x="6" y="4"/>
                  </a:cubicBezTo>
                  <a:cubicBezTo>
                    <a:pt x="6" y="2"/>
                    <a:pt x="5" y="0"/>
                    <a:pt x="3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1" name="iṧl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2B314EE-D9E3-40D9-B405-46E4A0F69D44}"/>
                </a:ext>
              </a:extLst>
            </p:cNvPr>
            <p:cNvSpPr/>
            <p:nvPr/>
          </p:nvSpPr>
          <p:spPr bwMode="auto">
            <a:xfrm>
              <a:off x="4345545" y="2135781"/>
              <a:ext cx="15880" cy="18323"/>
            </a:xfrm>
            <a:custGeom>
              <a:avLst/>
              <a:gdLst>
                <a:gd name="T0" fmla="*/ 3 w 6"/>
                <a:gd name="T1" fmla="*/ 1 h 7"/>
                <a:gd name="T2" fmla="*/ 5 w 6"/>
                <a:gd name="T3" fmla="*/ 3 h 7"/>
                <a:gd name="T4" fmla="*/ 3 w 6"/>
                <a:gd name="T5" fmla="*/ 6 h 7"/>
                <a:gd name="T6" fmla="*/ 1 w 6"/>
                <a:gd name="T7" fmla="*/ 3 h 7"/>
                <a:gd name="T8" fmla="*/ 3 w 6"/>
                <a:gd name="T9" fmla="*/ 1 h 7"/>
                <a:gd name="T10" fmla="*/ 3 w 6"/>
                <a:gd name="T11" fmla="*/ 0 h 7"/>
                <a:gd name="T12" fmla="*/ 0 w 6"/>
                <a:gd name="T13" fmla="*/ 3 h 7"/>
                <a:gd name="T14" fmla="*/ 3 w 6"/>
                <a:gd name="T15" fmla="*/ 7 h 7"/>
                <a:gd name="T16" fmla="*/ 6 w 6"/>
                <a:gd name="T17" fmla="*/ 3 h 7"/>
                <a:gd name="T18" fmla="*/ 3 w 6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7">
                  <a:moveTo>
                    <a:pt x="3" y="1"/>
                  </a:moveTo>
                  <a:cubicBezTo>
                    <a:pt x="4" y="1"/>
                    <a:pt x="5" y="2"/>
                    <a:pt x="5" y="3"/>
                  </a:cubicBezTo>
                  <a:cubicBezTo>
                    <a:pt x="5" y="5"/>
                    <a:pt x="4" y="6"/>
                    <a:pt x="3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2"/>
                    <a:pt x="2" y="1"/>
                    <a:pt x="3" y="1"/>
                  </a:cubicBezTo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7"/>
                    <a:pt x="3" y="7"/>
                  </a:cubicBezTo>
                  <a:cubicBezTo>
                    <a:pt x="5" y="7"/>
                    <a:pt x="6" y="5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2" name="ïṧḷí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20C00F0-78B3-4841-8178-71E4D0DF075B}"/>
                </a:ext>
              </a:extLst>
            </p:cNvPr>
            <p:cNvSpPr/>
            <p:nvPr/>
          </p:nvSpPr>
          <p:spPr bwMode="auto">
            <a:xfrm>
              <a:off x="4417615" y="2064932"/>
              <a:ext cx="17101" cy="15880"/>
            </a:xfrm>
            <a:custGeom>
              <a:avLst/>
              <a:gdLst>
                <a:gd name="T0" fmla="*/ 3 w 7"/>
                <a:gd name="T1" fmla="*/ 1 h 6"/>
                <a:gd name="T2" fmla="*/ 6 w 7"/>
                <a:gd name="T3" fmla="*/ 3 h 6"/>
                <a:gd name="T4" fmla="*/ 3 w 7"/>
                <a:gd name="T5" fmla="*/ 5 h 6"/>
                <a:gd name="T6" fmla="*/ 1 w 7"/>
                <a:gd name="T7" fmla="*/ 3 h 6"/>
                <a:gd name="T8" fmla="*/ 3 w 7"/>
                <a:gd name="T9" fmla="*/ 1 h 6"/>
                <a:gd name="T10" fmla="*/ 3 w 7"/>
                <a:gd name="T11" fmla="*/ 0 h 6"/>
                <a:gd name="T12" fmla="*/ 0 w 7"/>
                <a:gd name="T13" fmla="*/ 3 h 6"/>
                <a:gd name="T14" fmla="*/ 3 w 7"/>
                <a:gd name="T15" fmla="*/ 6 h 6"/>
                <a:gd name="T16" fmla="*/ 7 w 7"/>
                <a:gd name="T17" fmla="*/ 3 h 6"/>
                <a:gd name="T18" fmla="*/ 3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3" y="1"/>
                  </a:moveTo>
                  <a:cubicBezTo>
                    <a:pt x="5" y="1"/>
                    <a:pt x="6" y="2"/>
                    <a:pt x="6" y="3"/>
                  </a:cubicBezTo>
                  <a:cubicBezTo>
                    <a:pt x="6" y="4"/>
                    <a:pt x="5" y="5"/>
                    <a:pt x="3" y="5"/>
                  </a:cubicBezTo>
                  <a:cubicBezTo>
                    <a:pt x="2" y="5"/>
                    <a:pt x="1" y="4"/>
                    <a:pt x="1" y="3"/>
                  </a:cubicBezTo>
                  <a:cubicBezTo>
                    <a:pt x="1" y="2"/>
                    <a:pt x="2" y="1"/>
                    <a:pt x="3" y="1"/>
                  </a:cubicBezTo>
                  <a:moveTo>
                    <a:pt x="3" y="0"/>
                  </a:move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  <a:cubicBezTo>
                    <a:pt x="5" y="6"/>
                    <a:pt x="7" y="5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3" name="íṧ1î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3E51D39-02EB-48A3-BE9A-1204312CB341}"/>
                </a:ext>
              </a:extLst>
            </p:cNvPr>
            <p:cNvSpPr/>
            <p:nvPr/>
          </p:nvSpPr>
          <p:spPr bwMode="auto">
            <a:xfrm>
              <a:off x="4272253" y="2064932"/>
              <a:ext cx="18323" cy="15880"/>
            </a:xfrm>
            <a:custGeom>
              <a:avLst/>
              <a:gdLst>
                <a:gd name="T0" fmla="*/ 4 w 7"/>
                <a:gd name="T1" fmla="*/ 1 h 6"/>
                <a:gd name="T2" fmla="*/ 6 w 7"/>
                <a:gd name="T3" fmla="*/ 3 h 6"/>
                <a:gd name="T4" fmla="*/ 4 w 7"/>
                <a:gd name="T5" fmla="*/ 5 h 6"/>
                <a:gd name="T6" fmla="*/ 2 w 7"/>
                <a:gd name="T7" fmla="*/ 3 h 6"/>
                <a:gd name="T8" fmla="*/ 4 w 7"/>
                <a:gd name="T9" fmla="*/ 1 h 6"/>
                <a:gd name="T10" fmla="*/ 4 w 7"/>
                <a:gd name="T11" fmla="*/ 0 h 6"/>
                <a:gd name="T12" fmla="*/ 0 w 7"/>
                <a:gd name="T13" fmla="*/ 3 h 6"/>
                <a:gd name="T14" fmla="*/ 4 w 7"/>
                <a:gd name="T15" fmla="*/ 6 h 6"/>
                <a:gd name="T16" fmla="*/ 7 w 7"/>
                <a:gd name="T17" fmla="*/ 3 h 6"/>
                <a:gd name="T18" fmla="*/ 4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4" y="1"/>
                  </a:moveTo>
                  <a:cubicBezTo>
                    <a:pt x="5" y="1"/>
                    <a:pt x="6" y="2"/>
                    <a:pt x="6" y="3"/>
                  </a:cubicBezTo>
                  <a:cubicBezTo>
                    <a:pt x="6" y="4"/>
                    <a:pt x="5" y="5"/>
                    <a:pt x="4" y="5"/>
                  </a:cubicBezTo>
                  <a:cubicBezTo>
                    <a:pt x="3" y="5"/>
                    <a:pt x="2" y="4"/>
                    <a:pt x="2" y="3"/>
                  </a:cubicBezTo>
                  <a:cubicBezTo>
                    <a:pt x="2" y="2"/>
                    <a:pt x="3" y="1"/>
                    <a:pt x="4" y="1"/>
                  </a:cubicBezTo>
                  <a:moveTo>
                    <a:pt x="4" y="0"/>
                  </a:move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6" y="6"/>
                    <a:pt x="7" y="5"/>
                    <a:pt x="7" y="3"/>
                  </a:cubicBezTo>
                  <a:cubicBezTo>
                    <a:pt x="7" y="1"/>
                    <a:pt x="6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4" name="îŝḷï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B5C40FB-60F6-4C50-9EDB-5139A13CB390}"/>
                </a:ext>
              </a:extLst>
            </p:cNvPr>
            <p:cNvSpPr/>
            <p:nvPr/>
          </p:nvSpPr>
          <p:spPr bwMode="auto">
            <a:xfrm>
              <a:off x="4295461" y="2014850"/>
              <a:ext cx="116046" cy="116046"/>
            </a:xfrm>
            <a:custGeom>
              <a:avLst/>
              <a:gdLst>
                <a:gd name="T0" fmla="*/ 31 w 46"/>
                <a:gd name="T1" fmla="*/ 22 h 46"/>
                <a:gd name="T2" fmla="*/ 43 w 46"/>
                <a:gd name="T3" fmla="*/ 3 h 46"/>
                <a:gd name="T4" fmla="*/ 25 w 46"/>
                <a:gd name="T5" fmla="*/ 15 h 46"/>
                <a:gd name="T6" fmla="*/ 23 w 46"/>
                <a:gd name="T7" fmla="*/ 0 h 46"/>
                <a:gd name="T8" fmla="*/ 21 w 46"/>
                <a:gd name="T9" fmla="*/ 17 h 46"/>
                <a:gd name="T10" fmla="*/ 19 w 46"/>
                <a:gd name="T11" fmla="*/ 18 h 46"/>
                <a:gd name="T12" fmla="*/ 17 w 46"/>
                <a:gd name="T13" fmla="*/ 21 h 46"/>
                <a:gd name="T14" fmla="*/ 0 w 46"/>
                <a:gd name="T15" fmla="*/ 23 h 46"/>
                <a:gd name="T16" fmla="*/ 15 w 46"/>
                <a:gd name="T17" fmla="*/ 24 h 46"/>
                <a:gd name="T18" fmla="*/ 3 w 46"/>
                <a:gd name="T19" fmla="*/ 43 h 46"/>
                <a:gd name="T20" fmla="*/ 22 w 46"/>
                <a:gd name="T21" fmla="*/ 31 h 46"/>
                <a:gd name="T22" fmla="*/ 23 w 46"/>
                <a:gd name="T23" fmla="*/ 46 h 46"/>
                <a:gd name="T24" fmla="*/ 25 w 46"/>
                <a:gd name="T25" fmla="*/ 29 h 46"/>
                <a:gd name="T26" fmla="*/ 28 w 46"/>
                <a:gd name="T27" fmla="*/ 28 h 46"/>
                <a:gd name="T28" fmla="*/ 29 w 46"/>
                <a:gd name="T29" fmla="*/ 25 h 46"/>
                <a:gd name="T30" fmla="*/ 46 w 46"/>
                <a:gd name="T31" fmla="*/ 23 h 46"/>
                <a:gd name="T32" fmla="*/ 31 w 46"/>
                <a:gd name="T33" fmla="*/ 22 h 46"/>
                <a:gd name="T34" fmla="*/ 23 w 46"/>
                <a:gd name="T35" fmla="*/ 28 h 46"/>
                <a:gd name="T36" fmla="*/ 19 w 46"/>
                <a:gd name="T37" fmla="*/ 23 h 46"/>
                <a:gd name="T38" fmla="*/ 23 w 46"/>
                <a:gd name="T39" fmla="*/ 18 h 46"/>
                <a:gd name="T40" fmla="*/ 28 w 46"/>
                <a:gd name="T41" fmla="*/ 23 h 46"/>
                <a:gd name="T42" fmla="*/ 23 w 46"/>
                <a:gd name="T43" fmla="*/ 2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6" h="46">
                  <a:moveTo>
                    <a:pt x="31" y="22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46" y="23"/>
                    <a:pt x="46" y="23"/>
                    <a:pt x="46" y="23"/>
                  </a:cubicBezTo>
                  <a:lnTo>
                    <a:pt x="31" y="22"/>
                  </a:lnTo>
                  <a:close/>
                  <a:moveTo>
                    <a:pt x="23" y="28"/>
                  </a:moveTo>
                  <a:cubicBezTo>
                    <a:pt x="21" y="28"/>
                    <a:pt x="19" y="25"/>
                    <a:pt x="19" y="23"/>
                  </a:cubicBezTo>
                  <a:cubicBezTo>
                    <a:pt x="19" y="20"/>
                    <a:pt x="21" y="18"/>
                    <a:pt x="23" y="18"/>
                  </a:cubicBezTo>
                  <a:cubicBezTo>
                    <a:pt x="26" y="18"/>
                    <a:pt x="28" y="20"/>
                    <a:pt x="28" y="23"/>
                  </a:cubicBezTo>
                  <a:cubicBezTo>
                    <a:pt x="28" y="25"/>
                    <a:pt x="26" y="28"/>
                    <a:pt x="23" y="2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5" name="iṩľ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F0541EF-320B-4B2E-A16B-705BDE9C3E96}"/>
                </a:ext>
              </a:extLst>
            </p:cNvPr>
            <p:cNvSpPr/>
            <p:nvPr/>
          </p:nvSpPr>
          <p:spPr bwMode="auto">
            <a:xfrm>
              <a:off x="6370845" y="4246588"/>
              <a:ext cx="208882" cy="68406"/>
            </a:xfrm>
            <a:custGeom>
              <a:avLst/>
              <a:gdLst>
                <a:gd name="T0" fmla="*/ 77 w 82"/>
                <a:gd name="T1" fmla="*/ 0 h 27"/>
                <a:gd name="T2" fmla="*/ 4 w 82"/>
                <a:gd name="T3" fmla="*/ 0 h 27"/>
                <a:gd name="T4" fmla="*/ 0 w 82"/>
                <a:gd name="T5" fmla="*/ 4 h 27"/>
                <a:gd name="T6" fmla="*/ 0 w 82"/>
                <a:gd name="T7" fmla="*/ 22 h 27"/>
                <a:gd name="T8" fmla="*/ 4 w 82"/>
                <a:gd name="T9" fmla="*/ 27 h 27"/>
                <a:gd name="T10" fmla="*/ 77 w 82"/>
                <a:gd name="T11" fmla="*/ 27 h 27"/>
                <a:gd name="T12" fmla="*/ 82 w 82"/>
                <a:gd name="T13" fmla="*/ 22 h 27"/>
                <a:gd name="T14" fmla="*/ 82 w 82"/>
                <a:gd name="T15" fmla="*/ 4 h 27"/>
                <a:gd name="T16" fmla="*/ 77 w 82"/>
                <a:gd name="T1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" h="27">
                  <a:moveTo>
                    <a:pt x="7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9" y="27"/>
                    <a:pt x="82" y="25"/>
                    <a:pt x="82" y="22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2" y="2"/>
                    <a:pt x="79" y="0"/>
                    <a:pt x="77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6" name="íSḻ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FBC13E1-406B-49C1-8BA2-07108549648A}"/>
                </a:ext>
              </a:extLst>
            </p:cNvPr>
            <p:cNvSpPr/>
            <p:nvPr/>
          </p:nvSpPr>
          <p:spPr bwMode="auto">
            <a:xfrm>
              <a:off x="6370845" y="4165967"/>
              <a:ext cx="208882" cy="68406"/>
            </a:xfrm>
            <a:custGeom>
              <a:avLst/>
              <a:gdLst>
                <a:gd name="T0" fmla="*/ 77 w 82"/>
                <a:gd name="T1" fmla="*/ 0 h 27"/>
                <a:gd name="T2" fmla="*/ 4 w 82"/>
                <a:gd name="T3" fmla="*/ 0 h 27"/>
                <a:gd name="T4" fmla="*/ 0 w 82"/>
                <a:gd name="T5" fmla="*/ 5 h 27"/>
                <a:gd name="T6" fmla="*/ 0 w 82"/>
                <a:gd name="T7" fmla="*/ 23 h 27"/>
                <a:gd name="T8" fmla="*/ 4 w 82"/>
                <a:gd name="T9" fmla="*/ 27 h 27"/>
                <a:gd name="T10" fmla="*/ 77 w 82"/>
                <a:gd name="T11" fmla="*/ 27 h 27"/>
                <a:gd name="T12" fmla="*/ 82 w 82"/>
                <a:gd name="T13" fmla="*/ 23 h 27"/>
                <a:gd name="T14" fmla="*/ 82 w 82"/>
                <a:gd name="T15" fmla="*/ 5 h 27"/>
                <a:gd name="T16" fmla="*/ 77 w 82"/>
                <a:gd name="T1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" h="27">
                  <a:moveTo>
                    <a:pt x="7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9" y="27"/>
                    <a:pt x="82" y="25"/>
                    <a:pt x="82" y="23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2"/>
                    <a:pt x="79" y="0"/>
                    <a:pt x="77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7" name="îşļi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5F244C3-34F8-4418-8D66-DE6FCFC627C1}"/>
                </a:ext>
              </a:extLst>
            </p:cNvPr>
            <p:cNvSpPr/>
            <p:nvPr/>
          </p:nvSpPr>
          <p:spPr bwMode="auto">
            <a:xfrm>
              <a:off x="6370845" y="4085346"/>
              <a:ext cx="208882" cy="70849"/>
            </a:xfrm>
            <a:custGeom>
              <a:avLst/>
              <a:gdLst>
                <a:gd name="T0" fmla="*/ 77 w 82"/>
                <a:gd name="T1" fmla="*/ 0 h 28"/>
                <a:gd name="T2" fmla="*/ 4 w 82"/>
                <a:gd name="T3" fmla="*/ 0 h 28"/>
                <a:gd name="T4" fmla="*/ 0 w 82"/>
                <a:gd name="T5" fmla="*/ 5 h 28"/>
                <a:gd name="T6" fmla="*/ 0 w 82"/>
                <a:gd name="T7" fmla="*/ 23 h 28"/>
                <a:gd name="T8" fmla="*/ 4 w 82"/>
                <a:gd name="T9" fmla="*/ 28 h 28"/>
                <a:gd name="T10" fmla="*/ 77 w 82"/>
                <a:gd name="T11" fmla="*/ 28 h 28"/>
                <a:gd name="T12" fmla="*/ 82 w 82"/>
                <a:gd name="T13" fmla="*/ 23 h 28"/>
                <a:gd name="T14" fmla="*/ 82 w 82"/>
                <a:gd name="T15" fmla="*/ 5 h 28"/>
                <a:gd name="T16" fmla="*/ 77 w 82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" h="28">
                  <a:moveTo>
                    <a:pt x="7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5"/>
                    <a:pt x="2" y="28"/>
                    <a:pt x="4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9" y="28"/>
                    <a:pt x="82" y="25"/>
                    <a:pt x="82" y="23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2"/>
                    <a:pt x="79" y="0"/>
                    <a:pt x="77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8" name="îśḻî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9978DAD-BCE6-4B5F-A39F-2D9E9BD3A3E5}"/>
                </a:ext>
              </a:extLst>
            </p:cNvPr>
            <p:cNvSpPr/>
            <p:nvPr/>
          </p:nvSpPr>
          <p:spPr bwMode="auto">
            <a:xfrm>
              <a:off x="5564634" y="2843049"/>
              <a:ext cx="28096" cy="12215"/>
            </a:xfrm>
            <a:custGeom>
              <a:avLst/>
              <a:gdLst>
                <a:gd name="T0" fmla="*/ 5 w 11"/>
                <a:gd name="T1" fmla="*/ 1 h 5"/>
                <a:gd name="T2" fmla="*/ 9 w 11"/>
                <a:gd name="T3" fmla="*/ 5 h 5"/>
                <a:gd name="T4" fmla="*/ 9 w 11"/>
                <a:gd name="T5" fmla="*/ 5 h 5"/>
                <a:gd name="T6" fmla="*/ 11 w 11"/>
                <a:gd name="T7" fmla="*/ 5 h 5"/>
                <a:gd name="T8" fmla="*/ 5 w 11"/>
                <a:gd name="T9" fmla="*/ 0 h 5"/>
                <a:gd name="T10" fmla="*/ 0 w 11"/>
                <a:gd name="T11" fmla="*/ 5 h 5"/>
                <a:gd name="T12" fmla="*/ 1 w 11"/>
                <a:gd name="T13" fmla="*/ 5 h 5"/>
                <a:gd name="T14" fmla="*/ 1 w 11"/>
                <a:gd name="T15" fmla="*/ 5 h 5"/>
                <a:gd name="T16" fmla="*/ 5 w 11"/>
                <a:gd name="T1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5">
                  <a:moveTo>
                    <a:pt x="5" y="1"/>
                  </a:moveTo>
                  <a:cubicBezTo>
                    <a:pt x="7" y="1"/>
                    <a:pt x="9" y="3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2"/>
                    <a:pt x="8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3"/>
                    <a:pt x="3" y="1"/>
                    <a:pt x="5" y="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9" name="i$ḻí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974F088-7415-4030-B4A4-0393ED29ED6A}"/>
                </a:ext>
              </a:extLst>
            </p:cNvPr>
            <p:cNvSpPr/>
            <p:nvPr/>
          </p:nvSpPr>
          <p:spPr bwMode="auto">
            <a:xfrm>
              <a:off x="5546310" y="2822282"/>
              <a:ext cx="61077" cy="30539"/>
            </a:xfrm>
            <a:custGeom>
              <a:avLst/>
              <a:gdLst>
                <a:gd name="T0" fmla="*/ 12 w 24"/>
                <a:gd name="T1" fmla="*/ 0 h 12"/>
                <a:gd name="T2" fmla="*/ 0 w 24"/>
                <a:gd name="T3" fmla="*/ 10 h 12"/>
                <a:gd name="T4" fmla="*/ 3 w 24"/>
                <a:gd name="T5" fmla="*/ 12 h 12"/>
                <a:gd name="T6" fmla="*/ 4 w 24"/>
                <a:gd name="T7" fmla="*/ 12 h 12"/>
                <a:gd name="T8" fmla="*/ 12 w 24"/>
                <a:gd name="T9" fmla="*/ 4 h 12"/>
                <a:gd name="T10" fmla="*/ 21 w 24"/>
                <a:gd name="T11" fmla="*/ 12 h 12"/>
                <a:gd name="T12" fmla="*/ 21 w 24"/>
                <a:gd name="T13" fmla="*/ 12 h 12"/>
                <a:gd name="T14" fmla="*/ 24 w 24"/>
                <a:gd name="T15" fmla="*/ 10 h 12"/>
                <a:gd name="T16" fmla="*/ 12 w 24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6" y="0"/>
                    <a:pt x="1" y="5"/>
                    <a:pt x="0" y="10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ubicBezTo>
                    <a:pt x="17" y="4"/>
                    <a:pt x="20" y="7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5"/>
                    <a:pt x="18" y="0"/>
                    <a:pt x="12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0" name="îś1î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6955029-F054-4E72-92A8-8B7028B338FA}"/>
                </a:ext>
              </a:extLst>
            </p:cNvPr>
            <p:cNvSpPr/>
            <p:nvPr/>
          </p:nvSpPr>
          <p:spPr bwMode="auto">
            <a:xfrm>
              <a:off x="5525545" y="2800295"/>
              <a:ext cx="105052" cy="47640"/>
            </a:xfrm>
            <a:custGeom>
              <a:avLst/>
              <a:gdLst>
                <a:gd name="T0" fmla="*/ 21 w 41"/>
                <a:gd name="T1" fmla="*/ 0 h 19"/>
                <a:gd name="T2" fmla="*/ 0 w 41"/>
                <a:gd name="T3" fmla="*/ 17 h 19"/>
                <a:gd name="T4" fmla="*/ 5 w 41"/>
                <a:gd name="T5" fmla="*/ 19 h 19"/>
                <a:gd name="T6" fmla="*/ 6 w 41"/>
                <a:gd name="T7" fmla="*/ 19 h 19"/>
                <a:gd name="T8" fmla="*/ 20 w 41"/>
                <a:gd name="T9" fmla="*/ 6 h 19"/>
                <a:gd name="T10" fmla="*/ 35 w 41"/>
                <a:gd name="T11" fmla="*/ 19 h 19"/>
                <a:gd name="T12" fmla="*/ 35 w 41"/>
                <a:gd name="T13" fmla="*/ 19 h 19"/>
                <a:gd name="T14" fmla="*/ 41 w 41"/>
                <a:gd name="T15" fmla="*/ 17 h 19"/>
                <a:gd name="T16" fmla="*/ 21 w 41"/>
                <a:gd name="T1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19">
                  <a:moveTo>
                    <a:pt x="21" y="0"/>
                  </a:moveTo>
                  <a:cubicBezTo>
                    <a:pt x="10" y="0"/>
                    <a:pt x="2" y="7"/>
                    <a:pt x="0" y="1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1"/>
                    <a:pt x="13" y="6"/>
                    <a:pt x="20" y="6"/>
                  </a:cubicBezTo>
                  <a:cubicBezTo>
                    <a:pt x="28" y="6"/>
                    <a:pt x="35" y="11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39" y="7"/>
                    <a:pt x="31" y="0"/>
                    <a:pt x="21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1" name="iśḷ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D46426A-31AB-472C-A881-C2ABAE87261A}"/>
                </a:ext>
              </a:extLst>
            </p:cNvPr>
            <p:cNvSpPr/>
            <p:nvPr/>
          </p:nvSpPr>
          <p:spPr bwMode="auto">
            <a:xfrm>
              <a:off x="5559747" y="2852821"/>
              <a:ext cx="37868" cy="51304"/>
            </a:xfrm>
            <a:custGeom>
              <a:avLst/>
              <a:gdLst>
                <a:gd name="T0" fmla="*/ 13 w 15"/>
                <a:gd name="T1" fmla="*/ 17 h 20"/>
                <a:gd name="T2" fmla="*/ 8 w 15"/>
                <a:gd name="T3" fmla="*/ 17 h 20"/>
                <a:gd name="T4" fmla="*/ 8 w 15"/>
                <a:gd name="T5" fmla="*/ 6 h 20"/>
                <a:gd name="T6" fmla="*/ 10 w 15"/>
                <a:gd name="T7" fmla="*/ 3 h 20"/>
                <a:gd name="T8" fmla="*/ 7 w 15"/>
                <a:gd name="T9" fmla="*/ 0 h 20"/>
                <a:gd name="T10" fmla="*/ 4 w 15"/>
                <a:gd name="T11" fmla="*/ 3 h 20"/>
                <a:gd name="T12" fmla="*/ 6 w 15"/>
                <a:gd name="T13" fmla="*/ 6 h 20"/>
                <a:gd name="T14" fmla="*/ 6 w 15"/>
                <a:gd name="T15" fmla="*/ 17 h 20"/>
                <a:gd name="T16" fmla="*/ 2 w 15"/>
                <a:gd name="T17" fmla="*/ 17 h 20"/>
                <a:gd name="T18" fmla="*/ 0 w 15"/>
                <a:gd name="T19" fmla="*/ 18 h 20"/>
                <a:gd name="T20" fmla="*/ 2 w 15"/>
                <a:gd name="T21" fmla="*/ 20 h 20"/>
                <a:gd name="T22" fmla="*/ 13 w 15"/>
                <a:gd name="T23" fmla="*/ 20 h 20"/>
                <a:gd name="T24" fmla="*/ 15 w 15"/>
                <a:gd name="T25" fmla="*/ 18 h 20"/>
                <a:gd name="T26" fmla="*/ 13 w 15"/>
                <a:gd name="T27" fmla="*/ 1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20">
                  <a:moveTo>
                    <a:pt x="13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5"/>
                    <a:pt x="10" y="4"/>
                    <a:pt x="10" y="3"/>
                  </a:cubicBezTo>
                  <a:cubicBezTo>
                    <a:pt x="10" y="1"/>
                    <a:pt x="9" y="0"/>
                    <a:pt x="7" y="0"/>
                  </a:cubicBezTo>
                  <a:cubicBezTo>
                    <a:pt x="6" y="0"/>
                    <a:pt x="4" y="1"/>
                    <a:pt x="4" y="3"/>
                  </a:cubicBezTo>
                  <a:cubicBezTo>
                    <a:pt x="4" y="4"/>
                    <a:pt x="5" y="5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" y="17"/>
                    <a:pt x="0" y="17"/>
                    <a:pt x="0" y="18"/>
                  </a:cubicBezTo>
                  <a:cubicBezTo>
                    <a:pt x="0" y="19"/>
                    <a:pt x="1" y="20"/>
                    <a:pt x="2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4" y="20"/>
                    <a:pt x="15" y="19"/>
                    <a:pt x="15" y="18"/>
                  </a:cubicBezTo>
                  <a:cubicBezTo>
                    <a:pt x="15" y="17"/>
                    <a:pt x="14" y="17"/>
                    <a:pt x="13" y="1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2" name="i$ļî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78E8CE9-BC75-411C-B6A9-F8269637FB01}"/>
                </a:ext>
              </a:extLst>
            </p:cNvPr>
            <p:cNvSpPr/>
            <p:nvPr/>
          </p:nvSpPr>
          <p:spPr bwMode="auto">
            <a:xfrm>
              <a:off x="5449810" y="3795844"/>
              <a:ext cx="68406" cy="106274"/>
            </a:xfrm>
            <a:custGeom>
              <a:avLst/>
              <a:gdLst>
                <a:gd name="T0" fmla="*/ 24 w 27"/>
                <a:gd name="T1" fmla="*/ 0 h 42"/>
                <a:gd name="T2" fmla="*/ 2 w 27"/>
                <a:gd name="T3" fmla="*/ 0 h 42"/>
                <a:gd name="T4" fmla="*/ 0 w 27"/>
                <a:gd name="T5" fmla="*/ 3 h 42"/>
                <a:gd name="T6" fmla="*/ 0 w 27"/>
                <a:gd name="T7" fmla="*/ 36 h 42"/>
                <a:gd name="T8" fmla="*/ 2 w 27"/>
                <a:gd name="T9" fmla="*/ 38 h 42"/>
                <a:gd name="T10" fmla="*/ 3 w 27"/>
                <a:gd name="T11" fmla="*/ 38 h 42"/>
                <a:gd name="T12" fmla="*/ 3 w 27"/>
                <a:gd name="T13" fmla="*/ 40 h 42"/>
                <a:gd name="T14" fmla="*/ 5 w 27"/>
                <a:gd name="T15" fmla="*/ 42 h 42"/>
                <a:gd name="T16" fmla="*/ 7 w 27"/>
                <a:gd name="T17" fmla="*/ 40 h 42"/>
                <a:gd name="T18" fmla="*/ 7 w 27"/>
                <a:gd name="T19" fmla="*/ 38 h 42"/>
                <a:gd name="T20" fmla="*/ 20 w 27"/>
                <a:gd name="T21" fmla="*/ 38 h 42"/>
                <a:gd name="T22" fmla="*/ 20 w 27"/>
                <a:gd name="T23" fmla="*/ 40 h 42"/>
                <a:gd name="T24" fmla="*/ 22 w 27"/>
                <a:gd name="T25" fmla="*/ 42 h 42"/>
                <a:gd name="T26" fmla="*/ 24 w 27"/>
                <a:gd name="T27" fmla="*/ 40 h 42"/>
                <a:gd name="T28" fmla="*/ 24 w 27"/>
                <a:gd name="T29" fmla="*/ 38 h 42"/>
                <a:gd name="T30" fmla="*/ 24 w 27"/>
                <a:gd name="T31" fmla="*/ 38 h 42"/>
                <a:gd name="T32" fmla="*/ 27 w 27"/>
                <a:gd name="T33" fmla="*/ 36 h 42"/>
                <a:gd name="T34" fmla="*/ 27 w 27"/>
                <a:gd name="T35" fmla="*/ 3 h 42"/>
                <a:gd name="T36" fmla="*/ 24 w 27"/>
                <a:gd name="T37" fmla="*/ 0 h 42"/>
                <a:gd name="T38" fmla="*/ 13 w 27"/>
                <a:gd name="T39" fmla="*/ 3 h 42"/>
                <a:gd name="T40" fmla="*/ 21 w 27"/>
                <a:gd name="T41" fmla="*/ 10 h 42"/>
                <a:gd name="T42" fmla="*/ 13 w 27"/>
                <a:gd name="T43" fmla="*/ 17 h 42"/>
                <a:gd name="T44" fmla="*/ 6 w 27"/>
                <a:gd name="T45" fmla="*/ 10 h 42"/>
                <a:gd name="T46" fmla="*/ 13 w 27"/>
                <a:gd name="T47" fmla="*/ 3 h 42"/>
                <a:gd name="T48" fmla="*/ 13 w 27"/>
                <a:gd name="T49" fmla="*/ 35 h 42"/>
                <a:gd name="T50" fmla="*/ 5 w 27"/>
                <a:gd name="T51" fmla="*/ 27 h 42"/>
                <a:gd name="T52" fmla="*/ 13 w 27"/>
                <a:gd name="T53" fmla="*/ 20 h 42"/>
                <a:gd name="T54" fmla="*/ 22 w 27"/>
                <a:gd name="T55" fmla="*/ 27 h 42"/>
                <a:gd name="T56" fmla="*/ 13 w 27"/>
                <a:gd name="T57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42">
                  <a:moveTo>
                    <a:pt x="2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7"/>
                    <a:pt x="1" y="38"/>
                    <a:pt x="2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1"/>
                    <a:pt x="4" y="42"/>
                    <a:pt x="5" y="42"/>
                  </a:cubicBezTo>
                  <a:cubicBezTo>
                    <a:pt x="6" y="42"/>
                    <a:pt x="7" y="41"/>
                    <a:pt x="7" y="40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1"/>
                    <a:pt x="21" y="42"/>
                    <a:pt x="22" y="42"/>
                  </a:cubicBezTo>
                  <a:cubicBezTo>
                    <a:pt x="23" y="42"/>
                    <a:pt x="24" y="41"/>
                    <a:pt x="24" y="40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6" y="38"/>
                    <a:pt x="27" y="37"/>
                    <a:pt x="27" y="36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1"/>
                    <a:pt x="26" y="0"/>
                    <a:pt x="24" y="0"/>
                  </a:cubicBezTo>
                  <a:close/>
                  <a:moveTo>
                    <a:pt x="13" y="3"/>
                  </a:moveTo>
                  <a:cubicBezTo>
                    <a:pt x="17" y="3"/>
                    <a:pt x="21" y="6"/>
                    <a:pt x="21" y="10"/>
                  </a:cubicBezTo>
                  <a:cubicBezTo>
                    <a:pt x="21" y="14"/>
                    <a:pt x="17" y="17"/>
                    <a:pt x="13" y="17"/>
                  </a:cubicBezTo>
                  <a:cubicBezTo>
                    <a:pt x="9" y="17"/>
                    <a:pt x="6" y="14"/>
                    <a:pt x="6" y="10"/>
                  </a:cubicBezTo>
                  <a:cubicBezTo>
                    <a:pt x="6" y="6"/>
                    <a:pt x="9" y="3"/>
                    <a:pt x="13" y="3"/>
                  </a:cubicBezTo>
                  <a:close/>
                  <a:moveTo>
                    <a:pt x="13" y="35"/>
                  </a:moveTo>
                  <a:cubicBezTo>
                    <a:pt x="9" y="35"/>
                    <a:pt x="5" y="32"/>
                    <a:pt x="5" y="27"/>
                  </a:cubicBezTo>
                  <a:cubicBezTo>
                    <a:pt x="5" y="23"/>
                    <a:pt x="9" y="20"/>
                    <a:pt x="13" y="20"/>
                  </a:cubicBezTo>
                  <a:cubicBezTo>
                    <a:pt x="18" y="20"/>
                    <a:pt x="22" y="23"/>
                    <a:pt x="22" y="27"/>
                  </a:cubicBezTo>
                  <a:cubicBezTo>
                    <a:pt x="22" y="32"/>
                    <a:pt x="18" y="35"/>
                    <a:pt x="13" y="3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3" name="íṣľ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A4F5107-7C2D-4F0F-9D2D-6B99AB1AFF49}"/>
                </a:ext>
              </a:extLst>
            </p:cNvPr>
            <p:cNvSpPr/>
            <p:nvPr/>
          </p:nvSpPr>
          <p:spPr bwMode="auto">
            <a:xfrm>
              <a:off x="5468132" y="3849591"/>
              <a:ext cx="32982" cy="32982"/>
            </a:xfrm>
            <a:custGeom>
              <a:avLst/>
              <a:gdLst>
                <a:gd name="T0" fmla="*/ 6 w 13"/>
                <a:gd name="T1" fmla="*/ 0 h 13"/>
                <a:gd name="T2" fmla="*/ 0 w 13"/>
                <a:gd name="T3" fmla="*/ 6 h 13"/>
                <a:gd name="T4" fmla="*/ 6 w 13"/>
                <a:gd name="T5" fmla="*/ 13 h 13"/>
                <a:gd name="T6" fmla="*/ 13 w 13"/>
                <a:gd name="T7" fmla="*/ 6 h 13"/>
                <a:gd name="T8" fmla="*/ 6 w 13"/>
                <a:gd name="T9" fmla="*/ 0 h 13"/>
                <a:gd name="T10" fmla="*/ 6 w 13"/>
                <a:gd name="T11" fmla="*/ 11 h 13"/>
                <a:gd name="T12" fmla="*/ 1 w 13"/>
                <a:gd name="T13" fmla="*/ 6 h 13"/>
                <a:gd name="T14" fmla="*/ 6 w 13"/>
                <a:gd name="T15" fmla="*/ 1 h 13"/>
                <a:gd name="T16" fmla="*/ 11 w 13"/>
                <a:gd name="T17" fmla="*/ 6 h 13"/>
                <a:gd name="T18" fmla="*/ 6 w 13"/>
                <a:gd name="T1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3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10" y="13"/>
                    <a:pt x="13" y="10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lose/>
                  <a:moveTo>
                    <a:pt x="6" y="11"/>
                  </a:moveTo>
                  <a:cubicBezTo>
                    <a:pt x="4" y="11"/>
                    <a:pt x="1" y="9"/>
                    <a:pt x="1" y="6"/>
                  </a:cubicBezTo>
                  <a:cubicBezTo>
                    <a:pt x="1" y="4"/>
                    <a:pt x="4" y="1"/>
                    <a:pt x="6" y="1"/>
                  </a:cubicBezTo>
                  <a:cubicBezTo>
                    <a:pt x="9" y="1"/>
                    <a:pt x="11" y="4"/>
                    <a:pt x="11" y="6"/>
                  </a:cubicBezTo>
                  <a:cubicBezTo>
                    <a:pt x="11" y="9"/>
                    <a:pt x="9" y="11"/>
                    <a:pt x="6" y="1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4" name="îṣlí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EBF9FE0-E75B-47B8-BE7E-DAFCC4BCF679}"/>
                </a:ext>
              </a:extLst>
            </p:cNvPr>
            <p:cNvSpPr/>
            <p:nvPr/>
          </p:nvSpPr>
          <p:spPr bwMode="auto">
            <a:xfrm>
              <a:off x="5468132" y="3805616"/>
              <a:ext cx="30539" cy="28096"/>
            </a:xfrm>
            <a:custGeom>
              <a:avLst/>
              <a:gdLst>
                <a:gd name="T0" fmla="*/ 6 w 12"/>
                <a:gd name="T1" fmla="*/ 11 h 11"/>
                <a:gd name="T2" fmla="*/ 12 w 12"/>
                <a:gd name="T3" fmla="*/ 6 h 11"/>
                <a:gd name="T4" fmla="*/ 6 w 12"/>
                <a:gd name="T5" fmla="*/ 0 h 11"/>
                <a:gd name="T6" fmla="*/ 0 w 12"/>
                <a:gd name="T7" fmla="*/ 6 h 11"/>
                <a:gd name="T8" fmla="*/ 6 w 12"/>
                <a:gd name="T9" fmla="*/ 11 h 11"/>
                <a:gd name="T10" fmla="*/ 6 w 12"/>
                <a:gd name="T11" fmla="*/ 2 h 11"/>
                <a:gd name="T12" fmla="*/ 11 w 12"/>
                <a:gd name="T13" fmla="*/ 6 h 11"/>
                <a:gd name="T14" fmla="*/ 6 w 12"/>
                <a:gd name="T15" fmla="*/ 10 h 11"/>
                <a:gd name="T16" fmla="*/ 1 w 12"/>
                <a:gd name="T17" fmla="*/ 6 h 11"/>
                <a:gd name="T18" fmla="*/ 6 w 12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1">
                  <a:moveTo>
                    <a:pt x="6" y="11"/>
                  </a:moveTo>
                  <a:cubicBezTo>
                    <a:pt x="9" y="11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lose/>
                  <a:moveTo>
                    <a:pt x="6" y="2"/>
                  </a:moveTo>
                  <a:cubicBezTo>
                    <a:pt x="9" y="2"/>
                    <a:pt x="11" y="3"/>
                    <a:pt x="11" y="6"/>
                  </a:cubicBezTo>
                  <a:cubicBezTo>
                    <a:pt x="11" y="8"/>
                    <a:pt x="9" y="10"/>
                    <a:pt x="6" y="10"/>
                  </a:cubicBezTo>
                  <a:cubicBezTo>
                    <a:pt x="4" y="10"/>
                    <a:pt x="1" y="8"/>
                    <a:pt x="1" y="6"/>
                  </a:cubicBezTo>
                  <a:cubicBezTo>
                    <a:pt x="1" y="3"/>
                    <a:pt x="4" y="2"/>
                    <a:pt x="6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5" name="ïşļí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9AD4DC7-A26F-4738-8743-9B2B794F63C5}"/>
                </a:ext>
              </a:extLst>
            </p:cNvPr>
            <p:cNvSpPr/>
            <p:nvPr/>
          </p:nvSpPr>
          <p:spPr bwMode="auto">
            <a:xfrm>
              <a:off x="5475461" y="3810502"/>
              <a:ext cx="17101" cy="18323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6" name="íšľï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3007214-8D46-4499-BB65-D8BE0FD6EE9A}"/>
                </a:ext>
              </a:extLst>
            </p:cNvPr>
            <p:cNvSpPr/>
            <p:nvPr/>
          </p:nvSpPr>
          <p:spPr bwMode="auto">
            <a:xfrm>
              <a:off x="5475461" y="3856920"/>
              <a:ext cx="17101" cy="14658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7" name="íšli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71EA007-0648-465C-B1C6-99AF74BECAAC}"/>
                </a:ext>
              </a:extLst>
            </p:cNvPr>
            <p:cNvSpPr/>
            <p:nvPr/>
          </p:nvSpPr>
          <p:spPr bwMode="auto">
            <a:xfrm>
              <a:off x="6262128" y="2824725"/>
              <a:ext cx="30539" cy="30539"/>
            </a:xfrm>
            <a:custGeom>
              <a:avLst/>
              <a:gdLst>
                <a:gd name="T0" fmla="*/ 4 w 25"/>
                <a:gd name="T1" fmla="*/ 0 h 25"/>
                <a:gd name="T2" fmla="*/ 0 w 25"/>
                <a:gd name="T3" fmla="*/ 5 h 25"/>
                <a:gd name="T4" fmla="*/ 21 w 25"/>
                <a:gd name="T5" fmla="*/ 25 h 25"/>
                <a:gd name="T6" fmla="*/ 25 w 25"/>
                <a:gd name="T7" fmla="*/ 21 h 25"/>
                <a:gd name="T8" fmla="*/ 4 w 25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5">
                  <a:moveTo>
                    <a:pt x="4" y="0"/>
                  </a:moveTo>
                  <a:lnTo>
                    <a:pt x="0" y="5"/>
                  </a:lnTo>
                  <a:lnTo>
                    <a:pt x="21" y="25"/>
                  </a:lnTo>
                  <a:lnTo>
                    <a:pt x="25" y="21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8" name="íṡlî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D03EC68-0DF8-4BE7-AA6B-FC3EB5AC4162}"/>
                </a:ext>
              </a:extLst>
            </p:cNvPr>
            <p:cNvSpPr/>
            <p:nvPr/>
          </p:nvSpPr>
          <p:spPr bwMode="auto">
            <a:xfrm>
              <a:off x="6191279" y="2893131"/>
              <a:ext cx="32982" cy="32982"/>
            </a:xfrm>
            <a:custGeom>
              <a:avLst/>
              <a:gdLst>
                <a:gd name="T0" fmla="*/ 6 w 27"/>
                <a:gd name="T1" fmla="*/ 0 h 27"/>
                <a:gd name="T2" fmla="*/ 0 w 27"/>
                <a:gd name="T3" fmla="*/ 27 h 27"/>
                <a:gd name="T4" fmla="*/ 27 w 27"/>
                <a:gd name="T5" fmla="*/ 21 h 27"/>
                <a:gd name="T6" fmla="*/ 6 w 27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7">
                  <a:moveTo>
                    <a:pt x="6" y="0"/>
                  </a:moveTo>
                  <a:lnTo>
                    <a:pt x="0" y="27"/>
                  </a:lnTo>
                  <a:lnTo>
                    <a:pt x="27" y="21"/>
                  </a:lnTo>
                  <a:lnTo>
                    <a:pt x="6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9" name="i$1î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80CDB62-27E4-43F9-B112-98DB029B61B9}"/>
                </a:ext>
              </a:extLst>
            </p:cNvPr>
            <p:cNvSpPr/>
            <p:nvPr/>
          </p:nvSpPr>
          <p:spPr bwMode="auto">
            <a:xfrm>
              <a:off x="6201051" y="2833276"/>
              <a:ext cx="84286" cy="83064"/>
            </a:xfrm>
            <a:custGeom>
              <a:avLst/>
              <a:gdLst>
                <a:gd name="T0" fmla="*/ 0 w 33"/>
                <a:gd name="T1" fmla="*/ 23 h 33"/>
                <a:gd name="T2" fmla="*/ 10 w 33"/>
                <a:gd name="T3" fmla="*/ 33 h 33"/>
                <a:gd name="T4" fmla="*/ 33 w 33"/>
                <a:gd name="T5" fmla="*/ 9 h 33"/>
                <a:gd name="T6" fmla="*/ 23 w 33"/>
                <a:gd name="T7" fmla="*/ 0 h 33"/>
                <a:gd name="T8" fmla="*/ 0 w 33"/>
                <a:gd name="T9" fmla="*/ 23 h 33"/>
                <a:gd name="T10" fmla="*/ 8 w 33"/>
                <a:gd name="T11" fmla="*/ 17 h 33"/>
                <a:gd name="T12" fmla="*/ 20 w 33"/>
                <a:gd name="T13" fmla="*/ 5 h 33"/>
                <a:gd name="T14" fmla="*/ 21 w 33"/>
                <a:gd name="T15" fmla="*/ 5 h 33"/>
                <a:gd name="T16" fmla="*/ 21 w 33"/>
                <a:gd name="T17" fmla="*/ 7 h 33"/>
                <a:gd name="T18" fmla="*/ 9 w 33"/>
                <a:gd name="T19" fmla="*/ 19 h 33"/>
                <a:gd name="T20" fmla="*/ 8 w 33"/>
                <a:gd name="T21" fmla="*/ 19 h 33"/>
                <a:gd name="T22" fmla="*/ 8 w 33"/>
                <a:gd name="T23" fmla="*/ 17 h 33"/>
                <a:gd name="T24" fmla="*/ 28 w 33"/>
                <a:gd name="T25" fmla="*/ 12 h 33"/>
                <a:gd name="T26" fmla="*/ 16 w 33"/>
                <a:gd name="T27" fmla="*/ 25 h 33"/>
                <a:gd name="T28" fmla="*/ 14 w 33"/>
                <a:gd name="T29" fmla="*/ 25 h 33"/>
                <a:gd name="T30" fmla="*/ 14 w 33"/>
                <a:gd name="T31" fmla="*/ 23 h 33"/>
                <a:gd name="T32" fmla="*/ 26 w 33"/>
                <a:gd name="T33" fmla="*/ 11 h 33"/>
                <a:gd name="T34" fmla="*/ 28 w 33"/>
                <a:gd name="T35" fmla="*/ 11 h 33"/>
                <a:gd name="T36" fmla="*/ 28 w 33"/>
                <a:gd name="T37" fmla="*/ 12 h 33"/>
                <a:gd name="T38" fmla="*/ 27 w 33"/>
                <a:gd name="T39" fmla="*/ 6 h 33"/>
                <a:gd name="T40" fmla="*/ 27 w 33"/>
                <a:gd name="T41" fmla="*/ 8 h 33"/>
                <a:gd name="T42" fmla="*/ 9 w 33"/>
                <a:gd name="T43" fmla="*/ 26 h 33"/>
                <a:gd name="T44" fmla="*/ 7 w 33"/>
                <a:gd name="T45" fmla="*/ 26 h 33"/>
                <a:gd name="T46" fmla="*/ 7 w 33"/>
                <a:gd name="T47" fmla="*/ 23 h 33"/>
                <a:gd name="T48" fmla="*/ 24 w 33"/>
                <a:gd name="T49" fmla="*/ 6 h 33"/>
                <a:gd name="T50" fmla="*/ 27 w 33"/>
                <a:gd name="T51" fmla="*/ 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3" h="33">
                  <a:moveTo>
                    <a:pt x="0" y="23"/>
                  </a:moveTo>
                  <a:cubicBezTo>
                    <a:pt x="10" y="33"/>
                    <a:pt x="10" y="33"/>
                    <a:pt x="10" y="33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0" y="23"/>
                  </a:lnTo>
                  <a:close/>
                  <a:moveTo>
                    <a:pt x="8" y="17"/>
                  </a:move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1" y="5"/>
                    <a:pt x="21" y="5"/>
                  </a:cubicBezTo>
                  <a:cubicBezTo>
                    <a:pt x="22" y="5"/>
                    <a:pt x="22" y="6"/>
                    <a:pt x="21" y="7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8" y="19"/>
                    <a:pt x="8" y="19"/>
                  </a:cubicBezTo>
                  <a:cubicBezTo>
                    <a:pt x="7" y="18"/>
                    <a:pt x="7" y="18"/>
                    <a:pt x="8" y="17"/>
                  </a:cubicBezTo>
                  <a:close/>
                  <a:moveTo>
                    <a:pt x="28" y="12"/>
                  </a:move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4" y="25"/>
                  </a:cubicBezTo>
                  <a:cubicBezTo>
                    <a:pt x="14" y="24"/>
                    <a:pt x="14" y="24"/>
                    <a:pt x="14" y="23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7" y="11"/>
                    <a:pt x="27" y="11"/>
                    <a:pt x="28" y="11"/>
                  </a:cubicBezTo>
                  <a:cubicBezTo>
                    <a:pt x="28" y="11"/>
                    <a:pt x="28" y="12"/>
                    <a:pt x="28" y="12"/>
                  </a:cubicBezTo>
                  <a:close/>
                  <a:moveTo>
                    <a:pt x="27" y="6"/>
                  </a:moveTo>
                  <a:cubicBezTo>
                    <a:pt x="27" y="6"/>
                    <a:pt x="28" y="8"/>
                    <a:pt x="27" y="8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6"/>
                    <a:pt x="8" y="26"/>
                    <a:pt x="7" y="26"/>
                  </a:cubicBezTo>
                  <a:cubicBezTo>
                    <a:pt x="6" y="25"/>
                    <a:pt x="6" y="24"/>
                    <a:pt x="7" y="23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5" y="5"/>
                    <a:pt x="26" y="5"/>
                    <a:pt x="27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0" name="íšḻï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39708FC-134F-4E02-BD7D-0DD6FC825F0D}"/>
                </a:ext>
              </a:extLst>
            </p:cNvPr>
            <p:cNvSpPr/>
            <p:nvPr/>
          </p:nvSpPr>
          <p:spPr bwMode="auto">
            <a:xfrm>
              <a:off x="6158298" y="2845492"/>
              <a:ext cx="101388" cy="106274"/>
            </a:xfrm>
            <a:custGeom>
              <a:avLst/>
              <a:gdLst>
                <a:gd name="T0" fmla="*/ 36 w 40"/>
                <a:gd name="T1" fmla="*/ 34 h 42"/>
                <a:gd name="T2" fmla="*/ 33 w 40"/>
                <a:gd name="T3" fmla="*/ 37 h 42"/>
                <a:gd name="T4" fmla="*/ 8 w 40"/>
                <a:gd name="T5" fmla="*/ 37 h 42"/>
                <a:gd name="T6" fmla="*/ 4 w 40"/>
                <a:gd name="T7" fmla="*/ 34 h 42"/>
                <a:gd name="T8" fmla="*/ 4 w 40"/>
                <a:gd name="T9" fmla="*/ 7 h 42"/>
                <a:gd name="T10" fmla="*/ 8 w 40"/>
                <a:gd name="T11" fmla="*/ 4 h 42"/>
                <a:gd name="T12" fmla="*/ 30 w 40"/>
                <a:gd name="T13" fmla="*/ 4 h 42"/>
                <a:gd name="T14" fmla="*/ 34 w 40"/>
                <a:gd name="T15" fmla="*/ 0 h 42"/>
                <a:gd name="T16" fmla="*/ 5 w 40"/>
                <a:gd name="T17" fmla="*/ 0 h 42"/>
                <a:gd name="T18" fmla="*/ 0 w 40"/>
                <a:gd name="T19" fmla="*/ 4 h 42"/>
                <a:gd name="T20" fmla="*/ 0 w 40"/>
                <a:gd name="T21" fmla="*/ 38 h 42"/>
                <a:gd name="T22" fmla="*/ 5 w 40"/>
                <a:gd name="T23" fmla="*/ 42 h 42"/>
                <a:gd name="T24" fmla="*/ 36 w 40"/>
                <a:gd name="T25" fmla="*/ 42 h 42"/>
                <a:gd name="T26" fmla="*/ 40 w 40"/>
                <a:gd name="T27" fmla="*/ 38 h 42"/>
                <a:gd name="T28" fmla="*/ 40 w 40"/>
                <a:gd name="T29" fmla="*/ 15 h 42"/>
                <a:gd name="T30" fmla="*/ 36 w 40"/>
                <a:gd name="T31" fmla="*/ 19 h 42"/>
                <a:gd name="T32" fmla="*/ 36 w 40"/>
                <a:gd name="T33" fmla="*/ 3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" h="42">
                  <a:moveTo>
                    <a:pt x="36" y="34"/>
                  </a:moveTo>
                  <a:cubicBezTo>
                    <a:pt x="36" y="36"/>
                    <a:pt x="34" y="37"/>
                    <a:pt x="33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37"/>
                    <a:pt x="4" y="36"/>
                    <a:pt x="4" y="3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6" y="4"/>
                    <a:pt x="8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5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8" y="42"/>
                    <a:pt x="40" y="41"/>
                    <a:pt x="40" y="38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6" y="19"/>
                    <a:pt x="36" y="19"/>
                    <a:pt x="36" y="19"/>
                  </a:cubicBezTo>
                  <a:lnTo>
                    <a:pt x="36" y="3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1" name="išḷî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61DB8B3-DA02-402E-AD16-AD8AE92C546F}"/>
                </a:ext>
              </a:extLst>
            </p:cNvPr>
            <p:cNvSpPr/>
            <p:nvPr/>
          </p:nvSpPr>
          <p:spPr bwMode="auto">
            <a:xfrm>
              <a:off x="4413950" y="3517334"/>
              <a:ext cx="180787" cy="141698"/>
            </a:xfrm>
            <a:custGeom>
              <a:avLst/>
              <a:gdLst>
                <a:gd name="T0" fmla="*/ 71 w 71"/>
                <a:gd name="T1" fmla="*/ 39 h 56"/>
                <a:gd name="T2" fmla="*/ 61 w 71"/>
                <a:gd name="T3" fmla="*/ 2 h 56"/>
                <a:gd name="T4" fmla="*/ 58 w 71"/>
                <a:gd name="T5" fmla="*/ 0 h 56"/>
                <a:gd name="T6" fmla="*/ 55 w 71"/>
                <a:gd name="T7" fmla="*/ 3 h 56"/>
                <a:gd name="T8" fmla="*/ 3 w 71"/>
                <a:gd name="T9" fmla="*/ 28 h 56"/>
                <a:gd name="T10" fmla="*/ 0 w 71"/>
                <a:gd name="T11" fmla="*/ 30 h 56"/>
                <a:gd name="T12" fmla="*/ 4 w 71"/>
                <a:gd name="T13" fmla="*/ 47 h 56"/>
                <a:gd name="T14" fmla="*/ 8 w 71"/>
                <a:gd name="T15" fmla="*/ 46 h 56"/>
                <a:gd name="T16" fmla="*/ 6 w 71"/>
                <a:gd name="T17" fmla="*/ 40 h 56"/>
                <a:gd name="T18" fmla="*/ 8 w 71"/>
                <a:gd name="T19" fmla="*/ 39 h 56"/>
                <a:gd name="T20" fmla="*/ 10 w 71"/>
                <a:gd name="T21" fmla="*/ 46 h 56"/>
                <a:gd name="T22" fmla="*/ 22 w 71"/>
                <a:gd name="T23" fmla="*/ 45 h 56"/>
                <a:gd name="T24" fmla="*/ 22 w 71"/>
                <a:gd name="T25" fmla="*/ 47 h 56"/>
                <a:gd name="T26" fmla="*/ 35 w 71"/>
                <a:gd name="T27" fmla="*/ 54 h 56"/>
                <a:gd name="T28" fmla="*/ 42 w 71"/>
                <a:gd name="T29" fmla="*/ 43 h 56"/>
                <a:gd name="T30" fmla="*/ 65 w 71"/>
                <a:gd name="T31" fmla="*/ 41 h 56"/>
                <a:gd name="T32" fmla="*/ 57 w 71"/>
                <a:gd name="T33" fmla="*/ 13 h 56"/>
                <a:gd name="T34" fmla="*/ 58 w 71"/>
                <a:gd name="T35" fmla="*/ 13 h 56"/>
                <a:gd name="T36" fmla="*/ 66 w 71"/>
                <a:gd name="T37" fmla="*/ 42 h 56"/>
                <a:gd name="T38" fmla="*/ 69 w 71"/>
                <a:gd name="T39" fmla="*/ 42 h 56"/>
                <a:gd name="T40" fmla="*/ 71 w 71"/>
                <a:gd name="T41" fmla="*/ 39 h 56"/>
                <a:gd name="T42" fmla="*/ 33 w 71"/>
                <a:gd name="T43" fmla="*/ 50 h 56"/>
                <a:gd name="T44" fmla="*/ 26 w 71"/>
                <a:gd name="T45" fmla="*/ 46 h 56"/>
                <a:gd name="T46" fmla="*/ 26 w 71"/>
                <a:gd name="T47" fmla="*/ 44 h 56"/>
                <a:gd name="T48" fmla="*/ 37 w 71"/>
                <a:gd name="T49" fmla="*/ 43 h 56"/>
                <a:gd name="T50" fmla="*/ 33 w 71"/>
                <a:gd name="T51" fmla="*/ 50 h 56"/>
                <a:gd name="T52" fmla="*/ 51 w 71"/>
                <a:gd name="T53" fmla="*/ 13 h 56"/>
                <a:gd name="T54" fmla="*/ 11 w 71"/>
                <a:gd name="T55" fmla="*/ 33 h 56"/>
                <a:gd name="T56" fmla="*/ 8 w 71"/>
                <a:gd name="T57" fmla="*/ 32 h 56"/>
                <a:gd name="T58" fmla="*/ 9 w 71"/>
                <a:gd name="T59" fmla="*/ 29 h 56"/>
                <a:gd name="T60" fmla="*/ 49 w 71"/>
                <a:gd name="T61" fmla="*/ 9 h 56"/>
                <a:gd name="T62" fmla="*/ 52 w 71"/>
                <a:gd name="T63" fmla="*/ 10 h 56"/>
                <a:gd name="T64" fmla="*/ 51 w 71"/>
                <a:gd name="T65" fmla="*/ 1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1" h="56">
                  <a:moveTo>
                    <a:pt x="71" y="39"/>
                  </a:moveTo>
                  <a:cubicBezTo>
                    <a:pt x="61" y="2"/>
                    <a:pt x="61" y="2"/>
                    <a:pt x="61" y="2"/>
                  </a:cubicBezTo>
                  <a:cubicBezTo>
                    <a:pt x="61" y="1"/>
                    <a:pt x="59" y="0"/>
                    <a:pt x="58" y="0"/>
                  </a:cubicBezTo>
                  <a:cubicBezTo>
                    <a:pt x="56" y="1"/>
                    <a:pt x="55" y="2"/>
                    <a:pt x="55" y="3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2" y="45"/>
                    <a:pt x="22" y="46"/>
                    <a:pt x="22" y="47"/>
                  </a:cubicBezTo>
                  <a:cubicBezTo>
                    <a:pt x="24" y="52"/>
                    <a:pt x="29" y="56"/>
                    <a:pt x="35" y="54"/>
                  </a:cubicBezTo>
                  <a:cubicBezTo>
                    <a:pt x="39" y="53"/>
                    <a:pt x="43" y="48"/>
                    <a:pt x="42" y="43"/>
                  </a:cubicBezTo>
                  <a:cubicBezTo>
                    <a:pt x="65" y="41"/>
                    <a:pt x="65" y="41"/>
                    <a:pt x="65" y="41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7" y="42"/>
                    <a:pt x="68" y="42"/>
                    <a:pt x="69" y="42"/>
                  </a:cubicBezTo>
                  <a:cubicBezTo>
                    <a:pt x="70" y="42"/>
                    <a:pt x="71" y="40"/>
                    <a:pt x="71" y="39"/>
                  </a:cubicBezTo>
                  <a:close/>
                  <a:moveTo>
                    <a:pt x="33" y="50"/>
                  </a:moveTo>
                  <a:cubicBezTo>
                    <a:pt x="30" y="51"/>
                    <a:pt x="27" y="49"/>
                    <a:pt x="26" y="46"/>
                  </a:cubicBezTo>
                  <a:cubicBezTo>
                    <a:pt x="26" y="45"/>
                    <a:pt x="26" y="45"/>
                    <a:pt x="26" y="44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6"/>
                    <a:pt x="36" y="49"/>
                    <a:pt x="33" y="50"/>
                  </a:cubicBezTo>
                  <a:close/>
                  <a:moveTo>
                    <a:pt x="51" y="13"/>
                  </a:moveTo>
                  <a:cubicBezTo>
                    <a:pt x="11" y="33"/>
                    <a:pt x="11" y="33"/>
                    <a:pt x="11" y="33"/>
                  </a:cubicBezTo>
                  <a:cubicBezTo>
                    <a:pt x="10" y="33"/>
                    <a:pt x="8" y="33"/>
                    <a:pt x="8" y="32"/>
                  </a:cubicBezTo>
                  <a:cubicBezTo>
                    <a:pt x="7" y="31"/>
                    <a:pt x="7" y="29"/>
                    <a:pt x="9" y="2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50" y="8"/>
                    <a:pt x="52" y="8"/>
                    <a:pt x="52" y="10"/>
                  </a:cubicBezTo>
                  <a:cubicBezTo>
                    <a:pt x="53" y="11"/>
                    <a:pt x="52" y="12"/>
                    <a:pt x="51" y="1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2" name="iṥḻí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A8F6266-F266-4F20-9203-9CE68A02A91C}"/>
                </a:ext>
              </a:extLst>
            </p:cNvPr>
            <p:cNvSpPr/>
            <p:nvPr/>
          </p:nvSpPr>
          <p:spPr bwMode="auto">
            <a:xfrm>
              <a:off x="4622832" y="4185512"/>
              <a:ext cx="205217" cy="211325"/>
            </a:xfrm>
            <a:custGeom>
              <a:avLst/>
              <a:gdLst>
                <a:gd name="T0" fmla="*/ 81 w 81"/>
                <a:gd name="T1" fmla="*/ 46 h 83"/>
                <a:gd name="T2" fmla="*/ 74 w 81"/>
                <a:gd name="T3" fmla="*/ 38 h 83"/>
                <a:gd name="T4" fmla="*/ 74 w 81"/>
                <a:gd name="T5" fmla="*/ 33 h 83"/>
                <a:gd name="T6" fmla="*/ 41 w 81"/>
                <a:gd name="T7" fmla="*/ 0 h 83"/>
                <a:gd name="T8" fmla="*/ 7 w 81"/>
                <a:gd name="T9" fmla="*/ 33 h 83"/>
                <a:gd name="T10" fmla="*/ 8 w 81"/>
                <a:gd name="T11" fmla="*/ 37 h 83"/>
                <a:gd name="T12" fmla="*/ 0 w 81"/>
                <a:gd name="T13" fmla="*/ 45 h 83"/>
                <a:gd name="T14" fmla="*/ 8 w 81"/>
                <a:gd name="T15" fmla="*/ 54 h 83"/>
                <a:gd name="T16" fmla="*/ 10 w 81"/>
                <a:gd name="T17" fmla="*/ 54 h 83"/>
                <a:gd name="T18" fmla="*/ 10 w 81"/>
                <a:gd name="T19" fmla="*/ 57 h 83"/>
                <a:gd name="T20" fmla="*/ 13 w 81"/>
                <a:gd name="T21" fmla="*/ 60 h 83"/>
                <a:gd name="T22" fmla="*/ 19 w 81"/>
                <a:gd name="T23" fmla="*/ 60 h 83"/>
                <a:gd name="T24" fmla="*/ 22 w 81"/>
                <a:gd name="T25" fmla="*/ 57 h 83"/>
                <a:gd name="T26" fmla="*/ 22 w 81"/>
                <a:gd name="T27" fmla="*/ 35 h 83"/>
                <a:gd name="T28" fmla="*/ 19 w 81"/>
                <a:gd name="T29" fmla="*/ 31 h 83"/>
                <a:gd name="T30" fmla="*/ 13 w 81"/>
                <a:gd name="T31" fmla="*/ 31 h 83"/>
                <a:gd name="T32" fmla="*/ 11 w 81"/>
                <a:gd name="T33" fmla="*/ 32 h 83"/>
                <a:gd name="T34" fmla="*/ 41 w 81"/>
                <a:gd name="T35" fmla="*/ 7 h 83"/>
                <a:gd name="T36" fmla="*/ 70 w 81"/>
                <a:gd name="T37" fmla="*/ 33 h 83"/>
                <a:gd name="T38" fmla="*/ 68 w 81"/>
                <a:gd name="T39" fmla="*/ 31 h 83"/>
                <a:gd name="T40" fmla="*/ 62 w 81"/>
                <a:gd name="T41" fmla="*/ 31 h 83"/>
                <a:gd name="T42" fmla="*/ 58 w 81"/>
                <a:gd name="T43" fmla="*/ 35 h 83"/>
                <a:gd name="T44" fmla="*/ 58 w 81"/>
                <a:gd name="T45" fmla="*/ 57 h 83"/>
                <a:gd name="T46" fmla="*/ 62 w 81"/>
                <a:gd name="T47" fmla="*/ 60 h 83"/>
                <a:gd name="T48" fmla="*/ 68 w 81"/>
                <a:gd name="T49" fmla="*/ 60 h 83"/>
                <a:gd name="T50" fmla="*/ 69 w 81"/>
                <a:gd name="T51" fmla="*/ 60 h 83"/>
                <a:gd name="T52" fmla="*/ 53 w 81"/>
                <a:gd name="T53" fmla="*/ 75 h 83"/>
                <a:gd name="T54" fmla="*/ 46 w 81"/>
                <a:gd name="T55" fmla="*/ 70 h 83"/>
                <a:gd name="T56" fmla="*/ 39 w 81"/>
                <a:gd name="T57" fmla="*/ 76 h 83"/>
                <a:gd name="T58" fmla="*/ 46 w 81"/>
                <a:gd name="T59" fmla="*/ 83 h 83"/>
                <a:gd name="T60" fmla="*/ 53 w 81"/>
                <a:gd name="T61" fmla="*/ 79 h 83"/>
                <a:gd name="T62" fmla="*/ 74 w 81"/>
                <a:gd name="T63" fmla="*/ 54 h 83"/>
                <a:gd name="T64" fmla="*/ 81 w 81"/>
                <a:gd name="T65" fmla="*/ 46 h 83"/>
                <a:gd name="T66" fmla="*/ 71 w 81"/>
                <a:gd name="T67" fmla="*/ 54 h 83"/>
                <a:gd name="T68" fmla="*/ 71 w 81"/>
                <a:gd name="T69" fmla="*/ 54 h 83"/>
                <a:gd name="T70" fmla="*/ 71 w 81"/>
                <a:gd name="T71" fmla="*/ 55 h 83"/>
                <a:gd name="T72" fmla="*/ 71 w 81"/>
                <a:gd name="T73" fmla="*/ 54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1" h="83">
                  <a:moveTo>
                    <a:pt x="81" y="46"/>
                  </a:moveTo>
                  <a:cubicBezTo>
                    <a:pt x="81" y="42"/>
                    <a:pt x="78" y="39"/>
                    <a:pt x="74" y="38"/>
                  </a:cubicBezTo>
                  <a:cubicBezTo>
                    <a:pt x="74" y="36"/>
                    <a:pt x="74" y="35"/>
                    <a:pt x="74" y="33"/>
                  </a:cubicBezTo>
                  <a:cubicBezTo>
                    <a:pt x="74" y="15"/>
                    <a:pt x="59" y="0"/>
                    <a:pt x="41" y="0"/>
                  </a:cubicBezTo>
                  <a:cubicBezTo>
                    <a:pt x="22" y="0"/>
                    <a:pt x="7" y="15"/>
                    <a:pt x="7" y="33"/>
                  </a:cubicBezTo>
                  <a:cubicBezTo>
                    <a:pt x="7" y="34"/>
                    <a:pt x="8" y="36"/>
                    <a:pt x="8" y="37"/>
                  </a:cubicBezTo>
                  <a:cubicBezTo>
                    <a:pt x="3" y="38"/>
                    <a:pt x="0" y="41"/>
                    <a:pt x="0" y="45"/>
                  </a:cubicBezTo>
                  <a:cubicBezTo>
                    <a:pt x="0" y="50"/>
                    <a:pt x="4" y="54"/>
                    <a:pt x="8" y="54"/>
                  </a:cubicBezTo>
                  <a:cubicBezTo>
                    <a:pt x="9" y="54"/>
                    <a:pt x="9" y="54"/>
                    <a:pt x="10" y="5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0" y="59"/>
                    <a:pt x="11" y="60"/>
                    <a:pt x="13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21" y="60"/>
                    <a:pt x="22" y="59"/>
                    <a:pt x="22" y="5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3"/>
                    <a:pt x="21" y="31"/>
                    <a:pt x="19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1" y="32"/>
                  </a:cubicBezTo>
                  <a:cubicBezTo>
                    <a:pt x="14" y="18"/>
                    <a:pt x="26" y="7"/>
                    <a:pt x="41" y="7"/>
                  </a:cubicBezTo>
                  <a:cubicBezTo>
                    <a:pt x="56" y="7"/>
                    <a:pt x="68" y="18"/>
                    <a:pt x="70" y="33"/>
                  </a:cubicBezTo>
                  <a:cubicBezTo>
                    <a:pt x="70" y="32"/>
                    <a:pt x="69" y="31"/>
                    <a:pt x="68" y="3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60" y="31"/>
                    <a:pt x="58" y="33"/>
                    <a:pt x="58" y="35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58" y="59"/>
                    <a:pt x="60" y="60"/>
                    <a:pt x="62" y="60"/>
                  </a:cubicBezTo>
                  <a:cubicBezTo>
                    <a:pt x="68" y="60"/>
                    <a:pt x="68" y="60"/>
                    <a:pt x="68" y="60"/>
                  </a:cubicBezTo>
                  <a:cubicBezTo>
                    <a:pt x="68" y="60"/>
                    <a:pt x="69" y="60"/>
                    <a:pt x="69" y="60"/>
                  </a:cubicBezTo>
                  <a:cubicBezTo>
                    <a:pt x="66" y="67"/>
                    <a:pt x="60" y="73"/>
                    <a:pt x="53" y="75"/>
                  </a:cubicBezTo>
                  <a:cubicBezTo>
                    <a:pt x="52" y="72"/>
                    <a:pt x="49" y="70"/>
                    <a:pt x="46" y="70"/>
                  </a:cubicBezTo>
                  <a:cubicBezTo>
                    <a:pt x="42" y="70"/>
                    <a:pt x="39" y="73"/>
                    <a:pt x="39" y="76"/>
                  </a:cubicBezTo>
                  <a:cubicBezTo>
                    <a:pt x="39" y="80"/>
                    <a:pt x="42" y="83"/>
                    <a:pt x="46" y="83"/>
                  </a:cubicBezTo>
                  <a:cubicBezTo>
                    <a:pt x="49" y="83"/>
                    <a:pt x="52" y="81"/>
                    <a:pt x="53" y="79"/>
                  </a:cubicBezTo>
                  <a:cubicBezTo>
                    <a:pt x="63" y="77"/>
                    <a:pt x="72" y="67"/>
                    <a:pt x="74" y="54"/>
                  </a:cubicBezTo>
                  <a:cubicBezTo>
                    <a:pt x="78" y="53"/>
                    <a:pt x="81" y="50"/>
                    <a:pt x="81" y="46"/>
                  </a:cubicBezTo>
                  <a:close/>
                  <a:moveTo>
                    <a:pt x="71" y="54"/>
                  </a:moveTo>
                  <a:cubicBezTo>
                    <a:pt x="71" y="54"/>
                    <a:pt x="71" y="54"/>
                    <a:pt x="71" y="54"/>
                  </a:cubicBezTo>
                  <a:cubicBezTo>
                    <a:pt x="71" y="54"/>
                    <a:pt x="71" y="54"/>
                    <a:pt x="71" y="55"/>
                  </a:cubicBezTo>
                  <a:lnTo>
                    <a:pt x="71" y="5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3" name="iṡli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14C6242-5844-454D-B162-D755A2662FDF}"/>
                </a:ext>
              </a:extLst>
            </p:cNvPr>
            <p:cNvSpPr/>
            <p:nvPr/>
          </p:nvSpPr>
          <p:spPr bwMode="auto">
            <a:xfrm>
              <a:off x="5135875" y="4406610"/>
              <a:ext cx="14658" cy="25653"/>
            </a:xfrm>
            <a:custGeom>
              <a:avLst/>
              <a:gdLst>
                <a:gd name="T0" fmla="*/ 4 w 6"/>
                <a:gd name="T1" fmla="*/ 0 h 10"/>
                <a:gd name="T2" fmla="*/ 0 w 6"/>
                <a:gd name="T3" fmla="*/ 0 h 10"/>
                <a:gd name="T4" fmla="*/ 0 w 6"/>
                <a:gd name="T5" fmla="*/ 10 h 10"/>
                <a:gd name="T6" fmla="*/ 4 w 6"/>
                <a:gd name="T7" fmla="*/ 10 h 10"/>
                <a:gd name="T8" fmla="*/ 6 w 6"/>
                <a:gd name="T9" fmla="*/ 8 h 10"/>
                <a:gd name="T10" fmla="*/ 6 w 6"/>
                <a:gd name="T11" fmla="*/ 2 h 10"/>
                <a:gd name="T12" fmla="*/ 4 w 6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0">
                  <a:moveTo>
                    <a:pt x="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6" y="9"/>
                    <a:pt x="6" y="8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4" name="îṡ1î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03237C1-5C42-4DDD-B32E-A4A72EFE2BD2}"/>
                </a:ext>
              </a:extLst>
            </p:cNvPr>
            <p:cNvSpPr/>
            <p:nvPr/>
          </p:nvSpPr>
          <p:spPr bwMode="auto">
            <a:xfrm>
              <a:off x="5135875" y="4376071"/>
              <a:ext cx="14658" cy="23209"/>
            </a:xfrm>
            <a:custGeom>
              <a:avLst/>
              <a:gdLst>
                <a:gd name="T0" fmla="*/ 4 w 6"/>
                <a:gd name="T1" fmla="*/ 0 h 9"/>
                <a:gd name="T2" fmla="*/ 0 w 6"/>
                <a:gd name="T3" fmla="*/ 0 h 9"/>
                <a:gd name="T4" fmla="*/ 0 w 6"/>
                <a:gd name="T5" fmla="*/ 9 h 9"/>
                <a:gd name="T6" fmla="*/ 4 w 6"/>
                <a:gd name="T7" fmla="*/ 9 h 9"/>
                <a:gd name="T8" fmla="*/ 6 w 6"/>
                <a:gd name="T9" fmla="*/ 7 h 9"/>
                <a:gd name="T10" fmla="*/ 6 w 6"/>
                <a:gd name="T11" fmla="*/ 2 h 9"/>
                <a:gd name="T12" fmla="*/ 4 w 6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9">
                  <a:moveTo>
                    <a:pt x="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5" y="9"/>
                    <a:pt x="6" y="8"/>
                    <a:pt x="6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5" name="ïṥḷî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AE79911-D54B-4B34-9FF8-95AE44C758D0}"/>
                </a:ext>
              </a:extLst>
            </p:cNvPr>
            <p:cNvSpPr/>
            <p:nvPr/>
          </p:nvSpPr>
          <p:spPr bwMode="auto">
            <a:xfrm>
              <a:off x="5135875" y="4343090"/>
              <a:ext cx="14658" cy="25653"/>
            </a:xfrm>
            <a:custGeom>
              <a:avLst/>
              <a:gdLst>
                <a:gd name="T0" fmla="*/ 4 w 6"/>
                <a:gd name="T1" fmla="*/ 0 h 10"/>
                <a:gd name="T2" fmla="*/ 0 w 6"/>
                <a:gd name="T3" fmla="*/ 0 h 10"/>
                <a:gd name="T4" fmla="*/ 0 w 6"/>
                <a:gd name="T5" fmla="*/ 10 h 10"/>
                <a:gd name="T6" fmla="*/ 4 w 6"/>
                <a:gd name="T7" fmla="*/ 10 h 10"/>
                <a:gd name="T8" fmla="*/ 6 w 6"/>
                <a:gd name="T9" fmla="*/ 8 h 10"/>
                <a:gd name="T10" fmla="*/ 6 w 6"/>
                <a:gd name="T11" fmla="*/ 2 h 10"/>
                <a:gd name="T12" fmla="*/ 4 w 6"/>
                <a:gd name="T13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0">
                  <a:moveTo>
                    <a:pt x="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6" y="9"/>
                    <a:pt x="6" y="8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6" name="iṥḻ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E7F06AD-5BAD-4099-B1C5-C03272834ED9}"/>
                </a:ext>
              </a:extLst>
            </p:cNvPr>
            <p:cNvSpPr/>
            <p:nvPr/>
          </p:nvSpPr>
          <p:spPr bwMode="auto">
            <a:xfrm>
              <a:off x="5023494" y="4330875"/>
              <a:ext cx="119710" cy="139255"/>
            </a:xfrm>
            <a:custGeom>
              <a:avLst/>
              <a:gdLst>
                <a:gd name="T0" fmla="*/ 44 w 47"/>
                <a:gd name="T1" fmla="*/ 43 h 55"/>
                <a:gd name="T2" fmla="*/ 44 w 47"/>
                <a:gd name="T3" fmla="*/ 50 h 55"/>
                <a:gd name="T4" fmla="*/ 42 w 47"/>
                <a:gd name="T5" fmla="*/ 51 h 55"/>
                <a:gd name="T6" fmla="*/ 5 w 47"/>
                <a:gd name="T7" fmla="*/ 51 h 55"/>
                <a:gd name="T8" fmla="*/ 3 w 47"/>
                <a:gd name="T9" fmla="*/ 50 h 55"/>
                <a:gd name="T10" fmla="*/ 3 w 47"/>
                <a:gd name="T11" fmla="*/ 49 h 55"/>
                <a:gd name="T12" fmla="*/ 38 w 47"/>
                <a:gd name="T13" fmla="*/ 49 h 55"/>
                <a:gd name="T14" fmla="*/ 41 w 47"/>
                <a:gd name="T15" fmla="*/ 46 h 55"/>
                <a:gd name="T16" fmla="*/ 41 w 47"/>
                <a:gd name="T17" fmla="*/ 3 h 55"/>
                <a:gd name="T18" fmla="*/ 38 w 47"/>
                <a:gd name="T19" fmla="*/ 0 h 55"/>
                <a:gd name="T20" fmla="*/ 3 w 47"/>
                <a:gd name="T21" fmla="*/ 0 h 55"/>
                <a:gd name="T22" fmla="*/ 0 w 47"/>
                <a:gd name="T23" fmla="*/ 3 h 55"/>
                <a:gd name="T24" fmla="*/ 0 w 47"/>
                <a:gd name="T25" fmla="*/ 46 h 55"/>
                <a:gd name="T26" fmla="*/ 0 w 47"/>
                <a:gd name="T27" fmla="*/ 46 h 55"/>
                <a:gd name="T28" fmla="*/ 0 w 47"/>
                <a:gd name="T29" fmla="*/ 50 h 55"/>
                <a:gd name="T30" fmla="*/ 5 w 47"/>
                <a:gd name="T31" fmla="*/ 55 h 55"/>
                <a:gd name="T32" fmla="*/ 42 w 47"/>
                <a:gd name="T33" fmla="*/ 55 h 55"/>
                <a:gd name="T34" fmla="*/ 47 w 47"/>
                <a:gd name="T35" fmla="*/ 50 h 55"/>
                <a:gd name="T36" fmla="*/ 47 w 47"/>
                <a:gd name="T37" fmla="*/ 43 h 55"/>
                <a:gd name="T38" fmla="*/ 44 w 47"/>
                <a:gd name="T39" fmla="*/ 43 h 55"/>
                <a:gd name="T40" fmla="*/ 16 w 47"/>
                <a:gd name="T41" fmla="*/ 15 h 55"/>
                <a:gd name="T42" fmla="*/ 21 w 47"/>
                <a:gd name="T43" fmla="*/ 10 h 55"/>
                <a:gd name="T44" fmla="*/ 27 w 47"/>
                <a:gd name="T45" fmla="*/ 15 h 55"/>
                <a:gd name="T46" fmla="*/ 28 w 47"/>
                <a:gd name="T47" fmla="*/ 17 h 55"/>
                <a:gd name="T48" fmla="*/ 26 w 47"/>
                <a:gd name="T49" fmla="*/ 19 h 55"/>
                <a:gd name="T50" fmla="*/ 26 w 47"/>
                <a:gd name="T51" fmla="*/ 19 h 55"/>
                <a:gd name="T52" fmla="*/ 21 w 47"/>
                <a:gd name="T53" fmla="*/ 24 h 55"/>
                <a:gd name="T54" fmla="*/ 16 w 47"/>
                <a:gd name="T55" fmla="*/ 19 h 55"/>
                <a:gd name="T56" fmla="*/ 16 w 47"/>
                <a:gd name="T57" fmla="*/ 19 h 55"/>
                <a:gd name="T58" fmla="*/ 14 w 47"/>
                <a:gd name="T59" fmla="*/ 17 h 55"/>
                <a:gd name="T60" fmla="*/ 16 w 47"/>
                <a:gd name="T61" fmla="*/ 15 h 55"/>
                <a:gd name="T62" fmla="*/ 10 w 47"/>
                <a:gd name="T63" fmla="*/ 30 h 55"/>
                <a:gd name="T64" fmla="*/ 15 w 47"/>
                <a:gd name="T65" fmla="*/ 24 h 55"/>
                <a:gd name="T66" fmla="*/ 18 w 47"/>
                <a:gd name="T67" fmla="*/ 24 h 55"/>
                <a:gd name="T68" fmla="*/ 19 w 47"/>
                <a:gd name="T69" fmla="*/ 30 h 55"/>
                <a:gd name="T70" fmla="*/ 21 w 47"/>
                <a:gd name="T71" fmla="*/ 27 h 55"/>
                <a:gd name="T72" fmla="*/ 19 w 47"/>
                <a:gd name="T73" fmla="*/ 25 h 55"/>
                <a:gd name="T74" fmla="*/ 19 w 47"/>
                <a:gd name="T75" fmla="*/ 25 h 55"/>
                <a:gd name="T76" fmla="*/ 21 w 47"/>
                <a:gd name="T77" fmla="*/ 25 h 55"/>
                <a:gd name="T78" fmla="*/ 23 w 47"/>
                <a:gd name="T79" fmla="*/ 25 h 55"/>
                <a:gd name="T80" fmla="*/ 23 w 47"/>
                <a:gd name="T81" fmla="*/ 25 h 55"/>
                <a:gd name="T82" fmla="*/ 21 w 47"/>
                <a:gd name="T83" fmla="*/ 27 h 55"/>
                <a:gd name="T84" fmla="*/ 23 w 47"/>
                <a:gd name="T85" fmla="*/ 30 h 55"/>
                <a:gd name="T86" fmla="*/ 24 w 47"/>
                <a:gd name="T87" fmla="*/ 24 h 55"/>
                <a:gd name="T88" fmla="*/ 27 w 47"/>
                <a:gd name="T89" fmla="*/ 24 h 55"/>
                <a:gd name="T90" fmla="*/ 32 w 47"/>
                <a:gd name="T91" fmla="*/ 30 h 55"/>
                <a:gd name="T92" fmla="*/ 32 w 47"/>
                <a:gd name="T93" fmla="*/ 36 h 55"/>
                <a:gd name="T94" fmla="*/ 10 w 47"/>
                <a:gd name="T95" fmla="*/ 36 h 55"/>
                <a:gd name="T96" fmla="*/ 10 w 47"/>
                <a:gd name="T97" fmla="*/ 3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7" h="55">
                  <a:moveTo>
                    <a:pt x="44" y="43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4" y="51"/>
                    <a:pt x="43" y="51"/>
                    <a:pt x="42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3" y="51"/>
                    <a:pt x="3" y="50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40" y="49"/>
                    <a:pt x="41" y="48"/>
                    <a:pt x="41" y="46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1" y="1"/>
                    <a:pt x="40" y="0"/>
                    <a:pt x="3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3"/>
                    <a:pt x="2" y="55"/>
                    <a:pt x="5" y="55"/>
                  </a:cubicBezTo>
                  <a:cubicBezTo>
                    <a:pt x="42" y="55"/>
                    <a:pt x="42" y="55"/>
                    <a:pt x="42" y="55"/>
                  </a:cubicBezTo>
                  <a:cubicBezTo>
                    <a:pt x="45" y="55"/>
                    <a:pt x="47" y="53"/>
                    <a:pt x="47" y="50"/>
                  </a:cubicBezTo>
                  <a:cubicBezTo>
                    <a:pt x="47" y="43"/>
                    <a:pt x="47" y="43"/>
                    <a:pt x="47" y="43"/>
                  </a:cubicBezTo>
                  <a:lnTo>
                    <a:pt x="44" y="43"/>
                  </a:lnTo>
                  <a:close/>
                  <a:moveTo>
                    <a:pt x="16" y="15"/>
                  </a:moveTo>
                  <a:cubicBezTo>
                    <a:pt x="16" y="12"/>
                    <a:pt x="18" y="10"/>
                    <a:pt x="21" y="10"/>
                  </a:cubicBezTo>
                  <a:cubicBezTo>
                    <a:pt x="24" y="10"/>
                    <a:pt x="26" y="12"/>
                    <a:pt x="27" y="15"/>
                  </a:cubicBezTo>
                  <a:cubicBezTo>
                    <a:pt x="27" y="15"/>
                    <a:pt x="28" y="16"/>
                    <a:pt x="28" y="17"/>
                  </a:cubicBezTo>
                  <a:cubicBezTo>
                    <a:pt x="28" y="18"/>
                    <a:pt x="27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5" y="22"/>
                    <a:pt x="23" y="24"/>
                    <a:pt x="21" y="24"/>
                  </a:cubicBezTo>
                  <a:cubicBezTo>
                    <a:pt x="19" y="24"/>
                    <a:pt x="17" y="22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4" y="18"/>
                    <a:pt x="14" y="17"/>
                  </a:cubicBezTo>
                  <a:cubicBezTo>
                    <a:pt x="14" y="16"/>
                    <a:pt x="15" y="15"/>
                    <a:pt x="16" y="15"/>
                  </a:cubicBezTo>
                  <a:close/>
                  <a:moveTo>
                    <a:pt x="10" y="30"/>
                  </a:moveTo>
                  <a:cubicBezTo>
                    <a:pt x="10" y="27"/>
                    <a:pt x="12" y="24"/>
                    <a:pt x="15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1" y="25"/>
                  </a:cubicBezTo>
                  <a:cubicBezTo>
                    <a:pt x="22" y="25"/>
                    <a:pt x="22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30" y="24"/>
                    <a:pt x="32" y="27"/>
                    <a:pt x="32" y="30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10" y="36"/>
                    <a:pt x="10" y="36"/>
                    <a:pt x="10" y="36"/>
                  </a:cubicBezTo>
                  <a:lnTo>
                    <a:pt x="10" y="3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7" name="iṧḻ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43267E4-548C-496C-A4D4-A671B44DC3BC}"/>
                </a:ext>
              </a:extLst>
            </p:cNvPr>
            <p:cNvSpPr/>
            <p:nvPr/>
          </p:nvSpPr>
          <p:spPr bwMode="auto">
            <a:xfrm>
              <a:off x="4026724" y="3053152"/>
              <a:ext cx="32982" cy="35425"/>
            </a:xfrm>
            <a:custGeom>
              <a:avLst/>
              <a:gdLst>
                <a:gd name="T0" fmla="*/ 6 w 13"/>
                <a:gd name="T1" fmla="*/ 0 h 14"/>
                <a:gd name="T2" fmla="*/ 0 w 13"/>
                <a:gd name="T3" fmla="*/ 7 h 14"/>
                <a:gd name="T4" fmla="*/ 6 w 13"/>
                <a:gd name="T5" fmla="*/ 14 h 14"/>
                <a:gd name="T6" fmla="*/ 13 w 13"/>
                <a:gd name="T7" fmla="*/ 7 h 14"/>
                <a:gd name="T8" fmla="*/ 6 w 13"/>
                <a:gd name="T9" fmla="*/ 0 h 14"/>
                <a:gd name="T10" fmla="*/ 6 w 13"/>
                <a:gd name="T11" fmla="*/ 12 h 14"/>
                <a:gd name="T12" fmla="*/ 1 w 13"/>
                <a:gd name="T13" fmla="*/ 7 h 14"/>
                <a:gd name="T14" fmla="*/ 6 w 13"/>
                <a:gd name="T15" fmla="*/ 2 h 14"/>
                <a:gd name="T16" fmla="*/ 11 w 13"/>
                <a:gd name="T17" fmla="*/ 7 h 14"/>
                <a:gd name="T18" fmla="*/ 6 w 13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4">
                  <a:moveTo>
                    <a:pt x="6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6" y="14"/>
                  </a:cubicBezTo>
                  <a:cubicBezTo>
                    <a:pt x="10" y="14"/>
                    <a:pt x="13" y="11"/>
                    <a:pt x="13" y="7"/>
                  </a:cubicBezTo>
                  <a:cubicBezTo>
                    <a:pt x="13" y="3"/>
                    <a:pt x="10" y="0"/>
                    <a:pt x="6" y="0"/>
                  </a:cubicBezTo>
                  <a:close/>
                  <a:moveTo>
                    <a:pt x="6" y="12"/>
                  </a:moveTo>
                  <a:cubicBezTo>
                    <a:pt x="4" y="12"/>
                    <a:pt x="1" y="10"/>
                    <a:pt x="1" y="7"/>
                  </a:cubicBezTo>
                  <a:cubicBezTo>
                    <a:pt x="1" y="4"/>
                    <a:pt x="4" y="2"/>
                    <a:pt x="6" y="2"/>
                  </a:cubicBezTo>
                  <a:cubicBezTo>
                    <a:pt x="9" y="2"/>
                    <a:pt x="11" y="4"/>
                    <a:pt x="11" y="7"/>
                  </a:cubicBezTo>
                  <a:cubicBezTo>
                    <a:pt x="11" y="10"/>
                    <a:pt x="9" y="12"/>
                    <a:pt x="6" y="1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8" name="ïŝḻï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6E9BF09-399B-4F01-B4A1-5A9A605B42AC}"/>
                </a:ext>
              </a:extLst>
            </p:cNvPr>
            <p:cNvSpPr/>
            <p:nvPr/>
          </p:nvSpPr>
          <p:spPr bwMode="auto">
            <a:xfrm>
              <a:off x="3985192" y="3015284"/>
              <a:ext cx="112381" cy="111160"/>
            </a:xfrm>
            <a:custGeom>
              <a:avLst/>
              <a:gdLst>
                <a:gd name="T0" fmla="*/ 44 w 44"/>
                <a:gd name="T1" fmla="*/ 21 h 44"/>
                <a:gd name="T2" fmla="*/ 38 w 44"/>
                <a:gd name="T3" fmla="*/ 21 h 44"/>
                <a:gd name="T4" fmla="*/ 24 w 44"/>
                <a:gd name="T5" fmla="*/ 6 h 44"/>
                <a:gd name="T6" fmla="*/ 24 w 44"/>
                <a:gd name="T7" fmla="*/ 0 h 44"/>
                <a:gd name="T8" fmla="*/ 21 w 44"/>
                <a:gd name="T9" fmla="*/ 0 h 44"/>
                <a:gd name="T10" fmla="*/ 21 w 44"/>
                <a:gd name="T11" fmla="*/ 6 h 44"/>
                <a:gd name="T12" fmla="*/ 6 w 44"/>
                <a:gd name="T13" fmla="*/ 21 h 44"/>
                <a:gd name="T14" fmla="*/ 0 w 44"/>
                <a:gd name="T15" fmla="*/ 21 h 44"/>
                <a:gd name="T16" fmla="*/ 0 w 44"/>
                <a:gd name="T17" fmla="*/ 23 h 44"/>
                <a:gd name="T18" fmla="*/ 6 w 44"/>
                <a:gd name="T19" fmla="*/ 23 h 44"/>
                <a:gd name="T20" fmla="*/ 21 w 44"/>
                <a:gd name="T21" fmla="*/ 38 h 44"/>
                <a:gd name="T22" fmla="*/ 21 w 44"/>
                <a:gd name="T23" fmla="*/ 44 h 44"/>
                <a:gd name="T24" fmla="*/ 24 w 44"/>
                <a:gd name="T25" fmla="*/ 44 h 44"/>
                <a:gd name="T26" fmla="*/ 24 w 44"/>
                <a:gd name="T27" fmla="*/ 38 h 44"/>
                <a:gd name="T28" fmla="*/ 38 w 44"/>
                <a:gd name="T29" fmla="*/ 23 h 44"/>
                <a:gd name="T30" fmla="*/ 44 w 44"/>
                <a:gd name="T31" fmla="*/ 23 h 44"/>
                <a:gd name="T32" fmla="*/ 44 w 44"/>
                <a:gd name="T33" fmla="*/ 21 h 44"/>
                <a:gd name="T34" fmla="*/ 24 w 44"/>
                <a:gd name="T35" fmla="*/ 35 h 44"/>
                <a:gd name="T36" fmla="*/ 24 w 44"/>
                <a:gd name="T37" fmla="*/ 32 h 44"/>
                <a:gd name="T38" fmla="*/ 22 w 44"/>
                <a:gd name="T39" fmla="*/ 31 h 44"/>
                <a:gd name="T40" fmla="*/ 22 w 44"/>
                <a:gd name="T41" fmla="*/ 31 h 44"/>
                <a:gd name="T42" fmla="*/ 21 w 44"/>
                <a:gd name="T43" fmla="*/ 32 h 44"/>
                <a:gd name="T44" fmla="*/ 21 w 44"/>
                <a:gd name="T45" fmla="*/ 35 h 44"/>
                <a:gd name="T46" fmla="*/ 10 w 44"/>
                <a:gd name="T47" fmla="*/ 23 h 44"/>
                <a:gd name="T48" fmla="*/ 12 w 44"/>
                <a:gd name="T49" fmla="*/ 23 h 44"/>
                <a:gd name="T50" fmla="*/ 13 w 44"/>
                <a:gd name="T51" fmla="*/ 22 h 44"/>
                <a:gd name="T52" fmla="*/ 13 w 44"/>
                <a:gd name="T53" fmla="*/ 22 h 44"/>
                <a:gd name="T54" fmla="*/ 12 w 44"/>
                <a:gd name="T55" fmla="*/ 21 h 44"/>
                <a:gd name="T56" fmla="*/ 10 w 44"/>
                <a:gd name="T57" fmla="*/ 21 h 44"/>
                <a:gd name="T58" fmla="*/ 21 w 44"/>
                <a:gd name="T59" fmla="*/ 10 h 44"/>
                <a:gd name="T60" fmla="*/ 21 w 44"/>
                <a:gd name="T61" fmla="*/ 12 h 44"/>
                <a:gd name="T62" fmla="*/ 22 w 44"/>
                <a:gd name="T63" fmla="*/ 13 h 44"/>
                <a:gd name="T64" fmla="*/ 22 w 44"/>
                <a:gd name="T65" fmla="*/ 13 h 44"/>
                <a:gd name="T66" fmla="*/ 24 w 44"/>
                <a:gd name="T67" fmla="*/ 12 h 44"/>
                <a:gd name="T68" fmla="*/ 24 w 44"/>
                <a:gd name="T69" fmla="*/ 10 h 44"/>
                <a:gd name="T70" fmla="*/ 35 w 44"/>
                <a:gd name="T71" fmla="*/ 21 h 44"/>
                <a:gd name="T72" fmla="*/ 32 w 44"/>
                <a:gd name="T73" fmla="*/ 21 h 44"/>
                <a:gd name="T74" fmla="*/ 31 w 44"/>
                <a:gd name="T75" fmla="*/ 22 h 44"/>
                <a:gd name="T76" fmla="*/ 31 w 44"/>
                <a:gd name="T77" fmla="*/ 22 h 44"/>
                <a:gd name="T78" fmla="*/ 32 w 44"/>
                <a:gd name="T79" fmla="*/ 23 h 44"/>
                <a:gd name="T80" fmla="*/ 35 w 44"/>
                <a:gd name="T81" fmla="*/ 23 h 44"/>
                <a:gd name="T82" fmla="*/ 24 w 44"/>
                <a:gd name="T83" fmla="*/ 3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4" h="44">
                  <a:moveTo>
                    <a:pt x="44" y="21"/>
                  </a:moveTo>
                  <a:cubicBezTo>
                    <a:pt x="38" y="21"/>
                    <a:pt x="38" y="21"/>
                    <a:pt x="38" y="21"/>
                  </a:cubicBezTo>
                  <a:cubicBezTo>
                    <a:pt x="38" y="13"/>
                    <a:pt x="31" y="7"/>
                    <a:pt x="24" y="6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13" y="7"/>
                    <a:pt x="7" y="13"/>
                    <a:pt x="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31"/>
                    <a:pt x="13" y="37"/>
                    <a:pt x="21" y="38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31" y="37"/>
                    <a:pt x="38" y="31"/>
                    <a:pt x="38" y="23"/>
                  </a:cubicBezTo>
                  <a:cubicBezTo>
                    <a:pt x="44" y="23"/>
                    <a:pt x="44" y="23"/>
                    <a:pt x="44" y="23"/>
                  </a:cubicBezTo>
                  <a:lnTo>
                    <a:pt x="44" y="21"/>
                  </a:lnTo>
                  <a:close/>
                  <a:moveTo>
                    <a:pt x="24" y="35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31"/>
                    <a:pt x="23" y="31"/>
                    <a:pt x="22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1" y="31"/>
                    <a:pt x="21" y="31"/>
                    <a:pt x="21" y="32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15" y="34"/>
                    <a:pt x="10" y="29"/>
                    <a:pt x="10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3" y="23"/>
                    <a:pt x="13" y="23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2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5" y="10"/>
                    <a:pt x="21" y="10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3"/>
                    <a:pt x="21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3"/>
                    <a:pt x="24" y="13"/>
                    <a:pt x="24" y="12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9" y="10"/>
                    <a:pt x="34" y="15"/>
                    <a:pt x="35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1" y="21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4" y="29"/>
                    <a:pt x="29" y="34"/>
                    <a:pt x="24" y="3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9" name="îś1ï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C711786-C0A5-4CBA-B60B-CE9297621BF0}"/>
                </a:ext>
              </a:extLst>
            </p:cNvPr>
            <p:cNvSpPr/>
            <p:nvPr/>
          </p:nvSpPr>
          <p:spPr bwMode="auto">
            <a:xfrm>
              <a:off x="4602066" y="2850378"/>
              <a:ext cx="32982" cy="35425"/>
            </a:xfrm>
            <a:custGeom>
              <a:avLst/>
              <a:gdLst>
                <a:gd name="T0" fmla="*/ 6 w 13"/>
                <a:gd name="T1" fmla="*/ 0 h 14"/>
                <a:gd name="T2" fmla="*/ 0 w 13"/>
                <a:gd name="T3" fmla="*/ 7 h 14"/>
                <a:gd name="T4" fmla="*/ 6 w 13"/>
                <a:gd name="T5" fmla="*/ 14 h 14"/>
                <a:gd name="T6" fmla="*/ 13 w 13"/>
                <a:gd name="T7" fmla="*/ 7 h 14"/>
                <a:gd name="T8" fmla="*/ 6 w 13"/>
                <a:gd name="T9" fmla="*/ 0 h 14"/>
                <a:gd name="T10" fmla="*/ 6 w 13"/>
                <a:gd name="T11" fmla="*/ 12 h 14"/>
                <a:gd name="T12" fmla="*/ 2 w 13"/>
                <a:gd name="T13" fmla="*/ 7 h 14"/>
                <a:gd name="T14" fmla="*/ 6 w 13"/>
                <a:gd name="T15" fmla="*/ 2 h 14"/>
                <a:gd name="T16" fmla="*/ 11 w 13"/>
                <a:gd name="T17" fmla="*/ 7 h 14"/>
                <a:gd name="T18" fmla="*/ 6 w 13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4">
                  <a:moveTo>
                    <a:pt x="6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6" y="14"/>
                  </a:cubicBezTo>
                  <a:cubicBezTo>
                    <a:pt x="10" y="14"/>
                    <a:pt x="13" y="11"/>
                    <a:pt x="13" y="7"/>
                  </a:cubicBezTo>
                  <a:cubicBezTo>
                    <a:pt x="13" y="3"/>
                    <a:pt x="10" y="0"/>
                    <a:pt x="6" y="0"/>
                  </a:cubicBezTo>
                  <a:close/>
                  <a:moveTo>
                    <a:pt x="6" y="12"/>
                  </a:moveTo>
                  <a:cubicBezTo>
                    <a:pt x="4" y="12"/>
                    <a:pt x="2" y="10"/>
                    <a:pt x="2" y="7"/>
                  </a:cubicBezTo>
                  <a:cubicBezTo>
                    <a:pt x="2" y="4"/>
                    <a:pt x="4" y="2"/>
                    <a:pt x="6" y="2"/>
                  </a:cubicBezTo>
                  <a:cubicBezTo>
                    <a:pt x="9" y="2"/>
                    <a:pt x="11" y="4"/>
                    <a:pt x="11" y="7"/>
                  </a:cubicBezTo>
                  <a:cubicBezTo>
                    <a:pt x="11" y="10"/>
                    <a:pt x="9" y="12"/>
                    <a:pt x="6" y="1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0" name="iṥḷî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CA7567E-1F14-4B31-88B7-6D781C9D755F}"/>
                </a:ext>
              </a:extLst>
            </p:cNvPr>
            <p:cNvSpPr/>
            <p:nvPr/>
          </p:nvSpPr>
          <p:spPr bwMode="auto">
            <a:xfrm>
              <a:off x="4561755" y="2812510"/>
              <a:ext cx="111160" cy="111160"/>
            </a:xfrm>
            <a:custGeom>
              <a:avLst/>
              <a:gdLst>
                <a:gd name="T0" fmla="*/ 44 w 44"/>
                <a:gd name="T1" fmla="*/ 21 h 44"/>
                <a:gd name="T2" fmla="*/ 38 w 44"/>
                <a:gd name="T3" fmla="*/ 21 h 44"/>
                <a:gd name="T4" fmla="*/ 24 w 44"/>
                <a:gd name="T5" fmla="*/ 6 h 44"/>
                <a:gd name="T6" fmla="*/ 24 w 44"/>
                <a:gd name="T7" fmla="*/ 0 h 44"/>
                <a:gd name="T8" fmla="*/ 21 w 44"/>
                <a:gd name="T9" fmla="*/ 0 h 44"/>
                <a:gd name="T10" fmla="*/ 21 w 44"/>
                <a:gd name="T11" fmla="*/ 6 h 44"/>
                <a:gd name="T12" fmla="*/ 6 w 44"/>
                <a:gd name="T13" fmla="*/ 21 h 44"/>
                <a:gd name="T14" fmla="*/ 0 w 44"/>
                <a:gd name="T15" fmla="*/ 21 h 44"/>
                <a:gd name="T16" fmla="*/ 0 w 44"/>
                <a:gd name="T17" fmla="*/ 23 h 44"/>
                <a:gd name="T18" fmla="*/ 6 w 44"/>
                <a:gd name="T19" fmla="*/ 23 h 44"/>
                <a:gd name="T20" fmla="*/ 21 w 44"/>
                <a:gd name="T21" fmla="*/ 38 h 44"/>
                <a:gd name="T22" fmla="*/ 21 w 44"/>
                <a:gd name="T23" fmla="*/ 44 h 44"/>
                <a:gd name="T24" fmla="*/ 24 w 44"/>
                <a:gd name="T25" fmla="*/ 44 h 44"/>
                <a:gd name="T26" fmla="*/ 24 w 44"/>
                <a:gd name="T27" fmla="*/ 38 h 44"/>
                <a:gd name="T28" fmla="*/ 38 w 44"/>
                <a:gd name="T29" fmla="*/ 23 h 44"/>
                <a:gd name="T30" fmla="*/ 44 w 44"/>
                <a:gd name="T31" fmla="*/ 23 h 44"/>
                <a:gd name="T32" fmla="*/ 44 w 44"/>
                <a:gd name="T33" fmla="*/ 21 h 44"/>
                <a:gd name="T34" fmla="*/ 24 w 44"/>
                <a:gd name="T35" fmla="*/ 34 h 44"/>
                <a:gd name="T36" fmla="*/ 24 w 44"/>
                <a:gd name="T37" fmla="*/ 32 h 44"/>
                <a:gd name="T38" fmla="*/ 22 w 44"/>
                <a:gd name="T39" fmla="*/ 31 h 44"/>
                <a:gd name="T40" fmla="*/ 22 w 44"/>
                <a:gd name="T41" fmla="*/ 31 h 44"/>
                <a:gd name="T42" fmla="*/ 21 w 44"/>
                <a:gd name="T43" fmla="*/ 32 h 44"/>
                <a:gd name="T44" fmla="*/ 21 w 44"/>
                <a:gd name="T45" fmla="*/ 34 h 44"/>
                <a:gd name="T46" fmla="*/ 10 w 44"/>
                <a:gd name="T47" fmla="*/ 23 h 44"/>
                <a:gd name="T48" fmla="*/ 12 w 44"/>
                <a:gd name="T49" fmla="*/ 23 h 44"/>
                <a:gd name="T50" fmla="*/ 14 w 44"/>
                <a:gd name="T51" fmla="*/ 22 h 44"/>
                <a:gd name="T52" fmla="*/ 14 w 44"/>
                <a:gd name="T53" fmla="*/ 22 h 44"/>
                <a:gd name="T54" fmla="*/ 12 w 44"/>
                <a:gd name="T55" fmla="*/ 21 h 44"/>
                <a:gd name="T56" fmla="*/ 10 w 44"/>
                <a:gd name="T57" fmla="*/ 21 h 44"/>
                <a:gd name="T58" fmla="*/ 21 w 44"/>
                <a:gd name="T59" fmla="*/ 10 h 44"/>
                <a:gd name="T60" fmla="*/ 21 w 44"/>
                <a:gd name="T61" fmla="*/ 12 h 44"/>
                <a:gd name="T62" fmla="*/ 22 w 44"/>
                <a:gd name="T63" fmla="*/ 13 h 44"/>
                <a:gd name="T64" fmla="*/ 22 w 44"/>
                <a:gd name="T65" fmla="*/ 13 h 44"/>
                <a:gd name="T66" fmla="*/ 24 w 44"/>
                <a:gd name="T67" fmla="*/ 12 h 44"/>
                <a:gd name="T68" fmla="*/ 24 w 44"/>
                <a:gd name="T69" fmla="*/ 10 h 44"/>
                <a:gd name="T70" fmla="*/ 35 w 44"/>
                <a:gd name="T71" fmla="*/ 21 h 44"/>
                <a:gd name="T72" fmla="*/ 32 w 44"/>
                <a:gd name="T73" fmla="*/ 21 h 44"/>
                <a:gd name="T74" fmla="*/ 31 w 44"/>
                <a:gd name="T75" fmla="*/ 22 h 44"/>
                <a:gd name="T76" fmla="*/ 31 w 44"/>
                <a:gd name="T77" fmla="*/ 22 h 44"/>
                <a:gd name="T78" fmla="*/ 32 w 44"/>
                <a:gd name="T79" fmla="*/ 23 h 44"/>
                <a:gd name="T80" fmla="*/ 35 w 44"/>
                <a:gd name="T81" fmla="*/ 23 h 44"/>
                <a:gd name="T82" fmla="*/ 24 w 44"/>
                <a:gd name="T83" fmla="*/ 3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4" h="44">
                  <a:moveTo>
                    <a:pt x="44" y="21"/>
                  </a:moveTo>
                  <a:cubicBezTo>
                    <a:pt x="38" y="21"/>
                    <a:pt x="38" y="21"/>
                    <a:pt x="38" y="21"/>
                  </a:cubicBezTo>
                  <a:cubicBezTo>
                    <a:pt x="38" y="13"/>
                    <a:pt x="32" y="7"/>
                    <a:pt x="24" y="6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13" y="7"/>
                    <a:pt x="7" y="13"/>
                    <a:pt x="6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31"/>
                    <a:pt x="13" y="37"/>
                    <a:pt x="21" y="38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32" y="37"/>
                    <a:pt x="38" y="31"/>
                    <a:pt x="38" y="23"/>
                  </a:cubicBezTo>
                  <a:cubicBezTo>
                    <a:pt x="44" y="23"/>
                    <a:pt x="44" y="23"/>
                    <a:pt x="44" y="23"/>
                  </a:cubicBezTo>
                  <a:lnTo>
                    <a:pt x="44" y="21"/>
                  </a:lnTo>
                  <a:close/>
                  <a:moveTo>
                    <a:pt x="24" y="3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31"/>
                    <a:pt x="23" y="31"/>
                    <a:pt x="22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1" y="31"/>
                    <a:pt x="21" y="31"/>
                    <a:pt x="21" y="32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15" y="34"/>
                    <a:pt x="10" y="29"/>
                    <a:pt x="10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3" y="23"/>
                    <a:pt x="14" y="23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5" y="10"/>
                    <a:pt x="21" y="10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3"/>
                    <a:pt x="21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3"/>
                    <a:pt x="24" y="13"/>
                    <a:pt x="24" y="12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30" y="10"/>
                    <a:pt x="34" y="15"/>
                    <a:pt x="35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1" y="21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2" y="23"/>
                    <a:pt x="32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4" y="29"/>
                    <a:pt x="30" y="34"/>
                    <a:pt x="24" y="3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1" name="íṥ1ï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EDC4635-5E0D-418F-B8F6-7115EEC4FC13}"/>
                </a:ext>
              </a:extLst>
            </p:cNvPr>
            <p:cNvSpPr/>
            <p:nvPr/>
          </p:nvSpPr>
          <p:spPr bwMode="auto">
            <a:xfrm>
              <a:off x="4533660" y="3755533"/>
              <a:ext cx="195445" cy="186895"/>
            </a:xfrm>
            <a:custGeom>
              <a:avLst/>
              <a:gdLst>
                <a:gd name="T0" fmla="*/ 40 w 77"/>
                <a:gd name="T1" fmla="*/ 68 h 74"/>
                <a:gd name="T2" fmla="*/ 40 w 77"/>
                <a:gd name="T3" fmla="*/ 63 h 74"/>
                <a:gd name="T4" fmla="*/ 32 w 77"/>
                <a:gd name="T5" fmla="*/ 56 h 74"/>
                <a:gd name="T6" fmla="*/ 38 w 77"/>
                <a:gd name="T7" fmla="*/ 43 h 74"/>
                <a:gd name="T8" fmla="*/ 52 w 77"/>
                <a:gd name="T9" fmla="*/ 49 h 74"/>
                <a:gd name="T10" fmla="*/ 49 w 77"/>
                <a:gd name="T11" fmla="*/ 60 h 74"/>
                <a:gd name="T12" fmla="*/ 51 w 77"/>
                <a:gd name="T13" fmla="*/ 63 h 74"/>
                <a:gd name="T14" fmla="*/ 60 w 77"/>
                <a:gd name="T15" fmla="*/ 59 h 74"/>
                <a:gd name="T16" fmla="*/ 62 w 77"/>
                <a:gd name="T17" fmla="*/ 55 h 74"/>
                <a:gd name="T18" fmla="*/ 56 w 77"/>
                <a:gd name="T19" fmla="*/ 41 h 74"/>
                <a:gd name="T20" fmla="*/ 58 w 77"/>
                <a:gd name="T21" fmla="*/ 40 h 74"/>
                <a:gd name="T22" fmla="*/ 68 w 77"/>
                <a:gd name="T23" fmla="*/ 42 h 74"/>
                <a:gd name="T24" fmla="*/ 75 w 77"/>
                <a:gd name="T25" fmla="*/ 29 h 74"/>
                <a:gd name="T26" fmla="*/ 62 w 77"/>
                <a:gd name="T27" fmla="*/ 23 h 74"/>
                <a:gd name="T28" fmla="*/ 55 w 77"/>
                <a:gd name="T29" fmla="*/ 31 h 74"/>
                <a:gd name="T30" fmla="*/ 52 w 77"/>
                <a:gd name="T31" fmla="*/ 31 h 74"/>
                <a:gd name="T32" fmla="*/ 49 w 77"/>
                <a:gd name="T33" fmla="*/ 15 h 74"/>
                <a:gd name="T34" fmla="*/ 45 w 77"/>
                <a:gd name="T35" fmla="*/ 13 h 74"/>
                <a:gd name="T36" fmla="*/ 29 w 77"/>
                <a:gd name="T37" fmla="*/ 20 h 74"/>
                <a:gd name="T38" fmla="*/ 28 w 77"/>
                <a:gd name="T39" fmla="*/ 19 h 74"/>
                <a:gd name="T40" fmla="*/ 30 w 77"/>
                <a:gd name="T41" fmla="*/ 8 h 74"/>
                <a:gd name="T42" fmla="*/ 17 w 77"/>
                <a:gd name="T43" fmla="*/ 2 h 74"/>
                <a:gd name="T44" fmla="*/ 11 w 77"/>
                <a:gd name="T45" fmla="*/ 15 h 74"/>
                <a:gd name="T46" fmla="*/ 19 w 77"/>
                <a:gd name="T47" fmla="*/ 22 h 74"/>
                <a:gd name="T48" fmla="*/ 19 w 77"/>
                <a:gd name="T49" fmla="*/ 24 h 74"/>
                <a:gd name="T50" fmla="*/ 2 w 77"/>
                <a:gd name="T51" fmla="*/ 27 h 74"/>
                <a:gd name="T52" fmla="*/ 0 w 77"/>
                <a:gd name="T53" fmla="*/ 31 h 74"/>
                <a:gd name="T54" fmla="*/ 4 w 77"/>
                <a:gd name="T55" fmla="*/ 48 h 74"/>
                <a:gd name="T56" fmla="*/ 7 w 77"/>
                <a:gd name="T57" fmla="*/ 47 h 74"/>
                <a:gd name="T58" fmla="*/ 14 w 77"/>
                <a:gd name="T59" fmla="*/ 39 h 74"/>
                <a:gd name="T60" fmla="*/ 28 w 77"/>
                <a:gd name="T61" fmla="*/ 46 h 74"/>
                <a:gd name="T62" fmla="*/ 21 w 77"/>
                <a:gd name="T63" fmla="*/ 59 h 74"/>
                <a:gd name="T64" fmla="*/ 10 w 77"/>
                <a:gd name="T65" fmla="*/ 56 h 74"/>
                <a:gd name="T66" fmla="*/ 8 w 77"/>
                <a:gd name="T67" fmla="*/ 58 h 74"/>
                <a:gd name="T68" fmla="*/ 13 w 77"/>
                <a:gd name="T69" fmla="*/ 71 h 74"/>
                <a:gd name="T70" fmla="*/ 17 w 77"/>
                <a:gd name="T71" fmla="*/ 73 h 74"/>
                <a:gd name="T72" fmla="*/ 40 w 77"/>
                <a:gd name="T73" fmla="*/ 68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7" h="74">
                  <a:moveTo>
                    <a:pt x="40" y="68"/>
                  </a:moveTo>
                  <a:cubicBezTo>
                    <a:pt x="40" y="63"/>
                    <a:pt x="40" y="63"/>
                    <a:pt x="40" y="63"/>
                  </a:cubicBezTo>
                  <a:cubicBezTo>
                    <a:pt x="36" y="62"/>
                    <a:pt x="33" y="60"/>
                    <a:pt x="32" y="56"/>
                  </a:cubicBezTo>
                  <a:cubicBezTo>
                    <a:pt x="30" y="50"/>
                    <a:pt x="33" y="45"/>
                    <a:pt x="38" y="43"/>
                  </a:cubicBezTo>
                  <a:cubicBezTo>
                    <a:pt x="44" y="41"/>
                    <a:pt x="50" y="44"/>
                    <a:pt x="52" y="49"/>
                  </a:cubicBezTo>
                  <a:cubicBezTo>
                    <a:pt x="53" y="53"/>
                    <a:pt x="52" y="57"/>
                    <a:pt x="49" y="60"/>
                  </a:cubicBezTo>
                  <a:cubicBezTo>
                    <a:pt x="51" y="63"/>
                    <a:pt x="51" y="63"/>
                    <a:pt x="51" y="63"/>
                  </a:cubicBezTo>
                  <a:cubicBezTo>
                    <a:pt x="56" y="61"/>
                    <a:pt x="60" y="59"/>
                    <a:pt x="60" y="59"/>
                  </a:cubicBezTo>
                  <a:cubicBezTo>
                    <a:pt x="61" y="58"/>
                    <a:pt x="62" y="57"/>
                    <a:pt x="62" y="55"/>
                  </a:cubicBezTo>
                  <a:cubicBezTo>
                    <a:pt x="62" y="55"/>
                    <a:pt x="59" y="49"/>
                    <a:pt x="56" y="41"/>
                  </a:cubicBezTo>
                  <a:cubicBezTo>
                    <a:pt x="58" y="40"/>
                    <a:pt x="58" y="40"/>
                    <a:pt x="58" y="40"/>
                  </a:cubicBezTo>
                  <a:cubicBezTo>
                    <a:pt x="60" y="42"/>
                    <a:pt x="64" y="44"/>
                    <a:pt x="68" y="42"/>
                  </a:cubicBezTo>
                  <a:cubicBezTo>
                    <a:pt x="74" y="41"/>
                    <a:pt x="77" y="35"/>
                    <a:pt x="75" y="29"/>
                  </a:cubicBezTo>
                  <a:cubicBezTo>
                    <a:pt x="73" y="24"/>
                    <a:pt x="67" y="21"/>
                    <a:pt x="62" y="23"/>
                  </a:cubicBezTo>
                  <a:cubicBezTo>
                    <a:pt x="58" y="24"/>
                    <a:pt x="55" y="27"/>
                    <a:pt x="55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0" y="25"/>
                    <a:pt x="49" y="19"/>
                    <a:pt x="49" y="15"/>
                  </a:cubicBezTo>
                  <a:cubicBezTo>
                    <a:pt x="47" y="14"/>
                    <a:pt x="46" y="13"/>
                    <a:pt x="45" y="13"/>
                  </a:cubicBezTo>
                  <a:cubicBezTo>
                    <a:pt x="45" y="13"/>
                    <a:pt x="37" y="17"/>
                    <a:pt x="29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0" y="16"/>
                    <a:pt x="32" y="12"/>
                    <a:pt x="30" y="8"/>
                  </a:cubicBezTo>
                  <a:cubicBezTo>
                    <a:pt x="29" y="3"/>
                    <a:pt x="23" y="0"/>
                    <a:pt x="17" y="2"/>
                  </a:cubicBezTo>
                  <a:cubicBezTo>
                    <a:pt x="12" y="3"/>
                    <a:pt x="9" y="9"/>
                    <a:pt x="11" y="15"/>
                  </a:cubicBezTo>
                  <a:cubicBezTo>
                    <a:pt x="12" y="18"/>
                    <a:pt x="15" y="21"/>
                    <a:pt x="19" y="22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2" y="26"/>
                    <a:pt x="5" y="28"/>
                    <a:pt x="2" y="27"/>
                  </a:cubicBezTo>
                  <a:cubicBezTo>
                    <a:pt x="1" y="28"/>
                    <a:pt x="0" y="30"/>
                    <a:pt x="0" y="31"/>
                  </a:cubicBezTo>
                  <a:cubicBezTo>
                    <a:pt x="0" y="35"/>
                    <a:pt x="2" y="41"/>
                    <a:pt x="4" y="48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8" y="44"/>
                    <a:pt x="11" y="40"/>
                    <a:pt x="14" y="39"/>
                  </a:cubicBezTo>
                  <a:cubicBezTo>
                    <a:pt x="20" y="37"/>
                    <a:pt x="26" y="40"/>
                    <a:pt x="28" y="46"/>
                  </a:cubicBezTo>
                  <a:cubicBezTo>
                    <a:pt x="29" y="51"/>
                    <a:pt x="26" y="57"/>
                    <a:pt x="21" y="59"/>
                  </a:cubicBezTo>
                  <a:cubicBezTo>
                    <a:pt x="17" y="60"/>
                    <a:pt x="13" y="59"/>
                    <a:pt x="10" y="56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11" y="65"/>
                    <a:pt x="13" y="71"/>
                    <a:pt x="13" y="71"/>
                  </a:cubicBezTo>
                  <a:cubicBezTo>
                    <a:pt x="14" y="72"/>
                    <a:pt x="14" y="72"/>
                    <a:pt x="17" y="73"/>
                  </a:cubicBezTo>
                  <a:cubicBezTo>
                    <a:pt x="22" y="74"/>
                    <a:pt x="32" y="71"/>
                    <a:pt x="40" y="6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2" name="íşľî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E168E7C-9A46-4D82-B41A-1099C92EE9A2}"/>
                </a:ext>
              </a:extLst>
            </p:cNvPr>
            <p:cNvSpPr/>
            <p:nvPr/>
          </p:nvSpPr>
          <p:spPr bwMode="auto">
            <a:xfrm>
              <a:off x="4422501" y="4128100"/>
              <a:ext cx="35425" cy="37868"/>
            </a:xfrm>
            <a:custGeom>
              <a:avLst/>
              <a:gdLst>
                <a:gd name="T0" fmla="*/ 9 w 14"/>
                <a:gd name="T1" fmla="*/ 14 h 15"/>
                <a:gd name="T2" fmla="*/ 14 w 14"/>
                <a:gd name="T3" fmla="*/ 0 h 15"/>
                <a:gd name="T4" fmla="*/ 0 w 14"/>
                <a:gd name="T5" fmla="*/ 0 h 15"/>
                <a:gd name="T6" fmla="*/ 8 w 14"/>
                <a:gd name="T7" fmla="*/ 15 h 15"/>
                <a:gd name="T8" fmla="*/ 9 w 14"/>
                <a:gd name="T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9" y="14"/>
                  </a:moveTo>
                  <a:cubicBezTo>
                    <a:pt x="12" y="10"/>
                    <a:pt x="14" y="5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3" y="12"/>
                    <a:pt x="8" y="15"/>
                  </a:cubicBezTo>
                  <a:cubicBezTo>
                    <a:pt x="8" y="15"/>
                    <a:pt x="9" y="15"/>
                    <a:pt x="9" y="1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3" name="ïṣḻï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C7BF676-34F8-4048-BAB6-F60E72E9F8BF}"/>
                </a:ext>
              </a:extLst>
            </p:cNvPr>
            <p:cNvSpPr/>
            <p:nvPr/>
          </p:nvSpPr>
          <p:spPr bwMode="auto">
            <a:xfrm>
              <a:off x="4442045" y="4081682"/>
              <a:ext cx="46418" cy="43975"/>
            </a:xfrm>
            <a:custGeom>
              <a:avLst/>
              <a:gdLst>
                <a:gd name="T0" fmla="*/ 2 w 18"/>
                <a:gd name="T1" fmla="*/ 2 h 17"/>
                <a:gd name="T2" fmla="*/ 3 w 18"/>
                <a:gd name="T3" fmla="*/ 3 h 17"/>
                <a:gd name="T4" fmla="*/ 7 w 18"/>
                <a:gd name="T5" fmla="*/ 17 h 17"/>
                <a:gd name="T6" fmla="*/ 11 w 18"/>
                <a:gd name="T7" fmla="*/ 17 h 17"/>
                <a:gd name="T8" fmla="*/ 16 w 18"/>
                <a:gd name="T9" fmla="*/ 3 h 17"/>
                <a:gd name="T10" fmla="*/ 17 w 18"/>
                <a:gd name="T11" fmla="*/ 2 h 17"/>
                <a:gd name="T12" fmla="*/ 18 w 18"/>
                <a:gd name="T13" fmla="*/ 2 h 17"/>
                <a:gd name="T14" fmla="*/ 9 w 18"/>
                <a:gd name="T15" fmla="*/ 0 h 17"/>
                <a:gd name="T16" fmla="*/ 0 w 18"/>
                <a:gd name="T17" fmla="*/ 2 h 17"/>
                <a:gd name="T18" fmla="*/ 2 w 18"/>
                <a:gd name="T19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7">
                  <a:moveTo>
                    <a:pt x="2" y="2"/>
                  </a:moveTo>
                  <a:cubicBezTo>
                    <a:pt x="2" y="2"/>
                    <a:pt x="3" y="3"/>
                    <a:pt x="3" y="3"/>
                  </a:cubicBezTo>
                  <a:cubicBezTo>
                    <a:pt x="5" y="7"/>
                    <a:pt x="7" y="12"/>
                    <a:pt x="7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2"/>
                    <a:pt x="13" y="7"/>
                    <a:pt x="16" y="3"/>
                  </a:cubicBezTo>
                  <a:cubicBezTo>
                    <a:pt x="16" y="3"/>
                    <a:pt x="17" y="2"/>
                    <a:pt x="17" y="2"/>
                  </a:cubicBezTo>
                  <a:cubicBezTo>
                    <a:pt x="17" y="2"/>
                    <a:pt x="18" y="2"/>
                    <a:pt x="18" y="2"/>
                  </a:cubicBezTo>
                  <a:cubicBezTo>
                    <a:pt x="16" y="1"/>
                    <a:pt x="13" y="0"/>
                    <a:pt x="9" y="0"/>
                  </a:cubicBezTo>
                  <a:cubicBezTo>
                    <a:pt x="6" y="0"/>
                    <a:pt x="3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4" name="iSḻi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F07AC86-D661-4E70-AEDE-ABF14EE58875}"/>
                </a:ext>
              </a:extLst>
            </p:cNvPr>
            <p:cNvSpPr/>
            <p:nvPr/>
          </p:nvSpPr>
          <p:spPr bwMode="auto">
            <a:xfrm>
              <a:off x="4475027" y="4087789"/>
              <a:ext cx="35425" cy="37868"/>
            </a:xfrm>
            <a:custGeom>
              <a:avLst/>
              <a:gdLst>
                <a:gd name="T0" fmla="*/ 4 w 14"/>
                <a:gd name="T1" fmla="*/ 2 h 15"/>
                <a:gd name="T2" fmla="*/ 0 w 14"/>
                <a:gd name="T3" fmla="*/ 15 h 15"/>
                <a:gd name="T4" fmla="*/ 14 w 14"/>
                <a:gd name="T5" fmla="*/ 15 h 15"/>
                <a:gd name="T6" fmla="*/ 5 w 14"/>
                <a:gd name="T7" fmla="*/ 0 h 15"/>
                <a:gd name="T8" fmla="*/ 4 w 14"/>
                <a:gd name="T9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4" y="2"/>
                  </a:moveTo>
                  <a:cubicBezTo>
                    <a:pt x="1" y="6"/>
                    <a:pt x="0" y="10"/>
                    <a:pt x="0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9"/>
                    <a:pt x="10" y="3"/>
                    <a:pt x="5" y="0"/>
                  </a:cubicBezTo>
                  <a:cubicBezTo>
                    <a:pt x="5" y="0"/>
                    <a:pt x="5" y="1"/>
                    <a:pt x="4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5" name="ïSlí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7995628-2796-42B7-8BB5-796E8E396EF9}"/>
                </a:ext>
              </a:extLst>
            </p:cNvPr>
            <p:cNvSpPr/>
            <p:nvPr/>
          </p:nvSpPr>
          <p:spPr bwMode="auto">
            <a:xfrm>
              <a:off x="4422501" y="4087789"/>
              <a:ext cx="35425" cy="37868"/>
            </a:xfrm>
            <a:custGeom>
              <a:avLst/>
              <a:gdLst>
                <a:gd name="T0" fmla="*/ 14 w 14"/>
                <a:gd name="T1" fmla="*/ 15 h 15"/>
                <a:gd name="T2" fmla="*/ 9 w 14"/>
                <a:gd name="T3" fmla="*/ 2 h 15"/>
                <a:gd name="T4" fmla="*/ 8 w 14"/>
                <a:gd name="T5" fmla="*/ 0 h 15"/>
                <a:gd name="T6" fmla="*/ 0 w 14"/>
                <a:gd name="T7" fmla="*/ 15 h 15"/>
                <a:gd name="T8" fmla="*/ 14 w 14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14" y="15"/>
                  </a:moveTo>
                  <a:cubicBezTo>
                    <a:pt x="14" y="10"/>
                    <a:pt x="12" y="6"/>
                    <a:pt x="9" y="2"/>
                  </a:cubicBezTo>
                  <a:cubicBezTo>
                    <a:pt x="9" y="1"/>
                    <a:pt x="9" y="1"/>
                    <a:pt x="8" y="0"/>
                  </a:cubicBezTo>
                  <a:cubicBezTo>
                    <a:pt x="3" y="3"/>
                    <a:pt x="0" y="9"/>
                    <a:pt x="0" y="15"/>
                  </a:cubicBezTo>
                  <a:lnTo>
                    <a:pt x="14" y="1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6" name="ïṥḻi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8499C05-3A38-4B5C-892A-FB36F39DED9E}"/>
                </a:ext>
              </a:extLst>
            </p:cNvPr>
            <p:cNvSpPr/>
            <p:nvPr/>
          </p:nvSpPr>
          <p:spPr bwMode="auto">
            <a:xfrm>
              <a:off x="4475027" y="4128100"/>
              <a:ext cx="35425" cy="40311"/>
            </a:xfrm>
            <a:custGeom>
              <a:avLst/>
              <a:gdLst>
                <a:gd name="T0" fmla="*/ 0 w 14"/>
                <a:gd name="T1" fmla="*/ 0 h 16"/>
                <a:gd name="T2" fmla="*/ 4 w 14"/>
                <a:gd name="T3" fmla="*/ 14 h 16"/>
                <a:gd name="T4" fmla="*/ 5 w 14"/>
                <a:gd name="T5" fmla="*/ 15 h 16"/>
                <a:gd name="T6" fmla="*/ 4 w 14"/>
                <a:gd name="T7" fmla="*/ 16 h 16"/>
                <a:gd name="T8" fmla="*/ 14 w 14"/>
                <a:gd name="T9" fmla="*/ 0 h 16"/>
                <a:gd name="T10" fmla="*/ 0 w 14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6">
                  <a:moveTo>
                    <a:pt x="0" y="0"/>
                  </a:moveTo>
                  <a:cubicBezTo>
                    <a:pt x="0" y="5"/>
                    <a:pt x="1" y="10"/>
                    <a:pt x="4" y="14"/>
                  </a:cubicBezTo>
                  <a:cubicBezTo>
                    <a:pt x="4" y="14"/>
                    <a:pt x="5" y="15"/>
                    <a:pt x="5" y="15"/>
                  </a:cubicBezTo>
                  <a:cubicBezTo>
                    <a:pt x="5" y="15"/>
                    <a:pt x="4" y="16"/>
                    <a:pt x="4" y="16"/>
                  </a:cubicBezTo>
                  <a:cubicBezTo>
                    <a:pt x="10" y="13"/>
                    <a:pt x="14" y="7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7" name="isl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9822DE7-1981-48C5-8622-FDEBFF0C01F0}"/>
                </a:ext>
              </a:extLst>
            </p:cNvPr>
            <p:cNvSpPr/>
            <p:nvPr/>
          </p:nvSpPr>
          <p:spPr bwMode="auto">
            <a:xfrm>
              <a:off x="4442045" y="4128100"/>
              <a:ext cx="43975" cy="42754"/>
            </a:xfrm>
            <a:custGeom>
              <a:avLst/>
              <a:gdLst>
                <a:gd name="T0" fmla="*/ 16 w 17"/>
                <a:gd name="T1" fmla="*/ 15 h 17"/>
                <a:gd name="T2" fmla="*/ 11 w 17"/>
                <a:gd name="T3" fmla="*/ 0 h 17"/>
                <a:gd name="T4" fmla="*/ 7 w 17"/>
                <a:gd name="T5" fmla="*/ 0 h 17"/>
                <a:gd name="T6" fmla="*/ 3 w 17"/>
                <a:gd name="T7" fmla="*/ 15 h 17"/>
                <a:gd name="T8" fmla="*/ 2 w 17"/>
                <a:gd name="T9" fmla="*/ 16 h 17"/>
                <a:gd name="T10" fmla="*/ 0 w 17"/>
                <a:gd name="T11" fmla="*/ 15 h 17"/>
                <a:gd name="T12" fmla="*/ 9 w 17"/>
                <a:gd name="T13" fmla="*/ 17 h 17"/>
                <a:gd name="T14" fmla="*/ 17 w 17"/>
                <a:gd name="T15" fmla="*/ 16 h 17"/>
                <a:gd name="T16" fmla="*/ 16 w 17"/>
                <a:gd name="T17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16" y="15"/>
                  </a:moveTo>
                  <a:cubicBezTo>
                    <a:pt x="13" y="10"/>
                    <a:pt x="12" y="6"/>
                    <a:pt x="11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5" y="10"/>
                    <a:pt x="3" y="15"/>
                  </a:cubicBezTo>
                  <a:cubicBezTo>
                    <a:pt x="3" y="15"/>
                    <a:pt x="2" y="15"/>
                    <a:pt x="2" y="16"/>
                  </a:cubicBezTo>
                  <a:cubicBezTo>
                    <a:pt x="1" y="16"/>
                    <a:pt x="1" y="15"/>
                    <a:pt x="0" y="15"/>
                  </a:cubicBezTo>
                  <a:cubicBezTo>
                    <a:pt x="3" y="17"/>
                    <a:pt x="6" y="17"/>
                    <a:pt x="9" y="17"/>
                  </a:cubicBezTo>
                  <a:cubicBezTo>
                    <a:pt x="12" y="17"/>
                    <a:pt x="15" y="17"/>
                    <a:pt x="17" y="16"/>
                  </a:cubicBezTo>
                  <a:cubicBezTo>
                    <a:pt x="16" y="15"/>
                    <a:pt x="16" y="15"/>
                    <a:pt x="16" y="1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8" name="ísľ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3C025DF-D508-434F-9F0E-C03952BC177B}"/>
                </a:ext>
              </a:extLst>
            </p:cNvPr>
            <p:cNvSpPr/>
            <p:nvPr/>
          </p:nvSpPr>
          <p:spPr bwMode="auto">
            <a:xfrm>
              <a:off x="3820286" y="3810502"/>
              <a:ext cx="119710" cy="117267"/>
            </a:xfrm>
            <a:custGeom>
              <a:avLst/>
              <a:gdLst>
                <a:gd name="T0" fmla="*/ 24 w 47"/>
                <a:gd name="T1" fmla="*/ 4 h 46"/>
                <a:gd name="T2" fmla="*/ 24 w 47"/>
                <a:gd name="T3" fmla="*/ 0 h 46"/>
                <a:gd name="T4" fmla="*/ 23 w 47"/>
                <a:gd name="T5" fmla="*/ 0 h 46"/>
                <a:gd name="T6" fmla="*/ 23 w 47"/>
                <a:gd name="T7" fmla="*/ 4 h 46"/>
                <a:gd name="T8" fmla="*/ 0 w 47"/>
                <a:gd name="T9" fmla="*/ 27 h 46"/>
                <a:gd name="T10" fmla="*/ 0 w 47"/>
                <a:gd name="T11" fmla="*/ 30 h 46"/>
                <a:gd name="T12" fmla="*/ 2 w 47"/>
                <a:gd name="T13" fmla="*/ 30 h 46"/>
                <a:gd name="T14" fmla="*/ 7 w 47"/>
                <a:gd name="T15" fmla="*/ 25 h 46"/>
                <a:gd name="T16" fmla="*/ 11 w 47"/>
                <a:gd name="T17" fmla="*/ 30 h 46"/>
                <a:gd name="T18" fmla="*/ 13 w 47"/>
                <a:gd name="T19" fmla="*/ 30 h 46"/>
                <a:gd name="T20" fmla="*/ 18 w 47"/>
                <a:gd name="T21" fmla="*/ 25 h 46"/>
                <a:gd name="T22" fmla="*/ 23 w 47"/>
                <a:gd name="T23" fmla="*/ 30 h 46"/>
                <a:gd name="T24" fmla="*/ 23 w 47"/>
                <a:gd name="T25" fmla="*/ 42 h 46"/>
                <a:gd name="T26" fmla="*/ 26 w 47"/>
                <a:gd name="T27" fmla="*/ 46 h 46"/>
                <a:gd name="T28" fmla="*/ 30 w 47"/>
                <a:gd name="T29" fmla="*/ 42 h 46"/>
                <a:gd name="T30" fmla="*/ 28 w 47"/>
                <a:gd name="T31" fmla="*/ 42 h 46"/>
                <a:gd name="T32" fmla="*/ 26 w 47"/>
                <a:gd name="T33" fmla="*/ 44 h 46"/>
                <a:gd name="T34" fmla="*/ 24 w 47"/>
                <a:gd name="T35" fmla="*/ 42 h 46"/>
                <a:gd name="T36" fmla="*/ 24 w 47"/>
                <a:gd name="T37" fmla="*/ 30 h 46"/>
                <a:gd name="T38" fmla="*/ 29 w 47"/>
                <a:gd name="T39" fmla="*/ 25 h 46"/>
                <a:gd name="T40" fmla="*/ 34 w 47"/>
                <a:gd name="T41" fmla="*/ 30 h 46"/>
                <a:gd name="T42" fmla="*/ 36 w 47"/>
                <a:gd name="T43" fmla="*/ 30 h 46"/>
                <a:gd name="T44" fmla="*/ 41 w 47"/>
                <a:gd name="T45" fmla="*/ 25 h 46"/>
                <a:gd name="T46" fmla="*/ 46 w 47"/>
                <a:gd name="T47" fmla="*/ 30 h 46"/>
                <a:gd name="T48" fmla="*/ 47 w 47"/>
                <a:gd name="T49" fmla="*/ 30 h 46"/>
                <a:gd name="T50" fmla="*/ 47 w 47"/>
                <a:gd name="T51" fmla="*/ 27 h 46"/>
                <a:gd name="T52" fmla="*/ 24 w 47"/>
                <a:gd name="T53" fmla="*/ 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7" h="46">
                  <a:moveTo>
                    <a:pt x="24" y="4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0" y="4"/>
                    <a:pt x="0" y="14"/>
                    <a:pt x="0" y="27"/>
                  </a:cubicBezTo>
                  <a:cubicBezTo>
                    <a:pt x="0" y="28"/>
                    <a:pt x="0" y="29"/>
                    <a:pt x="0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2" y="27"/>
                    <a:pt x="4" y="25"/>
                    <a:pt x="7" y="25"/>
                  </a:cubicBezTo>
                  <a:cubicBezTo>
                    <a:pt x="9" y="25"/>
                    <a:pt x="11" y="27"/>
                    <a:pt x="11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27"/>
                    <a:pt x="15" y="25"/>
                    <a:pt x="18" y="25"/>
                  </a:cubicBezTo>
                  <a:cubicBezTo>
                    <a:pt x="21" y="25"/>
                    <a:pt x="23" y="27"/>
                    <a:pt x="23" y="30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44"/>
                    <a:pt x="24" y="46"/>
                    <a:pt x="26" y="46"/>
                  </a:cubicBezTo>
                  <a:cubicBezTo>
                    <a:pt x="28" y="46"/>
                    <a:pt x="30" y="44"/>
                    <a:pt x="30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4"/>
                    <a:pt x="28" y="44"/>
                    <a:pt x="26" y="44"/>
                  </a:cubicBezTo>
                  <a:cubicBezTo>
                    <a:pt x="25" y="44"/>
                    <a:pt x="24" y="44"/>
                    <a:pt x="24" y="42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5" y="27"/>
                    <a:pt x="27" y="25"/>
                    <a:pt x="29" y="25"/>
                  </a:cubicBezTo>
                  <a:cubicBezTo>
                    <a:pt x="32" y="25"/>
                    <a:pt x="34" y="27"/>
                    <a:pt x="34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27"/>
                    <a:pt x="38" y="25"/>
                    <a:pt x="41" y="25"/>
                  </a:cubicBezTo>
                  <a:cubicBezTo>
                    <a:pt x="43" y="25"/>
                    <a:pt x="46" y="27"/>
                    <a:pt x="46" y="30"/>
                  </a:cubicBezTo>
                  <a:cubicBezTo>
                    <a:pt x="47" y="30"/>
                    <a:pt x="47" y="30"/>
                    <a:pt x="47" y="30"/>
                  </a:cubicBezTo>
                  <a:cubicBezTo>
                    <a:pt x="47" y="29"/>
                    <a:pt x="47" y="28"/>
                    <a:pt x="47" y="27"/>
                  </a:cubicBezTo>
                  <a:cubicBezTo>
                    <a:pt x="47" y="14"/>
                    <a:pt x="37" y="4"/>
                    <a:pt x="24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9" name="îśḻí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00A0CFC-4433-4479-AF7F-D41EFBFEFE41}"/>
                </a:ext>
              </a:extLst>
            </p:cNvPr>
            <p:cNvSpPr/>
            <p:nvPr/>
          </p:nvSpPr>
          <p:spPr bwMode="auto">
            <a:xfrm>
              <a:off x="4269810" y="3083690"/>
              <a:ext cx="78178" cy="35425"/>
            </a:xfrm>
            <a:custGeom>
              <a:avLst/>
              <a:gdLst>
                <a:gd name="T0" fmla="*/ 1 w 31"/>
                <a:gd name="T1" fmla="*/ 0 h 14"/>
                <a:gd name="T2" fmla="*/ 0 w 31"/>
                <a:gd name="T3" fmla="*/ 0 h 14"/>
                <a:gd name="T4" fmla="*/ 0 w 31"/>
                <a:gd name="T5" fmla="*/ 1 h 14"/>
                <a:gd name="T6" fmla="*/ 0 w 31"/>
                <a:gd name="T7" fmla="*/ 12 h 14"/>
                <a:gd name="T8" fmla="*/ 2 w 31"/>
                <a:gd name="T9" fmla="*/ 14 h 14"/>
                <a:gd name="T10" fmla="*/ 29 w 31"/>
                <a:gd name="T11" fmla="*/ 14 h 14"/>
                <a:gd name="T12" fmla="*/ 31 w 31"/>
                <a:gd name="T13" fmla="*/ 12 h 14"/>
                <a:gd name="T14" fmla="*/ 31 w 31"/>
                <a:gd name="T15" fmla="*/ 1 h 14"/>
                <a:gd name="T16" fmla="*/ 31 w 31"/>
                <a:gd name="T17" fmla="*/ 0 h 14"/>
                <a:gd name="T18" fmla="*/ 30 w 31"/>
                <a:gd name="T19" fmla="*/ 0 h 14"/>
                <a:gd name="T20" fmla="*/ 1 w 31"/>
                <a:gd name="T21" fmla="*/ 0 h 14"/>
                <a:gd name="T22" fmla="*/ 4 w 31"/>
                <a:gd name="T23" fmla="*/ 6 h 14"/>
                <a:gd name="T24" fmla="*/ 10 w 31"/>
                <a:gd name="T25" fmla="*/ 6 h 14"/>
                <a:gd name="T26" fmla="*/ 10 w 31"/>
                <a:gd name="T27" fmla="*/ 7 h 14"/>
                <a:gd name="T28" fmla="*/ 4 w 31"/>
                <a:gd name="T29" fmla="*/ 7 h 14"/>
                <a:gd name="T30" fmla="*/ 4 w 31"/>
                <a:gd name="T31" fmla="*/ 6 h 14"/>
                <a:gd name="T32" fmla="*/ 15 w 31"/>
                <a:gd name="T33" fmla="*/ 10 h 14"/>
                <a:gd name="T34" fmla="*/ 4 w 31"/>
                <a:gd name="T35" fmla="*/ 10 h 14"/>
                <a:gd name="T36" fmla="*/ 4 w 31"/>
                <a:gd name="T37" fmla="*/ 9 h 14"/>
                <a:gd name="T38" fmla="*/ 15 w 31"/>
                <a:gd name="T39" fmla="*/ 9 h 14"/>
                <a:gd name="T40" fmla="*/ 15 w 31"/>
                <a:gd name="T41" fmla="*/ 10 h 14"/>
                <a:gd name="T42" fmla="*/ 27 w 31"/>
                <a:gd name="T43" fmla="*/ 9 h 14"/>
                <a:gd name="T44" fmla="*/ 26 w 31"/>
                <a:gd name="T45" fmla="*/ 10 h 14"/>
                <a:gd name="T46" fmla="*/ 24 w 31"/>
                <a:gd name="T47" fmla="*/ 10 h 14"/>
                <a:gd name="T48" fmla="*/ 23 w 31"/>
                <a:gd name="T49" fmla="*/ 9 h 14"/>
                <a:gd name="T50" fmla="*/ 23 w 31"/>
                <a:gd name="T51" fmla="*/ 9 h 14"/>
                <a:gd name="T52" fmla="*/ 24 w 31"/>
                <a:gd name="T53" fmla="*/ 8 h 14"/>
                <a:gd name="T54" fmla="*/ 26 w 31"/>
                <a:gd name="T55" fmla="*/ 8 h 14"/>
                <a:gd name="T56" fmla="*/ 27 w 31"/>
                <a:gd name="T5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" h="14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4"/>
                    <a:pt x="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0" y="14"/>
                    <a:pt x="31" y="13"/>
                    <a:pt x="31" y="12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0" y="0"/>
                    <a:pt x="30" y="0"/>
                    <a:pt x="30" y="0"/>
                  </a:cubicBezTo>
                  <a:lnTo>
                    <a:pt x="1" y="0"/>
                  </a:lnTo>
                  <a:close/>
                  <a:moveTo>
                    <a:pt x="4" y="6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4" y="7"/>
                    <a:pt x="4" y="7"/>
                    <a:pt x="4" y="7"/>
                  </a:cubicBezTo>
                  <a:lnTo>
                    <a:pt x="4" y="6"/>
                  </a:lnTo>
                  <a:close/>
                  <a:moveTo>
                    <a:pt x="15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5" y="9"/>
                    <a:pt x="15" y="9"/>
                    <a:pt x="15" y="9"/>
                  </a:cubicBezTo>
                  <a:lnTo>
                    <a:pt x="15" y="10"/>
                  </a:lnTo>
                  <a:close/>
                  <a:moveTo>
                    <a:pt x="27" y="9"/>
                  </a:moveTo>
                  <a:cubicBezTo>
                    <a:pt x="27" y="10"/>
                    <a:pt x="27" y="10"/>
                    <a:pt x="26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8"/>
                    <a:pt x="23" y="8"/>
                    <a:pt x="24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8"/>
                    <a:pt x="27" y="8"/>
                    <a:pt x="27" y="9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0" name="ïśḷ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DAA8958-9F17-46D1-8C1E-0EDAB7CCECB8}"/>
                </a:ext>
              </a:extLst>
            </p:cNvPr>
            <p:cNvSpPr/>
            <p:nvPr/>
          </p:nvSpPr>
          <p:spPr bwMode="auto">
            <a:xfrm>
              <a:off x="4269810" y="3066589"/>
              <a:ext cx="78178" cy="9772"/>
            </a:xfrm>
            <a:custGeom>
              <a:avLst/>
              <a:gdLst>
                <a:gd name="T0" fmla="*/ 29 w 31"/>
                <a:gd name="T1" fmla="*/ 0 h 4"/>
                <a:gd name="T2" fmla="*/ 2 w 31"/>
                <a:gd name="T3" fmla="*/ 0 h 4"/>
                <a:gd name="T4" fmla="*/ 0 w 31"/>
                <a:gd name="T5" fmla="*/ 2 h 4"/>
                <a:gd name="T6" fmla="*/ 0 w 31"/>
                <a:gd name="T7" fmla="*/ 3 h 4"/>
                <a:gd name="T8" fmla="*/ 0 w 31"/>
                <a:gd name="T9" fmla="*/ 4 h 4"/>
                <a:gd name="T10" fmla="*/ 1 w 31"/>
                <a:gd name="T11" fmla="*/ 4 h 4"/>
                <a:gd name="T12" fmla="*/ 30 w 31"/>
                <a:gd name="T13" fmla="*/ 4 h 4"/>
                <a:gd name="T14" fmla="*/ 31 w 31"/>
                <a:gd name="T15" fmla="*/ 4 h 4"/>
                <a:gd name="T16" fmla="*/ 31 w 31"/>
                <a:gd name="T17" fmla="*/ 3 h 4"/>
                <a:gd name="T18" fmla="*/ 31 w 31"/>
                <a:gd name="T19" fmla="*/ 2 h 4"/>
                <a:gd name="T20" fmla="*/ 29 w 31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4">
                  <a:moveTo>
                    <a:pt x="29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1" y="1"/>
                    <a:pt x="30" y="0"/>
                    <a:pt x="29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1" name="íşḷi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B144F85-5137-4E8A-B1D7-F70DBFCF6179}"/>
                </a:ext>
              </a:extLst>
            </p:cNvPr>
            <p:cNvSpPr/>
            <p:nvPr/>
          </p:nvSpPr>
          <p:spPr bwMode="auto">
            <a:xfrm>
              <a:off x="5496228" y="2576755"/>
              <a:ext cx="162464" cy="68406"/>
            </a:xfrm>
            <a:custGeom>
              <a:avLst/>
              <a:gdLst>
                <a:gd name="T0" fmla="*/ 3 w 64"/>
                <a:gd name="T1" fmla="*/ 0 h 27"/>
                <a:gd name="T2" fmla="*/ 0 w 64"/>
                <a:gd name="T3" fmla="*/ 0 h 27"/>
                <a:gd name="T4" fmla="*/ 0 w 64"/>
                <a:gd name="T5" fmla="*/ 1 h 27"/>
                <a:gd name="T6" fmla="*/ 0 w 64"/>
                <a:gd name="T7" fmla="*/ 24 h 27"/>
                <a:gd name="T8" fmla="*/ 4 w 64"/>
                <a:gd name="T9" fmla="*/ 27 h 27"/>
                <a:gd name="T10" fmla="*/ 61 w 64"/>
                <a:gd name="T11" fmla="*/ 27 h 27"/>
                <a:gd name="T12" fmla="*/ 64 w 64"/>
                <a:gd name="T13" fmla="*/ 24 h 27"/>
                <a:gd name="T14" fmla="*/ 64 w 64"/>
                <a:gd name="T15" fmla="*/ 1 h 27"/>
                <a:gd name="T16" fmla="*/ 64 w 64"/>
                <a:gd name="T17" fmla="*/ 0 h 27"/>
                <a:gd name="T18" fmla="*/ 62 w 64"/>
                <a:gd name="T19" fmla="*/ 0 h 27"/>
                <a:gd name="T20" fmla="*/ 3 w 64"/>
                <a:gd name="T21" fmla="*/ 0 h 27"/>
                <a:gd name="T22" fmla="*/ 7 w 64"/>
                <a:gd name="T23" fmla="*/ 11 h 27"/>
                <a:gd name="T24" fmla="*/ 22 w 64"/>
                <a:gd name="T25" fmla="*/ 11 h 27"/>
                <a:gd name="T26" fmla="*/ 22 w 64"/>
                <a:gd name="T27" fmla="*/ 13 h 27"/>
                <a:gd name="T28" fmla="*/ 7 w 64"/>
                <a:gd name="T29" fmla="*/ 13 h 27"/>
                <a:gd name="T30" fmla="*/ 7 w 64"/>
                <a:gd name="T31" fmla="*/ 11 h 27"/>
                <a:gd name="T32" fmla="*/ 31 w 64"/>
                <a:gd name="T33" fmla="*/ 20 h 27"/>
                <a:gd name="T34" fmla="*/ 7 w 64"/>
                <a:gd name="T35" fmla="*/ 20 h 27"/>
                <a:gd name="T36" fmla="*/ 7 w 64"/>
                <a:gd name="T37" fmla="*/ 18 h 27"/>
                <a:gd name="T38" fmla="*/ 31 w 64"/>
                <a:gd name="T39" fmla="*/ 18 h 27"/>
                <a:gd name="T40" fmla="*/ 31 w 64"/>
                <a:gd name="T41" fmla="*/ 20 h 27"/>
                <a:gd name="T42" fmla="*/ 57 w 64"/>
                <a:gd name="T43" fmla="*/ 18 h 27"/>
                <a:gd name="T44" fmla="*/ 55 w 64"/>
                <a:gd name="T45" fmla="*/ 20 h 27"/>
                <a:gd name="T46" fmla="*/ 50 w 64"/>
                <a:gd name="T47" fmla="*/ 20 h 27"/>
                <a:gd name="T48" fmla="*/ 48 w 64"/>
                <a:gd name="T49" fmla="*/ 18 h 27"/>
                <a:gd name="T50" fmla="*/ 48 w 64"/>
                <a:gd name="T51" fmla="*/ 18 h 27"/>
                <a:gd name="T52" fmla="*/ 50 w 64"/>
                <a:gd name="T53" fmla="*/ 16 h 27"/>
                <a:gd name="T54" fmla="*/ 55 w 64"/>
                <a:gd name="T55" fmla="*/ 16 h 27"/>
                <a:gd name="T56" fmla="*/ 57 w 64"/>
                <a:gd name="T57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27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2" y="27"/>
                    <a:pt x="4" y="27"/>
                  </a:cubicBezTo>
                  <a:cubicBezTo>
                    <a:pt x="61" y="27"/>
                    <a:pt x="61" y="27"/>
                    <a:pt x="61" y="27"/>
                  </a:cubicBezTo>
                  <a:cubicBezTo>
                    <a:pt x="63" y="27"/>
                    <a:pt x="64" y="26"/>
                    <a:pt x="64" y="24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3" y="0"/>
                  </a:lnTo>
                  <a:close/>
                  <a:moveTo>
                    <a:pt x="7" y="11"/>
                  </a:move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7" y="11"/>
                  </a:lnTo>
                  <a:close/>
                  <a:moveTo>
                    <a:pt x="31" y="20"/>
                  </a:moveTo>
                  <a:cubicBezTo>
                    <a:pt x="7" y="20"/>
                    <a:pt x="7" y="20"/>
                    <a:pt x="7" y="20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31" y="18"/>
                    <a:pt x="31" y="18"/>
                    <a:pt x="31" y="18"/>
                  </a:cubicBezTo>
                  <a:lnTo>
                    <a:pt x="31" y="20"/>
                  </a:lnTo>
                  <a:close/>
                  <a:moveTo>
                    <a:pt x="57" y="18"/>
                  </a:moveTo>
                  <a:cubicBezTo>
                    <a:pt x="57" y="19"/>
                    <a:pt x="56" y="20"/>
                    <a:pt x="55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49" y="20"/>
                    <a:pt x="48" y="19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17"/>
                    <a:pt x="49" y="16"/>
                    <a:pt x="50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6" y="16"/>
                    <a:pt x="57" y="17"/>
                    <a:pt x="57" y="1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2" name="išḻi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6D37675-3F4A-4C99-AE9B-1F3AFE5448F5}"/>
                </a:ext>
              </a:extLst>
            </p:cNvPr>
            <p:cNvSpPr/>
            <p:nvPr/>
          </p:nvSpPr>
          <p:spPr bwMode="auto">
            <a:xfrm>
              <a:off x="5496228" y="2538887"/>
              <a:ext cx="162464" cy="20766"/>
            </a:xfrm>
            <a:custGeom>
              <a:avLst/>
              <a:gdLst>
                <a:gd name="T0" fmla="*/ 61 w 64"/>
                <a:gd name="T1" fmla="*/ 0 h 8"/>
                <a:gd name="T2" fmla="*/ 4 w 64"/>
                <a:gd name="T3" fmla="*/ 0 h 8"/>
                <a:gd name="T4" fmla="*/ 0 w 64"/>
                <a:gd name="T5" fmla="*/ 3 h 8"/>
                <a:gd name="T6" fmla="*/ 0 w 64"/>
                <a:gd name="T7" fmla="*/ 7 h 8"/>
                <a:gd name="T8" fmla="*/ 0 w 64"/>
                <a:gd name="T9" fmla="*/ 8 h 8"/>
                <a:gd name="T10" fmla="*/ 3 w 64"/>
                <a:gd name="T11" fmla="*/ 8 h 8"/>
                <a:gd name="T12" fmla="*/ 62 w 64"/>
                <a:gd name="T13" fmla="*/ 8 h 8"/>
                <a:gd name="T14" fmla="*/ 64 w 64"/>
                <a:gd name="T15" fmla="*/ 8 h 8"/>
                <a:gd name="T16" fmla="*/ 64 w 64"/>
                <a:gd name="T17" fmla="*/ 7 h 8"/>
                <a:gd name="T18" fmla="*/ 64 w 64"/>
                <a:gd name="T19" fmla="*/ 3 h 8"/>
                <a:gd name="T20" fmla="*/ 61 w 64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4" h="8">
                  <a:moveTo>
                    <a:pt x="6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4" y="1"/>
                    <a:pt x="63" y="0"/>
                    <a:pt x="61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3" name="işḷi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40D9CF0-6C23-488A-AFC7-15A5CCC10402}"/>
                </a:ext>
              </a:extLst>
            </p:cNvPr>
            <p:cNvSpPr/>
            <p:nvPr/>
          </p:nvSpPr>
          <p:spPr bwMode="auto">
            <a:xfrm>
              <a:off x="5204281" y="4297893"/>
              <a:ext cx="108717" cy="169793"/>
            </a:xfrm>
            <a:custGeom>
              <a:avLst/>
              <a:gdLst>
                <a:gd name="T0" fmla="*/ 20 w 43"/>
                <a:gd name="T1" fmla="*/ 28 h 67"/>
                <a:gd name="T2" fmla="*/ 33 w 43"/>
                <a:gd name="T3" fmla="*/ 28 h 67"/>
                <a:gd name="T4" fmla="*/ 33 w 43"/>
                <a:gd name="T5" fmla="*/ 28 h 67"/>
                <a:gd name="T6" fmla="*/ 38 w 43"/>
                <a:gd name="T7" fmla="*/ 18 h 67"/>
                <a:gd name="T8" fmla="*/ 35 w 43"/>
                <a:gd name="T9" fmla="*/ 9 h 67"/>
                <a:gd name="T10" fmla="*/ 33 w 43"/>
                <a:gd name="T11" fmla="*/ 8 h 67"/>
                <a:gd name="T12" fmla="*/ 23 w 43"/>
                <a:gd name="T13" fmla="*/ 7 h 67"/>
                <a:gd name="T14" fmla="*/ 20 w 43"/>
                <a:gd name="T15" fmla="*/ 8 h 67"/>
                <a:gd name="T16" fmla="*/ 20 w 43"/>
                <a:gd name="T17" fmla="*/ 3 h 67"/>
                <a:gd name="T18" fmla="*/ 22 w 43"/>
                <a:gd name="T19" fmla="*/ 2 h 67"/>
                <a:gd name="T20" fmla="*/ 35 w 43"/>
                <a:gd name="T21" fmla="*/ 3 h 67"/>
                <a:gd name="T22" fmla="*/ 38 w 43"/>
                <a:gd name="T23" fmla="*/ 5 h 67"/>
                <a:gd name="T24" fmla="*/ 43 w 43"/>
                <a:gd name="T25" fmla="*/ 18 h 67"/>
                <a:gd name="T26" fmla="*/ 38 w 43"/>
                <a:gd name="T27" fmla="*/ 30 h 67"/>
                <a:gd name="T28" fmla="*/ 40 w 43"/>
                <a:gd name="T29" fmla="*/ 35 h 67"/>
                <a:gd name="T30" fmla="*/ 40 w 43"/>
                <a:gd name="T31" fmla="*/ 60 h 67"/>
                <a:gd name="T32" fmla="*/ 34 w 43"/>
                <a:gd name="T33" fmla="*/ 67 h 67"/>
                <a:gd name="T34" fmla="*/ 20 w 43"/>
                <a:gd name="T35" fmla="*/ 67 h 67"/>
                <a:gd name="T36" fmla="*/ 20 w 43"/>
                <a:gd name="T37" fmla="*/ 55 h 67"/>
                <a:gd name="T38" fmla="*/ 21 w 43"/>
                <a:gd name="T39" fmla="*/ 55 h 67"/>
                <a:gd name="T40" fmla="*/ 22 w 43"/>
                <a:gd name="T41" fmla="*/ 54 h 67"/>
                <a:gd name="T42" fmla="*/ 22 w 43"/>
                <a:gd name="T43" fmla="*/ 49 h 67"/>
                <a:gd name="T44" fmla="*/ 24 w 43"/>
                <a:gd name="T45" fmla="*/ 45 h 67"/>
                <a:gd name="T46" fmla="*/ 20 w 43"/>
                <a:gd name="T47" fmla="*/ 41 h 67"/>
                <a:gd name="T48" fmla="*/ 20 w 43"/>
                <a:gd name="T49" fmla="*/ 28 h 67"/>
                <a:gd name="T50" fmla="*/ 6 w 43"/>
                <a:gd name="T51" fmla="*/ 28 h 67"/>
                <a:gd name="T52" fmla="*/ 20 w 43"/>
                <a:gd name="T53" fmla="*/ 28 h 67"/>
                <a:gd name="T54" fmla="*/ 20 w 43"/>
                <a:gd name="T55" fmla="*/ 41 h 67"/>
                <a:gd name="T56" fmla="*/ 16 w 43"/>
                <a:gd name="T57" fmla="*/ 45 h 67"/>
                <a:gd name="T58" fmla="*/ 18 w 43"/>
                <a:gd name="T59" fmla="*/ 49 h 67"/>
                <a:gd name="T60" fmla="*/ 18 w 43"/>
                <a:gd name="T61" fmla="*/ 54 h 67"/>
                <a:gd name="T62" fmla="*/ 19 w 43"/>
                <a:gd name="T63" fmla="*/ 55 h 67"/>
                <a:gd name="T64" fmla="*/ 20 w 43"/>
                <a:gd name="T65" fmla="*/ 55 h 67"/>
                <a:gd name="T66" fmla="*/ 20 w 43"/>
                <a:gd name="T67" fmla="*/ 67 h 67"/>
                <a:gd name="T68" fmla="*/ 6 w 43"/>
                <a:gd name="T69" fmla="*/ 67 h 67"/>
                <a:gd name="T70" fmla="*/ 0 w 43"/>
                <a:gd name="T71" fmla="*/ 60 h 67"/>
                <a:gd name="T72" fmla="*/ 0 w 43"/>
                <a:gd name="T73" fmla="*/ 35 h 67"/>
                <a:gd name="T74" fmla="*/ 6 w 43"/>
                <a:gd name="T75" fmla="*/ 28 h 67"/>
                <a:gd name="T76" fmla="*/ 20 w 43"/>
                <a:gd name="T77" fmla="*/ 8 h 67"/>
                <a:gd name="T78" fmla="*/ 15 w 43"/>
                <a:gd name="T79" fmla="*/ 13 h 67"/>
                <a:gd name="T80" fmla="*/ 14 w 43"/>
                <a:gd name="T81" fmla="*/ 15 h 67"/>
                <a:gd name="T82" fmla="*/ 11 w 43"/>
                <a:gd name="T83" fmla="*/ 16 h 67"/>
                <a:gd name="T84" fmla="*/ 10 w 43"/>
                <a:gd name="T85" fmla="*/ 12 h 67"/>
                <a:gd name="T86" fmla="*/ 11 w 43"/>
                <a:gd name="T87" fmla="*/ 11 h 67"/>
                <a:gd name="T88" fmla="*/ 20 w 43"/>
                <a:gd name="T89" fmla="*/ 3 h 67"/>
                <a:gd name="T90" fmla="*/ 20 w 43"/>
                <a:gd name="T91" fmla="*/ 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3" h="67">
                  <a:moveTo>
                    <a:pt x="20" y="28"/>
                  </a:move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6" y="25"/>
                    <a:pt x="38" y="21"/>
                    <a:pt x="38" y="18"/>
                  </a:cubicBezTo>
                  <a:cubicBezTo>
                    <a:pt x="38" y="15"/>
                    <a:pt x="37" y="12"/>
                    <a:pt x="35" y="9"/>
                  </a:cubicBezTo>
                  <a:cubicBezTo>
                    <a:pt x="34" y="8"/>
                    <a:pt x="34" y="8"/>
                    <a:pt x="33" y="8"/>
                  </a:cubicBezTo>
                  <a:cubicBezTo>
                    <a:pt x="30" y="6"/>
                    <a:pt x="26" y="5"/>
                    <a:pt x="23" y="7"/>
                  </a:cubicBezTo>
                  <a:cubicBezTo>
                    <a:pt x="22" y="7"/>
                    <a:pt x="21" y="8"/>
                    <a:pt x="20" y="8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1" y="2"/>
                    <a:pt x="21" y="2"/>
                    <a:pt x="22" y="2"/>
                  </a:cubicBezTo>
                  <a:cubicBezTo>
                    <a:pt x="26" y="0"/>
                    <a:pt x="31" y="1"/>
                    <a:pt x="35" y="3"/>
                  </a:cubicBezTo>
                  <a:cubicBezTo>
                    <a:pt x="37" y="4"/>
                    <a:pt x="37" y="5"/>
                    <a:pt x="38" y="5"/>
                  </a:cubicBezTo>
                  <a:cubicBezTo>
                    <a:pt x="42" y="9"/>
                    <a:pt x="43" y="14"/>
                    <a:pt x="43" y="18"/>
                  </a:cubicBezTo>
                  <a:cubicBezTo>
                    <a:pt x="42" y="22"/>
                    <a:pt x="41" y="26"/>
                    <a:pt x="38" y="30"/>
                  </a:cubicBezTo>
                  <a:cubicBezTo>
                    <a:pt x="39" y="31"/>
                    <a:pt x="40" y="33"/>
                    <a:pt x="40" y="35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0" y="64"/>
                    <a:pt x="37" y="67"/>
                    <a:pt x="34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2" y="55"/>
                    <a:pt x="22" y="54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48"/>
                    <a:pt x="24" y="47"/>
                    <a:pt x="24" y="45"/>
                  </a:cubicBezTo>
                  <a:cubicBezTo>
                    <a:pt x="24" y="43"/>
                    <a:pt x="22" y="41"/>
                    <a:pt x="20" y="41"/>
                  </a:cubicBezTo>
                  <a:lnTo>
                    <a:pt x="20" y="28"/>
                  </a:lnTo>
                  <a:close/>
                  <a:moveTo>
                    <a:pt x="6" y="28"/>
                  </a:moveTo>
                  <a:cubicBezTo>
                    <a:pt x="20" y="28"/>
                    <a:pt x="20" y="28"/>
                    <a:pt x="2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8" y="41"/>
                    <a:pt x="16" y="43"/>
                    <a:pt x="16" y="45"/>
                  </a:cubicBezTo>
                  <a:cubicBezTo>
                    <a:pt x="16" y="47"/>
                    <a:pt x="17" y="48"/>
                    <a:pt x="18" y="49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5"/>
                    <a:pt x="18" y="55"/>
                    <a:pt x="19" y="55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3" y="67"/>
                    <a:pt x="0" y="64"/>
                    <a:pt x="0" y="6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1"/>
                    <a:pt x="3" y="28"/>
                    <a:pt x="6" y="28"/>
                  </a:cubicBezTo>
                  <a:close/>
                  <a:moveTo>
                    <a:pt x="20" y="8"/>
                  </a:moveTo>
                  <a:cubicBezTo>
                    <a:pt x="18" y="10"/>
                    <a:pt x="17" y="11"/>
                    <a:pt x="15" y="13"/>
                  </a:cubicBezTo>
                  <a:cubicBezTo>
                    <a:pt x="15" y="14"/>
                    <a:pt x="15" y="14"/>
                    <a:pt x="14" y="15"/>
                  </a:cubicBezTo>
                  <a:cubicBezTo>
                    <a:pt x="14" y="16"/>
                    <a:pt x="12" y="16"/>
                    <a:pt x="11" y="16"/>
                  </a:cubicBezTo>
                  <a:cubicBezTo>
                    <a:pt x="10" y="15"/>
                    <a:pt x="9" y="14"/>
                    <a:pt x="10" y="12"/>
                  </a:cubicBezTo>
                  <a:cubicBezTo>
                    <a:pt x="10" y="12"/>
                    <a:pt x="11" y="11"/>
                    <a:pt x="11" y="11"/>
                  </a:cubicBezTo>
                  <a:cubicBezTo>
                    <a:pt x="14" y="7"/>
                    <a:pt x="17" y="4"/>
                    <a:pt x="20" y="3"/>
                  </a:cubicBezTo>
                  <a:lnTo>
                    <a:pt x="20" y="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4" name="ïş1î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22D9B38-B2AB-49EE-8755-A94A24CE9B2C}"/>
                </a:ext>
              </a:extLst>
            </p:cNvPr>
            <p:cNvSpPr/>
            <p:nvPr/>
          </p:nvSpPr>
          <p:spPr bwMode="auto">
            <a:xfrm>
              <a:off x="5650141" y="3529550"/>
              <a:ext cx="43975" cy="15880"/>
            </a:xfrm>
            <a:custGeom>
              <a:avLst/>
              <a:gdLst>
                <a:gd name="T0" fmla="*/ 9 w 17"/>
                <a:gd name="T1" fmla="*/ 1 h 6"/>
                <a:gd name="T2" fmla="*/ 0 w 17"/>
                <a:gd name="T3" fmla="*/ 0 h 6"/>
                <a:gd name="T4" fmla="*/ 0 w 17"/>
                <a:gd name="T5" fmla="*/ 3 h 6"/>
                <a:gd name="T6" fmla="*/ 4 w 17"/>
                <a:gd name="T7" fmla="*/ 6 h 6"/>
                <a:gd name="T8" fmla="*/ 13 w 17"/>
                <a:gd name="T9" fmla="*/ 6 h 6"/>
                <a:gd name="T10" fmla="*/ 17 w 17"/>
                <a:gd name="T11" fmla="*/ 3 h 6"/>
                <a:gd name="T12" fmla="*/ 17 w 17"/>
                <a:gd name="T13" fmla="*/ 0 h 6"/>
                <a:gd name="T14" fmla="*/ 9 w 17"/>
                <a:gd name="T15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6">
                  <a:moveTo>
                    <a:pt x="9" y="1"/>
                  </a:moveTo>
                  <a:cubicBezTo>
                    <a:pt x="6" y="1"/>
                    <a:pt x="3" y="1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6"/>
                    <a:pt x="17" y="5"/>
                    <a:pt x="17" y="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4" y="1"/>
                    <a:pt x="12" y="1"/>
                    <a:pt x="9" y="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5" name="íṡ1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C006B2C-8CFC-418A-A6E2-93E85A1529D4}"/>
                </a:ext>
              </a:extLst>
            </p:cNvPr>
            <p:cNvSpPr/>
            <p:nvPr/>
          </p:nvSpPr>
          <p:spPr bwMode="auto">
            <a:xfrm>
              <a:off x="5625710" y="3430605"/>
              <a:ext cx="95280" cy="96501"/>
            </a:xfrm>
            <a:custGeom>
              <a:avLst/>
              <a:gdLst>
                <a:gd name="T0" fmla="*/ 19 w 38"/>
                <a:gd name="T1" fmla="*/ 0 h 38"/>
                <a:gd name="T2" fmla="*/ 0 w 38"/>
                <a:gd name="T3" fmla="*/ 19 h 38"/>
                <a:gd name="T4" fmla="*/ 19 w 38"/>
                <a:gd name="T5" fmla="*/ 38 h 38"/>
                <a:gd name="T6" fmla="*/ 38 w 38"/>
                <a:gd name="T7" fmla="*/ 19 h 38"/>
                <a:gd name="T8" fmla="*/ 19 w 38"/>
                <a:gd name="T9" fmla="*/ 0 h 38"/>
                <a:gd name="T10" fmla="*/ 19 w 38"/>
                <a:gd name="T11" fmla="*/ 33 h 38"/>
                <a:gd name="T12" fmla="*/ 4 w 38"/>
                <a:gd name="T13" fmla="*/ 19 h 38"/>
                <a:gd name="T14" fmla="*/ 19 w 38"/>
                <a:gd name="T15" fmla="*/ 5 h 38"/>
                <a:gd name="T16" fmla="*/ 33 w 38"/>
                <a:gd name="T17" fmla="*/ 19 h 38"/>
                <a:gd name="T18" fmla="*/ 19 w 38"/>
                <a:gd name="T19" fmla="*/ 3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0"/>
                  </a:moveTo>
                  <a:cubicBezTo>
                    <a:pt x="8" y="0"/>
                    <a:pt x="0" y="8"/>
                    <a:pt x="0" y="19"/>
                  </a:cubicBezTo>
                  <a:cubicBezTo>
                    <a:pt x="0" y="29"/>
                    <a:pt x="8" y="38"/>
                    <a:pt x="19" y="38"/>
                  </a:cubicBezTo>
                  <a:cubicBezTo>
                    <a:pt x="29" y="38"/>
                    <a:pt x="38" y="29"/>
                    <a:pt x="38" y="19"/>
                  </a:cubicBezTo>
                  <a:cubicBezTo>
                    <a:pt x="38" y="8"/>
                    <a:pt x="29" y="0"/>
                    <a:pt x="19" y="0"/>
                  </a:cubicBezTo>
                  <a:close/>
                  <a:moveTo>
                    <a:pt x="19" y="33"/>
                  </a:moveTo>
                  <a:cubicBezTo>
                    <a:pt x="11" y="33"/>
                    <a:pt x="4" y="27"/>
                    <a:pt x="4" y="19"/>
                  </a:cubicBezTo>
                  <a:cubicBezTo>
                    <a:pt x="4" y="11"/>
                    <a:pt x="11" y="5"/>
                    <a:pt x="19" y="5"/>
                  </a:cubicBezTo>
                  <a:cubicBezTo>
                    <a:pt x="27" y="5"/>
                    <a:pt x="33" y="11"/>
                    <a:pt x="33" y="19"/>
                  </a:cubicBezTo>
                  <a:cubicBezTo>
                    <a:pt x="33" y="27"/>
                    <a:pt x="27" y="33"/>
                    <a:pt x="19" y="3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6" name="iś1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20FFA17-C252-4424-B138-51B59C662A3E}"/>
                </a:ext>
              </a:extLst>
            </p:cNvPr>
            <p:cNvSpPr/>
            <p:nvPr/>
          </p:nvSpPr>
          <p:spPr bwMode="auto">
            <a:xfrm>
              <a:off x="5658691" y="3479466"/>
              <a:ext cx="29317" cy="35425"/>
            </a:xfrm>
            <a:custGeom>
              <a:avLst/>
              <a:gdLst>
                <a:gd name="T0" fmla="*/ 0 w 24"/>
                <a:gd name="T1" fmla="*/ 29 h 29"/>
                <a:gd name="T2" fmla="*/ 0 w 24"/>
                <a:gd name="T3" fmla="*/ 0 h 29"/>
                <a:gd name="T4" fmla="*/ 10 w 24"/>
                <a:gd name="T5" fmla="*/ 4 h 29"/>
                <a:gd name="T6" fmla="*/ 14 w 24"/>
                <a:gd name="T7" fmla="*/ 0 h 29"/>
                <a:gd name="T8" fmla="*/ 16 w 24"/>
                <a:gd name="T9" fmla="*/ 4 h 29"/>
                <a:gd name="T10" fmla="*/ 24 w 24"/>
                <a:gd name="T11" fmla="*/ 0 h 29"/>
                <a:gd name="T12" fmla="*/ 24 w 24"/>
                <a:gd name="T13" fmla="*/ 29 h 29"/>
                <a:gd name="T14" fmla="*/ 20 w 24"/>
                <a:gd name="T15" fmla="*/ 29 h 29"/>
                <a:gd name="T16" fmla="*/ 20 w 24"/>
                <a:gd name="T17" fmla="*/ 4 h 29"/>
                <a:gd name="T18" fmla="*/ 16 w 24"/>
                <a:gd name="T19" fmla="*/ 10 h 29"/>
                <a:gd name="T20" fmla="*/ 14 w 24"/>
                <a:gd name="T21" fmla="*/ 4 h 29"/>
                <a:gd name="T22" fmla="*/ 10 w 24"/>
                <a:gd name="T23" fmla="*/ 10 h 29"/>
                <a:gd name="T24" fmla="*/ 2 w 24"/>
                <a:gd name="T25" fmla="*/ 4 h 29"/>
                <a:gd name="T26" fmla="*/ 2 w 24"/>
                <a:gd name="T27" fmla="*/ 29 h 29"/>
                <a:gd name="T28" fmla="*/ 0 w 24"/>
                <a:gd name="T2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" h="29">
                  <a:moveTo>
                    <a:pt x="0" y="29"/>
                  </a:moveTo>
                  <a:lnTo>
                    <a:pt x="0" y="0"/>
                  </a:lnTo>
                  <a:lnTo>
                    <a:pt x="10" y="4"/>
                  </a:lnTo>
                  <a:lnTo>
                    <a:pt x="14" y="0"/>
                  </a:lnTo>
                  <a:lnTo>
                    <a:pt x="16" y="4"/>
                  </a:lnTo>
                  <a:lnTo>
                    <a:pt x="24" y="0"/>
                  </a:lnTo>
                  <a:lnTo>
                    <a:pt x="24" y="29"/>
                  </a:lnTo>
                  <a:lnTo>
                    <a:pt x="20" y="29"/>
                  </a:lnTo>
                  <a:lnTo>
                    <a:pt x="20" y="4"/>
                  </a:lnTo>
                  <a:lnTo>
                    <a:pt x="16" y="10"/>
                  </a:lnTo>
                  <a:lnTo>
                    <a:pt x="14" y="4"/>
                  </a:lnTo>
                  <a:lnTo>
                    <a:pt x="10" y="10"/>
                  </a:lnTo>
                  <a:lnTo>
                    <a:pt x="2" y="4"/>
                  </a:lnTo>
                  <a:lnTo>
                    <a:pt x="2" y="29"/>
                  </a:lnTo>
                  <a:lnTo>
                    <a:pt x="0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7" name="ïsľi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AB897EE-C7F2-410A-A68B-A8525EE4553D}"/>
                </a:ext>
              </a:extLst>
            </p:cNvPr>
            <p:cNvSpPr/>
            <p:nvPr/>
          </p:nvSpPr>
          <p:spPr bwMode="auto">
            <a:xfrm>
              <a:off x="5663577" y="3547872"/>
              <a:ext cx="17101" cy="9772"/>
            </a:xfrm>
            <a:custGeom>
              <a:avLst/>
              <a:gdLst>
                <a:gd name="T0" fmla="*/ 4 w 7"/>
                <a:gd name="T1" fmla="*/ 4 h 4"/>
                <a:gd name="T2" fmla="*/ 7 w 7"/>
                <a:gd name="T3" fmla="*/ 0 h 4"/>
                <a:gd name="T4" fmla="*/ 0 w 7"/>
                <a:gd name="T5" fmla="*/ 0 h 4"/>
                <a:gd name="T6" fmla="*/ 4 w 7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4">
                  <a:moveTo>
                    <a:pt x="4" y="4"/>
                  </a:moveTo>
                  <a:cubicBezTo>
                    <a:pt x="6" y="4"/>
                    <a:pt x="7" y="2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2" y="4"/>
                    <a:pt x="4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8" name="îṥḷ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6B3BA38-8168-4CCC-870C-7FD38DC37369}"/>
                </a:ext>
              </a:extLst>
            </p:cNvPr>
            <p:cNvSpPr/>
            <p:nvPr/>
          </p:nvSpPr>
          <p:spPr bwMode="auto">
            <a:xfrm>
              <a:off x="7861114" y="3005512"/>
              <a:ext cx="70849" cy="68406"/>
            </a:xfrm>
            <a:custGeom>
              <a:avLst/>
              <a:gdLst>
                <a:gd name="T0" fmla="*/ 2 w 28"/>
                <a:gd name="T1" fmla="*/ 26 h 27"/>
                <a:gd name="T2" fmla="*/ 5 w 28"/>
                <a:gd name="T3" fmla="*/ 27 h 27"/>
                <a:gd name="T4" fmla="*/ 9 w 28"/>
                <a:gd name="T5" fmla="*/ 25 h 27"/>
                <a:gd name="T6" fmla="*/ 25 w 28"/>
                <a:gd name="T7" fmla="*/ 7 h 27"/>
                <a:gd name="T8" fmla="*/ 27 w 28"/>
                <a:gd name="T9" fmla="*/ 1 h 27"/>
                <a:gd name="T10" fmla="*/ 25 w 28"/>
                <a:gd name="T11" fmla="*/ 0 h 27"/>
                <a:gd name="T12" fmla="*/ 21 w 28"/>
                <a:gd name="T13" fmla="*/ 2 h 27"/>
                <a:gd name="T14" fmla="*/ 3 w 28"/>
                <a:gd name="T15" fmla="*/ 19 h 27"/>
                <a:gd name="T16" fmla="*/ 2 w 28"/>
                <a:gd name="T17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27">
                  <a:moveTo>
                    <a:pt x="2" y="26"/>
                  </a:moveTo>
                  <a:cubicBezTo>
                    <a:pt x="3" y="27"/>
                    <a:pt x="4" y="27"/>
                    <a:pt x="5" y="27"/>
                  </a:cubicBezTo>
                  <a:cubicBezTo>
                    <a:pt x="6" y="27"/>
                    <a:pt x="8" y="26"/>
                    <a:pt x="9" y="25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7" y="5"/>
                    <a:pt x="28" y="2"/>
                    <a:pt x="27" y="1"/>
                  </a:cubicBezTo>
                  <a:cubicBezTo>
                    <a:pt x="26" y="0"/>
                    <a:pt x="26" y="0"/>
                    <a:pt x="25" y="0"/>
                  </a:cubicBezTo>
                  <a:cubicBezTo>
                    <a:pt x="24" y="0"/>
                    <a:pt x="22" y="1"/>
                    <a:pt x="21" y="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0" y="21"/>
                    <a:pt x="0" y="24"/>
                    <a:pt x="2" y="2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9" name="iŝļi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8573EC3-2EAD-40D2-8F66-9A76AD02553D}"/>
                </a:ext>
              </a:extLst>
            </p:cNvPr>
            <p:cNvSpPr/>
            <p:nvPr/>
          </p:nvSpPr>
          <p:spPr bwMode="auto">
            <a:xfrm>
              <a:off x="7769499" y="2974974"/>
              <a:ext cx="127039" cy="149027"/>
            </a:xfrm>
            <a:custGeom>
              <a:avLst/>
              <a:gdLst>
                <a:gd name="T0" fmla="*/ 46 w 50"/>
                <a:gd name="T1" fmla="*/ 38 h 59"/>
                <a:gd name="T2" fmla="*/ 42 w 50"/>
                <a:gd name="T3" fmla="*/ 40 h 59"/>
                <a:gd name="T4" fmla="*/ 43 w 50"/>
                <a:gd name="T5" fmla="*/ 42 h 59"/>
                <a:gd name="T6" fmla="*/ 41 w 50"/>
                <a:gd name="T7" fmla="*/ 45 h 59"/>
                <a:gd name="T8" fmla="*/ 41 w 50"/>
                <a:gd name="T9" fmla="*/ 47 h 59"/>
                <a:gd name="T10" fmla="*/ 35 w 50"/>
                <a:gd name="T11" fmla="*/ 53 h 59"/>
                <a:gd name="T12" fmla="*/ 29 w 50"/>
                <a:gd name="T13" fmla="*/ 50 h 59"/>
                <a:gd name="T14" fmla="*/ 29 w 50"/>
                <a:gd name="T15" fmla="*/ 49 h 59"/>
                <a:gd name="T16" fmla="*/ 18 w 50"/>
                <a:gd name="T17" fmla="*/ 45 h 59"/>
                <a:gd name="T18" fmla="*/ 18 w 50"/>
                <a:gd name="T19" fmla="*/ 44 h 59"/>
                <a:gd name="T20" fmla="*/ 19 w 50"/>
                <a:gd name="T21" fmla="*/ 44 h 59"/>
                <a:gd name="T22" fmla="*/ 20 w 50"/>
                <a:gd name="T23" fmla="*/ 44 h 59"/>
                <a:gd name="T24" fmla="*/ 20 w 50"/>
                <a:gd name="T25" fmla="*/ 44 h 59"/>
                <a:gd name="T26" fmla="*/ 26 w 50"/>
                <a:gd name="T27" fmla="*/ 39 h 59"/>
                <a:gd name="T28" fmla="*/ 34 w 50"/>
                <a:gd name="T29" fmla="*/ 33 h 59"/>
                <a:gd name="T30" fmla="*/ 35 w 50"/>
                <a:gd name="T31" fmla="*/ 33 h 59"/>
                <a:gd name="T32" fmla="*/ 35 w 50"/>
                <a:gd name="T33" fmla="*/ 33 h 59"/>
                <a:gd name="T34" fmla="*/ 36 w 50"/>
                <a:gd name="T35" fmla="*/ 32 h 59"/>
                <a:gd name="T36" fmla="*/ 35 w 50"/>
                <a:gd name="T37" fmla="*/ 27 h 59"/>
                <a:gd name="T38" fmla="*/ 37 w 50"/>
                <a:gd name="T39" fmla="*/ 20 h 59"/>
                <a:gd name="T40" fmla="*/ 36 w 50"/>
                <a:gd name="T41" fmla="*/ 3 h 59"/>
                <a:gd name="T42" fmla="*/ 28 w 50"/>
                <a:gd name="T43" fmla="*/ 0 h 59"/>
                <a:gd name="T44" fmla="*/ 0 w 50"/>
                <a:gd name="T45" fmla="*/ 33 h 59"/>
                <a:gd name="T46" fmla="*/ 29 w 50"/>
                <a:gd name="T47" fmla="*/ 59 h 59"/>
                <a:gd name="T48" fmla="*/ 50 w 50"/>
                <a:gd name="T49" fmla="*/ 48 h 59"/>
                <a:gd name="T50" fmla="*/ 46 w 50"/>
                <a:gd name="T51" fmla="*/ 38 h 59"/>
                <a:gd name="T52" fmla="*/ 26 w 50"/>
                <a:gd name="T53" fmla="*/ 11 h 59"/>
                <a:gd name="T54" fmla="*/ 30 w 50"/>
                <a:gd name="T55" fmla="*/ 15 h 59"/>
                <a:gd name="T56" fmla="*/ 26 w 50"/>
                <a:gd name="T57" fmla="*/ 19 h 59"/>
                <a:gd name="T58" fmla="*/ 22 w 50"/>
                <a:gd name="T59" fmla="*/ 15 h 59"/>
                <a:gd name="T60" fmla="*/ 26 w 50"/>
                <a:gd name="T61" fmla="*/ 11 h 59"/>
                <a:gd name="T62" fmla="*/ 14 w 50"/>
                <a:gd name="T63" fmla="*/ 19 h 59"/>
                <a:gd name="T64" fmla="*/ 19 w 50"/>
                <a:gd name="T65" fmla="*/ 24 h 59"/>
                <a:gd name="T66" fmla="*/ 14 w 50"/>
                <a:gd name="T67" fmla="*/ 29 h 59"/>
                <a:gd name="T68" fmla="*/ 10 w 50"/>
                <a:gd name="T69" fmla="*/ 24 h 59"/>
                <a:gd name="T70" fmla="*/ 14 w 50"/>
                <a:gd name="T71" fmla="*/ 19 h 59"/>
                <a:gd name="T72" fmla="*/ 14 w 50"/>
                <a:gd name="T73" fmla="*/ 46 h 59"/>
                <a:gd name="T74" fmla="*/ 8 w 50"/>
                <a:gd name="T75" fmla="*/ 41 h 59"/>
                <a:gd name="T76" fmla="*/ 14 w 50"/>
                <a:gd name="T77" fmla="*/ 35 h 59"/>
                <a:gd name="T78" fmla="*/ 19 w 50"/>
                <a:gd name="T79" fmla="*/ 41 h 59"/>
                <a:gd name="T80" fmla="*/ 14 w 50"/>
                <a:gd name="T81" fmla="*/ 4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0" h="59">
                  <a:moveTo>
                    <a:pt x="46" y="38"/>
                  </a:moveTo>
                  <a:cubicBezTo>
                    <a:pt x="45" y="39"/>
                    <a:pt x="44" y="40"/>
                    <a:pt x="42" y="40"/>
                  </a:cubicBezTo>
                  <a:cubicBezTo>
                    <a:pt x="43" y="41"/>
                    <a:pt x="43" y="41"/>
                    <a:pt x="43" y="42"/>
                  </a:cubicBezTo>
                  <a:cubicBezTo>
                    <a:pt x="42" y="43"/>
                    <a:pt x="42" y="44"/>
                    <a:pt x="41" y="45"/>
                  </a:cubicBezTo>
                  <a:cubicBezTo>
                    <a:pt x="41" y="46"/>
                    <a:pt x="41" y="46"/>
                    <a:pt x="41" y="47"/>
                  </a:cubicBezTo>
                  <a:cubicBezTo>
                    <a:pt x="41" y="51"/>
                    <a:pt x="39" y="53"/>
                    <a:pt x="35" y="53"/>
                  </a:cubicBezTo>
                  <a:cubicBezTo>
                    <a:pt x="33" y="53"/>
                    <a:pt x="30" y="52"/>
                    <a:pt x="29" y="50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19" y="48"/>
                    <a:pt x="18" y="47"/>
                    <a:pt x="18" y="45"/>
                  </a:cubicBezTo>
                  <a:cubicBezTo>
                    <a:pt x="18" y="45"/>
                    <a:pt x="18" y="45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3" y="44"/>
                    <a:pt x="25" y="43"/>
                    <a:pt x="26" y="39"/>
                  </a:cubicBezTo>
                  <a:cubicBezTo>
                    <a:pt x="28" y="34"/>
                    <a:pt x="32" y="33"/>
                    <a:pt x="34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6" y="33"/>
                    <a:pt x="36" y="33"/>
                    <a:pt x="36" y="32"/>
                  </a:cubicBezTo>
                  <a:cubicBezTo>
                    <a:pt x="35" y="31"/>
                    <a:pt x="35" y="29"/>
                    <a:pt x="35" y="27"/>
                  </a:cubicBezTo>
                  <a:cubicBezTo>
                    <a:pt x="35" y="25"/>
                    <a:pt x="36" y="23"/>
                    <a:pt x="37" y="20"/>
                  </a:cubicBezTo>
                  <a:cubicBezTo>
                    <a:pt x="40" y="13"/>
                    <a:pt x="42" y="8"/>
                    <a:pt x="36" y="3"/>
                  </a:cubicBezTo>
                  <a:cubicBezTo>
                    <a:pt x="33" y="1"/>
                    <a:pt x="31" y="0"/>
                    <a:pt x="28" y="0"/>
                  </a:cubicBezTo>
                  <a:cubicBezTo>
                    <a:pt x="16" y="0"/>
                    <a:pt x="0" y="13"/>
                    <a:pt x="0" y="33"/>
                  </a:cubicBezTo>
                  <a:cubicBezTo>
                    <a:pt x="0" y="52"/>
                    <a:pt x="15" y="59"/>
                    <a:pt x="29" y="59"/>
                  </a:cubicBezTo>
                  <a:cubicBezTo>
                    <a:pt x="40" y="59"/>
                    <a:pt x="50" y="54"/>
                    <a:pt x="50" y="48"/>
                  </a:cubicBezTo>
                  <a:cubicBezTo>
                    <a:pt x="50" y="42"/>
                    <a:pt x="48" y="40"/>
                    <a:pt x="46" y="38"/>
                  </a:cubicBezTo>
                  <a:close/>
                  <a:moveTo>
                    <a:pt x="26" y="11"/>
                  </a:moveTo>
                  <a:cubicBezTo>
                    <a:pt x="28" y="11"/>
                    <a:pt x="30" y="12"/>
                    <a:pt x="30" y="15"/>
                  </a:cubicBezTo>
                  <a:cubicBezTo>
                    <a:pt x="30" y="17"/>
                    <a:pt x="28" y="19"/>
                    <a:pt x="26" y="19"/>
                  </a:cubicBezTo>
                  <a:cubicBezTo>
                    <a:pt x="24" y="19"/>
                    <a:pt x="22" y="17"/>
                    <a:pt x="22" y="15"/>
                  </a:cubicBezTo>
                  <a:cubicBezTo>
                    <a:pt x="22" y="12"/>
                    <a:pt x="24" y="11"/>
                    <a:pt x="26" y="11"/>
                  </a:cubicBezTo>
                  <a:close/>
                  <a:moveTo>
                    <a:pt x="14" y="19"/>
                  </a:moveTo>
                  <a:cubicBezTo>
                    <a:pt x="17" y="19"/>
                    <a:pt x="19" y="21"/>
                    <a:pt x="19" y="24"/>
                  </a:cubicBezTo>
                  <a:cubicBezTo>
                    <a:pt x="19" y="27"/>
                    <a:pt x="17" y="29"/>
                    <a:pt x="14" y="29"/>
                  </a:cubicBezTo>
                  <a:cubicBezTo>
                    <a:pt x="12" y="29"/>
                    <a:pt x="10" y="27"/>
                    <a:pt x="10" y="24"/>
                  </a:cubicBezTo>
                  <a:cubicBezTo>
                    <a:pt x="10" y="21"/>
                    <a:pt x="12" y="19"/>
                    <a:pt x="14" y="19"/>
                  </a:cubicBezTo>
                  <a:close/>
                  <a:moveTo>
                    <a:pt x="14" y="46"/>
                  </a:moveTo>
                  <a:cubicBezTo>
                    <a:pt x="11" y="46"/>
                    <a:pt x="8" y="44"/>
                    <a:pt x="8" y="41"/>
                  </a:cubicBezTo>
                  <a:cubicBezTo>
                    <a:pt x="8" y="38"/>
                    <a:pt x="11" y="35"/>
                    <a:pt x="14" y="35"/>
                  </a:cubicBezTo>
                  <a:cubicBezTo>
                    <a:pt x="17" y="35"/>
                    <a:pt x="19" y="38"/>
                    <a:pt x="19" y="41"/>
                  </a:cubicBezTo>
                  <a:cubicBezTo>
                    <a:pt x="19" y="44"/>
                    <a:pt x="17" y="46"/>
                    <a:pt x="14" y="4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0" name="íṣ1i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8F121F2-6CB3-4C8B-A725-2DFD1C61E9F9}"/>
                </a:ext>
              </a:extLst>
            </p:cNvPr>
            <p:cNvSpPr/>
            <p:nvPr/>
          </p:nvSpPr>
          <p:spPr bwMode="auto">
            <a:xfrm>
              <a:off x="7818360" y="3060481"/>
              <a:ext cx="54969" cy="35425"/>
            </a:xfrm>
            <a:custGeom>
              <a:avLst/>
              <a:gdLst>
                <a:gd name="T0" fmla="*/ 18 w 22"/>
                <a:gd name="T1" fmla="*/ 5 h 14"/>
                <a:gd name="T2" fmla="*/ 16 w 22"/>
                <a:gd name="T3" fmla="*/ 1 h 14"/>
                <a:gd name="T4" fmla="*/ 15 w 22"/>
                <a:gd name="T5" fmla="*/ 0 h 14"/>
                <a:gd name="T6" fmla="*/ 9 w 22"/>
                <a:gd name="T7" fmla="*/ 6 h 14"/>
                <a:gd name="T8" fmla="*/ 1 w 22"/>
                <a:gd name="T9" fmla="*/ 11 h 14"/>
                <a:gd name="T10" fmla="*/ 0 w 22"/>
                <a:gd name="T11" fmla="*/ 11 h 14"/>
                <a:gd name="T12" fmla="*/ 10 w 22"/>
                <a:gd name="T13" fmla="*/ 14 h 14"/>
                <a:gd name="T14" fmla="*/ 12 w 22"/>
                <a:gd name="T15" fmla="*/ 14 h 14"/>
                <a:gd name="T16" fmla="*/ 22 w 22"/>
                <a:gd name="T17" fmla="*/ 7 h 14"/>
                <a:gd name="T18" fmla="*/ 22 w 22"/>
                <a:gd name="T19" fmla="*/ 6 h 14"/>
                <a:gd name="T20" fmla="*/ 18 w 22"/>
                <a:gd name="T21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14">
                  <a:moveTo>
                    <a:pt x="18" y="5"/>
                  </a:moveTo>
                  <a:cubicBezTo>
                    <a:pt x="17" y="4"/>
                    <a:pt x="16" y="3"/>
                    <a:pt x="16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0" y="0"/>
                    <a:pt x="9" y="6"/>
                  </a:cubicBezTo>
                  <a:cubicBezTo>
                    <a:pt x="7" y="11"/>
                    <a:pt x="3" y="11"/>
                    <a:pt x="1" y="11"/>
                  </a:cubicBezTo>
                  <a:cubicBezTo>
                    <a:pt x="1" y="11"/>
                    <a:pt x="0" y="11"/>
                    <a:pt x="0" y="11"/>
                  </a:cubicBezTo>
                  <a:cubicBezTo>
                    <a:pt x="0" y="11"/>
                    <a:pt x="0" y="13"/>
                    <a:pt x="10" y="14"/>
                  </a:cubicBezTo>
                  <a:cubicBezTo>
                    <a:pt x="11" y="14"/>
                    <a:pt x="11" y="14"/>
                    <a:pt x="12" y="14"/>
                  </a:cubicBezTo>
                  <a:cubicBezTo>
                    <a:pt x="20" y="14"/>
                    <a:pt x="22" y="7"/>
                    <a:pt x="22" y="7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6"/>
                    <a:pt x="19" y="6"/>
                    <a:pt x="18" y="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1" name="iSļî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1E290A4-4A8D-4051-9A45-746483450CD7}"/>
                </a:ext>
              </a:extLst>
            </p:cNvPr>
            <p:cNvSpPr/>
            <p:nvPr/>
          </p:nvSpPr>
          <p:spPr bwMode="auto">
            <a:xfrm>
              <a:off x="4010845" y="3595512"/>
              <a:ext cx="53747" cy="25653"/>
            </a:xfrm>
            <a:custGeom>
              <a:avLst/>
              <a:gdLst>
                <a:gd name="T0" fmla="*/ 10 w 21"/>
                <a:gd name="T1" fmla="*/ 3 h 10"/>
                <a:gd name="T2" fmla="*/ 18 w 21"/>
                <a:gd name="T3" fmla="*/ 10 h 10"/>
                <a:gd name="T4" fmla="*/ 18 w 21"/>
                <a:gd name="T5" fmla="*/ 10 h 10"/>
                <a:gd name="T6" fmla="*/ 21 w 21"/>
                <a:gd name="T7" fmla="*/ 9 h 10"/>
                <a:gd name="T8" fmla="*/ 10 w 21"/>
                <a:gd name="T9" fmla="*/ 0 h 10"/>
                <a:gd name="T10" fmla="*/ 0 w 21"/>
                <a:gd name="T11" fmla="*/ 9 h 10"/>
                <a:gd name="T12" fmla="*/ 2 w 21"/>
                <a:gd name="T13" fmla="*/ 10 h 10"/>
                <a:gd name="T14" fmla="*/ 3 w 21"/>
                <a:gd name="T15" fmla="*/ 10 h 10"/>
                <a:gd name="T16" fmla="*/ 10 w 21"/>
                <a:gd name="T1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">
                  <a:moveTo>
                    <a:pt x="10" y="3"/>
                  </a:moveTo>
                  <a:cubicBezTo>
                    <a:pt x="14" y="3"/>
                    <a:pt x="18" y="6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6"/>
                    <a:pt x="6" y="3"/>
                    <a:pt x="10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2" name="ísḻ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EBDACA5-798E-410A-B4EF-884B99160763}"/>
                </a:ext>
              </a:extLst>
            </p:cNvPr>
            <p:cNvSpPr/>
            <p:nvPr/>
          </p:nvSpPr>
          <p:spPr bwMode="auto">
            <a:xfrm>
              <a:off x="3980306" y="3560087"/>
              <a:ext cx="112381" cy="53747"/>
            </a:xfrm>
            <a:custGeom>
              <a:avLst/>
              <a:gdLst>
                <a:gd name="T0" fmla="*/ 22 w 44"/>
                <a:gd name="T1" fmla="*/ 0 h 21"/>
                <a:gd name="T2" fmla="*/ 0 w 44"/>
                <a:gd name="T3" fmla="*/ 19 h 21"/>
                <a:gd name="T4" fmla="*/ 5 w 44"/>
                <a:gd name="T5" fmla="*/ 21 h 21"/>
                <a:gd name="T6" fmla="*/ 6 w 44"/>
                <a:gd name="T7" fmla="*/ 21 h 21"/>
                <a:gd name="T8" fmla="*/ 22 w 44"/>
                <a:gd name="T9" fmla="*/ 6 h 21"/>
                <a:gd name="T10" fmla="*/ 38 w 44"/>
                <a:gd name="T11" fmla="*/ 21 h 21"/>
                <a:gd name="T12" fmla="*/ 38 w 44"/>
                <a:gd name="T13" fmla="*/ 21 h 21"/>
                <a:gd name="T14" fmla="*/ 44 w 44"/>
                <a:gd name="T15" fmla="*/ 18 h 21"/>
                <a:gd name="T16" fmla="*/ 22 w 44"/>
                <a:gd name="T1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21">
                  <a:moveTo>
                    <a:pt x="22" y="0"/>
                  </a:moveTo>
                  <a:cubicBezTo>
                    <a:pt x="11" y="0"/>
                    <a:pt x="1" y="8"/>
                    <a:pt x="0" y="19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13"/>
                    <a:pt x="13" y="6"/>
                    <a:pt x="22" y="6"/>
                  </a:cubicBezTo>
                  <a:cubicBezTo>
                    <a:pt x="30" y="6"/>
                    <a:pt x="37" y="13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3" y="8"/>
                    <a:pt x="33" y="0"/>
                    <a:pt x="22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3" name="íṧ1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31BB12B-E2B9-4639-BD91-E7D563215B44}"/>
                </a:ext>
              </a:extLst>
            </p:cNvPr>
            <p:cNvSpPr/>
            <p:nvPr/>
          </p:nvSpPr>
          <p:spPr bwMode="auto">
            <a:xfrm>
              <a:off x="3939996" y="3512448"/>
              <a:ext cx="197888" cy="92836"/>
            </a:xfrm>
            <a:custGeom>
              <a:avLst/>
              <a:gdLst>
                <a:gd name="T0" fmla="*/ 39 w 78"/>
                <a:gd name="T1" fmla="*/ 0 h 37"/>
                <a:gd name="T2" fmla="*/ 0 w 78"/>
                <a:gd name="T3" fmla="*/ 33 h 37"/>
                <a:gd name="T4" fmla="*/ 9 w 78"/>
                <a:gd name="T5" fmla="*/ 37 h 37"/>
                <a:gd name="T6" fmla="*/ 11 w 78"/>
                <a:gd name="T7" fmla="*/ 37 h 37"/>
                <a:gd name="T8" fmla="*/ 39 w 78"/>
                <a:gd name="T9" fmla="*/ 12 h 37"/>
                <a:gd name="T10" fmla="*/ 67 w 78"/>
                <a:gd name="T11" fmla="*/ 37 h 37"/>
                <a:gd name="T12" fmla="*/ 67 w 78"/>
                <a:gd name="T13" fmla="*/ 37 h 37"/>
                <a:gd name="T14" fmla="*/ 78 w 78"/>
                <a:gd name="T15" fmla="*/ 32 h 37"/>
                <a:gd name="T16" fmla="*/ 39 w 78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37">
                  <a:moveTo>
                    <a:pt x="39" y="0"/>
                  </a:moveTo>
                  <a:cubicBezTo>
                    <a:pt x="19" y="0"/>
                    <a:pt x="3" y="14"/>
                    <a:pt x="0" y="33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2" y="23"/>
                    <a:pt x="24" y="12"/>
                    <a:pt x="39" y="12"/>
                  </a:cubicBezTo>
                  <a:cubicBezTo>
                    <a:pt x="53" y="12"/>
                    <a:pt x="65" y="23"/>
                    <a:pt x="67" y="37"/>
                  </a:cubicBezTo>
                  <a:cubicBezTo>
                    <a:pt x="67" y="37"/>
                    <a:pt x="67" y="37"/>
                    <a:pt x="67" y="37"/>
                  </a:cubicBezTo>
                  <a:cubicBezTo>
                    <a:pt x="78" y="32"/>
                    <a:pt x="78" y="32"/>
                    <a:pt x="78" y="32"/>
                  </a:cubicBezTo>
                  <a:cubicBezTo>
                    <a:pt x="75" y="14"/>
                    <a:pt x="59" y="0"/>
                    <a:pt x="39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4" name="ïs1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E87080B-13F7-4B6B-B518-11E67633665D}"/>
                </a:ext>
              </a:extLst>
            </p:cNvPr>
            <p:cNvSpPr/>
            <p:nvPr/>
          </p:nvSpPr>
          <p:spPr bwMode="auto">
            <a:xfrm>
              <a:off x="4001072" y="3616278"/>
              <a:ext cx="73292" cy="92836"/>
            </a:xfrm>
            <a:custGeom>
              <a:avLst/>
              <a:gdLst>
                <a:gd name="T0" fmla="*/ 25 w 29"/>
                <a:gd name="T1" fmla="*/ 31 h 37"/>
                <a:gd name="T2" fmla="*/ 17 w 29"/>
                <a:gd name="T3" fmla="*/ 31 h 37"/>
                <a:gd name="T4" fmla="*/ 17 w 29"/>
                <a:gd name="T5" fmla="*/ 10 h 37"/>
                <a:gd name="T6" fmla="*/ 20 w 29"/>
                <a:gd name="T7" fmla="*/ 5 h 37"/>
                <a:gd name="T8" fmla="*/ 14 w 29"/>
                <a:gd name="T9" fmla="*/ 0 h 37"/>
                <a:gd name="T10" fmla="*/ 9 w 29"/>
                <a:gd name="T11" fmla="*/ 5 h 37"/>
                <a:gd name="T12" fmla="*/ 12 w 29"/>
                <a:gd name="T13" fmla="*/ 10 h 37"/>
                <a:gd name="T14" fmla="*/ 12 w 29"/>
                <a:gd name="T15" fmla="*/ 31 h 37"/>
                <a:gd name="T16" fmla="*/ 4 w 29"/>
                <a:gd name="T17" fmla="*/ 31 h 37"/>
                <a:gd name="T18" fmla="*/ 0 w 29"/>
                <a:gd name="T19" fmla="*/ 34 h 37"/>
                <a:gd name="T20" fmla="*/ 4 w 29"/>
                <a:gd name="T21" fmla="*/ 37 h 37"/>
                <a:gd name="T22" fmla="*/ 25 w 29"/>
                <a:gd name="T23" fmla="*/ 37 h 37"/>
                <a:gd name="T24" fmla="*/ 29 w 29"/>
                <a:gd name="T25" fmla="*/ 34 h 37"/>
                <a:gd name="T26" fmla="*/ 25 w 29"/>
                <a:gd name="T27" fmla="*/ 3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7">
                  <a:moveTo>
                    <a:pt x="25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8" y="9"/>
                    <a:pt x="20" y="8"/>
                    <a:pt x="20" y="5"/>
                  </a:cubicBezTo>
                  <a:cubicBezTo>
                    <a:pt x="20" y="3"/>
                    <a:pt x="17" y="0"/>
                    <a:pt x="14" y="0"/>
                  </a:cubicBezTo>
                  <a:cubicBezTo>
                    <a:pt x="11" y="0"/>
                    <a:pt x="9" y="3"/>
                    <a:pt x="9" y="5"/>
                  </a:cubicBezTo>
                  <a:cubicBezTo>
                    <a:pt x="9" y="8"/>
                    <a:pt x="10" y="10"/>
                    <a:pt x="12" y="1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2" y="31"/>
                    <a:pt x="0" y="33"/>
                    <a:pt x="0" y="34"/>
                  </a:cubicBezTo>
                  <a:cubicBezTo>
                    <a:pt x="0" y="36"/>
                    <a:pt x="2" y="37"/>
                    <a:pt x="4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7" y="37"/>
                    <a:pt x="29" y="36"/>
                    <a:pt x="29" y="34"/>
                  </a:cubicBezTo>
                  <a:cubicBezTo>
                    <a:pt x="29" y="33"/>
                    <a:pt x="27" y="31"/>
                    <a:pt x="25" y="3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5" name="ïşl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6A8E631-9791-45CE-AA37-DBEB63F83D6C}"/>
                </a:ext>
              </a:extLst>
            </p:cNvPr>
            <p:cNvSpPr/>
            <p:nvPr/>
          </p:nvSpPr>
          <p:spPr bwMode="auto">
            <a:xfrm>
              <a:off x="3437946" y="3043380"/>
              <a:ext cx="37868" cy="37868"/>
            </a:xfrm>
            <a:custGeom>
              <a:avLst/>
              <a:gdLst>
                <a:gd name="T0" fmla="*/ 4 w 31"/>
                <a:gd name="T1" fmla="*/ 0 h 31"/>
                <a:gd name="T2" fmla="*/ 0 w 31"/>
                <a:gd name="T3" fmla="*/ 4 h 31"/>
                <a:gd name="T4" fmla="*/ 27 w 31"/>
                <a:gd name="T5" fmla="*/ 31 h 31"/>
                <a:gd name="T6" fmla="*/ 31 w 31"/>
                <a:gd name="T7" fmla="*/ 27 h 31"/>
                <a:gd name="T8" fmla="*/ 4 w 31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4" y="0"/>
                  </a:moveTo>
                  <a:lnTo>
                    <a:pt x="0" y="4"/>
                  </a:lnTo>
                  <a:lnTo>
                    <a:pt x="27" y="31"/>
                  </a:lnTo>
                  <a:lnTo>
                    <a:pt x="31" y="27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6" name="íṧľï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3326DFC-1752-4AFA-ABE2-268CFB52142E}"/>
                </a:ext>
              </a:extLst>
            </p:cNvPr>
            <p:cNvSpPr/>
            <p:nvPr/>
          </p:nvSpPr>
          <p:spPr bwMode="auto">
            <a:xfrm>
              <a:off x="3341445" y="3131330"/>
              <a:ext cx="45197" cy="46418"/>
            </a:xfrm>
            <a:custGeom>
              <a:avLst/>
              <a:gdLst>
                <a:gd name="T0" fmla="*/ 10 w 37"/>
                <a:gd name="T1" fmla="*/ 0 h 38"/>
                <a:gd name="T2" fmla="*/ 0 w 37"/>
                <a:gd name="T3" fmla="*/ 38 h 38"/>
                <a:gd name="T4" fmla="*/ 37 w 37"/>
                <a:gd name="T5" fmla="*/ 27 h 38"/>
                <a:gd name="T6" fmla="*/ 10 w 37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38">
                  <a:moveTo>
                    <a:pt x="10" y="0"/>
                  </a:moveTo>
                  <a:lnTo>
                    <a:pt x="0" y="38"/>
                  </a:lnTo>
                  <a:lnTo>
                    <a:pt x="37" y="27"/>
                  </a:lnTo>
                  <a:lnTo>
                    <a:pt x="1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7" name="î$ļî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2250977-EEE9-42C2-8E3D-B591C56FEFB7}"/>
                </a:ext>
              </a:extLst>
            </p:cNvPr>
            <p:cNvSpPr/>
            <p:nvPr/>
          </p:nvSpPr>
          <p:spPr bwMode="auto">
            <a:xfrm>
              <a:off x="3356104" y="3050709"/>
              <a:ext cx="111160" cy="111160"/>
            </a:xfrm>
            <a:custGeom>
              <a:avLst/>
              <a:gdLst>
                <a:gd name="T0" fmla="*/ 0 w 44"/>
                <a:gd name="T1" fmla="*/ 31 h 44"/>
                <a:gd name="T2" fmla="*/ 13 w 44"/>
                <a:gd name="T3" fmla="*/ 44 h 44"/>
                <a:gd name="T4" fmla="*/ 44 w 44"/>
                <a:gd name="T5" fmla="*/ 13 h 44"/>
                <a:gd name="T6" fmla="*/ 31 w 44"/>
                <a:gd name="T7" fmla="*/ 0 h 44"/>
                <a:gd name="T8" fmla="*/ 0 w 44"/>
                <a:gd name="T9" fmla="*/ 31 h 44"/>
                <a:gd name="T10" fmla="*/ 11 w 44"/>
                <a:gd name="T11" fmla="*/ 23 h 44"/>
                <a:gd name="T12" fmla="*/ 27 w 44"/>
                <a:gd name="T13" fmla="*/ 7 h 44"/>
                <a:gd name="T14" fmla="*/ 29 w 44"/>
                <a:gd name="T15" fmla="*/ 7 h 44"/>
                <a:gd name="T16" fmla="*/ 28 w 44"/>
                <a:gd name="T17" fmla="*/ 9 h 44"/>
                <a:gd name="T18" fmla="*/ 12 w 44"/>
                <a:gd name="T19" fmla="*/ 25 h 44"/>
                <a:gd name="T20" fmla="*/ 10 w 44"/>
                <a:gd name="T21" fmla="*/ 25 h 44"/>
                <a:gd name="T22" fmla="*/ 11 w 44"/>
                <a:gd name="T23" fmla="*/ 23 h 44"/>
                <a:gd name="T24" fmla="*/ 37 w 44"/>
                <a:gd name="T25" fmla="*/ 17 h 44"/>
                <a:gd name="T26" fmla="*/ 21 w 44"/>
                <a:gd name="T27" fmla="*/ 33 h 44"/>
                <a:gd name="T28" fmla="*/ 19 w 44"/>
                <a:gd name="T29" fmla="*/ 33 h 44"/>
                <a:gd name="T30" fmla="*/ 19 w 44"/>
                <a:gd name="T31" fmla="*/ 31 h 44"/>
                <a:gd name="T32" fmla="*/ 35 w 44"/>
                <a:gd name="T33" fmla="*/ 15 h 44"/>
                <a:gd name="T34" fmla="*/ 37 w 44"/>
                <a:gd name="T35" fmla="*/ 15 h 44"/>
                <a:gd name="T36" fmla="*/ 37 w 44"/>
                <a:gd name="T37" fmla="*/ 17 h 44"/>
                <a:gd name="T38" fmla="*/ 36 w 44"/>
                <a:gd name="T39" fmla="*/ 8 h 44"/>
                <a:gd name="T40" fmla="*/ 36 w 44"/>
                <a:gd name="T41" fmla="*/ 11 h 44"/>
                <a:gd name="T42" fmla="*/ 12 w 44"/>
                <a:gd name="T43" fmla="*/ 35 h 44"/>
                <a:gd name="T44" fmla="*/ 9 w 44"/>
                <a:gd name="T45" fmla="*/ 35 h 44"/>
                <a:gd name="T46" fmla="*/ 9 w 44"/>
                <a:gd name="T47" fmla="*/ 31 h 44"/>
                <a:gd name="T48" fmla="*/ 33 w 44"/>
                <a:gd name="T49" fmla="*/ 8 h 44"/>
                <a:gd name="T50" fmla="*/ 36 w 44"/>
                <a:gd name="T51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4" h="44">
                  <a:moveTo>
                    <a:pt x="0" y="31"/>
                  </a:moveTo>
                  <a:cubicBezTo>
                    <a:pt x="13" y="44"/>
                    <a:pt x="13" y="44"/>
                    <a:pt x="13" y="4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31" y="0"/>
                    <a:pt x="31" y="0"/>
                    <a:pt x="31" y="0"/>
                  </a:cubicBezTo>
                  <a:lnTo>
                    <a:pt x="0" y="31"/>
                  </a:lnTo>
                  <a:close/>
                  <a:moveTo>
                    <a:pt x="11" y="23"/>
                  </a:move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8" y="7"/>
                    <a:pt x="29" y="7"/>
                  </a:cubicBezTo>
                  <a:cubicBezTo>
                    <a:pt x="29" y="8"/>
                    <a:pt x="29" y="8"/>
                    <a:pt x="28" y="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6"/>
                    <a:pt x="11" y="26"/>
                    <a:pt x="10" y="25"/>
                  </a:cubicBezTo>
                  <a:cubicBezTo>
                    <a:pt x="10" y="25"/>
                    <a:pt x="10" y="24"/>
                    <a:pt x="11" y="23"/>
                  </a:cubicBezTo>
                  <a:close/>
                  <a:moveTo>
                    <a:pt x="37" y="17"/>
                  </a:moveTo>
                  <a:cubicBezTo>
                    <a:pt x="21" y="33"/>
                    <a:pt x="21" y="33"/>
                    <a:pt x="21" y="33"/>
                  </a:cubicBezTo>
                  <a:cubicBezTo>
                    <a:pt x="20" y="34"/>
                    <a:pt x="19" y="34"/>
                    <a:pt x="19" y="33"/>
                  </a:cubicBezTo>
                  <a:cubicBezTo>
                    <a:pt x="18" y="33"/>
                    <a:pt x="18" y="32"/>
                    <a:pt x="19" y="31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6" y="15"/>
                    <a:pt x="36" y="15"/>
                    <a:pt x="37" y="15"/>
                  </a:cubicBezTo>
                  <a:cubicBezTo>
                    <a:pt x="37" y="16"/>
                    <a:pt x="37" y="16"/>
                    <a:pt x="37" y="17"/>
                  </a:cubicBezTo>
                  <a:close/>
                  <a:moveTo>
                    <a:pt x="36" y="8"/>
                  </a:moveTo>
                  <a:cubicBezTo>
                    <a:pt x="37" y="9"/>
                    <a:pt x="37" y="10"/>
                    <a:pt x="36" y="11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6"/>
                    <a:pt x="10" y="35"/>
                    <a:pt x="9" y="35"/>
                  </a:cubicBezTo>
                  <a:cubicBezTo>
                    <a:pt x="8" y="34"/>
                    <a:pt x="8" y="32"/>
                    <a:pt x="9" y="3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7"/>
                    <a:pt x="35" y="7"/>
                    <a:pt x="36" y="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8" name="îšľ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33D4C9D-216F-43F1-9B76-49FF854ED7A6}"/>
                </a:ext>
              </a:extLst>
            </p:cNvPr>
            <p:cNvSpPr/>
            <p:nvPr/>
          </p:nvSpPr>
          <p:spPr bwMode="auto">
            <a:xfrm>
              <a:off x="3299913" y="3069032"/>
              <a:ext cx="134369" cy="141698"/>
            </a:xfrm>
            <a:custGeom>
              <a:avLst/>
              <a:gdLst>
                <a:gd name="T0" fmla="*/ 47 w 53"/>
                <a:gd name="T1" fmla="*/ 46 h 56"/>
                <a:gd name="T2" fmla="*/ 43 w 53"/>
                <a:gd name="T3" fmla="*/ 50 h 56"/>
                <a:gd name="T4" fmla="*/ 10 w 53"/>
                <a:gd name="T5" fmla="*/ 50 h 56"/>
                <a:gd name="T6" fmla="*/ 5 w 53"/>
                <a:gd name="T7" fmla="*/ 46 h 56"/>
                <a:gd name="T8" fmla="*/ 5 w 53"/>
                <a:gd name="T9" fmla="*/ 10 h 56"/>
                <a:gd name="T10" fmla="*/ 10 w 53"/>
                <a:gd name="T11" fmla="*/ 5 h 56"/>
                <a:gd name="T12" fmla="*/ 39 w 53"/>
                <a:gd name="T13" fmla="*/ 5 h 56"/>
                <a:gd name="T14" fmla="*/ 45 w 53"/>
                <a:gd name="T15" fmla="*/ 0 h 56"/>
                <a:gd name="T16" fmla="*/ 5 w 53"/>
                <a:gd name="T17" fmla="*/ 0 h 56"/>
                <a:gd name="T18" fmla="*/ 0 w 53"/>
                <a:gd name="T19" fmla="*/ 6 h 56"/>
                <a:gd name="T20" fmla="*/ 0 w 53"/>
                <a:gd name="T21" fmla="*/ 51 h 56"/>
                <a:gd name="T22" fmla="*/ 5 w 53"/>
                <a:gd name="T23" fmla="*/ 56 h 56"/>
                <a:gd name="T24" fmla="*/ 47 w 53"/>
                <a:gd name="T25" fmla="*/ 56 h 56"/>
                <a:gd name="T26" fmla="*/ 53 w 53"/>
                <a:gd name="T27" fmla="*/ 51 h 56"/>
                <a:gd name="T28" fmla="*/ 53 w 53"/>
                <a:gd name="T29" fmla="*/ 20 h 56"/>
                <a:gd name="T30" fmla="*/ 47 w 53"/>
                <a:gd name="T31" fmla="*/ 25 h 56"/>
                <a:gd name="T32" fmla="*/ 47 w 53"/>
                <a:gd name="T33" fmla="*/ 4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56">
                  <a:moveTo>
                    <a:pt x="47" y="46"/>
                  </a:moveTo>
                  <a:cubicBezTo>
                    <a:pt x="47" y="48"/>
                    <a:pt x="45" y="50"/>
                    <a:pt x="43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7" y="50"/>
                    <a:pt x="5" y="48"/>
                    <a:pt x="5" y="46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7"/>
                    <a:pt x="7" y="5"/>
                    <a:pt x="10" y="5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2" y="56"/>
                    <a:pt x="5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50" y="56"/>
                    <a:pt x="53" y="54"/>
                    <a:pt x="53" y="51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47" y="25"/>
                    <a:pt x="47" y="25"/>
                    <a:pt x="47" y="25"/>
                  </a:cubicBezTo>
                  <a:lnTo>
                    <a:pt x="47" y="4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9" name="ïṥļï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ACB01B5-08A8-4E90-A13F-DD975B108367}"/>
                </a:ext>
              </a:extLst>
            </p:cNvPr>
            <p:cNvSpPr/>
            <p:nvPr/>
          </p:nvSpPr>
          <p:spPr bwMode="auto">
            <a:xfrm>
              <a:off x="4498236" y="3033608"/>
              <a:ext cx="70849" cy="123375"/>
            </a:xfrm>
            <a:custGeom>
              <a:avLst/>
              <a:gdLst>
                <a:gd name="T0" fmla="*/ 10 w 28"/>
                <a:gd name="T1" fmla="*/ 29 h 49"/>
                <a:gd name="T2" fmla="*/ 8 w 28"/>
                <a:gd name="T3" fmla="*/ 32 h 49"/>
                <a:gd name="T4" fmla="*/ 5 w 28"/>
                <a:gd name="T5" fmla="*/ 29 h 49"/>
                <a:gd name="T6" fmla="*/ 5 w 28"/>
                <a:gd name="T7" fmla="*/ 13 h 49"/>
                <a:gd name="T8" fmla="*/ 0 w 28"/>
                <a:gd name="T9" fmla="*/ 16 h 49"/>
                <a:gd name="T10" fmla="*/ 0 w 28"/>
                <a:gd name="T11" fmla="*/ 49 h 49"/>
                <a:gd name="T12" fmla="*/ 28 w 28"/>
                <a:gd name="T13" fmla="*/ 49 h 49"/>
                <a:gd name="T14" fmla="*/ 28 w 28"/>
                <a:gd name="T15" fmla="*/ 0 h 49"/>
                <a:gd name="T16" fmla="*/ 10 w 28"/>
                <a:gd name="T17" fmla="*/ 10 h 49"/>
                <a:gd name="T18" fmla="*/ 10 w 28"/>
                <a:gd name="T19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9">
                  <a:moveTo>
                    <a:pt x="10" y="29"/>
                  </a:moveTo>
                  <a:cubicBezTo>
                    <a:pt x="10" y="31"/>
                    <a:pt x="9" y="32"/>
                    <a:pt x="8" y="32"/>
                  </a:cubicBezTo>
                  <a:cubicBezTo>
                    <a:pt x="6" y="32"/>
                    <a:pt x="5" y="31"/>
                    <a:pt x="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0" y="10"/>
                    <a:pt x="10" y="10"/>
                    <a:pt x="10" y="10"/>
                  </a:cubicBezTo>
                  <a:lnTo>
                    <a:pt x="10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0" name="íṥ1iḑ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C77B55C-83D9-4D84-8CA3-A5C5065A0561}"/>
                </a:ext>
              </a:extLst>
            </p:cNvPr>
            <p:cNvSpPr/>
            <p:nvPr/>
          </p:nvSpPr>
          <p:spPr bwMode="auto">
            <a:xfrm>
              <a:off x="4472584" y="2946878"/>
              <a:ext cx="122153" cy="240642"/>
            </a:xfrm>
            <a:custGeom>
              <a:avLst/>
              <a:gdLst>
                <a:gd name="T0" fmla="*/ 38 w 48"/>
                <a:gd name="T1" fmla="*/ 7 h 95"/>
                <a:gd name="T2" fmla="*/ 36 w 48"/>
                <a:gd name="T3" fmla="*/ 7 h 95"/>
                <a:gd name="T4" fmla="*/ 36 w 48"/>
                <a:gd name="T5" fmla="*/ 7 h 95"/>
                <a:gd name="T6" fmla="*/ 36 w 48"/>
                <a:gd name="T7" fmla="*/ 6 h 95"/>
                <a:gd name="T8" fmla="*/ 31 w 48"/>
                <a:gd name="T9" fmla="*/ 0 h 95"/>
                <a:gd name="T10" fmla="*/ 18 w 48"/>
                <a:gd name="T11" fmla="*/ 0 h 95"/>
                <a:gd name="T12" fmla="*/ 13 w 48"/>
                <a:gd name="T13" fmla="*/ 5 h 95"/>
                <a:gd name="T14" fmla="*/ 32 w 48"/>
                <a:gd name="T15" fmla="*/ 5 h 95"/>
                <a:gd name="T16" fmla="*/ 32 w 48"/>
                <a:gd name="T17" fmla="*/ 7 h 95"/>
                <a:gd name="T18" fmla="*/ 9 w 48"/>
                <a:gd name="T19" fmla="*/ 7 h 95"/>
                <a:gd name="T20" fmla="*/ 0 w 48"/>
                <a:gd name="T21" fmla="*/ 17 h 95"/>
                <a:gd name="T22" fmla="*/ 0 w 48"/>
                <a:gd name="T23" fmla="*/ 85 h 95"/>
                <a:gd name="T24" fmla="*/ 10 w 48"/>
                <a:gd name="T25" fmla="*/ 95 h 95"/>
                <a:gd name="T26" fmla="*/ 38 w 48"/>
                <a:gd name="T27" fmla="*/ 95 h 95"/>
                <a:gd name="T28" fmla="*/ 48 w 48"/>
                <a:gd name="T29" fmla="*/ 85 h 95"/>
                <a:gd name="T30" fmla="*/ 48 w 48"/>
                <a:gd name="T31" fmla="*/ 17 h 95"/>
                <a:gd name="T32" fmla="*/ 38 w 48"/>
                <a:gd name="T33" fmla="*/ 7 h 95"/>
                <a:gd name="T34" fmla="*/ 42 w 48"/>
                <a:gd name="T35" fmla="*/ 85 h 95"/>
                <a:gd name="T36" fmla="*/ 38 w 48"/>
                <a:gd name="T37" fmla="*/ 89 h 95"/>
                <a:gd name="T38" fmla="*/ 10 w 48"/>
                <a:gd name="T39" fmla="*/ 89 h 95"/>
                <a:gd name="T40" fmla="*/ 6 w 48"/>
                <a:gd name="T41" fmla="*/ 85 h 95"/>
                <a:gd name="T42" fmla="*/ 6 w 48"/>
                <a:gd name="T43" fmla="*/ 17 h 95"/>
                <a:gd name="T44" fmla="*/ 10 w 48"/>
                <a:gd name="T45" fmla="*/ 13 h 95"/>
                <a:gd name="T46" fmla="*/ 38 w 48"/>
                <a:gd name="T47" fmla="*/ 13 h 95"/>
                <a:gd name="T48" fmla="*/ 42 w 48"/>
                <a:gd name="T49" fmla="*/ 17 h 95"/>
                <a:gd name="T50" fmla="*/ 42 w 48"/>
                <a:gd name="T51" fmla="*/ 8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" h="95">
                  <a:moveTo>
                    <a:pt x="38" y="7"/>
                  </a:move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3"/>
                    <a:pt x="34" y="0"/>
                    <a:pt x="3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0"/>
                    <a:pt x="13" y="2"/>
                    <a:pt x="13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4" y="8"/>
                    <a:pt x="0" y="12"/>
                    <a:pt x="0" y="1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0"/>
                    <a:pt x="5" y="95"/>
                    <a:pt x="10" y="95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43" y="95"/>
                    <a:pt x="48" y="90"/>
                    <a:pt x="48" y="85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2"/>
                    <a:pt x="43" y="7"/>
                    <a:pt x="38" y="7"/>
                  </a:cubicBezTo>
                  <a:close/>
                  <a:moveTo>
                    <a:pt x="42" y="85"/>
                  </a:moveTo>
                  <a:cubicBezTo>
                    <a:pt x="42" y="87"/>
                    <a:pt x="40" y="89"/>
                    <a:pt x="38" y="89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8" y="89"/>
                    <a:pt x="6" y="87"/>
                    <a:pt x="6" y="8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5"/>
                    <a:pt x="8" y="13"/>
                    <a:pt x="10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42" y="15"/>
                    <a:pt x="42" y="17"/>
                  </a:cubicBezTo>
                  <a:lnTo>
                    <a:pt x="42" y="8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1" name="ïṩļ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83615D4-885A-42BB-827A-0044A37CC1EF}"/>
                </a:ext>
              </a:extLst>
            </p:cNvPr>
            <p:cNvSpPr/>
            <p:nvPr/>
          </p:nvSpPr>
          <p:spPr bwMode="auto">
            <a:xfrm>
              <a:off x="3607739" y="2994519"/>
              <a:ext cx="146584" cy="185673"/>
            </a:xfrm>
            <a:custGeom>
              <a:avLst/>
              <a:gdLst>
                <a:gd name="T0" fmla="*/ 53 w 58"/>
                <a:gd name="T1" fmla="*/ 0 h 73"/>
                <a:gd name="T2" fmla="*/ 51 w 58"/>
                <a:gd name="T3" fmla="*/ 0 h 73"/>
                <a:gd name="T4" fmla="*/ 51 w 58"/>
                <a:gd name="T5" fmla="*/ 61 h 73"/>
                <a:gd name="T6" fmla="*/ 7 w 58"/>
                <a:gd name="T7" fmla="*/ 61 h 73"/>
                <a:gd name="T8" fmla="*/ 7 w 58"/>
                <a:gd name="T9" fmla="*/ 0 h 73"/>
                <a:gd name="T10" fmla="*/ 5 w 58"/>
                <a:gd name="T11" fmla="*/ 0 h 73"/>
                <a:gd name="T12" fmla="*/ 0 w 58"/>
                <a:gd name="T13" fmla="*/ 5 h 73"/>
                <a:gd name="T14" fmla="*/ 0 w 58"/>
                <a:gd name="T15" fmla="*/ 68 h 73"/>
                <a:gd name="T16" fmla="*/ 5 w 58"/>
                <a:gd name="T17" fmla="*/ 73 h 73"/>
                <a:gd name="T18" fmla="*/ 53 w 58"/>
                <a:gd name="T19" fmla="*/ 73 h 73"/>
                <a:gd name="T20" fmla="*/ 58 w 58"/>
                <a:gd name="T21" fmla="*/ 68 h 73"/>
                <a:gd name="T22" fmla="*/ 58 w 58"/>
                <a:gd name="T23" fmla="*/ 5 h 73"/>
                <a:gd name="T24" fmla="*/ 53 w 58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" h="73">
                  <a:moveTo>
                    <a:pt x="53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51" y="61"/>
                    <a:pt x="51" y="61"/>
                    <a:pt x="51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1"/>
                    <a:pt x="2" y="73"/>
                    <a:pt x="5" y="73"/>
                  </a:cubicBezTo>
                  <a:cubicBezTo>
                    <a:pt x="53" y="73"/>
                    <a:pt x="53" y="73"/>
                    <a:pt x="53" y="73"/>
                  </a:cubicBezTo>
                  <a:cubicBezTo>
                    <a:pt x="55" y="73"/>
                    <a:pt x="58" y="71"/>
                    <a:pt x="58" y="68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2"/>
                    <a:pt x="55" y="0"/>
                    <a:pt x="53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2" name="iśḻi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99358CD-171D-44F4-9C2C-C1A3388EF771}"/>
                </a:ext>
              </a:extLst>
            </p:cNvPr>
            <p:cNvSpPr/>
            <p:nvPr/>
          </p:nvSpPr>
          <p:spPr bwMode="auto">
            <a:xfrm>
              <a:off x="3648049" y="2970088"/>
              <a:ext cx="65963" cy="42754"/>
            </a:xfrm>
            <a:custGeom>
              <a:avLst/>
              <a:gdLst>
                <a:gd name="T0" fmla="*/ 21 w 26"/>
                <a:gd name="T1" fmla="*/ 8 h 17"/>
                <a:gd name="T2" fmla="*/ 21 w 26"/>
                <a:gd name="T3" fmla="*/ 8 h 17"/>
                <a:gd name="T4" fmla="*/ 13 w 26"/>
                <a:gd name="T5" fmla="*/ 0 h 17"/>
                <a:gd name="T6" fmla="*/ 5 w 26"/>
                <a:gd name="T7" fmla="*/ 8 h 17"/>
                <a:gd name="T8" fmla="*/ 5 w 26"/>
                <a:gd name="T9" fmla="*/ 8 h 17"/>
                <a:gd name="T10" fmla="*/ 0 w 26"/>
                <a:gd name="T11" fmla="*/ 8 h 17"/>
                <a:gd name="T12" fmla="*/ 0 w 26"/>
                <a:gd name="T13" fmla="*/ 14 h 17"/>
                <a:gd name="T14" fmla="*/ 4 w 26"/>
                <a:gd name="T15" fmla="*/ 17 h 17"/>
                <a:gd name="T16" fmla="*/ 22 w 26"/>
                <a:gd name="T17" fmla="*/ 17 h 17"/>
                <a:gd name="T18" fmla="*/ 26 w 26"/>
                <a:gd name="T19" fmla="*/ 14 h 17"/>
                <a:gd name="T20" fmla="*/ 26 w 26"/>
                <a:gd name="T21" fmla="*/ 8 h 17"/>
                <a:gd name="T22" fmla="*/ 21 w 26"/>
                <a:gd name="T23" fmla="*/ 8 h 17"/>
                <a:gd name="T24" fmla="*/ 13 w 26"/>
                <a:gd name="T25" fmla="*/ 3 h 17"/>
                <a:gd name="T26" fmla="*/ 16 w 26"/>
                <a:gd name="T27" fmla="*/ 5 h 17"/>
                <a:gd name="T28" fmla="*/ 13 w 26"/>
                <a:gd name="T29" fmla="*/ 8 h 17"/>
                <a:gd name="T30" fmla="*/ 10 w 26"/>
                <a:gd name="T31" fmla="*/ 5 h 17"/>
                <a:gd name="T32" fmla="*/ 13 w 26"/>
                <a:gd name="T33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" h="17">
                  <a:moveTo>
                    <a:pt x="21" y="8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21" y="3"/>
                    <a:pt x="17" y="0"/>
                    <a:pt x="13" y="0"/>
                  </a:cubicBezTo>
                  <a:cubicBezTo>
                    <a:pt x="9" y="0"/>
                    <a:pt x="5" y="3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2" y="17"/>
                    <a:pt x="4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4" y="17"/>
                    <a:pt x="26" y="16"/>
                    <a:pt x="26" y="14"/>
                  </a:cubicBezTo>
                  <a:cubicBezTo>
                    <a:pt x="26" y="8"/>
                    <a:pt x="26" y="8"/>
                    <a:pt x="26" y="8"/>
                  </a:cubicBezTo>
                  <a:lnTo>
                    <a:pt x="21" y="8"/>
                  </a:lnTo>
                  <a:close/>
                  <a:moveTo>
                    <a:pt x="13" y="3"/>
                  </a:moveTo>
                  <a:cubicBezTo>
                    <a:pt x="14" y="3"/>
                    <a:pt x="16" y="4"/>
                    <a:pt x="16" y="5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1" y="8"/>
                    <a:pt x="10" y="7"/>
                    <a:pt x="10" y="5"/>
                  </a:cubicBezTo>
                  <a:cubicBezTo>
                    <a:pt x="10" y="4"/>
                    <a:pt x="11" y="3"/>
                    <a:pt x="13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3" name="îṡlï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E5257D3-8229-4ADF-8F24-0BF5E85FC50F}"/>
                </a:ext>
              </a:extLst>
            </p:cNvPr>
            <p:cNvSpPr/>
            <p:nvPr/>
          </p:nvSpPr>
          <p:spPr bwMode="auto">
            <a:xfrm>
              <a:off x="3638277" y="3033608"/>
              <a:ext cx="85507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4" name="iş1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A37146B-10B3-402D-92C6-FA2BA1789945}"/>
                </a:ext>
              </a:extLst>
            </p:cNvPr>
            <p:cNvSpPr/>
            <p:nvPr/>
          </p:nvSpPr>
          <p:spPr bwMode="auto">
            <a:xfrm>
              <a:off x="3638277" y="3048266"/>
              <a:ext cx="85507" cy="732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5" name="îṩḷï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BACB16A-0CC2-4CB4-AC36-4E0238CA6A4D}"/>
                </a:ext>
              </a:extLst>
            </p:cNvPr>
            <p:cNvSpPr/>
            <p:nvPr/>
          </p:nvSpPr>
          <p:spPr bwMode="auto">
            <a:xfrm>
              <a:off x="3638277" y="3066589"/>
              <a:ext cx="52526" cy="4886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6" name="îṡļî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D6848F5-FB78-4363-AE52-9D538A6F42D8}"/>
                </a:ext>
              </a:extLst>
            </p:cNvPr>
            <p:cNvSpPr/>
            <p:nvPr/>
          </p:nvSpPr>
          <p:spPr bwMode="auto">
            <a:xfrm>
              <a:off x="4010845" y="3255926"/>
              <a:ext cx="202774" cy="210104"/>
            </a:xfrm>
            <a:custGeom>
              <a:avLst/>
              <a:gdLst>
                <a:gd name="T0" fmla="*/ 80 w 80"/>
                <a:gd name="T1" fmla="*/ 46 h 83"/>
                <a:gd name="T2" fmla="*/ 73 w 80"/>
                <a:gd name="T3" fmla="*/ 38 h 83"/>
                <a:gd name="T4" fmla="*/ 74 w 80"/>
                <a:gd name="T5" fmla="*/ 33 h 83"/>
                <a:gd name="T6" fmla="*/ 40 w 80"/>
                <a:gd name="T7" fmla="*/ 0 h 83"/>
                <a:gd name="T8" fmla="*/ 7 w 80"/>
                <a:gd name="T9" fmla="*/ 33 h 83"/>
                <a:gd name="T10" fmla="*/ 7 w 80"/>
                <a:gd name="T11" fmla="*/ 38 h 83"/>
                <a:gd name="T12" fmla="*/ 0 w 80"/>
                <a:gd name="T13" fmla="*/ 46 h 83"/>
                <a:gd name="T14" fmla="*/ 8 w 80"/>
                <a:gd name="T15" fmla="*/ 54 h 83"/>
                <a:gd name="T16" fmla="*/ 9 w 80"/>
                <a:gd name="T17" fmla="*/ 54 h 83"/>
                <a:gd name="T18" fmla="*/ 9 w 80"/>
                <a:gd name="T19" fmla="*/ 57 h 83"/>
                <a:gd name="T20" fmla="*/ 13 w 80"/>
                <a:gd name="T21" fmla="*/ 61 h 83"/>
                <a:gd name="T22" fmla="*/ 18 w 80"/>
                <a:gd name="T23" fmla="*/ 61 h 83"/>
                <a:gd name="T24" fmla="*/ 22 w 80"/>
                <a:gd name="T25" fmla="*/ 57 h 83"/>
                <a:gd name="T26" fmla="*/ 22 w 80"/>
                <a:gd name="T27" fmla="*/ 35 h 83"/>
                <a:gd name="T28" fmla="*/ 18 w 80"/>
                <a:gd name="T29" fmla="*/ 31 h 83"/>
                <a:gd name="T30" fmla="*/ 13 w 80"/>
                <a:gd name="T31" fmla="*/ 31 h 83"/>
                <a:gd name="T32" fmla="*/ 11 w 80"/>
                <a:gd name="T33" fmla="*/ 32 h 83"/>
                <a:gd name="T34" fmla="*/ 40 w 80"/>
                <a:gd name="T35" fmla="*/ 8 h 83"/>
                <a:gd name="T36" fmla="*/ 70 w 80"/>
                <a:gd name="T37" fmla="*/ 33 h 83"/>
                <a:gd name="T38" fmla="*/ 67 w 80"/>
                <a:gd name="T39" fmla="*/ 31 h 83"/>
                <a:gd name="T40" fmla="*/ 61 w 80"/>
                <a:gd name="T41" fmla="*/ 31 h 83"/>
                <a:gd name="T42" fmla="*/ 58 w 80"/>
                <a:gd name="T43" fmla="*/ 35 h 83"/>
                <a:gd name="T44" fmla="*/ 58 w 80"/>
                <a:gd name="T45" fmla="*/ 57 h 83"/>
                <a:gd name="T46" fmla="*/ 61 w 80"/>
                <a:gd name="T47" fmla="*/ 61 h 83"/>
                <a:gd name="T48" fmla="*/ 67 w 80"/>
                <a:gd name="T49" fmla="*/ 61 h 83"/>
                <a:gd name="T50" fmla="*/ 69 w 80"/>
                <a:gd name="T51" fmla="*/ 60 h 83"/>
                <a:gd name="T52" fmla="*/ 53 w 80"/>
                <a:gd name="T53" fmla="*/ 75 h 83"/>
                <a:gd name="T54" fmla="*/ 45 w 80"/>
                <a:gd name="T55" fmla="*/ 70 h 83"/>
                <a:gd name="T56" fmla="*/ 38 w 80"/>
                <a:gd name="T57" fmla="*/ 77 h 83"/>
                <a:gd name="T58" fmla="*/ 45 w 80"/>
                <a:gd name="T59" fmla="*/ 83 h 83"/>
                <a:gd name="T60" fmla="*/ 52 w 80"/>
                <a:gd name="T61" fmla="*/ 79 h 83"/>
                <a:gd name="T62" fmla="*/ 73 w 80"/>
                <a:gd name="T63" fmla="*/ 54 h 83"/>
                <a:gd name="T64" fmla="*/ 80 w 80"/>
                <a:gd name="T65" fmla="*/ 46 h 83"/>
                <a:gd name="T66" fmla="*/ 71 w 80"/>
                <a:gd name="T67" fmla="*/ 54 h 83"/>
                <a:gd name="T68" fmla="*/ 71 w 80"/>
                <a:gd name="T69" fmla="*/ 54 h 83"/>
                <a:gd name="T70" fmla="*/ 71 w 80"/>
                <a:gd name="T71" fmla="*/ 55 h 83"/>
                <a:gd name="T72" fmla="*/ 71 w 80"/>
                <a:gd name="T73" fmla="*/ 54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0" h="83">
                  <a:moveTo>
                    <a:pt x="80" y="46"/>
                  </a:moveTo>
                  <a:cubicBezTo>
                    <a:pt x="80" y="42"/>
                    <a:pt x="77" y="39"/>
                    <a:pt x="73" y="38"/>
                  </a:cubicBezTo>
                  <a:cubicBezTo>
                    <a:pt x="74" y="37"/>
                    <a:pt x="74" y="35"/>
                    <a:pt x="74" y="33"/>
                  </a:cubicBezTo>
                  <a:cubicBezTo>
                    <a:pt x="74" y="15"/>
                    <a:pt x="59" y="0"/>
                    <a:pt x="40" y="0"/>
                  </a:cubicBezTo>
                  <a:cubicBezTo>
                    <a:pt x="22" y="0"/>
                    <a:pt x="7" y="15"/>
                    <a:pt x="7" y="33"/>
                  </a:cubicBezTo>
                  <a:cubicBezTo>
                    <a:pt x="7" y="35"/>
                    <a:pt x="7" y="36"/>
                    <a:pt x="7" y="38"/>
                  </a:cubicBezTo>
                  <a:cubicBezTo>
                    <a:pt x="3" y="38"/>
                    <a:pt x="0" y="41"/>
                    <a:pt x="0" y="46"/>
                  </a:cubicBezTo>
                  <a:cubicBezTo>
                    <a:pt x="0" y="50"/>
                    <a:pt x="3" y="54"/>
                    <a:pt x="8" y="54"/>
                  </a:cubicBezTo>
                  <a:cubicBezTo>
                    <a:pt x="8" y="54"/>
                    <a:pt x="9" y="54"/>
                    <a:pt x="9" y="54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9"/>
                    <a:pt x="11" y="61"/>
                    <a:pt x="13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20" y="61"/>
                    <a:pt x="22" y="59"/>
                    <a:pt x="22" y="57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3"/>
                    <a:pt x="20" y="31"/>
                    <a:pt x="18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1" y="32"/>
                    <a:pt x="11" y="32"/>
                  </a:cubicBezTo>
                  <a:cubicBezTo>
                    <a:pt x="13" y="18"/>
                    <a:pt x="26" y="8"/>
                    <a:pt x="40" y="8"/>
                  </a:cubicBezTo>
                  <a:cubicBezTo>
                    <a:pt x="55" y="8"/>
                    <a:pt x="68" y="18"/>
                    <a:pt x="70" y="33"/>
                  </a:cubicBezTo>
                  <a:cubicBezTo>
                    <a:pt x="69" y="32"/>
                    <a:pt x="68" y="31"/>
                    <a:pt x="67" y="31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59" y="31"/>
                    <a:pt x="58" y="33"/>
                    <a:pt x="58" y="35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58" y="59"/>
                    <a:pt x="59" y="61"/>
                    <a:pt x="61" y="61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8" y="61"/>
                    <a:pt x="68" y="61"/>
                    <a:pt x="69" y="60"/>
                  </a:cubicBezTo>
                  <a:cubicBezTo>
                    <a:pt x="65" y="68"/>
                    <a:pt x="59" y="73"/>
                    <a:pt x="53" y="75"/>
                  </a:cubicBezTo>
                  <a:cubicBezTo>
                    <a:pt x="52" y="72"/>
                    <a:pt x="49" y="70"/>
                    <a:pt x="45" y="70"/>
                  </a:cubicBezTo>
                  <a:cubicBezTo>
                    <a:pt x="41" y="70"/>
                    <a:pt x="38" y="73"/>
                    <a:pt x="38" y="77"/>
                  </a:cubicBezTo>
                  <a:cubicBezTo>
                    <a:pt x="38" y="80"/>
                    <a:pt x="41" y="83"/>
                    <a:pt x="45" y="83"/>
                  </a:cubicBezTo>
                  <a:cubicBezTo>
                    <a:pt x="49" y="83"/>
                    <a:pt x="51" y="81"/>
                    <a:pt x="52" y="79"/>
                  </a:cubicBezTo>
                  <a:cubicBezTo>
                    <a:pt x="63" y="77"/>
                    <a:pt x="71" y="67"/>
                    <a:pt x="73" y="54"/>
                  </a:cubicBezTo>
                  <a:cubicBezTo>
                    <a:pt x="77" y="54"/>
                    <a:pt x="80" y="50"/>
                    <a:pt x="80" y="46"/>
                  </a:cubicBezTo>
                  <a:close/>
                  <a:moveTo>
                    <a:pt x="71" y="54"/>
                  </a:moveTo>
                  <a:cubicBezTo>
                    <a:pt x="71" y="54"/>
                    <a:pt x="71" y="54"/>
                    <a:pt x="71" y="54"/>
                  </a:cubicBezTo>
                  <a:cubicBezTo>
                    <a:pt x="71" y="55"/>
                    <a:pt x="71" y="55"/>
                    <a:pt x="71" y="55"/>
                  </a:cubicBezTo>
                  <a:lnTo>
                    <a:pt x="71" y="5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7" name="îṧḻï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EE1F53F-723F-4D29-8736-D517A20262D0}"/>
                </a:ext>
              </a:extLst>
            </p:cNvPr>
            <p:cNvSpPr/>
            <p:nvPr/>
          </p:nvSpPr>
          <p:spPr bwMode="auto">
            <a:xfrm>
              <a:off x="3635834" y="3279135"/>
              <a:ext cx="54969" cy="52526"/>
            </a:xfrm>
            <a:custGeom>
              <a:avLst/>
              <a:gdLst>
                <a:gd name="T0" fmla="*/ 10 w 22"/>
                <a:gd name="T1" fmla="*/ 17 h 21"/>
                <a:gd name="T2" fmla="*/ 10 w 22"/>
                <a:gd name="T3" fmla="*/ 17 h 21"/>
                <a:gd name="T4" fmla="*/ 10 w 22"/>
                <a:gd name="T5" fmla="*/ 17 h 21"/>
                <a:gd name="T6" fmla="*/ 4 w 22"/>
                <a:gd name="T7" fmla="*/ 9 h 21"/>
                <a:gd name="T8" fmla="*/ 7 w 22"/>
                <a:gd name="T9" fmla="*/ 6 h 21"/>
                <a:gd name="T10" fmla="*/ 11 w 22"/>
                <a:gd name="T11" fmla="*/ 11 h 21"/>
                <a:gd name="T12" fmla="*/ 19 w 22"/>
                <a:gd name="T13" fmla="*/ 4 h 21"/>
                <a:gd name="T14" fmla="*/ 11 w 22"/>
                <a:gd name="T15" fmla="*/ 0 h 21"/>
                <a:gd name="T16" fmla="*/ 0 w 22"/>
                <a:gd name="T17" fmla="*/ 11 h 21"/>
                <a:gd name="T18" fmla="*/ 11 w 22"/>
                <a:gd name="T19" fmla="*/ 21 h 21"/>
                <a:gd name="T20" fmla="*/ 22 w 22"/>
                <a:gd name="T21" fmla="*/ 11 h 21"/>
                <a:gd name="T22" fmla="*/ 21 w 22"/>
                <a:gd name="T23" fmla="*/ 8 h 21"/>
                <a:gd name="T24" fmla="*/ 10 w 22"/>
                <a:gd name="T25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1">
                  <a:moveTo>
                    <a:pt x="10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1" y="21"/>
                  </a:cubicBezTo>
                  <a:cubicBezTo>
                    <a:pt x="17" y="21"/>
                    <a:pt x="22" y="17"/>
                    <a:pt x="22" y="11"/>
                  </a:cubicBezTo>
                  <a:cubicBezTo>
                    <a:pt x="22" y="10"/>
                    <a:pt x="21" y="9"/>
                    <a:pt x="21" y="8"/>
                  </a:cubicBezTo>
                  <a:lnTo>
                    <a:pt x="10" y="1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8" name="íṧlï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261CD09-7DD1-4B57-9181-ABEBF697000D}"/>
                </a:ext>
              </a:extLst>
            </p:cNvPr>
            <p:cNvSpPr/>
            <p:nvPr/>
          </p:nvSpPr>
          <p:spPr bwMode="auto">
            <a:xfrm>
              <a:off x="3567428" y="3220502"/>
              <a:ext cx="139255" cy="86729"/>
            </a:xfrm>
            <a:custGeom>
              <a:avLst/>
              <a:gdLst>
                <a:gd name="T0" fmla="*/ 43 w 55"/>
                <a:gd name="T1" fmla="*/ 11 h 34"/>
                <a:gd name="T2" fmla="*/ 40 w 55"/>
                <a:gd name="T3" fmla="*/ 12 h 34"/>
                <a:gd name="T4" fmla="*/ 40 w 55"/>
                <a:gd name="T5" fmla="*/ 11 h 34"/>
                <a:gd name="T6" fmla="*/ 28 w 55"/>
                <a:gd name="T7" fmla="*/ 0 h 34"/>
                <a:gd name="T8" fmla="*/ 17 w 55"/>
                <a:gd name="T9" fmla="*/ 11 h 34"/>
                <a:gd name="T10" fmla="*/ 17 w 55"/>
                <a:gd name="T11" fmla="*/ 13 h 34"/>
                <a:gd name="T12" fmla="*/ 12 w 55"/>
                <a:gd name="T13" fmla="*/ 11 h 34"/>
                <a:gd name="T14" fmla="*/ 0 w 55"/>
                <a:gd name="T15" fmla="*/ 23 h 34"/>
                <a:gd name="T16" fmla="*/ 12 w 55"/>
                <a:gd name="T17" fmla="*/ 34 h 34"/>
                <a:gd name="T18" fmla="*/ 24 w 55"/>
                <a:gd name="T19" fmla="*/ 34 h 34"/>
                <a:gd name="T20" fmla="*/ 24 w 55"/>
                <a:gd name="T21" fmla="*/ 33 h 34"/>
                <a:gd name="T22" fmla="*/ 38 w 55"/>
                <a:gd name="T23" fmla="*/ 20 h 34"/>
                <a:gd name="T24" fmla="*/ 51 w 55"/>
                <a:gd name="T25" fmla="*/ 31 h 34"/>
                <a:gd name="T26" fmla="*/ 55 w 55"/>
                <a:gd name="T27" fmla="*/ 23 h 34"/>
                <a:gd name="T28" fmla="*/ 43 w 55"/>
                <a:gd name="T29" fmla="*/ 1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" h="34">
                  <a:moveTo>
                    <a:pt x="43" y="11"/>
                  </a:moveTo>
                  <a:cubicBezTo>
                    <a:pt x="42" y="11"/>
                    <a:pt x="41" y="12"/>
                    <a:pt x="40" y="12"/>
                  </a:cubicBezTo>
                  <a:cubicBezTo>
                    <a:pt x="40" y="12"/>
                    <a:pt x="40" y="12"/>
                    <a:pt x="40" y="11"/>
                  </a:cubicBezTo>
                  <a:cubicBezTo>
                    <a:pt x="40" y="5"/>
                    <a:pt x="35" y="0"/>
                    <a:pt x="28" y="0"/>
                  </a:cubicBezTo>
                  <a:cubicBezTo>
                    <a:pt x="22" y="0"/>
                    <a:pt x="17" y="5"/>
                    <a:pt x="17" y="11"/>
                  </a:cubicBezTo>
                  <a:cubicBezTo>
                    <a:pt x="17" y="12"/>
                    <a:pt x="17" y="12"/>
                    <a:pt x="17" y="13"/>
                  </a:cubicBezTo>
                  <a:cubicBezTo>
                    <a:pt x="15" y="12"/>
                    <a:pt x="14" y="11"/>
                    <a:pt x="12" y="11"/>
                  </a:cubicBezTo>
                  <a:cubicBezTo>
                    <a:pt x="5" y="11"/>
                    <a:pt x="0" y="17"/>
                    <a:pt x="0" y="23"/>
                  </a:cubicBezTo>
                  <a:cubicBezTo>
                    <a:pt x="0" y="29"/>
                    <a:pt x="5" y="34"/>
                    <a:pt x="12" y="34"/>
                  </a:cubicBezTo>
                  <a:cubicBezTo>
                    <a:pt x="12" y="34"/>
                    <a:pt x="18" y="34"/>
                    <a:pt x="24" y="34"/>
                  </a:cubicBezTo>
                  <a:cubicBezTo>
                    <a:pt x="24" y="34"/>
                    <a:pt x="24" y="33"/>
                    <a:pt x="24" y="33"/>
                  </a:cubicBezTo>
                  <a:cubicBezTo>
                    <a:pt x="24" y="26"/>
                    <a:pt x="30" y="20"/>
                    <a:pt x="38" y="20"/>
                  </a:cubicBezTo>
                  <a:cubicBezTo>
                    <a:pt x="44" y="20"/>
                    <a:pt x="50" y="25"/>
                    <a:pt x="51" y="31"/>
                  </a:cubicBezTo>
                  <a:cubicBezTo>
                    <a:pt x="53" y="29"/>
                    <a:pt x="55" y="26"/>
                    <a:pt x="55" y="23"/>
                  </a:cubicBezTo>
                  <a:cubicBezTo>
                    <a:pt x="55" y="17"/>
                    <a:pt x="50" y="11"/>
                    <a:pt x="43" y="1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9" name="íṣľ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79D7F8C-4414-43F1-9E19-2B2D7FCF119B}"/>
                </a:ext>
              </a:extLst>
            </p:cNvPr>
            <p:cNvSpPr/>
            <p:nvPr/>
          </p:nvSpPr>
          <p:spPr bwMode="auto">
            <a:xfrm>
              <a:off x="4051155" y="2847935"/>
              <a:ext cx="15880" cy="20766"/>
            </a:xfrm>
            <a:custGeom>
              <a:avLst/>
              <a:gdLst>
                <a:gd name="T0" fmla="*/ 4 w 6"/>
                <a:gd name="T1" fmla="*/ 0 h 8"/>
                <a:gd name="T2" fmla="*/ 0 w 6"/>
                <a:gd name="T3" fmla="*/ 0 h 8"/>
                <a:gd name="T4" fmla="*/ 0 w 6"/>
                <a:gd name="T5" fmla="*/ 8 h 8"/>
                <a:gd name="T6" fmla="*/ 4 w 6"/>
                <a:gd name="T7" fmla="*/ 8 h 8"/>
                <a:gd name="T8" fmla="*/ 6 w 6"/>
                <a:gd name="T9" fmla="*/ 6 h 8"/>
                <a:gd name="T10" fmla="*/ 6 w 6"/>
                <a:gd name="T11" fmla="*/ 1 h 8"/>
                <a:gd name="T12" fmla="*/ 4 w 6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8"/>
                    <a:pt x="6" y="7"/>
                    <a:pt x="6" y="6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0" name="ïsľî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63FA79C-E5B0-4B56-AB4E-FBC53EBDF98A}"/>
                </a:ext>
              </a:extLst>
            </p:cNvPr>
            <p:cNvSpPr/>
            <p:nvPr/>
          </p:nvSpPr>
          <p:spPr bwMode="auto">
            <a:xfrm>
              <a:off x="4051155" y="2819839"/>
              <a:ext cx="15880" cy="20766"/>
            </a:xfrm>
            <a:custGeom>
              <a:avLst/>
              <a:gdLst>
                <a:gd name="T0" fmla="*/ 4 w 6"/>
                <a:gd name="T1" fmla="*/ 0 h 8"/>
                <a:gd name="T2" fmla="*/ 0 w 6"/>
                <a:gd name="T3" fmla="*/ 0 h 8"/>
                <a:gd name="T4" fmla="*/ 0 w 6"/>
                <a:gd name="T5" fmla="*/ 8 h 8"/>
                <a:gd name="T6" fmla="*/ 4 w 6"/>
                <a:gd name="T7" fmla="*/ 8 h 8"/>
                <a:gd name="T8" fmla="*/ 6 w 6"/>
                <a:gd name="T9" fmla="*/ 6 h 8"/>
                <a:gd name="T10" fmla="*/ 6 w 6"/>
                <a:gd name="T11" fmla="*/ 1 h 8"/>
                <a:gd name="T12" fmla="*/ 4 w 6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8"/>
                    <a:pt x="6" y="7"/>
                    <a:pt x="6" y="6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1" name="ïṡḷî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F59889D-3CD8-4685-AA06-34E684D96416}"/>
                </a:ext>
              </a:extLst>
            </p:cNvPr>
            <p:cNvSpPr/>
            <p:nvPr/>
          </p:nvSpPr>
          <p:spPr bwMode="auto">
            <a:xfrm>
              <a:off x="4051155" y="2791744"/>
              <a:ext cx="15880" cy="20766"/>
            </a:xfrm>
            <a:custGeom>
              <a:avLst/>
              <a:gdLst>
                <a:gd name="T0" fmla="*/ 4 w 6"/>
                <a:gd name="T1" fmla="*/ 0 h 8"/>
                <a:gd name="T2" fmla="*/ 0 w 6"/>
                <a:gd name="T3" fmla="*/ 0 h 8"/>
                <a:gd name="T4" fmla="*/ 0 w 6"/>
                <a:gd name="T5" fmla="*/ 8 h 8"/>
                <a:gd name="T6" fmla="*/ 4 w 6"/>
                <a:gd name="T7" fmla="*/ 8 h 8"/>
                <a:gd name="T8" fmla="*/ 6 w 6"/>
                <a:gd name="T9" fmla="*/ 6 h 8"/>
                <a:gd name="T10" fmla="*/ 6 w 6"/>
                <a:gd name="T11" fmla="*/ 2 h 8"/>
                <a:gd name="T12" fmla="*/ 4 w 6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8"/>
                    <a:pt x="6" y="7"/>
                    <a:pt x="6" y="6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0"/>
                    <a:pt x="4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2" name="işḷï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0822567-5013-44C3-8D63-EDF5A8A1760F}"/>
                </a:ext>
              </a:extLst>
            </p:cNvPr>
            <p:cNvSpPr/>
            <p:nvPr/>
          </p:nvSpPr>
          <p:spPr bwMode="auto">
            <a:xfrm>
              <a:off x="3954654" y="2779529"/>
              <a:ext cx="105052" cy="122153"/>
            </a:xfrm>
            <a:custGeom>
              <a:avLst/>
              <a:gdLst>
                <a:gd name="T0" fmla="*/ 38 w 41"/>
                <a:gd name="T1" fmla="*/ 38 h 48"/>
                <a:gd name="T2" fmla="*/ 38 w 41"/>
                <a:gd name="T3" fmla="*/ 44 h 48"/>
                <a:gd name="T4" fmla="*/ 37 w 41"/>
                <a:gd name="T5" fmla="*/ 45 h 48"/>
                <a:gd name="T6" fmla="*/ 4 w 41"/>
                <a:gd name="T7" fmla="*/ 45 h 48"/>
                <a:gd name="T8" fmla="*/ 3 w 41"/>
                <a:gd name="T9" fmla="*/ 44 h 48"/>
                <a:gd name="T10" fmla="*/ 3 w 41"/>
                <a:gd name="T11" fmla="*/ 43 h 48"/>
                <a:gd name="T12" fmla="*/ 33 w 41"/>
                <a:gd name="T13" fmla="*/ 43 h 48"/>
                <a:gd name="T14" fmla="*/ 36 w 41"/>
                <a:gd name="T15" fmla="*/ 40 h 48"/>
                <a:gd name="T16" fmla="*/ 36 w 41"/>
                <a:gd name="T17" fmla="*/ 3 h 48"/>
                <a:gd name="T18" fmla="*/ 33 w 41"/>
                <a:gd name="T19" fmla="*/ 0 h 48"/>
                <a:gd name="T20" fmla="*/ 3 w 41"/>
                <a:gd name="T21" fmla="*/ 0 h 48"/>
                <a:gd name="T22" fmla="*/ 0 w 41"/>
                <a:gd name="T23" fmla="*/ 3 h 48"/>
                <a:gd name="T24" fmla="*/ 0 w 41"/>
                <a:gd name="T25" fmla="*/ 40 h 48"/>
                <a:gd name="T26" fmla="*/ 0 w 41"/>
                <a:gd name="T27" fmla="*/ 40 h 48"/>
                <a:gd name="T28" fmla="*/ 0 w 41"/>
                <a:gd name="T29" fmla="*/ 44 h 48"/>
                <a:gd name="T30" fmla="*/ 4 w 41"/>
                <a:gd name="T31" fmla="*/ 48 h 48"/>
                <a:gd name="T32" fmla="*/ 37 w 41"/>
                <a:gd name="T33" fmla="*/ 48 h 48"/>
                <a:gd name="T34" fmla="*/ 41 w 41"/>
                <a:gd name="T35" fmla="*/ 44 h 48"/>
                <a:gd name="T36" fmla="*/ 41 w 41"/>
                <a:gd name="T37" fmla="*/ 38 h 48"/>
                <a:gd name="T38" fmla="*/ 38 w 41"/>
                <a:gd name="T39" fmla="*/ 38 h 48"/>
                <a:gd name="T40" fmla="*/ 13 w 41"/>
                <a:gd name="T41" fmla="*/ 13 h 48"/>
                <a:gd name="T42" fmla="*/ 18 w 41"/>
                <a:gd name="T43" fmla="*/ 9 h 48"/>
                <a:gd name="T44" fmla="*/ 23 w 41"/>
                <a:gd name="T45" fmla="*/ 13 h 48"/>
                <a:gd name="T46" fmla="*/ 24 w 41"/>
                <a:gd name="T47" fmla="*/ 15 h 48"/>
                <a:gd name="T48" fmla="*/ 23 w 41"/>
                <a:gd name="T49" fmla="*/ 17 h 48"/>
                <a:gd name="T50" fmla="*/ 23 w 41"/>
                <a:gd name="T51" fmla="*/ 17 h 48"/>
                <a:gd name="T52" fmla="*/ 18 w 41"/>
                <a:gd name="T53" fmla="*/ 21 h 48"/>
                <a:gd name="T54" fmla="*/ 14 w 41"/>
                <a:gd name="T55" fmla="*/ 17 h 48"/>
                <a:gd name="T56" fmla="*/ 14 w 41"/>
                <a:gd name="T57" fmla="*/ 17 h 48"/>
                <a:gd name="T58" fmla="*/ 12 w 41"/>
                <a:gd name="T59" fmla="*/ 15 h 48"/>
                <a:gd name="T60" fmla="*/ 13 w 41"/>
                <a:gd name="T61" fmla="*/ 13 h 48"/>
                <a:gd name="T62" fmla="*/ 9 w 41"/>
                <a:gd name="T63" fmla="*/ 26 h 48"/>
                <a:gd name="T64" fmla="*/ 13 w 41"/>
                <a:gd name="T65" fmla="*/ 21 h 48"/>
                <a:gd name="T66" fmla="*/ 15 w 41"/>
                <a:gd name="T67" fmla="*/ 21 h 48"/>
                <a:gd name="T68" fmla="*/ 17 w 41"/>
                <a:gd name="T69" fmla="*/ 27 h 48"/>
                <a:gd name="T70" fmla="*/ 18 w 41"/>
                <a:gd name="T71" fmla="*/ 24 h 48"/>
                <a:gd name="T72" fmla="*/ 17 w 41"/>
                <a:gd name="T73" fmla="*/ 22 h 48"/>
                <a:gd name="T74" fmla="*/ 17 w 41"/>
                <a:gd name="T75" fmla="*/ 22 h 48"/>
                <a:gd name="T76" fmla="*/ 18 w 41"/>
                <a:gd name="T77" fmla="*/ 22 h 48"/>
                <a:gd name="T78" fmla="*/ 20 w 41"/>
                <a:gd name="T79" fmla="*/ 22 h 48"/>
                <a:gd name="T80" fmla="*/ 20 w 41"/>
                <a:gd name="T81" fmla="*/ 22 h 48"/>
                <a:gd name="T82" fmla="*/ 19 w 41"/>
                <a:gd name="T83" fmla="*/ 24 h 48"/>
                <a:gd name="T84" fmla="*/ 20 w 41"/>
                <a:gd name="T85" fmla="*/ 26 h 48"/>
                <a:gd name="T86" fmla="*/ 21 w 41"/>
                <a:gd name="T87" fmla="*/ 21 h 48"/>
                <a:gd name="T88" fmla="*/ 23 w 41"/>
                <a:gd name="T89" fmla="*/ 21 h 48"/>
                <a:gd name="T90" fmla="*/ 28 w 41"/>
                <a:gd name="T91" fmla="*/ 26 h 48"/>
                <a:gd name="T92" fmla="*/ 28 w 41"/>
                <a:gd name="T93" fmla="*/ 31 h 48"/>
                <a:gd name="T94" fmla="*/ 9 w 41"/>
                <a:gd name="T95" fmla="*/ 31 h 48"/>
                <a:gd name="T96" fmla="*/ 9 w 41"/>
                <a:gd name="T97" fmla="*/ 2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" h="48">
                  <a:moveTo>
                    <a:pt x="38" y="38"/>
                  </a:moveTo>
                  <a:cubicBezTo>
                    <a:pt x="38" y="44"/>
                    <a:pt x="38" y="44"/>
                    <a:pt x="38" y="44"/>
                  </a:cubicBezTo>
                  <a:cubicBezTo>
                    <a:pt x="38" y="45"/>
                    <a:pt x="37" y="45"/>
                    <a:pt x="37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5"/>
                    <a:pt x="3" y="45"/>
                    <a:pt x="3" y="44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5" y="43"/>
                    <a:pt x="36" y="42"/>
                    <a:pt x="36" y="40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1"/>
                    <a:pt x="35" y="0"/>
                    <a:pt x="3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9" y="48"/>
                    <a:pt x="41" y="46"/>
                    <a:pt x="41" y="44"/>
                  </a:cubicBezTo>
                  <a:cubicBezTo>
                    <a:pt x="41" y="38"/>
                    <a:pt x="41" y="38"/>
                    <a:pt x="41" y="38"/>
                  </a:cubicBezTo>
                  <a:lnTo>
                    <a:pt x="38" y="38"/>
                  </a:lnTo>
                  <a:close/>
                  <a:moveTo>
                    <a:pt x="13" y="13"/>
                  </a:moveTo>
                  <a:cubicBezTo>
                    <a:pt x="14" y="10"/>
                    <a:pt x="16" y="9"/>
                    <a:pt x="18" y="9"/>
                  </a:cubicBezTo>
                  <a:cubicBezTo>
                    <a:pt x="21" y="9"/>
                    <a:pt x="23" y="10"/>
                    <a:pt x="23" y="13"/>
                  </a:cubicBezTo>
                  <a:cubicBezTo>
                    <a:pt x="24" y="14"/>
                    <a:pt x="24" y="14"/>
                    <a:pt x="24" y="15"/>
                  </a:cubicBezTo>
                  <a:cubicBezTo>
                    <a:pt x="24" y="16"/>
                    <a:pt x="24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9"/>
                    <a:pt x="20" y="21"/>
                    <a:pt x="18" y="21"/>
                  </a:cubicBezTo>
                  <a:cubicBezTo>
                    <a:pt x="16" y="21"/>
                    <a:pt x="15" y="19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7"/>
                    <a:pt x="12" y="16"/>
                    <a:pt x="12" y="15"/>
                  </a:cubicBezTo>
                  <a:cubicBezTo>
                    <a:pt x="12" y="14"/>
                    <a:pt x="13" y="14"/>
                    <a:pt x="13" y="13"/>
                  </a:cubicBezTo>
                  <a:close/>
                  <a:moveTo>
                    <a:pt x="9" y="26"/>
                  </a:moveTo>
                  <a:cubicBezTo>
                    <a:pt x="9" y="23"/>
                    <a:pt x="11" y="21"/>
                    <a:pt x="13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8" y="22"/>
                    <a:pt x="18" y="22"/>
                  </a:cubicBezTo>
                  <a:cubicBezTo>
                    <a:pt x="19" y="22"/>
                    <a:pt x="19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6" y="21"/>
                    <a:pt x="28" y="23"/>
                    <a:pt x="28" y="26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9" y="31"/>
                    <a:pt x="9" y="31"/>
                    <a:pt x="9" y="31"/>
                  </a:cubicBezTo>
                  <a:lnTo>
                    <a:pt x="9" y="2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3" name="iṡlí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E68E638-0832-447D-9F34-01F0D9F7193C}"/>
                </a:ext>
              </a:extLst>
            </p:cNvPr>
            <p:cNvSpPr/>
            <p:nvPr/>
          </p:nvSpPr>
          <p:spPr bwMode="auto">
            <a:xfrm>
              <a:off x="3530782" y="4013276"/>
              <a:ext cx="183230" cy="183230"/>
            </a:xfrm>
            <a:custGeom>
              <a:avLst/>
              <a:gdLst>
                <a:gd name="T0" fmla="*/ 68 w 72"/>
                <a:gd name="T1" fmla="*/ 22 h 72"/>
                <a:gd name="T2" fmla="*/ 62 w 72"/>
                <a:gd name="T3" fmla="*/ 20 h 72"/>
                <a:gd name="T4" fmla="*/ 58 w 72"/>
                <a:gd name="T5" fmla="*/ 24 h 72"/>
                <a:gd name="T6" fmla="*/ 61 w 72"/>
                <a:gd name="T7" fmla="*/ 36 h 72"/>
                <a:gd name="T8" fmla="*/ 36 w 72"/>
                <a:gd name="T9" fmla="*/ 61 h 72"/>
                <a:gd name="T10" fmla="*/ 11 w 72"/>
                <a:gd name="T11" fmla="*/ 36 h 72"/>
                <a:gd name="T12" fmla="*/ 36 w 72"/>
                <a:gd name="T13" fmla="*/ 11 h 72"/>
                <a:gd name="T14" fmla="*/ 49 w 72"/>
                <a:gd name="T15" fmla="*/ 15 h 72"/>
                <a:gd name="T16" fmla="*/ 53 w 72"/>
                <a:gd name="T17" fmla="*/ 10 h 72"/>
                <a:gd name="T18" fmla="*/ 50 w 72"/>
                <a:gd name="T19" fmla="*/ 4 h 72"/>
                <a:gd name="T20" fmla="*/ 50 w 72"/>
                <a:gd name="T21" fmla="*/ 3 h 72"/>
                <a:gd name="T22" fmla="*/ 36 w 72"/>
                <a:gd name="T23" fmla="*/ 0 h 72"/>
                <a:gd name="T24" fmla="*/ 0 w 72"/>
                <a:gd name="T25" fmla="*/ 36 h 72"/>
                <a:gd name="T26" fmla="*/ 36 w 72"/>
                <a:gd name="T27" fmla="*/ 72 h 72"/>
                <a:gd name="T28" fmla="*/ 72 w 72"/>
                <a:gd name="T29" fmla="*/ 36 h 72"/>
                <a:gd name="T30" fmla="*/ 69 w 72"/>
                <a:gd name="T31" fmla="*/ 23 h 72"/>
                <a:gd name="T32" fmla="*/ 68 w 72"/>
                <a:gd name="T33" fmla="*/ 2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" h="72">
                  <a:moveTo>
                    <a:pt x="68" y="22"/>
                  </a:moveTo>
                  <a:cubicBezTo>
                    <a:pt x="62" y="20"/>
                    <a:pt x="62" y="20"/>
                    <a:pt x="62" y="20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0" y="28"/>
                    <a:pt x="61" y="32"/>
                    <a:pt x="61" y="36"/>
                  </a:cubicBezTo>
                  <a:cubicBezTo>
                    <a:pt x="61" y="50"/>
                    <a:pt x="50" y="61"/>
                    <a:pt x="36" y="61"/>
                  </a:cubicBezTo>
                  <a:cubicBezTo>
                    <a:pt x="22" y="61"/>
                    <a:pt x="11" y="50"/>
                    <a:pt x="11" y="36"/>
                  </a:cubicBezTo>
                  <a:cubicBezTo>
                    <a:pt x="11" y="22"/>
                    <a:pt x="22" y="11"/>
                    <a:pt x="36" y="11"/>
                  </a:cubicBezTo>
                  <a:cubicBezTo>
                    <a:pt x="41" y="11"/>
                    <a:pt x="45" y="13"/>
                    <a:pt x="49" y="15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46" y="1"/>
                    <a:pt x="41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56" y="72"/>
                    <a:pt x="72" y="56"/>
                    <a:pt x="72" y="36"/>
                  </a:cubicBezTo>
                  <a:cubicBezTo>
                    <a:pt x="72" y="31"/>
                    <a:pt x="71" y="27"/>
                    <a:pt x="69" y="23"/>
                  </a:cubicBezTo>
                  <a:lnTo>
                    <a:pt x="68" y="2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4" name="îṧl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70EB7DD-FFE2-4B53-B9FC-397E7827CEBA}"/>
                </a:ext>
              </a:extLst>
            </p:cNvPr>
            <p:cNvSpPr/>
            <p:nvPr/>
          </p:nvSpPr>
          <p:spPr bwMode="auto">
            <a:xfrm>
              <a:off x="3617511" y="3986403"/>
              <a:ext cx="124596" cy="123375"/>
            </a:xfrm>
            <a:custGeom>
              <a:avLst/>
              <a:gdLst>
                <a:gd name="T0" fmla="*/ 42 w 49"/>
                <a:gd name="T1" fmla="*/ 7 h 49"/>
                <a:gd name="T2" fmla="*/ 38 w 49"/>
                <a:gd name="T3" fmla="*/ 7 h 49"/>
                <a:gd name="T4" fmla="*/ 37 w 49"/>
                <a:gd name="T5" fmla="*/ 9 h 49"/>
                <a:gd name="T6" fmla="*/ 33 w 49"/>
                <a:gd name="T7" fmla="*/ 0 h 49"/>
                <a:gd name="T8" fmla="*/ 20 w 49"/>
                <a:gd name="T9" fmla="*/ 14 h 49"/>
                <a:gd name="T10" fmla="*/ 23 w 49"/>
                <a:gd name="T11" fmla="*/ 22 h 49"/>
                <a:gd name="T12" fmla="*/ 1 w 49"/>
                <a:gd name="T13" fmla="*/ 44 h 49"/>
                <a:gd name="T14" fmla="*/ 1 w 49"/>
                <a:gd name="T15" fmla="*/ 48 h 49"/>
                <a:gd name="T16" fmla="*/ 5 w 49"/>
                <a:gd name="T17" fmla="*/ 48 h 49"/>
                <a:gd name="T18" fmla="*/ 27 w 49"/>
                <a:gd name="T19" fmla="*/ 26 h 49"/>
                <a:gd name="T20" fmla="*/ 36 w 49"/>
                <a:gd name="T21" fmla="*/ 30 h 49"/>
                <a:gd name="T22" fmla="*/ 49 w 49"/>
                <a:gd name="T23" fmla="*/ 17 h 49"/>
                <a:gd name="T24" fmla="*/ 41 w 49"/>
                <a:gd name="T25" fmla="*/ 13 h 49"/>
                <a:gd name="T26" fmla="*/ 42 w 49"/>
                <a:gd name="T27" fmla="*/ 11 h 49"/>
                <a:gd name="T28" fmla="*/ 42 w 49"/>
                <a:gd name="T29" fmla="*/ 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9" h="49">
                  <a:moveTo>
                    <a:pt x="42" y="7"/>
                  </a:moveTo>
                  <a:cubicBezTo>
                    <a:pt x="41" y="6"/>
                    <a:pt x="40" y="6"/>
                    <a:pt x="38" y="7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0" y="45"/>
                    <a:pt x="0" y="47"/>
                    <a:pt x="1" y="48"/>
                  </a:cubicBezTo>
                  <a:cubicBezTo>
                    <a:pt x="2" y="49"/>
                    <a:pt x="4" y="49"/>
                    <a:pt x="5" y="48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3" y="10"/>
                    <a:pt x="43" y="8"/>
                    <a:pt x="42" y="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5" name="ïŝľï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38DF3EC-82C8-4F38-895A-764DD93D9871}"/>
                </a:ext>
              </a:extLst>
            </p:cNvPr>
            <p:cNvSpPr/>
            <p:nvPr/>
          </p:nvSpPr>
          <p:spPr bwMode="auto">
            <a:xfrm>
              <a:off x="3577200" y="4059694"/>
              <a:ext cx="91615" cy="90393"/>
            </a:xfrm>
            <a:custGeom>
              <a:avLst/>
              <a:gdLst>
                <a:gd name="T0" fmla="*/ 24 w 36"/>
                <a:gd name="T1" fmla="*/ 22 h 36"/>
                <a:gd name="T2" fmla="*/ 15 w 36"/>
                <a:gd name="T3" fmla="*/ 22 h 36"/>
                <a:gd name="T4" fmla="*/ 15 w 36"/>
                <a:gd name="T5" fmla="*/ 13 h 36"/>
                <a:gd name="T6" fmla="*/ 25 w 36"/>
                <a:gd name="T7" fmla="*/ 2 h 36"/>
                <a:gd name="T8" fmla="*/ 18 w 36"/>
                <a:gd name="T9" fmla="*/ 0 h 36"/>
                <a:gd name="T10" fmla="*/ 0 w 36"/>
                <a:gd name="T11" fmla="*/ 18 h 36"/>
                <a:gd name="T12" fmla="*/ 18 w 36"/>
                <a:gd name="T13" fmla="*/ 36 h 36"/>
                <a:gd name="T14" fmla="*/ 36 w 36"/>
                <a:gd name="T15" fmla="*/ 18 h 36"/>
                <a:gd name="T16" fmla="*/ 34 w 36"/>
                <a:gd name="T17" fmla="*/ 11 h 36"/>
                <a:gd name="T18" fmla="*/ 24 w 36"/>
                <a:gd name="T19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24" y="22"/>
                  </a:moveTo>
                  <a:cubicBezTo>
                    <a:pt x="21" y="24"/>
                    <a:pt x="17" y="24"/>
                    <a:pt x="15" y="22"/>
                  </a:cubicBezTo>
                  <a:cubicBezTo>
                    <a:pt x="12" y="19"/>
                    <a:pt x="12" y="15"/>
                    <a:pt x="15" y="13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1"/>
                    <a:pt x="21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ubicBezTo>
                    <a:pt x="28" y="36"/>
                    <a:pt x="36" y="28"/>
                    <a:pt x="36" y="18"/>
                  </a:cubicBezTo>
                  <a:cubicBezTo>
                    <a:pt x="36" y="16"/>
                    <a:pt x="35" y="13"/>
                    <a:pt x="34" y="11"/>
                  </a:cubicBezTo>
                  <a:lnTo>
                    <a:pt x="24" y="2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6" name="ïşḷí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E478C33-5C0B-4680-84B0-5EDEB52A1899}"/>
                </a:ext>
              </a:extLst>
            </p:cNvPr>
            <p:cNvSpPr/>
            <p:nvPr/>
          </p:nvSpPr>
          <p:spPr bwMode="auto">
            <a:xfrm>
              <a:off x="3798298" y="2845492"/>
              <a:ext cx="191781" cy="188116"/>
            </a:xfrm>
            <a:custGeom>
              <a:avLst/>
              <a:gdLst>
                <a:gd name="T0" fmla="*/ 40 w 76"/>
                <a:gd name="T1" fmla="*/ 68 h 74"/>
                <a:gd name="T2" fmla="*/ 40 w 76"/>
                <a:gd name="T3" fmla="*/ 63 h 74"/>
                <a:gd name="T4" fmla="*/ 32 w 76"/>
                <a:gd name="T5" fmla="*/ 56 h 74"/>
                <a:gd name="T6" fmla="*/ 38 w 76"/>
                <a:gd name="T7" fmla="*/ 43 h 74"/>
                <a:gd name="T8" fmla="*/ 51 w 76"/>
                <a:gd name="T9" fmla="*/ 50 h 74"/>
                <a:gd name="T10" fmla="*/ 49 w 76"/>
                <a:gd name="T11" fmla="*/ 60 h 74"/>
                <a:gd name="T12" fmla="*/ 51 w 76"/>
                <a:gd name="T13" fmla="*/ 63 h 74"/>
                <a:gd name="T14" fmla="*/ 59 w 76"/>
                <a:gd name="T15" fmla="*/ 59 h 74"/>
                <a:gd name="T16" fmla="*/ 61 w 76"/>
                <a:gd name="T17" fmla="*/ 55 h 74"/>
                <a:gd name="T18" fmla="*/ 56 w 76"/>
                <a:gd name="T19" fmla="*/ 41 h 74"/>
                <a:gd name="T20" fmla="*/ 57 w 76"/>
                <a:gd name="T21" fmla="*/ 40 h 74"/>
                <a:gd name="T22" fmla="*/ 68 w 76"/>
                <a:gd name="T23" fmla="*/ 43 h 74"/>
                <a:gd name="T24" fmla="*/ 75 w 76"/>
                <a:gd name="T25" fmla="*/ 29 h 74"/>
                <a:gd name="T26" fmla="*/ 62 w 76"/>
                <a:gd name="T27" fmla="*/ 23 h 74"/>
                <a:gd name="T28" fmla="*/ 55 w 76"/>
                <a:gd name="T29" fmla="*/ 31 h 74"/>
                <a:gd name="T30" fmla="*/ 52 w 76"/>
                <a:gd name="T31" fmla="*/ 31 h 74"/>
                <a:gd name="T32" fmla="*/ 48 w 76"/>
                <a:gd name="T33" fmla="*/ 16 h 74"/>
                <a:gd name="T34" fmla="*/ 45 w 76"/>
                <a:gd name="T35" fmla="*/ 14 h 74"/>
                <a:gd name="T36" fmla="*/ 29 w 76"/>
                <a:gd name="T37" fmla="*/ 21 h 74"/>
                <a:gd name="T38" fmla="*/ 28 w 76"/>
                <a:gd name="T39" fmla="*/ 19 h 74"/>
                <a:gd name="T40" fmla="*/ 30 w 76"/>
                <a:gd name="T41" fmla="*/ 8 h 74"/>
                <a:gd name="T42" fmla="*/ 17 w 76"/>
                <a:gd name="T43" fmla="*/ 2 h 74"/>
                <a:gd name="T44" fmla="*/ 10 w 76"/>
                <a:gd name="T45" fmla="*/ 15 h 74"/>
                <a:gd name="T46" fmla="*/ 18 w 76"/>
                <a:gd name="T47" fmla="*/ 22 h 74"/>
                <a:gd name="T48" fmla="*/ 19 w 76"/>
                <a:gd name="T49" fmla="*/ 24 h 74"/>
                <a:gd name="T50" fmla="*/ 2 w 76"/>
                <a:gd name="T51" fmla="*/ 28 h 74"/>
                <a:gd name="T52" fmla="*/ 0 w 76"/>
                <a:gd name="T53" fmla="*/ 32 h 74"/>
                <a:gd name="T54" fmla="*/ 4 w 76"/>
                <a:gd name="T55" fmla="*/ 48 h 74"/>
                <a:gd name="T56" fmla="*/ 7 w 76"/>
                <a:gd name="T57" fmla="*/ 47 h 74"/>
                <a:gd name="T58" fmla="*/ 14 w 76"/>
                <a:gd name="T59" fmla="*/ 39 h 74"/>
                <a:gd name="T60" fmla="*/ 27 w 76"/>
                <a:gd name="T61" fmla="*/ 46 h 74"/>
                <a:gd name="T62" fmla="*/ 21 w 76"/>
                <a:gd name="T63" fmla="*/ 59 h 74"/>
                <a:gd name="T64" fmla="*/ 10 w 76"/>
                <a:gd name="T65" fmla="*/ 57 h 74"/>
                <a:gd name="T66" fmla="*/ 8 w 76"/>
                <a:gd name="T67" fmla="*/ 58 h 74"/>
                <a:gd name="T68" fmla="*/ 13 w 76"/>
                <a:gd name="T69" fmla="*/ 71 h 74"/>
                <a:gd name="T70" fmla="*/ 17 w 76"/>
                <a:gd name="T71" fmla="*/ 73 h 74"/>
                <a:gd name="T72" fmla="*/ 40 w 76"/>
                <a:gd name="T73" fmla="*/ 68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6" h="74">
                  <a:moveTo>
                    <a:pt x="40" y="68"/>
                  </a:moveTo>
                  <a:cubicBezTo>
                    <a:pt x="40" y="63"/>
                    <a:pt x="40" y="63"/>
                    <a:pt x="40" y="63"/>
                  </a:cubicBezTo>
                  <a:cubicBezTo>
                    <a:pt x="36" y="63"/>
                    <a:pt x="33" y="60"/>
                    <a:pt x="32" y="56"/>
                  </a:cubicBezTo>
                  <a:cubicBezTo>
                    <a:pt x="30" y="51"/>
                    <a:pt x="33" y="45"/>
                    <a:pt x="38" y="43"/>
                  </a:cubicBezTo>
                  <a:cubicBezTo>
                    <a:pt x="44" y="41"/>
                    <a:pt x="50" y="44"/>
                    <a:pt x="51" y="50"/>
                  </a:cubicBezTo>
                  <a:cubicBezTo>
                    <a:pt x="53" y="54"/>
                    <a:pt x="52" y="58"/>
                    <a:pt x="49" y="60"/>
                  </a:cubicBezTo>
                  <a:cubicBezTo>
                    <a:pt x="51" y="63"/>
                    <a:pt x="51" y="63"/>
                    <a:pt x="51" y="63"/>
                  </a:cubicBezTo>
                  <a:cubicBezTo>
                    <a:pt x="56" y="61"/>
                    <a:pt x="59" y="59"/>
                    <a:pt x="59" y="59"/>
                  </a:cubicBezTo>
                  <a:cubicBezTo>
                    <a:pt x="61" y="59"/>
                    <a:pt x="62" y="57"/>
                    <a:pt x="61" y="55"/>
                  </a:cubicBezTo>
                  <a:cubicBezTo>
                    <a:pt x="61" y="55"/>
                    <a:pt x="59" y="49"/>
                    <a:pt x="56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3"/>
                    <a:pt x="64" y="44"/>
                    <a:pt x="68" y="43"/>
                  </a:cubicBezTo>
                  <a:cubicBezTo>
                    <a:pt x="73" y="41"/>
                    <a:pt x="76" y="35"/>
                    <a:pt x="75" y="29"/>
                  </a:cubicBezTo>
                  <a:cubicBezTo>
                    <a:pt x="73" y="24"/>
                    <a:pt x="67" y="21"/>
                    <a:pt x="62" y="23"/>
                  </a:cubicBezTo>
                  <a:cubicBezTo>
                    <a:pt x="58" y="24"/>
                    <a:pt x="55" y="27"/>
                    <a:pt x="55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0" y="25"/>
                    <a:pt x="49" y="20"/>
                    <a:pt x="48" y="16"/>
                  </a:cubicBezTo>
                  <a:cubicBezTo>
                    <a:pt x="47" y="14"/>
                    <a:pt x="46" y="13"/>
                    <a:pt x="45" y="14"/>
                  </a:cubicBezTo>
                  <a:cubicBezTo>
                    <a:pt x="45" y="14"/>
                    <a:pt x="37" y="17"/>
                    <a:pt x="29" y="21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0" y="16"/>
                    <a:pt x="31" y="12"/>
                    <a:pt x="30" y="8"/>
                  </a:cubicBezTo>
                  <a:cubicBezTo>
                    <a:pt x="28" y="3"/>
                    <a:pt x="22" y="0"/>
                    <a:pt x="17" y="2"/>
                  </a:cubicBezTo>
                  <a:cubicBezTo>
                    <a:pt x="12" y="4"/>
                    <a:pt x="9" y="9"/>
                    <a:pt x="10" y="15"/>
                  </a:cubicBezTo>
                  <a:cubicBezTo>
                    <a:pt x="12" y="19"/>
                    <a:pt x="15" y="21"/>
                    <a:pt x="18" y="22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2" y="27"/>
                    <a:pt x="5" y="28"/>
                    <a:pt x="2" y="28"/>
                  </a:cubicBezTo>
                  <a:cubicBezTo>
                    <a:pt x="1" y="29"/>
                    <a:pt x="0" y="30"/>
                    <a:pt x="0" y="32"/>
                  </a:cubicBezTo>
                  <a:cubicBezTo>
                    <a:pt x="0" y="35"/>
                    <a:pt x="1" y="41"/>
                    <a:pt x="4" y="48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8" y="44"/>
                    <a:pt x="11" y="41"/>
                    <a:pt x="14" y="39"/>
                  </a:cubicBezTo>
                  <a:cubicBezTo>
                    <a:pt x="20" y="38"/>
                    <a:pt x="26" y="41"/>
                    <a:pt x="27" y="46"/>
                  </a:cubicBezTo>
                  <a:cubicBezTo>
                    <a:pt x="29" y="52"/>
                    <a:pt x="26" y="57"/>
                    <a:pt x="21" y="59"/>
                  </a:cubicBezTo>
                  <a:cubicBezTo>
                    <a:pt x="17" y="61"/>
                    <a:pt x="13" y="59"/>
                    <a:pt x="10" y="57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10" y="66"/>
                    <a:pt x="13" y="71"/>
                    <a:pt x="13" y="71"/>
                  </a:cubicBezTo>
                  <a:cubicBezTo>
                    <a:pt x="14" y="73"/>
                    <a:pt x="14" y="73"/>
                    <a:pt x="17" y="73"/>
                  </a:cubicBezTo>
                  <a:cubicBezTo>
                    <a:pt x="22" y="74"/>
                    <a:pt x="32" y="71"/>
                    <a:pt x="40" y="6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7" name="ïŝlí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A88D79D-2A4E-4F18-95C5-5EB514772F0F}"/>
                </a:ext>
              </a:extLst>
            </p:cNvPr>
            <p:cNvSpPr/>
            <p:nvPr/>
          </p:nvSpPr>
          <p:spPr bwMode="auto">
            <a:xfrm>
              <a:off x="4429830" y="3208286"/>
              <a:ext cx="73292" cy="78178"/>
            </a:xfrm>
            <a:custGeom>
              <a:avLst/>
              <a:gdLst>
                <a:gd name="T0" fmla="*/ 0 w 29"/>
                <a:gd name="T1" fmla="*/ 31 h 31"/>
                <a:gd name="T2" fmla="*/ 29 w 29"/>
                <a:gd name="T3" fmla="*/ 19 h 31"/>
                <a:gd name="T4" fmla="*/ 0 w 29"/>
                <a:gd name="T5" fmla="*/ 0 h 31"/>
                <a:gd name="T6" fmla="*/ 0 w 29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31">
                  <a:moveTo>
                    <a:pt x="0" y="31"/>
                  </a:moveTo>
                  <a:cubicBezTo>
                    <a:pt x="29" y="19"/>
                    <a:pt x="29" y="19"/>
                    <a:pt x="29" y="19"/>
                  </a:cubicBezTo>
                  <a:cubicBezTo>
                    <a:pt x="24" y="8"/>
                    <a:pt x="13" y="0"/>
                    <a:pt x="0" y="0"/>
                  </a:cubicBezTo>
                  <a:lnTo>
                    <a:pt x="0" y="3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8" name="iṥľ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0A84B72-0385-47A0-85F3-1E0EC5803878}"/>
                </a:ext>
              </a:extLst>
            </p:cNvPr>
            <p:cNvSpPr/>
            <p:nvPr/>
          </p:nvSpPr>
          <p:spPr bwMode="auto">
            <a:xfrm>
              <a:off x="4343101" y="3208286"/>
              <a:ext cx="131925" cy="169793"/>
            </a:xfrm>
            <a:custGeom>
              <a:avLst/>
              <a:gdLst>
                <a:gd name="T0" fmla="*/ 32 w 52"/>
                <a:gd name="T1" fmla="*/ 34 h 67"/>
                <a:gd name="T2" fmla="*/ 32 w 52"/>
                <a:gd name="T3" fmla="*/ 0 h 67"/>
                <a:gd name="T4" fmla="*/ 0 w 52"/>
                <a:gd name="T5" fmla="*/ 33 h 67"/>
                <a:gd name="T6" fmla="*/ 33 w 52"/>
                <a:gd name="T7" fmla="*/ 67 h 67"/>
                <a:gd name="T8" fmla="*/ 51 w 52"/>
                <a:gd name="T9" fmla="*/ 62 h 67"/>
                <a:gd name="T10" fmla="*/ 51 w 52"/>
                <a:gd name="T11" fmla="*/ 62 h 67"/>
                <a:gd name="T12" fmla="*/ 52 w 52"/>
                <a:gd name="T13" fmla="*/ 61 h 67"/>
                <a:gd name="T14" fmla="*/ 52 w 52"/>
                <a:gd name="T15" fmla="*/ 61 h 67"/>
                <a:gd name="T16" fmla="*/ 52 w 52"/>
                <a:gd name="T17" fmla="*/ 61 h 67"/>
                <a:gd name="T18" fmla="*/ 32 w 52"/>
                <a:gd name="T19" fmla="*/ 3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67">
                  <a:moveTo>
                    <a:pt x="32" y="3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5"/>
                    <a:pt x="0" y="33"/>
                  </a:cubicBezTo>
                  <a:cubicBezTo>
                    <a:pt x="0" y="52"/>
                    <a:pt x="15" y="67"/>
                    <a:pt x="33" y="67"/>
                  </a:cubicBezTo>
                  <a:cubicBezTo>
                    <a:pt x="40" y="67"/>
                    <a:pt x="46" y="65"/>
                    <a:pt x="51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1"/>
                    <a:pt x="52" y="61"/>
                    <a:pt x="52" y="61"/>
                  </a:cubicBezTo>
                  <a:lnTo>
                    <a:pt x="32" y="3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9" name="íṥļi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43DE64E-E9F1-40BB-A5EC-8816FC8BFB78}"/>
                </a:ext>
              </a:extLst>
            </p:cNvPr>
            <p:cNvSpPr/>
            <p:nvPr/>
          </p:nvSpPr>
          <p:spPr bwMode="auto">
            <a:xfrm>
              <a:off x="4432273" y="3260813"/>
              <a:ext cx="80621" cy="96501"/>
            </a:xfrm>
            <a:custGeom>
              <a:avLst/>
              <a:gdLst>
                <a:gd name="T0" fmla="*/ 32 w 32"/>
                <a:gd name="T1" fmla="*/ 12 h 38"/>
                <a:gd name="T2" fmla="*/ 29 w 32"/>
                <a:gd name="T3" fmla="*/ 0 h 38"/>
                <a:gd name="T4" fmla="*/ 0 w 32"/>
                <a:gd name="T5" fmla="*/ 13 h 38"/>
                <a:gd name="T6" fmla="*/ 19 w 32"/>
                <a:gd name="T7" fmla="*/ 38 h 38"/>
                <a:gd name="T8" fmla="*/ 32 w 32"/>
                <a:gd name="T9" fmla="*/ 1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8">
                  <a:moveTo>
                    <a:pt x="32" y="12"/>
                  </a:moveTo>
                  <a:cubicBezTo>
                    <a:pt x="32" y="8"/>
                    <a:pt x="31" y="4"/>
                    <a:pt x="29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27" y="32"/>
                    <a:pt x="32" y="23"/>
                    <a:pt x="32" y="1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0" name="íŝḻî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3F1CC3C-3B4C-46CC-A2B0-A96FFBFE5E97}"/>
                </a:ext>
              </a:extLst>
            </p:cNvPr>
            <p:cNvSpPr/>
            <p:nvPr/>
          </p:nvSpPr>
          <p:spPr bwMode="auto">
            <a:xfrm>
              <a:off x="3810513" y="3392738"/>
              <a:ext cx="139255" cy="131925"/>
            </a:xfrm>
            <a:custGeom>
              <a:avLst/>
              <a:gdLst>
                <a:gd name="T0" fmla="*/ 29 w 55"/>
                <a:gd name="T1" fmla="*/ 4 h 52"/>
                <a:gd name="T2" fmla="*/ 29 w 55"/>
                <a:gd name="T3" fmla="*/ 0 h 52"/>
                <a:gd name="T4" fmla="*/ 27 w 55"/>
                <a:gd name="T5" fmla="*/ 0 h 52"/>
                <a:gd name="T6" fmla="*/ 27 w 55"/>
                <a:gd name="T7" fmla="*/ 4 h 52"/>
                <a:gd name="T8" fmla="*/ 0 w 55"/>
                <a:gd name="T9" fmla="*/ 31 h 52"/>
                <a:gd name="T10" fmla="*/ 0 w 55"/>
                <a:gd name="T11" fmla="*/ 34 h 52"/>
                <a:gd name="T12" fmla="*/ 2 w 55"/>
                <a:gd name="T13" fmla="*/ 34 h 52"/>
                <a:gd name="T14" fmla="*/ 8 w 55"/>
                <a:gd name="T15" fmla="*/ 28 h 52"/>
                <a:gd name="T16" fmla="*/ 14 w 55"/>
                <a:gd name="T17" fmla="*/ 34 h 52"/>
                <a:gd name="T18" fmla="*/ 15 w 55"/>
                <a:gd name="T19" fmla="*/ 34 h 52"/>
                <a:gd name="T20" fmla="*/ 21 w 55"/>
                <a:gd name="T21" fmla="*/ 28 h 52"/>
                <a:gd name="T22" fmla="*/ 27 w 55"/>
                <a:gd name="T23" fmla="*/ 33 h 52"/>
                <a:gd name="T24" fmla="*/ 27 w 55"/>
                <a:gd name="T25" fmla="*/ 48 h 52"/>
                <a:gd name="T26" fmla="*/ 31 w 55"/>
                <a:gd name="T27" fmla="*/ 52 h 52"/>
                <a:gd name="T28" fmla="*/ 35 w 55"/>
                <a:gd name="T29" fmla="*/ 48 h 52"/>
                <a:gd name="T30" fmla="*/ 33 w 55"/>
                <a:gd name="T31" fmla="*/ 48 h 52"/>
                <a:gd name="T32" fmla="*/ 31 w 55"/>
                <a:gd name="T33" fmla="*/ 50 h 52"/>
                <a:gd name="T34" fmla="*/ 29 w 55"/>
                <a:gd name="T35" fmla="*/ 48 h 52"/>
                <a:gd name="T36" fmla="*/ 29 w 55"/>
                <a:gd name="T37" fmla="*/ 34 h 52"/>
                <a:gd name="T38" fmla="*/ 34 w 55"/>
                <a:gd name="T39" fmla="*/ 28 h 52"/>
                <a:gd name="T40" fmla="*/ 40 w 55"/>
                <a:gd name="T41" fmla="*/ 34 h 52"/>
                <a:gd name="T42" fmla="*/ 42 w 55"/>
                <a:gd name="T43" fmla="*/ 34 h 52"/>
                <a:gd name="T44" fmla="*/ 47 w 55"/>
                <a:gd name="T45" fmla="*/ 28 h 52"/>
                <a:gd name="T46" fmla="*/ 53 w 55"/>
                <a:gd name="T47" fmla="*/ 34 h 52"/>
                <a:gd name="T48" fmla="*/ 55 w 55"/>
                <a:gd name="T49" fmla="*/ 34 h 52"/>
                <a:gd name="T50" fmla="*/ 55 w 55"/>
                <a:gd name="T51" fmla="*/ 31 h 52"/>
                <a:gd name="T52" fmla="*/ 29 w 55"/>
                <a:gd name="T53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2">
                  <a:moveTo>
                    <a:pt x="29" y="4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12" y="4"/>
                    <a:pt x="0" y="16"/>
                    <a:pt x="0" y="31"/>
                  </a:cubicBezTo>
                  <a:cubicBezTo>
                    <a:pt x="0" y="32"/>
                    <a:pt x="0" y="33"/>
                    <a:pt x="0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1"/>
                    <a:pt x="5" y="28"/>
                    <a:pt x="8" y="28"/>
                  </a:cubicBezTo>
                  <a:cubicBezTo>
                    <a:pt x="11" y="28"/>
                    <a:pt x="14" y="31"/>
                    <a:pt x="14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1"/>
                    <a:pt x="18" y="28"/>
                    <a:pt x="21" y="28"/>
                  </a:cubicBezTo>
                  <a:cubicBezTo>
                    <a:pt x="24" y="28"/>
                    <a:pt x="27" y="30"/>
                    <a:pt x="27" y="33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7" y="51"/>
                    <a:pt x="29" y="52"/>
                    <a:pt x="31" y="52"/>
                  </a:cubicBezTo>
                  <a:cubicBezTo>
                    <a:pt x="33" y="52"/>
                    <a:pt x="35" y="51"/>
                    <a:pt x="35" y="48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33" y="49"/>
                    <a:pt x="32" y="50"/>
                    <a:pt x="31" y="50"/>
                  </a:cubicBezTo>
                  <a:cubicBezTo>
                    <a:pt x="30" y="50"/>
                    <a:pt x="29" y="49"/>
                    <a:pt x="29" y="48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9" y="31"/>
                    <a:pt x="31" y="28"/>
                    <a:pt x="34" y="28"/>
                  </a:cubicBezTo>
                  <a:cubicBezTo>
                    <a:pt x="37" y="28"/>
                    <a:pt x="40" y="31"/>
                    <a:pt x="40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2" y="31"/>
                    <a:pt x="44" y="28"/>
                    <a:pt x="47" y="28"/>
                  </a:cubicBezTo>
                  <a:cubicBezTo>
                    <a:pt x="50" y="28"/>
                    <a:pt x="53" y="30"/>
                    <a:pt x="53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5" y="33"/>
                    <a:pt x="55" y="32"/>
                    <a:pt x="55" y="31"/>
                  </a:cubicBezTo>
                  <a:cubicBezTo>
                    <a:pt x="55" y="16"/>
                    <a:pt x="43" y="4"/>
                    <a:pt x="29" y="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1" name="íṡ1i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3AF9C09-3F87-44A3-A192-2CDFAAFAA62D}"/>
                </a:ext>
              </a:extLst>
            </p:cNvPr>
            <p:cNvSpPr/>
            <p:nvPr/>
          </p:nvSpPr>
          <p:spPr bwMode="auto">
            <a:xfrm>
              <a:off x="4453039" y="3402510"/>
              <a:ext cx="65963" cy="109938"/>
            </a:xfrm>
            <a:custGeom>
              <a:avLst/>
              <a:gdLst>
                <a:gd name="T0" fmla="*/ 54 w 54"/>
                <a:gd name="T1" fmla="*/ 40 h 90"/>
                <a:gd name="T2" fmla="*/ 33 w 54"/>
                <a:gd name="T3" fmla="*/ 40 h 90"/>
                <a:gd name="T4" fmla="*/ 39 w 54"/>
                <a:gd name="T5" fmla="*/ 0 h 90"/>
                <a:gd name="T6" fmla="*/ 0 w 54"/>
                <a:gd name="T7" fmla="*/ 50 h 90"/>
                <a:gd name="T8" fmla="*/ 18 w 54"/>
                <a:gd name="T9" fmla="*/ 50 h 90"/>
                <a:gd name="T10" fmla="*/ 14 w 54"/>
                <a:gd name="T11" fmla="*/ 90 h 90"/>
                <a:gd name="T12" fmla="*/ 54 w 54"/>
                <a:gd name="T13" fmla="*/ 4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90">
                  <a:moveTo>
                    <a:pt x="54" y="40"/>
                  </a:moveTo>
                  <a:lnTo>
                    <a:pt x="33" y="40"/>
                  </a:lnTo>
                  <a:lnTo>
                    <a:pt x="39" y="0"/>
                  </a:lnTo>
                  <a:lnTo>
                    <a:pt x="0" y="50"/>
                  </a:lnTo>
                  <a:lnTo>
                    <a:pt x="18" y="50"/>
                  </a:lnTo>
                  <a:lnTo>
                    <a:pt x="14" y="90"/>
                  </a:lnTo>
                  <a:lnTo>
                    <a:pt x="54" y="4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2" name="îŝli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65381A8-7430-44F3-B52D-9CC39BDC6C7F}"/>
                </a:ext>
              </a:extLst>
            </p:cNvPr>
            <p:cNvSpPr/>
            <p:nvPr/>
          </p:nvSpPr>
          <p:spPr bwMode="auto">
            <a:xfrm>
              <a:off x="4752314" y="3255926"/>
              <a:ext cx="65963" cy="106274"/>
            </a:xfrm>
            <a:custGeom>
              <a:avLst/>
              <a:gdLst>
                <a:gd name="T0" fmla="*/ 54 w 54"/>
                <a:gd name="T1" fmla="*/ 37 h 87"/>
                <a:gd name="T2" fmla="*/ 33 w 54"/>
                <a:gd name="T3" fmla="*/ 37 h 87"/>
                <a:gd name="T4" fmla="*/ 39 w 54"/>
                <a:gd name="T5" fmla="*/ 0 h 87"/>
                <a:gd name="T6" fmla="*/ 0 w 54"/>
                <a:gd name="T7" fmla="*/ 50 h 87"/>
                <a:gd name="T8" fmla="*/ 21 w 54"/>
                <a:gd name="T9" fmla="*/ 50 h 87"/>
                <a:gd name="T10" fmla="*/ 14 w 54"/>
                <a:gd name="T11" fmla="*/ 87 h 87"/>
                <a:gd name="T12" fmla="*/ 54 w 54"/>
                <a:gd name="T13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7">
                  <a:moveTo>
                    <a:pt x="54" y="37"/>
                  </a:moveTo>
                  <a:lnTo>
                    <a:pt x="33" y="37"/>
                  </a:lnTo>
                  <a:lnTo>
                    <a:pt x="39" y="0"/>
                  </a:lnTo>
                  <a:lnTo>
                    <a:pt x="0" y="50"/>
                  </a:lnTo>
                  <a:lnTo>
                    <a:pt x="21" y="50"/>
                  </a:lnTo>
                  <a:lnTo>
                    <a:pt x="14" y="87"/>
                  </a:lnTo>
                  <a:lnTo>
                    <a:pt x="54" y="3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3" name="ïś1ï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6122167-6892-46A3-BCF4-1CE1B89253E8}"/>
                </a:ext>
              </a:extLst>
            </p:cNvPr>
            <p:cNvSpPr/>
            <p:nvPr/>
          </p:nvSpPr>
          <p:spPr bwMode="auto">
            <a:xfrm>
              <a:off x="4343101" y="3677355"/>
              <a:ext cx="169793" cy="161242"/>
            </a:xfrm>
            <a:custGeom>
              <a:avLst/>
              <a:gdLst>
                <a:gd name="T0" fmla="*/ 37 w 67"/>
                <a:gd name="T1" fmla="*/ 4 h 64"/>
                <a:gd name="T2" fmla="*/ 51 w 67"/>
                <a:gd name="T3" fmla="*/ 30 h 64"/>
                <a:gd name="T4" fmla="*/ 51 w 67"/>
                <a:gd name="T5" fmla="*/ 30 h 64"/>
                <a:gd name="T6" fmla="*/ 66 w 67"/>
                <a:gd name="T7" fmla="*/ 59 h 64"/>
                <a:gd name="T8" fmla="*/ 65 w 67"/>
                <a:gd name="T9" fmla="*/ 63 h 64"/>
                <a:gd name="T10" fmla="*/ 64 w 67"/>
                <a:gd name="T11" fmla="*/ 64 h 64"/>
                <a:gd name="T12" fmla="*/ 64 w 67"/>
                <a:gd name="T13" fmla="*/ 64 h 64"/>
                <a:gd name="T14" fmla="*/ 33 w 67"/>
                <a:gd name="T15" fmla="*/ 64 h 64"/>
                <a:gd name="T16" fmla="*/ 33 w 67"/>
                <a:gd name="T17" fmla="*/ 64 h 64"/>
                <a:gd name="T18" fmla="*/ 33 w 67"/>
                <a:gd name="T19" fmla="*/ 59 h 64"/>
                <a:gd name="T20" fmla="*/ 36 w 67"/>
                <a:gd name="T21" fmla="*/ 59 h 64"/>
                <a:gd name="T22" fmla="*/ 38 w 67"/>
                <a:gd name="T23" fmla="*/ 56 h 64"/>
                <a:gd name="T24" fmla="*/ 38 w 67"/>
                <a:gd name="T25" fmla="*/ 51 h 64"/>
                <a:gd name="T26" fmla="*/ 36 w 67"/>
                <a:gd name="T27" fmla="*/ 49 h 64"/>
                <a:gd name="T28" fmla="*/ 33 w 67"/>
                <a:gd name="T29" fmla="*/ 49 h 64"/>
                <a:gd name="T30" fmla="*/ 33 w 67"/>
                <a:gd name="T31" fmla="*/ 47 h 64"/>
                <a:gd name="T32" fmla="*/ 35 w 67"/>
                <a:gd name="T33" fmla="*/ 47 h 64"/>
                <a:gd name="T34" fmla="*/ 38 w 67"/>
                <a:gd name="T35" fmla="*/ 44 h 64"/>
                <a:gd name="T36" fmla="*/ 41 w 67"/>
                <a:gd name="T37" fmla="*/ 24 h 64"/>
                <a:gd name="T38" fmla="*/ 38 w 67"/>
                <a:gd name="T39" fmla="*/ 22 h 64"/>
                <a:gd name="T40" fmla="*/ 33 w 67"/>
                <a:gd name="T41" fmla="*/ 22 h 64"/>
                <a:gd name="T42" fmla="*/ 33 w 67"/>
                <a:gd name="T43" fmla="*/ 0 h 64"/>
                <a:gd name="T44" fmla="*/ 37 w 67"/>
                <a:gd name="T45" fmla="*/ 4 h 64"/>
                <a:gd name="T46" fmla="*/ 33 w 67"/>
                <a:gd name="T47" fmla="*/ 64 h 64"/>
                <a:gd name="T48" fmla="*/ 3 w 67"/>
                <a:gd name="T49" fmla="*/ 64 h 64"/>
                <a:gd name="T50" fmla="*/ 0 w 67"/>
                <a:gd name="T51" fmla="*/ 61 h 64"/>
                <a:gd name="T52" fmla="*/ 1 w 67"/>
                <a:gd name="T53" fmla="*/ 59 h 64"/>
                <a:gd name="T54" fmla="*/ 16 w 67"/>
                <a:gd name="T55" fmla="*/ 30 h 64"/>
                <a:gd name="T56" fmla="*/ 16 w 67"/>
                <a:gd name="T57" fmla="*/ 30 h 64"/>
                <a:gd name="T58" fmla="*/ 29 w 67"/>
                <a:gd name="T59" fmla="*/ 4 h 64"/>
                <a:gd name="T60" fmla="*/ 33 w 67"/>
                <a:gd name="T61" fmla="*/ 0 h 64"/>
                <a:gd name="T62" fmla="*/ 33 w 67"/>
                <a:gd name="T63" fmla="*/ 22 h 64"/>
                <a:gd name="T64" fmla="*/ 29 w 67"/>
                <a:gd name="T65" fmla="*/ 22 h 64"/>
                <a:gd name="T66" fmla="*/ 26 w 67"/>
                <a:gd name="T67" fmla="*/ 24 h 64"/>
                <a:gd name="T68" fmla="*/ 29 w 67"/>
                <a:gd name="T69" fmla="*/ 44 h 64"/>
                <a:gd name="T70" fmla="*/ 32 w 67"/>
                <a:gd name="T71" fmla="*/ 47 h 64"/>
                <a:gd name="T72" fmla="*/ 33 w 67"/>
                <a:gd name="T73" fmla="*/ 47 h 64"/>
                <a:gd name="T74" fmla="*/ 33 w 67"/>
                <a:gd name="T75" fmla="*/ 49 h 64"/>
                <a:gd name="T76" fmla="*/ 31 w 67"/>
                <a:gd name="T77" fmla="*/ 49 h 64"/>
                <a:gd name="T78" fmla="*/ 29 w 67"/>
                <a:gd name="T79" fmla="*/ 51 h 64"/>
                <a:gd name="T80" fmla="*/ 29 w 67"/>
                <a:gd name="T81" fmla="*/ 56 h 64"/>
                <a:gd name="T82" fmla="*/ 31 w 67"/>
                <a:gd name="T83" fmla="*/ 59 h 64"/>
                <a:gd name="T84" fmla="*/ 33 w 67"/>
                <a:gd name="T85" fmla="*/ 59 h 64"/>
                <a:gd name="T86" fmla="*/ 33 w 67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7" h="64">
                  <a:moveTo>
                    <a:pt x="37" y="4"/>
                  </a:moveTo>
                  <a:cubicBezTo>
                    <a:pt x="51" y="30"/>
                    <a:pt x="51" y="30"/>
                    <a:pt x="51" y="30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7" y="61"/>
                    <a:pt x="66" y="63"/>
                    <a:pt x="65" y="63"/>
                  </a:cubicBezTo>
                  <a:cubicBezTo>
                    <a:pt x="65" y="64"/>
                    <a:pt x="64" y="64"/>
                    <a:pt x="64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59"/>
                    <a:pt x="38" y="58"/>
                    <a:pt x="38" y="56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7" y="47"/>
                    <a:pt x="38" y="46"/>
                    <a:pt x="38" y="4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3"/>
                    <a:pt x="39" y="22"/>
                    <a:pt x="38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5" y="0"/>
                    <a:pt x="36" y="2"/>
                    <a:pt x="37" y="4"/>
                  </a:cubicBezTo>
                  <a:close/>
                  <a:moveTo>
                    <a:pt x="33" y="64"/>
                  </a:moveTo>
                  <a:cubicBezTo>
                    <a:pt x="3" y="64"/>
                    <a:pt x="3" y="64"/>
                    <a:pt x="3" y="64"/>
                  </a:cubicBezTo>
                  <a:cubicBezTo>
                    <a:pt x="2" y="64"/>
                    <a:pt x="0" y="63"/>
                    <a:pt x="0" y="61"/>
                  </a:cubicBezTo>
                  <a:cubicBezTo>
                    <a:pt x="0" y="60"/>
                    <a:pt x="1" y="60"/>
                    <a:pt x="1" y="59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0" y="2"/>
                    <a:pt x="32" y="0"/>
                    <a:pt x="33" y="0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7" y="22"/>
                    <a:pt x="26" y="23"/>
                    <a:pt x="26" y="2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6"/>
                    <a:pt x="30" y="47"/>
                    <a:pt x="32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0" y="49"/>
                    <a:pt x="29" y="50"/>
                    <a:pt x="29" y="5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58"/>
                    <a:pt x="30" y="59"/>
                    <a:pt x="31" y="59"/>
                  </a:cubicBezTo>
                  <a:cubicBezTo>
                    <a:pt x="33" y="59"/>
                    <a:pt x="33" y="59"/>
                    <a:pt x="33" y="59"/>
                  </a:cubicBezTo>
                  <a:lnTo>
                    <a:pt x="33" y="6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4" name="îŝḷï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C37B468-1BD4-4ACF-883B-5FB755E93F6E}"/>
                </a:ext>
              </a:extLst>
            </p:cNvPr>
            <p:cNvSpPr/>
            <p:nvPr/>
          </p:nvSpPr>
          <p:spPr bwMode="auto">
            <a:xfrm>
              <a:off x="3280369" y="3225388"/>
              <a:ext cx="118489" cy="119710"/>
            </a:xfrm>
            <a:custGeom>
              <a:avLst/>
              <a:gdLst>
                <a:gd name="T0" fmla="*/ 4 w 47"/>
                <a:gd name="T1" fmla="*/ 8 h 47"/>
                <a:gd name="T2" fmla="*/ 8 w 47"/>
                <a:gd name="T3" fmla="*/ 4 h 47"/>
                <a:gd name="T4" fmla="*/ 18 w 47"/>
                <a:gd name="T5" fmla="*/ 2 h 47"/>
                <a:gd name="T6" fmla="*/ 24 w 47"/>
                <a:gd name="T7" fmla="*/ 8 h 47"/>
                <a:gd name="T8" fmla="*/ 29 w 47"/>
                <a:gd name="T9" fmla="*/ 2 h 47"/>
                <a:gd name="T10" fmla="*/ 40 w 47"/>
                <a:gd name="T11" fmla="*/ 4 h 47"/>
                <a:gd name="T12" fmla="*/ 44 w 47"/>
                <a:gd name="T13" fmla="*/ 8 h 47"/>
                <a:gd name="T14" fmla="*/ 45 w 47"/>
                <a:gd name="T15" fmla="*/ 18 h 47"/>
                <a:gd name="T16" fmla="*/ 40 w 47"/>
                <a:gd name="T17" fmla="*/ 24 h 47"/>
                <a:gd name="T18" fmla="*/ 45 w 47"/>
                <a:gd name="T19" fmla="*/ 29 h 47"/>
                <a:gd name="T20" fmla="*/ 44 w 47"/>
                <a:gd name="T21" fmla="*/ 39 h 47"/>
                <a:gd name="T22" fmla="*/ 40 w 47"/>
                <a:gd name="T23" fmla="*/ 43 h 47"/>
                <a:gd name="T24" fmla="*/ 29 w 47"/>
                <a:gd name="T25" fmla="*/ 45 h 47"/>
                <a:gd name="T26" fmla="*/ 24 w 47"/>
                <a:gd name="T27" fmla="*/ 39 h 47"/>
                <a:gd name="T28" fmla="*/ 18 w 47"/>
                <a:gd name="T29" fmla="*/ 45 h 47"/>
                <a:gd name="T30" fmla="*/ 8 w 47"/>
                <a:gd name="T31" fmla="*/ 43 h 47"/>
                <a:gd name="T32" fmla="*/ 4 w 47"/>
                <a:gd name="T33" fmla="*/ 39 h 47"/>
                <a:gd name="T34" fmla="*/ 3 w 47"/>
                <a:gd name="T35" fmla="*/ 29 h 47"/>
                <a:gd name="T36" fmla="*/ 8 w 47"/>
                <a:gd name="T37" fmla="*/ 24 h 47"/>
                <a:gd name="T38" fmla="*/ 3 w 47"/>
                <a:gd name="T39" fmla="*/ 18 h 47"/>
                <a:gd name="T40" fmla="*/ 4 w 47"/>
                <a:gd name="T41" fmla="*/ 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47">
                  <a:moveTo>
                    <a:pt x="4" y="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11" y="1"/>
                    <a:pt x="16" y="0"/>
                    <a:pt x="18" y="2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2" y="0"/>
                    <a:pt x="37" y="1"/>
                    <a:pt x="40" y="4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7" y="11"/>
                    <a:pt x="47" y="16"/>
                    <a:pt x="45" y="18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7" y="32"/>
                    <a:pt x="47" y="36"/>
                    <a:pt x="44" y="39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7" y="47"/>
                    <a:pt x="32" y="47"/>
                    <a:pt x="29" y="45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6" y="47"/>
                    <a:pt x="11" y="47"/>
                    <a:pt x="8" y="43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9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16"/>
                    <a:pt x="1" y="11"/>
                    <a:pt x="4" y="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5" name="ïṧḻí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B2271BE-1BF4-4501-A08A-D9B04D0FF61F}"/>
                </a:ext>
              </a:extLst>
            </p:cNvPr>
            <p:cNvSpPr/>
            <p:nvPr/>
          </p:nvSpPr>
          <p:spPr bwMode="auto">
            <a:xfrm>
              <a:off x="4018174" y="3611392"/>
              <a:ext cx="348137" cy="309048"/>
            </a:xfrm>
            <a:custGeom>
              <a:avLst/>
              <a:gdLst>
                <a:gd name="T0" fmla="*/ 117 w 137"/>
                <a:gd name="T1" fmla="*/ 7 h 122"/>
                <a:gd name="T2" fmla="*/ 130 w 137"/>
                <a:gd name="T3" fmla="*/ 18 h 122"/>
                <a:gd name="T4" fmla="*/ 131 w 137"/>
                <a:gd name="T5" fmla="*/ 42 h 122"/>
                <a:gd name="T6" fmla="*/ 68 w 137"/>
                <a:gd name="T7" fmla="*/ 114 h 122"/>
                <a:gd name="T8" fmla="*/ 61 w 137"/>
                <a:gd name="T9" fmla="*/ 118 h 122"/>
                <a:gd name="T10" fmla="*/ 42 w 137"/>
                <a:gd name="T11" fmla="*/ 116 h 122"/>
                <a:gd name="T12" fmla="*/ 6 w 137"/>
                <a:gd name="T13" fmla="*/ 83 h 122"/>
                <a:gd name="T14" fmla="*/ 6 w 137"/>
                <a:gd name="T15" fmla="*/ 60 h 122"/>
                <a:gd name="T16" fmla="*/ 19 w 137"/>
                <a:gd name="T17" fmla="*/ 46 h 122"/>
                <a:gd name="T18" fmla="*/ 41 w 137"/>
                <a:gd name="T19" fmla="*/ 46 h 122"/>
                <a:gd name="T20" fmla="*/ 51 w 137"/>
                <a:gd name="T21" fmla="*/ 55 h 122"/>
                <a:gd name="T22" fmla="*/ 93 w 137"/>
                <a:gd name="T23" fmla="*/ 8 h 122"/>
                <a:gd name="T24" fmla="*/ 117 w 137"/>
                <a:gd name="T25" fmla="*/ 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" h="122">
                  <a:moveTo>
                    <a:pt x="117" y="7"/>
                  </a:moveTo>
                  <a:cubicBezTo>
                    <a:pt x="130" y="18"/>
                    <a:pt x="130" y="18"/>
                    <a:pt x="130" y="18"/>
                  </a:cubicBezTo>
                  <a:cubicBezTo>
                    <a:pt x="137" y="24"/>
                    <a:pt x="137" y="35"/>
                    <a:pt x="131" y="42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66" y="116"/>
                    <a:pt x="64" y="117"/>
                    <a:pt x="61" y="118"/>
                  </a:cubicBezTo>
                  <a:cubicBezTo>
                    <a:pt x="55" y="122"/>
                    <a:pt x="47" y="122"/>
                    <a:pt x="42" y="116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0" y="77"/>
                    <a:pt x="0" y="67"/>
                    <a:pt x="6" y="60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25" y="40"/>
                    <a:pt x="35" y="40"/>
                    <a:pt x="41" y="46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9" y="1"/>
                    <a:pt x="110" y="0"/>
                    <a:pt x="117" y="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6" name="íśḷí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A0FAE73-2AE5-4562-9947-81E638ACDA3C}"/>
                </a:ext>
              </a:extLst>
            </p:cNvPr>
            <p:cNvSpPr/>
            <p:nvPr/>
          </p:nvSpPr>
          <p:spPr bwMode="auto">
            <a:xfrm>
              <a:off x="4531217" y="3199736"/>
              <a:ext cx="160021" cy="180787"/>
            </a:xfrm>
            <a:custGeom>
              <a:avLst/>
              <a:gdLst>
                <a:gd name="T0" fmla="*/ 3 w 63"/>
                <a:gd name="T1" fmla="*/ 38 h 71"/>
                <a:gd name="T2" fmla="*/ 4 w 63"/>
                <a:gd name="T3" fmla="*/ 26 h 71"/>
                <a:gd name="T4" fmla="*/ 25 w 63"/>
                <a:gd name="T5" fmla="*/ 4 h 71"/>
                <a:gd name="T6" fmla="*/ 38 w 63"/>
                <a:gd name="T7" fmla="*/ 4 h 71"/>
                <a:gd name="T8" fmla="*/ 60 w 63"/>
                <a:gd name="T9" fmla="*/ 26 h 71"/>
                <a:gd name="T10" fmla="*/ 60 w 63"/>
                <a:gd name="T11" fmla="*/ 38 h 71"/>
                <a:gd name="T12" fmla="*/ 58 w 63"/>
                <a:gd name="T13" fmla="*/ 38 h 71"/>
                <a:gd name="T14" fmla="*/ 58 w 63"/>
                <a:gd name="T15" fmla="*/ 59 h 71"/>
                <a:gd name="T16" fmla="*/ 43 w 63"/>
                <a:gd name="T17" fmla="*/ 71 h 71"/>
                <a:gd name="T18" fmla="*/ 38 w 63"/>
                <a:gd name="T19" fmla="*/ 71 h 71"/>
                <a:gd name="T20" fmla="*/ 38 w 63"/>
                <a:gd name="T21" fmla="*/ 53 h 71"/>
                <a:gd name="T22" fmla="*/ 35 w 63"/>
                <a:gd name="T23" fmla="*/ 50 h 71"/>
                <a:gd name="T24" fmla="*/ 28 w 63"/>
                <a:gd name="T25" fmla="*/ 50 h 71"/>
                <a:gd name="T26" fmla="*/ 25 w 63"/>
                <a:gd name="T27" fmla="*/ 53 h 71"/>
                <a:gd name="T28" fmla="*/ 25 w 63"/>
                <a:gd name="T29" fmla="*/ 71 h 71"/>
                <a:gd name="T30" fmla="*/ 22 w 63"/>
                <a:gd name="T31" fmla="*/ 71 h 71"/>
                <a:gd name="T32" fmla="*/ 5 w 63"/>
                <a:gd name="T33" fmla="*/ 59 h 71"/>
                <a:gd name="T34" fmla="*/ 5 w 63"/>
                <a:gd name="T35" fmla="*/ 38 h 71"/>
                <a:gd name="T36" fmla="*/ 3 w 63"/>
                <a:gd name="T37" fmla="*/ 3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3" h="71">
                  <a:moveTo>
                    <a:pt x="3" y="38"/>
                  </a:moveTo>
                  <a:cubicBezTo>
                    <a:pt x="0" y="34"/>
                    <a:pt x="0" y="29"/>
                    <a:pt x="4" y="26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9" y="0"/>
                    <a:pt x="34" y="0"/>
                    <a:pt x="38" y="4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63" y="29"/>
                    <a:pt x="63" y="34"/>
                    <a:pt x="60" y="38"/>
                  </a:cubicBezTo>
                  <a:cubicBezTo>
                    <a:pt x="58" y="38"/>
                    <a:pt x="58" y="38"/>
                    <a:pt x="58" y="38"/>
                  </a:cubicBezTo>
                  <a:cubicBezTo>
                    <a:pt x="58" y="59"/>
                    <a:pt x="58" y="59"/>
                    <a:pt x="58" y="59"/>
                  </a:cubicBezTo>
                  <a:cubicBezTo>
                    <a:pt x="58" y="67"/>
                    <a:pt x="51" y="71"/>
                    <a:pt x="43" y="71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8" y="51"/>
                    <a:pt x="37" y="50"/>
                    <a:pt x="35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6" y="50"/>
                    <a:pt x="25" y="51"/>
                    <a:pt x="25" y="53"/>
                  </a:cubicBezTo>
                  <a:cubicBezTo>
                    <a:pt x="25" y="71"/>
                    <a:pt x="25" y="71"/>
                    <a:pt x="25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13" y="71"/>
                    <a:pt x="5" y="67"/>
                    <a:pt x="5" y="59"/>
                  </a:cubicBezTo>
                  <a:cubicBezTo>
                    <a:pt x="5" y="38"/>
                    <a:pt x="5" y="38"/>
                    <a:pt x="5" y="38"/>
                  </a:cubicBezTo>
                  <a:lnTo>
                    <a:pt x="3" y="3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7" name="išļ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67E3D20-6FA8-49EF-B59C-D555B1F6DBB9}"/>
                </a:ext>
              </a:extLst>
            </p:cNvPr>
            <p:cNvSpPr/>
            <p:nvPr/>
          </p:nvSpPr>
          <p:spPr bwMode="auto">
            <a:xfrm>
              <a:off x="3914343" y="3739653"/>
              <a:ext cx="20766" cy="10994"/>
            </a:xfrm>
            <a:custGeom>
              <a:avLst/>
              <a:gdLst>
                <a:gd name="T0" fmla="*/ 8 w 8"/>
                <a:gd name="T1" fmla="*/ 2 h 4"/>
                <a:gd name="T2" fmla="*/ 6 w 8"/>
                <a:gd name="T3" fmla="*/ 4 h 4"/>
                <a:gd name="T4" fmla="*/ 2 w 8"/>
                <a:gd name="T5" fmla="*/ 4 h 4"/>
                <a:gd name="T6" fmla="*/ 0 w 8"/>
                <a:gd name="T7" fmla="*/ 2 h 4"/>
                <a:gd name="T8" fmla="*/ 0 w 8"/>
                <a:gd name="T9" fmla="*/ 2 h 4"/>
                <a:gd name="T10" fmla="*/ 2 w 8"/>
                <a:gd name="T11" fmla="*/ 0 h 4"/>
                <a:gd name="T12" fmla="*/ 6 w 8"/>
                <a:gd name="T13" fmla="*/ 0 h 4"/>
                <a:gd name="T14" fmla="*/ 8 w 8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4">
                  <a:moveTo>
                    <a:pt x="8" y="2"/>
                  </a:moveTo>
                  <a:cubicBezTo>
                    <a:pt x="8" y="3"/>
                    <a:pt x="7" y="4"/>
                    <a:pt x="6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8" y="1"/>
                    <a:pt x="8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8" name="íṡ1ï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30E56C0-2923-4C47-8933-FAE42616E6D9}"/>
                </a:ext>
              </a:extLst>
            </p:cNvPr>
            <p:cNvSpPr/>
            <p:nvPr/>
          </p:nvSpPr>
          <p:spPr bwMode="auto">
            <a:xfrm>
              <a:off x="3876476" y="3677355"/>
              <a:ext cx="98944" cy="100166"/>
            </a:xfrm>
            <a:custGeom>
              <a:avLst/>
              <a:gdLst>
                <a:gd name="T0" fmla="*/ 35 w 39"/>
                <a:gd name="T1" fmla="*/ 0 h 40"/>
                <a:gd name="T2" fmla="*/ 4 w 39"/>
                <a:gd name="T3" fmla="*/ 0 h 40"/>
                <a:gd name="T4" fmla="*/ 0 w 39"/>
                <a:gd name="T5" fmla="*/ 3 h 40"/>
                <a:gd name="T6" fmla="*/ 0 w 39"/>
                <a:gd name="T7" fmla="*/ 36 h 40"/>
                <a:gd name="T8" fmla="*/ 4 w 39"/>
                <a:gd name="T9" fmla="*/ 40 h 40"/>
                <a:gd name="T10" fmla="*/ 35 w 39"/>
                <a:gd name="T11" fmla="*/ 40 h 40"/>
                <a:gd name="T12" fmla="*/ 39 w 39"/>
                <a:gd name="T13" fmla="*/ 36 h 40"/>
                <a:gd name="T14" fmla="*/ 39 w 39"/>
                <a:gd name="T15" fmla="*/ 3 h 40"/>
                <a:gd name="T16" fmla="*/ 35 w 39"/>
                <a:gd name="T17" fmla="*/ 0 h 40"/>
                <a:gd name="T18" fmla="*/ 34 w 39"/>
                <a:gd name="T19" fmla="*/ 34 h 40"/>
                <a:gd name="T20" fmla="*/ 32 w 39"/>
                <a:gd name="T21" fmla="*/ 35 h 40"/>
                <a:gd name="T22" fmla="*/ 7 w 39"/>
                <a:gd name="T23" fmla="*/ 35 h 40"/>
                <a:gd name="T24" fmla="*/ 5 w 39"/>
                <a:gd name="T25" fmla="*/ 34 h 40"/>
                <a:gd name="T26" fmla="*/ 5 w 39"/>
                <a:gd name="T27" fmla="*/ 24 h 40"/>
                <a:gd name="T28" fmla="*/ 7 w 39"/>
                <a:gd name="T29" fmla="*/ 22 h 40"/>
                <a:gd name="T30" fmla="*/ 32 w 39"/>
                <a:gd name="T31" fmla="*/ 22 h 40"/>
                <a:gd name="T32" fmla="*/ 34 w 39"/>
                <a:gd name="T33" fmla="*/ 24 h 40"/>
                <a:gd name="T34" fmla="*/ 34 w 39"/>
                <a:gd name="T35" fmla="*/ 34 h 40"/>
                <a:gd name="T36" fmla="*/ 34 w 39"/>
                <a:gd name="T37" fmla="*/ 16 h 40"/>
                <a:gd name="T38" fmla="*/ 32 w 39"/>
                <a:gd name="T39" fmla="*/ 18 h 40"/>
                <a:gd name="T40" fmla="*/ 7 w 39"/>
                <a:gd name="T41" fmla="*/ 18 h 40"/>
                <a:gd name="T42" fmla="*/ 5 w 39"/>
                <a:gd name="T43" fmla="*/ 16 h 40"/>
                <a:gd name="T44" fmla="*/ 5 w 39"/>
                <a:gd name="T45" fmla="*/ 6 h 40"/>
                <a:gd name="T46" fmla="*/ 7 w 39"/>
                <a:gd name="T47" fmla="*/ 4 h 40"/>
                <a:gd name="T48" fmla="*/ 32 w 39"/>
                <a:gd name="T49" fmla="*/ 4 h 40"/>
                <a:gd name="T50" fmla="*/ 34 w 39"/>
                <a:gd name="T51" fmla="*/ 6 h 40"/>
                <a:gd name="T52" fmla="*/ 34 w 39"/>
                <a:gd name="T53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" h="40">
                  <a:moveTo>
                    <a:pt x="3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9"/>
                    <a:pt x="2" y="40"/>
                    <a:pt x="4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7" y="40"/>
                    <a:pt x="39" y="39"/>
                    <a:pt x="39" y="36"/>
                  </a:cubicBezTo>
                  <a:cubicBezTo>
                    <a:pt x="39" y="3"/>
                    <a:pt x="39" y="3"/>
                    <a:pt x="39" y="3"/>
                  </a:cubicBezTo>
                  <a:cubicBezTo>
                    <a:pt x="39" y="1"/>
                    <a:pt x="37" y="0"/>
                    <a:pt x="35" y="0"/>
                  </a:cubicBezTo>
                  <a:close/>
                  <a:moveTo>
                    <a:pt x="34" y="34"/>
                  </a:moveTo>
                  <a:cubicBezTo>
                    <a:pt x="34" y="35"/>
                    <a:pt x="33" y="35"/>
                    <a:pt x="32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5"/>
                    <a:pt x="5" y="35"/>
                    <a:pt x="5" y="3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3"/>
                    <a:pt x="6" y="22"/>
                    <a:pt x="7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2"/>
                    <a:pt x="34" y="23"/>
                    <a:pt x="34" y="24"/>
                  </a:cubicBezTo>
                  <a:lnTo>
                    <a:pt x="34" y="34"/>
                  </a:lnTo>
                  <a:close/>
                  <a:moveTo>
                    <a:pt x="34" y="16"/>
                  </a:moveTo>
                  <a:cubicBezTo>
                    <a:pt x="34" y="17"/>
                    <a:pt x="33" y="18"/>
                    <a:pt x="32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5" y="17"/>
                    <a:pt x="5" y="1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6" y="4"/>
                    <a:pt x="7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lnTo>
                    <a:pt x="34" y="1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9" name="iṩḷi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7A42713-EC10-43D2-A349-A49DEC2F1ED2}"/>
                </a:ext>
              </a:extLst>
            </p:cNvPr>
            <p:cNvSpPr/>
            <p:nvPr/>
          </p:nvSpPr>
          <p:spPr bwMode="auto">
            <a:xfrm>
              <a:off x="3914343" y="3696899"/>
              <a:ext cx="20766" cy="9772"/>
            </a:xfrm>
            <a:custGeom>
              <a:avLst/>
              <a:gdLst>
                <a:gd name="T0" fmla="*/ 8 w 8"/>
                <a:gd name="T1" fmla="*/ 2 h 4"/>
                <a:gd name="T2" fmla="*/ 6 w 8"/>
                <a:gd name="T3" fmla="*/ 4 h 4"/>
                <a:gd name="T4" fmla="*/ 2 w 8"/>
                <a:gd name="T5" fmla="*/ 4 h 4"/>
                <a:gd name="T6" fmla="*/ 0 w 8"/>
                <a:gd name="T7" fmla="*/ 2 h 4"/>
                <a:gd name="T8" fmla="*/ 0 w 8"/>
                <a:gd name="T9" fmla="*/ 2 h 4"/>
                <a:gd name="T10" fmla="*/ 2 w 8"/>
                <a:gd name="T11" fmla="*/ 0 h 4"/>
                <a:gd name="T12" fmla="*/ 6 w 8"/>
                <a:gd name="T13" fmla="*/ 0 h 4"/>
                <a:gd name="T14" fmla="*/ 8 w 8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4">
                  <a:moveTo>
                    <a:pt x="8" y="2"/>
                  </a:moveTo>
                  <a:cubicBezTo>
                    <a:pt x="8" y="3"/>
                    <a:pt x="7" y="4"/>
                    <a:pt x="6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8" y="1"/>
                    <a:pt x="8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0" name="iṣḻï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C82401B-D305-4B4F-B200-904F11D3BC98}"/>
                </a:ext>
              </a:extLst>
            </p:cNvPr>
            <p:cNvSpPr/>
            <p:nvPr/>
          </p:nvSpPr>
          <p:spPr bwMode="auto">
            <a:xfrm>
              <a:off x="4373639" y="3917997"/>
              <a:ext cx="91615" cy="87950"/>
            </a:xfrm>
            <a:custGeom>
              <a:avLst/>
              <a:gdLst>
                <a:gd name="T0" fmla="*/ 2 w 36"/>
                <a:gd name="T1" fmla="*/ 34 h 35"/>
                <a:gd name="T2" fmla="*/ 6 w 36"/>
                <a:gd name="T3" fmla="*/ 35 h 35"/>
                <a:gd name="T4" fmla="*/ 12 w 36"/>
                <a:gd name="T5" fmla="*/ 33 h 35"/>
                <a:gd name="T6" fmla="*/ 33 w 36"/>
                <a:gd name="T7" fmla="*/ 9 h 35"/>
                <a:gd name="T8" fmla="*/ 35 w 36"/>
                <a:gd name="T9" fmla="*/ 1 h 35"/>
                <a:gd name="T10" fmla="*/ 33 w 36"/>
                <a:gd name="T11" fmla="*/ 0 h 35"/>
                <a:gd name="T12" fmla="*/ 27 w 36"/>
                <a:gd name="T13" fmla="*/ 3 h 35"/>
                <a:gd name="T14" fmla="*/ 3 w 36"/>
                <a:gd name="T15" fmla="*/ 24 h 35"/>
                <a:gd name="T16" fmla="*/ 2 w 36"/>
                <a:gd name="T17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35">
                  <a:moveTo>
                    <a:pt x="2" y="34"/>
                  </a:moveTo>
                  <a:cubicBezTo>
                    <a:pt x="4" y="35"/>
                    <a:pt x="5" y="35"/>
                    <a:pt x="6" y="35"/>
                  </a:cubicBezTo>
                  <a:cubicBezTo>
                    <a:pt x="8" y="35"/>
                    <a:pt x="10" y="34"/>
                    <a:pt x="12" y="33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5" y="6"/>
                    <a:pt x="36" y="3"/>
                    <a:pt x="35" y="1"/>
                  </a:cubicBezTo>
                  <a:cubicBezTo>
                    <a:pt x="34" y="1"/>
                    <a:pt x="33" y="0"/>
                    <a:pt x="33" y="0"/>
                  </a:cubicBezTo>
                  <a:cubicBezTo>
                    <a:pt x="31" y="0"/>
                    <a:pt x="29" y="2"/>
                    <a:pt x="27" y="3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0" y="27"/>
                    <a:pt x="0" y="31"/>
                    <a:pt x="2" y="3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1" name="íSḷi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FFE4A6D-3E89-41BD-A1D8-1F9C0CE3D05B}"/>
                </a:ext>
              </a:extLst>
            </p:cNvPr>
            <p:cNvSpPr/>
            <p:nvPr/>
          </p:nvSpPr>
          <p:spPr bwMode="auto">
            <a:xfrm>
              <a:off x="4255151" y="3878908"/>
              <a:ext cx="164907" cy="193002"/>
            </a:xfrm>
            <a:custGeom>
              <a:avLst/>
              <a:gdLst>
                <a:gd name="T0" fmla="*/ 60 w 65"/>
                <a:gd name="T1" fmla="*/ 49 h 76"/>
                <a:gd name="T2" fmla="*/ 55 w 65"/>
                <a:gd name="T3" fmla="*/ 52 h 76"/>
                <a:gd name="T4" fmla="*/ 56 w 65"/>
                <a:gd name="T5" fmla="*/ 53 h 76"/>
                <a:gd name="T6" fmla="*/ 53 w 65"/>
                <a:gd name="T7" fmla="*/ 58 h 76"/>
                <a:gd name="T8" fmla="*/ 54 w 65"/>
                <a:gd name="T9" fmla="*/ 61 h 76"/>
                <a:gd name="T10" fmla="*/ 46 w 65"/>
                <a:gd name="T11" fmla="*/ 69 h 76"/>
                <a:gd name="T12" fmla="*/ 38 w 65"/>
                <a:gd name="T13" fmla="*/ 64 h 76"/>
                <a:gd name="T14" fmla="*/ 38 w 65"/>
                <a:gd name="T15" fmla="*/ 64 h 76"/>
                <a:gd name="T16" fmla="*/ 24 w 65"/>
                <a:gd name="T17" fmla="*/ 58 h 76"/>
                <a:gd name="T18" fmla="*/ 24 w 65"/>
                <a:gd name="T19" fmla="*/ 57 h 76"/>
                <a:gd name="T20" fmla="*/ 25 w 65"/>
                <a:gd name="T21" fmla="*/ 56 h 76"/>
                <a:gd name="T22" fmla="*/ 26 w 65"/>
                <a:gd name="T23" fmla="*/ 56 h 76"/>
                <a:gd name="T24" fmla="*/ 27 w 65"/>
                <a:gd name="T25" fmla="*/ 57 h 76"/>
                <a:gd name="T26" fmla="*/ 34 w 65"/>
                <a:gd name="T27" fmla="*/ 51 h 76"/>
                <a:gd name="T28" fmla="*/ 45 w 65"/>
                <a:gd name="T29" fmla="*/ 42 h 76"/>
                <a:gd name="T30" fmla="*/ 46 w 65"/>
                <a:gd name="T31" fmla="*/ 43 h 76"/>
                <a:gd name="T32" fmla="*/ 46 w 65"/>
                <a:gd name="T33" fmla="*/ 43 h 76"/>
                <a:gd name="T34" fmla="*/ 47 w 65"/>
                <a:gd name="T35" fmla="*/ 41 h 76"/>
                <a:gd name="T36" fmla="*/ 45 w 65"/>
                <a:gd name="T37" fmla="*/ 35 h 76"/>
                <a:gd name="T38" fmla="*/ 48 w 65"/>
                <a:gd name="T39" fmla="*/ 25 h 76"/>
                <a:gd name="T40" fmla="*/ 46 w 65"/>
                <a:gd name="T41" fmla="*/ 3 h 76"/>
                <a:gd name="T42" fmla="*/ 36 w 65"/>
                <a:gd name="T43" fmla="*/ 0 h 76"/>
                <a:gd name="T44" fmla="*/ 0 w 65"/>
                <a:gd name="T45" fmla="*/ 42 h 76"/>
                <a:gd name="T46" fmla="*/ 37 w 65"/>
                <a:gd name="T47" fmla="*/ 76 h 76"/>
                <a:gd name="T48" fmla="*/ 65 w 65"/>
                <a:gd name="T49" fmla="*/ 62 h 76"/>
                <a:gd name="T50" fmla="*/ 60 w 65"/>
                <a:gd name="T51" fmla="*/ 49 h 76"/>
                <a:gd name="T52" fmla="*/ 34 w 65"/>
                <a:gd name="T53" fmla="*/ 13 h 76"/>
                <a:gd name="T54" fmla="*/ 40 w 65"/>
                <a:gd name="T55" fmla="*/ 19 h 76"/>
                <a:gd name="T56" fmla="*/ 34 w 65"/>
                <a:gd name="T57" fmla="*/ 24 h 76"/>
                <a:gd name="T58" fmla="*/ 29 w 65"/>
                <a:gd name="T59" fmla="*/ 19 h 76"/>
                <a:gd name="T60" fmla="*/ 34 w 65"/>
                <a:gd name="T61" fmla="*/ 13 h 76"/>
                <a:gd name="T62" fmla="*/ 19 w 65"/>
                <a:gd name="T63" fmla="*/ 24 h 76"/>
                <a:gd name="T64" fmla="*/ 25 w 65"/>
                <a:gd name="T65" fmla="*/ 31 h 76"/>
                <a:gd name="T66" fmla="*/ 19 w 65"/>
                <a:gd name="T67" fmla="*/ 37 h 76"/>
                <a:gd name="T68" fmla="*/ 13 w 65"/>
                <a:gd name="T69" fmla="*/ 31 h 76"/>
                <a:gd name="T70" fmla="*/ 19 w 65"/>
                <a:gd name="T71" fmla="*/ 24 h 76"/>
                <a:gd name="T72" fmla="*/ 18 w 65"/>
                <a:gd name="T73" fmla="*/ 60 h 76"/>
                <a:gd name="T74" fmla="*/ 11 w 65"/>
                <a:gd name="T75" fmla="*/ 53 h 76"/>
                <a:gd name="T76" fmla="*/ 18 w 65"/>
                <a:gd name="T77" fmla="*/ 45 h 76"/>
                <a:gd name="T78" fmla="*/ 25 w 65"/>
                <a:gd name="T79" fmla="*/ 53 h 76"/>
                <a:gd name="T80" fmla="*/ 18 w 65"/>
                <a:gd name="T81" fmla="*/ 6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5" h="76">
                  <a:moveTo>
                    <a:pt x="60" y="49"/>
                  </a:moveTo>
                  <a:cubicBezTo>
                    <a:pt x="58" y="51"/>
                    <a:pt x="57" y="51"/>
                    <a:pt x="55" y="52"/>
                  </a:cubicBezTo>
                  <a:cubicBezTo>
                    <a:pt x="56" y="52"/>
                    <a:pt x="56" y="53"/>
                    <a:pt x="56" y="53"/>
                  </a:cubicBezTo>
                  <a:cubicBezTo>
                    <a:pt x="55" y="55"/>
                    <a:pt x="54" y="56"/>
                    <a:pt x="53" y="58"/>
                  </a:cubicBezTo>
                  <a:cubicBezTo>
                    <a:pt x="54" y="59"/>
                    <a:pt x="54" y="60"/>
                    <a:pt x="54" y="61"/>
                  </a:cubicBezTo>
                  <a:cubicBezTo>
                    <a:pt x="54" y="65"/>
                    <a:pt x="50" y="69"/>
                    <a:pt x="46" y="69"/>
                  </a:cubicBezTo>
                  <a:cubicBezTo>
                    <a:pt x="42" y="69"/>
                    <a:pt x="40" y="67"/>
                    <a:pt x="38" y="64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25" y="62"/>
                    <a:pt x="24" y="60"/>
                    <a:pt x="24" y="58"/>
                  </a:cubicBezTo>
                  <a:cubicBezTo>
                    <a:pt x="24" y="58"/>
                    <a:pt x="24" y="57"/>
                    <a:pt x="24" y="57"/>
                  </a:cubicBezTo>
                  <a:cubicBezTo>
                    <a:pt x="24" y="57"/>
                    <a:pt x="25" y="56"/>
                    <a:pt x="25" y="56"/>
                  </a:cubicBezTo>
                  <a:cubicBezTo>
                    <a:pt x="25" y="56"/>
                    <a:pt x="26" y="56"/>
                    <a:pt x="26" y="56"/>
                  </a:cubicBezTo>
                  <a:cubicBezTo>
                    <a:pt x="26" y="56"/>
                    <a:pt x="26" y="57"/>
                    <a:pt x="27" y="57"/>
                  </a:cubicBezTo>
                  <a:cubicBezTo>
                    <a:pt x="30" y="57"/>
                    <a:pt x="33" y="56"/>
                    <a:pt x="34" y="51"/>
                  </a:cubicBezTo>
                  <a:cubicBezTo>
                    <a:pt x="36" y="44"/>
                    <a:pt x="42" y="42"/>
                    <a:pt x="45" y="42"/>
                  </a:cubicBezTo>
                  <a:cubicBezTo>
                    <a:pt x="45" y="42"/>
                    <a:pt x="46" y="42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2"/>
                    <a:pt x="47" y="42"/>
                    <a:pt x="47" y="41"/>
                  </a:cubicBezTo>
                  <a:cubicBezTo>
                    <a:pt x="46" y="40"/>
                    <a:pt x="45" y="38"/>
                    <a:pt x="45" y="35"/>
                  </a:cubicBezTo>
                  <a:cubicBezTo>
                    <a:pt x="45" y="32"/>
                    <a:pt x="46" y="29"/>
                    <a:pt x="48" y="25"/>
                  </a:cubicBezTo>
                  <a:cubicBezTo>
                    <a:pt x="53" y="16"/>
                    <a:pt x="55" y="10"/>
                    <a:pt x="46" y="3"/>
                  </a:cubicBezTo>
                  <a:cubicBezTo>
                    <a:pt x="44" y="1"/>
                    <a:pt x="40" y="0"/>
                    <a:pt x="36" y="0"/>
                  </a:cubicBezTo>
                  <a:cubicBezTo>
                    <a:pt x="21" y="0"/>
                    <a:pt x="0" y="16"/>
                    <a:pt x="0" y="42"/>
                  </a:cubicBezTo>
                  <a:cubicBezTo>
                    <a:pt x="0" y="67"/>
                    <a:pt x="20" y="76"/>
                    <a:pt x="37" y="76"/>
                  </a:cubicBezTo>
                  <a:cubicBezTo>
                    <a:pt x="52" y="76"/>
                    <a:pt x="65" y="69"/>
                    <a:pt x="65" y="62"/>
                  </a:cubicBezTo>
                  <a:cubicBezTo>
                    <a:pt x="65" y="54"/>
                    <a:pt x="63" y="51"/>
                    <a:pt x="60" y="49"/>
                  </a:cubicBezTo>
                  <a:close/>
                  <a:moveTo>
                    <a:pt x="34" y="13"/>
                  </a:moveTo>
                  <a:cubicBezTo>
                    <a:pt x="37" y="13"/>
                    <a:pt x="40" y="16"/>
                    <a:pt x="40" y="19"/>
                  </a:cubicBezTo>
                  <a:cubicBezTo>
                    <a:pt x="40" y="22"/>
                    <a:pt x="37" y="24"/>
                    <a:pt x="34" y="24"/>
                  </a:cubicBezTo>
                  <a:cubicBezTo>
                    <a:pt x="31" y="24"/>
                    <a:pt x="29" y="22"/>
                    <a:pt x="29" y="19"/>
                  </a:cubicBezTo>
                  <a:cubicBezTo>
                    <a:pt x="29" y="16"/>
                    <a:pt x="31" y="13"/>
                    <a:pt x="34" y="13"/>
                  </a:cubicBezTo>
                  <a:close/>
                  <a:moveTo>
                    <a:pt x="19" y="24"/>
                  </a:moveTo>
                  <a:cubicBezTo>
                    <a:pt x="23" y="24"/>
                    <a:pt x="25" y="27"/>
                    <a:pt x="25" y="31"/>
                  </a:cubicBezTo>
                  <a:cubicBezTo>
                    <a:pt x="25" y="34"/>
                    <a:pt x="23" y="37"/>
                    <a:pt x="19" y="37"/>
                  </a:cubicBezTo>
                  <a:cubicBezTo>
                    <a:pt x="16" y="37"/>
                    <a:pt x="13" y="34"/>
                    <a:pt x="13" y="31"/>
                  </a:cubicBezTo>
                  <a:cubicBezTo>
                    <a:pt x="13" y="27"/>
                    <a:pt x="16" y="24"/>
                    <a:pt x="19" y="24"/>
                  </a:cubicBezTo>
                  <a:close/>
                  <a:moveTo>
                    <a:pt x="18" y="60"/>
                  </a:moveTo>
                  <a:cubicBezTo>
                    <a:pt x="14" y="60"/>
                    <a:pt x="11" y="57"/>
                    <a:pt x="11" y="53"/>
                  </a:cubicBezTo>
                  <a:cubicBezTo>
                    <a:pt x="11" y="49"/>
                    <a:pt x="14" y="45"/>
                    <a:pt x="18" y="45"/>
                  </a:cubicBezTo>
                  <a:cubicBezTo>
                    <a:pt x="22" y="45"/>
                    <a:pt x="25" y="49"/>
                    <a:pt x="25" y="53"/>
                  </a:cubicBezTo>
                  <a:cubicBezTo>
                    <a:pt x="25" y="57"/>
                    <a:pt x="22" y="60"/>
                    <a:pt x="18" y="6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2" name="iṥľïḓ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9361556-A851-4B12-890E-40D36414A97B}"/>
                </a:ext>
              </a:extLst>
            </p:cNvPr>
            <p:cNvSpPr/>
            <p:nvPr/>
          </p:nvSpPr>
          <p:spPr bwMode="auto">
            <a:xfrm>
              <a:off x="4318671" y="3991289"/>
              <a:ext cx="73292" cy="45197"/>
            </a:xfrm>
            <a:custGeom>
              <a:avLst/>
              <a:gdLst>
                <a:gd name="T0" fmla="*/ 23 w 29"/>
                <a:gd name="T1" fmla="*/ 6 h 18"/>
                <a:gd name="T2" fmla="*/ 21 w 29"/>
                <a:gd name="T3" fmla="*/ 1 h 18"/>
                <a:gd name="T4" fmla="*/ 20 w 29"/>
                <a:gd name="T5" fmla="*/ 0 h 18"/>
                <a:gd name="T6" fmla="*/ 11 w 29"/>
                <a:gd name="T7" fmla="*/ 7 h 18"/>
                <a:gd name="T8" fmla="*/ 2 w 29"/>
                <a:gd name="T9" fmla="*/ 14 h 18"/>
                <a:gd name="T10" fmla="*/ 0 w 29"/>
                <a:gd name="T11" fmla="*/ 14 h 18"/>
                <a:gd name="T12" fmla="*/ 13 w 29"/>
                <a:gd name="T13" fmla="*/ 18 h 18"/>
                <a:gd name="T14" fmla="*/ 16 w 29"/>
                <a:gd name="T15" fmla="*/ 18 h 18"/>
                <a:gd name="T16" fmla="*/ 29 w 29"/>
                <a:gd name="T17" fmla="*/ 9 h 18"/>
                <a:gd name="T18" fmla="*/ 28 w 29"/>
                <a:gd name="T19" fmla="*/ 8 h 18"/>
                <a:gd name="T20" fmla="*/ 23 w 29"/>
                <a:gd name="T21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" h="18">
                  <a:moveTo>
                    <a:pt x="23" y="6"/>
                  </a:moveTo>
                  <a:cubicBezTo>
                    <a:pt x="22" y="5"/>
                    <a:pt x="21" y="3"/>
                    <a:pt x="21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3" y="0"/>
                    <a:pt x="11" y="7"/>
                  </a:cubicBezTo>
                  <a:cubicBezTo>
                    <a:pt x="9" y="13"/>
                    <a:pt x="4" y="14"/>
                    <a:pt x="2" y="14"/>
                  </a:cubicBezTo>
                  <a:cubicBezTo>
                    <a:pt x="1" y="14"/>
                    <a:pt x="0" y="14"/>
                    <a:pt x="0" y="14"/>
                  </a:cubicBezTo>
                  <a:cubicBezTo>
                    <a:pt x="0" y="14"/>
                    <a:pt x="0" y="16"/>
                    <a:pt x="13" y="18"/>
                  </a:cubicBezTo>
                  <a:cubicBezTo>
                    <a:pt x="14" y="18"/>
                    <a:pt x="15" y="18"/>
                    <a:pt x="16" y="18"/>
                  </a:cubicBezTo>
                  <a:cubicBezTo>
                    <a:pt x="26" y="18"/>
                    <a:pt x="29" y="9"/>
                    <a:pt x="29" y="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6" y="8"/>
                    <a:pt x="24" y="7"/>
                    <a:pt x="23" y="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3" name="iś1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7B017B0-3A38-4A0D-A101-6C6B523FCAF9}"/>
                </a:ext>
              </a:extLst>
            </p:cNvPr>
            <p:cNvSpPr/>
            <p:nvPr/>
          </p:nvSpPr>
          <p:spPr bwMode="auto">
            <a:xfrm>
              <a:off x="8429126" y="2883359"/>
              <a:ext cx="30539" cy="28096"/>
            </a:xfrm>
            <a:custGeom>
              <a:avLst/>
              <a:gdLst>
                <a:gd name="T0" fmla="*/ 3 w 12"/>
                <a:gd name="T1" fmla="*/ 2 h 11"/>
                <a:gd name="T2" fmla="*/ 0 w 12"/>
                <a:gd name="T3" fmla="*/ 0 h 11"/>
                <a:gd name="T4" fmla="*/ 0 w 12"/>
                <a:gd name="T5" fmla="*/ 2 h 11"/>
                <a:gd name="T6" fmla="*/ 0 w 12"/>
                <a:gd name="T7" fmla="*/ 8 h 11"/>
                <a:gd name="T8" fmla="*/ 4 w 12"/>
                <a:gd name="T9" fmla="*/ 11 h 11"/>
                <a:gd name="T10" fmla="*/ 10 w 12"/>
                <a:gd name="T11" fmla="*/ 11 h 11"/>
                <a:gd name="T12" fmla="*/ 12 w 12"/>
                <a:gd name="T13" fmla="*/ 11 h 11"/>
                <a:gd name="T14" fmla="*/ 10 w 12"/>
                <a:gd name="T15" fmla="*/ 9 h 11"/>
                <a:gd name="T16" fmla="*/ 3 w 12"/>
                <a:gd name="T17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1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2" y="11"/>
                    <a:pt x="4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11"/>
                    <a:pt x="11" y="11"/>
                    <a:pt x="12" y="11"/>
                  </a:cubicBezTo>
                  <a:cubicBezTo>
                    <a:pt x="11" y="11"/>
                    <a:pt x="11" y="10"/>
                    <a:pt x="10" y="9"/>
                  </a:cubicBezTo>
                  <a:lnTo>
                    <a:pt x="3" y="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4" name="i$ļi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003C3DE-B308-4BC8-80B6-229954E3FC82}"/>
                </a:ext>
              </a:extLst>
            </p:cNvPr>
            <p:cNvSpPr/>
            <p:nvPr/>
          </p:nvSpPr>
          <p:spPr bwMode="auto">
            <a:xfrm>
              <a:off x="8338733" y="3048266"/>
              <a:ext cx="136812" cy="30539"/>
            </a:xfrm>
            <a:custGeom>
              <a:avLst/>
              <a:gdLst>
                <a:gd name="T0" fmla="*/ 4 w 54"/>
                <a:gd name="T1" fmla="*/ 12 h 12"/>
                <a:gd name="T2" fmla="*/ 50 w 54"/>
                <a:gd name="T3" fmla="*/ 12 h 12"/>
                <a:gd name="T4" fmla="*/ 54 w 54"/>
                <a:gd name="T5" fmla="*/ 8 h 12"/>
                <a:gd name="T6" fmla="*/ 54 w 54"/>
                <a:gd name="T7" fmla="*/ 6 h 12"/>
                <a:gd name="T8" fmla="*/ 54 w 54"/>
                <a:gd name="T9" fmla="*/ 0 h 12"/>
                <a:gd name="T10" fmla="*/ 48 w 54"/>
                <a:gd name="T11" fmla="*/ 0 h 12"/>
                <a:gd name="T12" fmla="*/ 6 w 54"/>
                <a:gd name="T13" fmla="*/ 0 h 12"/>
                <a:gd name="T14" fmla="*/ 0 w 54"/>
                <a:gd name="T15" fmla="*/ 0 h 12"/>
                <a:gd name="T16" fmla="*/ 0 w 54"/>
                <a:gd name="T17" fmla="*/ 6 h 12"/>
                <a:gd name="T18" fmla="*/ 0 w 54"/>
                <a:gd name="T19" fmla="*/ 8 h 12"/>
                <a:gd name="T20" fmla="*/ 4 w 54"/>
                <a:gd name="T2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12">
                  <a:moveTo>
                    <a:pt x="4" y="12"/>
                  </a:moveTo>
                  <a:cubicBezTo>
                    <a:pt x="50" y="12"/>
                    <a:pt x="50" y="12"/>
                    <a:pt x="50" y="12"/>
                  </a:cubicBezTo>
                  <a:cubicBezTo>
                    <a:pt x="52" y="12"/>
                    <a:pt x="54" y="10"/>
                    <a:pt x="54" y="8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0"/>
                    <a:pt x="4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1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2" y="12"/>
                    <a:pt x="4" y="1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5" name="îś1î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0756B37-8BA7-40EB-A7E5-BDD041F88783}"/>
                </a:ext>
              </a:extLst>
            </p:cNvPr>
            <p:cNvSpPr/>
            <p:nvPr/>
          </p:nvSpPr>
          <p:spPr bwMode="auto">
            <a:xfrm>
              <a:off x="8338733" y="2970088"/>
              <a:ext cx="136812" cy="68406"/>
            </a:xfrm>
            <a:custGeom>
              <a:avLst/>
              <a:gdLst>
                <a:gd name="T0" fmla="*/ 50 w 54"/>
                <a:gd name="T1" fmla="*/ 0 h 27"/>
                <a:gd name="T2" fmla="*/ 4 w 54"/>
                <a:gd name="T3" fmla="*/ 0 h 27"/>
                <a:gd name="T4" fmla="*/ 0 w 54"/>
                <a:gd name="T5" fmla="*/ 4 h 27"/>
                <a:gd name="T6" fmla="*/ 0 w 54"/>
                <a:gd name="T7" fmla="*/ 22 h 27"/>
                <a:gd name="T8" fmla="*/ 0 w 54"/>
                <a:gd name="T9" fmla="*/ 27 h 27"/>
                <a:gd name="T10" fmla="*/ 6 w 54"/>
                <a:gd name="T11" fmla="*/ 27 h 27"/>
                <a:gd name="T12" fmla="*/ 48 w 54"/>
                <a:gd name="T13" fmla="*/ 27 h 27"/>
                <a:gd name="T14" fmla="*/ 54 w 54"/>
                <a:gd name="T15" fmla="*/ 27 h 27"/>
                <a:gd name="T16" fmla="*/ 54 w 54"/>
                <a:gd name="T17" fmla="*/ 22 h 27"/>
                <a:gd name="T18" fmla="*/ 54 w 54"/>
                <a:gd name="T19" fmla="*/ 4 h 27"/>
                <a:gd name="T20" fmla="*/ 50 w 54"/>
                <a:gd name="T2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27">
                  <a:moveTo>
                    <a:pt x="5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27"/>
                    <a:pt x="4" y="27"/>
                    <a:pt x="6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50" y="27"/>
                    <a:pt x="52" y="27"/>
                    <a:pt x="54" y="27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2"/>
                    <a:pt x="52" y="0"/>
                    <a:pt x="50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6" name="íśḷ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8EED95E-E3DE-4C03-8270-4406BC46147A}"/>
                </a:ext>
              </a:extLst>
            </p:cNvPr>
            <p:cNvSpPr/>
            <p:nvPr/>
          </p:nvSpPr>
          <p:spPr bwMode="auto">
            <a:xfrm>
              <a:off x="8299643" y="2970088"/>
              <a:ext cx="30539" cy="87950"/>
            </a:xfrm>
            <a:custGeom>
              <a:avLst/>
              <a:gdLst>
                <a:gd name="T0" fmla="*/ 11 w 12"/>
                <a:gd name="T1" fmla="*/ 30 h 35"/>
                <a:gd name="T2" fmla="*/ 11 w 12"/>
                <a:gd name="T3" fmla="*/ 28 h 35"/>
                <a:gd name="T4" fmla="*/ 11 w 12"/>
                <a:gd name="T5" fmla="*/ 22 h 35"/>
                <a:gd name="T6" fmla="*/ 11 w 12"/>
                <a:gd name="T7" fmla="*/ 4 h 35"/>
                <a:gd name="T8" fmla="*/ 12 w 12"/>
                <a:gd name="T9" fmla="*/ 0 h 35"/>
                <a:gd name="T10" fmla="*/ 11 w 12"/>
                <a:gd name="T11" fmla="*/ 0 h 35"/>
                <a:gd name="T12" fmla="*/ 2 w 12"/>
                <a:gd name="T13" fmla="*/ 3 h 35"/>
                <a:gd name="T14" fmla="*/ 0 w 12"/>
                <a:gd name="T15" fmla="*/ 12 h 35"/>
                <a:gd name="T16" fmla="*/ 0 w 12"/>
                <a:gd name="T17" fmla="*/ 31 h 35"/>
                <a:gd name="T18" fmla="*/ 3 w 12"/>
                <a:gd name="T19" fmla="*/ 35 h 35"/>
                <a:gd name="T20" fmla="*/ 11 w 12"/>
                <a:gd name="T21" fmla="*/ 35 h 35"/>
                <a:gd name="T22" fmla="*/ 11 w 12"/>
                <a:gd name="T23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35">
                  <a:moveTo>
                    <a:pt x="11" y="30"/>
                  </a:moveTo>
                  <a:cubicBezTo>
                    <a:pt x="11" y="29"/>
                    <a:pt x="11" y="29"/>
                    <a:pt x="11" y="28"/>
                  </a:cubicBezTo>
                  <a:cubicBezTo>
                    <a:pt x="11" y="27"/>
                    <a:pt x="11" y="24"/>
                    <a:pt x="11" y="22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12" y="2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7" y="0"/>
                    <a:pt x="3" y="2"/>
                    <a:pt x="2" y="3"/>
                  </a:cubicBezTo>
                  <a:cubicBezTo>
                    <a:pt x="1" y="4"/>
                    <a:pt x="0" y="8"/>
                    <a:pt x="0" y="1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3"/>
                    <a:pt x="1" y="35"/>
                    <a:pt x="3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3"/>
                    <a:pt x="11" y="31"/>
                    <a:pt x="11" y="3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7" name="îśļï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2A30183-C5E4-48B4-A77A-415AAFACE269}"/>
                </a:ext>
              </a:extLst>
            </p:cNvPr>
            <p:cNvSpPr/>
            <p:nvPr/>
          </p:nvSpPr>
          <p:spPr bwMode="auto">
            <a:xfrm>
              <a:off x="8480430" y="2970088"/>
              <a:ext cx="32982" cy="87950"/>
            </a:xfrm>
            <a:custGeom>
              <a:avLst/>
              <a:gdLst>
                <a:gd name="T0" fmla="*/ 10 w 13"/>
                <a:gd name="T1" fmla="*/ 3 h 35"/>
                <a:gd name="T2" fmla="*/ 2 w 13"/>
                <a:gd name="T3" fmla="*/ 0 h 35"/>
                <a:gd name="T4" fmla="*/ 0 w 13"/>
                <a:gd name="T5" fmla="*/ 0 h 35"/>
                <a:gd name="T6" fmla="*/ 2 w 13"/>
                <a:gd name="T7" fmla="*/ 4 h 35"/>
                <a:gd name="T8" fmla="*/ 2 w 13"/>
                <a:gd name="T9" fmla="*/ 22 h 35"/>
                <a:gd name="T10" fmla="*/ 2 w 13"/>
                <a:gd name="T11" fmla="*/ 28 h 35"/>
                <a:gd name="T12" fmla="*/ 2 w 13"/>
                <a:gd name="T13" fmla="*/ 30 h 35"/>
                <a:gd name="T14" fmla="*/ 2 w 13"/>
                <a:gd name="T15" fmla="*/ 35 h 35"/>
                <a:gd name="T16" fmla="*/ 9 w 13"/>
                <a:gd name="T17" fmla="*/ 35 h 35"/>
                <a:gd name="T18" fmla="*/ 13 w 13"/>
                <a:gd name="T19" fmla="*/ 31 h 35"/>
                <a:gd name="T20" fmla="*/ 13 w 13"/>
                <a:gd name="T21" fmla="*/ 12 h 35"/>
                <a:gd name="T22" fmla="*/ 10 w 13"/>
                <a:gd name="T23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35">
                  <a:moveTo>
                    <a:pt x="10" y="3"/>
                  </a:moveTo>
                  <a:cubicBezTo>
                    <a:pt x="9" y="2"/>
                    <a:pt x="5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2" y="3"/>
                    <a:pt x="2" y="4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4"/>
                    <a:pt x="2" y="27"/>
                    <a:pt x="2" y="28"/>
                  </a:cubicBezTo>
                  <a:cubicBezTo>
                    <a:pt x="2" y="29"/>
                    <a:pt x="2" y="29"/>
                    <a:pt x="2" y="30"/>
                  </a:cubicBezTo>
                  <a:cubicBezTo>
                    <a:pt x="2" y="31"/>
                    <a:pt x="2" y="33"/>
                    <a:pt x="2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1" y="35"/>
                    <a:pt x="13" y="33"/>
                    <a:pt x="13" y="31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8"/>
                    <a:pt x="11" y="4"/>
                    <a:pt x="10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8" name="íṡḷî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9E9AB85-5344-4823-A4B0-86AC9BA8E9CA}"/>
                </a:ext>
              </a:extLst>
            </p:cNvPr>
            <p:cNvSpPr/>
            <p:nvPr/>
          </p:nvSpPr>
          <p:spPr bwMode="auto">
            <a:xfrm>
              <a:off x="8348505" y="2878473"/>
              <a:ext cx="116046" cy="83064"/>
            </a:xfrm>
            <a:custGeom>
              <a:avLst/>
              <a:gdLst>
                <a:gd name="T0" fmla="*/ 46 w 46"/>
                <a:gd name="T1" fmla="*/ 33 h 33"/>
                <a:gd name="T2" fmla="*/ 46 w 46"/>
                <a:gd name="T3" fmla="*/ 24 h 33"/>
                <a:gd name="T4" fmla="*/ 46 w 46"/>
                <a:gd name="T5" fmla="*/ 17 h 33"/>
                <a:gd name="T6" fmla="*/ 42 w 46"/>
                <a:gd name="T7" fmla="*/ 17 h 33"/>
                <a:gd name="T8" fmla="*/ 36 w 46"/>
                <a:gd name="T9" fmla="*/ 17 h 33"/>
                <a:gd name="T10" fmla="*/ 29 w 46"/>
                <a:gd name="T11" fmla="*/ 10 h 33"/>
                <a:gd name="T12" fmla="*/ 29 w 46"/>
                <a:gd name="T13" fmla="*/ 4 h 33"/>
                <a:gd name="T14" fmla="*/ 29 w 46"/>
                <a:gd name="T15" fmla="*/ 0 h 33"/>
                <a:gd name="T16" fmla="*/ 22 w 46"/>
                <a:gd name="T17" fmla="*/ 0 h 33"/>
                <a:gd name="T18" fmla="*/ 4 w 46"/>
                <a:gd name="T19" fmla="*/ 0 h 33"/>
                <a:gd name="T20" fmla="*/ 0 w 46"/>
                <a:gd name="T21" fmla="*/ 4 h 33"/>
                <a:gd name="T22" fmla="*/ 0 w 46"/>
                <a:gd name="T23" fmla="*/ 33 h 33"/>
                <a:gd name="T24" fmla="*/ 46 w 46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33">
                  <a:moveTo>
                    <a:pt x="46" y="33"/>
                  </a:moveTo>
                  <a:cubicBezTo>
                    <a:pt x="46" y="24"/>
                    <a:pt x="46" y="24"/>
                    <a:pt x="46" y="24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5" y="17"/>
                    <a:pt x="43" y="17"/>
                    <a:pt x="42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2" y="17"/>
                    <a:pt x="29" y="14"/>
                    <a:pt x="29" y="10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9" y="1"/>
                    <a:pt x="2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6" y="3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9" name="iṧ1î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876C69C-332A-4979-AB1B-6F58925A9BB9}"/>
                </a:ext>
              </a:extLst>
            </p:cNvPr>
            <p:cNvSpPr/>
            <p:nvPr/>
          </p:nvSpPr>
          <p:spPr bwMode="auto">
            <a:xfrm>
              <a:off x="4884240" y="4371185"/>
              <a:ext cx="42754" cy="23209"/>
            </a:xfrm>
            <a:custGeom>
              <a:avLst/>
              <a:gdLst>
                <a:gd name="T0" fmla="*/ 9 w 17"/>
                <a:gd name="T1" fmla="*/ 3 h 9"/>
                <a:gd name="T2" fmla="*/ 15 w 17"/>
                <a:gd name="T3" fmla="*/ 9 h 9"/>
                <a:gd name="T4" fmla="*/ 15 w 17"/>
                <a:gd name="T5" fmla="*/ 9 h 9"/>
                <a:gd name="T6" fmla="*/ 17 w 17"/>
                <a:gd name="T7" fmla="*/ 8 h 9"/>
                <a:gd name="T8" fmla="*/ 9 w 17"/>
                <a:gd name="T9" fmla="*/ 0 h 9"/>
                <a:gd name="T10" fmla="*/ 0 w 17"/>
                <a:gd name="T11" fmla="*/ 8 h 9"/>
                <a:gd name="T12" fmla="*/ 2 w 17"/>
                <a:gd name="T13" fmla="*/ 9 h 9"/>
                <a:gd name="T14" fmla="*/ 2 w 17"/>
                <a:gd name="T15" fmla="*/ 9 h 9"/>
                <a:gd name="T16" fmla="*/ 9 w 17"/>
                <a:gd name="T1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9">
                  <a:moveTo>
                    <a:pt x="9" y="3"/>
                  </a:moveTo>
                  <a:cubicBezTo>
                    <a:pt x="12" y="3"/>
                    <a:pt x="15" y="6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1" y="4"/>
                    <a:pt x="0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3" y="6"/>
                    <a:pt x="5" y="3"/>
                    <a:pt x="9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0" name="îSḷ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3C2C2C9-849E-4F6A-9C35-BA5214F1158A}"/>
                </a:ext>
              </a:extLst>
            </p:cNvPr>
            <p:cNvSpPr/>
            <p:nvPr/>
          </p:nvSpPr>
          <p:spPr bwMode="auto">
            <a:xfrm>
              <a:off x="4858588" y="4343090"/>
              <a:ext cx="94058" cy="42754"/>
            </a:xfrm>
            <a:custGeom>
              <a:avLst/>
              <a:gdLst>
                <a:gd name="T0" fmla="*/ 18 w 37"/>
                <a:gd name="T1" fmla="*/ 0 h 17"/>
                <a:gd name="T2" fmla="*/ 0 w 37"/>
                <a:gd name="T3" fmla="*/ 15 h 17"/>
                <a:gd name="T4" fmla="*/ 5 w 37"/>
                <a:gd name="T5" fmla="*/ 17 h 17"/>
                <a:gd name="T6" fmla="*/ 5 w 37"/>
                <a:gd name="T7" fmla="*/ 17 h 17"/>
                <a:gd name="T8" fmla="*/ 18 w 37"/>
                <a:gd name="T9" fmla="*/ 6 h 17"/>
                <a:gd name="T10" fmla="*/ 31 w 37"/>
                <a:gd name="T11" fmla="*/ 17 h 17"/>
                <a:gd name="T12" fmla="*/ 32 w 37"/>
                <a:gd name="T13" fmla="*/ 17 h 17"/>
                <a:gd name="T14" fmla="*/ 37 w 37"/>
                <a:gd name="T15" fmla="*/ 15 h 17"/>
                <a:gd name="T16" fmla="*/ 18 w 37"/>
                <a:gd name="T1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17">
                  <a:moveTo>
                    <a:pt x="18" y="0"/>
                  </a:moveTo>
                  <a:cubicBezTo>
                    <a:pt x="9" y="0"/>
                    <a:pt x="2" y="7"/>
                    <a:pt x="0" y="15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6" y="11"/>
                    <a:pt x="11" y="6"/>
                    <a:pt x="18" y="6"/>
                  </a:cubicBezTo>
                  <a:cubicBezTo>
                    <a:pt x="25" y="6"/>
                    <a:pt x="31" y="11"/>
                    <a:pt x="31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5" y="7"/>
                    <a:pt x="28" y="0"/>
                    <a:pt x="18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1" name="iṩl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7256538-B5DD-4F59-81A2-E4ECCA87A671}"/>
                </a:ext>
              </a:extLst>
            </p:cNvPr>
            <p:cNvSpPr/>
            <p:nvPr/>
          </p:nvSpPr>
          <p:spPr bwMode="auto">
            <a:xfrm>
              <a:off x="4828049" y="4305222"/>
              <a:ext cx="157578" cy="75735"/>
            </a:xfrm>
            <a:custGeom>
              <a:avLst/>
              <a:gdLst>
                <a:gd name="T0" fmla="*/ 31 w 62"/>
                <a:gd name="T1" fmla="*/ 0 h 30"/>
                <a:gd name="T2" fmla="*/ 0 w 62"/>
                <a:gd name="T3" fmla="*/ 26 h 30"/>
                <a:gd name="T4" fmla="*/ 7 w 62"/>
                <a:gd name="T5" fmla="*/ 30 h 30"/>
                <a:gd name="T6" fmla="*/ 8 w 62"/>
                <a:gd name="T7" fmla="*/ 30 h 30"/>
                <a:gd name="T8" fmla="*/ 31 w 62"/>
                <a:gd name="T9" fmla="*/ 9 h 30"/>
                <a:gd name="T10" fmla="*/ 54 w 62"/>
                <a:gd name="T11" fmla="*/ 30 h 30"/>
                <a:gd name="T12" fmla="*/ 54 w 62"/>
                <a:gd name="T13" fmla="*/ 30 h 30"/>
                <a:gd name="T14" fmla="*/ 62 w 62"/>
                <a:gd name="T15" fmla="*/ 26 h 30"/>
                <a:gd name="T16" fmla="*/ 31 w 62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" h="30">
                  <a:moveTo>
                    <a:pt x="31" y="0"/>
                  </a:moveTo>
                  <a:cubicBezTo>
                    <a:pt x="15" y="0"/>
                    <a:pt x="2" y="11"/>
                    <a:pt x="0" y="2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9" y="18"/>
                    <a:pt x="19" y="9"/>
                    <a:pt x="31" y="9"/>
                  </a:cubicBezTo>
                  <a:cubicBezTo>
                    <a:pt x="43" y="9"/>
                    <a:pt x="53" y="18"/>
                    <a:pt x="54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0" y="11"/>
                    <a:pt x="47" y="0"/>
                    <a:pt x="31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2" name="íŝlî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1B7C3F8-56BB-4B53-8059-345A652D682B}"/>
                </a:ext>
              </a:extLst>
            </p:cNvPr>
            <p:cNvSpPr/>
            <p:nvPr/>
          </p:nvSpPr>
          <p:spPr bwMode="auto">
            <a:xfrm>
              <a:off x="4876911" y="4388286"/>
              <a:ext cx="57412" cy="76957"/>
            </a:xfrm>
            <a:custGeom>
              <a:avLst/>
              <a:gdLst>
                <a:gd name="T0" fmla="*/ 20 w 23"/>
                <a:gd name="T1" fmla="*/ 26 h 30"/>
                <a:gd name="T2" fmla="*/ 13 w 23"/>
                <a:gd name="T3" fmla="*/ 26 h 30"/>
                <a:gd name="T4" fmla="*/ 13 w 23"/>
                <a:gd name="T5" fmla="*/ 8 h 30"/>
                <a:gd name="T6" fmla="*/ 16 w 23"/>
                <a:gd name="T7" fmla="*/ 5 h 30"/>
                <a:gd name="T8" fmla="*/ 12 w 23"/>
                <a:gd name="T9" fmla="*/ 0 h 30"/>
                <a:gd name="T10" fmla="*/ 7 w 23"/>
                <a:gd name="T11" fmla="*/ 5 h 30"/>
                <a:gd name="T12" fmla="*/ 10 w 23"/>
                <a:gd name="T13" fmla="*/ 9 h 30"/>
                <a:gd name="T14" fmla="*/ 10 w 23"/>
                <a:gd name="T15" fmla="*/ 26 h 30"/>
                <a:gd name="T16" fmla="*/ 3 w 23"/>
                <a:gd name="T17" fmla="*/ 26 h 30"/>
                <a:gd name="T18" fmla="*/ 0 w 23"/>
                <a:gd name="T19" fmla="*/ 28 h 30"/>
                <a:gd name="T20" fmla="*/ 3 w 23"/>
                <a:gd name="T21" fmla="*/ 30 h 30"/>
                <a:gd name="T22" fmla="*/ 20 w 23"/>
                <a:gd name="T23" fmla="*/ 30 h 30"/>
                <a:gd name="T24" fmla="*/ 23 w 23"/>
                <a:gd name="T25" fmla="*/ 28 h 30"/>
                <a:gd name="T26" fmla="*/ 20 w 23"/>
                <a:gd name="T2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30">
                  <a:moveTo>
                    <a:pt x="20" y="26"/>
                  </a:moveTo>
                  <a:cubicBezTo>
                    <a:pt x="13" y="26"/>
                    <a:pt x="13" y="26"/>
                    <a:pt x="13" y="26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5" y="8"/>
                    <a:pt x="16" y="6"/>
                    <a:pt x="16" y="5"/>
                  </a:cubicBezTo>
                  <a:cubicBezTo>
                    <a:pt x="16" y="2"/>
                    <a:pt x="14" y="0"/>
                    <a:pt x="12" y="0"/>
                  </a:cubicBezTo>
                  <a:cubicBezTo>
                    <a:pt x="9" y="0"/>
                    <a:pt x="7" y="2"/>
                    <a:pt x="7" y="5"/>
                  </a:cubicBezTo>
                  <a:cubicBezTo>
                    <a:pt x="7" y="6"/>
                    <a:pt x="8" y="8"/>
                    <a:pt x="10" y="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1" y="26"/>
                    <a:pt x="0" y="27"/>
                    <a:pt x="0" y="28"/>
                  </a:cubicBezTo>
                  <a:cubicBezTo>
                    <a:pt x="0" y="29"/>
                    <a:pt x="1" y="30"/>
                    <a:pt x="3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2" y="30"/>
                    <a:pt x="23" y="29"/>
                    <a:pt x="23" y="28"/>
                  </a:cubicBezTo>
                  <a:cubicBezTo>
                    <a:pt x="23" y="27"/>
                    <a:pt x="22" y="26"/>
                    <a:pt x="20" y="2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3" name="îśľï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CEF115F-669D-4562-A3B1-16E73DFE3FAF}"/>
                </a:ext>
              </a:extLst>
            </p:cNvPr>
            <p:cNvSpPr/>
            <p:nvPr/>
          </p:nvSpPr>
          <p:spPr bwMode="auto">
            <a:xfrm>
              <a:off x="5107781" y="3986403"/>
              <a:ext cx="70849" cy="123375"/>
            </a:xfrm>
            <a:custGeom>
              <a:avLst/>
              <a:gdLst>
                <a:gd name="T0" fmla="*/ 11 w 28"/>
                <a:gd name="T1" fmla="*/ 29 h 49"/>
                <a:gd name="T2" fmla="*/ 8 w 28"/>
                <a:gd name="T3" fmla="*/ 32 h 49"/>
                <a:gd name="T4" fmla="*/ 5 w 28"/>
                <a:gd name="T5" fmla="*/ 29 h 49"/>
                <a:gd name="T6" fmla="*/ 5 w 28"/>
                <a:gd name="T7" fmla="*/ 13 h 49"/>
                <a:gd name="T8" fmla="*/ 0 w 28"/>
                <a:gd name="T9" fmla="*/ 16 h 49"/>
                <a:gd name="T10" fmla="*/ 0 w 28"/>
                <a:gd name="T11" fmla="*/ 49 h 49"/>
                <a:gd name="T12" fmla="*/ 28 w 28"/>
                <a:gd name="T13" fmla="*/ 49 h 49"/>
                <a:gd name="T14" fmla="*/ 28 w 28"/>
                <a:gd name="T15" fmla="*/ 0 h 49"/>
                <a:gd name="T16" fmla="*/ 11 w 28"/>
                <a:gd name="T17" fmla="*/ 10 h 49"/>
                <a:gd name="T18" fmla="*/ 11 w 28"/>
                <a:gd name="T19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49">
                  <a:moveTo>
                    <a:pt x="11" y="29"/>
                  </a:moveTo>
                  <a:cubicBezTo>
                    <a:pt x="11" y="31"/>
                    <a:pt x="9" y="32"/>
                    <a:pt x="8" y="32"/>
                  </a:cubicBezTo>
                  <a:cubicBezTo>
                    <a:pt x="7" y="32"/>
                    <a:pt x="5" y="31"/>
                    <a:pt x="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1" y="29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4" name="ïSľí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ABFB80A-3F3E-4B08-81F4-46CC09434AD9}"/>
                </a:ext>
              </a:extLst>
            </p:cNvPr>
            <p:cNvSpPr/>
            <p:nvPr/>
          </p:nvSpPr>
          <p:spPr bwMode="auto">
            <a:xfrm>
              <a:off x="5082128" y="3899673"/>
              <a:ext cx="122153" cy="240642"/>
            </a:xfrm>
            <a:custGeom>
              <a:avLst/>
              <a:gdLst>
                <a:gd name="T0" fmla="*/ 38 w 48"/>
                <a:gd name="T1" fmla="*/ 7 h 95"/>
                <a:gd name="T2" fmla="*/ 37 w 48"/>
                <a:gd name="T3" fmla="*/ 7 h 95"/>
                <a:gd name="T4" fmla="*/ 37 w 48"/>
                <a:gd name="T5" fmla="*/ 7 h 95"/>
                <a:gd name="T6" fmla="*/ 37 w 48"/>
                <a:gd name="T7" fmla="*/ 6 h 95"/>
                <a:gd name="T8" fmla="*/ 31 w 48"/>
                <a:gd name="T9" fmla="*/ 0 h 95"/>
                <a:gd name="T10" fmla="*/ 18 w 48"/>
                <a:gd name="T11" fmla="*/ 0 h 95"/>
                <a:gd name="T12" fmla="*/ 13 w 48"/>
                <a:gd name="T13" fmla="*/ 5 h 95"/>
                <a:gd name="T14" fmla="*/ 32 w 48"/>
                <a:gd name="T15" fmla="*/ 5 h 95"/>
                <a:gd name="T16" fmla="*/ 32 w 48"/>
                <a:gd name="T17" fmla="*/ 7 h 95"/>
                <a:gd name="T18" fmla="*/ 9 w 48"/>
                <a:gd name="T19" fmla="*/ 7 h 95"/>
                <a:gd name="T20" fmla="*/ 0 w 48"/>
                <a:gd name="T21" fmla="*/ 17 h 95"/>
                <a:gd name="T22" fmla="*/ 0 w 48"/>
                <a:gd name="T23" fmla="*/ 85 h 95"/>
                <a:gd name="T24" fmla="*/ 10 w 48"/>
                <a:gd name="T25" fmla="*/ 95 h 95"/>
                <a:gd name="T26" fmla="*/ 38 w 48"/>
                <a:gd name="T27" fmla="*/ 95 h 95"/>
                <a:gd name="T28" fmla="*/ 48 w 48"/>
                <a:gd name="T29" fmla="*/ 85 h 95"/>
                <a:gd name="T30" fmla="*/ 48 w 48"/>
                <a:gd name="T31" fmla="*/ 17 h 95"/>
                <a:gd name="T32" fmla="*/ 38 w 48"/>
                <a:gd name="T33" fmla="*/ 7 h 95"/>
                <a:gd name="T34" fmla="*/ 42 w 48"/>
                <a:gd name="T35" fmla="*/ 85 h 95"/>
                <a:gd name="T36" fmla="*/ 38 w 48"/>
                <a:gd name="T37" fmla="*/ 89 h 95"/>
                <a:gd name="T38" fmla="*/ 10 w 48"/>
                <a:gd name="T39" fmla="*/ 89 h 95"/>
                <a:gd name="T40" fmla="*/ 6 w 48"/>
                <a:gd name="T41" fmla="*/ 85 h 95"/>
                <a:gd name="T42" fmla="*/ 6 w 48"/>
                <a:gd name="T43" fmla="*/ 17 h 95"/>
                <a:gd name="T44" fmla="*/ 10 w 48"/>
                <a:gd name="T45" fmla="*/ 13 h 95"/>
                <a:gd name="T46" fmla="*/ 38 w 48"/>
                <a:gd name="T47" fmla="*/ 13 h 95"/>
                <a:gd name="T48" fmla="*/ 42 w 48"/>
                <a:gd name="T49" fmla="*/ 17 h 95"/>
                <a:gd name="T50" fmla="*/ 42 w 48"/>
                <a:gd name="T51" fmla="*/ 8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" h="95">
                  <a:moveTo>
                    <a:pt x="38" y="7"/>
                  </a:move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3"/>
                    <a:pt x="34" y="0"/>
                    <a:pt x="3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3" y="2"/>
                    <a:pt x="13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4" y="8"/>
                    <a:pt x="0" y="12"/>
                    <a:pt x="0" y="1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0"/>
                    <a:pt x="5" y="95"/>
                    <a:pt x="10" y="95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44" y="95"/>
                    <a:pt x="48" y="90"/>
                    <a:pt x="48" y="85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2"/>
                    <a:pt x="44" y="7"/>
                    <a:pt x="38" y="7"/>
                  </a:cubicBezTo>
                  <a:close/>
                  <a:moveTo>
                    <a:pt x="42" y="85"/>
                  </a:moveTo>
                  <a:cubicBezTo>
                    <a:pt x="42" y="87"/>
                    <a:pt x="40" y="89"/>
                    <a:pt x="38" y="89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8" y="89"/>
                    <a:pt x="6" y="87"/>
                    <a:pt x="6" y="8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5"/>
                    <a:pt x="8" y="13"/>
                    <a:pt x="10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42" y="15"/>
                    <a:pt x="42" y="17"/>
                  </a:cubicBezTo>
                  <a:lnTo>
                    <a:pt x="42" y="8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5" name="íṧļî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D9013F0-645A-4DCF-91E0-F7500233EDE3}"/>
                </a:ext>
              </a:extLst>
            </p:cNvPr>
            <p:cNvSpPr/>
            <p:nvPr/>
          </p:nvSpPr>
          <p:spPr bwMode="auto">
            <a:xfrm>
              <a:off x="4830492" y="4079239"/>
              <a:ext cx="211325" cy="136812"/>
            </a:xfrm>
            <a:custGeom>
              <a:avLst/>
              <a:gdLst>
                <a:gd name="T0" fmla="*/ 0 w 173"/>
                <a:gd name="T1" fmla="*/ 0 h 112"/>
                <a:gd name="T2" fmla="*/ 0 w 173"/>
                <a:gd name="T3" fmla="*/ 112 h 112"/>
                <a:gd name="T4" fmla="*/ 173 w 173"/>
                <a:gd name="T5" fmla="*/ 112 h 112"/>
                <a:gd name="T6" fmla="*/ 173 w 173"/>
                <a:gd name="T7" fmla="*/ 0 h 112"/>
                <a:gd name="T8" fmla="*/ 0 w 173"/>
                <a:gd name="T9" fmla="*/ 0 h 112"/>
                <a:gd name="T10" fmla="*/ 110 w 173"/>
                <a:gd name="T11" fmla="*/ 73 h 112"/>
                <a:gd name="T12" fmla="*/ 152 w 173"/>
                <a:gd name="T13" fmla="*/ 102 h 112"/>
                <a:gd name="T14" fmla="*/ 19 w 173"/>
                <a:gd name="T15" fmla="*/ 102 h 112"/>
                <a:gd name="T16" fmla="*/ 63 w 173"/>
                <a:gd name="T17" fmla="*/ 73 h 112"/>
                <a:gd name="T18" fmla="*/ 9 w 173"/>
                <a:gd name="T19" fmla="*/ 98 h 112"/>
                <a:gd name="T20" fmla="*/ 9 w 173"/>
                <a:gd name="T21" fmla="*/ 15 h 112"/>
                <a:gd name="T22" fmla="*/ 85 w 173"/>
                <a:gd name="T23" fmla="*/ 63 h 112"/>
                <a:gd name="T24" fmla="*/ 162 w 173"/>
                <a:gd name="T25" fmla="*/ 13 h 112"/>
                <a:gd name="T26" fmla="*/ 162 w 173"/>
                <a:gd name="T27" fmla="*/ 98 h 112"/>
                <a:gd name="T28" fmla="*/ 110 w 173"/>
                <a:gd name="T29" fmla="*/ 73 h 112"/>
                <a:gd name="T30" fmla="*/ 21 w 173"/>
                <a:gd name="T31" fmla="*/ 11 h 112"/>
                <a:gd name="T32" fmla="*/ 152 w 173"/>
                <a:gd name="T33" fmla="*/ 11 h 112"/>
                <a:gd name="T34" fmla="*/ 85 w 173"/>
                <a:gd name="T35" fmla="*/ 50 h 112"/>
                <a:gd name="T36" fmla="*/ 21 w 173"/>
                <a:gd name="T37" fmla="*/ 11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3" h="112">
                  <a:moveTo>
                    <a:pt x="0" y="0"/>
                  </a:moveTo>
                  <a:lnTo>
                    <a:pt x="0" y="112"/>
                  </a:lnTo>
                  <a:lnTo>
                    <a:pt x="173" y="112"/>
                  </a:lnTo>
                  <a:lnTo>
                    <a:pt x="173" y="0"/>
                  </a:lnTo>
                  <a:lnTo>
                    <a:pt x="0" y="0"/>
                  </a:lnTo>
                  <a:close/>
                  <a:moveTo>
                    <a:pt x="110" y="73"/>
                  </a:moveTo>
                  <a:lnTo>
                    <a:pt x="152" y="102"/>
                  </a:lnTo>
                  <a:lnTo>
                    <a:pt x="19" y="102"/>
                  </a:lnTo>
                  <a:lnTo>
                    <a:pt x="63" y="73"/>
                  </a:lnTo>
                  <a:lnTo>
                    <a:pt x="9" y="98"/>
                  </a:lnTo>
                  <a:lnTo>
                    <a:pt x="9" y="15"/>
                  </a:lnTo>
                  <a:lnTo>
                    <a:pt x="85" y="63"/>
                  </a:lnTo>
                  <a:lnTo>
                    <a:pt x="162" y="13"/>
                  </a:lnTo>
                  <a:lnTo>
                    <a:pt x="162" y="98"/>
                  </a:lnTo>
                  <a:lnTo>
                    <a:pt x="110" y="73"/>
                  </a:lnTo>
                  <a:close/>
                  <a:moveTo>
                    <a:pt x="21" y="11"/>
                  </a:moveTo>
                  <a:lnTo>
                    <a:pt x="152" y="11"/>
                  </a:lnTo>
                  <a:lnTo>
                    <a:pt x="85" y="50"/>
                  </a:lnTo>
                  <a:lnTo>
                    <a:pt x="21" y="1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6" name="ïṩḻ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4782172-8EDC-484C-AD22-0253595BF510}"/>
                </a:ext>
              </a:extLst>
            </p:cNvPr>
            <p:cNvSpPr/>
            <p:nvPr/>
          </p:nvSpPr>
          <p:spPr bwMode="auto">
            <a:xfrm>
              <a:off x="4104902" y="3086133"/>
              <a:ext cx="117267" cy="144141"/>
            </a:xfrm>
            <a:custGeom>
              <a:avLst/>
              <a:gdLst>
                <a:gd name="T0" fmla="*/ 0 w 96"/>
                <a:gd name="T1" fmla="*/ 0 h 118"/>
                <a:gd name="T2" fmla="*/ 0 w 96"/>
                <a:gd name="T3" fmla="*/ 118 h 118"/>
                <a:gd name="T4" fmla="*/ 48 w 96"/>
                <a:gd name="T5" fmla="*/ 85 h 118"/>
                <a:gd name="T6" fmla="*/ 96 w 96"/>
                <a:gd name="T7" fmla="*/ 118 h 118"/>
                <a:gd name="T8" fmla="*/ 96 w 96"/>
                <a:gd name="T9" fmla="*/ 0 h 118"/>
                <a:gd name="T10" fmla="*/ 0 w 96"/>
                <a:gd name="T11" fmla="*/ 0 h 118"/>
                <a:gd name="T12" fmla="*/ 73 w 96"/>
                <a:gd name="T13" fmla="*/ 54 h 118"/>
                <a:gd name="T14" fmla="*/ 23 w 96"/>
                <a:gd name="T15" fmla="*/ 54 h 118"/>
                <a:gd name="T16" fmla="*/ 23 w 96"/>
                <a:gd name="T17" fmla="*/ 50 h 118"/>
                <a:gd name="T18" fmla="*/ 73 w 96"/>
                <a:gd name="T19" fmla="*/ 50 h 118"/>
                <a:gd name="T20" fmla="*/ 73 w 96"/>
                <a:gd name="T21" fmla="*/ 54 h 118"/>
                <a:gd name="T22" fmla="*/ 73 w 96"/>
                <a:gd name="T23" fmla="*/ 35 h 118"/>
                <a:gd name="T24" fmla="*/ 23 w 96"/>
                <a:gd name="T25" fmla="*/ 35 h 118"/>
                <a:gd name="T26" fmla="*/ 23 w 96"/>
                <a:gd name="T27" fmla="*/ 31 h 118"/>
                <a:gd name="T28" fmla="*/ 73 w 96"/>
                <a:gd name="T29" fmla="*/ 31 h 118"/>
                <a:gd name="T30" fmla="*/ 73 w 96"/>
                <a:gd name="T31" fmla="*/ 3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6" h="118">
                  <a:moveTo>
                    <a:pt x="0" y="0"/>
                  </a:moveTo>
                  <a:lnTo>
                    <a:pt x="0" y="118"/>
                  </a:lnTo>
                  <a:lnTo>
                    <a:pt x="48" y="85"/>
                  </a:lnTo>
                  <a:lnTo>
                    <a:pt x="96" y="118"/>
                  </a:lnTo>
                  <a:lnTo>
                    <a:pt x="96" y="0"/>
                  </a:lnTo>
                  <a:lnTo>
                    <a:pt x="0" y="0"/>
                  </a:lnTo>
                  <a:close/>
                  <a:moveTo>
                    <a:pt x="73" y="54"/>
                  </a:moveTo>
                  <a:lnTo>
                    <a:pt x="23" y="54"/>
                  </a:lnTo>
                  <a:lnTo>
                    <a:pt x="23" y="50"/>
                  </a:lnTo>
                  <a:lnTo>
                    <a:pt x="73" y="50"/>
                  </a:lnTo>
                  <a:lnTo>
                    <a:pt x="73" y="54"/>
                  </a:lnTo>
                  <a:close/>
                  <a:moveTo>
                    <a:pt x="73" y="35"/>
                  </a:moveTo>
                  <a:lnTo>
                    <a:pt x="23" y="35"/>
                  </a:lnTo>
                  <a:lnTo>
                    <a:pt x="23" y="31"/>
                  </a:lnTo>
                  <a:lnTo>
                    <a:pt x="73" y="31"/>
                  </a:lnTo>
                  <a:lnTo>
                    <a:pt x="73" y="3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7" name="í$1í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D379426-A5F4-49AA-ADE6-69BB46A03D09}"/>
                </a:ext>
              </a:extLst>
            </p:cNvPr>
            <p:cNvSpPr/>
            <p:nvPr/>
          </p:nvSpPr>
          <p:spPr bwMode="auto">
            <a:xfrm>
              <a:off x="5298340" y="4213607"/>
              <a:ext cx="125818" cy="119710"/>
            </a:xfrm>
            <a:custGeom>
              <a:avLst/>
              <a:gdLst>
                <a:gd name="T0" fmla="*/ 50 w 50"/>
                <a:gd name="T1" fmla="*/ 12 h 47"/>
                <a:gd name="T2" fmla="*/ 12 w 50"/>
                <a:gd name="T3" fmla="*/ 12 h 47"/>
                <a:gd name="T4" fmla="*/ 8 w 50"/>
                <a:gd name="T5" fmla="*/ 0 h 47"/>
                <a:gd name="T6" fmla="*/ 0 w 50"/>
                <a:gd name="T7" fmla="*/ 0 h 47"/>
                <a:gd name="T8" fmla="*/ 0 w 50"/>
                <a:gd name="T9" fmla="*/ 2 h 47"/>
                <a:gd name="T10" fmla="*/ 7 w 50"/>
                <a:gd name="T11" fmla="*/ 2 h 47"/>
                <a:gd name="T12" fmla="*/ 16 w 50"/>
                <a:gd name="T13" fmla="*/ 38 h 47"/>
                <a:gd name="T14" fmla="*/ 13 w 50"/>
                <a:gd name="T15" fmla="*/ 42 h 47"/>
                <a:gd name="T16" fmla="*/ 17 w 50"/>
                <a:gd name="T17" fmla="*/ 47 h 47"/>
                <a:gd name="T18" fmla="*/ 22 w 50"/>
                <a:gd name="T19" fmla="*/ 42 h 47"/>
                <a:gd name="T20" fmla="*/ 21 w 50"/>
                <a:gd name="T21" fmla="*/ 40 h 47"/>
                <a:gd name="T22" fmla="*/ 34 w 50"/>
                <a:gd name="T23" fmla="*/ 40 h 47"/>
                <a:gd name="T24" fmla="*/ 33 w 50"/>
                <a:gd name="T25" fmla="*/ 42 h 47"/>
                <a:gd name="T26" fmla="*/ 37 w 50"/>
                <a:gd name="T27" fmla="*/ 47 h 47"/>
                <a:gd name="T28" fmla="*/ 42 w 50"/>
                <a:gd name="T29" fmla="*/ 42 h 47"/>
                <a:gd name="T30" fmla="*/ 37 w 50"/>
                <a:gd name="T31" fmla="*/ 38 h 47"/>
                <a:gd name="T32" fmla="*/ 18 w 50"/>
                <a:gd name="T33" fmla="*/ 38 h 47"/>
                <a:gd name="T34" fmla="*/ 17 w 50"/>
                <a:gd name="T35" fmla="*/ 34 h 47"/>
                <a:gd name="T36" fmla="*/ 42 w 50"/>
                <a:gd name="T37" fmla="*/ 34 h 47"/>
                <a:gd name="T38" fmla="*/ 50 w 50"/>
                <a:gd name="T39" fmla="*/ 12 h 47"/>
                <a:gd name="T40" fmla="*/ 37 w 50"/>
                <a:gd name="T41" fmla="*/ 40 h 47"/>
                <a:gd name="T42" fmla="*/ 40 w 50"/>
                <a:gd name="T43" fmla="*/ 42 h 47"/>
                <a:gd name="T44" fmla="*/ 37 w 50"/>
                <a:gd name="T45" fmla="*/ 45 h 47"/>
                <a:gd name="T46" fmla="*/ 34 w 50"/>
                <a:gd name="T47" fmla="*/ 42 h 47"/>
                <a:gd name="T48" fmla="*/ 37 w 50"/>
                <a:gd name="T49" fmla="*/ 40 h 47"/>
                <a:gd name="T50" fmla="*/ 17 w 50"/>
                <a:gd name="T51" fmla="*/ 40 h 47"/>
                <a:gd name="T52" fmla="*/ 20 w 50"/>
                <a:gd name="T53" fmla="*/ 42 h 47"/>
                <a:gd name="T54" fmla="*/ 17 w 50"/>
                <a:gd name="T55" fmla="*/ 45 h 47"/>
                <a:gd name="T56" fmla="*/ 14 w 50"/>
                <a:gd name="T57" fmla="*/ 42 h 47"/>
                <a:gd name="T58" fmla="*/ 17 w 50"/>
                <a:gd name="T59" fmla="*/ 4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" h="47">
                  <a:moveTo>
                    <a:pt x="50" y="12"/>
                  </a:moveTo>
                  <a:cubicBezTo>
                    <a:pt x="12" y="12"/>
                    <a:pt x="12" y="12"/>
                    <a:pt x="12" y="1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4" y="39"/>
                    <a:pt x="13" y="40"/>
                    <a:pt x="13" y="42"/>
                  </a:cubicBezTo>
                  <a:cubicBezTo>
                    <a:pt x="13" y="45"/>
                    <a:pt x="15" y="47"/>
                    <a:pt x="17" y="47"/>
                  </a:cubicBezTo>
                  <a:cubicBezTo>
                    <a:pt x="20" y="47"/>
                    <a:pt x="22" y="45"/>
                    <a:pt x="22" y="42"/>
                  </a:cubicBezTo>
                  <a:cubicBezTo>
                    <a:pt x="22" y="41"/>
                    <a:pt x="21" y="41"/>
                    <a:pt x="21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1"/>
                    <a:pt x="33" y="41"/>
                    <a:pt x="33" y="42"/>
                  </a:cubicBezTo>
                  <a:cubicBezTo>
                    <a:pt x="33" y="45"/>
                    <a:pt x="35" y="47"/>
                    <a:pt x="37" y="47"/>
                  </a:cubicBezTo>
                  <a:cubicBezTo>
                    <a:pt x="40" y="47"/>
                    <a:pt x="42" y="45"/>
                    <a:pt x="42" y="42"/>
                  </a:cubicBezTo>
                  <a:cubicBezTo>
                    <a:pt x="42" y="40"/>
                    <a:pt x="40" y="38"/>
                    <a:pt x="37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42" y="34"/>
                    <a:pt x="42" y="34"/>
                    <a:pt x="42" y="34"/>
                  </a:cubicBezTo>
                  <a:lnTo>
                    <a:pt x="50" y="12"/>
                  </a:lnTo>
                  <a:close/>
                  <a:moveTo>
                    <a:pt x="37" y="40"/>
                  </a:moveTo>
                  <a:cubicBezTo>
                    <a:pt x="39" y="40"/>
                    <a:pt x="40" y="41"/>
                    <a:pt x="40" y="42"/>
                  </a:cubicBezTo>
                  <a:cubicBezTo>
                    <a:pt x="40" y="44"/>
                    <a:pt x="39" y="45"/>
                    <a:pt x="37" y="45"/>
                  </a:cubicBezTo>
                  <a:cubicBezTo>
                    <a:pt x="36" y="45"/>
                    <a:pt x="34" y="44"/>
                    <a:pt x="34" y="42"/>
                  </a:cubicBezTo>
                  <a:cubicBezTo>
                    <a:pt x="34" y="41"/>
                    <a:pt x="36" y="40"/>
                    <a:pt x="37" y="40"/>
                  </a:cubicBezTo>
                  <a:close/>
                  <a:moveTo>
                    <a:pt x="17" y="40"/>
                  </a:moveTo>
                  <a:cubicBezTo>
                    <a:pt x="19" y="40"/>
                    <a:pt x="20" y="41"/>
                    <a:pt x="20" y="42"/>
                  </a:cubicBezTo>
                  <a:cubicBezTo>
                    <a:pt x="20" y="44"/>
                    <a:pt x="19" y="45"/>
                    <a:pt x="17" y="45"/>
                  </a:cubicBezTo>
                  <a:cubicBezTo>
                    <a:pt x="16" y="45"/>
                    <a:pt x="14" y="44"/>
                    <a:pt x="14" y="42"/>
                  </a:cubicBezTo>
                  <a:cubicBezTo>
                    <a:pt x="14" y="41"/>
                    <a:pt x="16" y="40"/>
                    <a:pt x="17" y="4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8" name="îṥḻî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654B4FD-E599-435B-B102-B46F1B413C5D}"/>
                </a:ext>
              </a:extLst>
            </p:cNvPr>
            <p:cNvSpPr/>
            <p:nvPr/>
          </p:nvSpPr>
          <p:spPr bwMode="auto">
            <a:xfrm>
              <a:off x="4990513" y="3795844"/>
              <a:ext cx="73292" cy="80621"/>
            </a:xfrm>
            <a:custGeom>
              <a:avLst/>
              <a:gdLst>
                <a:gd name="T0" fmla="*/ 0 w 29"/>
                <a:gd name="T1" fmla="*/ 32 h 32"/>
                <a:gd name="T2" fmla="*/ 29 w 29"/>
                <a:gd name="T3" fmla="*/ 19 h 32"/>
                <a:gd name="T4" fmla="*/ 0 w 29"/>
                <a:gd name="T5" fmla="*/ 0 h 32"/>
                <a:gd name="T6" fmla="*/ 0 w 29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32">
                  <a:moveTo>
                    <a:pt x="0" y="32"/>
                  </a:moveTo>
                  <a:cubicBezTo>
                    <a:pt x="29" y="19"/>
                    <a:pt x="29" y="19"/>
                    <a:pt x="29" y="19"/>
                  </a:cubicBezTo>
                  <a:cubicBezTo>
                    <a:pt x="23" y="8"/>
                    <a:pt x="13" y="1"/>
                    <a:pt x="0" y="0"/>
                  </a:cubicBezTo>
                  <a:lnTo>
                    <a:pt x="0" y="3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9" name="íṥ1ï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6B8D128-8736-41FD-8E5C-D8388F8B31B8}"/>
                </a:ext>
              </a:extLst>
            </p:cNvPr>
            <p:cNvSpPr/>
            <p:nvPr/>
          </p:nvSpPr>
          <p:spPr bwMode="auto">
            <a:xfrm>
              <a:off x="4901341" y="3795844"/>
              <a:ext cx="131925" cy="169793"/>
            </a:xfrm>
            <a:custGeom>
              <a:avLst/>
              <a:gdLst>
                <a:gd name="T0" fmla="*/ 32 w 52"/>
                <a:gd name="T1" fmla="*/ 34 h 67"/>
                <a:gd name="T2" fmla="*/ 32 w 52"/>
                <a:gd name="T3" fmla="*/ 0 h 67"/>
                <a:gd name="T4" fmla="*/ 0 w 52"/>
                <a:gd name="T5" fmla="*/ 33 h 67"/>
                <a:gd name="T6" fmla="*/ 33 w 52"/>
                <a:gd name="T7" fmla="*/ 67 h 67"/>
                <a:gd name="T8" fmla="*/ 51 w 52"/>
                <a:gd name="T9" fmla="*/ 62 h 67"/>
                <a:gd name="T10" fmla="*/ 51 w 52"/>
                <a:gd name="T11" fmla="*/ 62 h 67"/>
                <a:gd name="T12" fmla="*/ 52 w 52"/>
                <a:gd name="T13" fmla="*/ 61 h 67"/>
                <a:gd name="T14" fmla="*/ 52 w 52"/>
                <a:gd name="T15" fmla="*/ 61 h 67"/>
                <a:gd name="T16" fmla="*/ 52 w 52"/>
                <a:gd name="T17" fmla="*/ 61 h 67"/>
                <a:gd name="T18" fmla="*/ 32 w 52"/>
                <a:gd name="T19" fmla="*/ 3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67">
                  <a:moveTo>
                    <a:pt x="32" y="34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1"/>
                    <a:pt x="0" y="15"/>
                    <a:pt x="0" y="33"/>
                  </a:cubicBezTo>
                  <a:cubicBezTo>
                    <a:pt x="0" y="52"/>
                    <a:pt x="15" y="67"/>
                    <a:pt x="33" y="67"/>
                  </a:cubicBezTo>
                  <a:cubicBezTo>
                    <a:pt x="40" y="67"/>
                    <a:pt x="46" y="65"/>
                    <a:pt x="51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1"/>
                    <a:pt x="52" y="61"/>
                    <a:pt x="52" y="61"/>
                  </a:cubicBezTo>
                  <a:lnTo>
                    <a:pt x="32" y="3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0" name="ïṧḻ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08CA58F-F53F-41E6-933B-2210AE7DB07E}"/>
                </a:ext>
              </a:extLst>
            </p:cNvPr>
            <p:cNvSpPr/>
            <p:nvPr/>
          </p:nvSpPr>
          <p:spPr bwMode="auto">
            <a:xfrm>
              <a:off x="4990513" y="3852034"/>
              <a:ext cx="81843" cy="92836"/>
            </a:xfrm>
            <a:custGeom>
              <a:avLst/>
              <a:gdLst>
                <a:gd name="T0" fmla="*/ 32 w 32"/>
                <a:gd name="T1" fmla="*/ 11 h 37"/>
                <a:gd name="T2" fmla="*/ 30 w 32"/>
                <a:gd name="T3" fmla="*/ 0 h 37"/>
                <a:gd name="T4" fmla="*/ 0 w 32"/>
                <a:gd name="T5" fmla="*/ 12 h 37"/>
                <a:gd name="T6" fmla="*/ 19 w 32"/>
                <a:gd name="T7" fmla="*/ 37 h 37"/>
                <a:gd name="T8" fmla="*/ 32 w 32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7">
                  <a:moveTo>
                    <a:pt x="32" y="11"/>
                  </a:moveTo>
                  <a:cubicBezTo>
                    <a:pt x="32" y="7"/>
                    <a:pt x="31" y="3"/>
                    <a:pt x="3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7" y="31"/>
                    <a:pt x="32" y="22"/>
                    <a:pt x="32" y="1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1" name="ïŝļí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97476EF-BEC6-47E4-B159-832D304EB141}"/>
                </a:ext>
              </a:extLst>
            </p:cNvPr>
            <p:cNvSpPr/>
            <p:nvPr/>
          </p:nvSpPr>
          <p:spPr bwMode="auto">
            <a:xfrm>
              <a:off x="5221383" y="4090232"/>
              <a:ext cx="65963" cy="106274"/>
            </a:xfrm>
            <a:custGeom>
              <a:avLst/>
              <a:gdLst>
                <a:gd name="T0" fmla="*/ 54 w 54"/>
                <a:gd name="T1" fmla="*/ 37 h 87"/>
                <a:gd name="T2" fmla="*/ 35 w 54"/>
                <a:gd name="T3" fmla="*/ 37 h 87"/>
                <a:gd name="T4" fmla="*/ 40 w 54"/>
                <a:gd name="T5" fmla="*/ 0 h 87"/>
                <a:gd name="T6" fmla="*/ 0 w 54"/>
                <a:gd name="T7" fmla="*/ 49 h 87"/>
                <a:gd name="T8" fmla="*/ 21 w 54"/>
                <a:gd name="T9" fmla="*/ 49 h 87"/>
                <a:gd name="T10" fmla="*/ 15 w 54"/>
                <a:gd name="T11" fmla="*/ 87 h 87"/>
                <a:gd name="T12" fmla="*/ 54 w 54"/>
                <a:gd name="T13" fmla="*/ 3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7">
                  <a:moveTo>
                    <a:pt x="54" y="37"/>
                  </a:moveTo>
                  <a:lnTo>
                    <a:pt x="35" y="37"/>
                  </a:lnTo>
                  <a:lnTo>
                    <a:pt x="40" y="0"/>
                  </a:lnTo>
                  <a:lnTo>
                    <a:pt x="0" y="49"/>
                  </a:lnTo>
                  <a:lnTo>
                    <a:pt x="21" y="49"/>
                  </a:lnTo>
                  <a:lnTo>
                    <a:pt x="15" y="87"/>
                  </a:lnTo>
                  <a:lnTo>
                    <a:pt x="54" y="3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2" name="íṡľi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F4017A6-5BD7-4744-9698-5DD427B16D30}"/>
                </a:ext>
              </a:extLst>
            </p:cNvPr>
            <p:cNvSpPr/>
            <p:nvPr/>
          </p:nvSpPr>
          <p:spPr bwMode="auto">
            <a:xfrm>
              <a:off x="5426600" y="4251475"/>
              <a:ext cx="171014" cy="162464"/>
            </a:xfrm>
            <a:custGeom>
              <a:avLst/>
              <a:gdLst>
                <a:gd name="T0" fmla="*/ 37 w 67"/>
                <a:gd name="T1" fmla="*/ 3 h 64"/>
                <a:gd name="T2" fmla="*/ 51 w 67"/>
                <a:gd name="T3" fmla="*/ 30 h 64"/>
                <a:gd name="T4" fmla="*/ 51 w 67"/>
                <a:gd name="T5" fmla="*/ 30 h 64"/>
                <a:gd name="T6" fmla="*/ 66 w 67"/>
                <a:gd name="T7" fmla="*/ 59 h 64"/>
                <a:gd name="T8" fmla="*/ 65 w 67"/>
                <a:gd name="T9" fmla="*/ 63 h 64"/>
                <a:gd name="T10" fmla="*/ 64 w 67"/>
                <a:gd name="T11" fmla="*/ 64 h 64"/>
                <a:gd name="T12" fmla="*/ 64 w 67"/>
                <a:gd name="T13" fmla="*/ 64 h 64"/>
                <a:gd name="T14" fmla="*/ 33 w 67"/>
                <a:gd name="T15" fmla="*/ 64 h 64"/>
                <a:gd name="T16" fmla="*/ 33 w 67"/>
                <a:gd name="T17" fmla="*/ 64 h 64"/>
                <a:gd name="T18" fmla="*/ 33 w 67"/>
                <a:gd name="T19" fmla="*/ 59 h 64"/>
                <a:gd name="T20" fmla="*/ 36 w 67"/>
                <a:gd name="T21" fmla="*/ 59 h 64"/>
                <a:gd name="T22" fmla="*/ 38 w 67"/>
                <a:gd name="T23" fmla="*/ 56 h 64"/>
                <a:gd name="T24" fmla="*/ 38 w 67"/>
                <a:gd name="T25" fmla="*/ 51 h 64"/>
                <a:gd name="T26" fmla="*/ 36 w 67"/>
                <a:gd name="T27" fmla="*/ 49 h 64"/>
                <a:gd name="T28" fmla="*/ 33 w 67"/>
                <a:gd name="T29" fmla="*/ 49 h 64"/>
                <a:gd name="T30" fmla="*/ 33 w 67"/>
                <a:gd name="T31" fmla="*/ 47 h 64"/>
                <a:gd name="T32" fmla="*/ 35 w 67"/>
                <a:gd name="T33" fmla="*/ 47 h 64"/>
                <a:gd name="T34" fmla="*/ 38 w 67"/>
                <a:gd name="T35" fmla="*/ 44 h 64"/>
                <a:gd name="T36" fmla="*/ 41 w 67"/>
                <a:gd name="T37" fmla="*/ 24 h 64"/>
                <a:gd name="T38" fmla="*/ 38 w 67"/>
                <a:gd name="T39" fmla="*/ 21 h 64"/>
                <a:gd name="T40" fmla="*/ 33 w 67"/>
                <a:gd name="T41" fmla="*/ 21 h 64"/>
                <a:gd name="T42" fmla="*/ 33 w 67"/>
                <a:gd name="T43" fmla="*/ 0 h 64"/>
                <a:gd name="T44" fmla="*/ 37 w 67"/>
                <a:gd name="T45" fmla="*/ 3 h 64"/>
                <a:gd name="T46" fmla="*/ 33 w 67"/>
                <a:gd name="T47" fmla="*/ 64 h 64"/>
                <a:gd name="T48" fmla="*/ 3 w 67"/>
                <a:gd name="T49" fmla="*/ 64 h 64"/>
                <a:gd name="T50" fmla="*/ 0 w 67"/>
                <a:gd name="T51" fmla="*/ 61 h 64"/>
                <a:gd name="T52" fmla="*/ 1 w 67"/>
                <a:gd name="T53" fmla="*/ 59 h 64"/>
                <a:gd name="T54" fmla="*/ 16 w 67"/>
                <a:gd name="T55" fmla="*/ 30 h 64"/>
                <a:gd name="T56" fmla="*/ 16 w 67"/>
                <a:gd name="T57" fmla="*/ 30 h 64"/>
                <a:gd name="T58" fmla="*/ 29 w 67"/>
                <a:gd name="T59" fmla="*/ 4 h 64"/>
                <a:gd name="T60" fmla="*/ 33 w 67"/>
                <a:gd name="T61" fmla="*/ 0 h 64"/>
                <a:gd name="T62" fmla="*/ 33 w 67"/>
                <a:gd name="T63" fmla="*/ 21 h 64"/>
                <a:gd name="T64" fmla="*/ 29 w 67"/>
                <a:gd name="T65" fmla="*/ 21 h 64"/>
                <a:gd name="T66" fmla="*/ 26 w 67"/>
                <a:gd name="T67" fmla="*/ 24 h 64"/>
                <a:gd name="T68" fmla="*/ 29 w 67"/>
                <a:gd name="T69" fmla="*/ 44 h 64"/>
                <a:gd name="T70" fmla="*/ 32 w 67"/>
                <a:gd name="T71" fmla="*/ 47 h 64"/>
                <a:gd name="T72" fmla="*/ 33 w 67"/>
                <a:gd name="T73" fmla="*/ 47 h 64"/>
                <a:gd name="T74" fmla="*/ 33 w 67"/>
                <a:gd name="T75" fmla="*/ 49 h 64"/>
                <a:gd name="T76" fmla="*/ 31 w 67"/>
                <a:gd name="T77" fmla="*/ 49 h 64"/>
                <a:gd name="T78" fmla="*/ 29 w 67"/>
                <a:gd name="T79" fmla="*/ 51 h 64"/>
                <a:gd name="T80" fmla="*/ 29 w 67"/>
                <a:gd name="T81" fmla="*/ 56 h 64"/>
                <a:gd name="T82" fmla="*/ 31 w 67"/>
                <a:gd name="T83" fmla="*/ 59 h 64"/>
                <a:gd name="T84" fmla="*/ 33 w 67"/>
                <a:gd name="T85" fmla="*/ 59 h 64"/>
                <a:gd name="T86" fmla="*/ 33 w 67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7" h="64">
                  <a:moveTo>
                    <a:pt x="37" y="3"/>
                  </a:moveTo>
                  <a:cubicBezTo>
                    <a:pt x="51" y="30"/>
                    <a:pt x="51" y="30"/>
                    <a:pt x="51" y="30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7" y="61"/>
                    <a:pt x="66" y="62"/>
                    <a:pt x="65" y="63"/>
                  </a:cubicBezTo>
                  <a:cubicBezTo>
                    <a:pt x="65" y="64"/>
                    <a:pt x="64" y="64"/>
                    <a:pt x="64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59"/>
                    <a:pt x="38" y="58"/>
                    <a:pt x="38" y="56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49"/>
                    <a:pt x="36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7" y="47"/>
                    <a:pt x="38" y="46"/>
                    <a:pt x="38" y="4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3"/>
                    <a:pt x="39" y="21"/>
                    <a:pt x="38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5" y="0"/>
                    <a:pt x="36" y="1"/>
                    <a:pt x="37" y="3"/>
                  </a:cubicBezTo>
                  <a:close/>
                  <a:moveTo>
                    <a:pt x="33" y="64"/>
                  </a:moveTo>
                  <a:cubicBezTo>
                    <a:pt x="3" y="64"/>
                    <a:pt x="3" y="64"/>
                    <a:pt x="3" y="64"/>
                  </a:cubicBezTo>
                  <a:cubicBezTo>
                    <a:pt x="2" y="64"/>
                    <a:pt x="0" y="62"/>
                    <a:pt x="0" y="61"/>
                  </a:cubicBezTo>
                  <a:cubicBezTo>
                    <a:pt x="0" y="60"/>
                    <a:pt x="1" y="60"/>
                    <a:pt x="1" y="59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0" y="1"/>
                    <a:pt x="32" y="0"/>
                    <a:pt x="33" y="0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7" y="21"/>
                    <a:pt x="26" y="23"/>
                    <a:pt x="26" y="2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6"/>
                    <a:pt x="30" y="47"/>
                    <a:pt x="32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0" y="49"/>
                    <a:pt x="29" y="50"/>
                    <a:pt x="29" y="5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58"/>
                    <a:pt x="30" y="59"/>
                    <a:pt x="31" y="59"/>
                  </a:cubicBezTo>
                  <a:cubicBezTo>
                    <a:pt x="33" y="59"/>
                    <a:pt x="33" y="59"/>
                    <a:pt x="33" y="59"/>
                  </a:cubicBezTo>
                  <a:lnTo>
                    <a:pt x="33" y="64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3" name="ïṩḻí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A0FF7BF-B29A-4FE8-87A5-D8B6EAE0EC38}"/>
                </a:ext>
              </a:extLst>
            </p:cNvPr>
            <p:cNvSpPr/>
            <p:nvPr/>
          </p:nvSpPr>
          <p:spPr bwMode="auto">
            <a:xfrm>
              <a:off x="5589064" y="4153752"/>
              <a:ext cx="61077" cy="151470"/>
            </a:xfrm>
            <a:custGeom>
              <a:avLst/>
              <a:gdLst>
                <a:gd name="T0" fmla="*/ 5 w 24"/>
                <a:gd name="T1" fmla="*/ 0 h 60"/>
                <a:gd name="T2" fmla="*/ 19 w 24"/>
                <a:gd name="T3" fmla="*/ 0 h 60"/>
                <a:gd name="T4" fmla="*/ 24 w 24"/>
                <a:gd name="T5" fmla="*/ 4 h 60"/>
                <a:gd name="T6" fmla="*/ 24 w 24"/>
                <a:gd name="T7" fmla="*/ 5 h 60"/>
                <a:gd name="T8" fmla="*/ 24 w 24"/>
                <a:gd name="T9" fmla="*/ 5 h 60"/>
                <a:gd name="T10" fmla="*/ 20 w 24"/>
                <a:gd name="T11" fmla="*/ 37 h 60"/>
                <a:gd name="T12" fmla="*/ 15 w 24"/>
                <a:gd name="T13" fmla="*/ 41 h 60"/>
                <a:gd name="T14" fmla="*/ 10 w 24"/>
                <a:gd name="T15" fmla="*/ 41 h 60"/>
                <a:gd name="T16" fmla="*/ 5 w 24"/>
                <a:gd name="T17" fmla="*/ 37 h 60"/>
                <a:gd name="T18" fmla="*/ 0 w 24"/>
                <a:gd name="T19" fmla="*/ 5 h 60"/>
                <a:gd name="T20" fmla="*/ 0 w 24"/>
                <a:gd name="T21" fmla="*/ 5 h 60"/>
                <a:gd name="T22" fmla="*/ 0 w 24"/>
                <a:gd name="T23" fmla="*/ 4 h 60"/>
                <a:gd name="T24" fmla="*/ 5 w 24"/>
                <a:gd name="T25" fmla="*/ 0 h 60"/>
                <a:gd name="T26" fmla="*/ 8 w 24"/>
                <a:gd name="T27" fmla="*/ 45 h 60"/>
                <a:gd name="T28" fmla="*/ 16 w 24"/>
                <a:gd name="T29" fmla="*/ 45 h 60"/>
                <a:gd name="T30" fmla="*/ 20 w 24"/>
                <a:gd name="T31" fmla="*/ 49 h 60"/>
                <a:gd name="T32" fmla="*/ 20 w 24"/>
                <a:gd name="T33" fmla="*/ 57 h 60"/>
                <a:gd name="T34" fmla="*/ 16 w 24"/>
                <a:gd name="T35" fmla="*/ 60 h 60"/>
                <a:gd name="T36" fmla="*/ 8 w 24"/>
                <a:gd name="T37" fmla="*/ 60 h 60"/>
                <a:gd name="T38" fmla="*/ 4 w 24"/>
                <a:gd name="T39" fmla="*/ 57 h 60"/>
                <a:gd name="T40" fmla="*/ 4 w 24"/>
                <a:gd name="T41" fmla="*/ 49 h 60"/>
                <a:gd name="T42" fmla="*/ 8 w 24"/>
                <a:gd name="T43" fmla="*/ 4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" h="60">
                  <a:moveTo>
                    <a:pt x="5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22" y="0"/>
                    <a:pt x="24" y="2"/>
                    <a:pt x="24" y="4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9"/>
                    <a:pt x="18" y="41"/>
                    <a:pt x="15" y="41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7" y="41"/>
                    <a:pt x="5" y="39"/>
                    <a:pt x="5" y="3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3" y="0"/>
                    <a:pt x="5" y="0"/>
                  </a:cubicBezTo>
                  <a:close/>
                  <a:moveTo>
                    <a:pt x="8" y="45"/>
                  </a:moveTo>
                  <a:cubicBezTo>
                    <a:pt x="16" y="45"/>
                    <a:pt x="16" y="45"/>
                    <a:pt x="16" y="45"/>
                  </a:cubicBezTo>
                  <a:cubicBezTo>
                    <a:pt x="18" y="45"/>
                    <a:pt x="20" y="47"/>
                    <a:pt x="20" y="49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9"/>
                    <a:pt x="18" y="60"/>
                    <a:pt x="16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6" y="60"/>
                    <a:pt x="4" y="59"/>
                    <a:pt x="4" y="57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7"/>
                    <a:pt x="6" y="45"/>
                    <a:pt x="8" y="4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4" name="îṥļ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29DDA28-35D6-4A31-9DDC-BBCBDAE876BD}"/>
                </a:ext>
              </a:extLst>
            </p:cNvPr>
            <p:cNvSpPr/>
            <p:nvPr/>
          </p:nvSpPr>
          <p:spPr bwMode="auto">
            <a:xfrm>
              <a:off x="4810948" y="3836154"/>
              <a:ext cx="30539" cy="30539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5" name="îs1íḋ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688D9D8-F918-4D12-8D7B-2BB46683034A}"/>
                </a:ext>
              </a:extLst>
            </p:cNvPr>
            <p:cNvSpPr/>
            <p:nvPr/>
          </p:nvSpPr>
          <p:spPr bwMode="auto">
            <a:xfrm>
              <a:off x="4744985" y="3861806"/>
              <a:ext cx="158799" cy="116046"/>
            </a:xfrm>
            <a:custGeom>
              <a:avLst/>
              <a:gdLst>
                <a:gd name="T0" fmla="*/ 61 w 63"/>
                <a:gd name="T1" fmla="*/ 41 h 46"/>
                <a:gd name="T2" fmla="*/ 54 w 63"/>
                <a:gd name="T3" fmla="*/ 32 h 46"/>
                <a:gd name="T4" fmla="*/ 54 w 63"/>
                <a:gd name="T5" fmla="*/ 32 h 46"/>
                <a:gd name="T6" fmla="*/ 40 w 63"/>
                <a:gd name="T7" fmla="*/ 0 h 46"/>
                <a:gd name="T8" fmla="*/ 32 w 63"/>
                <a:gd name="T9" fmla="*/ 5 h 46"/>
                <a:gd name="T10" fmla="*/ 23 w 63"/>
                <a:gd name="T11" fmla="*/ 0 h 46"/>
                <a:gd name="T12" fmla="*/ 9 w 63"/>
                <a:gd name="T13" fmla="*/ 32 h 46"/>
                <a:gd name="T14" fmla="*/ 9 w 63"/>
                <a:gd name="T15" fmla="*/ 32 h 46"/>
                <a:gd name="T16" fmla="*/ 2 w 63"/>
                <a:gd name="T17" fmla="*/ 41 h 46"/>
                <a:gd name="T18" fmla="*/ 5 w 63"/>
                <a:gd name="T19" fmla="*/ 46 h 46"/>
                <a:gd name="T20" fmla="*/ 58 w 63"/>
                <a:gd name="T21" fmla="*/ 46 h 46"/>
                <a:gd name="T22" fmla="*/ 61 w 63"/>
                <a:gd name="T23" fmla="*/ 4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" h="46">
                  <a:moveTo>
                    <a:pt x="61" y="41"/>
                  </a:moveTo>
                  <a:cubicBezTo>
                    <a:pt x="54" y="32"/>
                    <a:pt x="54" y="32"/>
                    <a:pt x="54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4" y="17"/>
                    <a:pt x="49" y="4"/>
                    <a:pt x="40" y="0"/>
                  </a:cubicBezTo>
                  <a:cubicBezTo>
                    <a:pt x="39" y="3"/>
                    <a:pt x="35" y="5"/>
                    <a:pt x="32" y="5"/>
                  </a:cubicBezTo>
                  <a:cubicBezTo>
                    <a:pt x="28" y="5"/>
                    <a:pt x="25" y="3"/>
                    <a:pt x="23" y="0"/>
                  </a:cubicBezTo>
                  <a:cubicBezTo>
                    <a:pt x="14" y="4"/>
                    <a:pt x="9" y="17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0" y="44"/>
                    <a:pt x="1" y="46"/>
                    <a:pt x="5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62" y="46"/>
                    <a:pt x="63" y="44"/>
                    <a:pt x="61" y="4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6" name="íŝľî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1D9D65B-8F7A-4AF9-9B79-E243840E8E7A}"/>
                </a:ext>
              </a:extLst>
            </p:cNvPr>
            <p:cNvSpPr/>
            <p:nvPr/>
          </p:nvSpPr>
          <p:spPr bwMode="auto">
            <a:xfrm>
              <a:off x="4810948" y="3986403"/>
              <a:ext cx="26874" cy="9772"/>
            </a:xfrm>
            <a:custGeom>
              <a:avLst/>
              <a:gdLst>
                <a:gd name="T0" fmla="*/ 0 w 11"/>
                <a:gd name="T1" fmla="*/ 0 h 4"/>
                <a:gd name="T2" fmla="*/ 6 w 11"/>
                <a:gd name="T3" fmla="*/ 4 h 4"/>
                <a:gd name="T4" fmla="*/ 11 w 11"/>
                <a:gd name="T5" fmla="*/ 0 h 4"/>
                <a:gd name="T6" fmla="*/ 0 w 1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cubicBezTo>
                    <a:pt x="0" y="2"/>
                    <a:pt x="3" y="4"/>
                    <a:pt x="6" y="4"/>
                  </a:cubicBezTo>
                  <a:cubicBezTo>
                    <a:pt x="8" y="4"/>
                    <a:pt x="11" y="2"/>
                    <a:pt x="11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7" name="ísḻî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DBCD692-9631-4E34-B7B0-96810C4B6FDC}"/>
                </a:ext>
              </a:extLst>
            </p:cNvPr>
            <p:cNvSpPr/>
            <p:nvPr/>
          </p:nvSpPr>
          <p:spPr bwMode="auto">
            <a:xfrm>
              <a:off x="3935110" y="3154539"/>
              <a:ext cx="113603" cy="108717"/>
            </a:xfrm>
            <a:custGeom>
              <a:avLst/>
              <a:gdLst>
                <a:gd name="T0" fmla="*/ 3 w 45"/>
                <a:gd name="T1" fmla="*/ 41 h 43"/>
                <a:gd name="T2" fmla="*/ 8 w 45"/>
                <a:gd name="T3" fmla="*/ 43 h 43"/>
                <a:gd name="T4" fmla="*/ 14 w 45"/>
                <a:gd name="T5" fmla="*/ 40 h 43"/>
                <a:gd name="T6" fmla="*/ 41 w 45"/>
                <a:gd name="T7" fmla="*/ 11 h 43"/>
                <a:gd name="T8" fmla="*/ 43 w 45"/>
                <a:gd name="T9" fmla="*/ 0 h 43"/>
                <a:gd name="T10" fmla="*/ 41 w 45"/>
                <a:gd name="T11" fmla="*/ 0 h 43"/>
                <a:gd name="T12" fmla="*/ 33 w 45"/>
                <a:gd name="T13" fmla="*/ 3 h 43"/>
                <a:gd name="T14" fmla="*/ 4 w 45"/>
                <a:gd name="T15" fmla="*/ 30 h 43"/>
                <a:gd name="T16" fmla="*/ 3 w 45"/>
                <a:gd name="T17" fmla="*/ 4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43">
                  <a:moveTo>
                    <a:pt x="3" y="41"/>
                  </a:moveTo>
                  <a:cubicBezTo>
                    <a:pt x="4" y="43"/>
                    <a:pt x="6" y="43"/>
                    <a:pt x="8" y="43"/>
                  </a:cubicBezTo>
                  <a:cubicBezTo>
                    <a:pt x="10" y="43"/>
                    <a:pt x="13" y="42"/>
                    <a:pt x="14" y="40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4" y="7"/>
                    <a:pt x="45" y="2"/>
                    <a:pt x="43" y="0"/>
                  </a:cubicBezTo>
                  <a:cubicBezTo>
                    <a:pt x="43" y="0"/>
                    <a:pt x="42" y="0"/>
                    <a:pt x="41" y="0"/>
                  </a:cubicBezTo>
                  <a:cubicBezTo>
                    <a:pt x="39" y="0"/>
                    <a:pt x="36" y="1"/>
                    <a:pt x="33" y="3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0" y="33"/>
                    <a:pt x="0" y="38"/>
                    <a:pt x="3" y="4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8" name="i$ḻí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62783C1-78D5-4705-866E-D8529D8D00F9}"/>
                </a:ext>
              </a:extLst>
            </p:cNvPr>
            <p:cNvSpPr/>
            <p:nvPr/>
          </p:nvSpPr>
          <p:spPr bwMode="auto">
            <a:xfrm>
              <a:off x="3782418" y="3104456"/>
              <a:ext cx="207660" cy="243085"/>
            </a:xfrm>
            <a:custGeom>
              <a:avLst/>
              <a:gdLst>
                <a:gd name="T0" fmla="*/ 76 w 82"/>
                <a:gd name="T1" fmla="*/ 62 h 96"/>
                <a:gd name="T2" fmla="*/ 70 w 82"/>
                <a:gd name="T3" fmla="*/ 65 h 96"/>
                <a:gd name="T4" fmla="*/ 71 w 82"/>
                <a:gd name="T5" fmla="*/ 68 h 96"/>
                <a:gd name="T6" fmla="*/ 67 w 82"/>
                <a:gd name="T7" fmla="*/ 73 h 96"/>
                <a:gd name="T8" fmla="*/ 68 w 82"/>
                <a:gd name="T9" fmla="*/ 77 h 96"/>
                <a:gd name="T10" fmla="*/ 58 w 82"/>
                <a:gd name="T11" fmla="*/ 87 h 96"/>
                <a:gd name="T12" fmla="*/ 49 w 82"/>
                <a:gd name="T13" fmla="*/ 80 h 96"/>
                <a:gd name="T14" fmla="*/ 48 w 82"/>
                <a:gd name="T15" fmla="*/ 80 h 96"/>
                <a:gd name="T16" fmla="*/ 30 w 82"/>
                <a:gd name="T17" fmla="*/ 74 h 96"/>
                <a:gd name="T18" fmla="*/ 31 w 82"/>
                <a:gd name="T19" fmla="*/ 72 h 96"/>
                <a:gd name="T20" fmla="*/ 32 w 82"/>
                <a:gd name="T21" fmla="*/ 71 h 96"/>
                <a:gd name="T22" fmla="*/ 33 w 82"/>
                <a:gd name="T23" fmla="*/ 71 h 96"/>
                <a:gd name="T24" fmla="*/ 34 w 82"/>
                <a:gd name="T25" fmla="*/ 71 h 96"/>
                <a:gd name="T26" fmla="*/ 44 w 82"/>
                <a:gd name="T27" fmla="*/ 64 h 96"/>
                <a:gd name="T28" fmla="*/ 57 w 82"/>
                <a:gd name="T29" fmla="*/ 53 h 96"/>
                <a:gd name="T30" fmla="*/ 59 w 82"/>
                <a:gd name="T31" fmla="*/ 54 h 96"/>
                <a:gd name="T32" fmla="*/ 59 w 82"/>
                <a:gd name="T33" fmla="*/ 54 h 96"/>
                <a:gd name="T34" fmla="*/ 59 w 82"/>
                <a:gd name="T35" fmla="*/ 52 h 96"/>
                <a:gd name="T36" fmla="*/ 57 w 82"/>
                <a:gd name="T37" fmla="*/ 44 h 96"/>
                <a:gd name="T38" fmla="*/ 61 w 82"/>
                <a:gd name="T39" fmla="*/ 32 h 96"/>
                <a:gd name="T40" fmla="*/ 59 w 82"/>
                <a:gd name="T41" fmla="*/ 4 h 96"/>
                <a:gd name="T42" fmla="*/ 46 w 82"/>
                <a:gd name="T43" fmla="*/ 0 h 96"/>
                <a:gd name="T44" fmla="*/ 0 w 82"/>
                <a:gd name="T45" fmla="*/ 53 h 96"/>
                <a:gd name="T46" fmla="*/ 47 w 82"/>
                <a:gd name="T47" fmla="*/ 96 h 96"/>
                <a:gd name="T48" fmla="*/ 82 w 82"/>
                <a:gd name="T49" fmla="*/ 78 h 96"/>
                <a:gd name="T50" fmla="*/ 76 w 82"/>
                <a:gd name="T51" fmla="*/ 62 h 96"/>
                <a:gd name="T52" fmla="*/ 43 w 82"/>
                <a:gd name="T53" fmla="*/ 17 h 96"/>
                <a:gd name="T54" fmla="*/ 50 w 82"/>
                <a:gd name="T55" fmla="*/ 23 h 96"/>
                <a:gd name="T56" fmla="*/ 43 w 82"/>
                <a:gd name="T57" fmla="*/ 30 h 96"/>
                <a:gd name="T58" fmla="*/ 37 w 82"/>
                <a:gd name="T59" fmla="*/ 23 h 96"/>
                <a:gd name="T60" fmla="*/ 43 w 82"/>
                <a:gd name="T61" fmla="*/ 17 h 96"/>
                <a:gd name="T62" fmla="*/ 24 w 82"/>
                <a:gd name="T63" fmla="*/ 31 h 96"/>
                <a:gd name="T64" fmla="*/ 32 w 82"/>
                <a:gd name="T65" fmla="*/ 39 h 96"/>
                <a:gd name="T66" fmla="*/ 24 w 82"/>
                <a:gd name="T67" fmla="*/ 47 h 96"/>
                <a:gd name="T68" fmla="*/ 16 w 82"/>
                <a:gd name="T69" fmla="*/ 39 h 96"/>
                <a:gd name="T70" fmla="*/ 24 w 82"/>
                <a:gd name="T71" fmla="*/ 31 h 96"/>
                <a:gd name="T72" fmla="*/ 23 w 82"/>
                <a:gd name="T73" fmla="*/ 75 h 96"/>
                <a:gd name="T74" fmla="*/ 14 w 82"/>
                <a:gd name="T75" fmla="*/ 66 h 96"/>
                <a:gd name="T76" fmla="*/ 23 w 82"/>
                <a:gd name="T77" fmla="*/ 57 h 96"/>
                <a:gd name="T78" fmla="*/ 32 w 82"/>
                <a:gd name="T79" fmla="*/ 66 h 96"/>
                <a:gd name="T80" fmla="*/ 23 w 82"/>
                <a:gd name="T81" fmla="*/ 7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2" h="96">
                  <a:moveTo>
                    <a:pt x="76" y="62"/>
                  </a:moveTo>
                  <a:cubicBezTo>
                    <a:pt x="74" y="64"/>
                    <a:pt x="72" y="65"/>
                    <a:pt x="70" y="65"/>
                  </a:cubicBezTo>
                  <a:cubicBezTo>
                    <a:pt x="71" y="66"/>
                    <a:pt x="71" y="67"/>
                    <a:pt x="71" y="68"/>
                  </a:cubicBezTo>
                  <a:cubicBezTo>
                    <a:pt x="70" y="69"/>
                    <a:pt x="69" y="71"/>
                    <a:pt x="67" y="73"/>
                  </a:cubicBezTo>
                  <a:cubicBezTo>
                    <a:pt x="68" y="74"/>
                    <a:pt x="68" y="76"/>
                    <a:pt x="68" y="77"/>
                  </a:cubicBezTo>
                  <a:cubicBezTo>
                    <a:pt x="68" y="82"/>
                    <a:pt x="64" y="87"/>
                    <a:pt x="58" y="87"/>
                  </a:cubicBezTo>
                  <a:cubicBezTo>
                    <a:pt x="54" y="87"/>
                    <a:pt x="50" y="84"/>
                    <a:pt x="49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32" y="78"/>
                    <a:pt x="30" y="76"/>
                    <a:pt x="30" y="74"/>
                  </a:cubicBezTo>
                  <a:cubicBezTo>
                    <a:pt x="30" y="73"/>
                    <a:pt x="30" y="72"/>
                    <a:pt x="31" y="72"/>
                  </a:cubicBezTo>
                  <a:cubicBezTo>
                    <a:pt x="31" y="72"/>
                    <a:pt x="32" y="71"/>
                    <a:pt x="32" y="71"/>
                  </a:cubicBezTo>
                  <a:cubicBezTo>
                    <a:pt x="32" y="71"/>
                    <a:pt x="32" y="71"/>
                    <a:pt x="33" y="71"/>
                  </a:cubicBezTo>
                  <a:cubicBezTo>
                    <a:pt x="33" y="71"/>
                    <a:pt x="33" y="71"/>
                    <a:pt x="34" y="71"/>
                  </a:cubicBezTo>
                  <a:cubicBezTo>
                    <a:pt x="37" y="71"/>
                    <a:pt x="42" y="70"/>
                    <a:pt x="44" y="64"/>
                  </a:cubicBezTo>
                  <a:cubicBezTo>
                    <a:pt x="46" y="55"/>
                    <a:pt x="53" y="53"/>
                    <a:pt x="57" y="53"/>
                  </a:cubicBezTo>
                  <a:cubicBezTo>
                    <a:pt x="58" y="53"/>
                    <a:pt x="58" y="53"/>
                    <a:pt x="59" y="54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3"/>
                    <a:pt x="59" y="53"/>
                    <a:pt x="59" y="52"/>
                  </a:cubicBezTo>
                  <a:cubicBezTo>
                    <a:pt x="58" y="50"/>
                    <a:pt x="57" y="47"/>
                    <a:pt x="57" y="44"/>
                  </a:cubicBezTo>
                  <a:cubicBezTo>
                    <a:pt x="57" y="40"/>
                    <a:pt x="59" y="36"/>
                    <a:pt x="61" y="32"/>
                  </a:cubicBezTo>
                  <a:cubicBezTo>
                    <a:pt x="67" y="21"/>
                    <a:pt x="70" y="13"/>
                    <a:pt x="59" y="4"/>
                  </a:cubicBezTo>
                  <a:cubicBezTo>
                    <a:pt x="55" y="2"/>
                    <a:pt x="51" y="0"/>
                    <a:pt x="46" y="0"/>
                  </a:cubicBezTo>
                  <a:cubicBezTo>
                    <a:pt x="27" y="0"/>
                    <a:pt x="0" y="20"/>
                    <a:pt x="0" y="53"/>
                  </a:cubicBezTo>
                  <a:cubicBezTo>
                    <a:pt x="0" y="84"/>
                    <a:pt x="26" y="96"/>
                    <a:pt x="47" y="96"/>
                  </a:cubicBezTo>
                  <a:cubicBezTo>
                    <a:pt x="66" y="96"/>
                    <a:pt x="82" y="87"/>
                    <a:pt x="82" y="78"/>
                  </a:cubicBezTo>
                  <a:cubicBezTo>
                    <a:pt x="82" y="68"/>
                    <a:pt x="79" y="65"/>
                    <a:pt x="76" y="62"/>
                  </a:cubicBezTo>
                  <a:close/>
                  <a:moveTo>
                    <a:pt x="43" y="17"/>
                  </a:moveTo>
                  <a:cubicBezTo>
                    <a:pt x="47" y="17"/>
                    <a:pt x="50" y="20"/>
                    <a:pt x="50" y="23"/>
                  </a:cubicBezTo>
                  <a:cubicBezTo>
                    <a:pt x="50" y="27"/>
                    <a:pt x="47" y="30"/>
                    <a:pt x="43" y="30"/>
                  </a:cubicBezTo>
                  <a:cubicBezTo>
                    <a:pt x="40" y="30"/>
                    <a:pt x="37" y="27"/>
                    <a:pt x="37" y="23"/>
                  </a:cubicBezTo>
                  <a:cubicBezTo>
                    <a:pt x="37" y="20"/>
                    <a:pt x="40" y="17"/>
                    <a:pt x="43" y="17"/>
                  </a:cubicBezTo>
                  <a:close/>
                  <a:moveTo>
                    <a:pt x="24" y="31"/>
                  </a:moveTo>
                  <a:cubicBezTo>
                    <a:pt x="29" y="31"/>
                    <a:pt x="32" y="34"/>
                    <a:pt x="32" y="39"/>
                  </a:cubicBezTo>
                  <a:cubicBezTo>
                    <a:pt x="32" y="43"/>
                    <a:pt x="29" y="47"/>
                    <a:pt x="24" y="47"/>
                  </a:cubicBezTo>
                  <a:cubicBezTo>
                    <a:pt x="20" y="47"/>
                    <a:pt x="16" y="43"/>
                    <a:pt x="16" y="39"/>
                  </a:cubicBezTo>
                  <a:cubicBezTo>
                    <a:pt x="16" y="34"/>
                    <a:pt x="20" y="31"/>
                    <a:pt x="24" y="31"/>
                  </a:cubicBezTo>
                  <a:close/>
                  <a:moveTo>
                    <a:pt x="23" y="75"/>
                  </a:moveTo>
                  <a:cubicBezTo>
                    <a:pt x="18" y="75"/>
                    <a:pt x="14" y="71"/>
                    <a:pt x="14" y="66"/>
                  </a:cubicBezTo>
                  <a:cubicBezTo>
                    <a:pt x="14" y="61"/>
                    <a:pt x="18" y="57"/>
                    <a:pt x="23" y="57"/>
                  </a:cubicBezTo>
                  <a:cubicBezTo>
                    <a:pt x="28" y="57"/>
                    <a:pt x="32" y="61"/>
                    <a:pt x="32" y="66"/>
                  </a:cubicBezTo>
                  <a:cubicBezTo>
                    <a:pt x="32" y="71"/>
                    <a:pt x="28" y="75"/>
                    <a:pt x="23" y="7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9" name="íṣ1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FCADB4F-53A8-4AC1-A2CB-835EEA228158}"/>
                </a:ext>
              </a:extLst>
            </p:cNvPr>
            <p:cNvSpPr/>
            <p:nvPr/>
          </p:nvSpPr>
          <p:spPr bwMode="auto">
            <a:xfrm>
              <a:off x="3864261" y="3243711"/>
              <a:ext cx="90393" cy="57412"/>
            </a:xfrm>
            <a:custGeom>
              <a:avLst/>
              <a:gdLst>
                <a:gd name="T0" fmla="*/ 29 w 36"/>
                <a:gd name="T1" fmla="*/ 8 h 23"/>
                <a:gd name="T2" fmla="*/ 26 w 36"/>
                <a:gd name="T3" fmla="*/ 2 h 23"/>
                <a:gd name="T4" fmla="*/ 25 w 36"/>
                <a:gd name="T5" fmla="*/ 0 h 23"/>
                <a:gd name="T6" fmla="*/ 14 w 36"/>
                <a:gd name="T7" fmla="*/ 10 h 23"/>
                <a:gd name="T8" fmla="*/ 2 w 36"/>
                <a:gd name="T9" fmla="*/ 19 h 23"/>
                <a:gd name="T10" fmla="*/ 0 w 36"/>
                <a:gd name="T11" fmla="*/ 19 h 23"/>
                <a:gd name="T12" fmla="*/ 16 w 36"/>
                <a:gd name="T13" fmla="*/ 23 h 23"/>
                <a:gd name="T14" fmla="*/ 19 w 36"/>
                <a:gd name="T15" fmla="*/ 23 h 23"/>
                <a:gd name="T16" fmla="*/ 36 w 36"/>
                <a:gd name="T17" fmla="*/ 12 h 23"/>
                <a:gd name="T18" fmla="*/ 35 w 36"/>
                <a:gd name="T19" fmla="*/ 11 h 23"/>
                <a:gd name="T20" fmla="*/ 29 w 36"/>
                <a:gd name="T21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23">
                  <a:moveTo>
                    <a:pt x="29" y="8"/>
                  </a:moveTo>
                  <a:cubicBezTo>
                    <a:pt x="27" y="6"/>
                    <a:pt x="27" y="4"/>
                    <a:pt x="26" y="2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16" y="0"/>
                    <a:pt x="14" y="10"/>
                  </a:cubicBezTo>
                  <a:cubicBezTo>
                    <a:pt x="12" y="18"/>
                    <a:pt x="5" y="19"/>
                    <a:pt x="2" y="19"/>
                  </a:cubicBezTo>
                  <a:cubicBezTo>
                    <a:pt x="1" y="19"/>
                    <a:pt x="0" y="19"/>
                    <a:pt x="0" y="19"/>
                  </a:cubicBezTo>
                  <a:cubicBezTo>
                    <a:pt x="0" y="19"/>
                    <a:pt x="0" y="21"/>
                    <a:pt x="16" y="23"/>
                  </a:cubicBezTo>
                  <a:cubicBezTo>
                    <a:pt x="17" y="23"/>
                    <a:pt x="18" y="23"/>
                    <a:pt x="19" y="23"/>
                  </a:cubicBezTo>
                  <a:cubicBezTo>
                    <a:pt x="32" y="23"/>
                    <a:pt x="36" y="12"/>
                    <a:pt x="36" y="12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3" y="11"/>
                    <a:pt x="31" y="10"/>
                    <a:pt x="29" y="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0" name="ïṧľi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99E52C2-9E39-4FD5-8EDB-0C6E8A0B05F8}"/>
                </a:ext>
              </a:extLst>
            </p:cNvPr>
            <p:cNvSpPr/>
            <p:nvPr/>
          </p:nvSpPr>
          <p:spPr bwMode="auto">
            <a:xfrm>
              <a:off x="4323557" y="3380523"/>
              <a:ext cx="30539" cy="28096"/>
            </a:xfrm>
            <a:custGeom>
              <a:avLst/>
              <a:gdLst>
                <a:gd name="T0" fmla="*/ 3 w 12"/>
                <a:gd name="T1" fmla="*/ 2 h 11"/>
                <a:gd name="T2" fmla="*/ 0 w 12"/>
                <a:gd name="T3" fmla="*/ 0 h 11"/>
                <a:gd name="T4" fmla="*/ 0 w 12"/>
                <a:gd name="T5" fmla="*/ 2 h 11"/>
                <a:gd name="T6" fmla="*/ 0 w 12"/>
                <a:gd name="T7" fmla="*/ 8 h 11"/>
                <a:gd name="T8" fmla="*/ 4 w 12"/>
                <a:gd name="T9" fmla="*/ 11 h 11"/>
                <a:gd name="T10" fmla="*/ 10 w 12"/>
                <a:gd name="T11" fmla="*/ 11 h 11"/>
                <a:gd name="T12" fmla="*/ 12 w 12"/>
                <a:gd name="T13" fmla="*/ 11 h 11"/>
                <a:gd name="T14" fmla="*/ 9 w 12"/>
                <a:gd name="T15" fmla="*/ 9 h 11"/>
                <a:gd name="T16" fmla="*/ 3 w 12"/>
                <a:gd name="T17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1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2" y="11"/>
                    <a:pt x="4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11"/>
                    <a:pt x="11" y="11"/>
                    <a:pt x="12" y="11"/>
                  </a:cubicBezTo>
                  <a:cubicBezTo>
                    <a:pt x="11" y="11"/>
                    <a:pt x="10" y="10"/>
                    <a:pt x="9" y="9"/>
                  </a:cubicBezTo>
                  <a:lnTo>
                    <a:pt x="3" y="2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1" name="işlí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1823556-A282-413A-AADC-2BDD1D880ADA}"/>
                </a:ext>
              </a:extLst>
            </p:cNvPr>
            <p:cNvSpPr/>
            <p:nvPr/>
          </p:nvSpPr>
          <p:spPr bwMode="auto">
            <a:xfrm>
              <a:off x="4231942" y="3545429"/>
              <a:ext cx="136812" cy="30539"/>
            </a:xfrm>
            <a:custGeom>
              <a:avLst/>
              <a:gdLst>
                <a:gd name="T0" fmla="*/ 4 w 54"/>
                <a:gd name="T1" fmla="*/ 12 h 12"/>
                <a:gd name="T2" fmla="*/ 50 w 54"/>
                <a:gd name="T3" fmla="*/ 12 h 12"/>
                <a:gd name="T4" fmla="*/ 54 w 54"/>
                <a:gd name="T5" fmla="*/ 8 h 12"/>
                <a:gd name="T6" fmla="*/ 54 w 54"/>
                <a:gd name="T7" fmla="*/ 6 h 12"/>
                <a:gd name="T8" fmla="*/ 54 w 54"/>
                <a:gd name="T9" fmla="*/ 0 h 12"/>
                <a:gd name="T10" fmla="*/ 48 w 54"/>
                <a:gd name="T11" fmla="*/ 0 h 12"/>
                <a:gd name="T12" fmla="*/ 5 w 54"/>
                <a:gd name="T13" fmla="*/ 0 h 12"/>
                <a:gd name="T14" fmla="*/ 0 w 54"/>
                <a:gd name="T15" fmla="*/ 0 h 12"/>
                <a:gd name="T16" fmla="*/ 0 w 54"/>
                <a:gd name="T17" fmla="*/ 6 h 12"/>
                <a:gd name="T18" fmla="*/ 0 w 54"/>
                <a:gd name="T19" fmla="*/ 8 h 12"/>
                <a:gd name="T20" fmla="*/ 4 w 54"/>
                <a:gd name="T2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12">
                  <a:moveTo>
                    <a:pt x="4" y="12"/>
                  </a:moveTo>
                  <a:cubicBezTo>
                    <a:pt x="50" y="12"/>
                    <a:pt x="50" y="12"/>
                    <a:pt x="50" y="12"/>
                  </a:cubicBezTo>
                  <a:cubicBezTo>
                    <a:pt x="52" y="12"/>
                    <a:pt x="54" y="10"/>
                    <a:pt x="54" y="8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0"/>
                    <a:pt x="48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1" y="12"/>
                    <a:pt x="4" y="1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2" name="íśḻí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3F9C6E6-05A5-4734-AD48-160680AAF320}"/>
                </a:ext>
              </a:extLst>
            </p:cNvPr>
            <p:cNvSpPr/>
            <p:nvPr/>
          </p:nvSpPr>
          <p:spPr bwMode="auto">
            <a:xfrm>
              <a:off x="4231942" y="3466030"/>
              <a:ext cx="136812" cy="68406"/>
            </a:xfrm>
            <a:custGeom>
              <a:avLst/>
              <a:gdLst>
                <a:gd name="T0" fmla="*/ 50 w 54"/>
                <a:gd name="T1" fmla="*/ 0 h 27"/>
                <a:gd name="T2" fmla="*/ 4 w 54"/>
                <a:gd name="T3" fmla="*/ 0 h 27"/>
                <a:gd name="T4" fmla="*/ 0 w 54"/>
                <a:gd name="T5" fmla="*/ 4 h 27"/>
                <a:gd name="T6" fmla="*/ 0 w 54"/>
                <a:gd name="T7" fmla="*/ 22 h 27"/>
                <a:gd name="T8" fmla="*/ 0 w 54"/>
                <a:gd name="T9" fmla="*/ 27 h 27"/>
                <a:gd name="T10" fmla="*/ 5 w 54"/>
                <a:gd name="T11" fmla="*/ 27 h 27"/>
                <a:gd name="T12" fmla="*/ 48 w 54"/>
                <a:gd name="T13" fmla="*/ 27 h 27"/>
                <a:gd name="T14" fmla="*/ 54 w 54"/>
                <a:gd name="T15" fmla="*/ 27 h 27"/>
                <a:gd name="T16" fmla="*/ 54 w 54"/>
                <a:gd name="T17" fmla="*/ 22 h 27"/>
                <a:gd name="T18" fmla="*/ 54 w 54"/>
                <a:gd name="T19" fmla="*/ 4 h 27"/>
                <a:gd name="T20" fmla="*/ 50 w 54"/>
                <a:gd name="T2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27">
                  <a:moveTo>
                    <a:pt x="5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27"/>
                    <a:pt x="3" y="27"/>
                    <a:pt x="5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50" y="27"/>
                    <a:pt x="52" y="27"/>
                    <a:pt x="54" y="27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4" y="2"/>
                    <a:pt x="52" y="0"/>
                    <a:pt x="50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3" name="išlï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B88C535-F8B1-424C-8F73-5312D00CA7D8}"/>
                </a:ext>
              </a:extLst>
            </p:cNvPr>
            <p:cNvSpPr/>
            <p:nvPr/>
          </p:nvSpPr>
          <p:spPr bwMode="auto">
            <a:xfrm>
              <a:off x="4191631" y="3466030"/>
              <a:ext cx="32982" cy="89172"/>
            </a:xfrm>
            <a:custGeom>
              <a:avLst/>
              <a:gdLst>
                <a:gd name="T0" fmla="*/ 12 w 13"/>
                <a:gd name="T1" fmla="*/ 30 h 35"/>
                <a:gd name="T2" fmla="*/ 12 w 13"/>
                <a:gd name="T3" fmla="*/ 28 h 35"/>
                <a:gd name="T4" fmla="*/ 12 w 13"/>
                <a:gd name="T5" fmla="*/ 22 h 35"/>
                <a:gd name="T6" fmla="*/ 12 w 13"/>
                <a:gd name="T7" fmla="*/ 4 h 35"/>
                <a:gd name="T8" fmla="*/ 13 w 13"/>
                <a:gd name="T9" fmla="*/ 0 h 35"/>
                <a:gd name="T10" fmla="*/ 12 w 13"/>
                <a:gd name="T11" fmla="*/ 0 h 35"/>
                <a:gd name="T12" fmla="*/ 3 w 13"/>
                <a:gd name="T13" fmla="*/ 3 h 35"/>
                <a:gd name="T14" fmla="*/ 0 w 13"/>
                <a:gd name="T15" fmla="*/ 12 h 35"/>
                <a:gd name="T16" fmla="*/ 0 w 13"/>
                <a:gd name="T17" fmla="*/ 31 h 35"/>
                <a:gd name="T18" fmla="*/ 4 w 13"/>
                <a:gd name="T19" fmla="*/ 35 h 35"/>
                <a:gd name="T20" fmla="*/ 12 w 13"/>
                <a:gd name="T21" fmla="*/ 35 h 35"/>
                <a:gd name="T22" fmla="*/ 12 w 13"/>
                <a:gd name="T23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35">
                  <a:moveTo>
                    <a:pt x="12" y="30"/>
                  </a:moveTo>
                  <a:cubicBezTo>
                    <a:pt x="12" y="29"/>
                    <a:pt x="12" y="29"/>
                    <a:pt x="12" y="28"/>
                  </a:cubicBezTo>
                  <a:cubicBezTo>
                    <a:pt x="12" y="27"/>
                    <a:pt x="12" y="24"/>
                    <a:pt x="12" y="22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3"/>
                    <a:pt x="12" y="2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0"/>
                    <a:pt x="4" y="2"/>
                    <a:pt x="3" y="3"/>
                  </a:cubicBezTo>
                  <a:cubicBezTo>
                    <a:pt x="2" y="4"/>
                    <a:pt x="0" y="8"/>
                    <a:pt x="0" y="1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3"/>
                    <a:pt x="2" y="35"/>
                    <a:pt x="4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3"/>
                    <a:pt x="12" y="31"/>
                    <a:pt x="12" y="3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4" name="í$1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5AE794E-3342-45F8-B410-A8894A8A03FE}"/>
                </a:ext>
              </a:extLst>
            </p:cNvPr>
            <p:cNvSpPr/>
            <p:nvPr/>
          </p:nvSpPr>
          <p:spPr bwMode="auto">
            <a:xfrm>
              <a:off x="4373639" y="3466030"/>
              <a:ext cx="32982" cy="89172"/>
            </a:xfrm>
            <a:custGeom>
              <a:avLst/>
              <a:gdLst>
                <a:gd name="T0" fmla="*/ 10 w 13"/>
                <a:gd name="T1" fmla="*/ 3 h 35"/>
                <a:gd name="T2" fmla="*/ 1 w 13"/>
                <a:gd name="T3" fmla="*/ 0 h 35"/>
                <a:gd name="T4" fmla="*/ 0 w 13"/>
                <a:gd name="T5" fmla="*/ 0 h 35"/>
                <a:gd name="T6" fmla="*/ 1 w 13"/>
                <a:gd name="T7" fmla="*/ 4 h 35"/>
                <a:gd name="T8" fmla="*/ 1 w 13"/>
                <a:gd name="T9" fmla="*/ 22 h 35"/>
                <a:gd name="T10" fmla="*/ 1 w 13"/>
                <a:gd name="T11" fmla="*/ 28 h 35"/>
                <a:gd name="T12" fmla="*/ 1 w 13"/>
                <a:gd name="T13" fmla="*/ 30 h 35"/>
                <a:gd name="T14" fmla="*/ 1 w 13"/>
                <a:gd name="T15" fmla="*/ 35 h 35"/>
                <a:gd name="T16" fmla="*/ 9 w 13"/>
                <a:gd name="T17" fmla="*/ 35 h 35"/>
                <a:gd name="T18" fmla="*/ 13 w 13"/>
                <a:gd name="T19" fmla="*/ 31 h 35"/>
                <a:gd name="T20" fmla="*/ 13 w 13"/>
                <a:gd name="T21" fmla="*/ 12 h 35"/>
                <a:gd name="T22" fmla="*/ 10 w 13"/>
                <a:gd name="T23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35">
                  <a:moveTo>
                    <a:pt x="10" y="3"/>
                  </a:moveTo>
                  <a:cubicBezTo>
                    <a:pt x="9" y="2"/>
                    <a:pt x="5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4"/>
                    <a:pt x="1" y="27"/>
                    <a:pt x="1" y="28"/>
                  </a:cubicBezTo>
                  <a:cubicBezTo>
                    <a:pt x="1" y="29"/>
                    <a:pt x="1" y="29"/>
                    <a:pt x="1" y="30"/>
                  </a:cubicBezTo>
                  <a:cubicBezTo>
                    <a:pt x="1" y="31"/>
                    <a:pt x="1" y="33"/>
                    <a:pt x="1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1" y="35"/>
                    <a:pt x="13" y="33"/>
                    <a:pt x="13" y="31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8"/>
                    <a:pt x="11" y="4"/>
                    <a:pt x="10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5" name="ïśļi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2024E35-1427-4C36-83AD-95E32163F5C7}"/>
                </a:ext>
              </a:extLst>
            </p:cNvPr>
            <p:cNvSpPr/>
            <p:nvPr/>
          </p:nvSpPr>
          <p:spPr bwMode="auto">
            <a:xfrm>
              <a:off x="4241714" y="3375637"/>
              <a:ext cx="117267" cy="83064"/>
            </a:xfrm>
            <a:custGeom>
              <a:avLst/>
              <a:gdLst>
                <a:gd name="T0" fmla="*/ 46 w 46"/>
                <a:gd name="T1" fmla="*/ 33 h 33"/>
                <a:gd name="T2" fmla="*/ 46 w 46"/>
                <a:gd name="T3" fmla="*/ 24 h 33"/>
                <a:gd name="T4" fmla="*/ 46 w 46"/>
                <a:gd name="T5" fmla="*/ 17 h 33"/>
                <a:gd name="T6" fmla="*/ 42 w 46"/>
                <a:gd name="T7" fmla="*/ 17 h 33"/>
                <a:gd name="T8" fmla="*/ 36 w 46"/>
                <a:gd name="T9" fmla="*/ 17 h 33"/>
                <a:gd name="T10" fmla="*/ 28 w 46"/>
                <a:gd name="T11" fmla="*/ 10 h 33"/>
                <a:gd name="T12" fmla="*/ 28 w 46"/>
                <a:gd name="T13" fmla="*/ 4 h 33"/>
                <a:gd name="T14" fmla="*/ 29 w 46"/>
                <a:gd name="T15" fmla="*/ 0 h 33"/>
                <a:gd name="T16" fmla="*/ 22 w 46"/>
                <a:gd name="T17" fmla="*/ 0 h 33"/>
                <a:gd name="T18" fmla="*/ 3 w 46"/>
                <a:gd name="T19" fmla="*/ 0 h 33"/>
                <a:gd name="T20" fmla="*/ 0 w 46"/>
                <a:gd name="T21" fmla="*/ 4 h 33"/>
                <a:gd name="T22" fmla="*/ 0 w 46"/>
                <a:gd name="T23" fmla="*/ 33 h 33"/>
                <a:gd name="T24" fmla="*/ 46 w 46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33">
                  <a:moveTo>
                    <a:pt x="46" y="33"/>
                  </a:moveTo>
                  <a:cubicBezTo>
                    <a:pt x="46" y="24"/>
                    <a:pt x="46" y="24"/>
                    <a:pt x="46" y="24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5" y="17"/>
                    <a:pt x="43" y="17"/>
                    <a:pt x="42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2" y="17"/>
                    <a:pt x="28" y="14"/>
                    <a:pt x="28" y="1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2"/>
                    <a:pt x="28" y="1"/>
                    <a:pt x="2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6" y="3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6" name="i$ľí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7E80EFB-BCAD-40F0-8FFE-A8CFF3E69AF4}"/>
                </a:ext>
              </a:extLst>
            </p:cNvPr>
            <p:cNvSpPr/>
            <p:nvPr/>
          </p:nvSpPr>
          <p:spPr bwMode="auto">
            <a:xfrm>
              <a:off x="8249561" y="3104456"/>
              <a:ext cx="240642" cy="240642"/>
            </a:xfrm>
            <a:custGeom>
              <a:avLst/>
              <a:gdLst>
                <a:gd name="T0" fmla="*/ 47 w 95"/>
                <a:gd name="T1" fmla="*/ 0 h 95"/>
                <a:gd name="T2" fmla="*/ 0 w 95"/>
                <a:gd name="T3" fmla="*/ 47 h 95"/>
                <a:gd name="T4" fmla="*/ 47 w 95"/>
                <a:gd name="T5" fmla="*/ 95 h 95"/>
                <a:gd name="T6" fmla="*/ 95 w 95"/>
                <a:gd name="T7" fmla="*/ 47 h 95"/>
                <a:gd name="T8" fmla="*/ 47 w 95"/>
                <a:gd name="T9" fmla="*/ 0 h 95"/>
                <a:gd name="T10" fmla="*/ 47 w 95"/>
                <a:gd name="T11" fmla="*/ 86 h 95"/>
                <a:gd name="T12" fmla="*/ 9 w 95"/>
                <a:gd name="T13" fmla="*/ 47 h 95"/>
                <a:gd name="T14" fmla="*/ 47 w 95"/>
                <a:gd name="T15" fmla="*/ 9 h 95"/>
                <a:gd name="T16" fmla="*/ 86 w 95"/>
                <a:gd name="T17" fmla="*/ 47 h 95"/>
                <a:gd name="T18" fmla="*/ 47 w 95"/>
                <a:gd name="T19" fmla="*/ 86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95">
                  <a:moveTo>
                    <a:pt x="47" y="0"/>
                  </a:moveTo>
                  <a:cubicBezTo>
                    <a:pt x="21" y="0"/>
                    <a:pt x="0" y="21"/>
                    <a:pt x="0" y="47"/>
                  </a:cubicBezTo>
                  <a:cubicBezTo>
                    <a:pt x="0" y="73"/>
                    <a:pt x="21" y="95"/>
                    <a:pt x="47" y="95"/>
                  </a:cubicBezTo>
                  <a:cubicBezTo>
                    <a:pt x="74" y="95"/>
                    <a:pt x="95" y="73"/>
                    <a:pt x="95" y="47"/>
                  </a:cubicBezTo>
                  <a:cubicBezTo>
                    <a:pt x="95" y="21"/>
                    <a:pt x="74" y="0"/>
                    <a:pt x="47" y="0"/>
                  </a:cubicBezTo>
                  <a:close/>
                  <a:moveTo>
                    <a:pt x="47" y="86"/>
                  </a:moveTo>
                  <a:cubicBezTo>
                    <a:pt x="26" y="86"/>
                    <a:pt x="9" y="68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9" y="9"/>
                    <a:pt x="86" y="26"/>
                    <a:pt x="86" y="47"/>
                  </a:cubicBezTo>
                  <a:cubicBezTo>
                    <a:pt x="86" y="68"/>
                    <a:pt x="69" y="86"/>
                    <a:pt x="47" y="86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7" name="îŝľi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577D92E-DB45-488F-841F-2D3D84F01804}"/>
                </a:ext>
              </a:extLst>
            </p:cNvPr>
            <p:cNvSpPr/>
            <p:nvPr/>
          </p:nvSpPr>
          <p:spPr bwMode="auto">
            <a:xfrm>
              <a:off x="8320410" y="3104456"/>
              <a:ext cx="101388" cy="240642"/>
            </a:xfrm>
            <a:custGeom>
              <a:avLst/>
              <a:gdLst>
                <a:gd name="T0" fmla="*/ 20 w 40"/>
                <a:gd name="T1" fmla="*/ 4 h 95"/>
                <a:gd name="T2" fmla="*/ 36 w 40"/>
                <a:gd name="T3" fmla="*/ 47 h 95"/>
                <a:gd name="T4" fmla="*/ 20 w 40"/>
                <a:gd name="T5" fmla="*/ 90 h 95"/>
                <a:gd name="T6" fmla="*/ 4 w 40"/>
                <a:gd name="T7" fmla="*/ 47 h 95"/>
                <a:gd name="T8" fmla="*/ 20 w 40"/>
                <a:gd name="T9" fmla="*/ 4 h 95"/>
                <a:gd name="T10" fmla="*/ 20 w 40"/>
                <a:gd name="T11" fmla="*/ 0 h 95"/>
                <a:gd name="T12" fmla="*/ 0 w 40"/>
                <a:gd name="T13" fmla="*/ 47 h 95"/>
                <a:gd name="T14" fmla="*/ 20 w 40"/>
                <a:gd name="T15" fmla="*/ 95 h 95"/>
                <a:gd name="T16" fmla="*/ 40 w 40"/>
                <a:gd name="T17" fmla="*/ 47 h 95"/>
                <a:gd name="T18" fmla="*/ 20 w 40"/>
                <a:gd name="T1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95">
                  <a:moveTo>
                    <a:pt x="20" y="4"/>
                  </a:moveTo>
                  <a:cubicBezTo>
                    <a:pt x="27" y="4"/>
                    <a:pt x="36" y="20"/>
                    <a:pt x="36" y="47"/>
                  </a:cubicBezTo>
                  <a:cubicBezTo>
                    <a:pt x="36" y="74"/>
                    <a:pt x="27" y="90"/>
                    <a:pt x="20" y="90"/>
                  </a:cubicBezTo>
                  <a:cubicBezTo>
                    <a:pt x="13" y="90"/>
                    <a:pt x="4" y="74"/>
                    <a:pt x="4" y="47"/>
                  </a:cubicBezTo>
                  <a:cubicBezTo>
                    <a:pt x="4" y="20"/>
                    <a:pt x="13" y="4"/>
                    <a:pt x="20" y="4"/>
                  </a:cubicBezTo>
                  <a:moveTo>
                    <a:pt x="20" y="0"/>
                  </a:moveTo>
                  <a:cubicBezTo>
                    <a:pt x="9" y="0"/>
                    <a:pt x="0" y="21"/>
                    <a:pt x="0" y="47"/>
                  </a:cubicBezTo>
                  <a:cubicBezTo>
                    <a:pt x="0" y="73"/>
                    <a:pt x="9" y="95"/>
                    <a:pt x="20" y="95"/>
                  </a:cubicBezTo>
                  <a:cubicBezTo>
                    <a:pt x="31" y="95"/>
                    <a:pt x="40" y="73"/>
                    <a:pt x="40" y="47"/>
                  </a:cubicBezTo>
                  <a:cubicBezTo>
                    <a:pt x="40" y="21"/>
                    <a:pt x="31" y="0"/>
                    <a:pt x="20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8" name="iSḷí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988E82D-51EE-4F28-8433-7FF1578529D2}"/>
                </a:ext>
              </a:extLst>
            </p:cNvPr>
            <p:cNvSpPr/>
            <p:nvPr/>
          </p:nvSpPr>
          <p:spPr bwMode="auto">
            <a:xfrm>
              <a:off x="8249561" y="3172862"/>
              <a:ext cx="240642" cy="103831"/>
            </a:xfrm>
            <a:custGeom>
              <a:avLst/>
              <a:gdLst>
                <a:gd name="T0" fmla="*/ 47 w 95"/>
                <a:gd name="T1" fmla="*/ 4 h 41"/>
                <a:gd name="T2" fmla="*/ 90 w 95"/>
                <a:gd name="T3" fmla="*/ 20 h 41"/>
                <a:gd name="T4" fmla="*/ 47 w 95"/>
                <a:gd name="T5" fmla="*/ 36 h 41"/>
                <a:gd name="T6" fmla="*/ 4 w 95"/>
                <a:gd name="T7" fmla="*/ 20 h 41"/>
                <a:gd name="T8" fmla="*/ 47 w 95"/>
                <a:gd name="T9" fmla="*/ 4 h 41"/>
                <a:gd name="T10" fmla="*/ 47 w 95"/>
                <a:gd name="T11" fmla="*/ 0 h 41"/>
                <a:gd name="T12" fmla="*/ 0 w 95"/>
                <a:gd name="T13" fmla="*/ 20 h 41"/>
                <a:gd name="T14" fmla="*/ 47 w 95"/>
                <a:gd name="T15" fmla="*/ 41 h 41"/>
                <a:gd name="T16" fmla="*/ 95 w 95"/>
                <a:gd name="T17" fmla="*/ 20 h 41"/>
                <a:gd name="T18" fmla="*/ 47 w 95"/>
                <a:gd name="T1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41">
                  <a:moveTo>
                    <a:pt x="47" y="4"/>
                  </a:moveTo>
                  <a:cubicBezTo>
                    <a:pt x="74" y="4"/>
                    <a:pt x="90" y="14"/>
                    <a:pt x="90" y="20"/>
                  </a:cubicBezTo>
                  <a:cubicBezTo>
                    <a:pt x="90" y="27"/>
                    <a:pt x="74" y="36"/>
                    <a:pt x="47" y="36"/>
                  </a:cubicBezTo>
                  <a:cubicBezTo>
                    <a:pt x="21" y="36"/>
                    <a:pt x="4" y="27"/>
                    <a:pt x="4" y="20"/>
                  </a:cubicBezTo>
                  <a:cubicBezTo>
                    <a:pt x="4" y="14"/>
                    <a:pt x="21" y="4"/>
                    <a:pt x="47" y="4"/>
                  </a:cubicBezTo>
                  <a:moveTo>
                    <a:pt x="47" y="0"/>
                  </a:moveTo>
                  <a:cubicBezTo>
                    <a:pt x="21" y="0"/>
                    <a:pt x="0" y="9"/>
                    <a:pt x="0" y="20"/>
                  </a:cubicBezTo>
                  <a:cubicBezTo>
                    <a:pt x="0" y="31"/>
                    <a:pt x="21" y="41"/>
                    <a:pt x="47" y="41"/>
                  </a:cubicBezTo>
                  <a:cubicBezTo>
                    <a:pt x="74" y="41"/>
                    <a:pt x="95" y="31"/>
                    <a:pt x="95" y="20"/>
                  </a:cubicBezTo>
                  <a:cubicBezTo>
                    <a:pt x="95" y="9"/>
                    <a:pt x="74" y="0"/>
                    <a:pt x="47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9" name="iSḷí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B52338B-95D1-4C3A-B271-0382D7C24140}"/>
                </a:ext>
              </a:extLst>
            </p:cNvPr>
            <p:cNvSpPr/>
            <p:nvPr/>
          </p:nvSpPr>
          <p:spPr bwMode="auto">
            <a:xfrm>
              <a:off x="6582169" y="3692013"/>
              <a:ext cx="245528" cy="113603"/>
            </a:xfrm>
            <a:custGeom>
              <a:avLst/>
              <a:gdLst>
                <a:gd name="T0" fmla="*/ 0 w 97"/>
                <a:gd name="T1" fmla="*/ 0 h 45"/>
                <a:gd name="T2" fmla="*/ 0 w 97"/>
                <a:gd name="T3" fmla="*/ 41 h 45"/>
                <a:gd name="T4" fmla="*/ 4 w 97"/>
                <a:gd name="T5" fmla="*/ 45 h 45"/>
                <a:gd name="T6" fmla="*/ 93 w 97"/>
                <a:gd name="T7" fmla="*/ 45 h 45"/>
                <a:gd name="T8" fmla="*/ 97 w 97"/>
                <a:gd name="T9" fmla="*/ 41 h 45"/>
                <a:gd name="T10" fmla="*/ 97 w 97"/>
                <a:gd name="T11" fmla="*/ 0 h 45"/>
                <a:gd name="T12" fmla="*/ 0 w 97"/>
                <a:gd name="T13" fmla="*/ 0 h 45"/>
                <a:gd name="T14" fmla="*/ 91 w 97"/>
                <a:gd name="T15" fmla="*/ 38 h 45"/>
                <a:gd name="T16" fmla="*/ 7 w 97"/>
                <a:gd name="T17" fmla="*/ 38 h 45"/>
                <a:gd name="T18" fmla="*/ 7 w 97"/>
                <a:gd name="T19" fmla="*/ 7 h 45"/>
                <a:gd name="T20" fmla="*/ 91 w 97"/>
                <a:gd name="T21" fmla="*/ 7 h 45"/>
                <a:gd name="T22" fmla="*/ 91 w 97"/>
                <a:gd name="T23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7" h="45">
                  <a:moveTo>
                    <a:pt x="0" y="0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43"/>
                    <a:pt x="2" y="45"/>
                    <a:pt x="4" y="45"/>
                  </a:cubicBezTo>
                  <a:cubicBezTo>
                    <a:pt x="93" y="45"/>
                    <a:pt x="93" y="45"/>
                    <a:pt x="93" y="45"/>
                  </a:cubicBezTo>
                  <a:cubicBezTo>
                    <a:pt x="95" y="45"/>
                    <a:pt x="97" y="43"/>
                    <a:pt x="97" y="41"/>
                  </a:cubicBezTo>
                  <a:cubicBezTo>
                    <a:pt x="97" y="0"/>
                    <a:pt x="97" y="0"/>
                    <a:pt x="97" y="0"/>
                  </a:cubicBezTo>
                  <a:lnTo>
                    <a:pt x="0" y="0"/>
                  </a:lnTo>
                  <a:close/>
                  <a:moveTo>
                    <a:pt x="91" y="38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1" y="7"/>
                    <a:pt x="91" y="7"/>
                    <a:pt x="91" y="7"/>
                  </a:cubicBezTo>
                  <a:lnTo>
                    <a:pt x="91" y="3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0" name="ís1î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D6F0835-9426-46D0-AA2B-2D9428DC3E5E}"/>
                </a:ext>
              </a:extLst>
            </p:cNvPr>
            <p:cNvSpPr/>
            <p:nvPr/>
          </p:nvSpPr>
          <p:spPr bwMode="auto">
            <a:xfrm>
              <a:off x="6572397" y="3616278"/>
              <a:ext cx="35425" cy="57412"/>
            </a:xfrm>
            <a:custGeom>
              <a:avLst/>
              <a:gdLst>
                <a:gd name="T0" fmla="*/ 14 w 14"/>
                <a:gd name="T1" fmla="*/ 10 h 23"/>
                <a:gd name="T2" fmla="*/ 11 w 14"/>
                <a:gd name="T3" fmla="*/ 6 h 23"/>
                <a:gd name="T4" fmla="*/ 3 w 14"/>
                <a:gd name="T5" fmla="*/ 1 h 23"/>
                <a:gd name="T6" fmla="*/ 1 w 14"/>
                <a:gd name="T7" fmla="*/ 0 h 23"/>
                <a:gd name="T8" fmla="*/ 1 w 14"/>
                <a:gd name="T9" fmla="*/ 0 h 23"/>
                <a:gd name="T10" fmla="*/ 1 w 14"/>
                <a:gd name="T11" fmla="*/ 2 h 23"/>
                <a:gd name="T12" fmla="*/ 3 w 14"/>
                <a:gd name="T13" fmla="*/ 21 h 23"/>
                <a:gd name="T14" fmla="*/ 4 w 14"/>
                <a:gd name="T15" fmla="*/ 23 h 23"/>
                <a:gd name="T16" fmla="*/ 6 w 14"/>
                <a:gd name="T17" fmla="*/ 22 h 23"/>
                <a:gd name="T18" fmla="*/ 12 w 14"/>
                <a:gd name="T19" fmla="*/ 15 h 23"/>
                <a:gd name="T20" fmla="*/ 14 w 14"/>
                <a:gd name="T21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23">
                  <a:moveTo>
                    <a:pt x="14" y="10"/>
                  </a:moveTo>
                  <a:cubicBezTo>
                    <a:pt x="13" y="9"/>
                    <a:pt x="13" y="7"/>
                    <a:pt x="11" y="6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1" y="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4" y="23"/>
                    <a:pt x="4" y="23"/>
                  </a:cubicBezTo>
                  <a:cubicBezTo>
                    <a:pt x="4" y="23"/>
                    <a:pt x="5" y="23"/>
                    <a:pt x="6" y="22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3"/>
                    <a:pt x="14" y="12"/>
                    <a:pt x="14" y="1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1" name="í$ļi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6574B17-60DF-44C0-831E-B823F7F32F2F}"/>
                </a:ext>
              </a:extLst>
            </p:cNvPr>
            <p:cNvSpPr/>
            <p:nvPr/>
          </p:nvSpPr>
          <p:spPr bwMode="auto">
            <a:xfrm>
              <a:off x="6577283" y="3562531"/>
              <a:ext cx="245528" cy="75735"/>
            </a:xfrm>
            <a:custGeom>
              <a:avLst/>
              <a:gdLst>
                <a:gd name="T0" fmla="*/ 3 w 97"/>
                <a:gd name="T1" fmla="*/ 20 h 30"/>
                <a:gd name="T2" fmla="*/ 10 w 97"/>
                <a:gd name="T3" fmla="*/ 25 h 30"/>
                <a:gd name="T4" fmla="*/ 14 w 97"/>
                <a:gd name="T5" fmla="*/ 30 h 30"/>
                <a:gd name="T6" fmla="*/ 93 w 97"/>
                <a:gd name="T7" fmla="*/ 16 h 30"/>
                <a:gd name="T8" fmla="*/ 97 w 97"/>
                <a:gd name="T9" fmla="*/ 11 h 30"/>
                <a:gd name="T10" fmla="*/ 96 w 97"/>
                <a:gd name="T11" fmla="*/ 4 h 30"/>
                <a:gd name="T12" fmla="*/ 91 w 97"/>
                <a:gd name="T13" fmla="*/ 0 h 30"/>
                <a:gd name="T14" fmla="*/ 4 w 97"/>
                <a:gd name="T15" fmla="*/ 16 h 30"/>
                <a:gd name="T16" fmla="*/ 0 w 97"/>
                <a:gd name="T17" fmla="*/ 19 h 30"/>
                <a:gd name="T18" fmla="*/ 3 w 97"/>
                <a:gd name="T19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30">
                  <a:moveTo>
                    <a:pt x="3" y="20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2" y="27"/>
                    <a:pt x="13" y="28"/>
                    <a:pt x="14" y="30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6" y="16"/>
                    <a:pt x="97" y="13"/>
                    <a:pt x="97" y="11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5" y="2"/>
                    <a:pt x="93" y="0"/>
                    <a:pt x="91" y="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1" y="17"/>
                    <a:pt x="0" y="19"/>
                  </a:cubicBezTo>
                  <a:cubicBezTo>
                    <a:pt x="1" y="19"/>
                    <a:pt x="2" y="19"/>
                    <a:pt x="3" y="2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2" name="iṣľ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E4DC58E-1C9D-4ED9-8688-1F7472D46442}"/>
                </a:ext>
              </a:extLst>
            </p:cNvPr>
            <p:cNvSpPr/>
            <p:nvPr/>
          </p:nvSpPr>
          <p:spPr bwMode="auto">
            <a:xfrm>
              <a:off x="6582169" y="3651703"/>
              <a:ext cx="245528" cy="35425"/>
            </a:xfrm>
            <a:custGeom>
              <a:avLst/>
              <a:gdLst>
                <a:gd name="T0" fmla="*/ 93 w 97"/>
                <a:gd name="T1" fmla="*/ 0 h 14"/>
                <a:gd name="T2" fmla="*/ 11 w 97"/>
                <a:gd name="T3" fmla="*/ 0 h 14"/>
                <a:gd name="T4" fmla="*/ 10 w 97"/>
                <a:gd name="T5" fmla="*/ 2 h 14"/>
                <a:gd name="T6" fmla="*/ 4 w 97"/>
                <a:gd name="T7" fmla="*/ 9 h 14"/>
                <a:gd name="T8" fmla="*/ 0 w 97"/>
                <a:gd name="T9" fmla="*/ 11 h 14"/>
                <a:gd name="T10" fmla="*/ 0 w 97"/>
                <a:gd name="T11" fmla="*/ 14 h 14"/>
                <a:gd name="T12" fmla="*/ 97 w 97"/>
                <a:gd name="T13" fmla="*/ 14 h 14"/>
                <a:gd name="T14" fmla="*/ 97 w 97"/>
                <a:gd name="T15" fmla="*/ 5 h 14"/>
                <a:gd name="T16" fmla="*/ 93 w 97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4">
                  <a:moveTo>
                    <a:pt x="93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1"/>
                    <a:pt x="10" y="2"/>
                    <a:pt x="10" y="2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11"/>
                    <a:pt x="1" y="11"/>
                    <a:pt x="0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97" y="14"/>
                    <a:pt x="97" y="14"/>
                    <a:pt x="97" y="14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2"/>
                    <a:pt x="95" y="0"/>
                    <a:pt x="93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3" name="îṡ1íd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0792E2A-3531-4912-B305-544A6AEDD09C}"/>
                </a:ext>
              </a:extLst>
            </p:cNvPr>
            <p:cNvSpPr/>
            <p:nvPr/>
          </p:nvSpPr>
          <p:spPr bwMode="auto">
            <a:xfrm>
              <a:off x="8336289" y="3757976"/>
              <a:ext cx="224762" cy="257744"/>
            </a:xfrm>
            <a:custGeom>
              <a:avLst/>
              <a:gdLst>
                <a:gd name="T0" fmla="*/ 89 w 89"/>
                <a:gd name="T1" fmla="*/ 25 h 102"/>
                <a:gd name="T2" fmla="*/ 89 w 89"/>
                <a:gd name="T3" fmla="*/ 3 h 102"/>
                <a:gd name="T4" fmla="*/ 87 w 89"/>
                <a:gd name="T5" fmla="*/ 0 h 102"/>
                <a:gd name="T6" fmla="*/ 21 w 89"/>
                <a:gd name="T7" fmla="*/ 14 h 102"/>
                <a:gd name="T8" fmla="*/ 20 w 89"/>
                <a:gd name="T9" fmla="*/ 14 h 102"/>
                <a:gd name="T10" fmla="*/ 19 w 89"/>
                <a:gd name="T11" fmla="*/ 15 h 102"/>
                <a:gd name="T12" fmla="*/ 19 w 89"/>
                <a:gd name="T13" fmla="*/ 33 h 102"/>
                <a:gd name="T14" fmla="*/ 19 w 89"/>
                <a:gd name="T15" fmla="*/ 67 h 102"/>
                <a:gd name="T16" fmla="*/ 15 w 89"/>
                <a:gd name="T17" fmla="*/ 72 h 102"/>
                <a:gd name="T18" fmla="*/ 0 w 89"/>
                <a:gd name="T19" fmla="*/ 87 h 102"/>
                <a:gd name="T20" fmla="*/ 15 w 89"/>
                <a:gd name="T21" fmla="*/ 102 h 102"/>
                <a:gd name="T22" fmla="*/ 29 w 89"/>
                <a:gd name="T23" fmla="*/ 87 h 102"/>
                <a:gd name="T24" fmla="*/ 29 w 89"/>
                <a:gd name="T25" fmla="*/ 41 h 102"/>
                <a:gd name="T26" fmla="*/ 33 w 89"/>
                <a:gd name="T27" fmla="*/ 37 h 102"/>
                <a:gd name="T28" fmla="*/ 73 w 89"/>
                <a:gd name="T29" fmla="*/ 28 h 102"/>
                <a:gd name="T30" fmla="*/ 74 w 89"/>
                <a:gd name="T31" fmla="*/ 28 h 102"/>
                <a:gd name="T32" fmla="*/ 77 w 89"/>
                <a:gd name="T33" fmla="*/ 29 h 102"/>
                <a:gd name="T34" fmla="*/ 79 w 89"/>
                <a:gd name="T35" fmla="*/ 33 h 102"/>
                <a:gd name="T36" fmla="*/ 79 w 89"/>
                <a:gd name="T37" fmla="*/ 60 h 102"/>
                <a:gd name="T38" fmla="*/ 74 w 89"/>
                <a:gd name="T39" fmla="*/ 65 h 102"/>
                <a:gd name="T40" fmla="*/ 59 w 89"/>
                <a:gd name="T41" fmla="*/ 80 h 102"/>
                <a:gd name="T42" fmla="*/ 74 w 89"/>
                <a:gd name="T43" fmla="*/ 95 h 102"/>
                <a:gd name="T44" fmla="*/ 89 w 89"/>
                <a:gd name="T45" fmla="*/ 80 h 102"/>
                <a:gd name="T46" fmla="*/ 89 w 89"/>
                <a:gd name="T47" fmla="*/ 2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102">
                  <a:moveTo>
                    <a:pt x="89" y="25"/>
                  </a:moveTo>
                  <a:cubicBezTo>
                    <a:pt x="89" y="3"/>
                    <a:pt x="89" y="3"/>
                    <a:pt x="89" y="3"/>
                  </a:cubicBezTo>
                  <a:cubicBezTo>
                    <a:pt x="89" y="2"/>
                    <a:pt x="88" y="1"/>
                    <a:pt x="87" y="0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19" y="15"/>
                    <a:pt x="19" y="1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19" y="70"/>
                    <a:pt x="17" y="72"/>
                    <a:pt x="15" y="72"/>
                  </a:cubicBezTo>
                  <a:cubicBezTo>
                    <a:pt x="6" y="72"/>
                    <a:pt x="0" y="79"/>
                    <a:pt x="0" y="87"/>
                  </a:cubicBezTo>
                  <a:cubicBezTo>
                    <a:pt x="0" y="96"/>
                    <a:pt x="6" y="102"/>
                    <a:pt x="15" y="102"/>
                  </a:cubicBezTo>
                  <a:cubicBezTo>
                    <a:pt x="23" y="102"/>
                    <a:pt x="29" y="96"/>
                    <a:pt x="29" y="87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39"/>
                    <a:pt x="31" y="37"/>
                    <a:pt x="33" y="37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73" y="28"/>
                    <a:pt x="74" y="28"/>
                    <a:pt x="74" y="28"/>
                  </a:cubicBezTo>
                  <a:cubicBezTo>
                    <a:pt x="75" y="28"/>
                    <a:pt x="76" y="28"/>
                    <a:pt x="77" y="29"/>
                  </a:cubicBezTo>
                  <a:cubicBezTo>
                    <a:pt x="78" y="30"/>
                    <a:pt x="79" y="31"/>
                    <a:pt x="79" y="33"/>
                  </a:cubicBezTo>
                  <a:cubicBezTo>
                    <a:pt x="79" y="60"/>
                    <a:pt x="79" y="60"/>
                    <a:pt x="79" y="60"/>
                  </a:cubicBezTo>
                  <a:cubicBezTo>
                    <a:pt x="79" y="63"/>
                    <a:pt x="77" y="65"/>
                    <a:pt x="74" y="65"/>
                  </a:cubicBezTo>
                  <a:cubicBezTo>
                    <a:pt x="66" y="65"/>
                    <a:pt x="59" y="72"/>
                    <a:pt x="59" y="80"/>
                  </a:cubicBezTo>
                  <a:cubicBezTo>
                    <a:pt x="59" y="88"/>
                    <a:pt x="66" y="95"/>
                    <a:pt x="74" y="95"/>
                  </a:cubicBezTo>
                  <a:cubicBezTo>
                    <a:pt x="82" y="95"/>
                    <a:pt x="89" y="88"/>
                    <a:pt x="89" y="80"/>
                  </a:cubicBezTo>
                  <a:lnTo>
                    <a:pt x="89" y="2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4" name="ïṩli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247DF55A-108F-4A1D-930C-49A49E8628D8}"/>
                </a:ext>
              </a:extLst>
            </p:cNvPr>
            <p:cNvSpPr/>
            <p:nvPr/>
          </p:nvSpPr>
          <p:spPr bwMode="auto">
            <a:xfrm>
              <a:off x="8487759" y="3230274"/>
              <a:ext cx="246749" cy="228427"/>
            </a:xfrm>
            <a:custGeom>
              <a:avLst/>
              <a:gdLst>
                <a:gd name="T0" fmla="*/ 82 w 97"/>
                <a:gd name="T1" fmla="*/ 50 h 90"/>
                <a:gd name="T2" fmla="*/ 94 w 97"/>
                <a:gd name="T3" fmla="*/ 39 h 90"/>
                <a:gd name="T4" fmla="*/ 91 w 97"/>
                <a:gd name="T5" fmla="*/ 31 h 90"/>
                <a:gd name="T6" fmla="*/ 75 w 97"/>
                <a:gd name="T7" fmla="*/ 29 h 90"/>
                <a:gd name="T8" fmla="*/ 65 w 97"/>
                <a:gd name="T9" fmla="*/ 27 h 90"/>
                <a:gd name="T10" fmla="*/ 64 w 97"/>
                <a:gd name="T11" fmla="*/ 26 h 90"/>
                <a:gd name="T12" fmla="*/ 60 w 97"/>
                <a:gd name="T13" fmla="*/ 18 h 90"/>
                <a:gd name="T14" fmla="*/ 52 w 97"/>
                <a:gd name="T15" fmla="*/ 3 h 90"/>
                <a:gd name="T16" fmla="*/ 48 w 97"/>
                <a:gd name="T17" fmla="*/ 0 h 90"/>
                <a:gd name="T18" fmla="*/ 44 w 97"/>
                <a:gd name="T19" fmla="*/ 3 h 90"/>
                <a:gd name="T20" fmla="*/ 37 w 97"/>
                <a:gd name="T21" fmla="*/ 18 h 90"/>
                <a:gd name="T22" fmla="*/ 33 w 97"/>
                <a:gd name="T23" fmla="*/ 26 h 90"/>
                <a:gd name="T24" fmla="*/ 32 w 97"/>
                <a:gd name="T25" fmla="*/ 27 h 90"/>
                <a:gd name="T26" fmla="*/ 22 w 97"/>
                <a:gd name="T27" fmla="*/ 29 h 90"/>
                <a:gd name="T28" fmla="*/ 6 w 97"/>
                <a:gd name="T29" fmla="*/ 31 h 90"/>
                <a:gd name="T30" fmla="*/ 3 w 97"/>
                <a:gd name="T31" fmla="*/ 39 h 90"/>
                <a:gd name="T32" fmla="*/ 14 w 97"/>
                <a:gd name="T33" fmla="*/ 50 h 90"/>
                <a:gd name="T34" fmla="*/ 22 w 97"/>
                <a:gd name="T35" fmla="*/ 57 h 90"/>
                <a:gd name="T36" fmla="*/ 22 w 97"/>
                <a:gd name="T37" fmla="*/ 58 h 90"/>
                <a:gd name="T38" fmla="*/ 21 w 97"/>
                <a:gd name="T39" fmla="*/ 68 h 90"/>
                <a:gd name="T40" fmla="*/ 18 w 97"/>
                <a:gd name="T41" fmla="*/ 84 h 90"/>
                <a:gd name="T42" fmla="*/ 21 w 97"/>
                <a:gd name="T43" fmla="*/ 90 h 90"/>
                <a:gd name="T44" fmla="*/ 24 w 97"/>
                <a:gd name="T45" fmla="*/ 89 h 90"/>
                <a:gd name="T46" fmla="*/ 39 w 97"/>
                <a:gd name="T47" fmla="*/ 81 h 90"/>
                <a:gd name="T48" fmla="*/ 48 w 97"/>
                <a:gd name="T49" fmla="*/ 77 h 90"/>
                <a:gd name="T50" fmla="*/ 48 w 97"/>
                <a:gd name="T51" fmla="*/ 77 h 90"/>
                <a:gd name="T52" fmla="*/ 49 w 97"/>
                <a:gd name="T53" fmla="*/ 77 h 90"/>
                <a:gd name="T54" fmla="*/ 58 w 97"/>
                <a:gd name="T55" fmla="*/ 81 h 90"/>
                <a:gd name="T56" fmla="*/ 72 w 97"/>
                <a:gd name="T57" fmla="*/ 89 h 90"/>
                <a:gd name="T58" fmla="*/ 76 w 97"/>
                <a:gd name="T59" fmla="*/ 90 h 90"/>
                <a:gd name="T60" fmla="*/ 79 w 97"/>
                <a:gd name="T61" fmla="*/ 84 h 90"/>
                <a:gd name="T62" fmla="*/ 76 w 97"/>
                <a:gd name="T63" fmla="*/ 68 h 90"/>
                <a:gd name="T64" fmla="*/ 74 w 97"/>
                <a:gd name="T65" fmla="*/ 58 h 90"/>
                <a:gd name="T66" fmla="*/ 75 w 97"/>
                <a:gd name="T67" fmla="*/ 57 h 90"/>
                <a:gd name="T68" fmla="*/ 82 w 97"/>
                <a:gd name="T69" fmla="*/ 5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7" h="90">
                  <a:moveTo>
                    <a:pt x="82" y="50"/>
                  </a:moveTo>
                  <a:cubicBezTo>
                    <a:pt x="94" y="39"/>
                    <a:pt x="94" y="39"/>
                    <a:pt x="94" y="39"/>
                  </a:cubicBezTo>
                  <a:cubicBezTo>
                    <a:pt x="97" y="35"/>
                    <a:pt x="96" y="32"/>
                    <a:pt x="91" y="31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0" y="28"/>
                    <a:pt x="65" y="27"/>
                    <a:pt x="65" y="27"/>
                  </a:cubicBezTo>
                  <a:cubicBezTo>
                    <a:pt x="65" y="27"/>
                    <a:pt x="64" y="27"/>
                    <a:pt x="64" y="26"/>
                  </a:cubicBezTo>
                  <a:cubicBezTo>
                    <a:pt x="64" y="26"/>
                    <a:pt x="62" y="22"/>
                    <a:pt x="60" y="18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1" y="1"/>
                    <a:pt x="50" y="0"/>
                    <a:pt x="48" y="0"/>
                  </a:cubicBezTo>
                  <a:cubicBezTo>
                    <a:pt x="47" y="0"/>
                    <a:pt x="45" y="1"/>
                    <a:pt x="44" y="3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5" y="22"/>
                    <a:pt x="33" y="26"/>
                    <a:pt x="33" y="26"/>
                  </a:cubicBezTo>
                  <a:cubicBezTo>
                    <a:pt x="33" y="27"/>
                    <a:pt x="32" y="27"/>
                    <a:pt x="32" y="27"/>
                  </a:cubicBezTo>
                  <a:cubicBezTo>
                    <a:pt x="31" y="27"/>
                    <a:pt x="27" y="28"/>
                    <a:pt x="22" y="29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1" y="32"/>
                    <a:pt x="0" y="35"/>
                    <a:pt x="3" y="3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8" y="53"/>
                    <a:pt x="21" y="56"/>
                    <a:pt x="22" y="57"/>
                  </a:cubicBezTo>
                  <a:cubicBezTo>
                    <a:pt x="22" y="57"/>
                    <a:pt x="22" y="58"/>
                    <a:pt x="22" y="58"/>
                  </a:cubicBezTo>
                  <a:cubicBezTo>
                    <a:pt x="22" y="59"/>
                    <a:pt x="22" y="63"/>
                    <a:pt x="21" y="68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7" y="88"/>
                    <a:pt x="19" y="90"/>
                    <a:pt x="21" y="90"/>
                  </a:cubicBezTo>
                  <a:cubicBezTo>
                    <a:pt x="22" y="90"/>
                    <a:pt x="23" y="90"/>
                    <a:pt x="24" y="89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3" y="79"/>
                    <a:pt x="47" y="77"/>
                    <a:pt x="48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50" y="77"/>
                    <a:pt x="54" y="79"/>
                    <a:pt x="58" y="81"/>
                  </a:cubicBezTo>
                  <a:cubicBezTo>
                    <a:pt x="72" y="89"/>
                    <a:pt x="72" y="89"/>
                    <a:pt x="72" y="89"/>
                  </a:cubicBezTo>
                  <a:cubicBezTo>
                    <a:pt x="74" y="90"/>
                    <a:pt x="75" y="90"/>
                    <a:pt x="76" y="90"/>
                  </a:cubicBezTo>
                  <a:cubicBezTo>
                    <a:pt x="78" y="90"/>
                    <a:pt x="79" y="88"/>
                    <a:pt x="79" y="84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75" y="63"/>
                    <a:pt x="74" y="59"/>
                    <a:pt x="74" y="58"/>
                  </a:cubicBezTo>
                  <a:cubicBezTo>
                    <a:pt x="74" y="58"/>
                    <a:pt x="74" y="57"/>
                    <a:pt x="75" y="57"/>
                  </a:cubicBezTo>
                  <a:cubicBezTo>
                    <a:pt x="75" y="57"/>
                    <a:pt x="78" y="54"/>
                    <a:pt x="82" y="5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5" name="iṣļi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46E1A35-F64F-42A3-BC59-0D26CFF26762}"/>
                </a:ext>
              </a:extLst>
            </p:cNvPr>
            <p:cNvSpPr/>
            <p:nvPr/>
          </p:nvSpPr>
          <p:spPr bwMode="auto">
            <a:xfrm>
              <a:off x="8708857" y="3907003"/>
              <a:ext cx="45197" cy="35425"/>
            </a:xfrm>
            <a:custGeom>
              <a:avLst/>
              <a:gdLst>
                <a:gd name="T0" fmla="*/ 2 w 18"/>
                <a:gd name="T1" fmla="*/ 14 h 14"/>
                <a:gd name="T2" fmla="*/ 15 w 18"/>
                <a:gd name="T3" fmla="*/ 14 h 14"/>
                <a:gd name="T4" fmla="*/ 18 w 18"/>
                <a:gd name="T5" fmla="*/ 11 h 14"/>
                <a:gd name="T6" fmla="*/ 18 w 18"/>
                <a:gd name="T7" fmla="*/ 2 h 14"/>
                <a:gd name="T8" fmla="*/ 15 w 18"/>
                <a:gd name="T9" fmla="*/ 0 h 14"/>
                <a:gd name="T10" fmla="*/ 2 w 18"/>
                <a:gd name="T11" fmla="*/ 0 h 14"/>
                <a:gd name="T12" fmla="*/ 0 w 18"/>
                <a:gd name="T13" fmla="*/ 2 h 14"/>
                <a:gd name="T14" fmla="*/ 0 w 18"/>
                <a:gd name="T15" fmla="*/ 11 h 14"/>
                <a:gd name="T16" fmla="*/ 2 w 18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4">
                  <a:moveTo>
                    <a:pt x="2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8" y="13"/>
                    <a:pt x="18" y="11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0"/>
                    <a:pt x="15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4"/>
                    <a:pt x="2" y="1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6" name="işlï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D38B85B-408E-42C4-B539-295C14996E82}"/>
                </a:ext>
              </a:extLst>
            </p:cNvPr>
            <p:cNvSpPr/>
            <p:nvPr/>
          </p:nvSpPr>
          <p:spPr bwMode="auto">
            <a:xfrm>
              <a:off x="8605027" y="3920440"/>
              <a:ext cx="254079" cy="85507"/>
            </a:xfrm>
            <a:custGeom>
              <a:avLst/>
              <a:gdLst>
                <a:gd name="T0" fmla="*/ 63 w 100"/>
                <a:gd name="T1" fmla="*/ 5 h 34"/>
                <a:gd name="T2" fmla="*/ 63 w 100"/>
                <a:gd name="T3" fmla="*/ 6 h 34"/>
                <a:gd name="T4" fmla="*/ 56 w 100"/>
                <a:gd name="T5" fmla="*/ 13 h 34"/>
                <a:gd name="T6" fmla="*/ 43 w 100"/>
                <a:gd name="T7" fmla="*/ 13 h 34"/>
                <a:gd name="T8" fmla="*/ 36 w 100"/>
                <a:gd name="T9" fmla="*/ 6 h 34"/>
                <a:gd name="T10" fmla="*/ 36 w 100"/>
                <a:gd name="T11" fmla="*/ 5 h 34"/>
                <a:gd name="T12" fmla="*/ 4 w 100"/>
                <a:gd name="T13" fmla="*/ 1 h 34"/>
                <a:gd name="T14" fmla="*/ 0 w 100"/>
                <a:gd name="T15" fmla="*/ 0 h 34"/>
                <a:gd name="T16" fmla="*/ 0 w 100"/>
                <a:gd name="T17" fmla="*/ 29 h 34"/>
                <a:gd name="T18" fmla="*/ 4 w 100"/>
                <a:gd name="T19" fmla="*/ 34 h 34"/>
                <a:gd name="T20" fmla="*/ 95 w 100"/>
                <a:gd name="T21" fmla="*/ 34 h 34"/>
                <a:gd name="T22" fmla="*/ 100 w 100"/>
                <a:gd name="T23" fmla="*/ 29 h 34"/>
                <a:gd name="T24" fmla="*/ 100 w 100"/>
                <a:gd name="T25" fmla="*/ 0 h 34"/>
                <a:gd name="T26" fmla="*/ 95 w 100"/>
                <a:gd name="T27" fmla="*/ 1 h 34"/>
                <a:gd name="T28" fmla="*/ 63 w 100"/>
                <a:gd name="T29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0" h="34">
                  <a:moveTo>
                    <a:pt x="63" y="5"/>
                  </a:moveTo>
                  <a:cubicBezTo>
                    <a:pt x="63" y="6"/>
                    <a:pt x="63" y="6"/>
                    <a:pt x="63" y="6"/>
                  </a:cubicBezTo>
                  <a:cubicBezTo>
                    <a:pt x="63" y="10"/>
                    <a:pt x="60" y="13"/>
                    <a:pt x="56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39" y="13"/>
                    <a:pt x="36" y="10"/>
                    <a:pt x="36" y="6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1" y="1"/>
                    <a:pt x="0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2" y="34"/>
                    <a:pt x="4" y="34"/>
                  </a:cubicBezTo>
                  <a:cubicBezTo>
                    <a:pt x="95" y="34"/>
                    <a:pt x="95" y="34"/>
                    <a:pt x="95" y="34"/>
                  </a:cubicBezTo>
                  <a:cubicBezTo>
                    <a:pt x="97" y="34"/>
                    <a:pt x="100" y="32"/>
                    <a:pt x="100" y="29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8" y="1"/>
                    <a:pt x="97" y="1"/>
                    <a:pt x="95" y="1"/>
                  </a:cubicBezTo>
                  <a:lnTo>
                    <a:pt x="63" y="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7" name="iṧḷ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1ED5E6B-2D52-45EE-96CA-529BEDC283FA}"/>
                </a:ext>
              </a:extLst>
            </p:cNvPr>
            <p:cNvSpPr/>
            <p:nvPr/>
          </p:nvSpPr>
          <p:spPr bwMode="auto">
            <a:xfrm>
              <a:off x="8605027" y="3833711"/>
              <a:ext cx="254079" cy="86729"/>
            </a:xfrm>
            <a:custGeom>
              <a:avLst/>
              <a:gdLst>
                <a:gd name="T0" fmla="*/ 95 w 100"/>
                <a:gd name="T1" fmla="*/ 0 h 34"/>
                <a:gd name="T2" fmla="*/ 4 w 100"/>
                <a:gd name="T3" fmla="*/ 0 h 34"/>
                <a:gd name="T4" fmla="*/ 0 w 100"/>
                <a:gd name="T5" fmla="*/ 4 h 34"/>
                <a:gd name="T6" fmla="*/ 0 w 100"/>
                <a:gd name="T7" fmla="*/ 25 h 34"/>
                <a:gd name="T8" fmla="*/ 5 w 100"/>
                <a:gd name="T9" fmla="*/ 30 h 34"/>
                <a:gd name="T10" fmla="*/ 36 w 100"/>
                <a:gd name="T11" fmla="*/ 34 h 34"/>
                <a:gd name="T12" fmla="*/ 36 w 100"/>
                <a:gd name="T13" fmla="*/ 31 h 34"/>
                <a:gd name="T14" fmla="*/ 43 w 100"/>
                <a:gd name="T15" fmla="*/ 25 h 34"/>
                <a:gd name="T16" fmla="*/ 56 w 100"/>
                <a:gd name="T17" fmla="*/ 25 h 34"/>
                <a:gd name="T18" fmla="*/ 63 w 100"/>
                <a:gd name="T19" fmla="*/ 31 h 34"/>
                <a:gd name="T20" fmla="*/ 63 w 100"/>
                <a:gd name="T21" fmla="*/ 34 h 34"/>
                <a:gd name="T22" fmla="*/ 94 w 100"/>
                <a:gd name="T23" fmla="*/ 30 h 34"/>
                <a:gd name="T24" fmla="*/ 100 w 100"/>
                <a:gd name="T25" fmla="*/ 25 h 34"/>
                <a:gd name="T26" fmla="*/ 100 w 100"/>
                <a:gd name="T27" fmla="*/ 4 h 34"/>
                <a:gd name="T28" fmla="*/ 95 w 100"/>
                <a:gd name="T2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0" h="34">
                  <a:moveTo>
                    <a:pt x="9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7"/>
                    <a:pt x="2" y="30"/>
                    <a:pt x="5" y="30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28"/>
                    <a:pt x="39" y="25"/>
                    <a:pt x="43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60" y="25"/>
                    <a:pt x="63" y="28"/>
                    <a:pt x="63" y="31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94" y="30"/>
                    <a:pt x="94" y="30"/>
                    <a:pt x="94" y="30"/>
                  </a:cubicBezTo>
                  <a:cubicBezTo>
                    <a:pt x="97" y="30"/>
                    <a:pt x="100" y="27"/>
                    <a:pt x="100" y="25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100" y="2"/>
                    <a:pt x="97" y="0"/>
                    <a:pt x="95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8" name="ïSḷí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F8F85DF-B796-44DF-974F-3046C477A93A}"/>
                </a:ext>
              </a:extLst>
            </p:cNvPr>
            <p:cNvSpPr/>
            <p:nvPr/>
          </p:nvSpPr>
          <p:spPr bwMode="auto">
            <a:xfrm>
              <a:off x="8673432" y="3775077"/>
              <a:ext cx="113603" cy="46418"/>
            </a:xfrm>
            <a:custGeom>
              <a:avLst/>
              <a:gdLst>
                <a:gd name="T0" fmla="*/ 9 w 45"/>
                <a:gd name="T1" fmla="*/ 18 h 18"/>
                <a:gd name="T2" fmla="*/ 9 w 45"/>
                <a:gd name="T3" fmla="*/ 10 h 18"/>
                <a:gd name="T4" fmla="*/ 11 w 45"/>
                <a:gd name="T5" fmla="*/ 8 h 18"/>
                <a:gd name="T6" fmla="*/ 34 w 45"/>
                <a:gd name="T7" fmla="*/ 8 h 18"/>
                <a:gd name="T8" fmla="*/ 36 w 45"/>
                <a:gd name="T9" fmla="*/ 10 h 18"/>
                <a:gd name="T10" fmla="*/ 36 w 45"/>
                <a:gd name="T11" fmla="*/ 18 h 18"/>
                <a:gd name="T12" fmla="*/ 45 w 45"/>
                <a:gd name="T13" fmla="*/ 18 h 18"/>
                <a:gd name="T14" fmla="*/ 45 w 45"/>
                <a:gd name="T15" fmla="*/ 9 h 18"/>
                <a:gd name="T16" fmla="*/ 36 w 45"/>
                <a:gd name="T17" fmla="*/ 0 h 18"/>
                <a:gd name="T18" fmla="*/ 9 w 45"/>
                <a:gd name="T19" fmla="*/ 0 h 18"/>
                <a:gd name="T20" fmla="*/ 0 w 45"/>
                <a:gd name="T21" fmla="*/ 9 h 18"/>
                <a:gd name="T22" fmla="*/ 0 w 45"/>
                <a:gd name="T23" fmla="*/ 18 h 18"/>
                <a:gd name="T24" fmla="*/ 9 w 45"/>
                <a:gd name="T2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18">
                  <a:moveTo>
                    <a:pt x="9" y="18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5" y="8"/>
                    <a:pt x="36" y="9"/>
                    <a:pt x="36" y="10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4"/>
                    <a:pt x="41" y="0"/>
                    <a:pt x="3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8"/>
                    <a:pt x="0" y="18"/>
                    <a:pt x="0" y="18"/>
                  </a:cubicBezTo>
                  <a:lnTo>
                    <a:pt x="9" y="1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9" name="íş1i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0E092E6-67F5-449A-AB7F-F987990DAB8A}"/>
                </a:ext>
              </a:extLst>
            </p:cNvPr>
            <p:cNvSpPr/>
            <p:nvPr/>
          </p:nvSpPr>
          <p:spPr bwMode="auto">
            <a:xfrm>
              <a:off x="5701445" y="2772200"/>
              <a:ext cx="205217" cy="136812"/>
            </a:xfrm>
            <a:custGeom>
              <a:avLst/>
              <a:gdLst>
                <a:gd name="T0" fmla="*/ 77 w 81"/>
                <a:gd name="T1" fmla="*/ 0 h 54"/>
                <a:gd name="T2" fmla="*/ 4 w 81"/>
                <a:gd name="T3" fmla="*/ 0 h 54"/>
                <a:gd name="T4" fmla="*/ 0 w 81"/>
                <a:gd name="T5" fmla="*/ 4 h 54"/>
                <a:gd name="T6" fmla="*/ 0 w 81"/>
                <a:gd name="T7" fmla="*/ 50 h 54"/>
                <a:gd name="T8" fmla="*/ 4 w 81"/>
                <a:gd name="T9" fmla="*/ 54 h 54"/>
                <a:gd name="T10" fmla="*/ 77 w 81"/>
                <a:gd name="T11" fmla="*/ 54 h 54"/>
                <a:gd name="T12" fmla="*/ 81 w 81"/>
                <a:gd name="T13" fmla="*/ 50 h 54"/>
                <a:gd name="T14" fmla="*/ 81 w 81"/>
                <a:gd name="T15" fmla="*/ 4 h 54"/>
                <a:gd name="T16" fmla="*/ 77 w 81"/>
                <a:gd name="T17" fmla="*/ 0 h 54"/>
                <a:gd name="T18" fmla="*/ 79 w 81"/>
                <a:gd name="T19" fmla="*/ 25 h 54"/>
                <a:gd name="T20" fmla="*/ 2 w 81"/>
                <a:gd name="T21" fmla="*/ 25 h 54"/>
                <a:gd name="T22" fmla="*/ 2 w 81"/>
                <a:gd name="T23" fmla="*/ 11 h 54"/>
                <a:gd name="T24" fmla="*/ 79 w 81"/>
                <a:gd name="T25" fmla="*/ 11 h 54"/>
                <a:gd name="T26" fmla="*/ 79 w 81"/>
                <a:gd name="T27" fmla="*/ 2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54">
                  <a:moveTo>
                    <a:pt x="7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2"/>
                    <a:pt x="2" y="54"/>
                    <a:pt x="4" y="54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9" y="54"/>
                    <a:pt x="81" y="52"/>
                    <a:pt x="81" y="50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81" y="2"/>
                    <a:pt x="79" y="0"/>
                    <a:pt x="77" y="0"/>
                  </a:cubicBezTo>
                  <a:close/>
                  <a:moveTo>
                    <a:pt x="79" y="25"/>
                  </a:moveTo>
                  <a:cubicBezTo>
                    <a:pt x="2" y="25"/>
                    <a:pt x="2" y="25"/>
                    <a:pt x="2" y="25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79" y="11"/>
                    <a:pt x="79" y="11"/>
                    <a:pt x="79" y="11"/>
                  </a:cubicBezTo>
                  <a:lnTo>
                    <a:pt x="79" y="2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0" name="í$lï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ECB3731-8623-495D-BD7F-371EF283529A}"/>
                </a:ext>
              </a:extLst>
            </p:cNvPr>
            <p:cNvSpPr/>
            <p:nvPr/>
          </p:nvSpPr>
          <p:spPr bwMode="auto">
            <a:xfrm>
              <a:off x="5815047" y="2708680"/>
              <a:ext cx="28096" cy="28096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1" name="isḷi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187473A-ECA0-4BD8-A73D-3CAC56CCF17E}"/>
                </a:ext>
              </a:extLst>
            </p:cNvPr>
            <p:cNvSpPr/>
            <p:nvPr/>
          </p:nvSpPr>
          <p:spPr bwMode="auto">
            <a:xfrm>
              <a:off x="5788174" y="2708680"/>
              <a:ext cx="24431" cy="28096"/>
            </a:xfrm>
            <a:custGeom>
              <a:avLst/>
              <a:gdLst>
                <a:gd name="T0" fmla="*/ 10 w 10"/>
                <a:gd name="T1" fmla="*/ 2 h 11"/>
                <a:gd name="T2" fmla="*/ 5 w 10"/>
                <a:gd name="T3" fmla="*/ 0 h 11"/>
                <a:gd name="T4" fmla="*/ 0 w 10"/>
                <a:gd name="T5" fmla="*/ 5 h 11"/>
                <a:gd name="T6" fmla="*/ 5 w 10"/>
                <a:gd name="T7" fmla="*/ 11 h 11"/>
                <a:gd name="T8" fmla="*/ 10 w 10"/>
                <a:gd name="T9" fmla="*/ 9 h 11"/>
                <a:gd name="T10" fmla="*/ 9 w 10"/>
                <a:gd name="T11" fmla="*/ 5 h 11"/>
                <a:gd name="T12" fmla="*/ 10 w 10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1">
                  <a:moveTo>
                    <a:pt x="10" y="2"/>
                  </a:moveTo>
                  <a:cubicBezTo>
                    <a:pt x="9" y="1"/>
                    <a:pt x="7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5" y="11"/>
                  </a:cubicBezTo>
                  <a:cubicBezTo>
                    <a:pt x="7" y="11"/>
                    <a:pt x="9" y="10"/>
                    <a:pt x="10" y="9"/>
                  </a:cubicBezTo>
                  <a:cubicBezTo>
                    <a:pt x="9" y="8"/>
                    <a:pt x="9" y="7"/>
                    <a:pt x="9" y="5"/>
                  </a:cubicBezTo>
                  <a:cubicBezTo>
                    <a:pt x="9" y="4"/>
                    <a:pt x="9" y="3"/>
                    <a:pt x="10" y="2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2" name="išḷi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D82D0ABE-86CF-4627-85D2-77965B630274}"/>
                </a:ext>
              </a:extLst>
            </p:cNvPr>
            <p:cNvSpPr/>
            <p:nvPr/>
          </p:nvSpPr>
          <p:spPr bwMode="auto">
            <a:xfrm>
              <a:off x="5655027" y="2691579"/>
              <a:ext cx="206439" cy="136812"/>
            </a:xfrm>
            <a:custGeom>
              <a:avLst/>
              <a:gdLst>
                <a:gd name="T0" fmla="*/ 77 w 81"/>
                <a:gd name="T1" fmla="*/ 0 h 54"/>
                <a:gd name="T2" fmla="*/ 4 w 81"/>
                <a:gd name="T3" fmla="*/ 0 h 54"/>
                <a:gd name="T4" fmla="*/ 0 w 81"/>
                <a:gd name="T5" fmla="*/ 5 h 54"/>
                <a:gd name="T6" fmla="*/ 0 w 81"/>
                <a:gd name="T7" fmla="*/ 50 h 54"/>
                <a:gd name="T8" fmla="*/ 4 w 81"/>
                <a:gd name="T9" fmla="*/ 54 h 54"/>
                <a:gd name="T10" fmla="*/ 13 w 81"/>
                <a:gd name="T11" fmla="*/ 54 h 54"/>
                <a:gd name="T12" fmla="*/ 13 w 81"/>
                <a:gd name="T13" fmla="*/ 36 h 54"/>
                <a:gd name="T14" fmla="*/ 14 w 81"/>
                <a:gd name="T15" fmla="*/ 32 h 54"/>
                <a:gd name="T16" fmla="*/ 13 w 81"/>
                <a:gd name="T17" fmla="*/ 32 h 54"/>
                <a:gd name="T18" fmla="*/ 9 w 81"/>
                <a:gd name="T19" fmla="*/ 27 h 54"/>
                <a:gd name="T20" fmla="*/ 9 w 81"/>
                <a:gd name="T21" fmla="*/ 18 h 54"/>
                <a:gd name="T22" fmla="*/ 13 w 81"/>
                <a:gd name="T23" fmla="*/ 14 h 54"/>
                <a:gd name="T24" fmla="*/ 27 w 81"/>
                <a:gd name="T25" fmla="*/ 14 h 54"/>
                <a:gd name="T26" fmla="*/ 31 w 81"/>
                <a:gd name="T27" fmla="*/ 18 h 54"/>
                <a:gd name="T28" fmla="*/ 31 w 81"/>
                <a:gd name="T29" fmla="*/ 27 h 54"/>
                <a:gd name="T30" fmla="*/ 81 w 81"/>
                <a:gd name="T31" fmla="*/ 27 h 54"/>
                <a:gd name="T32" fmla="*/ 81 w 81"/>
                <a:gd name="T33" fmla="*/ 5 h 54"/>
                <a:gd name="T34" fmla="*/ 77 w 81"/>
                <a:gd name="T35" fmla="*/ 0 h 54"/>
                <a:gd name="T36" fmla="*/ 69 w 81"/>
                <a:gd name="T37" fmla="*/ 20 h 54"/>
                <a:gd name="T38" fmla="*/ 63 w 81"/>
                <a:gd name="T39" fmla="*/ 18 h 54"/>
                <a:gd name="T40" fmla="*/ 57 w 81"/>
                <a:gd name="T41" fmla="*/ 20 h 54"/>
                <a:gd name="T42" fmla="*/ 49 w 81"/>
                <a:gd name="T43" fmla="*/ 12 h 54"/>
                <a:gd name="T44" fmla="*/ 57 w 81"/>
                <a:gd name="T45" fmla="*/ 5 h 54"/>
                <a:gd name="T46" fmla="*/ 63 w 81"/>
                <a:gd name="T47" fmla="*/ 7 h 54"/>
                <a:gd name="T48" fmla="*/ 69 w 81"/>
                <a:gd name="T49" fmla="*/ 5 h 54"/>
                <a:gd name="T50" fmla="*/ 77 w 81"/>
                <a:gd name="T51" fmla="*/ 12 h 54"/>
                <a:gd name="T52" fmla="*/ 69 w 81"/>
                <a:gd name="T53" fmla="*/ 2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1" h="54">
                  <a:moveTo>
                    <a:pt x="7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2"/>
                    <a:pt x="2" y="54"/>
                    <a:pt x="4" y="54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5"/>
                    <a:pt x="14" y="33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1" y="32"/>
                    <a:pt x="9" y="30"/>
                    <a:pt x="9" y="2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6"/>
                    <a:pt x="11" y="14"/>
                    <a:pt x="13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9" y="14"/>
                    <a:pt x="31" y="16"/>
                    <a:pt x="31" y="18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1" y="2"/>
                    <a:pt x="79" y="0"/>
                    <a:pt x="77" y="0"/>
                  </a:cubicBezTo>
                  <a:close/>
                  <a:moveTo>
                    <a:pt x="69" y="20"/>
                  </a:moveTo>
                  <a:cubicBezTo>
                    <a:pt x="66" y="20"/>
                    <a:pt x="64" y="20"/>
                    <a:pt x="63" y="18"/>
                  </a:cubicBezTo>
                  <a:cubicBezTo>
                    <a:pt x="62" y="20"/>
                    <a:pt x="60" y="20"/>
                    <a:pt x="57" y="20"/>
                  </a:cubicBezTo>
                  <a:cubicBezTo>
                    <a:pt x="53" y="20"/>
                    <a:pt x="49" y="17"/>
                    <a:pt x="49" y="12"/>
                  </a:cubicBezTo>
                  <a:cubicBezTo>
                    <a:pt x="49" y="8"/>
                    <a:pt x="53" y="5"/>
                    <a:pt x="57" y="5"/>
                  </a:cubicBezTo>
                  <a:cubicBezTo>
                    <a:pt x="60" y="5"/>
                    <a:pt x="62" y="5"/>
                    <a:pt x="63" y="7"/>
                  </a:cubicBezTo>
                  <a:cubicBezTo>
                    <a:pt x="64" y="5"/>
                    <a:pt x="66" y="5"/>
                    <a:pt x="69" y="5"/>
                  </a:cubicBezTo>
                  <a:cubicBezTo>
                    <a:pt x="73" y="5"/>
                    <a:pt x="77" y="8"/>
                    <a:pt x="77" y="12"/>
                  </a:cubicBezTo>
                  <a:cubicBezTo>
                    <a:pt x="77" y="17"/>
                    <a:pt x="73" y="20"/>
                    <a:pt x="69" y="2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3" name="iṧ1i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2788201-52F7-4AC6-AE9C-1FF44B6EF4E0}"/>
                </a:ext>
              </a:extLst>
            </p:cNvPr>
            <p:cNvSpPr/>
            <p:nvPr/>
          </p:nvSpPr>
          <p:spPr bwMode="auto">
            <a:xfrm>
              <a:off x="5683122" y="2731889"/>
              <a:ext cx="46418" cy="32982"/>
            </a:xfrm>
            <a:custGeom>
              <a:avLst/>
              <a:gdLst>
                <a:gd name="T0" fmla="*/ 5 w 18"/>
                <a:gd name="T1" fmla="*/ 13 h 13"/>
                <a:gd name="T2" fmla="*/ 11 w 18"/>
                <a:gd name="T3" fmla="*/ 11 h 13"/>
                <a:gd name="T4" fmla="*/ 18 w 18"/>
                <a:gd name="T5" fmla="*/ 11 h 13"/>
                <a:gd name="T6" fmla="*/ 18 w 18"/>
                <a:gd name="T7" fmla="*/ 2 h 13"/>
                <a:gd name="T8" fmla="*/ 16 w 18"/>
                <a:gd name="T9" fmla="*/ 0 h 13"/>
                <a:gd name="T10" fmla="*/ 2 w 18"/>
                <a:gd name="T11" fmla="*/ 0 h 13"/>
                <a:gd name="T12" fmla="*/ 0 w 18"/>
                <a:gd name="T13" fmla="*/ 2 h 13"/>
                <a:gd name="T14" fmla="*/ 0 w 18"/>
                <a:gd name="T15" fmla="*/ 11 h 13"/>
                <a:gd name="T16" fmla="*/ 2 w 18"/>
                <a:gd name="T17" fmla="*/ 13 h 13"/>
                <a:gd name="T18" fmla="*/ 5 w 18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3">
                  <a:moveTo>
                    <a:pt x="5" y="13"/>
                  </a:moveTo>
                  <a:cubicBezTo>
                    <a:pt x="7" y="12"/>
                    <a:pt x="9" y="11"/>
                    <a:pt x="11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0"/>
                    <a:pt x="16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2"/>
                    <a:pt x="1" y="13"/>
                    <a:pt x="2" y="13"/>
                  </a:cubicBezTo>
                  <a:lnTo>
                    <a:pt x="5" y="1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4" name="ïŝḻi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6AB190D-E987-42A0-9F51-156930DE433E}"/>
                </a:ext>
              </a:extLst>
            </p:cNvPr>
            <p:cNvSpPr/>
            <p:nvPr/>
          </p:nvSpPr>
          <p:spPr bwMode="auto">
            <a:xfrm>
              <a:off x="5256807" y="2161434"/>
              <a:ext cx="1245963" cy="68406"/>
            </a:xfrm>
            <a:custGeom>
              <a:avLst/>
              <a:gdLst>
                <a:gd name="T0" fmla="*/ 1020 w 1020"/>
                <a:gd name="T1" fmla="*/ 0 h 56"/>
                <a:gd name="T2" fmla="*/ 0 w 1020"/>
                <a:gd name="T3" fmla="*/ 0 h 56"/>
                <a:gd name="T4" fmla="*/ 0 w 1020"/>
                <a:gd name="T5" fmla="*/ 56 h 56"/>
                <a:gd name="T6" fmla="*/ 1020 w 1020"/>
                <a:gd name="T7" fmla="*/ 56 h 56"/>
                <a:gd name="T8" fmla="*/ 1020 w 1020"/>
                <a:gd name="T9" fmla="*/ 0 h 56"/>
                <a:gd name="T10" fmla="*/ 975 w 1020"/>
                <a:gd name="T11" fmla="*/ 37 h 56"/>
                <a:gd name="T12" fmla="*/ 892 w 1020"/>
                <a:gd name="T13" fmla="*/ 37 h 56"/>
                <a:gd name="T14" fmla="*/ 892 w 1020"/>
                <a:gd name="T15" fmla="*/ 17 h 56"/>
                <a:gd name="T16" fmla="*/ 975 w 1020"/>
                <a:gd name="T17" fmla="*/ 17 h 56"/>
                <a:gd name="T18" fmla="*/ 975 w 1020"/>
                <a:gd name="T19" fmla="*/ 3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0" h="56">
                  <a:moveTo>
                    <a:pt x="1020" y="0"/>
                  </a:moveTo>
                  <a:lnTo>
                    <a:pt x="0" y="0"/>
                  </a:lnTo>
                  <a:lnTo>
                    <a:pt x="0" y="56"/>
                  </a:lnTo>
                  <a:lnTo>
                    <a:pt x="1020" y="56"/>
                  </a:lnTo>
                  <a:lnTo>
                    <a:pt x="1020" y="0"/>
                  </a:lnTo>
                  <a:close/>
                  <a:moveTo>
                    <a:pt x="975" y="37"/>
                  </a:moveTo>
                  <a:lnTo>
                    <a:pt x="892" y="37"/>
                  </a:lnTo>
                  <a:lnTo>
                    <a:pt x="892" y="17"/>
                  </a:lnTo>
                  <a:lnTo>
                    <a:pt x="975" y="17"/>
                  </a:lnTo>
                  <a:lnTo>
                    <a:pt x="975" y="37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5" name="ís1í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9EA8527-4A91-42A0-BBC3-371A4E9824B5}"/>
                </a:ext>
              </a:extLst>
            </p:cNvPr>
            <p:cNvSpPr/>
            <p:nvPr/>
          </p:nvSpPr>
          <p:spPr bwMode="auto">
            <a:xfrm>
              <a:off x="5315441" y="1434622"/>
              <a:ext cx="1129918" cy="701159"/>
            </a:xfrm>
            <a:custGeom>
              <a:avLst/>
              <a:gdLst>
                <a:gd name="T0" fmla="*/ 925 w 925"/>
                <a:gd name="T1" fmla="*/ 0 h 574"/>
                <a:gd name="T2" fmla="*/ 0 w 925"/>
                <a:gd name="T3" fmla="*/ 0 h 574"/>
                <a:gd name="T4" fmla="*/ 0 w 925"/>
                <a:gd name="T5" fmla="*/ 574 h 574"/>
                <a:gd name="T6" fmla="*/ 925 w 925"/>
                <a:gd name="T7" fmla="*/ 574 h 574"/>
                <a:gd name="T8" fmla="*/ 925 w 925"/>
                <a:gd name="T9" fmla="*/ 0 h 574"/>
                <a:gd name="T10" fmla="*/ 885 w 925"/>
                <a:gd name="T11" fmla="*/ 535 h 574"/>
                <a:gd name="T12" fmla="*/ 40 w 925"/>
                <a:gd name="T13" fmla="*/ 535 h 574"/>
                <a:gd name="T14" fmla="*/ 40 w 925"/>
                <a:gd name="T15" fmla="*/ 29 h 574"/>
                <a:gd name="T16" fmla="*/ 885 w 925"/>
                <a:gd name="T17" fmla="*/ 29 h 574"/>
                <a:gd name="T18" fmla="*/ 885 w 925"/>
                <a:gd name="T19" fmla="*/ 535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574">
                  <a:moveTo>
                    <a:pt x="925" y="0"/>
                  </a:moveTo>
                  <a:lnTo>
                    <a:pt x="0" y="0"/>
                  </a:lnTo>
                  <a:lnTo>
                    <a:pt x="0" y="574"/>
                  </a:lnTo>
                  <a:lnTo>
                    <a:pt x="925" y="574"/>
                  </a:lnTo>
                  <a:lnTo>
                    <a:pt x="925" y="0"/>
                  </a:lnTo>
                  <a:close/>
                  <a:moveTo>
                    <a:pt x="885" y="535"/>
                  </a:moveTo>
                  <a:lnTo>
                    <a:pt x="40" y="535"/>
                  </a:lnTo>
                  <a:lnTo>
                    <a:pt x="40" y="29"/>
                  </a:lnTo>
                  <a:lnTo>
                    <a:pt x="885" y="29"/>
                  </a:lnTo>
                  <a:lnTo>
                    <a:pt x="885" y="53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6" name="ïsļï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AECF178-13A6-46A7-9474-BF0D18242674}"/>
                </a:ext>
              </a:extLst>
            </p:cNvPr>
            <p:cNvSpPr/>
            <p:nvPr/>
          </p:nvSpPr>
          <p:spPr bwMode="auto">
            <a:xfrm>
              <a:off x="7244240" y="3164311"/>
              <a:ext cx="624203" cy="388447"/>
            </a:xfrm>
            <a:custGeom>
              <a:avLst/>
              <a:gdLst>
                <a:gd name="T0" fmla="*/ 511 w 511"/>
                <a:gd name="T1" fmla="*/ 0 h 318"/>
                <a:gd name="T2" fmla="*/ 0 w 511"/>
                <a:gd name="T3" fmla="*/ 0 h 318"/>
                <a:gd name="T4" fmla="*/ 0 w 511"/>
                <a:gd name="T5" fmla="*/ 318 h 318"/>
                <a:gd name="T6" fmla="*/ 511 w 511"/>
                <a:gd name="T7" fmla="*/ 318 h 318"/>
                <a:gd name="T8" fmla="*/ 511 w 511"/>
                <a:gd name="T9" fmla="*/ 0 h 318"/>
                <a:gd name="T10" fmla="*/ 490 w 511"/>
                <a:gd name="T11" fmla="*/ 295 h 318"/>
                <a:gd name="T12" fmla="*/ 23 w 511"/>
                <a:gd name="T13" fmla="*/ 295 h 318"/>
                <a:gd name="T14" fmla="*/ 23 w 511"/>
                <a:gd name="T15" fmla="*/ 17 h 318"/>
                <a:gd name="T16" fmla="*/ 490 w 511"/>
                <a:gd name="T17" fmla="*/ 17 h 318"/>
                <a:gd name="T18" fmla="*/ 490 w 511"/>
                <a:gd name="T19" fmla="*/ 295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1" h="318">
                  <a:moveTo>
                    <a:pt x="511" y="0"/>
                  </a:moveTo>
                  <a:lnTo>
                    <a:pt x="0" y="0"/>
                  </a:lnTo>
                  <a:lnTo>
                    <a:pt x="0" y="318"/>
                  </a:lnTo>
                  <a:lnTo>
                    <a:pt x="511" y="318"/>
                  </a:lnTo>
                  <a:lnTo>
                    <a:pt x="511" y="0"/>
                  </a:lnTo>
                  <a:close/>
                  <a:moveTo>
                    <a:pt x="490" y="295"/>
                  </a:moveTo>
                  <a:lnTo>
                    <a:pt x="23" y="295"/>
                  </a:lnTo>
                  <a:lnTo>
                    <a:pt x="23" y="17"/>
                  </a:lnTo>
                  <a:lnTo>
                    <a:pt x="490" y="17"/>
                  </a:lnTo>
                  <a:lnTo>
                    <a:pt x="490" y="29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7" name="îṧlí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87F9725-75D5-4205-89BC-06927AF02A56}"/>
                </a:ext>
              </a:extLst>
            </p:cNvPr>
            <p:cNvSpPr/>
            <p:nvPr/>
          </p:nvSpPr>
          <p:spPr bwMode="auto">
            <a:xfrm>
              <a:off x="7512977" y="3564974"/>
              <a:ext cx="112381" cy="40311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8" name="îśļï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FC72294-7FAA-4219-986D-B95C6F442753}"/>
                </a:ext>
              </a:extLst>
            </p:cNvPr>
            <p:cNvSpPr/>
            <p:nvPr/>
          </p:nvSpPr>
          <p:spPr bwMode="auto">
            <a:xfrm>
              <a:off x="7472667" y="3595512"/>
              <a:ext cx="213768" cy="9772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9" name="ï$ḻi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A3768B8-D264-4652-85B9-071365B7D0D6}"/>
                </a:ext>
              </a:extLst>
            </p:cNvPr>
            <p:cNvSpPr/>
            <p:nvPr/>
          </p:nvSpPr>
          <p:spPr bwMode="auto">
            <a:xfrm>
              <a:off x="4752314" y="3545429"/>
              <a:ext cx="131925" cy="80621"/>
            </a:xfrm>
            <a:custGeom>
              <a:avLst/>
              <a:gdLst>
                <a:gd name="T0" fmla="*/ 108 w 108"/>
                <a:gd name="T1" fmla="*/ 0 h 66"/>
                <a:gd name="T2" fmla="*/ 0 w 108"/>
                <a:gd name="T3" fmla="*/ 0 h 66"/>
                <a:gd name="T4" fmla="*/ 0 w 108"/>
                <a:gd name="T5" fmla="*/ 66 h 66"/>
                <a:gd name="T6" fmla="*/ 108 w 108"/>
                <a:gd name="T7" fmla="*/ 66 h 66"/>
                <a:gd name="T8" fmla="*/ 108 w 108"/>
                <a:gd name="T9" fmla="*/ 0 h 66"/>
                <a:gd name="T10" fmla="*/ 77 w 108"/>
                <a:gd name="T11" fmla="*/ 45 h 66"/>
                <a:gd name="T12" fmla="*/ 70 w 108"/>
                <a:gd name="T13" fmla="*/ 33 h 66"/>
                <a:gd name="T14" fmla="*/ 52 w 108"/>
                <a:gd name="T15" fmla="*/ 54 h 66"/>
                <a:gd name="T16" fmla="*/ 46 w 108"/>
                <a:gd name="T17" fmla="*/ 47 h 66"/>
                <a:gd name="T18" fmla="*/ 64 w 108"/>
                <a:gd name="T19" fmla="*/ 29 h 66"/>
                <a:gd name="T20" fmla="*/ 54 w 108"/>
                <a:gd name="T21" fmla="*/ 25 h 66"/>
                <a:gd name="T22" fmla="*/ 87 w 108"/>
                <a:gd name="T23" fmla="*/ 10 h 66"/>
                <a:gd name="T24" fmla="*/ 77 w 108"/>
                <a:gd name="T25" fmla="*/ 4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66">
                  <a:moveTo>
                    <a:pt x="108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08" y="66"/>
                  </a:lnTo>
                  <a:lnTo>
                    <a:pt x="108" y="0"/>
                  </a:lnTo>
                  <a:close/>
                  <a:moveTo>
                    <a:pt x="77" y="45"/>
                  </a:moveTo>
                  <a:lnTo>
                    <a:pt x="70" y="33"/>
                  </a:lnTo>
                  <a:lnTo>
                    <a:pt x="52" y="54"/>
                  </a:lnTo>
                  <a:lnTo>
                    <a:pt x="46" y="47"/>
                  </a:lnTo>
                  <a:lnTo>
                    <a:pt x="64" y="29"/>
                  </a:lnTo>
                  <a:lnTo>
                    <a:pt x="54" y="25"/>
                  </a:lnTo>
                  <a:lnTo>
                    <a:pt x="87" y="10"/>
                  </a:lnTo>
                  <a:lnTo>
                    <a:pt x="77" y="45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0" name="ïšļî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2A46D52-675E-47D1-92C4-729623020D81}"/>
                </a:ext>
              </a:extLst>
            </p:cNvPr>
            <p:cNvSpPr/>
            <p:nvPr/>
          </p:nvSpPr>
          <p:spPr bwMode="auto">
            <a:xfrm>
              <a:off x="4785296" y="3646817"/>
              <a:ext cx="30539" cy="9772"/>
            </a:xfrm>
            <a:custGeom>
              <a:avLst/>
              <a:gdLst>
                <a:gd name="T0" fmla="*/ 19 w 25"/>
                <a:gd name="T1" fmla="*/ 0 h 8"/>
                <a:gd name="T2" fmla="*/ 0 w 25"/>
                <a:gd name="T3" fmla="*/ 0 h 8"/>
                <a:gd name="T4" fmla="*/ 8 w 25"/>
                <a:gd name="T5" fmla="*/ 8 h 8"/>
                <a:gd name="T6" fmla="*/ 25 w 25"/>
                <a:gd name="T7" fmla="*/ 8 h 8"/>
                <a:gd name="T8" fmla="*/ 19 w 25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8">
                  <a:moveTo>
                    <a:pt x="19" y="0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25" y="8"/>
                  </a:lnTo>
                  <a:lnTo>
                    <a:pt x="19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1" name="iṣľi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CAE6EA0-A201-4023-9010-47BAE9FF3746}"/>
                </a:ext>
              </a:extLst>
            </p:cNvPr>
            <p:cNvSpPr/>
            <p:nvPr/>
          </p:nvSpPr>
          <p:spPr bwMode="auto">
            <a:xfrm>
              <a:off x="4815834" y="3646817"/>
              <a:ext cx="30539" cy="9772"/>
            </a:xfrm>
            <a:custGeom>
              <a:avLst/>
              <a:gdLst>
                <a:gd name="T0" fmla="*/ 0 w 25"/>
                <a:gd name="T1" fmla="*/ 0 h 8"/>
                <a:gd name="T2" fmla="*/ 8 w 25"/>
                <a:gd name="T3" fmla="*/ 8 h 8"/>
                <a:gd name="T4" fmla="*/ 25 w 25"/>
                <a:gd name="T5" fmla="*/ 8 h 8"/>
                <a:gd name="T6" fmla="*/ 18 w 25"/>
                <a:gd name="T7" fmla="*/ 0 h 8"/>
                <a:gd name="T8" fmla="*/ 0 w 25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8">
                  <a:moveTo>
                    <a:pt x="0" y="0"/>
                  </a:moveTo>
                  <a:lnTo>
                    <a:pt x="8" y="8"/>
                  </a:lnTo>
                  <a:lnTo>
                    <a:pt x="25" y="8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2" name="îśḻï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A17AFD1-D4FC-4BE0-ADE0-05551401EAF1}"/>
                </a:ext>
              </a:extLst>
            </p:cNvPr>
            <p:cNvSpPr/>
            <p:nvPr/>
          </p:nvSpPr>
          <p:spPr bwMode="auto">
            <a:xfrm>
              <a:off x="4876911" y="3646817"/>
              <a:ext cx="30539" cy="9772"/>
            </a:xfrm>
            <a:custGeom>
              <a:avLst/>
              <a:gdLst>
                <a:gd name="T0" fmla="*/ 8 w 25"/>
                <a:gd name="T1" fmla="*/ 8 h 8"/>
                <a:gd name="T2" fmla="*/ 25 w 25"/>
                <a:gd name="T3" fmla="*/ 8 h 8"/>
                <a:gd name="T4" fmla="*/ 18 w 25"/>
                <a:gd name="T5" fmla="*/ 0 h 8"/>
                <a:gd name="T6" fmla="*/ 0 w 25"/>
                <a:gd name="T7" fmla="*/ 0 h 8"/>
                <a:gd name="T8" fmla="*/ 8 w 2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8">
                  <a:moveTo>
                    <a:pt x="8" y="8"/>
                  </a:moveTo>
                  <a:lnTo>
                    <a:pt x="25" y="8"/>
                  </a:lnTo>
                  <a:lnTo>
                    <a:pt x="18" y="0"/>
                  </a:lnTo>
                  <a:lnTo>
                    <a:pt x="0" y="0"/>
                  </a:lnTo>
                  <a:lnTo>
                    <a:pt x="8" y="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3" name="ïṡľ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8DEFA56-516D-4EF2-822E-4A21EA5F7BC7}"/>
                </a:ext>
              </a:extLst>
            </p:cNvPr>
            <p:cNvSpPr/>
            <p:nvPr/>
          </p:nvSpPr>
          <p:spPr bwMode="auto">
            <a:xfrm>
              <a:off x="4799954" y="3666361"/>
              <a:ext cx="30539" cy="0"/>
            </a:xfrm>
            <a:custGeom>
              <a:avLst/>
              <a:gdLst>
                <a:gd name="T0" fmla="*/ 0 w 25"/>
                <a:gd name="T1" fmla="*/ 9 w 25"/>
                <a:gd name="T2" fmla="*/ 25 w 25"/>
                <a:gd name="T3" fmla="*/ 19 w 25"/>
                <a:gd name="T4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9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4" name="îṩl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F5E7655-118C-4AFC-83B2-6B49517431C8}"/>
                </a:ext>
              </a:extLst>
            </p:cNvPr>
            <p:cNvSpPr/>
            <p:nvPr/>
          </p:nvSpPr>
          <p:spPr bwMode="auto">
            <a:xfrm>
              <a:off x="4846373" y="3646817"/>
              <a:ext cx="30539" cy="9772"/>
            </a:xfrm>
            <a:custGeom>
              <a:avLst/>
              <a:gdLst>
                <a:gd name="T0" fmla="*/ 25 w 25"/>
                <a:gd name="T1" fmla="*/ 8 h 8"/>
                <a:gd name="T2" fmla="*/ 18 w 25"/>
                <a:gd name="T3" fmla="*/ 0 h 8"/>
                <a:gd name="T4" fmla="*/ 0 w 25"/>
                <a:gd name="T5" fmla="*/ 0 h 8"/>
                <a:gd name="T6" fmla="*/ 8 w 25"/>
                <a:gd name="T7" fmla="*/ 8 h 8"/>
                <a:gd name="T8" fmla="*/ 25 w 2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8">
                  <a:moveTo>
                    <a:pt x="25" y="8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8" y="8"/>
                  </a:lnTo>
                  <a:lnTo>
                    <a:pt x="25" y="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5" name="îṥḻi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C2637BA-4AA2-41B7-91AD-17D8D0B70993}"/>
                </a:ext>
              </a:extLst>
            </p:cNvPr>
            <p:cNvSpPr/>
            <p:nvPr/>
          </p:nvSpPr>
          <p:spPr bwMode="auto">
            <a:xfrm>
              <a:off x="4891569" y="3666361"/>
              <a:ext cx="30539" cy="0"/>
            </a:xfrm>
            <a:custGeom>
              <a:avLst/>
              <a:gdLst>
                <a:gd name="T0" fmla="*/ 0 w 25"/>
                <a:gd name="T1" fmla="*/ 8 w 25"/>
                <a:gd name="T2" fmla="*/ 25 w 25"/>
                <a:gd name="T3" fmla="*/ 19 w 25"/>
                <a:gd name="T4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8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6" name="îşḻîḋ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EBA4CBF-1B79-43E2-AAED-A3F8EDB67432}"/>
                </a:ext>
              </a:extLst>
            </p:cNvPr>
            <p:cNvSpPr/>
            <p:nvPr/>
          </p:nvSpPr>
          <p:spPr bwMode="auto">
            <a:xfrm>
              <a:off x="4658257" y="3380523"/>
              <a:ext cx="398219" cy="396998"/>
            </a:xfrm>
            <a:custGeom>
              <a:avLst/>
              <a:gdLst>
                <a:gd name="T0" fmla="*/ 79 w 157"/>
                <a:gd name="T1" fmla="*/ 0 h 157"/>
                <a:gd name="T2" fmla="*/ 0 w 157"/>
                <a:gd name="T3" fmla="*/ 78 h 157"/>
                <a:gd name="T4" fmla="*/ 79 w 157"/>
                <a:gd name="T5" fmla="*/ 157 h 157"/>
                <a:gd name="T6" fmla="*/ 157 w 157"/>
                <a:gd name="T7" fmla="*/ 78 h 157"/>
                <a:gd name="T8" fmla="*/ 79 w 157"/>
                <a:gd name="T9" fmla="*/ 0 h 157"/>
                <a:gd name="T10" fmla="*/ 117 w 157"/>
                <a:gd name="T11" fmla="*/ 129 h 157"/>
                <a:gd name="T12" fmla="*/ 49 w 157"/>
                <a:gd name="T13" fmla="*/ 129 h 157"/>
                <a:gd name="T14" fmla="*/ 29 w 157"/>
                <a:gd name="T15" fmla="*/ 101 h 157"/>
                <a:gd name="T16" fmla="*/ 29 w 157"/>
                <a:gd name="T17" fmla="*/ 65 h 157"/>
                <a:gd name="T18" fmla="*/ 39 w 157"/>
                <a:gd name="T19" fmla="*/ 57 h 157"/>
                <a:gd name="T20" fmla="*/ 92 w 157"/>
                <a:gd name="T21" fmla="*/ 57 h 157"/>
                <a:gd name="T22" fmla="*/ 97 w 157"/>
                <a:gd name="T23" fmla="*/ 71 h 157"/>
                <a:gd name="T24" fmla="*/ 97 w 157"/>
                <a:gd name="T25" fmla="*/ 98 h 157"/>
                <a:gd name="T26" fmla="*/ 113 w 157"/>
                <a:gd name="T27" fmla="*/ 115 h 157"/>
                <a:gd name="T28" fmla="*/ 117 w 157"/>
                <a:gd name="T29" fmla="*/ 129 h 157"/>
                <a:gd name="T30" fmla="*/ 104 w 157"/>
                <a:gd name="T31" fmla="*/ 48 h 157"/>
                <a:gd name="T32" fmla="*/ 95 w 157"/>
                <a:gd name="T33" fmla="*/ 47 h 157"/>
                <a:gd name="T34" fmla="*/ 94 w 157"/>
                <a:gd name="T35" fmla="*/ 42 h 157"/>
                <a:gd name="T36" fmla="*/ 107 w 157"/>
                <a:gd name="T37" fmla="*/ 44 h 157"/>
                <a:gd name="T38" fmla="*/ 114 w 157"/>
                <a:gd name="T39" fmla="*/ 55 h 157"/>
                <a:gd name="T40" fmla="*/ 108 w 157"/>
                <a:gd name="T41" fmla="*/ 56 h 157"/>
                <a:gd name="T42" fmla="*/ 104 w 157"/>
                <a:gd name="T43" fmla="*/ 48 h 157"/>
                <a:gd name="T44" fmla="*/ 124 w 157"/>
                <a:gd name="T45" fmla="*/ 55 h 157"/>
                <a:gd name="T46" fmla="*/ 119 w 157"/>
                <a:gd name="T47" fmla="*/ 55 h 157"/>
                <a:gd name="T48" fmla="*/ 110 w 157"/>
                <a:gd name="T49" fmla="*/ 39 h 157"/>
                <a:gd name="T50" fmla="*/ 92 w 157"/>
                <a:gd name="T51" fmla="*/ 37 h 157"/>
                <a:gd name="T52" fmla="*/ 90 w 157"/>
                <a:gd name="T53" fmla="*/ 31 h 157"/>
                <a:gd name="T54" fmla="*/ 113 w 157"/>
                <a:gd name="T55" fmla="*/ 33 h 157"/>
                <a:gd name="T56" fmla="*/ 124 w 157"/>
                <a:gd name="T57" fmla="*/ 5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7" h="157">
                  <a:moveTo>
                    <a:pt x="79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22"/>
                    <a:pt x="35" y="157"/>
                    <a:pt x="79" y="157"/>
                  </a:cubicBezTo>
                  <a:cubicBezTo>
                    <a:pt x="122" y="157"/>
                    <a:pt x="157" y="122"/>
                    <a:pt x="157" y="78"/>
                  </a:cubicBezTo>
                  <a:cubicBezTo>
                    <a:pt x="157" y="35"/>
                    <a:pt x="122" y="0"/>
                    <a:pt x="79" y="0"/>
                  </a:cubicBezTo>
                  <a:close/>
                  <a:moveTo>
                    <a:pt x="117" y="129"/>
                  </a:moveTo>
                  <a:cubicBezTo>
                    <a:pt x="49" y="129"/>
                    <a:pt x="49" y="129"/>
                    <a:pt x="49" y="129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101"/>
                    <a:pt x="29" y="76"/>
                    <a:pt x="29" y="65"/>
                  </a:cubicBezTo>
                  <a:cubicBezTo>
                    <a:pt x="29" y="58"/>
                    <a:pt x="39" y="57"/>
                    <a:pt x="39" y="57"/>
                  </a:cubicBezTo>
                  <a:cubicBezTo>
                    <a:pt x="39" y="57"/>
                    <a:pt x="81" y="57"/>
                    <a:pt x="92" y="57"/>
                  </a:cubicBezTo>
                  <a:cubicBezTo>
                    <a:pt x="101" y="57"/>
                    <a:pt x="97" y="71"/>
                    <a:pt x="97" y="71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97" y="98"/>
                    <a:pt x="105" y="106"/>
                    <a:pt x="113" y="115"/>
                  </a:cubicBezTo>
                  <a:cubicBezTo>
                    <a:pt x="120" y="123"/>
                    <a:pt x="117" y="129"/>
                    <a:pt x="117" y="129"/>
                  </a:cubicBezTo>
                  <a:close/>
                  <a:moveTo>
                    <a:pt x="104" y="48"/>
                  </a:moveTo>
                  <a:cubicBezTo>
                    <a:pt x="100" y="45"/>
                    <a:pt x="95" y="47"/>
                    <a:pt x="95" y="47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4" y="42"/>
                    <a:pt x="100" y="39"/>
                    <a:pt x="107" y="44"/>
                  </a:cubicBezTo>
                  <a:cubicBezTo>
                    <a:pt x="113" y="49"/>
                    <a:pt x="114" y="55"/>
                    <a:pt x="114" y="55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8" y="56"/>
                    <a:pt x="109" y="51"/>
                    <a:pt x="104" y="48"/>
                  </a:cubicBezTo>
                  <a:close/>
                  <a:moveTo>
                    <a:pt x="124" y="55"/>
                  </a:move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8" y="45"/>
                    <a:pt x="110" y="39"/>
                  </a:cubicBezTo>
                  <a:cubicBezTo>
                    <a:pt x="102" y="33"/>
                    <a:pt x="92" y="37"/>
                    <a:pt x="92" y="37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90" y="31"/>
                    <a:pt x="100" y="26"/>
                    <a:pt x="113" y="33"/>
                  </a:cubicBezTo>
                  <a:cubicBezTo>
                    <a:pt x="125" y="40"/>
                    <a:pt x="124" y="55"/>
                    <a:pt x="124" y="55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7" name="íṡ1id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C435329-543D-4883-B178-5B71491DB050}"/>
                </a:ext>
              </a:extLst>
            </p:cNvPr>
            <p:cNvSpPr/>
            <p:nvPr/>
          </p:nvSpPr>
          <p:spPr bwMode="auto">
            <a:xfrm>
              <a:off x="4830492" y="3666361"/>
              <a:ext cx="30539" cy="0"/>
            </a:xfrm>
            <a:custGeom>
              <a:avLst/>
              <a:gdLst>
                <a:gd name="T0" fmla="*/ 0 w 25"/>
                <a:gd name="T1" fmla="*/ 9 w 25"/>
                <a:gd name="T2" fmla="*/ 25 w 25"/>
                <a:gd name="T3" fmla="*/ 19 w 25"/>
                <a:gd name="T4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9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8" name="iṧḻí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2CAAAE6-3FD7-4A94-B4E4-E0A57392B0B1}"/>
                </a:ext>
              </a:extLst>
            </p:cNvPr>
            <p:cNvSpPr/>
            <p:nvPr/>
          </p:nvSpPr>
          <p:spPr bwMode="auto">
            <a:xfrm>
              <a:off x="4861031" y="3666361"/>
              <a:ext cx="30539" cy="0"/>
            </a:xfrm>
            <a:custGeom>
              <a:avLst/>
              <a:gdLst>
                <a:gd name="T0" fmla="*/ 0 w 25"/>
                <a:gd name="T1" fmla="*/ 8 w 25"/>
                <a:gd name="T2" fmla="*/ 25 w 25"/>
                <a:gd name="T3" fmla="*/ 19 w 25"/>
                <a:gd name="T4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8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9" name="iṣli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3DD956DD-24B9-4B5D-BA62-A8A4431EF507}"/>
                </a:ext>
              </a:extLst>
            </p:cNvPr>
            <p:cNvSpPr/>
            <p:nvPr/>
          </p:nvSpPr>
          <p:spPr bwMode="auto">
            <a:xfrm>
              <a:off x="5459582" y="2954208"/>
              <a:ext cx="451967" cy="451967"/>
            </a:xfrm>
            <a:custGeom>
              <a:avLst/>
              <a:gdLst>
                <a:gd name="T0" fmla="*/ 89 w 178"/>
                <a:gd name="T1" fmla="*/ 0 h 178"/>
                <a:gd name="T2" fmla="*/ 0 w 178"/>
                <a:gd name="T3" fmla="*/ 89 h 178"/>
                <a:gd name="T4" fmla="*/ 89 w 178"/>
                <a:gd name="T5" fmla="*/ 178 h 178"/>
                <a:gd name="T6" fmla="*/ 178 w 178"/>
                <a:gd name="T7" fmla="*/ 89 h 178"/>
                <a:gd name="T8" fmla="*/ 89 w 178"/>
                <a:gd name="T9" fmla="*/ 0 h 178"/>
                <a:gd name="T10" fmla="*/ 90 w 178"/>
                <a:gd name="T11" fmla="*/ 69 h 178"/>
                <a:gd name="T12" fmla="*/ 100 w 178"/>
                <a:gd name="T13" fmla="*/ 67 h 178"/>
                <a:gd name="T14" fmla="*/ 101 w 178"/>
                <a:gd name="T15" fmla="*/ 77 h 178"/>
                <a:gd name="T16" fmla="*/ 95 w 178"/>
                <a:gd name="T17" fmla="*/ 79 h 178"/>
                <a:gd name="T18" fmla="*/ 91 w 178"/>
                <a:gd name="T19" fmla="*/ 100 h 178"/>
                <a:gd name="T20" fmla="*/ 87 w 178"/>
                <a:gd name="T21" fmla="*/ 99 h 178"/>
                <a:gd name="T22" fmla="*/ 91 w 178"/>
                <a:gd name="T23" fmla="*/ 78 h 178"/>
                <a:gd name="T24" fmla="*/ 71 w 178"/>
                <a:gd name="T25" fmla="*/ 83 h 178"/>
                <a:gd name="T26" fmla="*/ 70 w 178"/>
                <a:gd name="T27" fmla="*/ 79 h 178"/>
                <a:gd name="T28" fmla="*/ 89 w 178"/>
                <a:gd name="T29" fmla="*/ 75 h 178"/>
                <a:gd name="T30" fmla="*/ 90 w 178"/>
                <a:gd name="T31" fmla="*/ 69 h 178"/>
                <a:gd name="T32" fmla="*/ 51 w 178"/>
                <a:gd name="T33" fmla="*/ 137 h 178"/>
                <a:gd name="T34" fmla="*/ 51 w 178"/>
                <a:gd name="T35" fmla="*/ 133 h 178"/>
                <a:gd name="T36" fmla="*/ 57 w 178"/>
                <a:gd name="T37" fmla="*/ 129 h 178"/>
                <a:gd name="T38" fmla="*/ 64 w 178"/>
                <a:gd name="T39" fmla="*/ 119 h 178"/>
                <a:gd name="T40" fmla="*/ 95 w 178"/>
                <a:gd name="T41" fmla="*/ 130 h 178"/>
                <a:gd name="T42" fmla="*/ 98 w 178"/>
                <a:gd name="T43" fmla="*/ 137 h 178"/>
                <a:gd name="T44" fmla="*/ 51 w 178"/>
                <a:gd name="T45" fmla="*/ 137 h 178"/>
                <a:gd name="T46" fmla="*/ 112 w 178"/>
                <a:gd name="T47" fmla="*/ 107 h 178"/>
                <a:gd name="T48" fmla="*/ 81 w 178"/>
                <a:gd name="T49" fmla="*/ 118 h 178"/>
                <a:gd name="T50" fmla="*/ 48 w 178"/>
                <a:gd name="T51" fmla="*/ 77 h 178"/>
                <a:gd name="T52" fmla="*/ 57 w 178"/>
                <a:gd name="T53" fmla="*/ 60 h 178"/>
                <a:gd name="T54" fmla="*/ 84 w 178"/>
                <a:gd name="T55" fmla="*/ 66 h 178"/>
                <a:gd name="T56" fmla="*/ 63 w 178"/>
                <a:gd name="T57" fmla="*/ 64 h 178"/>
                <a:gd name="T58" fmla="*/ 65 w 178"/>
                <a:gd name="T59" fmla="*/ 86 h 178"/>
                <a:gd name="T60" fmla="*/ 103 w 178"/>
                <a:gd name="T61" fmla="*/ 107 h 178"/>
                <a:gd name="T62" fmla="*/ 103 w 178"/>
                <a:gd name="T63" fmla="*/ 84 h 178"/>
                <a:gd name="T64" fmla="*/ 112 w 178"/>
                <a:gd name="T65" fmla="*/ 107 h 178"/>
                <a:gd name="T66" fmla="*/ 117 w 178"/>
                <a:gd name="T67" fmla="*/ 69 h 178"/>
                <a:gd name="T68" fmla="*/ 111 w 178"/>
                <a:gd name="T69" fmla="*/ 70 h 178"/>
                <a:gd name="T70" fmla="*/ 108 w 178"/>
                <a:gd name="T71" fmla="*/ 61 h 178"/>
                <a:gd name="T72" fmla="*/ 98 w 178"/>
                <a:gd name="T73" fmla="*/ 59 h 178"/>
                <a:gd name="T74" fmla="*/ 97 w 178"/>
                <a:gd name="T75" fmla="*/ 53 h 178"/>
                <a:gd name="T76" fmla="*/ 111 w 178"/>
                <a:gd name="T77" fmla="*/ 56 h 178"/>
                <a:gd name="T78" fmla="*/ 117 w 178"/>
                <a:gd name="T79" fmla="*/ 69 h 178"/>
                <a:gd name="T80" fmla="*/ 129 w 178"/>
                <a:gd name="T81" fmla="*/ 70 h 178"/>
                <a:gd name="T82" fmla="*/ 123 w 178"/>
                <a:gd name="T83" fmla="*/ 70 h 178"/>
                <a:gd name="T84" fmla="*/ 115 w 178"/>
                <a:gd name="T85" fmla="*/ 50 h 178"/>
                <a:gd name="T86" fmla="*/ 95 w 178"/>
                <a:gd name="T87" fmla="*/ 46 h 178"/>
                <a:gd name="T88" fmla="*/ 94 w 178"/>
                <a:gd name="T89" fmla="*/ 40 h 178"/>
                <a:gd name="T90" fmla="*/ 119 w 178"/>
                <a:gd name="T91" fmla="*/ 45 h 178"/>
                <a:gd name="T92" fmla="*/ 129 w 178"/>
                <a:gd name="T93" fmla="*/ 7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8" h="178">
                  <a:moveTo>
                    <a:pt x="89" y="0"/>
                  </a:moveTo>
                  <a:cubicBezTo>
                    <a:pt x="40" y="0"/>
                    <a:pt x="0" y="40"/>
                    <a:pt x="0" y="89"/>
                  </a:cubicBezTo>
                  <a:cubicBezTo>
                    <a:pt x="0" y="139"/>
                    <a:pt x="40" y="178"/>
                    <a:pt x="89" y="178"/>
                  </a:cubicBezTo>
                  <a:cubicBezTo>
                    <a:pt x="138" y="178"/>
                    <a:pt x="178" y="139"/>
                    <a:pt x="178" y="89"/>
                  </a:cubicBezTo>
                  <a:cubicBezTo>
                    <a:pt x="178" y="40"/>
                    <a:pt x="138" y="0"/>
                    <a:pt x="89" y="0"/>
                  </a:cubicBezTo>
                  <a:close/>
                  <a:moveTo>
                    <a:pt x="90" y="69"/>
                  </a:moveTo>
                  <a:cubicBezTo>
                    <a:pt x="93" y="63"/>
                    <a:pt x="100" y="67"/>
                    <a:pt x="100" y="67"/>
                  </a:cubicBezTo>
                  <a:cubicBezTo>
                    <a:pt x="105" y="71"/>
                    <a:pt x="103" y="74"/>
                    <a:pt x="101" y="77"/>
                  </a:cubicBezTo>
                  <a:cubicBezTo>
                    <a:pt x="99" y="79"/>
                    <a:pt x="95" y="79"/>
                    <a:pt x="95" y="79"/>
                  </a:cubicBezTo>
                  <a:cubicBezTo>
                    <a:pt x="95" y="79"/>
                    <a:pt x="91" y="99"/>
                    <a:pt x="91" y="100"/>
                  </a:cubicBezTo>
                  <a:cubicBezTo>
                    <a:pt x="91" y="100"/>
                    <a:pt x="87" y="99"/>
                    <a:pt x="87" y="99"/>
                  </a:cubicBezTo>
                  <a:cubicBezTo>
                    <a:pt x="88" y="89"/>
                    <a:pt x="91" y="78"/>
                    <a:pt x="91" y="78"/>
                  </a:cubicBezTo>
                  <a:cubicBezTo>
                    <a:pt x="71" y="83"/>
                    <a:pt x="71" y="83"/>
                    <a:pt x="71" y="83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89" y="75"/>
                    <a:pt x="89" y="75"/>
                    <a:pt x="89" y="75"/>
                  </a:cubicBezTo>
                  <a:cubicBezTo>
                    <a:pt x="89" y="75"/>
                    <a:pt x="87" y="73"/>
                    <a:pt x="90" y="69"/>
                  </a:cubicBezTo>
                  <a:close/>
                  <a:moveTo>
                    <a:pt x="51" y="137"/>
                  </a:moveTo>
                  <a:cubicBezTo>
                    <a:pt x="51" y="137"/>
                    <a:pt x="51" y="134"/>
                    <a:pt x="51" y="133"/>
                  </a:cubicBezTo>
                  <a:cubicBezTo>
                    <a:pt x="51" y="132"/>
                    <a:pt x="52" y="133"/>
                    <a:pt x="57" y="129"/>
                  </a:cubicBezTo>
                  <a:cubicBezTo>
                    <a:pt x="61" y="125"/>
                    <a:pt x="64" y="119"/>
                    <a:pt x="64" y="119"/>
                  </a:cubicBezTo>
                  <a:cubicBezTo>
                    <a:pt x="74" y="131"/>
                    <a:pt x="95" y="130"/>
                    <a:pt x="95" y="130"/>
                  </a:cubicBezTo>
                  <a:cubicBezTo>
                    <a:pt x="98" y="137"/>
                    <a:pt x="98" y="137"/>
                    <a:pt x="98" y="137"/>
                  </a:cubicBezTo>
                  <a:lnTo>
                    <a:pt x="51" y="137"/>
                  </a:lnTo>
                  <a:close/>
                  <a:moveTo>
                    <a:pt x="112" y="107"/>
                  </a:moveTo>
                  <a:cubicBezTo>
                    <a:pt x="110" y="129"/>
                    <a:pt x="81" y="118"/>
                    <a:pt x="81" y="118"/>
                  </a:cubicBezTo>
                  <a:cubicBezTo>
                    <a:pt x="81" y="118"/>
                    <a:pt x="47" y="108"/>
                    <a:pt x="48" y="77"/>
                  </a:cubicBezTo>
                  <a:cubicBezTo>
                    <a:pt x="49" y="70"/>
                    <a:pt x="49" y="66"/>
                    <a:pt x="57" y="60"/>
                  </a:cubicBezTo>
                  <a:cubicBezTo>
                    <a:pt x="67" y="53"/>
                    <a:pt x="84" y="66"/>
                    <a:pt x="84" y="66"/>
                  </a:cubicBezTo>
                  <a:cubicBezTo>
                    <a:pt x="80" y="64"/>
                    <a:pt x="70" y="60"/>
                    <a:pt x="63" y="64"/>
                  </a:cubicBezTo>
                  <a:cubicBezTo>
                    <a:pt x="57" y="68"/>
                    <a:pt x="59" y="75"/>
                    <a:pt x="65" y="86"/>
                  </a:cubicBezTo>
                  <a:cubicBezTo>
                    <a:pt x="70" y="98"/>
                    <a:pt x="93" y="114"/>
                    <a:pt x="103" y="107"/>
                  </a:cubicBezTo>
                  <a:cubicBezTo>
                    <a:pt x="112" y="101"/>
                    <a:pt x="103" y="84"/>
                    <a:pt x="103" y="84"/>
                  </a:cubicBezTo>
                  <a:cubicBezTo>
                    <a:pt x="103" y="84"/>
                    <a:pt x="113" y="91"/>
                    <a:pt x="112" y="107"/>
                  </a:cubicBezTo>
                  <a:close/>
                  <a:moveTo>
                    <a:pt x="117" y="69"/>
                  </a:moveTo>
                  <a:cubicBezTo>
                    <a:pt x="111" y="70"/>
                    <a:pt x="111" y="70"/>
                    <a:pt x="111" y="70"/>
                  </a:cubicBezTo>
                  <a:cubicBezTo>
                    <a:pt x="111" y="70"/>
                    <a:pt x="112" y="64"/>
                    <a:pt x="108" y="61"/>
                  </a:cubicBezTo>
                  <a:cubicBezTo>
                    <a:pt x="103" y="57"/>
                    <a:pt x="98" y="59"/>
                    <a:pt x="98" y="59"/>
                  </a:cubicBezTo>
                  <a:cubicBezTo>
                    <a:pt x="97" y="53"/>
                    <a:pt x="97" y="53"/>
                    <a:pt x="97" y="53"/>
                  </a:cubicBezTo>
                  <a:cubicBezTo>
                    <a:pt x="97" y="53"/>
                    <a:pt x="104" y="49"/>
                    <a:pt x="111" y="56"/>
                  </a:cubicBezTo>
                  <a:cubicBezTo>
                    <a:pt x="118" y="61"/>
                    <a:pt x="117" y="69"/>
                    <a:pt x="117" y="69"/>
                  </a:cubicBezTo>
                  <a:close/>
                  <a:moveTo>
                    <a:pt x="129" y="70"/>
                  </a:moveTo>
                  <a:cubicBezTo>
                    <a:pt x="123" y="70"/>
                    <a:pt x="123" y="70"/>
                    <a:pt x="123" y="70"/>
                  </a:cubicBezTo>
                  <a:cubicBezTo>
                    <a:pt x="123" y="70"/>
                    <a:pt x="123" y="57"/>
                    <a:pt x="115" y="50"/>
                  </a:cubicBezTo>
                  <a:cubicBezTo>
                    <a:pt x="107" y="43"/>
                    <a:pt x="95" y="46"/>
                    <a:pt x="95" y="46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40"/>
                    <a:pt x="107" y="35"/>
                    <a:pt x="119" y="45"/>
                  </a:cubicBezTo>
                  <a:cubicBezTo>
                    <a:pt x="132" y="56"/>
                    <a:pt x="129" y="70"/>
                    <a:pt x="129" y="7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0" name="íşḻi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614D5D9-864A-4444-871E-3FF6A65E453F}"/>
                </a:ext>
              </a:extLst>
            </p:cNvPr>
            <p:cNvSpPr/>
            <p:nvPr/>
          </p:nvSpPr>
          <p:spPr bwMode="auto">
            <a:xfrm>
              <a:off x="4081694" y="2576755"/>
              <a:ext cx="434865" cy="433644"/>
            </a:xfrm>
            <a:custGeom>
              <a:avLst/>
              <a:gdLst>
                <a:gd name="T0" fmla="*/ 86 w 171"/>
                <a:gd name="T1" fmla="*/ 0 h 171"/>
                <a:gd name="T2" fmla="*/ 0 w 171"/>
                <a:gd name="T3" fmla="*/ 85 h 171"/>
                <a:gd name="T4" fmla="*/ 86 w 171"/>
                <a:gd name="T5" fmla="*/ 171 h 171"/>
                <a:gd name="T6" fmla="*/ 171 w 171"/>
                <a:gd name="T7" fmla="*/ 85 h 171"/>
                <a:gd name="T8" fmla="*/ 86 w 171"/>
                <a:gd name="T9" fmla="*/ 0 h 171"/>
                <a:gd name="T10" fmla="*/ 68 w 171"/>
                <a:gd name="T11" fmla="*/ 62 h 171"/>
                <a:gd name="T12" fmla="*/ 68 w 171"/>
                <a:gd name="T13" fmla="*/ 42 h 171"/>
                <a:gd name="T14" fmla="*/ 76 w 171"/>
                <a:gd name="T15" fmla="*/ 42 h 171"/>
                <a:gd name="T16" fmla="*/ 96 w 171"/>
                <a:gd name="T17" fmla="*/ 42 h 171"/>
                <a:gd name="T18" fmla="*/ 96 w 171"/>
                <a:gd name="T19" fmla="*/ 42 h 171"/>
                <a:gd name="T20" fmla="*/ 96 w 171"/>
                <a:gd name="T21" fmla="*/ 62 h 171"/>
                <a:gd name="T22" fmla="*/ 110 w 171"/>
                <a:gd name="T23" fmla="*/ 62 h 171"/>
                <a:gd name="T24" fmla="*/ 98 w 171"/>
                <a:gd name="T25" fmla="*/ 83 h 171"/>
                <a:gd name="T26" fmla="*/ 86 w 171"/>
                <a:gd name="T27" fmla="*/ 104 h 171"/>
                <a:gd name="T28" fmla="*/ 74 w 171"/>
                <a:gd name="T29" fmla="*/ 83 h 171"/>
                <a:gd name="T30" fmla="*/ 62 w 171"/>
                <a:gd name="T31" fmla="*/ 62 h 171"/>
                <a:gd name="T32" fmla="*/ 68 w 171"/>
                <a:gd name="T33" fmla="*/ 62 h 171"/>
                <a:gd name="T34" fmla="*/ 124 w 171"/>
                <a:gd name="T35" fmla="*/ 116 h 171"/>
                <a:gd name="T36" fmla="*/ 123 w 171"/>
                <a:gd name="T37" fmla="*/ 126 h 171"/>
                <a:gd name="T38" fmla="*/ 49 w 171"/>
                <a:gd name="T39" fmla="*/ 126 h 171"/>
                <a:gd name="T40" fmla="*/ 40 w 171"/>
                <a:gd name="T41" fmla="*/ 116 h 171"/>
                <a:gd name="T42" fmla="*/ 40 w 171"/>
                <a:gd name="T43" fmla="*/ 92 h 171"/>
                <a:gd name="T44" fmla="*/ 49 w 171"/>
                <a:gd name="T45" fmla="*/ 86 h 171"/>
                <a:gd name="T46" fmla="*/ 48 w 171"/>
                <a:gd name="T47" fmla="*/ 86 h 171"/>
                <a:gd name="T48" fmla="*/ 48 w 171"/>
                <a:gd name="T49" fmla="*/ 110 h 171"/>
                <a:gd name="T50" fmla="*/ 116 w 171"/>
                <a:gd name="T51" fmla="*/ 110 h 171"/>
                <a:gd name="T52" fmla="*/ 116 w 171"/>
                <a:gd name="T53" fmla="*/ 86 h 171"/>
                <a:gd name="T54" fmla="*/ 123 w 171"/>
                <a:gd name="T55" fmla="*/ 86 h 171"/>
                <a:gd name="T56" fmla="*/ 124 w 171"/>
                <a:gd name="T57" fmla="*/ 92 h 171"/>
                <a:gd name="T58" fmla="*/ 124 w 171"/>
                <a:gd name="T59" fmla="*/ 11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1" h="171">
                  <a:moveTo>
                    <a:pt x="86" y="0"/>
                  </a:moveTo>
                  <a:cubicBezTo>
                    <a:pt x="38" y="0"/>
                    <a:pt x="0" y="38"/>
                    <a:pt x="0" y="85"/>
                  </a:cubicBezTo>
                  <a:cubicBezTo>
                    <a:pt x="0" y="132"/>
                    <a:pt x="38" y="171"/>
                    <a:pt x="86" y="171"/>
                  </a:cubicBezTo>
                  <a:cubicBezTo>
                    <a:pt x="133" y="171"/>
                    <a:pt x="171" y="132"/>
                    <a:pt x="171" y="85"/>
                  </a:cubicBezTo>
                  <a:cubicBezTo>
                    <a:pt x="171" y="38"/>
                    <a:pt x="133" y="0"/>
                    <a:pt x="86" y="0"/>
                  </a:cubicBezTo>
                  <a:close/>
                  <a:moveTo>
                    <a:pt x="68" y="62"/>
                  </a:moveTo>
                  <a:cubicBezTo>
                    <a:pt x="68" y="42"/>
                    <a:pt x="68" y="42"/>
                    <a:pt x="68" y="42"/>
                  </a:cubicBezTo>
                  <a:cubicBezTo>
                    <a:pt x="68" y="41"/>
                    <a:pt x="75" y="42"/>
                    <a:pt x="76" y="42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6" y="42"/>
                    <a:pt x="96" y="41"/>
                    <a:pt x="96" y="42"/>
                  </a:cubicBezTo>
                  <a:cubicBezTo>
                    <a:pt x="96" y="62"/>
                    <a:pt x="96" y="62"/>
                    <a:pt x="96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86" y="104"/>
                    <a:pt x="86" y="104"/>
                    <a:pt x="86" y="104"/>
                  </a:cubicBezTo>
                  <a:cubicBezTo>
                    <a:pt x="74" y="83"/>
                    <a:pt x="74" y="83"/>
                    <a:pt x="74" y="83"/>
                  </a:cubicBezTo>
                  <a:cubicBezTo>
                    <a:pt x="62" y="62"/>
                    <a:pt x="62" y="62"/>
                    <a:pt x="62" y="62"/>
                  </a:cubicBezTo>
                  <a:lnTo>
                    <a:pt x="68" y="62"/>
                  </a:lnTo>
                  <a:close/>
                  <a:moveTo>
                    <a:pt x="124" y="116"/>
                  </a:moveTo>
                  <a:cubicBezTo>
                    <a:pt x="124" y="120"/>
                    <a:pt x="127" y="126"/>
                    <a:pt x="123" y="126"/>
                  </a:cubicBezTo>
                  <a:cubicBezTo>
                    <a:pt x="49" y="126"/>
                    <a:pt x="49" y="126"/>
                    <a:pt x="49" y="126"/>
                  </a:cubicBezTo>
                  <a:cubicBezTo>
                    <a:pt x="45" y="126"/>
                    <a:pt x="40" y="120"/>
                    <a:pt x="40" y="116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40" y="88"/>
                    <a:pt x="45" y="86"/>
                    <a:pt x="49" y="86"/>
                  </a:cubicBezTo>
                  <a:cubicBezTo>
                    <a:pt x="48" y="86"/>
                    <a:pt x="48" y="86"/>
                    <a:pt x="48" y="86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116" y="110"/>
                    <a:pt x="116" y="110"/>
                    <a:pt x="116" y="110"/>
                  </a:cubicBezTo>
                  <a:cubicBezTo>
                    <a:pt x="116" y="86"/>
                    <a:pt x="116" y="86"/>
                    <a:pt x="116" y="86"/>
                  </a:cubicBezTo>
                  <a:cubicBezTo>
                    <a:pt x="123" y="86"/>
                    <a:pt x="123" y="86"/>
                    <a:pt x="123" y="86"/>
                  </a:cubicBezTo>
                  <a:cubicBezTo>
                    <a:pt x="127" y="86"/>
                    <a:pt x="124" y="88"/>
                    <a:pt x="124" y="92"/>
                  </a:cubicBezTo>
                  <a:lnTo>
                    <a:pt x="124" y="116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1" name="íṣ1ïḍ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7851D72-FD21-439B-A854-649BA7CB4D7A}"/>
                </a:ext>
              </a:extLst>
            </p:cNvPr>
            <p:cNvSpPr/>
            <p:nvPr/>
          </p:nvSpPr>
          <p:spPr bwMode="auto">
            <a:xfrm>
              <a:off x="3688360" y="3712779"/>
              <a:ext cx="30539" cy="29317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2" name="î$1îḓ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AE535C1-CE41-4FED-9DBA-2B691046EC28}"/>
                </a:ext>
              </a:extLst>
            </p:cNvPr>
            <p:cNvSpPr/>
            <p:nvPr/>
          </p:nvSpPr>
          <p:spPr bwMode="auto">
            <a:xfrm>
              <a:off x="3254716" y="3362199"/>
              <a:ext cx="600994" cy="591221"/>
            </a:xfrm>
            <a:custGeom>
              <a:avLst/>
              <a:gdLst>
                <a:gd name="T0" fmla="*/ 119 w 237"/>
                <a:gd name="T1" fmla="*/ 0 h 233"/>
                <a:gd name="T2" fmla="*/ 0 w 237"/>
                <a:gd name="T3" fmla="*/ 117 h 233"/>
                <a:gd name="T4" fmla="*/ 119 w 237"/>
                <a:gd name="T5" fmla="*/ 233 h 233"/>
                <a:gd name="T6" fmla="*/ 237 w 237"/>
                <a:gd name="T7" fmla="*/ 117 h 233"/>
                <a:gd name="T8" fmla="*/ 119 w 237"/>
                <a:gd name="T9" fmla="*/ 0 h 233"/>
                <a:gd name="T10" fmla="*/ 138 w 237"/>
                <a:gd name="T11" fmla="*/ 141 h 233"/>
                <a:gd name="T12" fmla="*/ 133 w 237"/>
                <a:gd name="T13" fmla="*/ 148 h 233"/>
                <a:gd name="T14" fmla="*/ 98 w 237"/>
                <a:gd name="T15" fmla="*/ 148 h 233"/>
                <a:gd name="T16" fmla="*/ 98 w 237"/>
                <a:gd name="T17" fmla="*/ 152 h 233"/>
                <a:gd name="T18" fmla="*/ 131 w 237"/>
                <a:gd name="T19" fmla="*/ 152 h 233"/>
                <a:gd name="T20" fmla="*/ 133 w 237"/>
                <a:gd name="T21" fmla="*/ 154 h 233"/>
                <a:gd name="T22" fmla="*/ 131 w 237"/>
                <a:gd name="T23" fmla="*/ 156 h 233"/>
                <a:gd name="T24" fmla="*/ 43 w 237"/>
                <a:gd name="T25" fmla="*/ 156 h 233"/>
                <a:gd name="T26" fmla="*/ 42 w 237"/>
                <a:gd name="T27" fmla="*/ 154 h 233"/>
                <a:gd name="T28" fmla="*/ 43 w 237"/>
                <a:gd name="T29" fmla="*/ 152 h 233"/>
                <a:gd name="T30" fmla="*/ 78 w 237"/>
                <a:gd name="T31" fmla="*/ 152 h 233"/>
                <a:gd name="T32" fmla="*/ 78 w 237"/>
                <a:gd name="T33" fmla="*/ 148 h 233"/>
                <a:gd name="T34" fmla="*/ 42 w 237"/>
                <a:gd name="T35" fmla="*/ 148 h 233"/>
                <a:gd name="T36" fmla="*/ 30 w 237"/>
                <a:gd name="T37" fmla="*/ 141 h 233"/>
                <a:gd name="T38" fmla="*/ 30 w 237"/>
                <a:gd name="T39" fmla="*/ 80 h 233"/>
                <a:gd name="T40" fmla="*/ 42 w 237"/>
                <a:gd name="T41" fmla="*/ 72 h 233"/>
                <a:gd name="T42" fmla="*/ 133 w 237"/>
                <a:gd name="T43" fmla="*/ 72 h 233"/>
                <a:gd name="T44" fmla="*/ 138 w 237"/>
                <a:gd name="T45" fmla="*/ 80 h 233"/>
                <a:gd name="T46" fmla="*/ 138 w 237"/>
                <a:gd name="T47" fmla="*/ 141 h 233"/>
                <a:gd name="T48" fmla="*/ 198 w 237"/>
                <a:gd name="T49" fmla="*/ 141 h 233"/>
                <a:gd name="T50" fmla="*/ 174 w 237"/>
                <a:gd name="T51" fmla="*/ 161 h 233"/>
                <a:gd name="T52" fmla="*/ 150 w 237"/>
                <a:gd name="T53" fmla="*/ 141 h 233"/>
                <a:gd name="T54" fmla="*/ 150 w 237"/>
                <a:gd name="T55" fmla="*/ 92 h 233"/>
                <a:gd name="T56" fmla="*/ 174 w 237"/>
                <a:gd name="T57" fmla="*/ 72 h 233"/>
                <a:gd name="T58" fmla="*/ 198 w 237"/>
                <a:gd name="T59" fmla="*/ 92 h 233"/>
                <a:gd name="T60" fmla="*/ 198 w 237"/>
                <a:gd name="T61" fmla="*/ 141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7" h="233">
                  <a:moveTo>
                    <a:pt x="119" y="0"/>
                  </a:moveTo>
                  <a:cubicBezTo>
                    <a:pt x="53" y="0"/>
                    <a:pt x="0" y="53"/>
                    <a:pt x="0" y="117"/>
                  </a:cubicBezTo>
                  <a:cubicBezTo>
                    <a:pt x="0" y="181"/>
                    <a:pt x="53" y="233"/>
                    <a:pt x="119" y="233"/>
                  </a:cubicBezTo>
                  <a:cubicBezTo>
                    <a:pt x="184" y="233"/>
                    <a:pt x="237" y="181"/>
                    <a:pt x="237" y="117"/>
                  </a:cubicBezTo>
                  <a:cubicBezTo>
                    <a:pt x="237" y="53"/>
                    <a:pt x="184" y="0"/>
                    <a:pt x="119" y="0"/>
                  </a:cubicBezTo>
                  <a:close/>
                  <a:moveTo>
                    <a:pt x="138" y="141"/>
                  </a:moveTo>
                  <a:cubicBezTo>
                    <a:pt x="138" y="146"/>
                    <a:pt x="137" y="148"/>
                    <a:pt x="133" y="148"/>
                  </a:cubicBezTo>
                  <a:cubicBezTo>
                    <a:pt x="98" y="148"/>
                    <a:pt x="98" y="148"/>
                    <a:pt x="98" y="148"/>
                  </a:cubicBezTo>
                  <a:cubicBezTo>
                    <a:pt x="98" y="152"/>
                    <a:pt x="98" y="152"/>
                    <a:pt x="98" y="152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2" y="152"/>
                    <a:pt x="133" y="153"/>
                    <a:pt x="133" y="154"/>
                  </a:cubicBezTo>
                  <a:cubicBezTo>
                    <a:pt x="133" y="155"/>
                    <a:pt x="132" y="156"/>
                    <a:pt x="131" y="156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6"/>
                    <a:pt x="42" y="155"/>
                    <a:pt x="42" y="154"/>
                  </a:cubicBezTo>
                  <a:cubicBezTo>
                    <a:pt x="42" y="153"/>
                    <a:pt x="42" y="152"/>
                    <a:pt x="43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42" y="148"/>
                    <a:pt x="42" y="148"/>
                    <a:pt x="42" y="148"/>
                  </a:cubicBezTo>
                  <a:cubicBezTo>
                    <a:pt x="37" y="148"/>
                    <a:pt x="30" y="146"/>
                    <a:pt x="30" y="141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76"/>
                    <a:pt x="37" y="72"/>
                    <a:pt x="42" y="72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7" y="72"/>
                    <a:pt x="138" y="76"/>
                    <a:pt x="138" y="80"/>
                  </a:cubicBezTo>
                  <a:lnTo>
                    <a:pt x="138" y="141"/>
                  </a:lnTo>
                  <a:close/>
                  <a:moveTo>
                    <a:pt x="198" y="141"/>
                  </a:moveTo>
                  <a:cubicBezTo>
                    <a:pt x="198" y="159"/>
                    <a:pt x="188" y="161"/>
                    <a:pt x="174" y="161"/>
                  </a:cubicBezTo>
                  <a:cubicBezTo>
                    <a:pt x="160" y="161"/>
                    <a:pt x="150" y="160"/>
                    <a:pt x="150" y="141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74"/>
                    <a:pt x="160" y="72"/>
                    <a:pt x="174" y="72"/>
                  </a:cubicBezTo>
                  <a:cubicBezTo>
                    <a:pt x="188" y="72"/>
                    <a:pt x="198" y="76"/>
                    <a:pt x="198" y="92"/>
                  </a:cubicBezTo>
                  <a:lnTo>
                    <a:pt x="198" y="14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3" name="íśľî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F525E2C-FAAB-4ED6-B1A9-3D5D6B4BBAAC}"/>
                </a:ext>
              </a:extLst>
            </p:cNvPr>
            <p:cNvSpPr/>
            <p:nvPr/>
          </p:nvSpPr>
          <p:spPr bwMode="auto">
            <a:xfrm>
              <a:off x="3351217" y="3564974"/>
              <a:ext cx="233313" cy="141698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4" name="íṡl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13DC6518-F6B9-4869-82BE-E0D82EC1AE7F}"/>
                </a:ext>
              </a:extLst>
            </p:cNvPr>
            <p:cNvSpPr/>
            <p:nvPr/>
          </p:nvSpPr>
          <p:spPr bwMode="auto">
            <a:xfrm>
              <a:off x="3655379" y="3595512"/>
              <a:ext cx="81843" cy="9772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5" name="îṡḷîd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FB83339-6602-45FF-9ECC-9A1342329076}"/>
                </a:ext>
              </a:extLst>
            </p:cNvPr>
            <p:cNvSpPr/>
            <p:nvPr/>
          </p:nvSpPr>
          <p:spPr bwMode="auto">
            <a:xfrm>
              <a:off x="7048795" y="3243711"/>
              <a:ext cx="2443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1 w 1"/>
                <a:gd name="T4" fmla="*/ 1 w 1"/>
                <a:gd name="T5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6" name="îṡḷí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177E615-EC3A-4977-AC02-C0A58BF3E9F7}"/>
                </a:ext>
              </a:extLst>
            </p:cNvPr>
            <p:cNvSpPr/>
            <p:nvPr/>
          </p:nvSpPr>
          <p:spPr bwMode="auto">
            <a:xfrm>
              <a:off x="6896104" y="3060481"/>
              <a:ext cx="307826" cy="301719"/>
            </a:xfrm>
            <a:custGeom>
              <a:avLst/>
              <a:gdLst>
                <a:gd name="T0" fmla="*/ 0 w 121"/>
                <a:gd name="T1" fmla="*/ 60 h 119"/>
                <a:gd name="T2" fmla="*/ 121 w 121"/>
                <a:gd name="T3" fmla="*/ 60 h 119"/>
                <a:gd name="T4" fmla="*/ 60 w 121"/>
                <a:gd name="T5" fmla="*/ 94 h 119"/>
                <a:gd name="T6" fmla="*/ 60 w 121"/>
                <a:gd name="T7" fmla="*/ 81 h 119"/>
                <a:gd name="T8" fmla="*/ 60 w 121"/>
                <a:gd name="T9" fmla="*/ 94 h 119"/>
                <a:gd name="T10" fmla="*/ 73 w 121"/>
                <a:gd name="T11" fmla="*/ 76 h 119"/>
                <a:gd name="T12" fmla="*/ 69 w 121"/>
                <a:gd name="T13" fmla="*/ 76 h 119"/>
                <a:gd name="T14" fmla="*/ 69 w 121"/>
                <a:gd name="T15" fmla="*/ 76 h 119"/>
                <a:gd name="T16" fmla="*/ 61 w 121"/>
                <a:gd name="T17" fmla="*/ 71 h 119"/>
                <a:gd name="T18" fmla="*/ 61 w 121"/>
                <a:gd name="T19" fmla="*/ 72 h 119"/>
                <a:gd name="T20" fmla="*/ 52 w 121"/>
                <a:gd name="T21" fmla="*/ 75 h 119"/>
                <a:gd name="T22" fmla="*/ 52 w 121"/>
                <a:gd name="T23" fmla="*/ 75 h 119"/>
                <a:gd name="T24" fmla="*/ 51 w 121"/>
                <a:gd name="T25" fmla="*/ 75 h 119"/>
                <a:gd name="T26" fmla="*/ 45 w 121"/>
                <a:gd name="T27" fmla="*/ 73 h 119"/>
                <a:gd name="T28" fmla="*/ 46 w 121"/>
                <a:gd name="T29" fmla="*/ 70 h 119"/>
                <a:gd name="T30" fmla="*/ 61 w 121"/>
                <a:gd name="T31" fmla="*/ 64 h 119"/>
                <a:gd name="T32" fmla="*/ 75 w 121"/>
                <a:gd name="T33" fmla="*/ 70 h 119"/>
                <a:gd name="T34" fmla="*/ 75 w 121"/>
                <a:gd name="T35" fmla="*/ 74 h 119"/>
                <a:gd name="T36" fmla="*/ 83 w 121"/>
                <a:gd name="T37" fmla="*/ 62 h 119"/>
                <a:gd name="T38" fmla="*/ 80 w 121"/>
                <a:gd name="T39" fmla="*/ 62 h 119"/>
                <a:gd name="T40" fmla="*/ 60 w 121"/>
                <a:gd name="T41" fmla="*/ 54 h 119"/>
                <a:gd name="T42" fmla="*/ 41 w 121"/>
                <a:gd name="T43" fmla="*/ 62 h 119"/>
                <a:gd name="T44" fmla="*/ 37 w 121"/>
                <a:gd name="T45" fmla="*/ 62 h 119"/>
                <a:gd name="T46" fmla="*/ 34 w 121"/>
                <a:gd name="T47" fmla="*/ 56 h 119"/>
                <a:gd name="T48" fmla="*/ 35 w 121"/>
                <a:gd name="T49" fmla="*/ 55 h 119"/>
                <a:gd name="T50" fmla="*/ 86 w 121"/>
                <a:gd name="T51" fmla="*/ 55 h 119"/>
                <a:gd name="T52" fmla="*/ 86 w 121"/>
                <a:gd name="T53" fmla="*/ 56 h 119"/>
                <a:gd name="T54" fmla="*/ 99 w 121"/>
                <a:gd name="T55" fmla="*/ 44 h 119"/>
                <a:gd name="T56" fmla="*/ 91 w 121"/>
                <a:gd name="T57" fmla="*/ 48 h 119"/>
                <a:gd name="T58" fmla="*/ 92 w 121"/>
                <a:gd name="T59" fmla="*/ 48 h 119"/>
                <a:gd name="T60" fmla="*/ 92 w 121"/>
                <a:gd name="T61" fmla="*/ 47 h 119"/>
                <a:gd name="T62" fmla="*/ 29 w 121"/>
                <a:gd name="T63" fmla="*/ 47 h 119"/>
                <a:gd name="T64" fmla="*/ 28 w 121"/>
                <a:gd name="T65" fmla="*/ 48 h 119"/>
                <a:gd name="T66" fmla="*/ 28 w 121"/>
                <a:gd name="T67" fmla="*/ 48 h 119"/>
                <a:gd name="T68" fmla="*/ 21 w 121"/>
                <a:gd name="T69" fmla="*/ 44 h 119"/>
                <a:gd name="T70" fmla="*/ 21 w 121"/>
                <a:gd name="T71" fmla="*/ 40 h 119"/>
                <a:gd name="T72" fmla="*/ 60 w 121"/>
                <a:gd name="T73" fmla="*/ 26 h 119"/>
                <a:gd name="T74" fmla="*/ 99 w 121"/>
                <a:gd name="T75" fmla="*/ 40 h 119"/>
                <a:gd name="T76" fmla="*/ 99 w 121"/>
                <a:gd name="T77" fmla="*/ 4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1" h="119">
                  <a:moveTo>
                    <a:pt x="60" y="0"/>
                  </a:move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19"/>
                    <a:pt x="60" y="119"/>
                  </a:cubicBezTo>
                  <a:cubicBezTo>
                    <a:pt x="94" y="119"/>
                    <a:pt x="121" y="93"/>
                    <a:pt x="121" y="60"/>
                  </a:cubicBezTo>
                  <a:cubicBezTo>
                    <a:pt x="121" y="27"/>
                    <a:pt x="94" y="0"/>
                    <a:pt x="60" y="0"/>
                  </a:cubicBezTo>
                  <a:close/>
                  <a:moveTo>
                    <a:pt x="60" y="94"/>
                  </a:moveTo>
                  <a:cubicBezTo>
                    <a:pt x="57" y="94"/>
                    <a:pt x="54" y="91"/>
                    <a:pt x="54" y="87"/>
                  </a:cubicBezTo>
                  <a:cubicBezTo>
                    <a:pt x="54" y="84"/>
                    <a:pt x="57" y="81"/>
                    <a:pt x="60" y="81"/>
                  </a:cubicBezTo>
                  <a:cubicBezTo>
                    <a:pt x="64" y="81"/>
                    <a:pt x="67" y="84"/>
                    <a:pt x="67" y="87"/>
                  </a:cubicBezTo>
                  <a:cubicBezTo>
                    <a:pt x="67" y="91"/>
                    <a:pt x="64" y="94"/>
                    <a:pt x="60" y="94"/>
                  </a:cubicBezTo>
                  <a:close/>
                  <a:moveTo>
                    <a:pt x="75" y="74"/>
                  </a:moveTo>
                  <a:cubicBezTo>
                    <a:pt x="73" y="76"/>
                    <a:pt x="73" y="76"/>
                    <a:pt x="73" y="76"/>
                  </a:cubicBezTo>
                  <a:cubicBezTo>
                    <a:pt x="72" y="77"/>
                    <a:pt x="70" y="77"/>
                    <a:pt x="69" y="76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69" y="76"/>
                    <a:pt x="69" y="75"/>
                    <a:pt x="69" y="75"/>
                  </a:cubicBezTo>
                  <a:cubicBezTo>
                    <a:pt x="67" y="73"/>
                    <a:pt x="63" y="71"/>
                    <a:pt x="61" y="71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61" y="71"/>
                    <a:pt x="61" y="72"/>
                    <a:pt x="61" y="72"/>
                  </a:cubicBezTo>
                  <a:cubicBezTo>
                    <a:pt x="61" y="72"/>
                    <a:pt x="61" y="72"/>
                    <a:pt x="60" y="72"/>
                  </a:cubicBezTo>
                  <a:cubicBezTo>
                    <a:pt x="56" y="72"/>
                    <a:pt x="54" y="73"/>
                    <a:pt x="52" y="75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52" y="75"/>
                    <a:pt x="52" y="75"/>
                    <a:pt x="52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77"/>
                    <a:pt x="49" y="77"/>
                    <a:pt x="48" y="76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4" y="73"/>
                    <a:pt x="45" y="71"/>
                    <a:pt x="46" y="70"/>
                  </a:cubicBezTo>
                  <a:cubicBezTo>
                    <a:pt x="46" y="70"/>
                    <a:pt x="46" y="70"/>
                    <a:pt x="46" y="70"/>
                  </a:cubicBezTo>
                  <a:cubicBezTo>
                    <a:pt x="46" y="70"/>
                    <a:pt x="46" y="70"/>
                    <a:pt x="46" y="70"/>
                  </a:cubicBezTo>
                  <a:cubicBezTo>
                    <a:pt x="50" y="66"/>
                    <a:pt x="55" y="64"/>
                    <a:pt x="61" y="64"/>
                  </a:cubicBezTo>
                  <a:cubicBezTo>
                    <a:pt x="66" y="64"/>
                    <a:pt x="71" y="66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6" y="71"/>
                    <a:pt x="76" y="73"/>
                    <a:pt x="75" y="74"/>
                  </a:cubicBezTo>
                  <a:close/>
                  <a:moveTo>
                    <a:pt x="86" y="59"/>
                  </a:moveTo>
                  <a:cubicBezTo>
                    <a:pt x="83" y="62"/>
                    <a:pt x="83" y="62"/>
                    <a:pt x="83" y="62"/>
                  </a:cubicBezTo>
                  <a:cubicBezTo>
                    <a:pt x="83" y="63"/>
                    <a:pt x="81" y="63"/>
                    <a:pt x="80" y="62"/>
                  </a:cubicBezTo>
                  <a:cubicBezTo>
                    <a:pt x="80" y="62"/>
                    <a:pt x="80" y="62"/>
                    <a:pt x="80" y="62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4" y="57"/>
                    <a:pt x="67" y="54"/>
                    <a:pt x="60" y="54"/>
                  </a:cubicBezTo>
                  <a:cubicBezTo>
                    <a:pt x="53" y="54"/>
                    <a:pt x="46" y="57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39" y="63"/>
                    <a:pt x="38" y="63"/>
                    <a:pt x="37" y="62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33" y="58"/>
                    <a:pt x="33" y="57"/>
                    <a:pt x="34" y="56"/>
                  </a:cubicBezTo>
                  <a:cubicBezTo>
                    <a:pt x="34" y="56"/>
                    <a:pt x="34" y="56"/>
                    <a:pt x="34" y="56"/>
                  </a:cubicBezTo>
                  <a:cubicBezTo>
                    <a:pt x="35" y="56"/>
                    <a:pt x="35" y="56"/>
                    <a:pt x="35" y="55"/>
                  </a:cubicBezTo>
                  <a:cubicBezTo>
                    <a:pt x="42" y="49"/>
                    <a:pt x="50" y="46"/>
                    <a:pt x="61" y="46"/>
                  </a:cubicBezTo>
                  <a:cubicBezTo>
                    <a:pt x="70" y="46"/>
                    <a:pt x="79" y="49"/>
                    <a:pt x="86" y="55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7" y="57"/>
                    <a:pt x="87" y="58"/>
                    <a:pt x="86" y="59"/>
                  </a:cubicBezTo>
                  <a:close/>
                  <a:moveTo>
                    <a:pt x="99" y="44"/>
                  </a:moveTo>
                  <a:cubicBezTo>
                    <a:pt x="95" y="47"/>
                    <a:pt x="95" y="47"/>
                    <a:pt x="95" y="47"/>
                  </a:cubicBezTo>
                  <a:cubicBezTo>
                    <a:pt x="95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2" y="48"/>
                    <a:pt x="92" y="48"/>
                  </a:cubicBezTo>
                  <a:cubicBezTo>
                    <a:pt x="92" y="48"/>
                    <a:pt x="92" y="47"/>
                    <a:pt x="92" y="47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84" y="40"/>
                    <a:pt x="73" y="35"/>
                    <a:pt x="61" y="36"/>
                  </a:cubicBezTo>
                  <a:cubicBezTo>
                    <a:pt x="48" y="35"/>
                    <a:pt x="37" y="40"/>
                    <a:pt x="29" y="47"/>
                  </a:cubicBezTo>
                  <a:cubicBezTo>
                    <a:pt x="29" y="47"/>
                    <a:pt x="28" y="47"/>
                    <a:pt x="28" y="47"/>
                  </a:cubicBezTo>
                  <a:cubicBezTo>
                    <a:pt x="28" y="47"/>
                    <a:pt x="28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6" y="48"/>
                    <a:pt x="25" y="48"/>
                    <a:pt x="24" y="47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3"/>
                    <a:pt x="20" y="42"/>
                    <a:pt x="21" y="41"/>
                  </a:cubicBezTo>
                  <a:cubicBezTo>
                    <a:pt x="21" y="41"/>
                    <a:pt x="21" y="41"/>
                    <a:pt x="21" y="40"/>
                  </a:cubicBezTo>
                  <a:cubicBezTo>
                    <a:pt x="21" y="40"/>
                    <a:pt x="21" y="40"/>
                    <a:pt x="22" y="40"/>
                  </a:cubicBezTo>
                  <a:cubicBezTo>
                    <a:pt x="32" y="31"/>
                    <a:pt x="45" y="26"/>
                    <a:pt x="60" y="26"/>
                  </a:cubicBezTo>
                  <a:cubicBezTo>
                    <a:pt x="75" y="26"/>
                    <a:pt x="89" y="31"/>
                    <a:pt x="99" y="40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41"/>
                    <a:pt x="99" y="41"/>
                    <a:pt x="99" y="41"/>
                  </a:cubicBezTo>
                  <a:cubicBezTo>
                    <a:pt x="100" y="42"/>
                    <a:pt x="100" y="43"/>
                    <a:pt x="99" y="4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7" name="îSľí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67878C10-B1B7-475F-AF56-224C7FD167EB}"/>
                </a:ext>
              </a:extLst>
            </p:cNvPr>
            <p:cNvSpPr/>
            <p:nvPr/>
          </p:nvSpPr>
          <p:spPr bwMode="auto">
            <a:xfrm>
              <a:off x="5397283" y="3536879"/>
              <a:ext cx="73292" cy="74514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8" name="îṩḻï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54A0AA6-1ED4-4FA7-9BB7-2BC6688F86D9}"/>
                </a:ext>
              </a:extLst>
            </p:cNvPr>
            <p:cNvSpPr/>
            <p:nvPr/>
          </p:nvSpPr>
          <p:spPr bwMode="auto">
            <a:xfrm>
              <a:off x="5308112" y="3446485"/>
              <a:ext cx="287060" cy="285838"/>
            </a:xfrm>
            <a:custGeom>
              <a:avLst/>
              <a:gdLst>
                <a:gd name="T0" fmla="*/ 57 w 113"/>
                <a:gd name="T1" fmla="*/ 0 h 113"/>
                <a:gd name="T2" fmla="*/ 0 w 113"/>
                <a:gd name="T3" fmla="*/ 57 h 113"/>
                <a:gd name="T4" fmla="*/ 57 w 113"/>
                <a:gd name="T5" fmla="*/ 113 h 113"/>
                <a:gd name="T6" fmla="*/ 113 w 113"/>
                <a:gd name="T7" fmla="*/ 57 h 113"/>
                <a:gd name="T8" fmla="*/ 57 w 113"/>
                <a:gd name="T9" fmla="*/ 0 h 113"/>
                <a:gd name="T10" fmla="*/ 87 w 113"/>
                <a:gd name="T11" fmla="*/ 84 h 113"/>
                <a:gd name="T12" fmla="*/ 86 w 113"/>
                <a:gd name="T13" fmla="*/ 85 h 113"/>
                <a:gd name="T14" fmla="*/ 79 w 113"/>
                <a:gd name="T15" fmla="*/ 86 h 113"/>
                <a:gd name="T16" fmla="*/ 63 w 113"/>
                <a:gd name="T17" fmla="*/ 72 h 113"/>
                <a:gd name="T18" fmla="*/ 62 w 113"/>
                <a:gd name="T19" fmla="*/ 70 h 113"/>
                <a:gd name="T20" fmla="*/ 49 w 113"/>
                <a:gd name="T21" fmla="*/ 74 h 113"/>
                <a:gd name="T22" fmla="*/ 25 w 113"/>
                <a:gd name="T23" fmla="*/ 50 h 113"/>
                <a:gd name="T24" fmla="*/ 49 w 113"/>
                <a:gd name="T25" fmla="*/ 26 h 113"/>
                <a:gd name="T26" fmla="*/ 73 w 113"/>
                <a:gd name="T27" fmla="*/ 50 h 113"/>
                <a:gd name="T28" fmla="*/ 70 w 113"/>
                <a:gd name="T29" fmla="*/ 62 h 113"/>
                <a:gd name="T30" fmla="*/ 71 w 113"/>
                <a:gd name="T31" fmla="*/ 63 h 113"/>
                <a:gd name="T32" fmla="*/ 87 w 113"/>
                <a:gd name="T33" fmla="*/ 77 h 113"/>
                <a:gd name="T34" fmla="*/ 87 w 113"/>
                <a:gd name="T35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3" h="113">
                  <a:moveTo>
                    <a:pt x="57" y="0"/>
                  </a:moveTo>
                  <a:cubicBezTo>
                    <a:pt x="26" y="0"/>
                    <a:pt x="0" y="26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88" y="113"/>
                    <a:pt x="113" y="88"/>
                    <a:pt x="113" y="57"/>
                  </a:cubicBezTo>
                  <a:cubicBezTo>
                    <a:pt x="113" y="26"/>
                    <a:pt x="88" y="0"/>
                    <a:pt x="57" y="0"/>
                  </a:cubicBezTo>
                  <a:close/>
                  <a:moveTo>
                    <a:pt x="87" y="84"/>
                  </a:moveTo>
                  <a:cubicBezTo>
                    <a:pt x="86" y="85"/>
                    <a:pt x="86" y="85"/>
                    <a:pt x="86" y="85"/>
                  </a:cubicBezTo>
                  <a:cubicBezTo>
                    <a:pt x="84" y="87"/>
                    <a:pt x="81" y="87"/>
                    <a:pt x="79" y="86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63" y="71"/>
                    <a:pt x="62" y="71"/>
                    <a:pt x="62" y="70"/>
                  </a:cubicBezTo>
                  <a:cubicBezTo>
                    <a:pt x="59" y="73"/>
                    <a:pt x="54" y="74"/>
                    <a:pt x="49" y="74"/>
                  </a:cubicBezTo>
                  <a:cubicBezTo>
                    <a:pt x="36" y="74"/>
                    <a:pt x="25" y="63"/>
                    <a:pt x="25" y="50"/>
                  </a:cubicBezTo>
                  <a:cubicBezTo>
                    <a:pt x="25" y="37"/>
                    <a:pt x="36" y="26"/>
                    <a:pt x="49" y="26"/>
                  </a:cubicBezTo>
                  <a:cubicBezTo>
                    <a:pt x="63" y="26"/>
                    <a:pt x="73" y="37"/>
                    <a:pt x="73" y="50"/>
                  </a:cubicBezTo>
                  <a:cubicBezTo>
                    <a:pt x="73" y="55"/>
                    <a:pt x="72" y="59"/>
                    <a:pt x="70" y="62"/>
                  </a:cubicBezTo>
                  <a:cubicBezTo>
                    <a:pt x="70" y="62"/>
                    <a:pt x="71" y="63"/>
                    <a:pt x="71" y="63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89" y="79"/>
                    <a:pt x="89" y="82"/>
                    <a:pt x="87" y="8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9" name="ïšḷ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75AA60BB-A8E9-47B4-9978-3DA8B0CF3B0E}"/>
                </a:ext>
              </a:extLst>
            </p:cNvPr>
            <p:cNvSpPr/>
            <p:nvPr/>
          </p:nvSpPr>
          <p:spPr bwMode="auto">
            <a:xfrm>
              <a:off x="7508091" y="2420398"/>
              <a:ext cx="291947" cy="290725"/>
            </a:xfrm>
            <a:custGeom>
              <a:avLst/>
              <a:gdLst>
                <a:gd name="T0" fmla="*/ 58 w 115"/>
                <a:gd name="T1" fmla="*/ 0 h 115"/>
                <a:gd name="T2" fmla="*/ 0 w 115"/>
                <a:gd name="T3" fmla="*/ 58 h 115"/>
                <a:gd name="T4" fmla="*/ 58 w 115"/>
                <a:gd name="T5" fmla="*/ 115 h 115"/>
                <a:gd name="T6" fmla="*/ 115 w 115"/>
                <a:gd name="T7" fmla="*/ 58 h 115"/>
                <a:gd name="T8" fmla="*/ 58 w 115"/>
                <a:gd name="T9" fmla="*/ 0 h 115"/>
                <a:gd name="T10" fmla="*/ 90 w 115"/>
                <a:gd name="T11" fmla="*/ 37 h 115"/>
                <a:gd name="T12" fmla="*/ 82 w 115"/>
                <a:gd name="T13" fmla="*/ 41 h 115"/>
                <a:gd name="T14" fmla="*/ 80 w 115"/>
                <a:gd name="T15" fmla="*/ 41 h 115"/>
                <a:gd name="T16" fmla="*/ 64 w 115"/>
                <a:gd name="T17" fmla="*/ 60 h 115"/>
                <a:gd name="T18" fmla="*/ 64 w 115"/>
                <a:gd name="T19" fmla="*/ 62 h 115"/>
                <a:gd name="T20" fmla="*/ 63 w 115"/>
                <a:gd name="T21" fmla="*/ 74 h 115"/>
                <a:gd name="T22" fmla="*/ 60 w 115"/>
                <a:gd name="T23" fmla="*/ 74 h 115"/>
                <a:gd name="T24" fmla="*/ 51 w 115"/>
                <a:gd name="T25" fmla="*/ 67 h 115"/>
                <a:gd name="T26" fmla="*/ 25 w 115"/>
                <a:gd name="T27" fmla="*/ 94 h 115"/>
                <a:gd name="T28" fmla="*/ 48 w 115"/>
                <a:gd name="T29" fmla="*/ 64 h 115"/>
                <a:gd name="T30" fmla="*/ 39 w 115"/>
                <a:gd name="T31" fmla="*/ 55 h 115"/>
                <a:gd name="T32" fmla="*/ 39 w 115"/>
                <a:gd name="T33" fmla="*/ 54 h 115"/>
                <a:gd name="T34" fmla="*/ 50 w 115"/>
                <a:gd name="T35" fmla="*/ 51 h 115"/>
                <a:gd name="T36" fmla="*/ 52 w 115"/>
                <a:gd name="T37" fmla="*/ 50 h 115"/>
                <a:gd name="T38" fmla="*/ 69 w 115"/>
                <a:gd name="T39" fmla="*/ 31 h 115"/>
                <a:gd name="T40" fmla="*/ 70 w 115"/>
                <a:gd name="T41" fmla="*/ 29 h 115"/>
                <a:gd name="T42" fmla="*/ 71 w 115"/>
                <a:gd name="T43" fmla="*/ 22 h 115"/>
                <a:gd name="T44" fmla="*/ 73 w 115"/>
                <a:gd name="T45" fmla="*/ 21 h 115"/>
                <a:gd name="T46" fmla="*/ 90 w 115"/>
                <a:gd name="T47" fmla="*/ 36 h 115"/>
                <a:gd name="T48" fmla="*/ 90 w 115"/>
                <a:gd name="T49" fmla="*/ 3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5" h="115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89"/>
                    <a:pt x="26" y="115"/>
                    <a:pt x="58" y="115"/>
                  </a:cubicBezTo>
                  <a:cubicBezTo>
                    <a:pt x="89" y="115"/>
                    <a:pt x="115" y="89"/>
                    <a:pt x="115" y="58"/>
                  </a:cubicBezTo>
                  <a:cubicBezTo>
                    <a:pt x="115" y="26"/>
                    <a:pt x="89" y="0"/>
                    <a:pt x="58" y="0"/>
                  </a:cubicBezTo>
                  <a:close/>
                  <a:moveTo>
                    <a:pt x="90" y="37"/>
                  </a:moveTo>
                  <a:cubicBezTo>
                    <a:pt x="89" y="39"/>
                    <a:pt x="82" y="41"/>
                    <a:pt x="82" y="41"/>
                  </a:cubicBezTo>
                  <a:cubicBezTo>
                    <a:pt x="81" y="40"/>
                    <a:pt x="80" y="41"/>
                    <a:pt x="80" y="41"/>
                  </a:cubicBezTo>
                  <a:cubicBezTo>
                    <a:pt x="80" y="41"/>
                    <a:pt x="65" y="59"/>
                    <a:pt x="64" y="60"/>
                  </a:cubicBezTo>
                  <a:cubicBezTo>
                    <a:pt x="64" y="61"/>
                    <a:pt x="64" y="62"/>
                    <a:pt x="64" y="62"/>
                  </a:cubicBezTo>
                  <a:cubicBezTo>
                    <a:pt x="66" y="69"/>
                    <a:pt x="63" y="73"/>
                    <a:pt x="63" y="74"/>
                  </a:cubicBezTo>
                  <a:cubicBezTo>
                    <a:pt x="62" y="75"/>
                    <a:pt x="60" y="74"/>
                    <a:pt x="60" y="74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8" y="54"/>
                    <a:pt x="39" y="54"/>
                    <a:pt x="39" y="54"/>
                  </a:cubicBezTo>
                  <a:cubicBezTo>
                    <a:pt x="42" y="49"/>
                    <a:pt x="50" y="51"/>
                    <a:pt x="50" y="51"/>
                  </a:cubicBezTo>
                  <a:cubicBezTo>
                    <a:pt x="51" y="50"/>
                    <a:pt x="52" y="50"/>
                    <a:pt x="52" y="50"/>
                  </a:cubicBezTo>
                  <a:cubicBezTo>
                    <a:pt x="52" y="50"/>
                    <a:pt x="68" y="32"/>
                    <a:pt x="69" y="31"/>
                  </a:cubicBezTo>
                  <a:cubicBezTo>
                    <a:pt x="71" y="29"/>
                    <a:pt x="70" y="29"/>
                    <a:pt x="70" y="29"/>
                  </a:cubicBezTo>
                  <a:cubicBezTo>
                    <a:pt x="70" y="28"/>
                    <a:pt x="71" y="22"/>
                    <a:pt x="71" y="22"/>
                  </a:cubicBezTo>
                  <a:cubicBezTo>
                    <a:pt x="71" y="20"/>
                    <a:pt x="73" y="21"/>
                    <a:pt x="73" y="21"/>
                  </a:cubicBezTo>
                  <a:cubicBezTo>
                    <a:pt x="80" y="23"/>
                    <a:pt x="90" y="36"/>
                    <a:pt x="90" y="36"/>
                  </a:cubicBezTo>
                  <a:cubicBezTo>
                    <a:pt x="91" y="37"/>
                    <a:pt x="90" y="37"/>
                    <a:pt x="90" y="37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0" name="îsḷîḋ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50660F6C-0F8F-43A3-B5C4-E88E8ECC3B4A}"/>
                </a:ext>
              </a:extLst>
            </p:cNvPr>
            <p:cNvSpPr/>
            <p:nvPr/>
          </p:nvSpPr>
          <p:spPr bwMode="auto">
            <a:xfrm>
              <a:off x="6876559" y="2524228"/>
              <a:ext cx="40311" cy="37868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1" name="îs1ïď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94ED544D-53EB-435D-A291-8CB79B7D8D58}"/>
                </a:ext>
              </a:extLst>
            </p:cNvPr>
            <p:cNvSpPr/>
            <p:nvPr/>
          </p:nvSpPr>
          <p:spPr bwMode="auto">
            <a:xfrm>
              <a:off x="6813039" y="2298245"/>
              <a:ext cx="162464" cy="212547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2" name="îşľid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B594966-AF5A-4DC1-B110-A4512D1D58DC}"/>
                </a:ext>
              </a:extLst>
            </p:cNvPr>
            <p:cNvSpPr/>
            <p:nvPr/>
          </p:nvSpPr>
          <p:spPr bwMode="auto">
            <a:xfrm>
              <a:off x="6615151" y="2156548"/>
              <a:ext cx="565570" cy="557019"/>
            </a:xfrm>
            <a:custGeom>
              <a:avLst/>
              <a:gdLst>
                <a:gd name="T0" fmla="*/ 112 w 223"/>
                <a:gd name="T1" fmla="*/ 0 h 220"/>
                <a:gd name="T2" fmla="*/ 0 w 223"/>
                <a:gd name="T3" fmla="*/ 110 h 220"/>
                <a:gd name="T4" fmla="*/ 112 w 223"/>
                <a:gd name="T5" fmla="*/ 220 h 220"/>
                <a:gd name="T6" fmla="*/ 223 w 223"/>
                <a:gd name="T7" fmla="*/ 110 h 220"/>
                <a:gd name="T8" fmla="*/ 112 w 223"/>
                <a:gd name="T9" fmla="*/ 0 h 220"/>
                <a:gd name="T10" fmla="*/ 154 w 223"/>
                <a:gd name="T11" fmla="*/ 158 h 220"/>
                <a:gd name="T12" fmla="*/ 140 w 223"/>
                <a:gd name="T13" fmla="*/ 172 h 220"/>
                <a:gd name="T14" fmla="*/ 80 w 223"/>
                <a:gd name="T15" fmla="*/ 172 h 220"/>
                <a:gd name="T16" fmla="*/ 66 w 223"/>
                <a:gd name="T17" fmla="*/ 158 h 220"/>
                <a:gd name="T18" fmla="*/ 66 w 223"/>
                <a:gd name="T19" fmla="*/ 54 h 220"/>
                <a:gd name="T20" fmla="*/ 80 w 223"/>
                <a:gd name="T21" fmla="*/ 40 h 220"/>
                <a:gd name="T22" fmla="*/ 140 w 223"/>
                <a:gd name="T23" fmla="*/ 40 h 220"/>
                <a:gd name="T24" fmla="*/ 154 w 223"/>
                <a:gd name="T25" fmla="*/ 54 h 220"/>
                <a:gd name="T26" fmla="*/ 154 w 223"/>
                <a:gd name="T27" fmla="*/ 15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3" h="220">
                  <a:moveTo>
                    <a:pt x="112" y="0"/>
                  </a:moveTo>
                  <a:cubicBezTo>
                    <a:pt x="50" y="0"/>
                    <a:pt x="0" y="49"/>
                    <a:pt x="0" y="110"/>
                  </a:cubicBezTo>
                  <a:cubicBezTo>
                    <a:pt x="0" y="171"/>
                    <a:pt x="50" y="220"/>
                    <a:pt x="112" y="220"/>
                  </a:cubicBezTo>
                  <a:cubicBezTo>
                    <a:pt x="173" y="220"/>
                    <a:pt x="223" y="171"/>
                    <a:pt x="223" y="110"/>
                  </a:cubicBezTo>
                  <a:cubicBezTo>
                    <a:pt x="223" y="49"/>
                    <a:pt x="173" y="0"/>
                    <a:pt x="112" y="0"/>
                  </a:cubicBezTo>
                  <a:close/>
                  <a:moveTo>
                    <a:pt x="154" y="158"/>
                  </a:moveTo>
                  <a:cubicBezTo>
                    <a:pt x="154" y="166"/>
                    <a:pt x="148" y="172"/>
                    <a:pt x="140" y="172"/>
                  </a:cubicBezTo>
                  <a:cubicBezTo>
                    <a:pt x="80" y="172"/>
                    <a:pt x="80" y="172"/>
                    <a:pt x="80" y="172"/>
                  </a:cubicBezTo>
                  <a:cubicBezTo>
                    <a:pt x="72" y="172"/>
                    <a:pt x="66" y="166"/>
                    <a:pt x="66" y="158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72" y="40"/>
                    <a:pt x="80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8" y="40"/>
                    <a:pt x="154" y="46"/>
                    <a:pt x="154" y="54"/>
                  </a:cubicBezTo>
                  <a:lnTo>
                    <a:pt x="154" y="158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3" name="íSḷiḑ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C75D6000-17A2-4E89-9C90-CE58F4F43027}"/>
                </a:ext>
              </a:extLst>
            </p:cNvPr>
            <p:cNvSpPr/>
            <p:nvPr/>
          </p:nvSpPr>
          <p:spPr bwMode="auto">
            <a:xfrm>
              <a:off x="4523888" y="4343090"/>
              <a:ext cx="19545" cy="32982"/>
            </a:xfrm>
            <a:custGeom>
              <a:avLst/>
              <a:gdLst>
                <a:gd name="T0" fmla="*/ 2 w 8"/>
                <a:gd name="T1" fmla="*/ 0 h 13"/>
                <a:gd name="T2" fmla="*/ 2 w 8"/>
                <a:gd name="T3" fmla="*/ 0 h 13"/>
                <a:gd name="T4" fmla="*/ 0 w 8"/>
                <a:gd name="T5" fmla="*/ 12 h 13"/>
                <a:gd name="T6" fmla="*/ 2 w 8"/>
                <a:gd name="T7" fmla="*/ 13 h 13"/>
                <a:gd name="T8" fmla="*/ 8 w 8"/>
                <a:gd name="T9" fmla="*/ 6 h 13"/>
                <a:gd name="T10" fmla="*/ 2 w 8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5"/>
                    <a:pt x="2" y="9"/>
                    <a:pt x="0" y="12"/>
                  </a:cubicBezTo>
                  <a:cubicBezTo>
                    <a:pt x="1" y="13"/>
                    <a:pt x="2" y="13"/>
                    <a:pt x="2" y="13"/>
                  </a:cubicBezTo>
                  <a:cubicBezTo>
                    <a:pt x="6" y="13"/>
                    <a:pt x="8" y="10"/>
                    <a:pt x="8" y="6"/>
                  </a:cubicBezTo>
                  <a:cubicBezTo>
                    <a:pt x="8" y="3"/>
                    <a:pt x="6" y="1"/>
                    <a:pt x="2" y="0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4" name="îŝľïḑ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E0F31FF1-3213-48E3-95AA-5A7E918960AD}"/>
                </a:ext>
              </a:extLst>
            </p:cNvPr>
            <p:cNvSpPr/>
            <p:nvPr/>
          </p:nvSpPr>
          <p:spPr bwMode="auto">
            <a:xfrm>
              <a:off x="4328443" y="4201392"/>
              <a:ext cx="273623" cy="271180"/>
            </a:xfrm>
            <a:custGeom>
              <a:avLst/>
              <a:gdLst>
                <a:gd name="T0" fmla="*/ 54 w 108"/>
                <a:gd name="T1" fmla="*/ 0 h 107"/>
                <a:gd name="T2" fmla="*/ 0 w 108"/>
                <a:gd name="T3" fmla="*/ 53 h 107"/>
                <a:gd name="T4" fmla="*/ 54 w 108"/>
                <a:gd name="T5" fmla="*/ 107 h 107"/>
                <a:gd name="T6" fmla="*/ 108 w 108"/>
                <a:gd name="T7" fmla="*/ 53 h 107"/>
                <a:gd name="T8" fmla="*/ 54 w 108"/>
                <a:gd name="T9" fmla="*/ 0 h 107"/>
                <a:gd name="T10" fmla="*/ 60 w 108"/>
                <a:gd name="T11" fmla="*/ 25 h 107"/>
                <a:gd name="T12" fmla="*/ 63 w 108"/>
                <a:gd name="T13" fmla="*/ 30 h 107"/>
                <a:gd name="T14" fmla="*/ 63 w 108"/>
                <a:gd name="T15" fmla="*/ 34 h 107"/>
                <a:gd name="T16" fmla="*/ 65 w 108"/>
                <a:gd name="T17" fmla="*/ 39 h 107"/>
                <a:gd name="T18" fmla="*/ 61 w 108"/>
                <a:gd name="T19" fmla="*/ 48 h 107"/>
                <a:gd name="T20" fmla="*/ 60 w 108"/>
                <a:gd name="T21" fmla="*/ 43 h 107"/>
                <a:gd name="T22" fmla="*/ 57 w 108"/>
                <a:gd name="T23" fmla="*/ 35 h 107"/>
                <a:gd name="T24" fmla="*/ 60 w 108"/>
                <a:gd name="T25" fmla="*/ 25 h 107"/>
                <a:gd name="T26" fmla="*/ 45 w 108"/>
                <a:gd name="T27" fmla="*/ 25 h 107"/>
                <a:gd name="T28" fmla="*/ 48 w 108"/>
                <a:gd name="T29" fmla="*/ 30 h 107"/>
                <a:gd name="T30" fmla="*/ 48 w 108"/>
                <a:gd name="T31" fmla="*/ 34 h 107"/>
                <a:gd name="T32" fmla="*/ 50 w 108"/>
                <a:gd name="T33" fmla="*/ 39 h 107"/>
                <a:gd name="T34" fmla="*/ 46 w 108"/>
                <a:gd name="T35" fmla="*/ 48 h 107"/>
                <a:gd name="T36" fmla="*/ 45 w 108"/>
                <a:gd name="T37" fmla="*/ 43 h 107"/>
                <a:gd name="T38" fmla="*/ 42 w 108"/>
                <a:gd name="T39" fmla="*/ 35 h 107"/>
                <a:gd name="T40" fmla="*/ 45 w 108"/>
                <a:gd name="T41" fmla="*/ 25 h 107"/>
                <a:gd name="T42" fmla="*/ 80 w 108"/>
                <a:gd name="T43" fmla="*/ 74 h 107"/>
                <a:gd name="T44" fmla="*/ 75 w 108"/>
                <a:gd name="T45" fmla="*/ 73 h 107"/>
                <a:gd name="T46" fmla="*/ 55 w 108"/>
                <a:gd name="T47" fmla="*/ 83 h 107"/>
                <a:gd name="T48" fmla="*/ 28 w 108"/>
                <a:gd name="T49" fmla="*/ 57 h 107"/>
                <a:gd name="T50" fmla="*/ 29 w 108"/>
                <a:gd name="T51" fmla="*/ 53 h 107"/>
                <a:gd name="T52" fmla="*/ 79 w 108"/>
                <a:gd name="T53" fmla="*/ 53 h 107"/>
                <a:gd name="T54" fmla="*/ 79 w 108"/>
                <a:gd name="T55" fmla="*/ 52 h 107"/>
                <a:gd name="T56" fmla="*/ 90 w 108"/>
                <a:gd name="T57" fmla="*/ 63 h 107"/>
                <a:gd name="T58" fmla="*/ 80 w 108"/>
                <a:gd name="T59" fmla="*/ 7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8" h="107">
                  <a:moveTo>
                    <a:pt x="54" y="0"/>
                  </a:moveTo>
                  <a:cubicBezTo>
                    <a:pt x="24" y="0"/>
                    <a:pt x="0" y="24"/>
                    <a:pt x="0" y="53"/>
                  </a:cubicBezTo>
                  <a:cubicBezTo>
                    <a:pt x="0" y="83"/>
                    <a:pt x="24" y="107"/>
                    <a:pt x="54" y="107"/>
                  </a:cubicBezTo>
                  <a:cubicBezTo>
                    <a:pt x="84" y="107"/>
                    <a:pt x="108" y="83"/>
                    <a:pt x="108" y="53"/>
                  </a:cubicBezTo>
                  <a:cubicBezTo>
                    <a:pt x="108" y="24"/>
                    <a:pt x="84" y="0"/>
                    <a:pt x="54" y="0"/>
                  </a:cubicBezTo>
                  <a:close/>
                  <a:moveTo>
                    <a:pt x="60" y="25"/>
                  </a:moveTo>
                  <a:cubicBezTo>
                    <a:pt x="63" y="24"/>
                    <a:pt x="66" y="28"/>
                    <a:pt x="63" y="30"/>
                  </a:cubicBezTo>
                  <a:cubicBezTo>
                    <a:pt x="61" y="31"/>
                    <a:pt x="62" y="33"/>
                    <a:pt x="63" y="34"/>
                  </a:cubicBezTo>
                  <a:cubicBezTo>
                    <a:pt x="64" y="36"/>
                    <a:pt x="65" y="38"/>
                    <a:pt x="65" y="39"/>
                  </a:cubicBezTo>
                  <a:cubicBezTo>
                    <a:pt x="66" y="43"/>
                    <a:pt x="65" y="47"/>
                    <a:pt x="61" y="48"/>
                  </a:cubicBezTo>
                  <a:cubicBezTo>
                    <a:pt x="58" y="50"/>
                    <a:pt x="56" y="44"/>
                    <a:pt x="60" y="43"/>
                  </a:cubicBezTo>
                  <a:cubicBezTo>
                    <a:pt x="62" y="42"/>
                    <a:pt x="57" y="36"/>
                    <a:pt x="57" y="35"/>
                  </a:cubicBezTo>
                  <a:cubicBezTo>
                    <a:pt x="56" y="31"/>
                    <a:pt x="57" y="27"/>
                    <a:pt x="60" y="25"/>
                  </a:cubicBezTo>
                  <a:close/>
                  <a:moveTo>
                    <a:pt x="45" y="25"/>
                  </a:moveTo>
                  <a:cubicBezTo>
                    <a:pt x="48" y="24"/>
                    <a:pt x="51" y="28"/>
                    <a:pt x="48" y="30"/>
                  </a:cubicBezTo>
                  <a:cubicBezTo>
                    <a:pt x="46" y="31"/>
                    <a:pt x="47" y="33"/>
                    <a:pt x="48" y="34"/>
                  </a:cubicBezTo>
                  <a:cubicBezTo>
                    <a:pt x="49" y="36"/>
                    <a:pt x="50" y="38"/>
                    <a:pt x="50" y="39"/>
                  </a:cubicBezTo>
                  <a:cubicBezTo>
                    <a:pt x="51" y="43"/>
                    <a:pt x="50" y="47"/>
                    <a:pt x="46" y="48"/>
                  </a:cubicBezTo>
                  <a:cubicBezTo>
                    <a:pt x="43" y="50"/>
                    <a:pt x="41" y="44"/>
                    <a:pt x="45" y="43"/>
                  </a:cubicBezTo>
                  <a:cubicBezTo>
                    <a:pt x="47" y="42"/>
                    <a:pt x="43" y="36"/>
                    <a:pt x="42" y="35"/>
                  </a:cubicBezTo>
                  <a:cubicBezTo>
                    <a:pt x="41" y="31"/>
                    <a:pt x="42" y="27"/>
                    <a:pt x="45" y="25"/>
                  </a:cubicBezTo>
                  <a:close/>
                  <a:moveTo>
                    <a:pt x="80" y="74"/>
                  </a:moveTo>
                  <a:cubicBezTo>
                    <a:pt x="78" y="74"/>
                    <a:pt x="77" y="73"/>
                    <a:pt x="75" y="73"/>
                  </a:cubicBezTo>
                  <a:cubicBezTo>
                    <a:pt x="70" y="79"/>
                    <a:pt x="63" y="83"/>
                    <a:pt x="55" y="83"/>
                  </a:cubicBezTo>
                  <a:cubicBezTo>
                    <a:pt x="40" y="83"/>
                    <a:pt x="28" y="72"/>
                    <a:pt x="28" y="57"/>
                  </a:cubicBezTo>
                  <a:cubicBezTo>
                    <a:pt x="28" y="55"/>
                    <a:pt x="28" y="53"/>
                    <a:pt x="29" y="53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87" y="52"/>
                    <a:pt x="90" y="57"/>
                    <a:pt x="90" y="63"/>
                  </a:cubicBezTo>
                  <a:cubicBezTo>
                    <a:pt x="90" y="69"/>
                    <a:pt x="86" y="74"/>
                    <a:pt x="80" y="74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5" name="íṣḷíḓ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0B69091-2905-430A-A91A-E9A76F7611EE}"/>
                </a:ext>
              </a:extLst>
            </p:cNvPr>
            <p:cNvSpPr/>
            <p:nvPr/>
          </p:nvSpPr>
          <p:spPr bwMode="auto">
            <a:xfrm>
              <a:off x="6299996" y="3324332"/>
              <a:ext cx="315155" cy="311491"/>
            </a:xfrm>
            <a:custGeom>
              <a:avLst/>
              <a:gdLst>
                <a:gd name="T0" fmla="*/ 0 w 124"/>
                <a:gd name="T1" fmla="*/ 61 h 123"/>
                <a:gd name="T2" fmla="*/ 124 w 124"/>
                <a:gd name="T3" fmla="*/ 61 h 123"/>
                <a:gd name="T4" fmla="*/ 26 w 124"/>
                <a:gd name="T5" fmla="*/ 47 h 123"/>
                <a:gd name="T6" fmla="*/ 44 w 124"/>
                <a:gd name="T7" fmla="*/ 55 h 123"/>
                <a:gd name="T8" fmla="*/ 26 w 124"/>
                <a:gd name="T9" fmla="*/ 47 h 123"/>
                <a:gd name="T10" fmla="*/ 44 w 124"/>
                <a:gd name="T11" fmla="*/ 59 h 123"/>
                <a:gd name="T12" fmla="*/ 32 w 124"/>
                <a:gd name="T13" fmla="*/ 67 h 123"/>
                <a:gd name="T14" fmla="*/ 40 w 124"/>
                <a:gd name="T15" fmla="*/ 89 h 123"/>
                <a:gd name="T16" fmla="*/ 40 w 124"/>
                <a:gd name="T17" fmla="*/ 78 h 123"/>
                <a:gd name="T18" fmla="*/ 40 w 124"/>
                <a:gd name="T19" fmla="*/ 89 h 123"/>
                <a:gd name="T20" fmla="*/ 32 w 124"/>
                <a:gd name="T21" fmla="*/ 71 h 123"/>
                <a:gd name="T22" fmla="*/ 46 w 124"/>
                <a:gd name="T23" fmla="*/ 79 h 123"/>
                <a:gd name="T24" fmla="*/ 62 w 124"/>
                <a:gd name="T25" fmla="*/ 79 h 123"/>
                <a:gd name="T26" fmla="*/ 47 w 124"/>
                <a:gd name="T27" fmla="*/ 71 h 123"/>
                <a:gd name="T28" fmla="*/ 62 w 124"/>
                <a:gd name="T29" fmla="*/ 79 h 123"/>
                <a:gd name="T30" fmla="*/ 47 w 124"/>
                <a:gd name="T31" fmla="*/ 67 h 123"/>
                <a:gd name="T32" fmla="*/ 63 w 124"/>
                <a:gd name="T33" fmla="*/ 59 h 123"/>
                <a:gd name="T34" fmla="*/ 46 w 124"/>
                <a:gd name="T35" fmla="*/ 55 h 123"/>
                <a:gd name="T36" fmla="*/ 64 w 124"/>
                <a:gd name="T37" fmla="*/ 47 h 123"/>
                <a:gd name="T38" fmla="*/ 46 w 124"/>
                <a:gd name="T39" fmla="*/ 55 h 123"/>
                <a:gd name="T40" fmla="*/ 64 w 124"/>
                <a:gd name="T41" fmla="*/ 84 h 123"/>
                <a:gd name="T42" fmla="*/ 75 w 124"/>
                <a:gd name="T43" fmla="*/ 84 h 123"/>
                <a:gd name="T44" fmla="*/ 76 w 124"/>
                <a:gd name="T45" fmla="*/ 79 h 123"/>
                <a:gd name="T46" fmla="*/ 64 w 124"/>
                <a:gd name="T47" fmla="*/ 71 h 123"/>
                <a:gd name="T48" fmla="*/ 76 w 124"/>
                <a:gd name="T49" fmla="*/ 79 h 123"/>
                <a:gd name="T50" fmla="*/ 65 w 124"/>
                <a:gd name="T51" fmla="*/ 67 h 123"/>
                <a:gd name="T52" fmla="*/ 81 w 124"/>
                <a:gd name="T53" fmla="*/ 59 h 123"/>
                <a:gd name="T54" fmla="*/ 90 w 124"/>
                <a:gd name="T55" fmla="*/ 43 h 123"/>
                <a:gd name="T56" fmla="*/ 83 w 124"/>
                <a:gd name="T57" fmla="*/ 50 h 123"/>
                <a:gd name="T58" fmla="*/ 66 w 124"/>
                <a:gd name="T59" fmla="*/ 55 h 123"/>
                <a:gd name="T60" fmla="*/ 77 w 124"/>
                <a:gd name="T61" fmla="*/ 47 h 123"/>
                <a:gd name="T62" fmla="*/ 86 w 124"/>
                <a:gd name="T63" fmla="*/ 38 h 123"/>
                <a:gd name="T64" fmla="*/ 88 w 124"/>
                <a:gd name="T65" fmla="*/ 35 h 123"/>
                <a:gd name="T66" fmla="*/ 90 w 124"/>
                <a:gd name="T67" fmla="*/ 4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" h="123">
                  <a:moveTo>
                    <a:pt x="62" y="0"/>
                  </a:moveTo>
                  <a:cubicBezTo>
                    <a:pt x="27" y="0"/>
                    <a:pt x="0" y="27"/>
                    <a:pt x="0" y="61"/>
                  </a:cubicBezTo>
                  <a:cubicBezTo>
                    <a:pt x="0" y="95"/>
                    <a:pt x="27" y="123"/>
                    <a:pt x="62" y="123"/>
                  </a:cubicBezTo>
                  <a:cubicBezTo>
                    <a:pt x="96" y="123"/>
                    <a:pt x="124" y="95"/>
                    <a:pt x="124" y="61"/>
                  </a:cubicBezTo>
                  <a:cubicBezTo>
                    <a:pt x="124" y="27"/>
                    <a:pt x="96" y="0"/>
                    <a:pt x="62" y="0"/>
                  </a:cubicBezTo>
                  <a:close/>
                  <a:moveTo>
                    <a:pt x="26" y="47"/>
                  </a:moveTo>
                  <a:cubicBezTo>
                    <a:pt x="43" y="47"/>
                    <a:pt x="43" y="47"/>
                    <a:pt x="43" y="47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28" y="55"/>
                    <a:pt x="28" y="55"/>
                    <a:pt x="28" y="55"/>
                  </a:cubicBezTo>
                  <a:lnTo>
                    <a:pt x="26" y="47"/>
                  </a:lnTo>
                  <a:close/>
                  <a:moveTo>
                    <a:pt x="29" y="59"/>
                  </a:moveTo>
                  <a:cubicBezTo>
                    <a:pt x="44" y="59"/>
                    <a:pt x="44" y="59"/>
                    <a:pt x="44" y="59"/>
                  </a:cubicBezTo>
                  <a:cubicBezTo>
                    <a:pt x="45" y="67"/>
                    <a:pt x="45" y="67"/>
                    <a:pt x="45" y="67"/>
                  </a:cubicBezTo>
                  <a:cubicBezTo>
                    <a:pt x="32" y="67"/>
                    <a:pt x="32" y="67"/>
                    <a:pt x="32" y="67"/>
                  </a:cubicBezTo>
                  <a:lnTo>
                    <a:pt x="29" y="59"/>
                  </a:lnTo>
                  <a:close/>
                  <a:moveTo>
                    <a:pt x="40" y="89"/>
                  </a:moveTo>
                  <a:cubicBezTo>
                    <a:pt x="37" y="89"/>
                    <a:pt x="35" y="87"/>
                    <a:pt x="35" y="84"/>
                  </a:cubicBezTo>
                  <a:cubicBezTo>
                    <a:pt x="35" y="81"/>
                    <a:pt x="37" y="78"/>
                    <a:pt x="40" y="78"/>
                  </a:cubicBezTo>
                  <a:cubicBezTo>
                    <a:pt x="43" y="78"/>
                    <a:pt x="46" y="81"/>
                    <a:pt x="46" y="84"/>
                  </a:cubicBezTo>
                  <a:cubicBezTo>
                    <a:pt x="46" y="87"/>
                    <a:pt x="43" y="89"/>
                    <a:pt x="40" y="89"/>
                  </a:cubicBezTo>
                  <a:close/>
                  <a:moveTo>
                    <a:pt x="34" y="79"/>
                  </a:moveTo>
                  <a:cubicBezTo>
                    <a:pt x="32" y="71"/>
                    <a:pt x="32" y="71"/>
                    <a:pt x="32" y="71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79"/>
                    <a:pt x="46" y="79"/>
                    <a:pt x="46" y="79"/>
                  </a:cubicBezTo>
                  <a:lnTo>
                    <a:pt x="34" y="79"/>
                  </a:lnTo>
                  <a:close/>
                  <a:moveTo>
                    <a:pt x="62" y="79"/>
                  </a:moveTo>
                  <a:cubicBezTo>
                    <a:pt x="48" y="79"/>
                    <a:pt x="48" y="79"/>
                    <a:pt x="48" y="79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62" y="71"/>
                    <a:pt x="62" y="71"/>
                    <a:pt x="62" y="71"/>
                  </a:cubicBezTo>
                  <a:lnTo>
                    <a:pt x="62" y="79"/>
                  </a:lnTo>
                  <a:close/>
                  <a:moveTo>
                    <a:pt x="62" y="67"/>
                  </a:moveTo>
                  <a:cubicBezTo>
                    <a:pt x="47" y="67"/>
                    <a:pt x="47" y="67"/>
                    <a:pt x="47" y="6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3" y="59"/>
                    <a:pt x="63" y="59"/>
                    <a:pt x="63" y="59"/>
                  </a:cubicBezTo>
                  <a:lnTo>
                    <a:pt x="62" y="67"/>
                  </a:lnTo>
                  <a:close/>
                  <a:moveTo>
                    <a:pt x="46" y="55"/>
                  </a:moveTo>
                  <a:cubicBezTo>
                    <a:pt x="46" y="47"/>
                    <a:pt x="46" y="47"/>
                    <a:pt x="46" y="47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5"/>
                    <a:pt x="64" y="55"/>
                    <a:pt x="64" y="55"/>
                  </a:cubicBezTo>
                  <a:lnTo>
                    <a:pt x="46" y="55"/>
                  </a:lnTo>
                  <a:close/>
                  <a:moveTo>
                    <a:pt x="70" y="89"/>
                  </a:moveTo>
                  <a:cubicBezTo>
                    <a:pt x="66" y="89"/>
                    <a:pt x="64" y="87"/>
                    <a:pt x="64" y="84"/>
                  </a:cubicBezTo>
                  <a:cubicBezTo>
                    <a:pt x="64" y="81"/>
                    <a:pt x="66" y="78"/>
                    <a:pt x="70" y="78"/>
                  </a:cubicBezTo>
                  <a:cubicBezTo>
                    <a:pt x="73" y="78"/>
                    <a:pt x="75" y="81"/>
                    <a:pt x="75" y="84"/>
                  </a:cubicBezTo>
                  <a:cubicBezTo>
                    <a:pt x="75" y="87"/>
                    <a:pt x="73" y="89"/>
                    <a:pt x="70" y="89"/>
                  </a:cubicBezTo>
                  <a:close/>
                  <a:moveTo>
                    <a:pt x="76" y="79"/>
                  </a:moveTo>
                  <a:cubicBezTo>
                    <a:pt x="64" y="79"/>
                    <a:pt x="64" y="79"/>
                    <a:pt x="64" y="79"/>
                  </a:cubicBezTo>
                  <a:cubicBezTo>
                    <a:pt x="64" y="71"/>
                    <a:pt x="64" y="71"/>
                    <a:pt x="64" y="71"/>
                  </a:cubicBezTo>
                  <a:cubicBezTo>
                    <a:pt x="78" y="71"/>
                    <a:pt x="78" y="71"/>
                    <a:pt x="78" y="71"/>
                  </a:cubicBezTo>
                  <a:lnTo>
                    <a:pt x="76" y="79"/>
                  </a:lnTo>
                  <a:close/>
                  <a:moveTo>
                    <a:pt x="78" y="67"/>
                  </a:moveTo>
                  <a:cubicBezTo>
                    <a:pt x="65" y="67"/>
                    <a:pt x="65" y="67"/>
                    <a:pt x="65" y="67"/>
                  </a:cubicBezTo>
                  <a:cubicBezTo>
                    <a:pt x="65" y="59"/>
                    <a:pt x="65" y="59"/>
                    <a:pt x="65" y="59"/>
                  </a:cubicBezTo>
                  <a:cubicBezTo>
                    <a:pt x="81" y="59"/>
                    <a:pt x="81" y="59"/>
                    <a:pt x="81" y="59"/>
                  </a:cubicBezTo>
                  <a:lnTo>
                    <a:pt x="78" y="67"/>
                  </a:lnTo>
                  <a:close/>
                  <a:moveTo>
                    <a:pt x="90" y="43"/>
                  </a:moveTo>
                  <a:cubicBezTo>
                    <a:pt x="89" y="43"/>
                    <a:pt x="89" y="43"/>
                    <a:pt x="89" y="43"/>
                  </a:cubicBezTo>
                  <a:cubicBezTo>
                    <a:pt x="87" y="47"/>
                    <a:pt x="85" y="48"/>
                    <a:pt x="83" y="50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77" y="47"/>
                    <a:pt x="77" y="47"/>
                    <a:pt x="77" y="47"/>
                  </a:cubicBezTo>
                  <a:cubicBezTo>
                    <a:pt x="77" y="47"/>
                    <a:pt x="77" y="47"/>
                    <a:pt x="77" y="46"/>
                  </a:cubicBezTo>
                  <a:cubicBezTo>
                    <a:pt x="80" y="43"/>
                    <a:pt x="83" y="41"/>
                    <a:pt x="86" y="38"/>
                  </a:cubicBezTo>
                  <a:cubicBezTo>
                    <a:pt x="86" y="38"/>
                    <a:pt x="86" y="37"/>
                    <a:pt x="87" y="36"/>
                  </a:cubicBezTo>
                  <a:cubicBezTo>
                    <a:pt x="87" y="36"/>
                    <a:pt x="88" y="35"/>
                    <a:pt x="88" y="35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98" y="35"/>
                    <a:pt x="98" y="43"/>
                    <a:pt x="90" y="4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6" name="îşḷíḓ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A756BD0-D7B8-42F1-AF0D-9A80D2D9D9F3}"/>
                </a:ext>
              </a:extLst>
            </p:cNvPr>
            <p:cNvSpPr/>
            <p:nvPr/>
          </p:nvSpPr>
          <p:spPr bwMode="auto">
            <a:xfrm>
              <a:off x="5793060" y="3927769"/>
              <a:ext cx="504493" cy="495942"/>
            </a:xfrm>
            <a:custGeom>
              <a:avLst/>
              <a:gdLst>
                <a:gd name="T0" fmla="*/ 0 w 199"/>
                <a:gd name="T1" fmla="*/ 98 h 196"/>
                <a:gd name="T2" fmla="*/ 199 w 199"/>
                <a:gd name="T3" fmla="*/ 98 h 196"/>
                <a:gd name="T4" fmla="*/ 79 w 199"/>
                <a:gd name="T5" fmla="*/ 56 h 196"/>
                <a:gd name="T6" fmla="*/ 91 w 199"/>
                <a:gd name="T7" fmla="*/ 38 h 196"/>
                <a:gd name="T8" fmla="*/ 118 w 199"/>
                <a:gd name="T9" fmla="*/ 59 h 196"/>
                <a:gd name="T10" fmla="*/ 95 w 199"/>
                <a:gd name="T11" fmla="*/ 73 h 196"/>
                <a:gd name="T12" fmla="*/ 79 w 199"/>
                <a:gd name="T13" fmla="*/ 56 h 196"/>
                <a:gd name="T14" fmla="*/ 81 w 199"/>
                <a:gd name="T15" fmla="*/ 137 h 196"/>
                <a:gd name="T16" fmla="*/ 47 w 199"/>
                <a:gd name="T17" fmla="*/ 131 h 196"/>
                <a:gd name="T18" fmla="*/ 53 w 199"/>
                <a:gd name="T19" fmla="*/ 110 h 196"/>
                <a:gd name="T20" fmla="*/ 76 w 199"/>
                <a:gd name="T21" fmla="*/ 111 h 196"/>
                <a:gd name="T22" fmla="*/ 90 w 199"/>
                <a:gd name="T23" fmla="*/ 112 h 196"/>
                <a:gd name="T24" fmla="*/ 45 w 199"/>
                <a:gd name="T25" fmla="*/ 83 h 196"/>
                <a:gd name="T26" fmla="*/ 65 w 199"/>
                <a:gd name="T27" fmla="*/ 65 h 196"/>
                <a:gd name="T28" fmla="*/ 109 w 199"/>
                <a:gd name="T29" fmla="*/ 94 h 196"/>
                <a:gd name="T30" fmla="*/ 90 w 199"/>
                <a:gd name="T31" fmla="*/ 112 h 196"/>
                <a:gd name="T32" fmla="*/ 141 w 199"/>
                <a:gd name="T33" fmla="*/ 121 h 196"/>
                <a:gd name="T34" fmla="*/ 126 w 199"/>
                <a:gd name="T35" fmla="*/ 146 h 196"/>
                <a:gd name="T36" fmla="*/ 149 w 199"/>
                <a:gd name="T37" fmla="*/ 86 h 196"/>
                <a:gd name="T38" fmla="*/ 143 w 199"/>
                <a:gd name="T39" fmla="*/ 115 h 196"/>
                <a:gd name="T40" fmla="*/ 144 w 199"/>
                <a:gd name="T41" fmla="*/ 115 h 196"/>
                <a:gd name="T42" fmla="*/ 142 w 199"/>
                <a:gd name="T43" fmla="*/ 122 h 196"/>
                <a:gd name="T44" fmla="*/ 144 w 199"/>
                <a:gd name="T45" fmla="*/ 127 h 196"/>
                <a:gd name="T46" fmla="*/ 144 w 199"/>
                <a:gd name="T47" fmla="*/ 127 h 196"/>
                <a:gd name="T48" fmla="*/ 143 w 199"/>
                <a:gd name="T49" fmla="*/ 127 h 196"/>
                <a:gd name="T50" fmla="*/ 142 w 199"/>
                <a:gd name="T51" fmla="*/ 125 h 196"/>
                <a:gd name="T52" fmla="*/ 142 w 199"/>
                <a:gd name="T53" fmla="*/ 125 h 196"/>
                <a:gd name="T54" fmla="*/ 147 w 199"/>
                <a:gd name="T55" fmla="*/ 113 h 196"/>
                <a:gd name="T56" fmla="*/ 147 w 199"/>
                <a:gd name="T57" fmla="*/ 113 h 196"/>
                <a:gd name="T58" fmla="*/ 148 w 199"/>
                <a:gd name="T59" fmla="*/ 113 h 196"/>
                <a:gd name="T60" fmla="*/ 149 w 199"/>
                <a:gd name="T61" fmla="*/ 112 h 196"/>
                <a:gd name="T62" fmla="*/ 150 w 199"/>
                <a:gd name="T63" fmla="*/ 112 h 196"/>
                <a:gd name="T64" fmla="*/ 150 w 199"/>
                <a:gd name="T65" fmla="*/ 113 h 196"/>
                <a:gd name="T66" fmla="*/ 147 w 199"/>
                <a:gd name="T67" fmla="*/ 132 h 196"/>
                <a:gd name="T68" fmla="*/ 147 w 199"/>
                <a:gd name="T69" fmla="*/ 132 h 196"/>
                <a:gd name="T70" fmla="*/ 146 w 199"/>
                <a:gd name="T71" fmla="*/ 131 h 196"/>
                <a:gd name="T72" fmla="*/ 145 w 199"/>
                <a:gd name="T73" fmla="*/ 129 h 196"/>
                <a:gd name="T74" fmla="*/ 146 w 199"/>
                <a:gd name="T75" fmla="*/ 129 h 196"/>
                <a:gd name="T76" fmla="*/ 153 w 199"/>
                <a:gd name="T77" fmla="*/ 112 h 196"/>
                <a:gd name="T78" fmla="*/ 153 w 199"/>
                <a:gd name="T79" fmla="*/ 112 h 196"/>
                <a:gd name="T80" fmla="*/ 153 w 199"/>
                <a:gd name="T81" fmla="*/ 111 h 196"/>
                <a:gd name="T82" fmla="*/ 155 w 199"/>
                <a:gd name="T83" fmla="*/ 110 h 196"/>
                <a:gd name="T84" fmla="*/ 156 w 199"/>
                <a:gd name="T85" fmla="*/ 110 h 196"/>
                <a:gd name="T86" fmla="*/ 157 w 199"/>
                <a:gd name="T87" fmla="*/ 111 h 196"/>
                <a:gd name="T88" fmla="*/ 147 w 199"/>
                <a:gd name="T89" fmla="*/ 132 h 196"/>
                <a:gd name="T90" fmla="*/ 151 w 199"/>
                <a:gd name="T91" fmla="*/ 138 h 196"/>
                <a:gd name="T92" fmla="*/ 150 w 199"/>
                <a:gd name="T93" fmla="*/ 138 h 196"/>
                <a:gd name="T94" fmla="*/ 150 w 199"/>
                <a:gd name="T95" fmla="*/ 137 h 196"/>
                <a:gd name="T96" fmla="*/ 149 w 199"/>
                <a:gd name="T97" fmla="*/ 135 h 196"/>
                <a:gd name="T98" fmla="*/ 149 w 199"/>
                <a:gd name="T99" fmla="*/ 134 h 196"/>
                <a:gd name="T100" fmla="*/ 159 w 199"/>
                <a:gd name="T101" fmla="*/ 111 h 196"/>
                <a:gd name="T102" fmla="*/ 159 w 199"/>
                <a:gd name="T103" fmla="*/ 110 h 196"/>
                <a:gd name="T104" fmla="*/ 159 w 199"/>
                <a:gd name="T105" fmla="*/ 109 h 196"/>
                <a:gd name="T106" fmla="*/ 162 w 199"/>
                <a:gd name="T107" fmla="*/ 107 h 196"/>
                <a:gd name="T108" fmla="*/ 163 w 199"/>
                <a:gd name="T109" fmla="*/ 108 h 196"/>
                <a:gd name="T110" fmla="*/ 164 w 199"/>
                <a:gd name="T111" fmla="*/ 108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9" h="196">
                  <a:moveTo>
                    <a:pt x="99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9" y="196"/>
                  </a:cubicBezTo>
                  <a:cubicBezTo>
                    <a:pt x="154" y="196"/>
                    <a:pt x="199" y="152"/>
                    <a:pt x="199" y="98"/>
                  </a:cubicBezTo>
                  <a:cubicBezTo>
                    <a:pt x="199" y="44"/>
                    <a:pt x="154" y="0"/>
                    <a:pt x="99" y="0"/>
                  </a:cubicBezTo>
                  <a:close/>
                  <a:moveTo>
                    <a:pt x="79" y="56"/>
                  </a:moveTo>
                  <a:cubicBezTo>
                    <a:pt x="81" y="44"/>
                    <a:pt x="81" y="44"/>
                    <a:pt x="81" y="44"/>
                  </a:cubicBezTo>
                  <a:cubicBezTo>
                    <a:pt x="81" y="38"/>
                    <a:pt x="86" y="36"/>
                    <a:pt x="91" y="38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20" y="50"/>
                    <a:pt x="121" y="55"/>
                    <a:pt x="118" y="59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6" y="74"/>
                    <a:pt x="99" y="75"/>
                    <a:pt x="95" y="73"/>
                  </a:cubicBezTo>
                  <a:cubicBezTo>
                    <a:pt x="86" y="69"/>
                    <a:pt x="86" y="69"/>
                    <a:pt x="86" y="69"/>
                  </a:cubicBezTo>
                  <a:cubicBezTo>
                    <a:pt x="82" y="67"/>
                    <a:pt x="78" y="61"/>
                    <a:pt x="79" y="56"/>
                  </a:cubicBezTo>
                  <a:close/>
                  <a:moveTo>
                    <a:pt x="83" y="124"/>
                  </a:moveTo>
                  <a:cubicBezTo>
                    <a:pt x="81" y="137"/>
                    <a:pt x="81" y="137"/>
                    <a:pt x="81" y="137"/>
                  </a:cubicBezTo>
                  <a:cubicBezTo>
                    <a:pt x="80" y="142"/>
                    <a:pt x="75" y="144"/>
                    <a:pt x="71" y="142"/>
                  </a:cubicBezTo>
                  <a:cubicBezTo>
                    <a:pt x="47" y="131"/>
                    <a:pt x="47" y="131"/>
                    <a:pt x="47" y="131"/>
                  </a:cubicBezTo>
                  <a:cubicBezTo>
                    <a:pt x="42" y="129"/>
                    <a:pt x="41" y="124"/>
                    <a:pt x="44" y="120"/>
                  </a:cubicBezTo>
                  <a:cubicBezTo>
                    <a:pt x="53" y="110"/>
                    <a:pt x="53" y="110"/>
                    <a:pt x="53" y="110"/>
                  </a:cubicBezTo>
                  <a:cubicBezTo>
                    <a:pt x="56" y="106"/>
                    <a:pt x="63" y="105"/>
                    <a:pt x="67" y="107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80" y="113"/>
                    <a:pt x="84" y="119"/>
                    <a:pt x="83" y="124"/>
                  </a:cubicBezTo>
                  <a:close/>
                  <a:moveTo>
                    <a:pt x="90" y="112"/>
                  </a:moveTo>
                  <a:cubicBezTo>
                    <a:pt x="50" y="96"/>
                    <a:pt x="50" y="96"/>
                    <a:pt x="50" y="96"/>
                  </a:cubicBezTo>
                  <a:cubicBezTo>
                    <a:pt x="45" y="93"/>
                    <a:pt x="43" y="88"/>
                    <a:pt x="45" y="83"/>
                  </a:cubicBezTo>
                  <a:cubicBezTo>
                    <a:pt x="51" y="70"/>
                    <a:pt x="51" y="70"/>
                    <a:pt x="51" y="70"/>
                  </a:cubicBezTo>
                  <a:cubicBezTo>
                    <a:pt x="54" y="65"/>
                    <a:pt x="60" y="63"/>
                    <a:pt x="65" y="65"/>
                  </a:cubicBezTo>
                  <a:cubicBezTo>
                    <a:pt x="104" y="81"/>
                    <a:pt x="104" y="81"/>
                    <a:pt x="104" y="81"/>
                  </a:cubicBezTo>
                  <a:cubicBezTo>
                    <a:pt x="109" y="84"/>
                    <a:pt x="111" y="89"/>
                    <a:pt x="109" y="94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1" y="112"/>
                    <a:pt x="95" y="114"/>
                    <a:pt x="90" y="112"/>
                  </a:cubicBezTo>
                  <a:close/>
                  <a:moveTo>
                    <a:pt x="141" y="121"/>
                  </a:moveTo>
                  <a:cubicBezTo>
                    <a:pt x="141" y="121"/>
                    <a:pt x="141" y="121"/>
                    <a:pt x="141" y="121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26" y="146"/>
                    <a:pt x="126" y="146"/>
                    <a:pt x="126" y="146"/>
                  </a:cubicBezTo>
                  <a:cubicBezTo>
                    <a:pt x="110" y="139"/>
                    <a:pt x="102" y="121"/>
                    <a:pt x="108" y="105"/>
                  </a:cubicBezTo>
                  <a:cubicBezTo>
                    <a:pt x="114" y="89"/>
                    <a:pt x="133" y="81"/>
                    <a:pt x="149" y="86"/>
                  </a:cubicBezTo>
                  <a:cubicBezTo>
                    <a:pt x="139" y="113"/>
                    <a:pt x="139" y="113"/>
                    <a:pt x="139" y="113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6" y="115"/>
                    <a:pt x="147" y="118"/>
                    <a:pt x="146" y="119"/>
                  </a:cubicBezTo>
                  <a:cubicBezTo>
                    <a:pt x="145" y="121"/>
                    <a:pt x="143" y="122"/>
                    <a:pt x="142" y="122"/>
                  </a:cubicBezTo>
                  <a:cubicBezTo>
                    <a:pt x="142" y="122"/>
                    <a:pt x="141" y="121"/>
                    <a:pt x="141" y="121"/>
                  </a:cubicBezTo>
                  <a:close/>
                  <a:moveTo>
                    <a:pt x="144" y="127"/>
                  </a:moveTo>
                  <a:cubicBezTo>
                    <a:pt x="144" y="127"/>
                    <a:pt x="144" y="127"/>
                    <a:pt x="144" y="127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2" y="125"/>
                    <a:pt x="142" y="125"/>
                    <a:pt x="142" y="125"/>
                  </a:cubicBezTo>
                  <a:cubicBezTo>
                    <a:pt x="142" y="125"/>
                    <a:pt x="142" y="125"/>
                    <a:pt x="142" y="125"/>
                  </a:cubicBezTo>
                  <a:cubicBezTo>
                    <a:pt x="142" y="125"/>
                    <a:pt x="142" y="125"/>
                    <a:pt x="142" y="125"/>
                  </a:cubicBezTo>
                  <a:cubicBezTo>
                    <a:pt x="142" y="125"/>
                    <a:pt x="142" y="125"/>
                    <a:pt x="142" y="125"/>
                  </a:cubicBezTo>
                  <a:cubicBezTo>
                    <a:pt x="143" y="125"/>
                    <a:pt x="143" y="125"/>
                    <a:pt x="143" y="125"/>
                  </a:cubicBezTo>
                  <a:cubicBezTo>
                    <a:pt x="151" y="122"/>
                    <a:pt x="147" y="113"/>
                    <a:pt x="147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50" y="112"/>
                    <a:pt x="150" y="112"/>
                    <a:pt x="150" y="112"/>
                  </a:cubicBezTo>
                  <a:cubicBezTo>
                    <a:pt x="150" y="112"/>
                    <a:pt x="150" y="112"/>
                    <a:pt x="150" y="112"/>
                  </a:cubicBezTo>
                  <a:cubicBezTo>
                    <a:pt x="150" y="112"/>
                    <a:pt x="150" y="112"/>
                    <a:pt x="150" y="112"/>
                  </a:cubicBezTo>
                  <a:cubicBezTo>
                    <a:pt x="150" y="113"/>
                    <a:pt x="150" y="113"/>
                    <a:pt x="150" y="113"/>
                  </a:cubicBezTo>
                  <a:cubicBezTo>
                    <a:pt x="155" y="124"/>
                    <a:pt x="144" y="127"/>
                    <a:pt x="144" y="127"/>
                  </a:cubicBezTo>
                  <a:close/>
                  <a:moveTo>
                    <a:pt x="147" y="132"/>
                  </a:moveTo>
                  <a:cubicBezTo>
                    <a:pt x="147" y="132"/>
                    <a:pt x="147" y="132"/>
                    <a:pt x="147" y="132"/>
                  </a:cubicBezTo>
                  <a:cubicBezTo>
                    <a:pt x="147" y="132"/>
                    <a:pt x="147" y="132"/>
                    <a:pt x="147" y="132"/>
                  </a:cubicBezTo>
                  <a:cubicBezTo>
                    <a:pt x="146" y="132"/>
                    <a:pt x="146" y="132"/>
                    <a:pt x="146" y="132"/>
                  </a:cubicBezTo>
                  <a:cubicBezTo>
                    <a:pt x="146" y="131"/>
                    <a:pt x="146" y="131"/>
                    <a:pt x="146" y="131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57" y="124"/>
                    <a:pt x="153" y="112"/>
                    <a:pt x="153" y="112"/>
                  </a:cubicBezTo>
                  <a:cubicBezTo>
                    <a:pt x="153" y="112"/>
                    <a:pt x="153" y="112"/>
                    <a:pt x="153" y="112"/>
                  </a:cubicBezTo>
                  <a:cubicBezTo>
                    <a:pt x="153" y="112"/>
                    <a:pt x="153" y="112"/>
                    <a:pt x="153" y="112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6" y="111"/>
                    <a:pt x="156" y="111"/>
                    <a:pt x="156" y="111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61" y="126"/>
                    <a:pt x="148" y="132"/>
                    <a:pt x="148" y="132"/>
                  </a:cubicBezTo>
                  <a:lnTo>
                    <a:pt x="147" y="132"/>
                  </a:lnTo>
                  <a:close/>
                  <a:moveTo>
                    <a:pt x="151" y="138"/>
                  </a:moveTo>
                  <a:cubicBezTo>
                    <a:pt x="151" y="138"/>
                    <a:pt x="151" y="138"/>
                    <a:pt x="151" y="138"/>
                  </a:cubicBezTo>
                  <a:cubicBezTo>
                    <a:pt x="150" y="138"/>
                    <a:pt x="150" y="138"/>
                    <a:pt x="150" y="138"/>
                  </a:cubicBezTo>
                  <a:cubicBezTo>
                    <a:pt x="150" y="138"/>
                    <a:pt x="150" y="138"/>
                    <a:pt x="150" y="138"/>
                  </a:cubicBezTo>
                  <a:cubicBezTo>
                    <a:pt x="150" y="138"/>
                    <a:pt x="150" y="138"/>
                    <a:pt x="150" y="138"/>
                  </a:cubicBezTo>
                  <a:cubicBezTo>
                    <a:pt x="150" y="137"/>
                    <a:pt x="150" y="137"/>
                    <a:pt x="150" y="137"/>
                  </a:cubicBezTo>
                  <a:cubicBezTo>
                    <a:pt x="149" y="135"/>
                    <a:pt x="149" y="135"/>
                    <a:pt x="149" y="135"/>
                  </a:cubicBezTo>
                  <a:cubicBezTo>
                    <a:pt x="149" y="135"/>
                    <a:pt x="149" y="135"/>
                    <a:pt x="149" y="135"/>
                  </a:cubicBezTo>
                  <a:cubicBezTo>
                    <a:pt x="149" y="134"/>
                    <a:pt x="149" y="134"/>
                    <a:pt x="149" y="134"/>
                  </a:cubicBezTo>
                  <a:cubicBezTo>
                    <a:pt x="149" y="134"/>
                    <a:pt x="149" y="134"/>
                    <a:pt x="149" y="134"/>
                  </a:cubicBezTo>
                  <a:cubicBezTo>
                    <a:pt x="149" y="134"/>
                    <a:pt x="149" y="134"/>
                    <a:pt x="149" y="134"/>
                  </a:cubicBezTo>
                  <a:cubicBezTo>
                    <a:pt x="162" y="126"/>
                    <a:pt x="159" y="111"/>
                    <a:pt x="159" y="11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59" y="109"/>
                    <a:pt x="159" y="109"/>
                    <a:pt x="159" y="109"/>
                  </a:cubicBezTo>
                  <a:cubicBezTo>
                    <a:pt x="159" y="109"/>
                    <a:pt x="159" y="109"/>
                    <a:pt x="159" y="109"/>
                  </a:cubicBezTo>
                  <a:cubicBezTo>
                    <a:pt x="162" y="107"/>
                    <a:pt x="162" y="107"/>
                    <a:pt x="162" y="107"/>
                  </a:cubicBezTo>
                  <a:cubicBezTo>
                    <a:pt x="162" y="107"/>
                    <a:pt x="162" y="107"/>
                    <a:pt x="162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4" y="108"/>
                    <a:pt x="164" y="108"/>
                    <a:pt x="164" y="108"/>
                  </a:cubicBezTo>
                  <a:cubicBezTo>
                    <a:pt x="167" y="129"/>
                    <a:pt x="151" y="138"/>
                    <a:pt x="151" y="138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7" name="išļîḍ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852DF97D-31E9-448D-ABFB-078E3B867DDC}"/>
                </a:ext>
              </a:extLst>
            </p:cNvPr>
            <p:cNvSpPr/>
            <p:nvPr/>
          </p:nvSpPr>
          <p:spPr bwMode="auto">
            <a:xfrm>
              <a:off x="4749871" y="1951330"/>
              <a:ext cx="47640" cy="45197"/>
            </a:xfrm>
            <a:prstGeom prst="ellipse">
              <a:avLst/>
            </a:pr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8" name="íşḻîḑ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0A419A2A-6A0D-4734-941C-484D9E302D03}"/>
                </a:ext>
              </a:extLst>
            </p:cNvPr>
            <p:cNvSpPr/>
            <p:nvPr/>
          </p:nvSpPr>
          <p:spPr bwMode="auto">
            <a:xfrm>
              <a:off x="4637490" y="2034394"/>
              <a:ext cx="74514" cy="70849"/>
            </a:xfrm>
            <a:custGeom>
              <a:avLst/>
              <a:gdLst>
                <a:gd name="T0" fmla="*/ 10 w 29"/>
                <a:gd name="T1" fmla="*/ 3 h 28"/>
                <a:gd name="T2" fmla="*/ 3 w 29"/>
                <a:gd name="T3" fmla="*/ 19 h 28"/>
                <a:gd name="T4" fmla="*/ 20 w 29"/>
                <a:gd name="T5" fmla="*/ 26 h 28"/>
                <a:gd name="T6" fmla="*/ 26 w 29"/>
                <a:gd name="T7" fmla="*/ 9 h 28"/>
                <a:gd name="T8" fmla="*/ 10 w 29"/>
                <a:gd name="T9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8">
                  <a:moveTo>
                    <a:pt x="10" y="3"/>
                  </a:moveTo>
                  <a:cubicBezTo>
                    <a:pt x="3" y="5"/>
                    <a:pt x="0" y="13"/>
                    <a:pt x="3" y="19"/>
                  </a:cubicBezTo>
                  <a:cubicBezTo>
                    <a:pt x="6" y="25"/>
                    <a:pt x="13" y="28"/>
                    <a:pt x="20" y="26"/>
                  </a:cubicBezTo>
                  <a:cubicBezTo>
                    <a:pt x="26" y="23"/>
                    <a:pt x="29" y="16"/>
                    <a:pt x="26" y="9"/>
                  </a:cubicBezTo>
                  <a:cubicBezTo>
                    <a:pt x="24" y="3"/>
                    <a:pt x="16" y="0"/>
                    <a:pt x="10" y="3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9" name="îṥļí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33CEEBF-4A6D-47DA-9A73-39BD4C9CCEAA}"/>
                </a:ext>
              </a:extLst>
            </p:cNvPr>
            <p:cNvSpPr/>
            <p:nvPr/>
          </p:nvSpPr>
          <p:spPr bwMode="auto">
            <a:xfrm>
              <a:off x="4505565" y="1829177"/>
              <a:ext cx="416543" cy="407992"/>
            </a:xfrm>
            <a:custGeom>
              <a:avLst/>
              <a:gdLst>
                <a:gd name="T0" fmla="*/ 0 w 164"/>
                <a:gd name="T1" fmla="*/ 80 h 161"/>
                <a:gd name="T2" fmla="*/ 164 w 164"/>
                <a:gd name="T3" fmla="*/ 80 h 161"/>
                <a:gd name="T4" fmla="*/ 99 w 164"/>
                <a:gd name="T5" fmla="*/ 105 h 161"/>
                <a:gd name="T6" fmla="*/ 94 w 164"/>
                <a:gd name="T7" fmla="*/ 112 h 161"/>
                <a:gd name="T8" fmla="*/ 83 w 164"/>
                <a:gd name="T9" fmla="*/ 112 h 161"/>
                <a:gd name="T10" fmla="*/ 84 w 164"/>
                <a:gd name="T11" fmla="*/ 122 h 161"/>
                <a:gd name="T12" fmla="*/ 77 w 164"/>
                <a:gd name="T13" fmla="*/ 127 h 161"/>
                <a:gd name="T14" fmla="*/ 71 w 164"/>
                <a:gd name="T15" fmla="*/ 120 h 161"/>
                <a:gd name="T16" fmla="*/ 63 w 164"/>
                <a:gd name="T17" fmla="*/ 121 h 161"/>
                <a:gd name="T18" fmla="*/ 58 w 164"/>
                <a:gd name="T19" fmla="*/ 127 h 161"/>
                <a:gd name="T20" fmla="*/ 50 w 164"/>
                <a:gd name="T21" fmla="*/ 123 h 161"/>
                <a:gd name="T22" fmla="*/ 49 w 164"/>
                <a:gd name="T23" fmla="*/ 111 h 161"/>
                <a:gd name="T24" fmla="*/ 40 w 164"/>
                <a:gd name="T25" fmla="*/ 112 h 161"/>
                <a:gd name="T26" fmla="*/ 35 w 164"/>
                <a:gd name="T27" fmla="*/ 106 h 161"/>
                <a:gd name="T28" fmla="*/ 40 w 164"/>
                <a:gd name="T29" fmla="*/ 100 h 161"/>
                <a:gd name="T30" fmla="*/ 41 w 164"/>
                <a:gd name="T31" fmla="*/ 92 h 161"/>
                <a:gd name="T32" fmla="*/ 34 w 164"/>
                <a:gd name="T33" fmla="*/ 86 h 161"/>
                <a:gd name="T34" fmla="*/ 39 w 164"/>
                <a:gd name="T35" fmla="*/ 79 h 161"/>
                <a:gd name="T36" fmla="*/ 50 w 164"/>
                <a:gd name="T37" fmla="*/ 79 h 161"/>
                <a:gd name="T38" fmla="*/ 49 w 164"/>
                <a:gd name="T39" fmla="*/ 68 h 161"/>
                <a:gd name="T40" fmla="*/ 56 w 164"/>
                <a:gd name="T41" fmla="*/ 64 h 161"/>
                <a:gd name="T42" fmla="*/ 62 w 164"/>
                <a:gd name="T43" fmla="*/ 71 h 161"/>
                <a:gd name="T44" fmla="*/ 70 w 164"/>
                <a:gd name="T45" fmla="*/ 71 h 161"/>
                <a:gd name="T46" fmla="*/ 75 w 164"/>
                <a:gd name="T47" fmla="*/ 63 h 161"/>
                <a:gd name="T48" fmla="*/ 83 w 164"/>
                <a:gd name="T49" fmla="*/ 68 h 161"/>
                <a:gd name="T50" fmla="*/ 83 w 164"/>
                <a:gd name="T51" fmla="*/ 79 h 161"/>
                <a:gd name="T52" fmla="*/ 93 w 164"/>
                <a:gd name="T53" fmla="*/ 78 h 161"/>
                <a:gd name="T54" fmla="*/ 99 w 164"/>
                <a:gd name="T55" fmla="*/ 85 h 161"/>
                <a:gd name="T56" fmla="*/ 92 w 164"/>
                <a:gd name="T57" fmla="*/ 91 h 161"/>
                <a:gd name="T58" fmla="*/ 92 w 164"/>
                <a:gd name="T59" fmla="*/ 99 h 161"/>
                <a:gd name="T60" fmla="*/ 99 w 164"/>
                <a:gd name="T61" fmla="*/ 105 h 161"/>
                <a:gd name="T62" fmla="*/ 123 w 164"/>
                <a:gd name="T63" fmla="*/ 61 h 161"/>
                <a:gd name="T64" fmla="*/ 121 w 164"/>
                <a:gd name="T65" fmla="*/ 66 h 161"/>
                <a:gd name="T66" fmla="*/ 124 w 164"/>
                <a:gd name="T67" fmla="*/ 72 h 161"/>
                <a:gd name="T68" fmla="*/ 119 w 164"/>
                <a:gd name="T69" fmla="*/ 75 h 161"/>
                <a:gd name="T70" fmla="*/ 111 w 164"/>
                <a:gd name="T71" fmla="*/ 73 h 161"/>
                <a:gd name="T72" fmla="*/ 109 w 164"/>
                <a:gd name="T73" fmla="*/ 80 h 161"/>
                <a:gd name="T74" fmla="*/ 103 w 164"/>
                <a:gd name="T75" fmla="*/ 81 h 161"/>
                <a:gd name="T76" fmla="*/ 101 w 164"/>
                <a:gd name="T77" fmla="*/ 75 h 161"/>
                <a:gd name="T78" fmla="*/ 96 w 164"/>
                <a:gd name="T79" fmla="*/ 73 h 161"/>
                <a:gd name="T80" fmla="*/ 90 w 164"/>
                <a:gd name="T81" fmla="*/ 76 h 161"/>
                <a:gd name="T82" fmla="*/ 87 w 164"/>
                <a:gd name="T83" fmla="*/ 70 h 161"/>
                <a:gd name="T84" fmla="*/ 89 w 164"/>
                <a:gd name="T85" fmla="*/ 63 h 161"/>
                <a:gd name="T86" fmla="*/ 83 w 164"/>
                <a:gd name="T87" fmla="*/ 61 h 161"/>
                <a:gd name="T88" fmla="*/ 81 w 164"/>
                <a:gd name="T89" fmla="*/ 55 h 161"/>
                <a:gd name="T90" fmla="*/ 87 w 164"/>
                <a:gd name="T91" fmla="*/ 53 h 161"/>
                <a:gd name="T92" fmla="*/ 90 w 164"/>
                <a:gd name="T93" fmla="*/ 48 h 161"/>
                <a:gd name="T94" fmla="*/ 87 w 164"/>
                <a:gd name="T95" fmla="*/ 42 h 161"/>
                <a:gd name="T96" fmla="*/ 92 w 164"/>
                <a:gd name="T97" fmla="*/ 39 h 161"/>
                <a:gd name="T98" fmla="*/ 99 w 164"/>
                <a:gd name="T99" fmla="*/ 42 h 161"/>
                <a:gd name="T100" fmla="*/ 102 w 164"/>
                <a:gd name="T101" fmla="*/ 34 h 161"/>
                <a:gd name="T102" fmla="*/ 108 w 164"/>
                <a:gd name="T103" fmla="*/ 33 h 161"/>
                <a:gd name="T104" fmla="*/ 110 w 164"/>
                <a:gd name="T105" fmla="*/ 40 h 161"/>
                <a:gd name="T106" fmla="*/ 114 w 164"/>
                <a:gd name="T107" fmla="*/ 42 h 161"/>
                <a:gd name="T108" fmla="*/ 120 w 164"/>
                <a:gd name="T109" fmla="*/ 38 h 161"/>
                <a:gd name="T110" fmla="*/ 124 w 164"/>
                <a:gd name="T111" fmla="*/ 44 h 161"/>
                <a:gd name="T112" fmla="*/ 121 w 164"/>
                <a:gd name="T113" fmla="*/ 51 h 161"/>
                <a:gd name="T114" fmla="*/ 128 w 164"/>
                <a:gd name="T115" fmla="*/ 53 h 161"/>
                <a:gd name="T116" fmla="*/ 130 w 164"/>
                <a:gd name="T117" fmla="*/ 5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4" h="161">
                  <a:moveTo>
                    <a:pt x="82" y="0"/>
                  </a:moveTo>
                  <a:cubicBezTo>
                    <a:pt x="37" y="0"/>
                    <a:pt x="0" y="36"/>
                    <a:pt x="0" y="80"/>
                  </a:cubicBezTo>
                  <a:cubicBezTo>
                    <a:pt x="0" y="125"/>
                    <a:pt x="37" y="161"/>
                    <a:pt x="82" y="161"/>
                  </a:cubicBezTo>
                  <a:cubicBezTo>
                    <a:pt x="127" y="161"/>
                    <a:pt x="164" y="125"/>
                    <a:pt x="164" y="80"/>
                  </a:cubicBezTo>
                  <a:cubicBezTo>
                    <a:pt x="164" y="36"/>
                    <a:pt x="127" y="0"/>
                    <a:pt x="82" y="0"/>
                  </a:cubicBezTo>
                  <a:close/>
                  <a:moveTo>
                    <a:pt x="99" y="105"/>
                  </a:moveTo>
                  <a:cubicBezTo>
                    <a:pt x="97" y="110"/>
                    <a:pt x="97" y="110"/>
                    <a:pt x="97" y="110"/>
                  </a:cubicBezTo>
                  <a:cubicBezTo>
                    <a:pt x="95" y="112"/>
                    <a:pt x="94" y="112"/>
                    <a:pt x="94" y="112"/>
                  </a:cubicBezTo>
                  <a:cubicBezTo>
                    <a:pt x="87" y="110"/>
                    <a:pt x="87" y="110"/>
                    <a:pt x="87" y="110"/>
                  </a:cubicBezTo>
                  <a:cubicBezTo>
                    <a:pt x="85" y="109"/>
                    <a:pt x="83" y="112"/>
                    <a:pt x="83" y="112"/>
                  </a:cubicBezTo>
                  <a:cubicBezTo>
                    <a:pt x="81" y="114"/>
                    <a:pt x="82" y="116"/>
                    <a:pt x="82" y="116"/>
                  </a:cubicBezTo>
                  <a:cubicBezTo>
                    <a:pt x="84" y="122"/>
                    <a:pt x="84" y="122"/>
                    <a:pt x="84" y="122"/>
                  </a:cubicBezTo>
                  <a:cubicBezTo>
                    <a:pt x="84" y="123"/>
                    <a:pt x="83" y="124"/>
                    <a:pt x="83" y="124"/>
                  </a:cubicBezTo>
                  <a:cubicBezTo>
                    <a:pt x="77" y="127"/>
                    <a:pt x="77" y="127"/>
                    <a:pt x="77" y="127"/>
                  </a:cubicBezTo>
                  <a:cubicBezTo>
                    <a:pt x="75" y="128"/>
                    <a:pt x="74" y="126"/>
                    <a:pt x="74" y="126"/>
                  </a:cubicBezTo>
                  <a:cubicBezTo>
                    <a:pt x="71" y="120"/>
                    <a:pt x="71" y="120"/>
                    <a:pt x="71" y="120"/>
                  </a:cubicBezTo>
                  <a:cubicBezTo>
                    <a:pt x="70" y="118"/>
                    <a:pt x="67" y="119"/>
                    <a:pt x="67" y="119"/>
                  </a:cubicBezTo>
                  <a:cubicBezTo>
                    <a:pt x="64" y="119"/>
                    <a:pt x="63" y="121"/>
                    <a:pt x="63" y="121"/>
                  </a:cubicBezTo>
                  <a:cubicBezTo>
                    <a:pt x="60" y="126"/>
                    <a:pt x="60" y="126"/>
                    <a:pt x="60" y="126"/>
                  </a:cubicBezTo>
                  <a:cubicBezTo>
                    <a:pt x="59" y="127"/>
                    <a:pt x="58" y="127"/>
                    <a:pt x="58" y="127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49" y="124"/>
                    <a:pt x="50" y="123"/>
                    <a:pt x="50" y="123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2" y="113"/>
                    <a:pt x="49" y="111"/>
                    <a:pt x="49" y="111"/>
                  </a:cubicBezTo>
                  <a:cubicBezTo>
                    <a:pt x="48" y="110"/>
                    <a:pt x="46" y="110"/>
                    <a:pt x="46" y="110"/>
                  </a:cubicBezTo>
                  <a:cubicBezTo>
                    <a:pt x="40" y="112"/>
                    <a:pt x="40" y="112"/>
                    <a:pt x="40" y="112"/>
                  </a:cubicBezTo>
                  <a:cubicBezTo>
                    <a:pt x="38" y="113"/>
                    <a:pt x="38" y="112"/>
                    <a:pt x="38" y="112"/>
                  </a:cubicBezTo>
                  <a:cubicBezTo>
                    <a:pt x="38" y="112"/>
                    <a:pt x="35" y="107"/>
                    <a:pt x="35" y="106"/>
                  </a:cubicBezTo>
                  <a:cubicBezTo>
                    <a:pt x="34" y="104"/>
                    <a:pt x="35" y="103"/>
                    <a:pt x="35" y="103"/>
                  </a:cubicBezTo>
                  <a:cubicBezTo>
                    <a:pt x="35" y="103"/>
                    <a:pt x="38" y="102"/>
                    <a:pt x="40" y="100"/>
                  </a:cubicBezTo>
                  <a:cubicBezTo>
                    <a:pt x="43" y="99"/>
                    <a:pt x="43" y="96"/>
                    <a:pt x="43" y="96"/>
                  </a:cubicBezTo>
                  <a:cubicBezTo>
                    <a:pt x="43" y="93"/>
                    <a:pt x="41" y="92"/>
                    <a:pt x="41" y="92"/>
                  </a:cubicBezTo>
                  <a:cubicBezTo>
                    <a:pt x="35" y="88"/>
                    <a:pt x="35" y="88"/>
                    <a:pt x="35" y="88"/>
                  </a:cubicBezTo>
                  <a:cubicBezTo>
                    <a:pt x="33" y="87"/>
                    <a:pt x="34" y="86"/>
                    <a:pt x="34" y="86"/>
                  </a:cubicBezTo>
                  <a:cubicBezTo>
                    <a:pt x="36" y="80"/>
                    <a:pt x="36" y="80"/>
                    <a:pt x="36" y="80"/>
                  </a:cubicBezTo>
                  <a:cubicBezTo>
                    <a:pt x="37" y="78"/>
                    <a:pt x="39" y="79"/>
                    <a:pt x="39" y="79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7" y="81"/>
                    <a:pt x="50" y="79"/>
                    <a:pt x="50" y="79"/>
                  </a:cubicBezTo>
                  <a:cubicBezTo>
                    <a:pt x="51" y="78"/>
                    <a:pt x="51" y="76"/>
                    <a:pt x="51" y="76"/>
                  </a:cubicBezTo>
                  <a:cubicBezTo>
                    <a:pt x="49" y="68"/>
                    <a:pt x="49" y="68"/>
                    <a:pt x="49" y="68"/>
                  </a:cubicBezTo>
                  <a:cubicBezTo>
                    <a:pt x="49" y="67"/>
                    <a:pt x="50" y="66"/>
                    <a:pt x="50" y="66"/>
                  </a:cubicBezTo>
                  <a:cubicBezTo>
                    <a:pt x="56" y="64"/>
                    <a:pt x="56" y="64"/>
                    <a:pt x="56" y="64"/>
                  </a:cubicBezTo>
                  <a:cubicBezTo>
                    <a:pt x="58" y="63"/>
                    <a:pt x="58" y="64"/>
                    <a:pt x="58" y="64"/>
                  </a:cubicBezTo>
                  <a:cubicBezTo>
                    <a:pt x="59" y="65"/>
                    <a:pt x="62" y="71"/>
                    <a:pt x="62" y="71"/>
                  </a:cubicBezTo>
                  <a:cubicBezTo>
                    <a:pt x="63" y="72"/>
                    <a:pt x="66" y="72"/>
                    <a:pt x="66" y="72"/>
                  </a:cubicBezTo>
                  <a:cubicBezTo>
                    <a:pt x="68" y="72"/>
                    <a:pt x="70" y="71"/>
                    <a:pt x="70" y="71"/>
                  </a:cubicBezTo>
                  <a:cubicBezTo>
                    <a:pt x="74" y="64"/>
                    <a:pt x="74" y="64"/>
                    <a:pt x="74" y="64"/>
                  </a:cubicBezTo>
                  <a:cubicBezTo>
                    <a:pt x="74" y="63"/>
                    <a:pt x="75" y="63"/>
                    <a:pt x="75" y="63"/>
                  </a:cubicBezTo>
                  <a:cubicBezTo>
                    <a:pt x="82" y="66"/>
                    <a:pt x="82" y="66"/>
                    <a:pt x="82" y="66"/>
                  </a:cubicBezTo>
                  <a:cubicBezTo>
                    <a:pt x="83" y="67"/>
                    <a:pt x="83" y="68"/>
                    <a:pt x="83" y="68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1" y="77"/>
                    <a:pt x="83" y="79"/>
                    <a:pt x="83" y="79"/>
                  </a:cubicBezTo>
                  <a:cubicBezTo>
                    <a:pt x="85" y="80"/>
                    <a:pt x="87" y="80"/>
                    <a:pt x="87" y="80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6" y="78"/>
                    <a:pt x="96" y="80"/>
                    <a:pt x="96" y="80"/>
                  </a:cubicBezTo>
                  <a:cubicBezTo>
                    <a:pt x="99" y="85"/>
                    <a:pt x="99" y="85"/>
                    <a:pt x="99" y="85"/>
                  </a:cubicBezTo>
                  <a:cubicBezTo>
                    <a:pt x="99" y="87"/>
                    <a:pt x="98" y="88"/>
                    <a:pt x="98" y="88"/>
                  </a:cubicBezTo>
                  <a:cubicBezTo>
                    <a:pt x="92" y="91"/>
                    <a:pt x="92" y="91"/>
                    <a:pt x="92" y="91"/>
                  </a:cubicBezTo>
                  <a:cubicBezTo>
                    <a:pt x="90" y="92"/>
                    <a:pt x="90" y="95"/>
                    <a:pt x="90" y="95"/>
                  </a:cubicBezTo>
                  <a:cubicBezTo>
                    <a:pt x="90" y="98"/>
                    <a:pt x="92" y="99"/>
                    <a:pt x="92" y="99"/>
                  </a:cubicBezTo>
                  <a:cubicBezTo>
                    <a:pt x="98" y="102"/>
                    <a:pt x="98" y="102"/>
                    <a:pt x="98" y="102"/>
                  </a:cubicBezTo>
                  <a:cubicBezTo>
                    <a:pt x="100" y="103"/>
                    <a:pt x="99" y="105"/>
                    <a:pt x="99" y="105"/>
                  </a:cubicBezTo>
                  <a:close/>
                  <a:moveTo>
                    <a:pt x="128" y="61"/>
                  </a:moveTo>
                  <a:cubicBezTo>
                    <a:pt x="123" y="61"/>
                    <a:pt x="123" y="61"/>
                    <a:pt x="123" y="61"/>
                  </a:cubicBezTo>
                  <a:cubicBezTo>
                    <a:pt x="122" y="61"/>
                    <a:pt x="121" y="64"/>
                    <a:pt x="121" y="64"/>
                  </a:cubicBezTo>
                  <a:cubicBezTo>
                    <a:pt x="120" y="66"/>
                    <a:pt x="121" y="66"/>
                    <a:pt x="121" y="66"/>
                  </a:cubicBezTo>
                  <a:cubicBezTo>
                    <a:pt x="124" y="70"/>
                    <a:pt x="124" y="70"/>
                    <a:pt x="124" y="70"/>
                  </a:cubicBezTo>
                  <a:cubicBezTo>
                    <a:pt x="125" y="71"/>
                    <a:pt x="124" y="72"/>
                    <a:pt x="124" y="72"/>
                  </a:cubicBezTo>
                  <a:cubicBezTo>
                    <a:pt x="121" y="75"/>
                    <a:pt x="121" y="75"/>
                    <a:pt x="121" y="75"/>
                  </a:cubicBezTo>
                  <a:cubicBezTo>
                    <a:pt x="120" y="76"/>
                    <a:pt x="119" y="75"/>
                    <a:pt x="119" y="75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3" y="71"/>
                    <a:pt x="111" y="73"/>
                    <a:pt x="111" y="73"/>
                  </a:cubicBezTo>
                  <a:cubicBezTo>
                    <a:pt x="110" y="74"/>
                    <a:pt x="110" y="75"/>
                    <a:pt x="110" y="75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09" y="81"/>
                    <a:pt x="108" y="81"/>
                    <a:pt x="108" y="81"/>
                  </a:cubicBezTo>
                  <a:cubicBezTo>
                    <a:pt x="103" y="81"/>
                    <a:pt x="103" y="81"/>
                    <a:pt x="103" y="81"/>
                  </a:cubicBezTo>
                  <a:cubicBezTo>
                    <a:pt x="102" y="81"/>
                    <a:pt x="102" y="80"/>
                    <a:pt x="102" y="80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1" y="73"/>
                    <a:pt x="99" y="73"/>
                    <a:pt x="99" y="73"/>
                  </a:cubicBezTo>
                  <a:cubicBezTo>
                    <a:pt x="97" y="72"/>
                    <a:pt x="96" y="73"/>
                    <a:pt x="96" y="73"/>
                  </a:cubicBezTo>
                  <a:cubicBezTo>
                    <a:pt x="92" y="75"/>
                    <a:pt x="92" y="75"/>
                    <a:pt x="92" y="75"/>
                  </a:cubicBezTo>
                  <a:cubicBezTo>
                    <a:pt x="91" y="76"/>
                    <a:pt x="90" y="76"/>
                    <a:pt x="90" y="76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6" y="71"/>
                    <a:pt x="87" y="70"/>
                    <a:pt x="87" y="70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91" y="65"/>
                    <a:pt x="89" y="63"/>
                    <a:pt x="89" y="63"/>
                  </a:cubicBezTo>
                  <a:cubicBezTo>
                    <a:pt x="89" y="61"/>
                    <a:pt x="87" y="61"/>
                    <a:pt x="87" y="61"/>
                  </a:cubicBezTo>
                  <a:cubicBezTo>
                    <a:pt x="83" y="61"/>
                    <a:pt x="83" y="61"/>
                    <a:pt x="83" y="61"/>
                  </a:cubicBezTo>
                  <a:cubicBezTo>
                    <a:pt x="82" y="61"/>
                    <a:pt x="82" y="60"/>
                    <a:pt x="82" y="60"/>
                  </a:cubicBezTo>
                  <a:cubicBezTo>
                    <a:pt x="82" y="60"/>
                    <a:pt x="81" y="56"/>
                    <a:pt x="81" y="55"/>
                  </a:cubicBezTo>
                  <a:cubicBezTo>
                    <a:pt x="81" y="54"/>
                    <a:pt x="82" y="54"/>
                    <a:pt x="82" y="54"/>
                  </a:cubicBezTo>
                  <a:cubicBezTo>
                    <a:pt x="82" y="54"/>
                    <a:pt x="84" y="53"/>
                    <a:pt x="87" y="53"/>
                  </a:cubicBezTo>
                  <a:cubicBezTo>
                    <a:pt x="89" y="53"/>
                    <a:pt x="89" y="51"/>
                    <a:pt x="89" y="51"/>
                  </a:cubicBezTo>
                  <a:cubicBezTo>
                    <a:pt x="91" y="49"/>
                    <a:pt x="90" y="48"/>
                    <a:pt x="90" y="48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3"/>
                    <a:pt x="87" y="42"/>
                    <a:pt x="87" y="42"/>
                  </a:cubicBezTo>
                  <a:cubicBezTo>
                    <a:pt x="90" y="39"/>
                    <a:pt x="90" y="39"/>
                    <a:pt x="90" y="39"/>
                  </a:cubicBezTo>
                  <a:cubicBezTo>
                    <a:pt x="91" y="38"/>
                    <a:pt x="92" y="39"/>
                    <a:pt x="92" y="39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7" y="42"/>
                    <a:pt x="99" y="42"/>
                    <a:pt x="99" y="42"/>
                  </a:cubicBezTo>
                  <a:cubicBezTo>
                    <a:pt x="100" y="41"/>
                    <a:pt x="101" y="40"/>
                    <a:pt x="101" y="40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2" y="33"/>
                    <a:pt x="103" y="33"/>
                    <a:pt x="103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9" y="33"/>
                    <a:pt x="109" y="34"/>
                    <a:pt x="109" y="34"/>
                  </a:cubicBezTo>
                  <a:cubicBezTo>
                    <a:pt x="109" y="35"/>
                    <a:pt x="110" y="40"/>
                    <a:pt x="110" y="40"/>
                  </a:cubicBezTo>
                  <a:cubicBezTo>
                    <a:pt x="110" y="41"/>
                    <a:pt x="111" y="41"/>
                    <a:pt x="111" y="41"/>
                  </a:cubicBezTo>
                  <a:cubicBezTo>
                    <a:pt x="113" y="42"/>
                    <a:pt x="114" y="42"/>
                    <a:pt x="114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8"/>
                    <a:pt x="120" y="38"/>
                    <a:pt x="120" y="38"/>
                  </a:cubicBezTo>
                  <a:cubicBezTo>
                    <a:pt x="124" y="42"/>
                    <a:pt x="124" y="42"/>
                    <a:pt x="124" y="42"/>
                  </a:cubicBezTo>
                  <a:cubicBezTo>
                    <a:pt x="125" y="43"/>
                    <a:pt x="124" y="44"/>
                    <a:pt x="124" y="44"/>
                  </a:cubicBezTo>
                  <a:cubicBezTo>
                    <a:pt x="121" y="48"/>
                    <a:pt x="121" y="48"/>
                    <a:pt x="121" y="48"/>
                  </a:cubicBezTo>
                  <a:cubicBezTo>
                    <a:pt x="120" y="49"/>
                    <a:pt x="121" y="51"/>
                    <a:pt x="121" y="51"/>
                  </a:cubicBezTo>
                  <a:cubicBezTo>
                    <a:pt x="122" y="52"/>
                    <a:pt x="123" y="53"/>
                    <a:pt x="123" y="53"/>
                  </a:cubicBezTo>
                  <a:cubicBezTo>
                    <a:pt x="128" y="53"/>
                    <a:pt x="128" y="53"/>
                    <a:pt x="128" y="53"/>
                  </a:cubicBezTo>
                  <a:cubicBezTo>
                    <a:pt x="130" y="53"/>
                    <a:pt x="130" y="55"/>
                    <a:pt x="130" y="55"/>
                  </a:cubicBezTo>
                  <a:cubicBezTo>
                    <a:pt x="130" y="59"/>
                    <a:pt x="130" y="59"/>
                    <a:pt x="130" y="59"/>
                  </a:cubicBezTo>
                  <a:cubicBezTo>
                    <a:pt x="130" y="61"/>
                    <a:pt x="128" y="61"/>
                    <a:pt x="128" y="61"/>
                  </a:cubicBez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0" name="îṧľïḋè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B428E5D-F264-41B4-B5CE-54E773265F52}"/>
                </a:ext>
              </a:extLst>
            </p:cNvPr>
            <p:cNvSpPr/>
            <p:nvPr/>
          </p:nvSpPr>
          <p:spPr bwMode="auto">
            <a:xfrm>
              <a:off x="5228712" y="2590191"/>
              <a:ext cx="193002" cy="247971"/>
            </a:xfrm>
            <a:custGeom>
              <a:avLst/>
              <a:gdLst>
                <a:gd name="T0" fmla="*/ 154 w 158"/>
                <a:gd name="T1" fmla="*/ 184 h 203"/>
                <a:gd name="T2" fmla="*/ 86 w 158"/>
                <a:gd name="T3" fmla="*/ 153 h 203"/>
                <a:gd name="T4" fmla="*/ 142 w 158"/>
                <a:gd name="T5" fmla="*/ 26 h 203"/>
                <a:gd name="T6" fmla="*/ 61 w 158"/>
                <a:gd name="T7" fmla="*/ 141 h 203"/>
                <a:gd name="T8" fmla="*/ 0 w 158"/>
                <a:gd name="T9" fmla="*/ 116 h 203"/>
                <a:gd name="T10" fmla="*/ 158 w 158"/>
                <a:gd name="T11" fmla="*/ 0 h 203"/>
                <a:gd name="T12" fmla="*/ 154 w 158"/>
                <a:gd name="T13" fmla="*/ 184 h 203"/>
                <a:gd name="T14" fmla="*/ 67 w 158"/>
                <a:gd name="T15" fmla="*/ 203 h 203"/>
                <a:gd name="T16" fmla="*/ 57 w 158"/>
                <a:gd name="T17" fmla="*/ 159 h 203"/>
                <a:gd name="T18" fmla="*/ 94 w 158"/>
                <a:gd name="T19" fmla="*/ 174 h 203"/>
                <a:gd name="T20" fmla="*/ 67 w 158"/>
                <a:gd name="T21" fmla="*/ 20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" h="203">
                  <a:moveTo>
                    <a:pt x="154" y="184"/>
                  </a:moveTo>
                  <a:lnTo>
                    <a:pt x="86" y="153"/>
                  </a:lnTo>
                  <a:lnTo>
                    <a:pt x="142" y="26"/>
                  </a:lnTo>
                  <a:lnTo>
                    <a:pt x="61" y="141"/>
                  </a:lnTo>
                  <a:lnTo>
                    <a:pt x="0" y="116"/>
                  </a:lnTo>
                  <a:lnTo>
                    <a:pt x="158" y="0"/>
                  </a:lnTo>
                  <a:lnTo>
                    <a:pt x="154" y="184"/>
                  </a:lnTo>
                  <a:close/>
                  <a:moveTo>
                    <a:pt x="67" y="203"/>
                  </a:moveTo>
                  <a:lnTo>
                    <a:pt x="57" y="159"/>
                  </a:lnTo>
                  <a:lnTo>
                    <a:pt x="94" y="174"/>
                  </a:lnTo>
                  <a:lnTo>
                    <a:pt x="67" y="20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1" name="îSlîḍ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F06872E8-CCA8-4645-AC6A-03C9EDA412CA}"/>
                </a:ext>
              </a:extLst>
            </p:cNvPr>
            <p:cNvSpPr/>
            <p:nvPr/>
          </p:nvSpPr>
          <p:spPr bwMode="auto">
            <a:xfrm>
              <a:off x="7295544" y="2987189"/>
              <a:ext cx="153913" cy="122153"/>
            </a:xfrm>
            <a:custGeom>
              <a:avLst/>
              <a:gdLst>
                <a:gd name="T0" fmla="*/ 53 w 61"/>
                <a:gd name="T1" fmla="*/ 4 h 48"/>
                <a:gd name="T2" fmla="*/ 52 w 61"/>
                <a:gd name="T3" fmla="*/ 3 h 48"/>
                <a:gd name="T4" fmla="*/ 28 w 61"/>
                <a:gd name="T5" fmla="*/ 0 h 48"/>
                <a:gd name="T6" fmla="*/ 9 w 61"/>
                <a:gd name="T7" fmla="*/ 7 h 48"/>
                <a:gd name="T8" fmla="*/ 9 w 61"/>
                <a:gd name="T9" fmla="*/ 7 h 48"/>
                <a:gd name="T10" fmla="*/ 8 w 61"/>
                <a:gd name="T11" fmla="*/ 7 h 48"/>
                <a:gd name="T12" fmla="*/ 1 w 61"/>
                <a:gd name="T13" fmla="*/ 18 h 48"/>
                <a:gd name="T14" fmla="*/ 1 w 61"/>
                <a:gd name="T15" fmla="*/ 21 h 48"/>
                <a:gd name="T16" fmla="*/ 8 w 61"/>
                <a:gd name="T17" fmla="*/ 39 h 48"/>
                <a:gd name="T18" fmla="*/ 34 w 61"/>
                <a:gd name="T19" fmla="*/ 48 h 48"/>
                <a:gd name="T20" fmla="*/ 35 w 61"/>
                <a:gd name="T21" fmla="*/ 48 h 48"/>
                <a:gd name="T22" fmla="*/ 35 w 61"/>
                <a:gd name="T23" fmla="*/ 48 h 48"/>
                <a:gd name="T24" fmla="*/ 35 w 61"/>
                <a:gd name="T25" fmla="*/ 48 h 48"/>
                <a:gd name="T26" fmla="*/ 54 w 61"/>
                <a:gd name="T27" fmla="*/ 37 h 48"/>
                <a:gd name="T28" fmla="*/ 60 w 61"/>
                <a:gd name="T29" fmla="*/ 17 h 48"/>
                <a:gd name="T30" fmla="*/ 61 w 61"/>
                <a:gd name="T31" fmla="*/ 15 h 48"/>
                <a:gd name="T32" fmla="*/ 10 w 61"/>
                <a:gd name="T33" fmla="*/ 10 h 48"/>
                <a:gd name="T34" fmla="*/ 26 w 61"/>
                <a:gd name="T35" fmla="*/ 24 h 48"/>
                <a:gd name="T36" fmla="*/ 33 w 61"/>
                <a:gd name="T37" fmla="*/ 45 h 48"/>
                <a:gd name="T38" fmla="*/ 11 w 61"/>
                <a:gd name="T39" fmla="*/ 23 h 48"/>
                <a:gd name="T40" fmla="*/ 26 w 61"/>
                <a:gd name="T41" fmla="*/ 27 h 48"/>
                <a:gd name="T42" fmla="*/ 33 w 61"/>
                <a:gd name="T43" fmla="*/ 18 h 48"/>
                <a:gd name="T44" fmla="*/ 34 w 61"/>
                <a:gd name="T45" fmla="*/ 11 h 48"/>
                <a:gd name="T46" fmla="*/ 28 w 61"/>
                <a:gd name="T47" fmla="*/ 3 h 48"/>
                <a:gd name="T48" fmla="*/ 34 w 61"/>
                <a:gd name="T49" fmla="*/ 11 h 48"/>
                <a:gd name="T50" fmla="*/ 36 w 61"/>
                <a:gd name="T51" fmla="*/ 44 h 48"/>
                <a:gd name="T52" fmla="*/ 39 w 61"/>
                <a:gd name="T53" fmla="*/ 26 h 48"/>
                <a:gd name="T54" fmla="*/ 40 w 61"/>
                <a:gd name="T55" fmla="*/ 26 h 48"/>
                <a:gd name="T56" fmla="*/ 51 w 61"/>
                <a:gd name="T57" fmla="*/ 22 h 48"/>
                <a:gd name="T58" fmla="*/ 41 w 61"/>
                <a:gd name="T59" fmla="*/ 23 h 48"/>
                <a:gd name="T60" fmla="*/ 51 w 61"/>
                <a:gd name="T61" fmla="*/ 7 h 48"/>
                <a:gd name="T62" fmla="*/ 41 w 61"/>
                <a:gd name="T63" fmla="*/ 2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1" h="48">
                  <a:moveTo>
                    <a:pt x="61" y="15"/>
                  </a:move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1" y="20"/>
                    <a:pt x="1" y="20"/>
                    <a:pt x="1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40"/>
                    <a:pt x="9" y="40"/>
                    <a:pt x="9" y="41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4" y="38"/>
                    <a:pt x="54" y="37"/>
                    <a:pt x="54" y="37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17"/>
                    <a:pt x="61" y="17"/>
                    <a:pt x="61" y="16"/>
                  </a:cubicBezTo>
                  <a:cubicBezTo>
                    <a:pt x="61" y="16"/>
                    <a:pt x="61" y="15"/>
                    <a:pt x="61" y="15"/>
                  </a:cubicBezTo>
                  <a:close/>
                  <a:moveTo>
                    <a:pt x="4" y="18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26" y="24"/>
                    <a:pt x="26" y="24"/>
                    <a:pt x="26" y="24"/>
                  </a:cubicBezTo>
                  <a:lnTo>
                    <a:pt x="4" y="18"/>
                  </a:lnTo>
                  <a:close/>
                  <a:moveTo>
                    <a:pt x="33" y="45"/>
                  </a:moveTo>
                  <a:cubicBezTo>
                    <a:pt x="11" y="38"/>
                    <a:pt x="11" y="38"/>
                    <a:pt x="11" y="3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7" y="27"/>
                    <a:pt x="27" y="27"/>
                    <a:pt x="28" y="26"/>
                  </a:cubicBezTo>
                  <a:cubicBezTo>
                    <a:pt x="33" y="18"/>
                    <a:pt x="33" y="18"/>
                    <a:pt x="33" y="18"/>
                  </a:cubicBezTo>
                  <a:lnTo>
                    <a:pt x="33" y="45"/>
                  </a:lnTo>
                  <a:close/>
                  <a:moveTo>
                    <a:pt x="34" y="11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46" y="6"/>
                    <a:pt x="46" y="6"/>
                    <a:pt x="46" y="6"/>
                  </a:cubicBezTo>
                  <a:lnTo>
                    <a:pt x="34" y="11"/>
                  </a:lnTo>
                  <a:close/>
                  <a:moveTo>
                    <a:pt x="51" y="36"/>
                  </a:moveTo>
                  <a:cubicBezTo>
                    <a:pt x="36" y="44"/>
                    <a:pt x="36" y="44"/>
                    <a:pt x="36" y="44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40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0" y="26"/>
                    <a:pt x="41" y="26"/>
                    <a:pt x="41" y="26"/>
                  </a:cubicBezTo>
                  <a:cubicBezTo>
                    <a:pt x="51" y="22"/>
                    <a:pt x="51" y="22"/>
                    <a:pt x="51" y="22"/>
                  </a:cubicBezTo>
                  <a:lnTo>
                    <a:pt x="51" y="36"/>
                  </a:lnTo>
                  <a:close/>
                  <a:moveTo>
                    <a:pt x="41" y="23"/>
                  </a:moveTo>
                  <a:cubicBezTo>
                    <a:pt x="37" y="14"/>
                    <a:pt x="37" y="14"/>
                    <a:pt x="37" y="14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7" y="15"/>
                    <a:pt x="57" y="15"/>
                    <a:pt x="57" y="15"/>
                  </a:cubicBezTo>
                  <a:lnTo>
                    <a:pt x="41" y="2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2" name="íSľiď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BCD1CA7D-B37E-469F-9D78-6542759ECCBC}"/>
                </a:ext>
              </a:extLst>
            </p:cNvPr>
            <p:cNvSpPr/>
            <p:nvPr/>
          </p:nvSpPr>
          <p:spPr bwMode="auto">
            <a:xfrm>
              <a:off x="5066248" y="3406174"/>
              <a:ext cx="155135" cy="120932"/>
            </a:xfrm>
            <a:custGeom>
              <a:avLst/>
              <a:gdLst>
                <a:gd name="T0" fmla="*/ 53 w 61"/>
                <a:gd name="T1" fmla="*/ 4 h 48"/>
                <a:gd name="T2" fmla="*/ 51 w 61"/>
                <a:gd name="T3" fmla="*/ 3 h 48"/>
                <a:gd name="T4" fmla="*/ 27 w 61"/>
                <a:gd name="T5" fmla="*/ 0 h 48"/>
                <a:gd name="T6" fmla="*/ 9 w 61"/>
                <a:gd name="T7" fmla="*/ 7 h 48"/>
                <a:gd name="T8" fmla="*/ 8 w 61"/>
                <a:gd name="T9" fmla="*/ 7 h 48"/>
                <a:gd name="T10" fmla="*/ 8 w 61"/>
                <a:gd name="T11" fmla="*/ 7 h 48"/>
                <a:gd name="T12" fmla="*/ 0 w 61"/>
                <a:gd name="T13" fmla="*/ 18 h 48"/>
                <a:gd name="T14" fmla="*/ 1 w 61"/>
                <a:gd name="T15" fmla="*/ 21 h 48"/>
                <a:gd name="T16" fmla="*/ 8 w 61"/>
                <a:gd name="T17" fmla="*/ 39 h 48"/>
                <a:gd name="T18" fmla="*/ 34 w 61"/>
                <a:gd name="T19" fmla="*/ 48 h 48"/>
                <a:gd name="T20" fmla="*/ 34 w 61"/>
                <a:gd name="T21" fmla="*/ 48 h 48"/>
                <a:gd name="T22" fmla="*/ 35 w 61"/>
                <a:gd name="T23" fmla="*/ 48 h 48"/>
                <a:gd name="T24" fmla="*/ 35 w 61"/>
                <a:gd name="T25" fmla="*/ 48 h 48"/>
                <a:gd name="T26" fmla="*/ 54 w 61"/>
                <a:gd name="T27" fmla="*/ 37 h 48"/>
                <a:gd name="T28" fmla="*/ 60 w 61"/>
                <a:gd name="T29" fmla="*/ 17 h 48"/>
                <a:gd name="T30" fmla="*/ 60 w 61"/>
                <a:gd name="T31" fmla="*/ 15 h 48"/>
                <a:gd name="T32" fmla="*/ 10 w 61"/>
                <a:gd name="T33" fmla="*/ 10 h 48"/>
                <a:gd name="T34" fmla="*/ 25 w 61"/>
                <a:gd name="T35" fmla="*/ 24 h 48"/>
                <a:gd name="T36" fmla="*/ 33 w 61"/>
                <a:gd name="T37" fmla="*/ 45 h 48"/>
                <a:gd name="T38" fmla="*/ 11 w 61"/>
                <a:gd name="T39" fmla="*/ 23 h 48"/>
                <a:gd name="T40" fmla="*/ 26 w 61"/>
                <a:gd name="T41" fmla="*/ 27 h 48"/>
                <a:gd name="T42" fmla="*/ 33 w 61"/>
                <a:gd name="T43" fmla="*/ 18 h 48"/>
                <a:gd name="T44" fmla="*/ 34 w 61"/>
                <a:gd name="T45" fmla="*/ 11 h 48"/>
                <a:gd name="T46" fmla="*/ 28 w 61"/>
                <a:gd name="T47" fmla="*/ 3 h 48"/>
                <a:gd name="T48" fmla="*/ 34 w 61"/>
                <a:gd name="T49" fmla="*/ 11 h 48"/>
                <a:gd name="T50" fmla="*/ 36 w 61"/>
                <a:gd name="T51" fmla="*/ 44 h 48"/>
                <a:gd name="T52" fmla="*/ 38 w 61"/>
                <a:gd name="T53" fmla="*/ 26 h 48"/>
                <a:gd name="T54" fmla="*/ 40 w 61"/>
                <a:gd name="T55" fmla="*/ 26 h 48"/>
                <a:gd name="T56" fmla="*/ 51 w 61"/>
                <a:gd name="T57" fmla="*/ 21 h 48"/>
                <a:gd name="T58" fmla="*/ 41 w 61"/>
                <a:gd name="T59" fmla="*/ 23 h 48"/>
                <a:gd name="T60" fmla="*/ 51 w 61"/>
                <a:gd name="T61" fmla="*/ 7 h 48"/>
                <a:gd name="T62" fmla="*/ 41 w 61"/>
                <a:gd name="T63" fmla="*/ 2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1" h="48">
                  <a:moveTo>
                    <a:pt x="60" y="15"/>
                  </a:moveTo>
                  <a:cubicBezTo>
                    <a:pt x="53" y="4"/>
                    <a:pt x="53" y="4"/>
                    <a:pt x="53" y="4"/>
                  </a:cubicBezTo>
                  <a:cubicBezTo>
                    <a:pt x="52" y="4"/>
                    <a:pt x="52" y="3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7" y="0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1" y="20"/>
                    <a:pt x="1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40"/>
                    <a:pt x="8" y="40"/>
                    <a:pt x="9" y="41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3" y="38"/>
                    <a:pt x="54" y="37"/>
                    <a:pt x="54" y="37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17"/>
                    <a:pt x="60" y="17"/>
                    <a:pt x="60" y="16"/>
                  </a:cubicBezTo>
                  <a:cubicBezTo>
                    <a:pt x="61" y="16"/>
                    <a:pt x="61" y="15"/>
                    <a:pt x="60" y="15"/>
                  </a:cubicBezTo>
                  <a:close/>
                  <a:moveTo>
                    <a:pt x="4" y="18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25" y="24"/>
                    <a:pt x="25" y="24"/>
                    <a:pt x="25" y="24"/>
                  </a:cubicBezTo>
                  <a:lnTo>
                    <a:pt x="4" y="18"/>
                  </a:lnTo>
                  <a:close/>
                  <a:moveTo>
                    <a:pt x="33" y="45"/>
                  </a:moveTo>
                  <a:cubicBezTo>
                    <a:pt x="11" y="38"/>
                    <a:pt x="11" y="38"/>
                    <a:pt x="11" y="3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7"/>
                    <a:pt x="27" y="27"/>
                    <a:pt x="27" y="26"/>
                  </a:cubicBezTo>
                  <a:cubicBezTo>
                    <a:pt x="33" y="18"/>
                    <a:pt x="33" y="18"/>
                    <a:pt x="33" y="18"/>
                  </a:cubicBezTo>
                  <a:lnTo>
                    <a:pt x="33" y="45"/>
                  </a:lnTo>
                  <a:close/>
                  <a:moveTo>
                    <a:pt x="34" y="11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46" y="6"/>
                    <a:pt x="46" y="6"/>
                    <a:pt x="46" y="6"/>
                  </a:cubicBezTo>
                  <a:lnTo>
                    <a:pt x="34" y="11"/>
                  </a:lnTo>
                  <a:close/>
                  <a:moveTo>
                    <a:pt x="51" y="36"/>
                  </a:moveTo>
                  <a:cubicBezTo>
                    <a:pt x="36" y="44"/>
                    <a:pt x="36" y="44"/>
                    <a:pt x="36" y="44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0" y="26"/>
                    <a:pt x="40" y="26"/>
                    <a:pt x="41" y="26"/>
                  </a:cubicBezTo>
                  <a:cubicBezTo>
                    <a:pt x="51" y="21"/>
                    <a:pt x="51" y="21"/>
                    <a:pt x="51" y="21"/>
                  </a:cubicBezTo>
                  <a:lnTo>
                    <a:pt x="51" y="36"/>
                  </a:lnTo>
                  <a:close/>
                  <a:moveTo>
                    <a:pt x="41" y="23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7" y="15"/>
                    <a:pt x="57" y="15"/>
                    <a:pt x="57" y="15"/>
                  </a:cubicBezTo>
                  <a:lnTo>
                    <a:pt x="41" y="23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3" name="ïşlíḍé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A0B3DAB-4227-4C85-A165-BA33C2F5E98E}"/>
                </a:ext>
              </a:extLst>
            </p:cNvPr>
            <p:cNvSpPr/>
            <p:nvPr/>
          </p:nvSpPr>
          <p:spPr bwMode="auto">
            <a:xfrm>
              <a:off x="4701010" y="2921227"/>
              <a:ext cx="513043" cy="317598"/>
            </a:xfrm>
            <a:custGeom>
              <a:avLst/>
              <a:gdLst>
                <a:gd name="T0" fmla="*/ 420 w 420"/>
                <a:gd name="T1" fmla="*/ 0 h 260"/>
                <a:gd name="T2" fmla="*/ 0 w 420"/>
                <a:gd name="T3" fmla="*/ 0 h 260"/>
                <a:gd name="T4" fmla="*/ 0 w 420"/>
                <a:gd name="T5" fmla="*/ 260 h 260"/>
                <a:gd name="T6" fmla="*/ 420 w 420"/>
                <a:gd name="T7" fmla="*/ 260 h 260"/>
                <a:gd name="T8" fmla="*/ 420 w 420"/>
                <a:gd name="T9" fmla="*/ 0 h 260"/>
                <a:gd name="T10" fmla="*/ 401 w 420"/>
                <a:gd name="T11" fmla="*/ 241 h 260"/>
                <a:gd name="T12" fmla="*/ 19 w 420"/>
                <a:gd name="T13" fmla="*/ 241 h 260"/>
                <a:gd name="T14" fmla="*/ 19 w 420"/>
                <a:gd name="T15" fmla="*/ 13 h 260"/>
                <a:gd name="T16" fmla="*/ 401 w 420"/>
                <a:gd name="T17" fmla="*/ 13 h 260"/>
                <a:gd name="T18" fmla="*/ 401 w 420"/>
                <a:gd name="T19" fmla="*/ 241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0" h="260">
                  <a:moveTo>
                    <a:pt x="420" y="0"/>
                  </a:moveTo>
                  <a:lnTo>
                    <a:pt x="0" y="0"/>
                  </a:lnTo>
                  <a:lnTo>
                    <a:pt x="0" y="260"/>
                  </a:lnTo>
                  <a:lnTo>
                    <a:pt x="420" y="260"/>
                  </a:lnTo>
                  <a:lnTo>
                    <a:pt x="420" y="0"/>
                  </a:lnTo>
                  <a:close/>
                  <a:moveTo>
                    <a:pt x="401" y="241"/>
                  </a:moveTo>
                  <a:lnTo>
                    <a:pt x="19" y="241"/>
                  </a:lnTo>
                  <a:lnTo>
                    <a:pt x="19" y="13"/>
                  </a:lnTo>
                  <a:lnTo>
                    <a:pt x="401" y="13"/>
                  </a:lnTo>
                  <a:lnTo>
                    <a:pt x="401" y="241"/>
                  </a:lnTo>
                  <a:close/>
                </a:path>
              </a:pathLst>
            </a:custGeom>
            <a:noFill/>
            <a:ln w="9525">
              <a:solidFill>
                <a:srgbClr val="3ABABA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4" name="íṧḻiďe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A0DA698C-2C47-4D8F-ACA7-6A5922FA315E}"/>
                </a:ext>
              </a:extLst>
            </p:cNvPr>
            <p:cNvSpPr/>
            <p:nvPr/>
          </p:nvSpPr>
          <p:spPr bwMode="auto">
            <a:xfrm>
              <a:off x="4924551" y="3251040"/>
              <a:ext cx="91615" cy="30539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5" name="iś1iďê">
              <a:extLst>
                <a:ext uri="{FF2B5EF4-FFF2-40B4-BE49-F238E27FC236}">
                  <a16:creationId xmlns:a14="http://schemas.microsoft.com/office/drawing/2010/main" xmlns:p14="http://schemas.microsoft.com/office/powerpoint/2010/main" xmlns:a16="http://schemas.microsoft.com/office/drawing/2014/main" xmlns:lc="http://schemas.openxmlformats.org/drawingml/2006/lockedCanvas" xmlns="" id="{4E88F6BE-F7C0-4479-AAF2-0AEA31871C12}"/>
                </a:ext>
              </a:extLst>
            </p:cNvPr>
            <p:cNvSpPr/>
            <p:nvPr/>
          </p:nvSpPr>
          <p:spPr bwMode="auto">
            <a:xfrm>
              <a:off x="4884240" y="3271806"/>
              <a:ext cx="182009" cy="9772"/>
            </a:xfrm>
            <a:prstGeom prst="rect">
              <a:avLst/>
            </a:prstGeom>
            <a:noFill/>
            <a:ln w="9525">
              <a:solidFill>
                <a:srgbClr val="3ABABA"/>
              </a:solidFill>
              <a:miter lim="800000"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6" name="signal_88225"/>
            <p:cNvSpPr>
              <a:spLocks noChangeAspect="1"/>
            </p:cNvSpPr>
            <p:nvPr/>
          </p:nvSpPr>
          <p:spPr bwMode="auto">
            <a:xfrm>
              <a:off x="4923566" y="5625246"/>
              <a:ext cx="308338" cy="288030"/>
            </a:xfrm>
            <a:custGeom>
              <a:avLst/>
              <a:gdLst>
                <a:gd name="connsiteX0" fmla="*/ 88503 w 609614"/>
                <a:gd name="connsiteY0" fmla="*/ 441810 h 569463"/>
                <a:gd name="connsiteX1" fmla="*/ 98368 w 609614"/>
                <a:gd name="connsiteY1" fmla="*/ 451658 h 569463"/>
                <a:gd name="connsiteX2" fmla="*/ 98368 w 609614"/>
                <a:gd name="connsiteY2" fmla="*/ 530164 h 569463"/>
                <a:gd name="connsiteX3" fmla="*/ 59002 w 609614"/>
                <a:gd name="connsiteY3" fmla="*/ 569463 h 569463"/>
                <a:gd name="connsiteX4" fmla="*/ 39365 w 609614"/>
                <a:gd name="connsiteY4" fmla="*/ 569463 h 569463"/>
                <a:gd name="connsiteX5" fmla="*/ 0 w 609614"/>
                <a:gd name="connsiteY5" fmla="*/ 530164 h 569463"/>
                <a:gd name="connsiteX6" fmla="*/ 0 w 609614"/>
                <a:gd name="connsiteY6" fmla="*/ 510560 h 569463"/>
                <a:gd name="connsiteX7" fmla="*/ 9864 w 609614"/>
                <a:gd name="connsiteY7" fmla="*/ 500713 h 569463"/>
                <a:gd name="connsiteX8" fmla="*/ 19636 w 609614"/>
                <a:gd name="connsiteY8" fmla="*/ 510560 h 569463"/>
                <a:gd name="connsiteX9" fmla="*/ 19636 w 609614"/>
                <a:gd name="connsiteY9" fmla="*/ 530164 h 569463"/>
                <a:gd name="connsiteX10" fmla="*/ 39365 w 609614"/>
                <a:gd name="connsiteY10" fmla="*/ 549860 h 569463"/>
                <a:gd name="connsiteX11" fmla="*/ 59002 w 609614"/>
                <a:gd name="connsiteY11" fmla="*/ 549860 h 569463"/>
                <a:gd name="connsiteX12" fmla="*/ 78639 w 609614"/>
                <a:gd name="connsiteY12" fmla="*/ 530164 h 569463"/>
                <a:gd name="connsiteX13" fmla="*/ 78639 w 609614"/>
                <a:gd name="connsiteY13" fmla="*/ 451658 h 569463"/>
                <a:gd name="connsiteX14" fmla="*/ 88503 w 609614"/>
                <a:gd name="connsiteY14" fmla="*/ 441810 h 569463"/>
                <a:gd name="connsiteX15" fmla="*/ 216324 w 609614"/>
                <a:gd name="connsiteY15" fmla="*/ 353462 h 569463"/>
                <a:gd name="connsiteX16" fmla="*/ 226091 w 609614"/>
                <a:gd name="connsiteY16" fmla="*/ 363310 h 569463"/>
                <a:gd name="connsiteX17" fmla="*/ 226091 w 609614"/>
                <a:gd name="connsiteY17" fmla="*/ 530165 h 569463"/>
                <a:gd name="connsiteX18" fmla="*/ 186837 w 609614"/>
                <a:gd name="connsiteY18" fmla="*/ 569463 h 569463"/>
                <a:gd name="connsiteX19" fmla="*/ 167118 w 609614"/>
                <a:gd name="connsiteY19" fmla="*/ 569463 h 569463"/>
                <a:gd name="connsiteX20" fmla="*/ 127864 w 609614"/>
                <a:gd name="connsiteY20" fmla="*/ 530165 h 569463"/>
                <a:gd name="connsiteX21" fmla="*/ 127864 w 609614"/>
                <a:gd name="connsiteY21" fmla="*/ 510562 h 569463"/>
                <a:gd name="connsiteX22" fmla="*/ 137632 w 609614"/>
                <a:gd name="connsiteY22" fmla="*/ 500715 h 569463"/>
                <a:gd name="connsiteX23" fmla="*/ 147491 w 609614"/>
                <a:gd name="connsiteY23" fmla="*/ 510562 h 569463"/>
                <a:gd name="connsiteX24" fmla="*/ 147491 w 609614"/>
                <a:gd name="connsiteY24" fmla="*/ 530165 h 569463"/>
                <a:gd name="connsiteX25" fmla="*/ 167118 w 609614"/>
                <a:gd name="connsiteY25" fmla="*/ 549860 h 569463"/>
                <a:gd name="connsiteX26" fmla="*/ 186837 w 609614"/>
                <a:gd name="connsiteY26" fmla="*/ 549860 h 569463"/>
                <a:gd name="connsiteX27" fmla="*/ 206464 w 609614"/>
                <a:gd name="connsiteY27" fmla="*/ 530165 h 569463"/>
                <a:gd name="connsiteX28" fmla="*/ 206464 w 609614"/>
                <a:gd name="connsiteY28" fmla="*/ 363310 h 569463"/>
                <a:gd name="connsiteX29" fmla="*/ 216324 w 609614"/>
                <a:gd name="connsiteY29" fmla="*/ 353462 h 569463"/>
                <a:gd name="connsiteX30" fmla="*/ 39365 w 609614"/>
                <a:gd name="connsiteY30" fmla="*/ 353462 h 569463"/>
                <a:gd name="connsiteX31" fmla="*/ 59002 w 609614"/>
                <a:gd name="connsiteY31" fmla="*/ 353462 h 569463"/>
                <a:gd name="connsiteX32" fmla="*/ 98368 w 609614"/>
                <a:gd name="connsiteY32" fmla="*/ 392761 h 569463"/>
                <a:gd name="connsiteX33" fmla="*/ 98368 w 609614"/>
                <a:gd name="connsiteY33" fmla="*/ 412365 h 569463"/>
                <a:gd name="connsiteX34" fmla="*/ 88503 w 609614"/>
                <a:gd name="connsiteY34" fmla="*/ 422212 h 569463"/>
                <a:gd name="connsiteX35" fmla="*/ 78639 w 609614"/>
                <a:gd name="connsiteY35" fmla="*/ 412365 h 569463"/>
                <a:gd name="connsiteX36" fmla="*/ 78639 w 609614"/>
                <a:gd name="connsiteY36" fmla="*/ 392761 h 569463"/>
                <a:gd name="connsiteX37" fmla="*/ 59002 w 609614"/>
                <a:gd name="connsiteY37" fmla="*/ 373158 h 569463"/>
                <a:gd name="connsiteX38" fmla="*/ 39365 w 609614"/>
                <a:gd name="connsiteY38" fmla="*/ 373158 h 569463"/>
                <a:gd name="connsiteX39" fmla="*/ 19636 w 609614"/>
                <a:gd name="connsiteY39" fmla="*/ 392761 h 569463"/>
                <a:gd name="connsiteX40" fmla="*/ 19636 w 609614"/>
                <a:gd name="connsiteY40" fmla="*/ 471267 h 569463"/>
                <a:gd name="connsiteX41" fmla="*/ 9864 w 609614"/>
                <a:gd name="connsiteY41" fmla="*/ 481115 h 569463"/>
                <a:gd name="connsiteX42" fmla="*/ 0 w 609614"/>
                <a:gd name="connsiteY42" fmla="*/ 471267 h 569463"/>
                <a:gd name="connsiteX43" fmla="*/ 0 w 609614"/>
                <a:gd name="connsiteY43" fmla="*/ 392761 h 569463"/>
                <a:gd name="connsiteX44" fmla="*/ 39365 w 609614"/>
                <a:gd name="connsiteY44" fmla="*/ 353462 h 569463"/>
                <a:gd name="connsiteX45" fmla="*/ 344092 w 609614"/>
                <a:gd name="connsiteY45" fmla="*/ 265114 h 569463"/>
                <a:gd name="connsiteX46" fmla="*/ 353956 w 609614"/>
                <a:gd name="connsiteY46" fmla="*/ 274961 h 569463"/>
                <a:gd name="connsiteX47" fmla="*/ 353956 w 609614"/>
                <a:gd name="connsiteY47" fmla="*/ 530165 h 569463"/>
                <a:gd name="connsiteX48" fmla="*/ 314591 w 609614"/>
                <a:gd name="connsiteY48" fmla="*/ 569463 h 569463"/>
                <a:gd name="connsiteX49" fmla="*/ 294954 w 609614"/>
                <a:gd name="connsiteY49" fmla="*/ 569463 h 569463"/>
                <a:gd name="connsiteX50" fmla="*/ 255588 w 609614"/>
                <a:gd name="connsiteY50" fmla="*/ 530165 h 569463"/>
                <a:gd name="connsiteX51" fmla="*/ 255588 w 609614"/>
                <a:gd name="connsiteY51" fmla="*/ 510563 h 569463"/>
                <a:gd name="connsiteX52" fmla="*/ 265453 w 609614"/>
                <a:gd name="connsiteY52" fmla="*/ 500715 h 569463"/>
                <a:gd name="connsiteX53" fmla="*/ 275317 w 609614"/>
                <a:gd name="connsiteY53" fmla="*/ 510563 h 569463"/>
                <a:gd name="connsiteX54" fmla="*/ 275317 w 609614"/>
                <a:gd name="connsiteY54" fmla="*/ 530165 h 569463"/>
                <a:gd name="connsiteX55" fmla="*/ 294954 w 609614"/>
                <a:gd name="connsiteY55" fmla="*/ 549860 h 569463"/>
                <a:gd name="connsiteX56" fmla="*/ 314591 w 609614"/>
                <a:gd name="connsiteY56" fmla="*/ 549860 h 569463"/>
                <a:gd name="connsiteX57" fmla="*/ 334320 w 609614"/>
                <a:gd name="connsiteY57" fmla="*/ 530165 h 569463"/>
                <a:gd name="connsiteX58" fmla="*/ 334320 w 609614"/>
                <a:gd name="connsiteY58" fmla="*/ 274961 h 569463"/>
                <a:gd name="connsiteX59" fmla="*/ 344092 w 609614"/>
                <a:gd name="connsiteY59" fmla="*/ 265114 h 569463"/>
                <a:gd name="connsiteX60" fmla="*/ 167118 w 609614"/>
                <a:gd name="connsiteY60" fmla="*/ 265114 h 569463"/>
                <a:gd name="connsiteX61" fmla="*/ 186837 w 609614"/>
                <a:gd name="connsiteY61" fmla="*/ 265114 h 569463"/>
                <a:gd name="connsiteX62" fmla="*/ 226091 w 609614"/>
                <a:gd name="connsiteY62" fmla="*/ 304412 h 569463"/>
                <a:gd name="connsiteX63" fmla="*/ 226091 w 609614"/>
                <a:gd name="connsiteY63" fmla="*/ 324015 h 569463"/>
                <a:gd name="connsiteX64" fmla="*/ 216324 w 609614"/>
                <a:gd name="connsiteY64" fmla="*/ 333862 h 569463"/>
                <a:gd name="connsiteX65" fmla="*/ 206464 w 609614"/>
                <a:gd name="connsiteY65" fmla="*/ 324015 h 569463"/>
                <a:gd name="connsiteX66" fmla="*/ 206464 w 609614"/>
                <a:gd name="connsiteY66" fmla="*/ 304412 h 569463"/>
                <a:gd name="connsiteX67" fmla="*/ 186837 w 609614"/>
                <a:gd name="connsiteY67" fmla="*/ 284809 h 569463"/>
                <a:gd name="connsiteX68" fmla="*/ 167118 w 609614"/>
                <a:gd name="connsiteY68" fmla="*/ 284809 h 569463"/>
                <a:gd name="connsiteX69" fmla="*/ 147491 w 609614"/>
                <a:gd name="connsiteY69" fmla="*/ 304412 h 569463"/>
                <a:gd name="connsiteX70" fmla="*/ 147491 w 609614"/>
                <a:gd name="connsiteY70" fmla="*/ 471268 h 569463"/>
                <a:gd name="connsiteX71" fmla="*/ 137632 w 609614"/>
                <a:gd name="connsiteY71" fmla="*/ 481115 h 569463"/>
                <a:gd name="connsiteX72" fmla="*/ 127864 w 609614"/>
                <a:gd name="connsiteY72" fmla="*/ 471268 h 569463"/>
                <a:gd name="connsiteX73" fmla="*/ 127864 w 609614"/>
                <a:gd name="connsiteY73" fmla="*/ 304412 h 569463"/>
                <a:gd name="connsiteX74" fmla="*/ 167118 w 609614"/>
                <a:gd name="connsiteY74" fmla="*/ 265114 h 569463"/>
                <a:gd name="connsiteX75" fmla="*/ 471956 w 609614"/>
                <a:gd name="connsiteY75" fmla="*/ 176696 h 569463"/>
                <a:gd name="connsiteX76" fmla="*/ 481820 w 609614"/>
                <a:gd name="connsiteY76" fmla="*/ 186545 h 569463"/>
                <a:gd name="connsiteX77" fmla="*/ 481820 w 609614"/>
                <a:gd name="connsiteY77" fmla="*/ 530159 h 569463"/>
                <a:gd name="connsiteX78" fmla="*/ 442455 w 609614"/>
                <a:gd name="connsiteY78" fmla="*/ 569463 h 569463"/>
                <a:gd name="connsiteX79" fmla="*/ 422818 w 609614"/>
                <a:gd name="connsiteY79" fmla="*/ 569463 h 569463"/>
                <a:gd name="connsiteX80" fmla="*/ 383452 w 609614"/>
                <a:gd name="connsiteY80" fmla="*/ 530159 h 569463"/>
                <a:gd name="connsiteX81" fmla="*/ 383452 w 609614"/>
                <a:gd name="connsiteY81" fmla="*/ 510553 h 569463"/>
                <a:gd name="connsiteX82" fmla="*/ 393317 w 609614"/>
                <a:gd name="connsiteY82" fmla="*/ 500703 h 569463"/>
                <a:gd name="connsiteX83" fmla="*/ 403089 w 609614"/>
                <a:gd name="connsiteY83" fmla="*/ 510553 h 569463"/>
                <a:gd name="connsiteX84" fmla="*/ 403089 w 609614"/>
                <a:gd name="connsiteY84" fmla="*/ 530159 h 569463"/>
                <a:gd name="connsiteX85" fmla="*/ 422818 w 609614"/>
                <a:gd name="connsiteY85" fmla="*/ 549857 h 569463"/>
                <a:gd name="connsiteX86" fmla="*/ 442455 w 609614"/>
                <a:gd name="connsiteY86" fmla="*/ 549857 h 569463"/>
                <a:gd name="connsiteX87" fmla="*/ 462091 w 609614"/>
                <a:gd name="connsiteY87" fmla="*/ 530159 h 569463"/>
                <a:gd name="connsiteX88" fmla="*/ 462091 w 609614"/>
                <a:gd name="connsiteY88" fmla="*/ 186545 h 569463"/>
                <a:gd name="connsiteX89" fmla="*/ 471956 w 609614"/>
                <a:gd name="connsiteY89" fmla="*/ 176696 h 569463"/>
                <a:gd name="connsiteX90" fmla="*/ 294996 w 609614"/>
                <a:gd name="connsiteY90" fmla="*/ 176696 h 569463"/>
                <a:gd name="connsiteX91" fmla="*/ 314619 w 609614"/>
                <a:gd name="connsiteY91" fmla="*/ 176696 h 569463"/>
                <a:gd name="connsiteX92" fmla="*/ 353956 w 609614"/>
                <a:gd name="connsiteY92" fmla="*/ 216003 h 569463"/>
                <a:gd name="connsiteX93" fmla="*/ 353956 w 609614"/>
                <a:gd name="connsiteY93" fmla="*/ 235610 h 569463"/>
                <a:gd name="connsiteX94" fmla="*/ 344099 w 609614"/>
                <a:gd name="connsiteY94" fmla="*/ 245460 h 569463"/>
                <a:gd name="connsiteX95" fmla="*/ 334333 w 609614"/>
                <a:gd name="connsiteY95" fmla="*/ 235610 h 569463"/>
                <a:gd name="connsiteX96" fmla="*/ 334333 w 609614"/>
                <a:gd name="connsiteY96" fmla="*/ 216003 h 569463"/>
                <a:gd name="connsiteX97" fmla="*/ 314619 w 609614"/>
                <a:gd name="connsiteY97" fmla="*/ 196395 h 569463"/>
                <a:gd name="connsiteX98" fmla="*/ 294996 w 609614"/>
                <a:gd name="connsiteY98" fmla="*/ 196395 h 569463"/>
                <a:gd name="connsiteX99" fmla="*/ 275373 w 609614"/>
                <a:gd name="connsiteY99" fmla="*/ 216003 h 569463"/>
                <a:gd name="connsiteX100" fmla="*/ 275373 w 609614"/>
                <a:gd name="connsiteY100" fmla="*/ 471265 h 569463"/>
                <a:gd name="connsiteX101" fmla="*/ 265516 w 609614"/>
                <a:gd name="connsiteY101" fmla="*/ 481115 h 569463"/>
                <a:gd name="connsiteX102" fmla="*/ 255658 w 609614"/>
                <a:gd name="connsiteY102" fmla="*/ 471265 h 569463"/>
                <a:gd name="connsiteX103" fmla="*/ 255658 w 609614"/>
                <a:gd name="connsiteY103" fmla="*/ 216003 h 569463"/>
                <a:gd name="connsiteX104" fmla="*/ 294996 w 609614"/>
                <a:gd name="connsiteY104" fmla="*/ 176696 h 569463"/>
                <a:gd name="connsiteX105" fmla="*/ 422818 w 609614"/>
                <a:gd name="connsiteY105" fmla="*/ 88348 h 569463"/>
                <a:gd name="connsiteX106" fmla="*/ 442455 w 609614"/>
                <a:gd name="connsiteY106" fmla="*/ 88348 h 569463"/>
                <a:gd name="connsiteX107" fmla="*/ 481820 w 609614"/>
                <a:gd name="connsiteY107" fmla="*/ 127652 h 569463"/>
                <a:gd name="connsiteX108" fmla="*/ 481820 w 609614"/>
                <a:gd name="connsiteY108" fmla="*/ 147258 h 569463"/>
                <a:gd name="connsiteX109" fmla="*/ 471956 w 609614"/>
                <a:gd name="connsiteY109" fmla="*/ 157108 h 569463"/>
                <a:gd name="connsiteX110" fmla="*/ 462091 w 609614"/>
                <a:gd name="connsiteY110" fmla="*/ 147258 h 569463"/>
                <a:gd name="connsiteX111" fmla="*/ 462091 w 609614"/>
                <a:gd name="connsiteY111" fmla="*/ 127652 h 569463"/>
                <a:gd name="connsiteX112" fmla="*/ 442455 w 609614"/>
                <a:gd name="connsiteY112" fmla="*/ 108046 h 569463"/>
                <a:gd name="connsiteX113" fmla="*/ 422818 w 609614"/>
                <a:gd name="connsiteY113" fmla="*/ 108046 h 569463"/>
                <a:gd name="connsiteX114" fmla="*/ 403089 w 609614"/>
                <a:gd name="connsiteY114" fmla="*/ 127652 h 569463"/>
                <a:gd name="connsiteX115" fmla="*/ 403089 w 609614"/>
                <a:gd name="connsiteY115" fmla="*/ 471266 h 569463"/>
                <a:gd name="connsiteX116" fmla="*/ 393317 w 609614"/>
                <a:gd name="connsiteY116" fmla="*/ 481115 h 569463"/>
                <a:gd name="connsiteX117" fmla="*/ 383452 w 609614"/>
                <a:gd name="connsiteY117" fmla="*/ 471266 h 569463"/>
                <a:gd name="connsiteX118" fmla="*/ 383452 w 609614"/>
                <a:gd name="connsiteY118" fmla="*/ 127652 h 569463"/>
                <a:gd name="connsiteX119" fmla="*/ 422818 w 609614"/>
                <a:gd name="connsiteY119" fmla="*/ 88348 h 569463"/>
                <a:gd name="connsiteX120" fmla="*/ 599840 w 609614"/>
                <a:gd name="connsiteY120" fmla="*/ 88348 h 569463"/>
                <a:gd name="connsiteX121" fmla="*/ 609614 w 609614"/>
                <a:gd name="connsiteY121" fmla="*/ 98197 h 569463"/>
                <a:gd name="connsiteX122" fmla="*/ 609614 w 609614"/>
                <a:gd name="connsiteY122" fmla="*/ 530160 h 569463"/>
                <a:gd name="connsiteX123" fmla="*/ 570332 w 609614"/>
                <a:gd name="connsiteY123" fmla="*/ 569463 h 569463"/>
                <a:gd name="connsiteX124" fmla="*/ 550599 w 609614"/>
                <a:gd name="connsiteY124" fmla="*/ 569463 h 569463"/>
                <a:gd name="connsiteX125" fmla="*/ 511316 w 609614"/>
                <a:gd name="connsiteY125" fmla="*/ 530160 h 569463"/>
                <a:gd name="connsiteX126" fmla="*/ 511316 w 609614"/>
                <a:gd name="connsiteY126" fmla="*/ 510555 h 569463"/>
                <a:gd name="connsiteX127" fmla="*/ 521091 w 609614"/>
                <a:gd name="connsiteY127" fmla="*/ 500706 h 569463"/>
                <a:gd name="connsiteX128" fmla="*/ 530957 w 609614"/>
                <a:gd name="connsiteY128" fmla="*/ 510555 h 569463"/>
                <a:gd name="connsiteX129" fmla="*/ 530957 w 609614"/>
                <a:gd name="connsiteY129" fmla="*/ 530160 h 569463"/>
                <a:gd name="connsiteX130" fmla="*/ 550599 w 609614"/>
                <a:gd name="connsiteY130" fmla="*/ 549858 h 569463"/>
                <a:gd name="connsiteX131" fmla="*/ 570332 w 609614"/>
                <a:gd name="connsiteY131" fmla="*/ 549858 h 569463"/>
                <a:gd name="connsiteX132" fmla="*/ 589973 w 609614"/>
                <a:gd name="connsiteY132" fmla="*/ 530160 h 569463"/>
                <a:gd name="connsiteX133" fmla="*/ 589973 w 609614"/>
                <a:gd name="connsiteY133" fmla="*/ 98197 h 569463"/>
                <a:gd name="connsiteX134" fmla="*/ 599840 w 609614"/>
                <a:gd name="connsiteY134" fmla="*/ 88348 h 569463"/>
                <a:gd name="connsiteX135" fmla="*/ 550599 w 609614"/>
                <a:gd name="connsiteY135" fmla="*/ 0 h 569463"/>
                <a:gd name="connsiteX136" fmla="*/ 570332 w 609614"/>
                <a:gd name="connsiteY136" fmla="*/ 0 h 569463"/>
                <a:gd name="connsiteX137" fmla="*/ 609614 w 609614"/>
                <a:gd name="connsiteY137" fmla="*/ 39303 h 569463"/>
                <a:gd name="connsiteX138" fmla="*/ 609614 w 609614"/>
                <a:gd name="connsiteY138" fmla="*/ 58908 h 569463"/>
                <a:gd name="connsiteX139" fmla="*/ 599840 w 609614"/>
                <a:gd name="connsiteY139" fmla="*/ 68757 h 569463"/>
                <a:gd name="connsiteX140" fmla="*/ 589973 w 609614"/>
                <a:gd name="connsiteY140" fmla="*/ 58908 h 569463"/>
                <a:gd name="connsiteX141" fmla="*/ 589973 w 609614"/>
                <a:gd name="connsiteY141" fmla="*/ 39303 h 569463"/>
                <a:gd name="connsiteX142" fmla="*/ 570332 w 609614"/>
                <a:gd name="connsiteY142" fmla="*/ 19697 h 569463"/>
                <a:gd name="connsiteX143" fmla="*/ 550599 w 609614"/>
                <a:gd name="connsiteY143" fmla="*/ 19697 h 569463"/>
                <a:gd name="connsiteX144" fmla="*/ 530957 w 609614"/>
                <a:gd name="connsiteY144" fmla="*/ 39303 h 569463"/>
                <a:gd name="connsiteX145" fmla="*/ 530957 w 609614"/>
                <a:gd name="connsiteY145" fmla="*/ 471266 h 569463"/>
                <a:gd name="connsiteX146" fmla="*/ 521091 w 609614"/>
                <a:gd name="connsiteY146" fmla="*/ 481115 h 569463"/>
                <a:gd name="connsiteX147" fmla="*/ 511316 w 609614"/>
                <a:gd name="connsiteY147" fmla="*/ 471266 h 569463"/>
                <a:gd name="connsiteX148" fmla="*/ 511316 w 609614"/>
                <a:gd name="connsiteY148" fmla="*/ 39303 h 569463"/>
                <a:gd name="connsiteX149" fmla="*/ 550599 w 609614"/>
                <a:gd name="connsiteY149" fmla="*/ 0 h 56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609614" h="569463">
                  <a:moveTo>
                    <a:pt x="88503" y="441810"/>
                  </a:moveTo>
                  <a:cubicBezTo>
                    <a:pt x="93943" y="441810"/>
                    <a:pt x="98368" y="446228"/>
                    <a:pt x="98368" y="451658"/>
                  </a:cubicBezTo>
                  <a:lnTo>
                    <a:pt x="98368" y="530164"/>
                  </a:lnTo>
                  <a:cubicBezTo>
                    <a:pt x="98368" y="551884"/>
                    <a:pt x="80667" y="569463"/>
                    <a:pt x="59002" y="569463"/>
                  </a:cubicBezTo>
                  <a:lnTo>
                    <a:pt x="39365" y="569463"/>
                  </a:lnTo>
                  <a:cubicBezTo>
                    <a:pt x="17608" y="569463"/>
                    <a:pt x="0" y="551884"/>
                    <a:pt x="0" y="530164"/>
                  </a:cubicBezTo>
                  <a:lnTo>
                    <a:pt x="0" y="510560"/>
                  </a:lnTo>
                  <a:cubicBezTo>
                    <a:pt x="0" y="505130"/>
                    <a:pt x="4425" y="500713"/>
                    <a:pt x="9864" y="500713"/>
                  </a:cubicBezTo>
                  <a:cubicBezTo>
                    <a:pt x="15303" y="500713"/>
                    <a:pt x="19636" y="505130"/>
                    <a:pt x="19636" y="510560"/>
                  </a:cubicBezTo>
                  <a:lnTo>
                    <a:pt x="19636" y="530164"/>
                  </a:lnTo>
                  <a:cubicBezTo>
                    <a:pt x="19636" y="541024"/>
                    <a:pt x="28487" y="549860"/>
                    <a:pt x="39365" y="549860"/>
                  </a:cubicBezTo>
                  <a:lnTo>
                    <a:pt x="59002" y="549860"/>
                  </a:lnTo>
                  <a:cubicBezTo>
                    <a:pt x="69881" y="549860"/>
                    <a:pt x="78639" y="541024"/>
                    <a:pt x="78639" y="530164"/>
                  </a:cubicBezTo>
                  <a:lnTo>
                    <a:pt x="78639" y="451658"/>
                  </a:lnTo>
                  <a:cubicBezTo>
                    <a:pt x="78639" y="446228"/>
                    <a:pt x="83064" y="441810"/>
                    <a:pt x="88503" y="441810"/>
                  </a:cubicBezTo>
                  <a:close/>
                  <a:moveTo>
                    <a:pt x="216324" y="353462"/>
                  </a:moveTo>
                  <a:cubicBezTo>
                    <a:pt x="221760" y="353462"/>
                    <a:pt x="226091" y="357880"/>
                    <a:pt x="226091" y="363310"/>
                  </a:cubicBezTo>
                  <a:lnTo>
                    <a:pt x="226091" y="530165"/>
                  </a:lnTo>
                  <a:cubicBezTo>
                    <a:pt x="226091" y="551885"/>
                    <a:pt x="208491" y="569463"/>
                    <a:pt x="186837" y="569463"/>
                  </a:cubicBezTo>
                  <a:lnTo>
                    <a:pt x="167118" y="569463"/>
                  </a:lnTo>
                  <a:cubicBezTo>
                    <a:pt x="145464" y="569463"/>
                    <a:pt x="127864" y="551885"/>
                    <a:pt x="127864" y="530165"/>
                  </a:cubicBezTo>
                  <a:lnTo>
                    <a:pt x="127864" y="510562"/>
                  </a:lnTo>
                  <a:cubicBezTo>
                    <a:pt x="127864" y="505132"/>
                    <a:pt x="132195" y="500715"/>
                    <a:pt x="137632" y="500715"/>
                  </a:cubicBezTo>
                  <a:cubicBezTo>
                    <a:pt x="143068" y="500715"/>
                    <a:pt x="147491" y="505132"/>
                    <a:pt x="147491" y="510562"/>
                  </a:cubicBezTo>
                  <a:lnTo>
                    <a:pt x="147491" y="530165"/>
                  </a:lnTo>
                  <a:cubicBezTo>
                    <a:pt x="147491" y="541025"/>
                    <a:pt x="156337" y="549860"/>
                    <a:pt x="167118" y="549860"/>
                  </a:cubicBezTo>
                  <a:lnTo>
                    <a:pt x="186837" y="549860"/>
                  </a:lnTo>
                  <a:cubicBezTo>
                    <a:pt x="197618" y="549860"/>
                    <a:pt x="206464" y="541025"/>
                    <a:pt x="206464" y="530165"/>
                  </a:cubicBezTo>
                  <a:lnTo>
                    <a:pt x="206464" y="363310"/>
                  </a:lnTo>
                  <a:cubicBezTo>
                    <a:pt x="206464" y="357880"/>
                    <a:pt x="210887" y="353462"/>
                    <a:pt x="216324" y="353462"/>
                  </a:cubicBezTo>
                  <a:close/>
                  <a:moveTo>
                    <a:pt x="39365" y="353462"/>
                  </a:moveTo>
                  <a:lnTo>
                    <a:pt x="59002" y="353462"/>
                  </a:lnTo>
                  <a:cubicBezTo>
                    <a:pt x="80667" y="353462"/>
                    <a:pt x="98368" y="371133"/>
                    <a:pt x="98368" y="392761"/>
                  </a:cubicBezTo>
                  <a:lnTo>
                    <a:pt x="98368" y="412365"/>
                  </a:lnTo>
                  <a:cubicBezTo>
                    <a:pt x="98368" y="417795"/>
                    <a:pt x="93943" y="422212"/>
                    <a:pt x="88503" y="422212"/>
                  </a:cubicBezTo>
                  <a:cubicBezTo>
                    <a:pt x="83064" y="422212"/>
                    <a:pt x="78639" y="417795"/>
                    <a:pt x="78639" y="412365"/>
                  </a:cubicBezTo>
                  <a:lnTo>
                    <a:pt x="78639" y="392761"/>
                  </a:lnTo>
                  <a:cubicBezTo>
                    <a:pt x="78639" y="381901"/>
                    <a:pt x="69881" y="373158"/>
                    <a:pt x="59002" y="373158"/>
                  </a:cubicBezTo>
                  <a:lnTo>
                    <a:pt x="39365" y="373158"/>
                  </a:lnTo>
                  <a:cubicBezTo>
                    <a:pt x="28487" y="373158"/>
                    <a:pt x="19636" y="381901"/>
                    <a:pt x="19636" y="392761"/>
                  </a:cubicBezTo>
                  <a:lnTo>
                    <a:pt x="19636" y="471267"/>
                  </a:lnTo>
                  <a:cubicBezTo>
                    <a:pt x="19636" y="476697"/>
                    <a:pt x="15303" y="481115"/>
                    <a:pt x="9864" y="481115"/>
                  </a:cubicBezTo>
                  <a:cubicBezTo>
                    <a:pt x="4425" y="481115"/>
                    <a:pt x="0" y="476697"/>
                    <a:pt x="0" y="471267"/>
                  </a:cubicBezTo>
                  <a:lnTo>
                    <a:pt x="0" y="392761"/>
                  </a:lnTo>
                  <a:cubicBezTo>
                    <a:pt x="0" y="371133"/>
                    <a:pt x="17608" y="353462"/>
                    <a:pt x="39365" y="353462"/>
                  </a:cubicBezTo>
                  <a:close/>
                  <a:moveTo>
                    <a:pt x="344092" y="265114"/>
                  </a:moveTo>
                  <a:cubicBezTo>
                    <a:pt x="349531" y="265114"/>
                    <a:pt x="353956" y="269532"/>
                    <a:pt x="353956" y="274961"/>
                  </a:cubicBezTo>
                  <a:lnTo>
                    <a:pt x="353956" y="530165"/>
                  </a:lnTo>
                  <a:cubicBezTo>
                    <a:pt x="353956" y="551885"/>
                    <a:pt x="336348" y="569463"/>
                    <a:pt x="314591" y="569463"/>
                  </a:cubicBezTo>
                  <a:lnTo>
                    <a:pt x="294954" y="569463"/>
                  </a:lnTo>
                  <a:cubicBezTo>
                    <a:pt x="273289" y="569463"/>
                    <a:pt x="255588" y="551885"/>
                    <a:pt x="255588" y="530165"/>
                  </a:cubicBezTo>
                  <a:lnTo>
                    <a:pt x="255588" y="510563"/>
                  </a:lnTo>
                  <a:cubicBezTo>
                    <a:pt x="255588" y="505133"/>
                    <a:pt x="260013" y="500715"/>
                    <a:pt x="265453" y="500715"/>
                  </a:cubicBezTo>
                  <a:cubicBezTo>
                    <a:pt x="270892" y="500715"/>
                    <a:pt x="275317" y="505133"/>
                    <a:pt x="275317" y="510563"/>
                  </a:cubicBezTo>
                  <a:lnTo>
                    <a:pt x="275317" y="530165"/>
                  </a:lnTo>
                  <a:cubicBezTo>
                    <a:pt x="275317" y="541025"/>
                    <a:pt x="284075" y="549860"/>
                    <a:pt x="294954" y="549860"/>
                  </a:cubicBezTo>
                  <a:lnTo>
                    <a:pt x="314591" y="549860"/>
                  </a:lnTo>
                  <a:cubicBezTo>
                    <a:pt x="325469" y="549860"/>
                    <a:pt x="334320" y="541025"/>
                    <a:pt x="334320" y="530165"/>
                  </a:cubicBezTo>
                  <a:lnTo>
                    <a:pt x="334320" y="274961"/>
                  </a:lnTo>
                  <a:cubicBezTo>
                    <a:pt x="334320" y="269532"/>
                    <a:pt x="338653" y="265114"/>
                    <a:pt x="344092" y="265114"/>
                  </a:cubicBezTo>
                  <a:close/>
                  <a:moveTo>
                    <a:pt x="167118" y="265114"/>
                  </a:moveTo>
                  <a:lnTo>
                    <a:pt x="186837" y="265114"/>
                  </a:lnTo>
                  <a:cubicBezTo>
                    <a:pt x="208491" y="265114"/>
                    <a:pt x="226091" y="282784"/>
                    <a:pt x="226091" y="304412"/>
                  </a:cubicBezTo>
                  <a:lnTo>
                    <a:pt x="226091" y="324015"/>
                  </a:lnTo>
                  <a:cubicBezTo>
                    <a:pt x="226091" y="329445"/>
                    <a:pt x="221760" y="333862"/>
                    <a:pt x="216324" y="333862"/>
                  </a:cubicBezTo>
                  <a:cubicBezTo>
                    <a:pt x="210887" y="333862"/>
                    <a:pt x="206464" y="329445"/>
                    <a:pt x="206464" y="324015"/>
                  </a:cubicBezTo>
                  <a:lnTo>
                    <a:pt x="206464" y="304412"/>
                  </a:lnTo>
                  <a:cubicBezTo>
                    <a:pt x="206464" y="293552"/>
                    <a:pt x="197618" y="284809"/>
                    <a:pt x="186837" y="284809"/>
                  </a:cubicBezTo>
                  <a:lnTo>
                    <a:pt x="167118" y="284809"/>
                  </a:lnTo>
                  <a:cubicBezTo>
                    <a:pt x="156337" y="284809"/>
                    <a:pt x="147491" y="293552"/>
                    <a:pt x="147491" y="304412"/>
                  </a:cubicBezTo>
                  <a:lnTo>
                    <a:pt x="147491" y="471268"/>
                  </a:lnTo>
                  <a:cubicBezTo>
                    <a:pt x="147491" y="476697"/>
                    <a:pt x="143068" y="481115"/>
                    <a:pt x="137632" y="481115"/>
                  </a:cubicBezTo>
                  <a:cubicBezTo>
                    <a:pt x="132195" y="481115"/>
                    <a:pt x="127864" y="476697"/>
                    <a:pt x="127864" y="471268"/>
                  </a:cubicBezTo>
                  <a:lnTo>
                    <a:pt x="127864" y="304412"/>
                  </a:lnTo>
                  <a:cubicBezTo>
                    <a:pt x="127864" y="282784"/>
                    <a:pt x="145464" y="265114"/>
                    <a:pt x="167118" y="265114"/>
                  </a:cubicBezTo>
                  <a:close/>
                  <a:moveTo>
                    <a:pt x="471956" y="176696"/>
                  </a:moveTo>
                  <a:cubicBezTo>
                    <a:pt x="477395" y="176696"/>
                    <a:pt x="481820" y="181114"/>
                    <a:pt x="481820" y="186545"/>
                  </a:cubicBezTo>
                  <a:lnTo>
                    <a:pt x="481820" y="530159"/>
                  </a:lnTo>
                  <a:cubicBezTo>
                    <a:pt x="481820" y="551882"/>
                    <a:pt x="464120" y="569463"/>
                    <a:pt x="442455" y="569463"/>
                  </a:cubicBezTo>
                  <a:lnTo>
                    <a:pt x="422818" y="569463"/>
                  </a:lnTo>
                  <a:cubicBezTo>
                    <a:pt x="401061" y="569463"/>
                    <a:pt x="383452" y="551882"/>
                    <a:pt x="383452" y="530159"/>
                  </a:cubicBezTo>
                  <a:lnTo>
                    <a:pt x="383452" y="510553"/>
                  </a:lnTo>
                  <a:cubicBezTo>
                    <a:pt x="383452" y="505122"/>
                    <a:pt x="387877" y="500703"/>
                    <a:pt x="393317" y="500703"/>
                  </a:cubicBezTo>
                  <a:cubicBezTo>
                    <a:pt x="398756" y="500703"/>
                    <a:pt x="403089" y="505122"/>
                    <a:pt x="403089" y="510553"/>
                  </a:cubicBezTo>
                  <a:lnTo>
                    <a:pt x="403089" y="530159"/>
                  </a:lnTo>
                  <a:cubicBezTo>
                    <a:pt x="403089" y="541020"/>
                    <a:pt x="411939" y="549857"/>
                    <a:pt x="422818" y="549857"/>
                  </a:cubicBezTo>
                  <a:lnTo>
                    <a:pt x="442455" y="549857"/>
                  </a:lnTo>
                  <a:cubicBezTo>
                    <a:pt x="453333" y="549857"/>
                    <a:pt x="462091" y="541020"/>
                    <a:pt x="462091" y="530159"/>
                  </a:cubicBezTo>
                  <a:lnTo>
                    <a:pt x="462091" y="186545"/>
                  </a:lnTo>
                  <a:cubicBezTo>
                    <a:pt x="462091" y="181114"/>
                    <a:pt x="466517" y="176696"/>
                    <a:pt x="471956" y="176696"/>
                  </a:cubicBezTo>
                  <a:close/>
                  <a:moveTo>
                    <a:pt x="294996" y="176696"/>
                  </a:moveTo>
                  <a:lnTo>
                    <a:pt x="314619" y="176696"/>
                  </a:lnTo>
                  <a:cubicBezTo>
                    <a:pt x="336360" y="176696"/>
                    <a:pt x="353956" y="194370"/>
                    <a:pt x="353956" y="216003"/>
                  </a:cubicBezTo>
                  <a:lnTo>
                    <a:pt x="353956" y="235610"/>
                  </a:lnTo>
                  <a:cubicBezTo>
                    <a:pt x="353956" y="241041"/>
                    <a:pt x="349534" y="245460"/>
                    <a:pt x="344099" y="245460"/>
                  </a:cubicBezTo>
                  <a:cubicBezTo>
                    <a:pt x="338663" y="245460"/>
                    <a:pt x="334333" y="241041"/>
                    <a:pt x="334333" y="235610"/>
                  </a:cubicBezTo>
                  <a:lnTo>
                    <a:pt x="334333" y="216003"/>
                  </a:lnTo>
                  <a:cubicBezTo>
                    <a:pt x="334333" y="205140"/>
                    <a:pt x="325489" y="196395"/>
                    <a:pt x="314619" y="196395"/>
                  </a:cubicBezTo>
                  <a:lnTo>
                    <a:pt x="294996" y="196395"/>
                  </a:lnTo>
                  <a:cubicBezTo>
                    <a:pt x="284125" y="196395"/>
                    <a:pt x="275373" y="205140"/>
                    <a:pt x="275373" y="216003"/>
                  </a:cubicBezTo>
                  <a:lnTo>
                    <a:pt x="275373" y="471265"/>
                  </a:lnTo>
                  <a:cubicBezTo>
                    <a:pt x="275373" y="476696"/>
                    <a:pt x="270951" y="481115"/>
                    <a:pt x="265516" y="481115"/>
                  </a:cubicBezTo>
                  <a:cubicBezTo>
                    <a:pt x="260080" y="481115"/>
                    <a:pt x="255658" y="476696"/>
                    <a:pt x="255658" y="471265"/>
                  </a:cubicBezTo>
                  <a:lnTo>
                    <a:pt x="255658" y="216003"/>
                  </a:lnTo>
                  <a:cubicBezTo>
                    <a:pt x="255658" y="194370"/>
                    <a:pt x="273346" y="176696"/>
                    <a:pt x="294996" y="176696"/>
                  </a:cubicBezTo>
                  <a:close/>
                  <a:moveTo>
                    <a:pt x="422818" y="88348"/>
                  </a:moveTo>
                  <a:lnTo>
                    <a:pt x="442455" y="88348"/>
                  </a:lnTo>
                  <a:cubicBezTo>
                    <a:pt x="464120" y="88348"/>
                    <a:pt x="481820" y="106021"/>
                    <a:pt x="481820" y="127652"/>
                  </a:cubicBezTo>
                  <a:lnTo>
                    <a:pt x="481820" y="147258"/>
                  </a:lnTo>
                  <a:cubicBezTo>
                    <a:pt x="481820" y="152689"/>
                    <a:pt x="477395" y="157108"/>
                    <a:pt x="471956" y="157108"/>
                  </a:cubicBezTo>
                  <a:cubicBezTo>
                    <a:pt x="466517" y="157108"/>
                    <a:pt x="462091" y="152689"/>
                    <a:pt x="462091" y="147258"/>
                  </a:cubicBezTo>
                  <a:lnTo>
                    <a:pt x="462091" y="127652"/>
                  </a:lnTo>
                  <a:cubicBezTo>
                    <a:pt x="462091" y="116791"/>
                    <a:pt x="453333" y="108046"/>
                    <a:pt x="442455" y="108046"/>
                  </a:cubicBezTo>
                  <a:lnTo>
                    <a:pt x="422818" y="108046"/>
                  </a:lnTo>
                  <a:cubicBezTo>
                    <a:pt x="411939" y="108046"/>
                    <a:pt x="403089" y="116791"/>
                    <a:pt x="403089" y="127652"/>
                  </a:cubicBezTo>
                  <a:lnTo>
                    <a:pt x="403089" y="471266"/>
                  </a:lnTo>
                  <a:cubicBezTo>
                    <a:pt x="403089" y="476697"/>
                    <a:pt x="398756" y="481115"/>
                    <a:pt x="393317" y="481115"/>
                  </a:cubicBezTo>
                  <a:cubicBezTo>
                    <a:pt x="387877" y="481115"/>
                    <a:pt x="383452" y="476697"/>
                    <a:pt x="383452" y="471266"/>
                  </a:cubicBezTo>
                  <a:lnTo>
                    <a:pt x="383452" y="127652"/>
                  </a:lnTo>
                  <a:cubicBezTo>
                    <a:pt x="383452" y="106021"/>
                    <a:pt x="401061" y="88348"/>
                    <a:pt x="422818" y="88348"/>
                  </a:cubicBezTo>
                  <a:close/>
                  <a:moveTo>
                    <a:pt x="599840" y="88348"/>
                  </a:moveTo>
                  <a:cubicBezTo>
                    <a:pt x="605280" y="88348"/>
                    <a:pt x="609614" y="92766"/>
                    <a:pt x="609614" y="98197"/>
                  </a:cubicBezTo>
                  <a:lnTo>
                    <a:pt x="609614" y="530160"/>
                  </a:lnTo>
                  <a:cubicBezTo>
                    <a:pt x="609614" y="551883"/>
                    <a:pt x="592002" y="569463"/>
                    <a:pt x="570332" y="569463"/>
                  </a:cubicBezTo>
                  <a:lnTo>
                    <a:pt x="550599" y="569463"/>
                  </a:lnTo>
                  <a:cubicBezTo>
                    <a:pt x="528929" y="569463"/>
                    <a:pt x="511316" y="551883"/>
                    <a:pt x="511316" y="530160"/>
                  </a:cubicBezTo>
                  <a:lnTo>
                    <a:pt x="511316" y="510555"/>
                  </a:lnTo>
                  <a:cubicBezTo>
                    <a:pt x="511316" y="505124"/>
                    <a:pt x="515650" y="500706"/>
                    <a:pt x="521091" y="500706"/>
                  </a:cubicBezTo>
                  <a:cubicBezTo>
                    <a:pt x="526531" y="500706"/>
                    <a:pt x="530957" y="505124"/>
                    <a:pt x="530957" y="510555"/>
                  </a:cubicBezTo>
                  <a:lnTo>
                    <a:pt x="530957" y="530160"/>
                  </a:lnTo>
                  <a:cubicBezTo>
                    <a:pt x="530957" y="541021"/>
                    <a:pt x="539810" y="549858"/>
                    <a:pt x="550599" y="549858"/>
                  </a:cubicBezTo>
                  <a:lnTo>
                    <a:pt x="570332" y="549858"/>
                  </a:lnTo>
                  <a:cubicBezTo>
                    <a:pt x="581121" y="549858"/>
                    <a:pt x="589973" y="541021"/>
                    <a:pt x="589973" y="530160"/>
                  </a:cubicBezTo>
                  <a:lnTo>
                    <a:pt x="589973" y="98197"/>
                  </a:lnTo>
                  <a:cubicBezTo>
                    <a:pt x="589973" y="92766"/>
                    <a:pt x="594399" y="88348"/>
                    <a:pt x="599840" y="88348"/>
                  </a:cubicBezTo>
                  <a:close/>
                  <a:moveTo>
                    <a:pt x="550599" y="0"/>
                  </a:moveTo>
                  <a:lnTo>
                    <a:pt x="570332" y="0"/>
                  </a:lnTo>
                  <a:cubicBezTo>
                    <a:pt x="592002" y="0"/>
                    <a:pt x="609614" y="17673"/>
                    <a:pt x="609614" y="39303"/>
                  </a:cubicBezTo>
                  <a:lnTo>
                    <a:pt x="609614" y="58908"/>
                  </a:lnTo>
                  <a:cubicBezTo>
                    <a:pt x="609614" y="64339"/>
                    <a:pt x="605280" y="68757"/>
                    <a:pt x="599840" y="68757"/>
                  </a:cubicBezTo>
                  <a:cubicBezTo>
                    <a:pt x="594399" y="68757"/>
                    <a:pt x="589973" y="64339"/>
                    <a:pt x="589973" y="58908"/>
                  </a:cubicBezTo>
                  <a:lnTo>
                    <a:pt x="589973" y="39303"/>
                  </a:lnTo>
                  <a:cubicBezTo>
                    <a:pt x="589973" y="28442"/>
                    <a:pt x="581121" y="19697"/>
                    <a:pt x="570332" y="19697"/>
                  </a:cubicBezTo>
                  <a:lnTo>
                    <a:pt x="550599" y="19697"/>
                  </a:lnTo>
                  <a:cubicBezTo>
                    <a:pt x="539810" y="19697"/>
                    <a:pt x="530957" y="28442"/>
                    <a:pt x="530957" y="39303"/>
                  </a:cubicBezTo>
                  <a:lnTo>
                    <a:pt x="530957" y="471266"/>
                  </a:lnTo>
                  <a:cubicBezTo>
                    <a:pt x="530957" y="476697"/>
                    <a:pt x="526531" y="481115"/>
                    <a:pt x="521091" y="481115"/>
                  </a:cubicBezTo>
                  <a:cubicBezTo>
                    <a:pt x="515650" y="481115"/>
                    <a:pt x="511316" y="476697"/>
                    <a:pt x="511316" y="471266"/>
                  </a:cubicBezTo>
                  <a:lnTo>
                    <a:pt x="511316" y="39303"/>
                  </a:lnTo>
                  <a:cubicBezTo>
                    <a:pt x="511316" y="17673"/>
                    <a:pt x="528929" y="0"/>
                    <a:pt x="550599" y="0"/>
                  </a:cubicBezTo>
                  <a:close/>
                </a:path>
              </a:pathLst>
            </a:custGeom>
            <a:noFill/>
            <a:ln w="3175">
              <a:solidFill>
                <a:srgbClr val="3ABABA"/>
              </a:solidFill>
            </a:ln>
          </p:spPr>
        </p:sp>
        <p:sp>
          <p:nvSpPr>
            <p:cNvPr id="607" name="signal_88225"/>
            <p:cNvSpPr>
              <a:spLocks noChangeAspect="1"/>
            </p:cNvSpPr>
            <p:nvPr/>
          </p:nvSpPr>
          <p:spPr bwMode="auto">
            <a:xfrm>
              <a:off x="6759770" y="5661248"/>
              <a:ext cx="308338" cy="288030"/>
            </a:xfrm>
            <a:custGeom>
              <a:avLst/>
              <a:gdLst>
                <a:gd name="connsiteX0" fmla="*/ 88503 w 609614"/>
                <a:gd name="connsiteY0" fmla="*/ 441810 h 569463"/>
                <a:gd name="connsiteX1" fmla="*/ 98368 w 609614"/>
                <a:gd name="connsiteY1" fmla="*/ 451658 h 569463"/>
                <a:gd name="connsiteX2" fmla="*/ 98368 w 609614"/>
                <a:gd name="connsiteY2" fmla="*/ 530164 h 569463"/>
                <a:gd name="connsiteX3" fmla="*/ 59002 w 609614"/>
                <a:gd name="connsiteY3" fmla="*/ 569463 h 569463"/>
                <a:gd name="connsiteX4" fmla="*/ 39365 w 609614"/>
                <a:gd name="connsiteY4" fmla="*/ 569463 h 569463"/>
                <a:gd name="connsiteX5" fmla="*/ 0 w 609614"/>
                <a:gd name="connsiteY5" fmla="*/ 530164 h 569463"/>
                <a:gd name="connsiteX6" fmla="*/ 0 w 609614"/>
                <a:gd name="connsiteY6" fmla="*/ 510560 h 569463"/>
                <a:gd name="connsiteX7" fmla="*/ 9864 w 609614"/>
                <a:gd name="connsiteY7" fmla="*/ 500713 h 569463"/>
                <a:gd name="connsiteX8" fmla="*/ 19636 w 609614"/>
                <a:gd name="connsiteY8" fmla="*/ 510560 h 569463"/>
                <a:gd name="connsiteX9" fmla="*/ 19636 w 609614"/>
                <a:gd name="connsiteY9" fmla="*/ 530164 h 569463"/>
                <a:gd name="connsiteX10" fmla="*/ 39365 w 609614"/>
                <a:gd name="connsiteY10" fmla="*/ 549860 h 569463"/>
                <a:gd name="connsiteX11" fmla="*/ 59002 w 609614"/>
                <a:gd name="connsiteY11" fmla="*/ 549860 h 569463"/>
                <a:gd name="connsiteX12" fmla="*/ 78639 w 609614"/>
                <a:gd name="connsiteY12" fmla="*/ 530164 h 569463"/>
                <a:gd name="connsiteX13" fmla="*/ 78639 w 609614"/>
                <a:gd name="connsiteY13" fmla="*/ 451658 h 569463"/>
                <a:gd name="connsiteX14" fmla="*/ 88503 w 609614"/>
                <a:gd name="connsiteY14" fmla="*/ 441810 h 569463"/>
                <a:gd name="connsiteX15" fmla="*/ 216324 w 609614"/>
                <a:gd name="connsiteY15" fmla="*/ 353462 h 569463"/>
                <a:gd name="connsiteX16" fmla="*/ 226091 w 609614"/>
                <a:gd name="connsiteY16" fmla="*/ 363310 h 569463"/>
                <a:gd name="connsiteX17" fmla="*/ 226091 w 609614"/>
                <a:gd name="connsiteY17" fmla="*/ 530165 h 569463"/>
                <a:gd name="connsiteX18" fmla="*/ 186837 w 609614"/>
                <a:gd name="connsiteY18" fmla="*/ 569463 h 569463"/>
                <a:gd name="connsiteX19" fmla="*/ 167118 w 609614"/>
                <a:gd name="connsiteY19" fmla="*/ 569463 h 569463"/>
                <a:gd name="connsiteX20" fmla="*/ 127864 w 609614"/>
                <a:gd name="connsiteY20" fmla="*/ 530165 h 569463"/>
                <a:gd name="connsiteX21" fmla="*/ 127864 w 609614"/>
                <a:gd name="connsiteY21" fmla="*/ 510562 h 569463"/>
                <a:gd name="connsiteX22" fmla="*/ 137632 w 609614"/>
                <a:gd name="connsiteY22" fmla="*/ 500715 h 569463"/>
                <a:gd name="connsiteX23" fmla="*/ 147491 w 609614"/>
                <a:gd name="connsiteY23" fmla="*/ 510562 h 569463"/>
                <a:gd name="connsiteX24" fmla="*/ 147491 w 609614"/>
                <a:gd name="connsiteY24" fmla="*/ 530165 h 569463"/>
                <a:gd name="connsiteX25" fmla="*/ 167118 w 609614"/>
                <a:gd name="connsiteY25" fmla="*/ 549860 h 569463"/>
                <a:gd name="connsiteX26" fmla="*/ 186837 w 609614"/>
                <a:gd name="connsiteY26" fmla="*/ 549860 h 569463"/>
                <a:gd name="connsiteX27" fmla="*/ 206464 w 609614"/>
                <a:gd name="connsiteY27" fmla="*/ 530165 h 569463"/>
                <a:gd name="connsiteX28" fmla="*/ 206464 w 609614"/>
                <a:gd name="connsiteY28" fmla="*/ 363310 h 569463"/>
                <a:gd name="connsiteX29" fmla="*/ 216324 w 609614"/>
                <a:gd name="connsiteY29" fmla="*/ 353462 h 569463"/>
                <a:gd name="connsiteX30" fmla="*/ 39365 w 609614"/>
                <a:gd name="connsiteY30" fmla="*/ 353462 h 569463"/>
                <a:gd name="connsiteX31" fmla="*/ 59002 w 609614"/>
                <a:gd name="connsiteY31" fmla="*/ 353462 h 569463"/>
                <a:gd name="connsiteX32" fmla="*/ 98368 w 609614"/>
                <a:gd name="connsiteY32" fmla="*/ 392761 h 569463"/>
                <a:gd name="connsiteX33" fmla="*/ 98368 w 609614"/>
                <a:gd name="connsiteY33" fmla="*/ 412365 h 569463"/>
                <a:gd name="connsiteX34" fmla="*/ 88503 w 609614"/>
                <a:gd name="connsiteY34" fmla="*/ 422212 h 569463"/>
                <a:gd name="connsiteX35" fmla="*/ 78639 w 609614"/>
                <a:gd name="connsiteY35" fmla="*/ 412365 h 569463"/>
                <a:gd name="connsiteX36" fmla="*/ 78639 w 609614"/>
                <a:gd name="connsiteY36" fmla="*/ 392761 h 569463"/>
                <a:gd name="connsiteX37" fmla="*/ 59002 w 609614"/>
                <a:gd name="connsiteY37" fmla="*/ 373158 h 569463"/>
                <a:gd name="connsiteX38" fmla="*/ 39365 w 609614"/>
                <a:gd name="connsiteY38" fmla="*/ 373158 h 569463"/>
                <a:gd name="connsiteX39" fmla="*/ 19636 w 609614"/>
                <a:gd name="connsiteY39" fmla="*/ 392761 h 569463"/>
                <a:gd name="connsiteX40" fmla="*/ 19636 w 609614"/>
                <a:gd name="connsiteY40" fmla="*/ 471267 h 569463"/>
                <a:gd name="connsiteX41" fmla="*/ 9864 w 609614"/>
                <a:gd name="connsiteY41" fmla="*/ 481115 h 569463"/>
                <a:gd name="connsiteX42" fmla="*/ 0 w 609614"/>
                <a:gd name="connsiteY42" fmla="*/ 471267 h 569463"/>
                <a:gd name="connsiteX43" fmla="*/ 0 w 609614"/>
                <a:gd name="connsiteY43" fmla="*/ 392761 h 569463"/>
                <a:gd name="connsiteX44" fmla="*/ 39365 w 609614"/>
                <a:gd name="connsiteY44" fmla="*/ 353462 h 569463"/>
                <a:gd name="connsiteX45" fmla="*/ 344092 w 609614"/>
                <a:gd name="connsiteY45" fmla="*/ 265114 h 569463"/>
                <a:gd name="connsiteX46" fmla="*/ 353956 w 609614"/>
                <a:gd name="connsiteY46" fmla="*/ 274961 h 569463"/>
                <a:gd name="connsiteX47" fmla="*/ 353956 w 609614"/>
                <a:gd name="connsiteY47" fmla="*/ 530165 h 569463"/>
                <a:gd name="connsiteX48" fmla="*/ 314591 w 609614"/>
                <a:gd name="connsiteY48" fmla="*/ 569463 h 569463"/>
                <a:gd name="connsiteX49" fmla="*/ 294954 w 609614"/>
                <a:gd name="connsiteY49" fmla="*/ 569463 h 569463"/>
                <a:gd name="connsiteX50" fmla="*/ 255588 w 609614"/>
                <a:gd name="connsiteY50" fmla="*/ 530165 h 569463"/>
                <a:gd name="connsiteX51" fmla="*/ 255588 w 609614"/>
                <a:gd name="connsiteY51" fmla="*/ 510563 h 569463"/>
                <a:gd name="connsiteX52" fmla="*/ 265453 w 609614"/>
                <a:gd name="connsiteY52" fmla="*/ 500715 h 569463"/>
                <a:gd name="connsiteX53" fmla="*/ 275317 w 609614"/>
                <a:gd name="connsiteY53" fmla="*/ 510563 h 569463"/>
                <a:gd name="connsiteX54" fmla="*/ 275317 w 609614"/>
                <a:gd name="connsiteY54" fmla="*/ 530165 h 569463"/>
                <a:gd name="connsiteX55" fmla="*/ 294954 w 609614"/>
                <a:gd name="connsiteY55" fmla="*/ 549860 h 569463"/>
                <a:gd name="connsiteX56" fmla="*/ 314591 w 609614"/>
                <a:gd name="connsiteY56" fmla="*/ 549860 h 569463"/>
                <a:gd name="connsiteX57" fmla="*/ 334320 w 609614"/>
                <a:gd name="connsiteY57" fmla="*/ 530165 h 569463"/>
                <a:gd name="connsiteX58" fmla="*/ 334320 w 609614"/>
                <a:gd name="connsiteY58" fmla="*/ 274961 h 569463"/>
                <a:gd name="connsiteX59" fmla="*/ 344092 w 609614"/>
                <a:gd name="connsiteY59" fmla="*/ 265114 h 569463"/>
                <a:gd name="connsiteX60" fmla="*/ 167118 w 609614"/>
                <a:gd name="connsiteY60" fmla="*/ 265114 h 569463"/>
                <a:gd name="connsiteX61" fmla="*/ 186837 w 609614"/>
                <a:gd name="connsiteY61" fmla="*/ 265114 h 569463"/>
                <a:gd name="connsiteX62" fmla="*/ 226091 w 609614"/>
                <a:gd name="connsiteY62" fmla="*/ 304412 h 569463"/>
                <a:gd name="connsiteX63" fmla="*/ 226091 w 609614"/>
                <a:gd name="connsiteY63" fmla="*/ 324015 h 569463"/>
                <a:gd name="connsiteX64" fmla="*/ 216324 w 609614"/>
                <a:gd name="connsiteY64" fmla="*/ 333862 h 569463"/>
                <a:gd name="connsiteX65" fmla="*/ 206464 w 609614"/>
                <a:gd name="connsiteY65" fmla="*/ 324015 h 569463"/>
                <a:gd name="connsiteX66" fmla="*/ 206464 w 609614"/>
                <a:gd name="connsiteY66" fmla="*/ 304412 h 569463"/>
                <a:gd name="connsiteX67" fmla="*/ 186837 w 609614"/>
                <a:gd name="connsiteY67" fmla="*/ 284809 h 569463"/>
                <a:gd name="connsiteX68" fmla="*/ 167118 w 609614"/>
                <a:gd name="connsiteY68" fmla="*/ 284809 h 569463"/>
                <a:gd name="connsiteX69" fmla="*/ 147491 w 609614"/>
                <a:gd name="connsiteY69" fmla="*/ 304412 h 569463"/>
                <a:gd name="connsiteX70" fmla="*/ 147491 w 609614"/>
                <a:gd name="connsiteY70" fmla="*/ 471268 h 569463"/>
                <a:gd name="connsiteX71" fmla="*/ 137632 w 609614"/>
                <a:gd name="connsiteY71" fmla="*/ 481115 h 569463"/>
                <a:gd name="connsiteX72" fmla="*/ 127864 w 609614"/>
                <a:gd name="connsiteY72" fmla="*/ 471268 h 569463"/>
                <a:gd name="connsiteX73" fmla="*/ 127864 w 609614"/>
                <a:gd name="connsiteY73" fmla="*/ 304412 h 569463"/>
                <a:gd name="connsiteX74" fmla="*/ 167118 w 609614"/>
                <a:gd name="connsiteY74" fmla="*/ 265114 h 569463"/>
                <a:gd name="connsiteX75" fmla="*/ 471956 w 609614"/>
                <a:gd name="connsiteY75" fmla="*/ 176696 h 569463"/>
                <a:gd name="connsiteX76" fmla="*/ 481820 w 609614"/>
                <a:gd name="connsiteY76" fmla="*/ 186545 h 569463"/>
                <a:gd name="connsiteX77" fmla="*/ 481820 w 609614"/>
                <a:gd name="connsiteY77" fmla="*/ 530159 h 569463"/>
                <a:gd name="connsiteX78" fmla="*/ 442455 w 609614"/>
                <a:gd name="connsiteY78" fmla="*/ 569463 h 569463"/>
                <a:gd name="connsiteX79" fmla="*/ 422818 w 609614"/>
                <a:gd name="connsiteY79" fmla="*/ 569463 h 569463"/>
                <a:gd name="connsiteX80" fmla="*/ 383452 w 609614"/>
                <a:gd name="connsiteY80" fmla="*/ 530159 h 569463"/>
                <a:gd name="connsiteX81" fmla="*/ 383452 w 609614"/>
                <a:gd name="connsiteY81" fmla="*/ 510553 h 569463"/>
                <a:gd name="connsiteX82" fmla="*/ 393317 w 609614"/>
                <a:gd name="connsiteY82" fmla="*/ 500703 h 569463"/>
                <a:gd name="connsiteX83" fmla="*/ 403089 w 609614"/>
                <a:gd name="connsiteY83" fmla="*/ 510553 h 569463"/>
                <a:gd name="connsiteX84" fmla="*/ 403089 w 609614"/>
                <a:gd name="connsiteY84" fmla="*/ 530159 h 569463"/>
                <a:gd name="connsiteX85" fmla="*/ 422818 w 609614"/>
                <a:gd name="connsiteY85" fmla="*/ 549857 h 569463"/>
                <a:gd name="connsiteX86" fmla="*/ 442455 w 609614"/>
                <a:gd name="connsiteY86" fmla="*/ 549857 h 569463"/>
                <a:gd name="connsiteX87" fmla="*/ 462091 w 609614"/>
                <a:gd name="connsiteY87" fmla="*/ 530159 h 569463"/>
                <a:gd name="connsiteX88" fmla="*/ 462091 w 609614"/>
                <a:gd name="connsiteY88" fmla="*/ 186545 h 569463"/>
                <a:gd name="connsiteX89" fmla="*/ 471956 w 609614"/>
                <a:gd name="connsiteY89" fmla="*/ 176696 h 569463"/>
                <a:gd name="connsiteX90" fmla="*/ 294996 w 609614"/>
                <a:gd name="connsiteY90" fmla="*/ 176696 h 569463"/>
                <a:gd name="connsiteX91" fmla="*/ 314619 w 609614"/>
                <a:gd name="connsiteY91" fmla="*/ 176696 h 569463"/>
                <a:gd name="connsiteX92" fmla="*/ 353956 w 609614"/>
                <a:gd name="connsiteY92" fmla="*/ 216003 h 569463"/>
                <a:gd name="connsiteX93" fmla="*/ 353956 w 609614"/>
                <a:gd name="connsiteY93" fmla="*/ 235610 h 569463"/>
                <a:gd name="connsiteX94" fmla="*/ 344099 w 609614"/>
                <a:gd name="connsiteY94" fmla="*/ 245460 h 569463"/>
                <a:gd name="connsiteX95" fmla="*/ 334333 w 609614"/>
                <a:gd name="connsiteY95" fmla="*/ 235610 h 569463"/>
                <a:gd name="connsiteX96" fmla="*/ 334333 w 609614"/>
                <a:gd name="connsiteY96" fmla="*/ 216003 h 569463"/>
                <a:gd name="connsiteX97" fmla="*/ 314619 w 609614"/>
                <a:gd name="connsiteY97" fmla="*/ 196395 h 569463"/>
                <a:gd name="connsiteX98" fmla="*/ 294996 w 609614"/>
                <a:gd name="connsiteY98" fmla="*/ 196395 h 569463"/>
                <a:gd name="connsiteX99" fmla="*/ 275373 w 609614"/>
                <a:gd name="connsiteY99" fmla="*/ 216003 h 569463"/>
                <a:gd name="connsiteX100" fmla="*/ 275373 w 609614"/>
                <a:gd name="connsiteY100" fmla="*/ 471265 h 569463"/>
                <a:gd name="connsiteX101" fmla="*/ 265516 w 609614"/>
                <a:gd name="connsiteY101" fmla="*/ 481115 h 569463"/>
                <a:gd name="connsiteX102" fmla="*/ 255658 w 609614"/>
                <a:gd name="connsiteY102" fmla="*/ 471265 h 569463"/>
                <a:gd name="connsiteX103" fmla="*/ 255658 w 609614"/>
                <a:gd name="connsiteY103" fmla="*/ 216003 h 569463"/>
                <a:gd name="connsiteX104" fmla="*/ 294996 w 609614"/>
                <a:gd name="connsiteY104" fmla="*/ 176696 h 569463"/>
                <a:gd name="connsiteX105" fmla="*/ 422818 w 609614"/>
                <a:gd name="connsiteY105" fmla="*/ 88348 h 569463"/>
                <a:gd name="connsiteX106" fmla="*/ 442455 w 609614"/>
                <a:gd name="connsiteY106" fmla="*/ 88348 h 569463"/>
                <a:gd name="connsiteX107" fmla="*/ 481820 w 609614"/>
                <a:gd name="connsiteY107" fmla="*/ 127652 h 569463"/>
                <a:gd name="connsiteX108" fmla="*/ 481820 w 609614"/>
                <a:gd name="connsiteY108" fmla="*/ 147258 h 569463"/>
                <a:gd name="connsiteX109" fmla="*/ 471956 w 609614"/>
                <a:gd name="connsiteY109" fmla="*/ 157108 h 569463"/>
                <a:gd name="connsiteX110" fmla="*/ 462091 w 609614"/>
                <a:gd name="connsiteY110" fmla="*/ 147258 h 569463"/>
                <a:gd name="connsiteX111" fmla="*/ 462091 w 609614"/>
                <a:gd name="connsiteY111" fmla="*/ 127652 h 569463"/>
                <a:gd name="connsiteX112" fmla="*/ 442455 w 609614"/>
                <a:gd name="connsiteY112" fmla="*/ 108046 h 569463"/>
                <a:gd name="connsiteX113" fmla="*/ 422818 w 609614"/>
                <a:gd name="connsiteY113" fmla="*/ 108046 h 569463"/>
                <a:gd name="connsiteX114" fmla="*/ 403089 w 609614"/>
                <a:gd name="connsiteY114" fmla="*/ 127652 h 569463"/>
                <a:gd name="connsiteX115" fmla="*/ 403089 w 609614"/>
                <a:gd name="connsiteY115" fmla="*/ 471266 h 569463"/>
                <a:gd name="connsiteX116" fmla="*/ 393317 w 609614"/>
                <a:gd name="connsiteY116" fmla="*/ 481115 h 569463"/>
                <a:gd name="connsiteX117" fmla="*/ 383452 w 609614"/>
                <a:gd name="connsiteY117" fmla="*/ 471266 h 569463"/>
                <a:gd name="connsiteX118" fmla="*/ 383452 w 609614"/>
                <a:gd name="connsiteY118" fmla="*/ 127652 h 569463"/>
                <a:gd name="connsiteX119" fmla="*/ 422818 w 609614"/>
                <a:gd name="connsiteY119" fmla="*/ 88348 h 569463"/>
                <a:gd name="connsiteX120" fmla="*/ 599840 w 609614"/>
                <a:gd name="connsiteY120" fmla="*/ 88348 h 569463"/>
                <a:gd name="connsiteX121" fmla="*/ 609614 w 609614"/>
                <a:gd name="connsiteY121" fmla="*/ 98197 h 569463"/>
                <a:gd name="connsiteX122" fmla="*/ 609614 w 609614"/>
                <a:gd name="connsiteY122" fmla="*/ 530160 h 569463"/>
                <a:gd name="connsiteX123" fmla="*/ 570332 w 609614"/>
                <a:gd name="connsiteY123" fmla="*/ 569463 h 569463"/>
                <a:gd name="connsiteX124" fmla="*/ 550599 w 609614"/>
                <a:gd name="connsiteY124" fmla="*/ 569463 h 569463"/>
                <a:gd name="connsiteX125" fmla="*/ 511316 w 609614"/>
                <a:gd name="connsiteY125" fmla="*/ 530160 h 569463"/>
                <a:gd name="connsiteX126" fmla="*/ 511316 w 609614"/>
                <a:gd name="connsiteY126" fmla="*/ 510555 h 569463"/>
                <a:gd name="connsiteX127" fmla="*/ 521091 w 609614"/>
                <a:gd name="connsiteY127" fmla="*/ 500706 h 569463"/>
                <a:gd name="connsiteX128" fmla="*/ 530957 w 609614"/>
                <a:gd name="connsiteY128" fmla="*/ 510555 h 569463"/>
                <a:gd name="connsiteX129" fmla="*/ 530957 w 609614"/>
                <a:gd name="connsiteY129" fmla="*/ 530160 h 569463"/>
                <a:gd name="connsiteX130" fmla="*/ 550599 w 609614"/>
                <a:gd name="connsiteY130" fmla="*/ 549858 h 569463"/>
                <a:gd name="connsiteX131" fmla="*/ 570332 w 609614"/>
                <a:gd name="connsiteY131" fmla="*/ 549858 h 569463"/>
                <a:gd name="connsiteX132" fmla="*/ 589973 w 609614"/>
                <a:gd name="connsiteY132" fmla="*/ 530160 h 569463"/>
                <a:gd name="connsiteX133" fmla="*/ 589973 w 609614"/>
                <a:gd name="connsiteY133" fmla="*/ 98197 h 569463"/>
                <a:gd name="connsiteX134" fmla="*/ 599840 w 609614"/>
                <a:gd name="connsiteY134" fmla="*/ 88348 h 569463"/>
                <a:gd name="connsiteX135" fmla="*/ 550599 w 609614"/>
                <a:gd name="connsiteY135" fmla="*/ 0 h 569463"/>
                <a:gd name="connsiteX136" fmla="*/ 570332 w 609614"/>
                <a:gd name="connsiteY136" fmla="*/ 0 h 569463"/>
                <a:gd name="connsiteX137" fmla="*/ 609614 w 609614"/>
                <a:gd name="connsiteY137" fmla="*/ 39303 h 569463"/>
                <a:gd name="connsiteX138" fmla="*/ 609614 w 609614"/>
                <a:gd name="connsiteY138" fmla="*/ 58908 h 569463"/>
                <a:gd name="connsiteX139" fmla="*/ 599840 w 609614"/>
                <a:gd name="connsiteY139" fmla="*/ 68757 h 569463"/>
                <a:gd name="connsiteX140" fmla="*/ 589973 w 609614"/>
                <a:gd name="connsiteY140" fmla="*/ 58908 h 569463"/>
                <a:gd name="connsiteX141" fmla="*/ 589973 w 609614"/>
                <a:gd name="connsiteY141" fmla="*/ 39303 h 569463"/>
                <a:gd name="connsiteX142" fmla="*/ 570332 w 609614"/>
                <a:gd name="connsiteY142" fmla="*/ 19697 h 569463"/>
                <a:gd name="connsiteX143" fmla="*/ 550599 w 609614"/>
                <a:gd name="connsiteY143" fmla="*/ 19697 h 569463"/>
                <a:gd name="connsiteX144" fmla="*/ 530957 w 609614"/>
                <a:gd name="connsiteY144" fmla="*/ 39303 h 569463"/>
                <a:gd name="connsiteX145" fmla="*/ 530957 w 609614"/>
                <a:gd name="connsiteY145" fmla="*/ 471266 h 569463"/>
                <a:gd name="connsiteX146" fmla="*/ 521091 w 609614"/>
                <a:gd name="connsiteY146" fmla="*/ 481115 h 569463"/>
                <a:gd name="connsiteX147" fmla="*/ 511316 w 609614"/>
                <a:gd name="connsiteY147" fmla="*/ 471266 h 569463"/>
                <a:gd name="connsiteX148" fmla="*/ 511316 w 609614"/>
                <a:gd name="connsiteY148" fmla="*/ 39303 h 569463"/>
                <a:gd name="connsiteX149" fmla="*/ 550599 w 609614"/>
                <a:gd name="connsiteY149" fmla="*/ 0 h 56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609614" h="569463">
                  <a:moveTo>
                    <a:pt x="88503" y="441810"/>
                  </a:moveTo>
                  <a:cubicBezTo>
                    <a:pt x="93943" y="441810"/>
                    <a:pt x="98368" y="446228"/>
                    <a:pt x="98368" y="451658"/>
                  </a:cubicBezTo>
                  <a:lnTo>
                    <a:pt x="98368" y="530164"/>
                  </a:lnTo>
                  <a:cubicBezTo>
                    <a:pt x="98368" y="551884"/>
                    <a:pt x="80667" y="569463"/>
                    <a:pt x="59002" y="569463"/>
                  </a:cubicBezTo>
                  <a:lnTo>
                    <a:pt x="39365" y="569463"/>
                  </a:lnTo>
                  <a:cubicBezTo>
                    <a:pt x="17608" y="569463"/>
                    <a:pt x="0" y="551884"/>
                    <a:pt x="0" y="530164"/>
                  </a:cubicBezTo>
                  <a:lnTo>
                    <a:pt x="0" y="510560"/>
                  </a:lnTo>
                  <a:cubicBezTo>
                    <a:pt x="0" y="505130"/>
                    <a:pt x="4425" y="500713"/>
                    <a:pt x="9864" y="500713"/>
                  </a:cubicBezTo>
                  <a:cubicBezTo>
                    <a:pt x="15303" y="500713"/>
                    <a:pt x="19636" y="505130"/>
                    <a:pt x="19636" y="510560"/>
                  </a:cubicBezTo>
                  <a:lnTo>
                    <a:pt x="19636" y="530164"/>
                  </a:lnTo>
                  <a:cubicBezTo>
                    <a:pt x="19636" y="541024"/>
                    <a:pt x="28487" y="549860"/>
                    <a:pt x="39365" y="549860"/>
                  </a:cubicBezTo>
                  <a:lnTo>
                    <a:pt x="59002" y="549860"/>
                  </a:lnTo>
                  <a:cubicBezTo>
                    <a:pt x="69881" y="549860"/>
                    <a:pt x="78639" y="541024"/>
                    <a:pt x="78639" y="530164"/>
                  </a:cubicBezTo>
                  <a:lnTo>
                    <a:pt x="78639" y="451658"/>
                  </a:lnTo>
                  <a:cubicBezTo>
                    <a:pt x="78639" y="446228"/>
                    <a:pt x="83064" y="441810"/>
                    <a:pt x="88503" y="441810"/>
                  </a:cubicBezTo>
                  <a:close/>
                  <a:moveTo>
                    <a:pt x="216324" y="353462"/>
                  </a:moveTo>
                  <a:cubicBezTo>
                    <a:pt x="221760" y="353462"/>
                    <a:pt x="226091" y="357880"/>
                    <a:pt x="226091" y="363310"/>
                  </a:cubicBezTo>
                  <a:lnTo>
                    <a:pt x="226091" y="530165"/>
                  </a:lnTo>
                  <a:cubicBezTo>
                    <a:pt x="226091" y="551885"/>
                    <a:pt x="208491" y="569463"/>
                    <a:pt x="186837" y="569463"/>
                  </a:cubicBezTo>
                  <a:lnTo>
                    <a:pt x="167118" y="569463"/>
                  </a:lnTo>
                  <a:cubicBezTo>
                    <a:pt x="145464" y="569463"/>
                    <a:pt x="127864" y="551885"/>
                    <a:pt x="127864" y="530165"/>
                  </a:cubicBezTo>
                  <a:lnTo>
                    <a:pt x="127864" y="510562"/>
                  </a:lnTo>
                  <a:cubicBezTo>
                    <a:pt x="127864" y="505132"/>
                    <a:pt x="132195" y="500715"/>
                    <a:pt x="137632" y="500715"/>
                  </a:cubicBezTo>
                  <a:cubicBezTo>
                    <a:pt x="143068" y="500715"/>
                    <a:pt x="147491" y="505132"/>
                    <a:pt x="147491" y="510562"/>
                  </a:cubicBezTo>
                  <a:lnTo>
                    <a:pt x="147491" y="530165"/>
                  </a:lnTo>
                  <a:cubicBezTo>
                    <a:pt x="147491" y="541025"/>
                    <a:pt x="156337" y="549860"/>
                    <a:pt x="167118" y="549860"/>
                  </a:cubicBezTo>
                  <a:lnTo>
                    <a:pt x="186837" y="549860"/>
                  </a:lnTo>
                  <a:cubicBezTo>
                    <a:pt x="197618" y="549860"/>
                    <a:pt x="206464" y="541025"/>
                    <a:pt x="206464" y="530165"/>
                  </a:cubicBezTo>
                  <a:lnTo>
                    <a:pt x="206464" y="363310"/>
                  </a:lnTo>
                  <a:cubicBezTo>
                    <a:pt x="206464" y="357880"/>
                    <a:pt x="210887" y="353462"/>
                    <a:pt x="216324" y="353462"/>
                  </a:cubicBezTo>
                  <a:close/>
                  <a:moveTo>
                    <a:pt x="39365" y="353462"/>
                  </a:moveTo>
                  <a:lnTo>
                    <a:pt x="59002" y="353462"/>
                  </a:lnTo>
                  <a:cubicBezTo>
                    <a:pt x="80667" y="353462"/>
                    <a:pt x="98368" y="371133"/>
                    <a:pt x="98368" y="392761"/>
                  </a:cubicBezTo>
                  <a:lnTo>
                    <a:pt x="98368" y="412365"/>
                  </a:lnTo>
                  <a:cubicBezTo>
                    <a:pt x="98368" y="417795"/>
                    <a:pt x="93943" y="422212"/>
                    <a:pt x="88503" y="422212"/>
                  </a:cubicBezTo>
                  <a:cubicBezTo>
                    <a:pt x="83064" y="422212"/>
                    <a:pt x="78639" y="417795"/>
                    <a:pt x="78639" y="412365"/>
                  </a:cubicBezTo>
                  <a:lnTo>
                    <a:pt x="78639" y="392761"/>
                  </a:lnTo>
                  <a:cubicBezTo>
                    <a:pt x="78639" y="381901"/>
                    <a:pt x="69881" y="373158"/>
                    <a:pt x="59002" y="373158"/>
                  </a:cubicBezTo>
                  <a:lnTo>
                    <a:pt x="39365" y="373158"/>
                  </a:lnTo>
                  <a:cubicBezTo>
                    <a:pt x="28487" y="373158"/>
                    <a:pt x="19636" y="381901"/>
                    <a:pt x="19636" y="392761"/>
                  </a:cubicBezTo>
                  <a:lnTo>
                    <a:pt x="19636" y="471267"/>
                  </a:lnTo>
                  <a:cubicBezTo>
                    <a:pt x="19636" y="476697"/>
                    <a:pt x="15303" y="481115"/>
                    <a:pt x="9864" y="481115"/>
                  </a:cubicBezTo>
                  <a:cubicBezTo>
                    <a:pt x="4425" y="481115"/>
                    <a:pt x="0" y="476697"/>
                    <a:pt x="0" y="471267"/>
                  </a:cubicBezTo>
                  <a:lnTo>
                    <a:pt x="0" y="392761"/>
                  </a:lnTo>
                  <a:cubicBezTo>
                    <a:pt x="0" y="371133"/>
                    <a:pt x="17608" y="353462"/>
                    <a:pt x="39365" y="353462"/>
                  </a:cubicBezTo>
                  <a:close/>
                  <a:moveTo>
                    <a:pt x="344092" y="265114"/>
                  </a:moveTo>
                  <a:cubicBezTo>
                    <a:pt x="349531" y="265114"/>
                    <a:pt x="353956" y="269532"/>
                    <a:pt x="353956" y="274961"/>
                  </a:cubicBezTo>
                  <a:lnTo>
                    <a:pt x="353956" y="530165"/>
                  </a:lnTo>
                  <a:cubicBezTo>
                    <a:pt x="353956" y="551885"/>
                    <a:pt x="336348" y="569463"/>
                    <a:pt x="314591" y="569463"/>
                  </a:cubicBezTo>
                  <a:lnTo>
                    <a:pt x="294954" y="569463"/>
                  </a:lnTo>
                  <a:cubicBezTo>
                    <a:pt x="273289" y="569463"/>
                    <a:pt x="255588" y="551885"/>
                    <a:pt x="255588" y="530165"/>
                  </a:cubicBezTo>
                  <a:lnTo>
                    <a:pt x="255588" y="510563"/>
                  </a:lnTo>
                  <a:cubicBezTo>
                    <a:pt x="255588" y="505133"/>
                    <a:pt x="260013" y="500715"/>
                    <a:pt x="265453" y="500715"/>
                  </a:cubicBezTo>
                  <a:cubicBezTo>
                    <a:pt x="270892" y="500715"/>
                    <a:pt x="275317" y="505133"/>
                    <a:pt x="275317" y="510563"/>
                  </a:cubicBezTo>
                  <a:lnTo>
                    <a:pt x="275317" y="530165"/>
                  </a:lnTo>
                  <a:cubicBezTo>
                    <a:pt x="275317" y="541025"/>
                    <a:pt x="284075" y="549860"/>
                    <a:pt x="294954" y="549860"/>
                  </a:cubicBezTo>
                  <a:lnTo>
                    <a:pt x="314591" y="549860"/>
                  </a:lnTo>
                  <a:cubicBezTo>
                    <a:pt x="325469" y="549860"/>
                    <a:pt x="334320" y="541025"/>
                    <a:pt x="334320" y="530165"/>
                  </a:cubicBezTo>
                  <a:lnTo>
                    <a:pt x="334320" y="274961"/>
                  </a:lnTo>
                  <a:cubicBezTo>
                    <a:pt x="334320" y="269532"/>
                    <a:pt x="338653" y="265114"/>
                    <a:pt x="344092" y="265114"/>
                  </a:cubicBezTo>
                  <a:close/>
                  <a:moveTo>
                    <a:pt x="167118" y="265114"/>
                  </a:moveTo>
                  <a:lnTo>
                    <a:pt x="186837" y="265114"/>
                  </a:lnTo>
                  <a:cubicBezTo>
                    <a:pt x="208491" y="265114"/>
                    <a:pt x="226091" y="282784"/>
                    <a:pt x="226091" y="304412"/>
                  </a:cubicBezTo>
                  <a:lnTo>
                    <a:pt x="226091" y="324015"/>
                  </a:lnTo>
                  <a:cubicBezTo>
                    <a:pt x="226091" y="329445"/>
                    <a:pt x="221760" y="333862"/>
                    <a:pt x="216324" y="333862"/>
                  </a:cubicBezTo>
                  <a:cubicBezTo>
                    <a:pt x="210887" y="333862"/>
                    <a:pt x="206464" y="329445"/>
                    <a:pt x="206464" y="324015"/>
                  </a:cubicBezTo>
                  <a:lnTo>
                    <a:pt x="206464" y="304412"/>
                  </a:lnTo>
                  <a:cubicBezTo>
                    <a:pt x="206464" y="293552"/>
                    <a:pt x="197618" y="284809"/>
                    <a:pt x="186837" y="284809"/>
                  </a:cubicBezTo>
                  <a:lnTo>
                    <a:pt x="167118" y="284809"/>
                  </a:lnTo>
                  <a:cubicBezTo>
                    <a:pt x="156337" y="284809"/>
                    <a:pt x="147491" y="293552"/>
                    <a:pt x="147491" y="304412"/>
                  </a:cubicBezTo>
                  <a:lnTo>
                    <a:pt x="147491" y="471268"/>
                  </a:lnTo>
                  <a:cubicBezTo>
                    <a:pt x="147491" y="476697"/>
                    <a:pt x="143068" y="481115"/>
                    <a:pt x="137632" y="481115"/>
                  </a:cubicBezTo>
                  <a:cubicBezTo>
                    <a:pt x="132195" y="481115"/>
                    <a:pt x="127864" y="476697"/>
                    <a:pt x="127864" y="471268"/>
                  </a:cubicBezTo>
                  <a:lnTo>
                    <a:pt x="127864" y="304412"/>
                  </a:lnTo>
                  <a:cubicBezTo>
                    <a:pt x="127864" y="282784"/>
                    <a:pt x="145464" y="265114"/>
                    <a:pt x="167118" y="265114"/>
                  </a:cubicBezTo>
                  <a:close/>
                  <a:moveTo>
                    <a:pt x="471956" y="176696"/>
                  </a:moveTo>
                  <a:cubicBezTo>
                    <a:pt x="477395" y="176696"/>
                    <a:pt x="481820" y="181114"/>
                    <a:pt x="481820" y="186545"/>
                  </a:cubicBezTo>
                  <a:lnTo>
                    <a:pt x="481820" y="530159"/>
                  </a:lnTo>
                  <a:cubicBezTo>
                    <a:pt x="481820" y="551882"/>
                    <a:pt x="464120" y="569463"/>
                    <a:pt x="442455" y="569463"/>
                  </a:cubicBezTo>
                  <a:lnTo>
                    <a:pt x="422818" y="569463"/>
                  </a:lnTo>
                  <a:cubicBezTo>
                    <a:pt x="401061" y="569463"/>
                    <a:pt x="383452" y="551882"/>
                    <a:pt x="383452" y="530159"/>
                  </a:cubicBezTo>
                  <a:lnTo>
                    <a:pt x="383452" y="510553"/>
                  </a:lnTo>
                  <a:cubicBezTo>
                    <a:pt x="383452" y="505122"/>
                    <a:pt x="387877" y="500703"/>
                    <a:pt x="393317" y="500703"/>
                  </a:cubicBezTo>
                  <a:cubicBezTo>
                    <a:pt x="398756" y="500703"/>
                    <a:pt x="403089" y="505122"/>
                    <a:pt x="403089" y="510553"/>
                  </a:cubicBezTo>
                  <a:lnTo>
                    <a:pt x="403089" y="530159"/>
                  </a:lnTo>
                  <a:cubicBezTo>
                    <a:pt x="403089" y="541020"/>
                    <a:pt x="411939" y="549857"/>
                    <a:pt x="422818" y="549857"/>
                  </a:cubicBezTo>
                  <a:lnTo>
                    <a:pt x="442455" y="549857"/>
                  </a:lnTo>
                  <a:cubicBezTo>
                    <a:pt x="453333" y="549857"/>
                    <a:pt x="462091" y="541020"/>
                    <a:pt x="462091" y="530159"/>
                  </a:cubicBezTo>
                  <a:lnTo>
                    <a:pt x="462091" y="186545"/>
                  </a:lnTo>
                  <a:cubicBezTo>
                    <a:pt x="462091" y="181114"/>
                    <a:pt x="466517" y="176696"/>
                    <a:pt x="471956" y="176696"/>
                  </a:cubicBezTo>
                  <a:close/>
                  <a:moveTo>
                    <a:pt x="294996" y="176696"/>
                  </a:moveTo>
                  <a:lnTo>
                    <a:pt x="314619" y="176696"/>
                  </a:lnTo>
                  <a:cubicBezTo>
                    <a:pt x="336360" y="176696"/>
                    <a:pt x="353956" y="194370"/>
                    <a:pt x="353956" y="216003"/>
                  </a:cubicBezTo>
                  <a:lnTo>
                    <a:pt x="353956" y="235610"/>
                  </a:lnTo>
                  <a:cubicBezTo>
                    <a:pt x="353956" y="241041"/>
                    <a:pt x="349534" y="245460"/>
                    <a:pt x="344099" y="245460"/>
                  </a:cubicBezTo>
                  <a:cubicBezTo>
                    <a:pt x="338663" y="245460"/>
                    <a:pt x="334333" y="241041"/>
                    <a:pt x="334333" y="235610"/>
                  </a:cubicBezTo>
                  <a:lnTo>
                    <a:pt x="334333" y="216003"/>
                  </a:lnTo>
                  <a:cubicBezTo>
                    <a:pt x="334333" y="205140"/>
                    <a:pt x="325489" y="196395"/>
                    <a:pt x="314619" y="196395"/>
                  </a:cubicBezTo>
                  <a:lnTo>
                    <a:pt x="294996" y="196395"/>
                  </a:lnTo>
                  <a:cubicBezTo>
                    <a:pt x="284125" y="196395"/>
                    <a:pt x="275373" y="205140"/>
                    <a:pt x="275373" y="216003"/>
                  </a:cubicBezTo>
                  <a:lnTo>
                    <a:pt x="275373" y="471265"/>
                  </a:lnTo>
                  <a:cubicBezTo>
                    <a:pt x="275373" y="476696"/>
                    <a:pt x="270951" y="481115"/>
                    <a:pt x="265516" y="481115"/>
                  </a:cubicBezTo>
                  <a:cubicBezTo>
                    <a:pt x="260080" y="481115"/>
                    <a:pt x="255658" y="476696"/>
                    <a:pt x="255658" y="471265"/>
                  </a:cubicBezTo>
                  <a:lnTo>
                    <a:pt x="255658" y="216003"/>
                  </a:lnTo>
                  <a:cubicBezTo>
                    <a:pt x="255658" y="194370"/>
                    <a:pt x="273346" y="176696"/>
                    <a:pt x="294996" y="176696"/>
                  </a:cubicBezTo>
                  <a:close/>
                  <a:moveTo>
                    <a:pt x="422818" y="88348"/>
                  </a:moveTo>
                  <a:lnTo>
                    <a:pt x="442455" y="88348"/>
                  </a:lnTo>
                  <a:cubicBezTo>
                    <a:pt x="464120" y="88348"/>
                    <a:pt x="481820" y="106021"/>
                    <a:pt x="481820" y="127652"/>
                  </a:cubicBezTo>
                  <a:lnTo>
                    <a:pt x="481820" y="147258"/>
                  </a:lnTo>
                  <a:cubicBezTo>
                    <a:pt x="481820" y="152689"/>
                    <a:pt x="477395" y="157108"/>
                    <a:pt x="471956" y="157108"/>
                  </a:cubicBezTo>
                  <a:cubicBezTo>
                    <a:pt x="466517" y="157108"/>
                    <a:pt x="462091" y="152689"/>
                    <a:pt x="462091" y="147258"/>
                  </a:cubicBezTo>
                  <a:lnTo>
                    <a:pt x="462091" y="127652"/>
                  </a:lnTo>
                  <a:cubicBezTo>
                    <a:pt x="462091" y="116791"/>
                    <a:pt x="453333" y="108046"/>
                    <a:pt x="442455" y="108046"/>
                  </a:cubicBezTo>
                  <a:lnTo>
                    <a:pt x="422818" y="108046"/>
                  </a:lnTo>
                  <a:cubicBezTo>
                    <a:pt x="411939" y="108046"/>
                    <a:pt x="403089" y="116791"/>
                    <a:pt x="403089" y="127652"/>
                  </a:cubicBezTo>
                  <a:lnTo>
                    <a:pt x="403089" y="471266"/>
                  </a:lnTo>
                  <a:cubicBezTo>
                    <a:pt x="403089" y="476697"/>
                    <a:pt x="398756" y="481115"/>
                    <a:pt x="393317" y="481115"/>
                  </a:cubicBezTo>
                  <a:cubicBezTo>
                    <a:pt x="387877" y="481115"/>
                    <a:pt x="383452" y="476697"/>
                    <a:pt x="383452" y="471266"/>
                  </a:cubicBezTo>
                  <a:lnTo>
                    <a:pt x="383452" y="127652"/>
                  </a:lnTo>
                  <a:cubicBezTo>
                    <a:pt x="383452" y="106021"/>
                    <a:pt x="401061" y="88348"/>
                    <a:pt x="422818" y="88348"/>
                  </a:cubicBezTo>
                  <a:close/>
                  <a:moveTo>
                    <a:pt x="599840" y="88348"/>
                  </a:moveTo>
                  <a:cubicBezTo>
                    <a:pt x="605280" y="88348"/>
                    <a:pt x="609614" y="92766"/>
                    <a:pt x="609614" y="98197"/>
                  </a:cubicBezTo>
                  <a:lnTo>
                    <a:pt x="609614" y="530160"/>
                  </a:lnTo>
                  <a:cubicBezTo>
                    <a:pt x="609614" y="551883"/>
                    <a:pt x="592002" y="569463"/>
                    <a:pt x="570332" y="569463"/>
                  </a:cubicBezTo>
                  <a:lnTo>
                    <a:pt x="550599" y="569463"/>
                  </a:lnTo>
                  <a:cubicBezTo>
                    <a:pt x="528929" y="569463"/>
                    <a:pt x="511316" y="551883"/>
                    <a:pt x="511316" y="530160"/>
                  </a:cubicBezTo>
                  <a:lnTo>
                    <a:pt x="511316" y="510555"/>
                  </a:lnTo>
                  <a:cubicBezTo>
                    <a:pt x="511316" y="505124"/>
                    <a:pt x="515650" y="500706"/>
                    <a:pt x="521091" y="500706"/>
                  </a:cubicBezTo>
                  <a:cubicBezTo>
                    <a:pt x="526531" y="500706"/>
                    <a:pt x="530957" y="505124"/>
                    <a:pt x="530957" y="510555"/>
                  </a:cubicBezTo>
                  <a:lnTo>
                    <a:pt x="530957" y="530160"/>
                  </a:lnTo>
                  <a:cubicBezTo>
                    <a:pt x="530957" y="541021"/>
                    <a:pt x="539810" y="549858"/>
                    <a:pt x="550599" y="549858"/>
                  </a:cubicBezTo>
                  <a:lnTo>
                    <a:pt x="570332" y="549858"/>
                  </a:lnTo>
                  <a:cubicBezTo>
                    <a:pt x="581121" y="549858"/>
                    <a:pt x="589973" y="541021"/>
                    <a:pt x="589973" y="530160"/>
                  </a:cubicBezTo>
                  <a:lnTo>
                    <a:pt x="589973" y="98197"/>
                  </a:lnTo>
                  <a:cubicBezTo>
                    <a:pt x="589973" y="92766"/>
                    <a:pt x="594399" y="88348"/>
                    <a:pt x="599840" y="88348"/>
                  </a:cubicBezTo>
                  <a:close/>
                  <a:moveTo>
                    <a:pt x="550599" y="0"/>
                  </a:moveTo>
                  <a:lnTo>
                    <a:pt x="570332" y="0"/>
                  </a:lnTo>
                  <a:cubicBezTo>
                    <a:pt x="592002" y="0"/>
                    <a:pt x="609614" y="17673"/>
                    <a:pt x="609614" y="39303"/>
                  </a:cubicBezTo>
                  <a:lnTo>
                    <a:pt x="609614" y="58908"/>
                  </a:lnTo>
                  <a:cubicBezTo>
                    <a:pt x="609614" y="64339"/>
                    <a:pt x="605280" y="68757"/>
                    <a:pt x="599840" y="68757"/>
                  </a:cubicBezTo>
                  <a:cubicBezTo>
                    <a:pt x="594399" y="68757"/>
                    <a:pt x="589973" y="64339"/>
                    <a:pt x="589973" y="58908"/>
                  </a:cubicBezTo>
                  <a:lnTo>
                    <a:pt x="589973" y="39303"/>
                  </a:lnTo>
                  <a:cubicBezTo>
                    <a:pt x="589973" y="28442"/>
                    <a:pt x="581121" y="19697"/>
                    <a:pt x="570332" y="19697"/>
                  </a:cubicBezTo>
                  <a:lnTo>
                    <a:pt x="550599" y="19697"/>
                  </a:lnTo>
                  <a:cubicBezTo>
                    <a:pt x="539810" y="19697"/>
                    <a:pt x="530957" y="28442"/>
                    <a:pt x="530957" y="39303"/>
                  </a:cubicBezTo>
                  <a:lnTo>
                    <a:pt x="530957" y="471266"/>
                  </a:lnTo>
                  <a:cubicBezTo>
                    <a:pt x="530957" y="476697"/>
                    <a:pt x="526531" y="481115"/>
                    <a:pt x="521091" y="481115"/>
                  </a:cubicBezTo>
                  <a:cubicBezTo>
                    <a:pt x="515650" y="481115"/>
                    <a:pt x="511316" y="476697"/>
                    <a:pt x="511316" y="471266"/>
                  </a:cubicBezTo>
                  <a:lnTo>
                    <a:pt x="511316" y="39303"/>
                  </a:lnTo>
                  <a:cubicBezTo>
                    <a:pt x="511316" y="17673"/>
                    <a:pt x="528929" y="0"/>
                    <a:pt x="550599" y="0"/>
                  </a:cubicBezTo>
                  <a:close/>
                </a:path>
              </a:pathLst>
            </a:custGeom>
            <a:noFill/>
            <a:ln w="3175">
              <a:solidFill>
                <a:srgbClr val="3ABABA"/>
              </a:solidFill>
            </a:ln>
          </p:spPr>
        </p:sp>
        <p:sp>
          <p:nvSpPr>
            <p:cNvPr id="608" name="signal_88225"/>
            <p:cNvSpPr>
              <a:spLocks noChangeAspect="1"/>
            </p:cNvSpPr>
            <p:nvPr/>
          </p:nvSpPr>
          <p:spPr bwMode="auto">
            <a:xfrm>
              <a:off x="5931678" y="5229200"/>
              <a:ext cx="308338" cy="288030"/>
            </a:xfrm>
            <a:custGeom>
              <a:avLst/>
              <a:gdLst>
                <a:gd name="connsiteX0" fmla="*/ 88503 w 609614"/>
                <a:gd name="connsiteY0" fmla="*/ 441810 h 569463"/>
                <a:gd name="connsiteX1" fmla="*/ 98368 w 609614"/>
                <a:gd name="connsiteY1" fmla="*/ 451658 h 569463"/>
                <a:gd name="connsiteX2" fmla="*/ 98368 w 609614"/>
                <a:gd name="connsiteY2" fmla="*/ 530164 h 569463"/>
                <a:gd name="connsiteX3" fmla="*/ 59002 w 609614"/>
                <a:gd name="connsiteY3" fmla="*/ 569463 h 569463"/>
                <a:gd name="connsiteX4" fmla="*/ 39365 w 609614"/>
                <a:gd name="connsiteY4" fmla="*/ 569463 h 569463"/>
                <a:gd name="connsiteX5" fmla="*/ 0 w 609614"/>
                <a:gd name="connsiteY5" fmla="*/ 530164 h 569463"/>
                <a:gd name="connsiteX6" fmla="*/ 0 w 609614"/>
                <a:gd name="connsiteY6" fmla="*/ 510560 h 569463"/>
                <a:gd name="connsiteX7" fmla="*/ 9864 w 609614"/>
                <a:gd name="connsiteY7" fmla="*/ 500713 h 569463"/>
                <a:gd name="connsiteX8" fmla="*/ 19636 w 609614"/>
                <a:gd name="connsiteY8" fmla="*/ 510560 h 569463"/>
                <a:gd name="connsiteX9" fmla="*/ 19636 w 609614"/>
                <a:gd name="connsiteY9" fmla="*/ 530164 h 569463"/>
                <a:gd name="connsiteX10" fmla="*/ 39365 w 609614"/>
                <a:gd name="connsiteY10" fmla="*/ 549860 h 569463"/>
                <a:gd name="connsiteX11" fmla="*/ 59002 w 609614"/>
                <a:gd name="connsiteY11" fmla="*/ 549860 h 569463"/>
                <a:gd name="connsiteX12" fmla="*/ 78639 w 609614"/>
                <a:gd name="connsiteY12" fmla="*/ 530164 h 569463"/>
                <a:gd name="connsiteX13" fmla="*/ 78639 w 609614"/>
                <a:gd name="connsiteY13" fmla="*/ 451658 h 569463"/>
                <a:gd name="connsiteX14" fmla="*/ 88503 w 609614"/>
                <a:gd name="connsiteY14" fmla="*/ 441810 h 569463"/>
                <a:gd name="connsiteX15" fmla="*/ 216324 w 609614"/>
                <a:gd name="connsiteY15" fmla="*/ 353462 h 569463"/>
                <a:gd name="connsiteX16" fmla="*/ 226091 w 609614"/>
                <a:gd name="connsiteY16" fmla="*/ 363310 h 569463"/>
                <a:gd name="connsiteX17" fmla="*/ 226091 w 609614"/>
                <a:gd name="connsiteY17" fmla="*/ 530165 h 569463"/>
                <a:gd name="connsiteX18" fmla="*/ 186837 w 609614"/>
                <a:gd name="connsiteY18" fmla="*/ 569463 h 569463"/>
                <a:gd name="connsiteX19" fmla="*/ 167118 w 609614"/>
                <a:gd name="connsiteY19" fmla="*/ 569463 h 569463"/>
                <a:gd name="connsiteX20" fmla="*/ 127864 w 609614"/>
                <a:gd name="connsiteY20" fmla="*/ 530165 h 569463"/>
                <a:gd name="connsiteX21" fmla="*/ 127864 w 609614"/>
                <a:gd name="connsiteY21" fmla="*/ 510562 h 569463"/>
                <a:gd name="connsiteX22" fmla="*/ 137632 w 609614"/>
                <a:gd name="connsiteY22" fmla="*/ 500715 h 569463"/>
                <a:gd name="connsiteX23" fmla="*/ 147491 w 609614"/>
                <a:gd name="connsiteY23" fmla="*/ 510562 h 569463"/>
                <a:gd name="connsiteX24" fmla="*/ 147491 w 609614"/>
                <a:gd name="connsiteY24" fmla="*/ 530165 h 569463"/>
                <a:gd name="connsiteX25" fmla="*/ 167118 w 609614"/>
                <a:gd name="connsiteY25" fmla="*/ 549860 h 569463"/>
                <a:gd name="connsiteX26" fmla="*/ 186837 w 609614"/>
                <a:gd name="connsiteY26" fmla="*/ 549860 h 569463"/>
                <a:gd name="connsiteX27" fmla="*/ 206464 w 609614"/>
                <a:gd name="connsiteY27" fmla="*/ 530165 h 569463"/>
                <a:gd name="connsiteX28" fmla="*/ 206464 w 609614"/>
                <a:gd name="connsiteY28" fmla="*/ 363310 h 569463"/>
                <a:gd name="connsiteX29" fmla="*/ 216324 w 609614"/>
                <a:gd name="connsiteY29" fmla="*/ 353462 h 569463"/>
                <a:gd name="connsiteX30" fmla="*/ 39365 w 609614"/>
                <a:gd name="connsiteY30" fmla="*/ 353462 h 569463"/>
                <a:gd name="connsiteX31" fmla="*/ 59002 w 609614"/>
                <a:gd name="connsiteY31" fmla="*/ 353462 h 569463"/>
                <a:gd name="connsiteX32" fmla="*/ 98368 w 609614"/>
                <a:gd name="connsiteY32" fmla="*/ 392761 h 569463"/>
                <a:gd name="connsiteX33" fmla="*/ 98368 w 609614"/>
                <a:gd name="connsiteY33" fmla="*/ 412365 h 569463"/>
                <a:gd name="connsiteX34" fmla="*/ 88503 w 609614"/>
                <a:gd name="connsiteY34" fmla="*/ 422212 h 569463"/>
                <a:gd name="connsiteX35" fmla="*/ 78639 w 609614"/>
                <a:gd name="connsiteY35" fmla="*/ 412365 h 569463"/>
                <a:gd name="connsiteX36" fmla="*/ 78639 w 609614"/>
                <a:gd name="connsiteY36" fmla="*/ 392761 h 569463"/>
                <a:gd name="connsiteX37" fmla="*/ 59002 w 609614"/>
                <a:gd name="connsiteY37" fmla="*/ 373158 h 569463"/>
                <a:gd name="connsiteX38" fmla="*/ 39365 w 609614"/>
                <a:gd name="connsiteY38" fmla="*/ 373158 h 569463"/>
                <a:gd name="connsiteX39" fmla="*/ 19636 w 609614"/>
                <a:gd name="connsiteY39" fmla="*/ 392761 h 569463"/>
                <a:gd name="connsiteX40" fmla="*/ 19636 w 609614"/>
                <a:gd name="connsiteY40" fmla="*/ 471267 h 569463"/>
                <a:gd name="connsiteX41" fmla="*/ 9864 w 609614"/>
                <a:gd name="connsiteY41" fmla="*/ 481115 h 569463"/>
                <a:gd name="connsiteX42" fmla="*/ 0 w 609614"/>
                <a:gd name="connsiteY42" fmla="*/ 471267 h 569463"/>
                <a:gd name="connsiteX43" fmla="*/ 0 w 609614"/>
                <a:gd name="connsiteY43" fmla="*/ 392761 h 569463"/>
                <a:gd name="connsiteX44" fmla="*/ 39365 w 609614"/>
                <a:gd name="connsiteY44" fmla="*/ 353462 h 569463"/>
                <a:gd name="connsiteX45" fmla="*/ 344092 w 609614"/>
                <a:gd name="connsiteY45" fmla="*/ 265114 h 569463"/>
                <a:gd name="connsiteX46" fmla="*/ 353956 w 609614"/>
                <a:gd name="connsiteY46" fmla="*/ 274961 h 569463"/>
                <a:gd name="connsiteX47" fmla="*/ 353956 w 609614"/>
                <a:gd name="connsiteY47" fmla="*/ 530165 h 569463"/>
                <a:gd name="connsiteX48" fmla="*/ 314591 w 609614"/>
                <a:gd name="connsiteY48" fmla="*/ 569463 h 569463"/>
                <a:gd name="connsiteX49" fmla="*/ 294954 w 609614"/>
                <a:gd name="connsiteY49" fmla="*/ 569463 h 569463"/>
                <a:gd name="connsiteX50" fmla="*/ 255588 w 609614"/>
                <a:gd name="connsiteY50" fmla="*/ 530165 h 569463"/>
                <a:gd name="connsiteX51" fmla="*/ 255588 w 609614"/>
                <a:gd name="connsiteY51" fmla="*/ 510563 h 569463"/>
                <a:gd name="connsiteX52" fmla="*/ 265453 w 609614"/>
                <a:gd name="connsiteY52" fmla="*/ 500715 h 569463"/>
                <a:gd name="connsiteX53" fmla="*/ 275317 w 609614"/>
                <a:gd name="connsiteY53" fmla="*/ 510563 h 569463"/>
                <a:gd name="connsiteX54" fmla="*/ 275317 w 609614"/>
                <a:gd name="connsiteY54" fmla="*/ 530165 h 569463"/>
                <a:gd name="connsiteX55" fmla="*/ 294954 w 609614"/>
                <a:gd name="connsiteY55" fmla="*/ 549860 h 569463"/>
                <a:gd name="connsiteX56" fmla="*/ 314591 w 609614"/>
                <a:gd name="connsiteY56" fmla="*/ 549860 h 569463"/>
                <a:gd name="connsiteX57" fmla="*/ 334320 w 609614"/>
                <a:gd name="connsiteY57" fmla="*/ 530165 h 569463"/>
                <a:gd name="connsiteX58" fmla="*/ 334320 w 609614"/>
                <a:gd name="connsiteY58" fmla="*/ 274961 h 569463"/>
                <a:gd name="connsiteX59" fmla="*/ 344092 w 609614"/>
                <a:gd name="connsiteY59" fmla="*/ 265114 h 569463"/>
                <a:gd name="connsiteX60" fmla="*/ 167118 w 609614"/>
                <a:gd name="connsiteY60" fmla="*/ 265114 h 569463"/>
                <a:gd name="connsiteX61" fmla="*/ 186837 w 609614"/>
                <a:gd name="connsiteY61" fmla="*/ 265114 h 569463"/>
                <a:gd name="connsiteX62" fmla="*/ 226091 w 609614"/>
                <a:gd name="connsiteY62" fmla="*/ 304412 h 569463"/>
                <a:gd name="connsiteX63" fmla="*/ 226091 w 609614"/>
                <a:gd name="connsiteY63" fmla="*/ 324015 h 569463"/>
                <a:gd name="connsiteX64" fmla="*/ 216324 w 609614"/>
                <a:gd name="connsiteY64" fmla="*/ 333862 h 569463"/>
                <a:gd name="connsiteX65" fmla="*/ 206464 w 609614"/>
                <a:gd name="connsiteY65" fmla="*/ 324015 h 569463"/>
                <a:gd name="connsiteX66" fmla="*/ 206464 w 609614"/>
                <a:gd name="connsiteY66" fmla="*/ 304412 h 569463"/>
                <a:gd name="connsiteX67" fmla="*/ 186837 w 609614"/>
                <a:gd name="connsiteY67" fmla="*/ 284809 h 569463"/>
                <a:gd name="connsiteX68" fmla="*/ 167118 w 609614"/>
                <a:gd name="connsiteY68" fmla="*/ 284809 h 569463"/>
                <a:gd name="connsiteX69" fmla="*/ 147491 w 609614"/>
                <a:gd name="connsiteY69" fmla="*/ 304412 h 569463"/>
                <a:gd name="connsiteX70" fmla="*/ 147491 w 609614"/>
                <a:gd name="connsiteY70" fmla="*/ 471268 h 569463"/>
                <a:gd name="connsiteX71" fmla="*/ 137632 w 609614"/>
                <a:gd name="connsiteY71" fmla="*/ 481115 h 569463"/>
                <a:gd name="connsiteX72" fmla="*/ 127864 w 609614"/>
                <a:gd name="connsiteY72" fmla="*/ 471268 h 569463"/>
                <a:gd name="connsiteX73" fmla="*/ 127864 w 609614"/>
                <a:gd name="connsiteY73" fmla="*/ 304412 h 569463"/>
                <a:gd name="connsiteX74" fmla="*/ 167118 w 609614"/>
                <a:gd name="connsiteY74" fmla="*/ 265114 h 569463"/>
                <a:gd name="connsiteX75" fmla="*/ 471956 w 609614"/>
                <a:gd name="connsiteY75" fmla="*/ 176696 h 569463"/>
                <a:gd name="connsiteX76" fmla="*/ 481820 w 609614"/>
                <a:gd name="connsiteY76" fmla="*/ 186545 h 569463"/>
                <a:gd name="connsiteX77" fmla="*/ 481820 w 609614"/>
                <a:gd name="connsiteY77" fmla="*/ 530159 h 569463"/>
                <a:gd name="connsiteX78" fmla="*/ 442455 w 609614"/>
                <a:gd name="connsiteY78" fmla="*/ 569463 h 569463"/>
                <a:gd name="connsiteX79" fmla="*/ 422818 w 609614"/>
                <a:gd name="connsiteY79" fmla="*/ 569463 h 569463"/>
                <a:gd name="connsiteX80" fmla="*/ 383452 w 609614"/>
                <a:gd name="connsiteY80" fmla="*/ 530159 h 569463"/>
                <a:gd name="connsiteX81" fmla="*/ 383452 w 609614"/>
                <a:gd name="connsiteY81" fmla="*/ 510553 h 569463"/>
                <a:gd name="connsiteX82" fmla="*/ 393317 w 609614"/>
                <a:gd name="connsiteY82" fmla="*/ 500703 h 569463"/>
                <a:gd name="connsiteX83" fmla="*/ 403089 w 609614"/>
                <a:gd name="connsiteY83" fmla="*/ 510553 h 569463"/>
                <a:gd name="connsiteX84" fmla="*/ 403089 w 609614"/>
                <a:gd name="connsiteY84" fmla="*/ 530159 h 569463"/>
                <a:gd name="connsiteX85" fmla="*/ 422818 w 609614"/>
                <a:gd name="connsiteY85" fmla="*/ 549857 h 569463"/>
                <a:gd name="connsiteX86" fmla="*/ 442455 w 609614"/>
                <a:gd name="connsiteY86" fmla="*/ 549857 h 569463"/>
                <a:gd name="connsiteX87" fmla="*/ 462091 w 609614"/>
                <a:gd name="connsiteY87" fmla="*/ 530159 h 569463"/>
                <a:gd name="connsiteX88" fmla="*/ 462091 w 609614"/>
                <a:gd name="connsiteY88" fmla="*/ 186545 h 569463"/>
                <a:gd name="connsiteX89" fmla="*/ 471956 w 609614"/>
                <a:gd name="connsiteY89" fmla="*/ 176696 h 569463"/>
                <a:gd name="connsiteX90" fmla="*/ 294996 w 609614"/>
                <a:gd name="connsiteY90" fmla="*/ 176696 h 569463"/>
                <a:gd name="connsiteX91" fmla="*/ 314619 w 609614"/>
                <a:gd name="connsiteY91" fmla="*/ 176696 h 569463"/>
                <a:gd name="connsiteX92" fmla="*/ 353956 w 609614"/>
                <a:gd name="connsiteY92" fmla="*/ 216003 h 569463"/>
                <a:gd name="connsiteX93" fmla="*/ 353956 w 609614"/>
                <a:gd name="connsiteY93" fmla="*/ 235610 h 569463"/>
                <a:gd name="connsiteX94" fmla="*/ 344099 w 609614"/>
                <a:gd name="connsiteY94" fmla="*/ 245460 h 569463"/>
                <a:gd name="connsiteX95" fmla="*/ 334333 w 609614"/>
                <a:gd name="connsiteY95" fmla="*/ 235610 h 569463"/>
                <a:gd name="connsiteX96" fmla="*/ 334333 w 609614"/>
                <a:gd name="connsiteY96" fmla="*/ 216003 h 569463"/>
                <a:gd name="connsiteX97" fmla="*/ 314619 w 609614"/>
                <a:gd name="connsiteY97" fmla="*/ 196395 h 569463"/>
                <a:gd name="connsiteX98" fmla="*/ 294996 w 609614"/>
                <a:gd name="connsiteY98" fmla="*/ 196395 h 569463"/>
                <a:gd name="connsiteX99" fmla="*/ 275373 w 609614"/>
                <a:gd name="connsiteY99" fmla="*/ 216003 h 569463"/>
                <a:gd name="connsiteX100" fmla="*/ 275373 w 609614"/>
                <a:gd name="connsiteY100" fmla="*/ 471265 h 569463"/>
                <a:gd name="connsiteX101" fmla="*/ 265516 w 609614"/>
                <a:gd name="connsiteY101" fmla="*/ 481115 h 569463"/>
                <a:gd name="connsiteX102" fmla="*/ 255658 w 609614"/>
                <a:gd name="connsiteY102" fmla="*/ 471265 h 569463"/>
                <a:gd name="connsiteX103" fmla="*/ 255658 w 609614"/>
                <a:gd name="connsiteY103" fmla="*/ 216003 h 569463"/>
                <a:gd name="connsiteX104" fmla="*/ 294996 w 609614"/>
                <a:gd name="connsiteY104" fmla="*/ 176696 h 569463"/>
                <a:gd name="connsiteX105" fmla="*/ 422818 w 609614"/>
                <a:gd name="connsiteY105" fmla="*/ 88348 h 569463"/>
                <a:gd name="connsiteX106" fmla="*/ 442455 w 609614"/>
                <a:gd name="connsiteY106" fmla="*/ 88348 h 569463"/>
                <a:gd name="connsiteX107" fmla="*/ 481820 w 609614"/>
                <a:gd name="connsiteY107" fmla="*/ 127652 h 569463"/>
                <a:gd name="connsiteX108" fmla="*/ 481820 w 609614"/>
                <a:gd name="connsiteY108" fmla="*/ 147258 h 569463"/>
                <a:gd name="connsiteX109" fmla="*/ 471956 w 609614"/>
                <a:gd name="connsiteY109" fmla="*/ 157108 h 569463"/>
                <a:gd name="connsiteX110" fmla="*/ 462091 w 609614"/>
                <a:gd name="connsiteY110" fmla="*/ 147258 h 569463"/>
                <a:gd name="connsiteX111" fmla="*/ 462091 w 609614"/>
                <a:gd name="connsiteY111" fmla="*/ 127652 h 569463"/>
                <a:gd name="connsiteX112" fmla="*/ 442455 w 609614"/>
                <a:gd name="connsiteY112" fmla="*/ 108046 h 569463"/>
                <a:gd name="connsiteX113" fmla="*/ 422818 w 609614"/>
                <a:gd name="connsiteY113" fmla="*/ 108046 h 569463"/>
                <a:gd name="connsiteX114" fmla="*/ 403089 w 609614"/>
                <a:gd name="connsiteY114" fmla="*/ 127652 h 569463"/>
                <a:gd name="connsiteX115" fmla="*/ 403089 w 609614"/>
                <a:gd name="connsiteY115" fmla="*/ 471266 h 569463"/>
                <a:gd name="connsiteX116" fmla="*/ 393317 w 609614"/>
                <a:gd name="connsiteY116" fmla="*/ 481115 h 569463"/>
                <a:gd name="connsiteX117" fmla="*/ 383452 w 609614"/>
                <a:gd name="connsiteY117" fmla="*/ 471266 h 569463"/>
                <a:gd name="connsiteX118" fmla="*/ 383452 w 609614"/>
                <a:gd name="connsiteY118" fmla="*/ 127652 h 569463"/>
                <a:gd name="connsiteX119" fmla="*/ 422818 w 609614"/>
                <a:gd name="connsiteY119" fmla="*/ 88348 h 569463"/>
                <a:gd name="connsiteX120" fmla="*/ 599840 w 609614"/>
                <a:gd name="connsiteY120" fmla="*/ 88348 h 569463"/>
                <a:gd name="connsiteX121" fmla="*/ 609614 w 609614"/>
                <a:gd name="connsiteY121" fmla="*/ 98197 h 569463"/>
                <a:gd name="connsiteX122" fmla="*/ 609614 w 609614"/>
                <a:gd name="connsiteY122" fmla="*/ 530160 h 569463"/>
                <a:gd name="connsiteX123" fmla="*/ 570332 w 609614"/>
                <a:gd name="connsiteY123" fmla="*/ 569463 h 569463"/>
                <a:gd name="connsiteX124" fmla="*/ 550599 w 609614"/>
                <a:gd name="connsiteY124" fmla="*/ 569463 h 569463"/>
                <a:gd name="connsiteX125" fmla="*/ 511316 w 609614"/>
                <a:gd name="connsiteY125" fmla="*/ 530160 h 569463"/>
                <a:gd name="connsiteX126" fmla="*/ 511316 w 609614"/>
                <a:gd name="connsiteY126" fmla="*/ 510555 h 569463"/>
                <a:gd name="connsiteX127" fmla="*/ 521091 w 609614"/>
                <a:gd name="connsiteY127" fmla="*/ 500706 h 569463"/>
                <a:gd name="connsiteX128" fmla="*/ 530957 w 609614"/>
                <a:gd name="connsiteY128" fmla="*/ 510555 h 569463"/>
                <a:gd name="connsiteX129" fmla="*/ 530957 w 609614"/>
                <a:gd name="connsiteY129" fmla="*/ 530160 h 569463"/>
                <a:gd name="connsiteX130" fmla="*/ 550599 w 609614"/>
                <a:gd name="connsiteY130" fmla="*/ 549858 h 569463"/>
                <a:gd name="connsiteX131" fmla="*/ 570332 w 609614"/>
                <a:gd name="connsiteY131" fmla="*/ 549858 h 569463"/>
                <a:gd name="connsiteX132" fmla="*/ 589973 w 609614"/>
                <a:gd name="connsiteY132" fmla="*/ 530160 h 569463"/>
                <a:gd name="connsiteX133" fmla="*/ 589973 w 609614"/>
                <a:gd name="connsiteY133" fmla="*/ 98197 h 569463"/>
                <a:gd name="connsiteX134" fmla="*/ 599840 w 609614"/>
                <a:gd name="connsiteY134" fmla="*/ 88348 h 569463"/>
                <a:gd name="connsiteX135" fmla="*/ 550599 w 609614"/>
                <a:gd name="connsiteY135" fmla="*/ 0 h 569463"/>
                <a:gd name="connsiteX136" fmla="*/ 570332 w 609614"/>
                <a:gd name="connsiteY136" fmla="*/ 0 h 569463"/>
                <a:gd name="connsiteX137" fmla="*/ 609614 w 609614"/>
                <a:gd name="connsiteY137" fmla="*/ 39303 h 569463"/>
                <a:gd name="connsiteX138" fmla="*/ 609614 w 609614"/>
                <a:gd name="connsiteY138" fmla="*/ 58908 h 569463"/>
                <a:gd name="connsiteX139" fmla="*/ 599840 w 609614"/>
                <a:gd name="connsiteY139" fmla="*/ 68757 h 569463"/>
                <a:gd name="connsiteX140" fmla="*/ 589973 w 609614"/>
                <a:gd name="connsiteY140" fmla="*/ 58908 h 569463"/>
                <a:gd name="connsiteX141" fmla="*/ 589973 w 609614"/>
                <a:gd name="connsiteY141" fmla="*/ 39303 h 569463"/>
                <a:gd name="connsiteX142" fmla="*/ 570332 w 609614"/>
                <a:gd name="connsiteY142" fmla="*/ 19697 h 569463"/>
                <a:gd name="connsiteX143" fmla="*/ 550599 w 609614"/>
                <a:gd name="connsiteY143" fmla="*/ 19697 h 569463"/>
                <a:gd name="connsiteX144" fmla="*/ 530957 w 609614"/>
                <a:gd name="connsiteY144" fmla="*/ 39303 h 569463"/>
                <a:gd name="connsiteX145" fmla="*/ 530957 w 609614"/>
                <a:gd name="connsiteY145" fmla="*/ 471266 h 569463"/>
                <a:gd name="connsiteX146" fmla="*/ 521091 w 609614"/>
                <a:gd name="connsiteY146" fmla="*/ 481115 h 569463"/>
                <a:gd name="connsiteX147" fmla="*/ 511316 w 609614"/>
                <a:gd name="connsiteY147" fmla="*/ 471266 h 569463"/>
                <a:gd name="connsiteX148" fmla="*/ 511316 w 609614"/>
                <a:gd name="connsiteY148" fmla="*/ 39303 h 569463"/>
                <a:gd name="connsiteX149" fmla="*/ 550599 w 609614"/>
                <a:gd name="connsiteY149" fmla="*/ 0 h 56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609614" h="569463">
                  <a:moveTo>
                    <a:pt x="88503" y="441810"/>
                  </a:moveTo>
                  <a:cubicBezTo>
                    <a:pt x="93943" y="441810"/>
                    <a:pt x="98368" y="446228"/>
                    <a:pt x="98368" y="451658"/>
                  </a:cubicBezTo>
                  <a:lnTo>
                    <a:pt x="98368" y="530164"/>
                  </a:lnTo>
                  <a:cubicBezTo>
                    <a:pt x="98368" y="551884"/>
                    <a:pt x="80667" y="569463"/>
                    <a:pt x="59002" y="569463"/>
                  </a:cubicBezTo>
                  <a:lnTo>
                    <a:pt x="39365" y="569463"/>
                  </a:lnTo>
                  <a:cubicBezTo>
                    <a:pt x="17608" y="569463"/>
                    <a:pt x="0" y="551884"/>
                    <a:pt x="0" y="530164"/>
                  </a:cubicBezTo>
                  <a:lnTo>
                    <a:pt x="0" y="510560"/>
                  </a:lnTo>
                  <a:cubicBezTo>
                    <a:pt x="0" y="505130"/>
                    <a:pt x="4425" y="500713"/>
                    <a:pt x="9864" y="500713"/>
                  </a:cubicBezTo>
                  <a:cubicBezTo>
                    <a:pt x="15303" y="500713"/>
                    <a:pt x="19636" y="505130"/>
                    <a:pt x="19636" y="510560"/>
                  </a:cubicBezTo>
                  <a:lnTo>
                    <a:pt x="19636" y="530164"/>
                  </a:lnTo>
                  <a:cubicBezTo>
                    <a:pt x="19636" y="541024"/>
                    <a:pt x="28487" y="549860"/>
                    <a:pt x="39365" y="549860"/>
                  </a:cubicBezTo>
                  <a:lnTo>
                    <a:pt x="59002" y="549860"/>
                  </a:lnTo>
                  <a:cubicBezTo>
                    <a:pt x="69881" y="549860"/>
                    <a:pt x="78639" y="541024"/>
                    <a:pt x="78639" y="530164"/>
                  </a:cubicBezTo>
                  <a:lnTo>
                    <a:pt x="78639" y="451658"/>
                  </a:lnTo>
                  <a:cubicBezTo>
                    <a:pt x="78639" y="446228"/>
                    <a:pt x="83064" y="441810"/>
                    <a:pt x="88503" y="441810"/>
                  </a:cubicBezTo>
                  <a:close/>
                  <a:moveTo>
                    <a:pt x="216324" y="353462"/>
                  </a:moveTo>
                  <a:cubicBezTo>
                    <a:pt x="221760" y="353462"/>
                    <a:pt x="226091" y="357880"/>
                    <a:pt x="226091" y="363310"/>
                  </a:cubicBezTo>
                  <a:lnTo>
                    <a:pt x="226091" y="530165"/>
                  </a:lnTo>
                  <a:cubicBezTo>
                    <a:pt x="226091" y="551885"/>
                    <a:pt x="208491" y="569463"/>
                    <a:pt x="186837" y="569463"/>
                  </a:cubicBezTo>
                  <a:lnTo>
                    <a:pt x="167118" y="569463"/>
                  </a:lnTo>
                  <a:cubicBezTo>
                    <a:pt x="145464" y="569463"/>
                    <a:pt x="127864" y="551885"/>
                    <a:pt x="127864" y="530165"/>
                  </a:cubicBezTo>
                  <a:lnTo>
                    <a:pt x="127864" y="510562"/>
                  </a:lnTo>
                  <a:cubicBezTo>
                    <a:pt x="127864" y="505132"/>
                    <a:pt x="132195" y="500715"/>
                    <a:pt x="137632" y="500715"/>
                  </a:cubicBezTo>
                  <a:cubicBezTo>
                    <a:pt x="143068" y="500715"/>
                    <a:pt x="147491" y="505132"/>
                    <a:pt x="147491" y="510562"/>
                  </a:cubicBezTo>
                  <a:lnTo>
                    <a:pt x="147491" y="530165"/>
                  </a:lnTo>
                  <a:cubicBezTo>
                    <a:pt x="147491" y="541025"/>
                    <a:pt x="156337" y="549860"/>
                    <a:pt x="167118" y="549860"/>
                  </a:cubicBezTo>
                  <a:lnTo>
                    <a:pt x="186837" y="549860"/>
                  </a:lnTo>
                  <a:cubicBezTo>
                    <a:pt x="197618" y="549860"/>
                    <a:pt x="206464" y="541025"/>
                    <a:pt x="206464" y="530165"/>
                  </a:cubicBezTo>
                  <a:lnTo>
                    <a:pt x="206464" y="363310"/>
                  </a:lnTo>
                  <a:cubicBezTo>
                    <a:pt x="206464" y="357880"/>
                    <a:pt x="210887" y="353462"/>
                    <a:pt x="216324" y="353462"/>
                  </a:cubicBezTo>
                  <a:close/>
                  <a:moveTo>
                    <a:pt x="39365" y="353462"/>
                  </a:moveTo>
                  <a:lnTo>
                    <a:pt x="59002" y="353462"/>
                  </a:lnTo>
                  <a:cubicBezTo>
                    <a:pt x="80667" y="353462"/>
                    <a:pt x="98368" y="371133"/>
                    <a:pt x="98368" y="392761"/>
                  </a:cubicBezTo>
                  <a:lnTo>
                    <a:pt x="98368" y="412365"/>
                  </a:lnTo>
                  <a:cubicBezTo>
                    <a:pt x="98368" y="417795"/>
                    <a:pt x="93943" y="422212"/>
                    <a:pt x="88503" y="422212"/>
                  </a:cubicBezTo>
                  <a:cubicBezTo>
                    <a:pt x="83064" y="422212"/>
                    <a:pt x="78639" y="417795"/>
                    <a:pt x="78639" y="412365"/>
                  </a:cubicBezTo>
                  <a:lnTo>
                    <a:pt x="78639" y="392761"/>
                  </a:lnTo>
                  <a:cubicBezTo>
                    <a:pt x="78639" y="381901"/>
                    <a:pt x="69881" y="373158"/>
                    <a:pt x="59002" y="373158"/>
                  </a:cubicBezTo>
                  <a:lnTo>
                    <a:pt x="39365" y="373158"/>
                  </a:lnTo>
                  <a:cubicBezTo>
                    <a:pt x="28487" y="373158"/>
                    <a:pt x="19636" y="381901"/>
                    <a:pt x="19636" y="392761"/>
                  </a:cubicBezTo>
                  <a:lnTo>
                    <a:pt x="19636" y="471267"/>
                  </a:lnTo>
                  <a:cubicBezTo>
                    <a:pt x="19636" y="476697"/>
                    <a:pt x="15303" y="481115"/>
                    <a:pt x="9864" y="481115"/>
                  </a:cubicBezTo>
                  <a:cubicBezTo>
                    <a:pt x="4425" y="481115"/>
                    <a:pt x="0" y="476697"/>
                    <a:pt x="0" y="471267"/>
                  </a:cubicBezTo>
                  <a:lnTo>
                    <a:pt x="0" y="392761"/>
                  </a:lnTo>
                  <a:cubicBezTo>
                    <a:pt x="0" y="371133"/>
                    <a:pt x="17608" y="353462"/>
                    <a:pt x="39365" y="353462"/>
                  </a:cubicBezTo>
                  <a:close/>
                  <a:moveTo>
                    <a:pt x="344092" y="265114"/>
                  </a:moveTo>
                  <a:cubicBezTo>
                    <a:pt x="349531" y="265114"/>
                    <a:pt x="353956" y="269532"/>
                    <a:pt x="353956" y="274961"/>
                  </a:cubicBezTo>
                  <a:lnTo>
                    <a:pt x="353956" y="530165"/>
                  </a:lnTo>
                  <a:cubicBezTo>
                    <a:pt x="353956" y="551885"/>
                    <a:pt x="336348" y="569463"/>
                    <a:pt x="314591" y="569463"/>
                  </a:cubicBezTo>
                  <a:lnTo>
                    <a:pt x="294954" y="569463"/>
                  </a:lnTo>
                  <a:cubicBezTo>
                    <a:pt x="273289" y="569463"/>
                    <a:pt x="255588" y="551885"/>
                    <a:pt x="255588" y="530165"/>
                  </a:cubicBezTo>
                  <a:lnTo>
                    <a:pt x="255588" y="510563"/>
                  </a:lnTo>
                  <a:cubicBezTo>
                    <a:pt x="255588" y="505133"/>
                    <a:pt x="260013" y="500715"/>
                    <a:pt x="265453" y="500715"/>
                  </a:cubicBezTo>
                  <a:cubicBezTo>
                    <a:pt x="270892" y="500715"/>
                    <a:pt x="275317" y="505133"/>
                    <a:pt x="275317" y="510563"/>
                  </a:cubicBezTo>
                  <a:lnTo>
                    <a:pt x="275317" y="530165"/>
                  </a:lnTo>
                  <a:cubicBezTo>
                    <a:pt x="275317" y="541025"/>
                    <a:pt x="284075" y="549860"/>
                    <a:pt x="294954" y="549860"/>
                  </a:cubicBezTo>
                  <a:lnTo>
                    <a:pt x="314591" y="549860"/>
                  </a:lnTo>
                  <a:cubicBezTo>
                    <a:pt x="325469" y="549860"/>
                    <a:pt x="334320" y="541025"/>
                    <a:pt x="334320" y="530165"/>
                  </a:cubicBezTo>
                  <a:lnTo>
                    <a:pt x="334320" y="274961"/>
                  </a:lnTo>
                  <a:cubicBezTo>
                    <a:pt x="334320" y="269532"/>
                    <a:pt x="338653" y="265114"/>
                    <a:pt x="344092" y="265114"/>
                  </a:cubicBezTo>
                  <a:close/>
                  <a:moveTo>
                    <a:pt x="167118" y="265114"/>
                  </a:moveTo>
                  <a:lnTo>
                    <a:pt x="186837" y="265114"/>
                  </a:lnTo>
                  <a:cubicBezTo>
                    <a:pt x="208491" y="265114"/>
                    <a:pt x="226091" y="282784"/>
                    <a:pt x="226091" y="304412"/>
                  </a:cubicBezTo>
                  <a:lnTo>
                    <a:pt x="226091" y="324015"/>
                  </a:lnTo>
                  <a:cubicBezTo>
                    <a:pt x="226091" y="329445"/>
                    <a:pt x="221760" y="333862"/>
                    <a:pt x="216324" y="333862"/>
                  </a:cubicBezTo>
                  <a:cubicBezTo>
                    <a:pt x="210887" y="333862"/>
                    <a:pt x="206464" y="329445"/>
                    <a:pt x="206464" y="324015"/>
                  </a:cubicBezTo>
                  <a:lnTo>
                    <a:pt x="206464" y="304412"/>
                  </a:lnTo>
                  <a:cubicBezTo>
                    <a:pt x="206464" y="293552"/>
                    <a:pt x="197618" y="284809"/>
                    <a:pt x="186837" y="284809"/>
                  </a:cubicBezTo>
                  <a:lnTo>
                    <a:pt x="167118" y="284809"/>
                  </a:lnTo>
                  <a:cubicBezTo>
                    <a:pt x="156337" y="284809"/>
                    <a:pt x="147491" y="293552"/>
                    <a:pt x="147491" y="304412"/>
                  </a:cubicBezTo>
                  <a:lnTo>
                    <a:pt x="147491" y="471268"/>
                  </a:lnTo>
                  <a:cubicBezTo>
                    <a:pt x="147491" y="476697"/>
                    <a:pt x="143068" y="481115"/>
                    <a:pt x="137632" y="481115"/>
                  </a:cubicBezTo>
                  <a:cubicBezTo>
                    <a:pt x="132195" y="481115"/>
                    <a:pt x="127864" y="476697"/>
                    <a:pt x="127864" y="471268"/>
                  </a:cubicBezTo>
                  <a:lnTo>
                    <a:pt x="127864" y="304412"/>
                  </a:lnTo>
                  <a:cubicBezTo>
                    <a:pt x="127864" y="282784"/>
                    <a:pt x="145464" y="265114"/>
                    <a:pt x="167118" y="265114"/>
                  </a:cubicBezTo>
                  <a:close/>
                  <a:moveTo>
                    <a:pt x="471956" y="176696"/>
                  </a:moveTo>
                  <a:cubicBezTo>
                    <a:pt x="477395" y="176696"/>
                    <a:pt x="481820" y="181114"/>
                    <a:pt x="481820" y="186545"/>
                  </a:cubicBezTo>
                  <a:lnTo>
                    <a:pt x="481820" y="530159"/>
                  </a:lnTo>
                  <a:cubicBezTo>
                    <a:pt x="481820" y="551882"/>
                    <a:pt x="464120" y="569463"/>
                    <a:pt x="442455" y="569463"/>
                  </a:cubicBezTo>
                  <a:lnTo>
                    <a:pt x="422818" y="569463"/>
                  </a:lnTo>
                  <a:cubicBezTo>
                    <a:pt x="401061" y="569463"/>
                    <a:pt x="383452" y="551882"/>
                    <a:pt x="383452" y="530159"/>
                  </a:cubicBezTo>
                  <a:lnTo>
                    <a:pt x="383452" y="510553"/>
                  </a:lnTo>
                  <a:cubicBezTo>
                    <a:pt x="383452" y="505122"/>
                    <a:pt x="387877" y="500703"/>
                    <a:pt x="393317" y="500703"/>
                  </a:cubicBezTo>
                  <a:cubicBezTo>
                    <a:pt x="398756" y="500703"/>
                    <a:pt x="403089" y="505122"/>
                    <a:pt x="403089" y="510553"/>
                  </a:cubicBezTo>
                  <a:lnTo>
                    <a:pt x="403089" y="530159"/>
                  </a:lnTo>
                  <a:cubicBezTo>
                    <a:pt x="403089" y="541020"/>
                    <a:pt x="411939" y="549857"/>
                    <a:pt x="422818" y="549857"/>
                  </a:cubicBezTo>
                  <a:lnTo>
                    <a:pt x="442455" y="549857"/>
                  </a:lnTo>
                  <a:cubicBezTo>
                    <a:pt x="453333" y="549857"/>
                    <a:pt x="462091" y="541020"/>
                    <a:pt x="462091" y="530159"/>
                  </a:cubicBezTo>
                  <a:lnTo>
                    <a:pt x="462091" y="186545"/>
                  </a:lnTo>
                  <a:cubicBezTo>
                    <a:pt x="462091" y="181114"/>
                    <a:pt x="466517" y="176696"/>
                    <a:pt x="471956" y="176696"/>
                  </a:cubicBezTo>
                  <a:close/>
                  <a:moveTo>
                    <a:pt x="294996" y="176696"/>
                  </a:moveTo>
                  <a:lnTo>
                    <a:pt x="314619" y="176696"/>
                  </a:lnTo>
                  <a:cubicBezTo>
                    <a:pt x="336360" y="176696"/>
                    <a:pt x="353956" y="194370"/>
                    <a:pt x="353956" y="216003"/>
                  </a:cubicBezTo>
                  <a:lnTo>
                    <a:pt x="353956" y="235610"/>
                  </a:lnTo>
                  <a:cubicBezTo>
                    <a:pt x="353956" y="241041"/>
                    <a:pt x="349534" y="245460"/>
                    <a:pt x="344099" y="245460"/>
                  </a:cubicBezTo>
                  <a:cubicBezTo>
                    <a:pt x="338663" y="245460"/>
                    <a:pt x="334333" y="241041"/>
                    <a:pt x="334333" y="235610"/>
                  </a:cubicBezTo>
                  <a:lnTo>
                    <a:pt x="334333" y="216003"/>
                  </a:lnTo>
                  <a:cubicBezTo>
                    <a:pt x="334333" y="205140"/>
                    <a:pt x="325489" y="196395"/>
                    <a:pt x="314619" y="196395"/>
                  </a:cubicBezTo>
                  <a:lnTo>
                    <a:pt x="294996" y="196395"/>
                  </a:lnTo>
                  <a:cubicBezTo>
                    <a:pt x="284125" y="196395"/>
                    <a:pt x="275373" y="205140"/>
                    <a:pt x="275373" y="216003"/>
                  </a:cubicBezTo>
                  <a:lnTo>
                    <a:pt x="275373" y="471265"/>
                  </a:lnTo>
                  <a:cubicBezTo>
                    <a:pt x="275373" y="476696"/>
                    <a:pt x="270951" y="481115"/>
                    <a:pt x="265516" y="481115"/>
                  </a:cubicBezTo>
                  <a:cubicBezTo>
                    <a:pt x="260080" y="481115"/>
                    <a:pt x="255658" y="476696"/>
                    <a:pt x="255658" y="471265"/>
                  </a:cubicBezTo>
                  <a:lnTo>
                    <a:pt x="255658" y="216003"/>
                  </a:lnTo>
                  <a:cubicBezTo>
                    <a:pt x="255658" y="194370"/>
                    <a:pt x="273346" y="176696"/>
                    <a:pt x="294996" y="176696"/>
                  </a:cubicBezTo>
                  <a:close/>
                  <a:moveTo>
                    <a:pt x="422818" y="88348"/>
                  </a:moveTo>
                  <a:lnTo>
                    <a:pt x="442455" y="88348"/>
                  </a:lnTo>
                  <a:cubicBezTo>
                    <a:pt x="464120" y="88348"/>
                    <a:pt x="481820" y="106021"/>
                    <a:pt x="481820" y="127652"/>
                  </a:cubicBezTo>
                  <a:lnTo>
                    <a:pt x="481820" y="147258"/>
                  </a:lnTo>
                  <a:cubicBezTo>
                    <a:pt x="481820" y="152689"/>
                    <a:pt x="477395" y="157108"/>
                    <a:pt x="471956" y="157108"/>
                  </a:cubicBezTo>
                  <a:cubicBezTo>
                    <a:pt x="466517" y="157108"/>
                    <a:pt x="462091" y="152689"/>
                    <a:pt x="462091" y="147258"/>
                  </a:cubicBezTo>
                  <a:lnTo>
                    <a:pt x="462091" y="127652"/>
                  </a:lnTo>
                  <a:cubicBezTo>
                    <a:pt x="462091" y="116791"/>
                    <a:pt x="453333" y="108046"/>
                    <a:pt x="442455" y="108046"/>
                  </a:cubicBezTo>
                  <a:lnTo>
                    <a:pt x="422818" y="108046"/>
                  </a:lnTo>
                  <a:cubicBezTo>
                    <a:pt x="411939" y="108046"/>
                    <a:pt x="403089" y="116791"/>
                    <a:pt x="403089" y="127652"/>
                  </a:cubicBezTo>
                  <a:lnTo>
                    <a:pt x="403089" y="471266"/>
                  </a:lnTo>
                  <a:cubicBezTo>
                    <a:pt x="403089" y="476697"/>
                    <a:pt x="398756" y="481115"/>
                    <a:pt x="393317" y="481115"/>
                  </a:cubicBezTo>
                  <a:cubicBezTo>
                    <a:pt x="387877" y="481115"/>
                    <a:pt x="383452" y="476697"/>
                    <a:pt x="383452" y="471266"/>
                  </a:cubicBezTo>
                  <a:lnTo>
                    <a:pt x="383452" y="127652"/>
                  </a:lnTo>
                  <a:cubicBezTo>
                    <a:pt x="383452" y="106021"/>
                    <a:pt x="401061" y="88348"/>
                    <a:pt x="422818" y="88348"/>
                  </a:cubicBezTo>
                  <a:close/>
                  <a:moveTo>
                    <a:pt x="599840" y="88348"/>
                  </a:moveTo>
                  <a:cubicBezTo>
                    <a:pt x="605280" y="88348"/>
                    <a:pt x="609614" y="92766"/>
                    <a:pt x="609614" y="98197"/>
                  </a:cubicBezTo>
                  <a:lnTo>
                    <a:pt x="609614" y="530160"/>
                  </a:lnTo>
                  <a:cubicBezTo>
                    <a:pt x="609614" y="551883"/>
                    <a:pt x="592002" y="569463"/>
                    <a:pt x="570332" y="569463"/>
                  </a:cubicBezTo>
                  <a:lnTo>
                    <a:pt x="550599" y="569463"/>
                  </a:lnTo>
                  <a:cubicBezTo>
                    <a:pt x="528929" y="569463"/>
                    <a:pt x="511316" y="551883"/>
                    <a:pt x="511316" y="530160"/>
                  </a:cubicBezTo>
                  <a:lnTo>
                    <a:pt x="511316" y="510555"/>
                  </a:lnTo>
                  <a:cubicBezTo>
                    <a:pt x="511316" y="505124"/>
                    <a:pt x="515650" y="500706"/>
                    <a:pt x="521091" y="500706"/>
                  </a:cubicBezTo>
                  <a:cubicBezTo>
                    <a:pt x="526531" y="500706"/>
                    <a:pt x="530957" y="505124"/>
                    <a:pt x="530957" y="510555"/>
                  </a:cubicBezTo>
                  <a:lnTo>
                    <a:pt x="530957" y="530160"/>
                  </a:lnTo>
                  <a:cubicBezTo>
                    <a:pt x="530957" y="541021"/>
                    <a:pt x="539810" y="549858"/>
                    <a:pt x="550599" y="549858"/>
                  </a:cubicBezTo>
                  <a:lnTo>
                    <a:pt x="570332" y="549858"/>
                  </a:lnTo>
                  <a:cubicBezTo>
                    <a:pt x="581121" y="549858"/>
                    <a:pt x="589973" y="541021"/>
                    <a:pt x="589973" y="530160"/>
                  </a:cubicBezTo>
                  <a:lnTo>
                    <a:pt x="589973" y="98197"/>
                  </a:lnTo>
                  <a:cubicBezTo>
                    <a:pt x="589973" y="92766"/>
                    <a:pt x="594399" y="88348"/>
                    <a:pt x="599840" y="88348"/>
                  </a:cubicBezTo>
                  <a:close/>
                  <a:moveTo>
                    <a:pt x="550599" y="0"/>
                  </a:moveTo>
                  <a:lnTo>
                    <a:pt x="570332" y="0"/>
                  </a:lnTo>
                  <a:cubicBezTo>
                    <a:pt x="592002" y="0"/>
                    <a:pt x="609614" y="17673"/>
                    <a:pt x="609614" y="39303"/>
                  </a:cubicBezTo>
                  <a:lnTo>
                    <a:pt x="609614" y="58908"/>
                  </a:lnTo>
                  <a:cubicBezTo>
                    <a:pt x="609614" y="64339"/>
                    <a:pt x="605280" y="68757"/>
                    <a:pt x="599840" y="68757"/>
                  </a:cubicBezTo>
                  <a:cubicBezTo>
                    <a:pt x="594399" y="68757"/>
                    <a:pt x="589973" y="64339"/>
                    <a:pt x="589973" y="58908"/>
                  </a:cubicBezTo>
                  <a:lnTo>
                    <a:pt x="589973" y="39303"/>
                  </a:lnTo>
                  <a:cubicBezTo>
                    <a:pt x="589973" y="28442"/>
                    <a:pt x="581121" y="19697"/>
                    <a:pt x="570332" y="19697"/>
                  </a:cubicBezTo>
                  <a:lnTo>
                    <a:pt x="550599" y="19697"/>
                  </a:lnTo>
                  <a:cubicBezTo>
                    <a:pt x="539810" y="19697"/>
                    <a:pt x="530957" y="28442"/>
                    <a:pt x="530957" y="39303"/>
                  </a:cubicBezTo>
                  <a:lnTo>
                    <a:pt x="530957" y="471266"/>
                  </a:lnTo>
                  <a:cubicBezTo>
                    <a:pt x="530957" y="476697"/>
                    <a:pt x="526531" y="481115"/>
                    <a:pt x="521091" y="481115"/>
                  </a:cubicBezTo>
                  <a:cubicBezTo>
                    <a:pt x="515650" y="481115"/>
                    <a:pt x="511316" y="476697"/>
                    <a:pt x="511316" y="471266"/>
                  </a:cubicBezTo>
                  <a:lnTo>
                    <a:pt x="511316" y="39303"/>
                  </a:lnTo>
                  <a:cubicBezTo>
                    <a:pt x="511316" y="17673"/>
                    <a:pt x="528929" y="0"/>
                    <a:pt x="550599" y="0"/>
                  </a:cubicBezTo>
                  <a:close/>
                </a:path>
              </a:pathLst>
            </a:custGeom>
            <a:noFill/>
            <a:ln w="3175">
              <a:solidFill>
                <a:srgbClr val="3ABABA"/>
              </a:solidFill>
            </a:ln>
          </p:spPr>
        </p:sp>
      </p:grpSp>
      <p:grpSp>
        <p:nvGrpSpPr>
          <p:cNvPr id="609" name="组合 608"/>
          <p:cNvGrpSpPr/>
          <p:nvPr/>
        </p:nvGrpSpPr>
        <p:grpSpPr>
          <a:xfrm>
            <a:off x="6752147" y="2611181"/>
            <a:ext cx="4168389" cy="2837189"/>
            <a:chOff x="5932962" y="3759369"/>
            <a:chExt cx="3117309" cy="2504804"/>
          </a:xfrm>
        </p:grpSpPr>
        <p:sp>
          <p:nvSpPr>
            <p:cNvPr id="610" name="椭圆 609"/>
            <p:cNvSpPr>
              <a:spLocks/>
            </p:cNvSpPr>
            <p:nvPr/>
          </p:nvSpPr>
          <p:spPr bwMode="auto">
            <a:xfrm>
              <a:off x="7039872" y="3759369"/>
              <a:ext cx="749015" cy="745509"/>
            </a:xfrm>
            <a:prstGeom prst="ellipse">
              <a:avLst/>
            </a:prstGeom>
            <a:solidFill>
              <a:srgbClr val="9751CB"/>
            </a:solidFill>
            <a:ln w="9525" cap="flat" cmpd="sng" algn="ctr">
              <a:solidFill>
                <a:srgbClr val="9751C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11" name="椭圆 610"/>
            <p:cNvSpPr>
              <a:spLocks/>
            </p:cNvSpPr>
            <p:nvPr/>
          </p:nvSpPr>
          <p:spPr bwMode="auto">
            <a:xfrm>
              <a:off x="6122408" y="4670737"/>
              <a:ext cx="749015" cy="745509"/>
            </a:xfrm>
            <a:prstGeom prst="ellipse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12" name="椭圆 611"/>
            <p:cNvSpPr>
              <a:spLocks/>
            </p:cNvSpPr>
            <p:nvPr/>
          </p:nvSpPr>
          <p:spPr bwMode="auto">
            <a:xfrm>
              <a:off x="7975933" y="4609040"/>
              <a:ext cx="749015" cy="745509"/>
            </a:xfrm>
            <a:prstGeom prst="ellipse">
              <a:avLst/>
            </a:prstGeom>
            <a:solidFill>
              <a:srgbClr val="E0489B"/>
            </a:solidFill>
            <a:ln w="9525" cap="flat" cmpd="sng" algn="ctr">
              <a:solidFill>
                <a:srgbClr val="E048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13" name="椭圆 612"/>
            <p:cNvSpPr>
              <a:spLocks/>
            </p:cNvSpPr>
            <p:nvPr/>
          </p:nvSpPr>
          <p:spPr bwMode="auto">
            <a:xfrm>
              <a:off x="7041122" y="5518664"/>
              <a:ext cx="749015" cy="745509"/>
            </a:xfrm>
            <a:prstGeom prst="ellipse">
              <a:avLst/>
            </a:prstGeom>
            <a:solidFill>
              <a:srgbClr val="EBE67D"/>
            </a:solidFill>
            <a:ln w="9525" cap="flat" cmpd="sng" algn="ctr">
              <a:solidFill>
                <a:srgbClr val="EBE67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14" name="下箭头 613"/>
            <p:cNvSpPr/>
            <p:nvPr/>
          </p:nvSpPr>
          <p:spPr bwMode="auto">
            <a:xfrm rot="18900000">
              <a:off x="7885380" y="4337404"/>
              <a:ext cx="368568" cy="334949"/>
            </a:xfrm>
            <a:prstGeom prst="downArrow">
              <a:avLst/>
            </a:prstGeom>
            <a:solidFill>
              <a:srgbClr val="9751CB"/>
            </a:solidFill>
            <a:ln w="9525" cap="flat" cmpd="sng" algn="ctr">
              <a:solidFill>
                <a:srgbClr val="9751C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15" name="下箭头 614"/>
            <p:cNvSpPr/>
            <p:nvPr/>
          </p:nvSpPr>
          <p:spPr bwMode="auto">
            <a:xfrm rot="8100000">
              <a:off x="6714965" y="5397666"/>
              <a:ext cx="368568" cy="334949"/>
            </a:xfrm>
            <a:prstGeom prst="downArrow">
              <a:avLst/>
            </a:prstGeom>
            <a:solidFill>
              <a:srgbClr val="EBE67D"/>
            </a:solidFill>
            <a:ln w="9525" cap="flat" cmpd="sng" algn="ctr">
              <a:solidFill>
                <a:srgbClr val="EBE67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16" name="下箭头 615"/>
            <p:cNvSpPr/>
            <p:nvPr/>
          </p:nvSpPr>
          <p:spPr bwMode="auto">
            <a:xfrm rot="13500000">
              <a:off x="6656042" y="4354368"/>
              <a:ext cx="368568" cy="334949"/>
            </a:xfrm>
            <a:prstGeom prst="downArrow">
              <a:avLst/>
            </a:prstGeom>
            <a:solidFill>
              <a:srgbClr val="41BDC1"/>
            </a:solidFill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17" name="下箭头 616"/>
            <p:cNvSpPr/>
            <p:nvPr/>
          </p:nvSpPr>
          <p:spPr bwMode="auto">
            <a:xfrm rot="2700000">
              <a:off x="7747725" y="5385262"/>
              <a:ext cx="368568" cy="334949"/>
            </a:xfrm>
            <a:prstGeom prst="downArrow">
              <a:avLst/>
            </a:prstGeom>
            <a:solidFill>
              <a:srgbClr val="E0489B"/>
            </a:solidFill>
            <a:ln w="9525" cap="flat" cmpd="sng" algn="ctr">
              <a:solidFill>
                <a:srgbClr val="E0489B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18" name="文本框 617"/>
            <p:cNvSpPr txBox="1"/>
            <p:nvPr/>
          </p:nvSpPr>
          <p:spPr bwMode="auto">
            <a:xfrm>
              <a:off x="7074911" y="3998027"/>
              <a:ext cx="672953" cy="279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dirty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Data</a:t>
              </a:r>
            </a:p>
          </p:txBody>
        </p:sp>
        <p:sp>
          <p:nvSpPr>
            <p:cNvPr id="619" name="文本框 618"/>
            <p:cNvSpPr txBox="1"/>
            <p:nvPr/>
          </p:nvSpPr>
          <p:spPr bwMode="auto">
            <a:xfrm>
              <a:off x="6967095" y="5767843"/>
              <a:ext cx="935381" cy="279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dirty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Knowledge</a:t>
              </a:r>
            </a:p>
          </p:txBody>
        </p:sp>
        <p:sp>
          <p:nvSpPr>
            <p:cNvPr id="620" name="文本框 619"/>
            <p:cNvSpPr txBox="1"/>
            <p:nvPr/>
          </p:nvSpPr>
          <p:spPr bwMode="auto">
            <a:xfrm>
              <a:off x="7925353" y="4855473"/>
              <a:ext cx="879699" cy="279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dirty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Information</a:t>
              </a:r>
            </a:p>
          </p:txBody>
        </p:sp>
        <p:sp>
          <p:nvSpPr>
            <p:cNvPr id="621" name="文本框 620"/>
            <p:cNvSpPr txBox="1"/>
            <p:nvPr/>
          </p:nvSpPr>
          <p:spPr bwMode="auto">
            <a:xfrm>
              <a:off x="5978407" y="4903210"/>
              <a:ext cx="1058062" cy="279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dirty="0">
                  <a:solidFill>
                    <a:srgbClr val="FFFFFF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Intelligence</a:t>
              </a:r>
            </a:p>
          </p:txBody>
        </p:sp>
        <p:sp>
          <p:nvSpPr>
            <p:cNvPr id="622" name="文本框 621"/>
            <p:cNvSpPr txBox="1"/>
            <p:nvPr/>
          </p:nvSpPr>
          <p:spPr bwMode="auto">
            <a:xfrm>
              <a:off x="8069663" y="4173495"/>
              <a:ext cx="980608" cy="316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Cleanse</a:t>
              </a:r>
            </a:p>
          </p:txBody>
        </p:sp>
        <p:sp>
          <p:nvSpPr>
            <p:cNvPr id="623" name="文本框 622"/>
            <p:cNvSpPr txBox="1"/>
            <p:nvPr/>
          </p:nvSpPr>
          <p:spPr bwMode="auto">
            <a:xfrm>
              <a:off x="8011027" y="5627310"/>
              <a:ext cx="1039243" cy="316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Associate</a:t>
              </a:r>
            </a:p>
          </p:txBody>
        </p:sp>
        <p:sp>
          <p:nvSpPr>
            <p:cNvPr id="624" name="文本框 623"/>
            <p:cNvSpPr txBox="1"/>
            <p:nvPr/>
          </p:nvSpPr>
          <p:spPr bwMode="auto">
            <a:xfrm>
              <a:off x="6207382" y="5680536"/>
              <a:ext cx="632944" cy="316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Use</a:t>
              </a:r>
            </a:p>
          </p:txBody>
        </p:sp>
        <p:sp>
          <p:nvSpPr>
            <p:cNvPr id="625" name="文本框 624"/>
            <p:cNvSpPr txBox="1"/>
            <p:nvPr/>
          </p:nvSpPr>
          <p:spPr bwMode="auto">
            <a:xfrm>
              <a:off x="5932962" y="4161726"/>
              <a:ext cx="795094" cy="316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Collect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952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Artificial Intelligence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1900" dirty="0">
                <a:latin typeface="Arial" panose="020B0604020202020204" pitchFamily="34" charset="0"/>
              </a:rPr>
              <a:t>Artificial intelligence (AI) is an area of computer science that focuses on the research </a:t>
            </a:r>
            <a:r>
              <a:rPr lang="en-US" sz="1900" dirty="0" smtClean="0">
                <a:latin typeface="Arial" panose="020B0604020202020204" pitchFamily="34" charset="0"/>
              </a:rPr>
              <a:t>into and </a:t>
            </a:r>
            <a:r>
              <a:rPr lang="en-US" sz="1900" dirty="0">
                <a:latin typeface="Arial" panose="020B0604020202020204" pitchFamily="34" charset="0"/>
              </a:rPr>
              <a:t>development of theories, methodology, technology, and application systems for simulating and extending human intelligence </a:t>
            </a:r>
            <a:r>
              <a:rPr lang="en-US" sz="1900" dirty="0" smtClean="0">
                <a:latin typeface="Arial" panose="020B0604020202020204" pitchFamily="34" charset="0"/>
              </a:rPr>
              <a:t>with </a:t>
            </a:r>
            <a:r>
              <a:rPr lang="en-US" sz="1900" dirty="0">
                <a:latin typeface="Arial" panose="020B0604020202020204" pitchFamily="34" charset="0"/>
              </a:rPr>
              <a:t>machines.</a:t>
            </a:r>
          </a:p>
          <a:p>
            <a:pPr>
              <a:lnSpc>
                <a:spcPct val="120000"/>
              </a:lnSpc>
            </a:pPr>
            <a:r>
              <a:rPr lang="en-US" sz="1900" dirty="0">
                <a:latin typeface="Arial" panose="020B0604020202020204" pitchFamily="34" charset="0"/>
              </a:rPr>
              <a:t>Applications of AI </a:t>
            </a:r>
            <a:r>
              <a:rPr lang="en-US" sz="1900" dirty="0" smtClean="0">
                <a:latin typeface="Arial" panose="020B0604020202020204" pitchFamily="34" charset="0"/>
              </a:rPr>
              <a:t>include </a:t>
            </a:r>
            <a:r>
              <a:rPr lang="en-US" sz="1900" dirty="0">
                <a:latin typeface="Arial" panose="020B0604020202020204" pitchFamily="34" charset="0"/>
              </a:rPr>
              <a:t>robotics, speech recognition, image recognition, natural language </a:t>
            </a:r>
            <a:r>
              <a:rPr lang="en-US" sz="1900" dirty="0" smtClean="0">
                <a:latin typeface="Arial" panose="020B0604020202020204" pitchFamily="34" charset="0"/>
              </a:rPr>
              <a:t>processing.</a:t>
            </a:r>
            <a:endParaRPr lang="en-US" sz="19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900" dirty="0"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5" t="5971" r="31986" b="16475"/>
          <a:stretch/>
        </p:blipFill>
        <p:spPr>
          <a:xfrm>
            <a:off x="4048131" y="5016863"/>
            <a:ext cx="3852428" cy="15084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298" y="3141070"/>
            <a:ext cx="2628900" cy="1743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392" y="3287055"/>
            <a:ext cx="2349501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1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 bwMode="auto">
          <a:xfrm>
            <a:off x="7068108" y="2024844"/>
            <a:ext cx="3636404" cy="176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defTabSz="1001649" eaLnBrk="0" hangingPunct="0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ea typeface="+mn-ea"/>
                <a:cs typeface="Arial" pitchFamily="34" charset="0"/>
              </a:rPr>
              <a:t>Computing power is a prerequisite for applying AI algorithms to extract value from massive data sets.</a:t>
            </a:r>
          </a:p>
        </p:txBody>
      </p:sp>
      <p:sp>
        <p:nvSpPr>
          <p:cNvPr id="15" name="文本框 14"/>
          <p:cNvSpPr txBox="1"/>
          <p:nvPr/>
        </p:nvSpPr>
        <p:spPr bwMode="auto">
          <a:xfrm>
            <a:off x="7032104" y="4474370"/>
            <a:ext cx="3744416" cy="176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defTabSz="1001649" eaLnBrk="0" hangingPunct="0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ea typeface="+mn-ea"/>
                <a:cs typeface="Arial" pitchFamily="34" charset="0"/>
              </a:rPr>
              <a:t>Big data, computing power, and </a:t>
            </a:r>
            <a:r>
              <a:rPr lang="en-US" sz="1800" dirty="0" smtClean="0">
                <a:latin typeface="Arial" panose="020B0604020202020204" pitchFamily="34" charset="0"/>
                <a:ea typeface="+mn-ea"/>
                <a:cs typeface="Arial" pitchFamily="34" charset="0"/>
              </a:rPr>
              <a:t>algorithms </a:t>
            </a:r>
            <a:r>
              <a:rPr lang="en-US" sz="1800" dirty="0">
                <a:latin typeface="Arial" panose="020B0604020202020204" pitchFamily="34" charset="0"/>
                <a:ea typeface="+mn-ea"/>
                <a:cs typeface="Arial" pitchFamily="34" charset="0"/>
              </a:rPr>
              <a:t>are </a:t>
            </a:r>
            <a:r>
              <a:rPr lang="en-US" sz="1800" dirty="0" smtClean="0">
                <a:latin typeface="Arial" panose="020B0604020202020204" pitchFamily="34" charset="0"/>
                <a:ea typeface="+mn-ea"/>
                <a:cs typeface="Arial" pitchFamily="34" charset="0"/>
              </a:rPr>
              <a:t>input </a:t>
            </a:r>
            <a:r>
              <a:rPr lang="en-US" sz="1800" dirty="0">
                <a:latin typeface="Arial" panose="020B0604020202020204" pitchFamily="34" charset="0"/>
                <a:ea typeface="+mn-ea"/>
                <a:cs typeface="Arial" pitchFamily="34" charset="0"/>
              </a:rPr>
              <a:t>that will create meaningful output only </a:t>
            </a:r>
            <a:r>
              <a:rPr lang="en-US" sz="1800" dirty="0" smtClean="0">
                <a:latin typeface="Arial" panose="020B0604020202020204" pitchFamily="34" charset="0"/>
                <a:ea typeface="+mn-ea"/>
                <a:cs typeface="Arial" pitchFamily="34" charset="0"/>
              </a:rPr>
              <a:t>if applied to </a:t>
            </a:r>
            <a:r>
              <a:rPr lang="en-US" sz="1800" dirty="0">
                <a:latin typeface="Arial" panose="020B0604020202020204" pitchFamily="34" charset="0"/>
                <a:ea typeface="+mn-ea"/>
                <a:cs typeface="Arial" pitchFamily="34" charset="0"/>
              </a:rPr>
              <a:t>practical business scenarios.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Elements of AI</a:t>
            </a:r>
          </a:p>
        </p:txBody>
      </p:sp>
      <p:sp>
        <p:nvSpPr>
          <p:cNvPr id="4" name="圆角矩形 3"/>
          <p:cNvSpPr/>
          <p:nvPr/>
        </p:nvSpPr>
        <p:spPr bwMode="auto">
          <a:xfrm>
            <a:off x="1235460" y="2132856"/>
            <a:ext cx="3636404" cy="162018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235460" y="4581128"/>
            <a:ext cx="3636404" cy="162018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6960096" y="2132856"/>
            <a:ext cx="3744416" cy="162018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6960096" y="4581128"/>
            <a:ext cx="3744416" cy="162018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1235460" y="1627687"/>
            <a:ext cx="3636404" cy="47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 anchor="ctr" anchorCtr="0">
            <a:spAutoFit/>
          </a:bodyPr>
          <a:lstStyle/>
          <a:p>
            <a:pPr marL="342900" indent="-342900" defTabSz="1001649" eaLnBrk="0" hangingPunct="0">
              <a:buFont typeface="Wingdings" panose="05000000000000000000" pitchFamily="2" charset="2"/>
              <a:buChar char="l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Big Data</a:t>
            </a:r>
          </a:p>
        </p:txBody>
      </p:sp>
      <p:sp>
        <p:nvSpPr>
          <p:cNvPr id="9" name="文本框 8"/>
          <p:cNvSpPr txBox="1"/>
          <p:nvPr/>
        </p:nvSpPr>
        <p:spPr bwMode="auto">
          <a:xfrm>
            <a:off x="6960096" y="1675865"/>
            <a:ext cx="3636404" cy="47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 anchor="ctr" anchorCtr="0">
            <a:spAutoFit/>
          </a:bodyPr>
          <a:lstStyle/>
          <a:p>
            <a:pPr marL="342900" indent="-342900" defTabSz="1001649" eaLnBrk="0" hangingPunct="0">
              <a:buFont typeface="Wingdings" panose="05000000000000000000" pitchFamily="2" charset="2"/>
              <a:buChar char="l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Computing Power</a:t>
            </a:r>
          </a:p>
        </p:txBody>
      </p:sp>
      <p:sp>
        <p:nvSpPr>
          <p:cNvPr id="10" name="文本框 9"/>
          <p:cNvSpPr txBox="1"/>
          <p:nvPr/>
        </p:nvSpPr>
        <p:spPr bwMode="auto">
          <a:xfrm>
            <a:off x="1235460" y="4110848"/>
            <a:ext cx="3636404" cy="47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 anchor="ctr" anchorCtr="0">
            <a:spAutoFit/>
          </a:bodyPr>
          <a:lstStyle/>
          <a:p>
            <a:pPr marL="342900" indent="-342900" defTabSz="1001649" eaLnBrk="0" hangingPunct="0">
              <a:buFont typeface="Wingdings" panose="05000000000000000000" pitchFamily="2" charset="2"/>
              <a:buChar char="l"/>
            </a:pPr>
            <a:r>
              <a:rPr lang="en-US" sz="2400" dirty="0" smtClean="0">
                <a:latin typeface="Arial" panose="020B0604020202020204" pitchFamily="34" charset="0"/>
                <a:ea typeface="+mn-ea"/>
                <a:cs typeface="Arial" pitchFamily="34" charset="0"/>
              </a:rPr>
              <a:t>Algorithms</a:t>
            </a:r>
            <a:endParaRPr lang="en-US" sz="2400" dirty="0"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6960096" y="4106896"/>
            <a:ext cx="3636404" cy="47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 anchor="ctr" anchorCtr="0">
            <a:spAutoFit/>
          </a:bodyPr>
          <a:lstStyle/>
          <a:p>
            <a:pPr marL="342900" indent="-342900" defTabSz="1001649" eaLnBrk="0" hangingPunct="0">
              <a:buFont typeface="Wingdings" panose="05000000000000000000" pitchFamily="2" charset="2"/>
              <a:buChar char="l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Scenario</a:t>
            </a:r>
          </a:p>
        </p:txBody>
      </p:sp>
      <p:sp>
        <p:nvSpPr>
          <p:cNvPr id="12" name="文本框 11"/>
          <p:cNvSpPr txBox="1"/>
          <p:nvPr/>
        </p:nvSpPr>
        <p:spPr bwMode="auto">
          <a:xfrm>
            <a:off x="1271464" y="2261577"/>
            <a:ext cx="3636404" cy="134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49986" rIns="72000" bIns="49986" rtlCol="0">
            <a:spAutoFit/>
          </a:bodyPr>
          <a:lstStyle/>
          <a:p>
            <a:pPr defTabSz="1001649" eaLnBrk="0" hangingPunct="0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ea typeface="+mn-ea"/>
                <a:cs typeface="Arial" pitchFamily="34" charset="0"/>
              </a:rPr>
              <a:t>Artificial intelligence is intelligence acquired and summarized by big data analytics.</a:t>
            </a:r>
          </a:p>
        </p:txBody>
      </p:sp>
      <p:sp>
        <p:nvSpPr>
          <p:cNvPr id="14" name="文本框 13"/>
          <p:cNvSpPr txBox="1"/>
          <p:nvPr/>
        </p:nvSpPr>
        <p:spPr bwMode="auto">
          <a:xfrm>
            <a:off x="1307468" y="4473116"/>
            <a:ext cx="3492388" cy="176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defTabSz="1001649" eaLnBrk="0" hangingPunct="0">
              <a:lnSpc>
                <a:spcPct val="150000"/>
              </a:lnSpc>
            </a:pPr>
            <a:r>
              <a:rPr lang="en-US" sz="1800" dirty="0" smtClean="0">
                <a:latin typeface="Arial" panose="020B0604020202020204" pitchFamily="34" charset="0"/>
                <a:ea typeface="+mn-ea"/>
                <a:cs typeface="Arial" pitchFamily="34" charset="0"/>
              </a:rPr>
              <a:t>Algorithms are the </a:t>
            </a:r>
            <a:r>
              <a:rPr lang="en-US" sz="1800" dirty="0">
                <a:latin typeface="Arial" panose="020B0604020202020204" pitchFamily="34" charset="0"/>
                <a:ea typeface="+mn-ea"/>
                <a:cs typeface="Arial" pitchFamily="34" charset="0"/>
              </a:rPr>
              <a:t>fundamental way </a:t>
            </a:r>
            <a:r>
              <a:rPr lang="en-US" sz="1800" dirty="0" smtClean="0">
                <a:latin typeface="Arial" panose="020B0604020202020204" pitchFamily="34" charset="0"/>
                <a:ea typeface="+mn-ea"/>
                <a:cs typeface="Arial" pitchFamily="34" charset="0"/>
              </a:rPr>
              <a:t>by which AI is realized, </a:t>
            </a:r>
            <a:r>
              <a:rPr lang="en-US" sz="1800" dirty="0">
                <a:latin typeface="Arial" panose="020B0604020202020204" pitchFamily="34" charset="0"/>
                <a:ea typeface="+mn-ea"/>
                <a:cs typeface="Arial" pitchFamily="34" charset="0"/>
              </a:rPr>
              <a:t>and an effective method </a:t>
            </a:r>
            <a:r>
              <a:rPr lang="en-US" sz="1800" dirty="0" smtClean="0">
                <a:latin typeface="Arial" panose="020B0604020202020204" pitchFamily="34" charset="0"/>
                <a:ea typeface="+mn-ea"/>
                <a:cs typeface="Arial" pitchFamily="34" charset="0"/>
              </a:rPr>
              <a:t>to extract data intelligence.</a:t>
            </a:r>
            <a:endParaRPr lang="en-US" sz="1800" dirty="0"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82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流程图: 可选过程 50"/>
          <p:cNvSpPr/>
          <p:nvPr/>
        </p:nvSpPr>
        <p:spPr bwMode="auto">
          <a:xfrm>
            <a:off x="4187788" y="3838746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Virtual motion system</a:t>
            </a:r>
          </a:p>
        </p:txBody>
      </p:sp>
      <p:sp>
        <p:nvSpPr>
          <p:cNvPr id="260" name="流程图: 可选过程 259"/>
          <p:cNvSpPr/>
          <p:nvPr/>
        </p:nvSpPr>
        <p:spPr bwMode="auto">
          <a:xfrm>
            <a:off x="4176637" y="4788551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Virtual motion system</a:t>
            </a:r>
          </a:p>
        </p:txBody>
      </p:sp>
      <p:sp>
        <p:nvSpPr>
          <p:cNvPr id="261" name="流程图: 可选过程 260"/>
          <p:cNvSpPr/>
          <p:nvPr/>
        </p:nvSpPr>
        <p:spPr bwMode="auto">
          <a:xfrm>
            <a:off x="4187788" y="5663798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Virtual motion system</a:t>
            </a:r>
          </a:p>
        </p:txBody>
      </p:sp>
      <p:sp>
        <p:nvSpPr>
          <p:cNvPr id="69" name="流程图: 可选过程 68"/>
          <p:cNvSpPr/>
          <p:nvPr/>
        </p:nvSpPr>
        <p:spPr bwMode="auto">
          <a:xfrm>
            <a:off x="6168008" y="4149080"/>
            <a:ext cx="2556284" cy="1512168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0" bIns="45720" numCol="1" rtlCol="0" anchor="b" anchorCtr="1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Cloud computing</a:t>
            </a:r>
          </a:p>
        </p:txBody>
      </p:sp>
      <p:sp>
        <p:nvSpPr>
          <p:cNvPr id="55" name="流程图: 可选过程 54"/>
          <p:cNvSpPr/>
          <p:nvPr/>
        </p:nvSpPr>
        <p:spPr bwMode="auto">
          <a:xfrm>
            <a:off x="9120336" y="4221088"/>
            <a:ext cx="1368152" cy="1728192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Mobile Internet</a:t>
            </a:r>
          </a:p>
        </p:txBody>
      </p:sp>
      <p:sp>
        <p:nvSpPr>
          <p:cNvPr id="54" name="流程图: 可选过程 53"/>
          <p:cNvSpPr/>
          <p:nvPr/>
        </p:nvSpPr>
        <p:spPr bwMode="auto">
          <a:xfrm>
            <a:off x="9120336" y="1772816"/>
            <a:ext cx="1368152" cy="2340260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b" anchorCtr="1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Traditional Internet</a:t>
            </a:r>
          </a:p>
        </p:txBody>
      </p:sp>
      <p:sp>
        <p:nvSpPr>
          <p:cNvPr id="52" name="流程图: 可选过程 51"/>
          <p:cNvSpPr/>
          <p:nvPr/>
        </p:nvSpPr>
        <p:spPr bwMode="auto">
          <a:xfrm>
            <a:off x="6420036" y="2132856"/>
            <a:ext cx="2340260" cy="1764196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0" bIns="45720" numCol="1" rtlCol="0" anchor="b" anchorCtr="1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Big data</a:t>
            </a:r>
          </a:p>
        </p:txBody>
      </p:sp>
      <p:sp>
        <p:nvSpPr>
          <p:cNvPr id="53" name="流程图: 可选过程 52"/>
          <p:cNvSpPr/>
          <p:nvPr/>
        </p:nvSpPr>
        <p:spPr bwMode="auto">
          <a:xfrm>
            <a:off x="1991544" y="1304764"/>
            <a:ext cx="2160240" cy="5040560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vert270" wrap="square" lIns="0" tIns="0" rIns="91440" bIns="4320000" numCol="1" rtlCol="0" anchor="t" anchorCtr="1" compatLnSpc="1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IoT</a:t>
            </a:r>
          </a:p>
        </p:txBody>
      </p:sp>
      <p:sp>
        <p:nvSpPr>
          <p:cNvPr id="27" name="流程图: 可选过程 26"/>
          <p:cNvSpPr/>
          <p:nvPr/>
        </p:nvSpPr>
        <p:spPr bwMode="auto">
          <a:xfrm>
            <a:off x="2387588" y="1448780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Audio collector</a:t>
            </a:r>
          </a:p>
        </p:txBody>
      </p:sp>
      <p:sp>
        <p:nvSpPr>
          <p:cNvPr id="28" name="流程图: 可选过程 27"/>
          <p:cNvSpPr/>
          <p:nvPr/>
        </p:nvSpPr>
        <p:spPr bwMode="auto">
          <a:xfrm>
            <a:off x="2387588" y="2312876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Video collector</a:t>
            </a:r>
          </a:p>
        </p:txBody>
      </p:sp>
      <p:sp>
        <p:nvSpPr>
          <p:cNvPr id="29" name="流程图: 可选过程 28"/>
          <p:cNvSpPr/>
          <p:nvPr/>
        </p:nvSpPr>
        <p:spPr bwMode="auto">
          <a:xfrm>
            <a:off x="2387588" y="3212976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Air, water, and soil sensors</a:t>
            </a:r>
          </a:p>
        </p:txBody>
      </p:sp>
      <p:sp>
        <p:nvSpPr>
          <p:cNvPr id="30" name="流程图: 可选过程 29"/>
          <p:cNvSpPr/>
          <p:nvPr/>
        </p:nvSpPr>
        <p:spPr bwMode="auto">
          <a:xfrm>
            <a:off x="2387588" y="4113076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Office equipment</a:t>
            </a:r>
          </a:p>
        </p:txBody>
      </p:sp>
      <p:sp>
        <p:nvSpPr>
          <p:cNvPr id="31" name="流程图: 可选过程 30"/>
          <p:cNvSpPr/>
          <p:nvPr/>
        </p:nvSpPr>
        <p:spPr bwMode="auto">
          <a:xfrm>
            <a:off x="2387588" y="4941168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Household appliances</a:t>
            </a:r>
          </a:p>
        </p:txBody>
      </p:sp>
      <p:sp>
        <p:nvSpPr>
          <p:cNvPr id="33" name="流程图: 可选过程 32"/>
          <p:cNvSpPr/>
          <p:nvPr/>
        </p:nvSpPr>
        <p:spPr bwMode="auto">
          <a:xfrm>
            <a:off x="2387588" y="5769259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Production equipment</a:t>
            </a:r>
          </a:p>
        </p:txBody>
      </p:sp>
      <p:sp>
        <p:nvSpPr>
          <p:cNvPr id="50" name="流程图: 可选过程 49"/>
          <p:cNvSpPr/>
          <p:nvPr/>
        </p:nvSpPr>
        <p:spPr bwMode="auto">
          <a:xfrm>
            <a:off x="4099695" y="2960948"/>
            <a:ext cx="1190515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Virtual sensing system</a:t>
            </a:r>
          </a:p>
        </p:txBody>
      </p:sp>
      <p:sp>
        <p:nvSpPr>
          <p:cNvPr id="49" name="流程图: 可选过程 48"/>
          <p:cNvSpPr/>
          <p:nvPr/>
        </p:nvSpPr>
        <p:spPr bwMode="auto">
          <a:xfrm>
            <a:off x="4174086" y="2027395"/>
            <a:ext cx="108012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Virtual visual system</a:t>
            </a:r>
          </a:p>
        </p:txBody>
      </p:sp>
      <p:sp>
        <p:nvSpPr>
          <p:cNvPr id="48" name="流程图: 可选过程 47"/>
          <p:cNvSpPr/>
          <p:nvPr/>
        </p:nvSpPr>
        <p:spPr bwMode="auto">
          <a:xfrm>
            <a:off x="4065880" y="1309866"/>
            <a:ext cx="1232930" cy="360041"/>
          </a:xfrm>
          <a:prstGeom prst="flowChartAlternateProcess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华文细黑"/>
              </a:rPr>
              <a:t>Virtual auditory system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12286" y="292385"/>
            <a:ext cx="5121715" cy="868363"/>
          </a:xfrm>
        </p:spPr>
        <p:txBody>
          <a:bodyPr>
            <a:noAutofit/>
          </a:bodyPr>
          <a:lstStyle/>
          <a:p>
            <a:r>
              <a:rPr lang="en-US" sz="3500" b="1" dirty="0">
                <a:latin typeface="Arial" panose="020B0604020202020204" pitchFamily="34" charset="0"/>
              </a:rPr>
              <a:t>Cloud Computing, IoT, &amp; Big Data</a:t>
            </a:r>
          </a:p>
        </p:txBody>
      </p:sp>
      <p:sp>
        <p:nvSpPr>
          <p:cNvPr id="6" name="nlp-human-mind-programming_30599"/>
          <p:cNvSpPr>
            <a:spLocks noChangeAspect="1"/>
          </p:cNvSpPr>
          <p:nvPr/>
        </p:nvSpPr>
        <p:spPr bwMode="auto">
          <a:xfrm>
            <a:off x="5831054" y="1966236"/>
            <a:ext cx="2969036" cy="3731016"/>
          </a:xfrm>
          <a:custGeom>
            <a:avLst/>
            <a:gdLst>
              <a:gd name="connsiteX0" fmla="*/ 321050 w 482962"/>
              <a:gd name="connsiteY0" fmla="*/ 156985 h 606910"/>
              <a:gd name="connsiteX1" fmla="*/ 363284 w 482962"/>
              <a:gd name="connsiteY1" fmla="*/ 199324 h 606910"/>
              <a:gd name="connsiteX2" fmla="*/ 321050 w 482962"/>
              <a:gd name="connsiteY2" fmla="*/ 241663 h 606910"/>
              <a:gd name="connsiteX3" fmla="*/ 278816 w 482962"/>
              <a:gd name="connsiteY3" fmla="*/ 199324 h 606910"/>
              <a:gd name="connsiteX4" fmla="*/ 321050 w 482962"/>
              <a:gd name="connsiteY4" fmla="*/ 156985 h 606910"/>
              <a:gd name="connsiteX5" fmla="*/ 306669 w 482962"/>
              <a:gd name="connsiteY5" fmla="*/ 105445 h 606910"/>
              <a:gd name="connsiteX6" fmla="*/ 270881 w 482962"/>
              <a:gd name="connsiteY6" fmla="*/ 118626 h 606910"/>
              <a:gd name="connsiteX7" fmla="*/ 268241 w 482962"/>
              <a:gd name="connsiteY7" fmla="*/ 124191 h 606910"/>
              <a:gd name="connsiteX8" fmla="*/ 274108 w 482962"/>
              <a:gd name="connsiteY8" fmla="*/ 140009 h 606910"/>
              <a:gd name="connsiteX9" fmla="*/ 273521 w 482962"/>
              <a:gd name="connsiteY9" fmla="*/ 145867 h 606910"/>
              <a:gd name="connsiteX10" fmla="*/ 265308 w 482962"/>
              <a:gd name="connsiteY10" fmla="*/ 148210 h 606910"/>
              <a:gd name="connsiteX11" fmla="*/ 250055 w 482962"/>
              <a:gd name="connsiteY11" fmla="*/ 140887 h 606910"/>
              <a:gd name="connsiteX12" fmla="*/ 244481 w 482962"/>
              <a:gd name="connsiteY12" fmla="*/ 143231 h 606910"/>
              <a:gd name="connsiteX13" fmla="*/ 228348 w 482962"/>
              <a:gd name="connsiteY13" fmla="*/ 177794 h 606910"/>
              <a:gd name="connsiteX14" fmla="*/ 230401 w 482962"/>
              <a:gd name="connsiteY14" fmla="*/ 183360 h 606910"/>
              <a:gd name="connsiteX15" fmla="*/ 245655 w 482962"/>
              <a:gd name="connsiteY15" fmla="*/ 190390 h 606910"/>
              <a:gd name="connsiteX16" fmla="*/ 249468 w 482962"/>
              <a:gd name="connsiteY16" fmla="*/ 195076 h 606910"/>
              <a:gd name="connsiteX17" fmla="*/ 245361 w 482962"/>
              <a:gd name="connsiteY17" fmla="*/ 202399 h 606910"/>
              <a:gd name="connsiteX18" fmla="*/ 229521 w 482962"/>
              <a:gd name="connsiteY18" fmla="*/ 208257 h 606910"/>
              <a:gd name="connsiteX19" fmla="*/ 226881 w 482962"/>
              <a:gd name="connsiteY19" fmla="*/ 213530 h 606910"/>
              <a:gd name="connsiteX20" fmla="*/ 240081 w 482962"/>
              <a:gd name="connsiteY20" fmla="*/ 249265 h 606910"/>
              <a:gd name="connsiteX21" fmla="*/ 245655 w 482962"/>
              <a:gd name="connsiteY21" fmla="*/ 251901 h 606910"/>
              <a:gd name="connsiteX22" fmla="*/ 261495 w 482962"/>
              <a:gd name="connsiteY22" fmla="*/ 246043 h 606910"/>
              <a:gd name="connsiteX23" fmla="*/ 267361 w 482962"/>
              <a:gd name="connsiteY23" fmla="*/ 246922 h 606910"/>
              <a:gd name="connsiteX24" fmla="*/ 269708 w 482962"/>
              <a:gd name="connsiteY24" fmla="*/ 254830 h 606910"/>
              <a:gd name="connsiteX25" fmla="*/ 262668 w 482962"/>
              <a:gd name="connsiteY25" fmla="*/ 270062 h 606910"/>
              <a:gd name="connsiteX26" fmla="*/ 264721 w 482962"/>
              <a:gd name="connsiteY26" fmla="*/ 275920 h 606910"/>
              <a:gd name="connsiteX27" fmla="*/ 299335 w 482962"/>
              <a:gd name="connsiteY27" fmla="*/ 291737 h 606910"/>
              <a:gd name="connsiteX28" fmla="*/ 304909 w 482962"/>
              <a:gd name="connsiteY28" fmla="*/ 289687 h 606910"/>
              <a:gd name="connsiteX29" fmla="*/ 311949 w 482962"/>
              <a:gd name="connsiteY29" fmla="*/ 274455 h 606910"/>
              <a:gd name="connsiteX30" fmla="*/ 316642 w 482962"/>
              <a:gd name="connsiteY30" fmla="*/ 270647 h 606910"/>
              <a:gd name="connsiteX31" fmla="*/ 323975 w 482962"/>
              <a:gd name="connsiteY31" fmla="*/ 274748 h 606910"/>
              <a:gd name="connsiteX32" fmla="*/ 329842 w 482962"/>
              <a:gd name="connsiteY32" fmla="*/ 290565 h 606910"/>
              <a:gd name="connsiteX33" fmla="*/ 335415 w 482962"/>
              <a:gd name="connsiteY33" fmla="*/ 293202 h 606910"/>
              <a:gd name="connsiteX34" fmla="*/ 371202 w 482962"/>
              <a:gd name="connsiteY34" fmla="*/ 280021 h 606910"/>
              <a:gd name="connsiteX35" fmla="*/ 373549 w 482962"/>
              <a:gd name="connsiteY35" fmla="*/ 274455 h 606910"/>
              <a:gd name="connsiteX36" fmla="*/ 367682 w 482962"/>
              <a:gd name="connsiteY36" fmla="*/ 258638 h 606910"/>
              <a:gd name="connsiteX37" fmla="*/ 368562 w 482962"/>
              <a:gd name="connsiteY37" fmla="*/ 252780 h 606910"/>
              <a:gd name="connsiteX38" fmla="*/ 376775 w 482962"/>
              <a:gd name="connsiteY38" fmla="*/ 250436 h 606910"/>
              <a:gd name="connsiteX39" fmla="*/ 392029 w 482962"/>
              <a:gd name="connsiteY39" fmla="*/ 257759 h 606910"/>
              <a:gd name="connsiteX40" fmla="*/ 397602 w 482962"/>
              <a:gd name="connsiteY40" fmla="*/ 255416 h 606910"/>
              <a:gd name="connsiteX41" fmla="*/ 413442 w 482962"/>
              <a:gd name="connsiteY41" fmla="*/ 221145 h 606910"/>
              <a:gd name="connsiteX42" fmla="*/ 411389 w 482962"/>
              <a:gd name="connsiteY42" fmla="*/ 215287 h 606910"/>
              <a:gd name="connsiteX43" fmla="*/ 396135 w 482962"/>
              <a:gd name="connsiteY43" fmla="*/ 208257 h 606910"/>
              <a:gd name="connsiteX44" fmla="*/ 392615 w 482962"/>
              <a:gd name="connsiteY44" fmla="*/ 200641 h 606910"/>
              <a:gd name="connsiteX45" fmla="*/ 396722 w 482962"/>
              <a:gd name="connsiteY45" fmla="*/ 196248 h 606910"/>
              <a:gd name="connsiteX46" fmla="*/ 412562 w 482962"/>
              <a:gd name="connsiteY46" fmla="*/ 190390 h 606910"/>
              <a:gd name="connsiteX47" fmla="*/ 414909 w 482962"/>
              <a:gd name="connsiteY47" fmla="*/ 184824 h 606910"/>
              <a:gd name="connsiteX48" fmla="*/ 401709 w 482962"/>
              <a:gd name="connsiteY48" fmla="*/ 149382 h 606910"/>
              <a:gd name="connsiteX49" fmla="*/ 396429 w 482962"/>
              <a:gd name="connsiteY49" fmla="*/ 146746 h 606910"/>
              <a:gd name="connsiteX50" fmla="*/ 380589 w 482962"/>
              <a:gd name="connsiteY50" fmla="*/ 152604 h 606910"/>
              <a:gd name="connsiteX51" fmla="*/ 374722 w 482962"/>
              <a:gd name="connsiteY51" fmla="*/ 151725 h 606910"/>
              <a:gd name="connsiteX52" fmla="*/ 372375 w 482962"/>
              <a:gd name="connsiteY52" fmla="*/ 143524 h 606910"/>
              <a:gd name="connsiteX53" fmla="*/ 379415 w 482962"/>
              <a:gd name="connsiteY53" fmla="*/ 128292 h 606910"/>
              <a:gd name="connsiteX54" fmla="*/ 377362 w 482962"/>
              <a:gd name="connsiteY54" fmla="*/ 122727 h 606910"/>
              <a:gd name="connsiteX55" fmla="*/ 342749 w 482962"/>
              <a:gd name="connsiteY55" fmla="*/ 106910 h 606910"/>
              <a:gd name="connsiteX56" fmla="*/ 337175 w 482962"/>
              <a:gd name="connsiteY56" fmla="*/ 108960 h 606910"/>
              <a:gd name="connsiteX57" fmla="*/ 330135 w 482962"/>
              <a:gd name="connsiteY57" fmla="*/ 124191 h 606910"/>
              <a:gd name="connsiteX58" fmla="*/ 325442 w 482962"/>
              <a:gd name="connsiteY58" fmla="*/ 127999 h 606910"/>
              <a:gd name="connsiteX59" fmla="*/ 317815 w 482962"/>
              <a:gd name="connsiteY59" fmla="*/ 123899 h 606910"/>
              <a:gd name="connsiteX60" fmla="*/ 311949 w 482962"/>
              <a:gd name="connsiteY60" fmla="*/ 108081 h 606910"/>
              <a:gd name="connsiteX61" fmla="*/ 306669 w 482962"/>
              <a:gd name="connsiteY61" fmla="*/ 105445 h 606910"/>
              <a:gd name="connsiteX62" fmla="*/ 227468 w 482962"/>
              <a:gd name="connsiteY62" fmla="*/ 587 h 606910"/>
              <a:gd name="connsiteX63" fmla="*/ 305495 w 482962"/>
              <a:gd name="connsiteY63" fmla="*/ 3805 h 606910"/>
              <a:gd name="connsiteX64" fmla="*/ 482376 w 482962"/>
              <a:gd name="connsiteY64" fmla="*/ 197419 h 606910"/>
              <a:gd name="connsiteX65" fmla="*/ 386455 w 482962"/>
              <a:gd name="connsiteY65" fmla="*/ 441122 h 606910"/>
              <a:gd name="connsiteX66" fmla="*/ 482962 w 482962"/>
              <a:gd name="connsiteY66" fmla="*/ 606910 h 606910"/>
              <a:gd name="connsiteX67" fmla="*/ 143575 w 482962"/>
              <a:gd name="connsiteY67" fmla="*/ 606910 h 606910"/>
              <a:gd name="connsiteX68" fmla="*/ 181415 w 482962"/>
              <a:gd name="connsiteY68" fmla="*/ 511714 h 606910"/>
              <a:gd name="connsiteX69" fmla="*/ 108668 w 482962"/>
              <a:gd name="connsiteY69" fmla="*/ 523723 h 606910"/>
              <a:gd name="connsiteX70" fmla="*/ 54108 w 482962"/>
              <a:gd name="connsiteY70" fmla="*/ 497654 h 606910"/>
              <a:gd name="connsiteX71" fmla="*/ 57628 w 482962"/>
              <a:gd name="connsiteY71" fmla="*/ 453131 h 606910"/>
              <a:gd name="connsiteX72" fmla="*/ 38561 w 482962"/>
              <a:gd name="connsiteY72" fmla="*/ 404508 h 606910"/>
              <a:gd name="connsiteX73" fmla="*/ 42081 w 482962"/>
              <a:gd name="connsiteY73" fmla="*/ 376096 h 606910"/>
              <a:gd name="connsiteX74" fmla="*/ 134 w 482962"/>
              <a:gd name="connsiteY74" fmla="*/ 354420 h 606910"/>
              <a:gd name="connsiteX75" fmla="*/ 52641 w 482962"/>
              <a:gd name="connsiteY75" fmla="*/ 254537 h 606910"/>
              <a:gd name="connsiteX76" fmla="*/ 37974 w 482962"/>
              <a:gd name="connsiteY76" fmla="*/ 222317 h 606910"/>
              <a:gd name="connsiteX77" fmla="*/ 74348 w 482962"/>
              <a:gd name="connsiteY77" fmla="*/ 82598 h 606910"/>
              <a:gd name="connsiteX78" fmla="*/ 227468 w 482962"/>
              <a:gd name="connsiteY78" fmla="*/ 587 h 60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482962" h="606910">
                <a:moveTo>
                  <a:pt x="321050" y="156985"/>
                </a:moveTo>
                <a:cubicBezTo>
                  <a:pt x="344375" y="156985"/>
                  <a:pt x="363284" y="175941"/>
                  <a:pt x="363284" y="199324"/>
                </a:cubicBezTo>
                <a:cubicBezTo>
                  <a:pt x="363284" y="222707"/>
                  <a:pt x="344375" y="241663"/>
                  <a:pt x="321050" y="241663"/>
                </a:cubicBezTo>
                <a:cubicBezTo>
                  <a:pt x="297725" y="241663"/>
                  <a:pt x="278816" y="222707"/>
                  <a:pt x="278816" y="199324"/>
                </a:cubicBezTo>
                <a:cubicBezTo>
                  <a:pt x="278816" y="175941"/>
                  <a:pt x="297725" y="156985"/>
                  <a:pt x="321050" y="156985"/>
                </a:cubicBezTo>
                <a:close/>
                <a:moveTo>
                  <a:pt x="306669" y="105445"/>
                </a:moveTo>
                <a:lnTo>
                  <a:pt x="270881" y="118626"/>
                </a:lnTo>
                <a:cubicBezTo>
                  <a:pt x="268535" y="119505"/>
                  <a:pt x="267655" y="121848"/>
                  <a:pt x="268241" y="124191"/>
                </a:cubicBezTo>
                <a:lnTo>
                  <a:pt x="274108" y="140009"/>
                </a:lnTo>
                <a:cubicBezTo>
                  <a:pt x="274988" y="142059"/>
                  <a:pt x="274695" y="144695"/>
                  <a:pt x="273521" y="145867"/>
                </a:cubicBezTo>
                <a:cubicBezTo>
                  <a:pt x="272055" y="146746"/>
                  <a:pt x="267361" y="149089"/>
                  <a:pt x="265308" y="148210"/>
                </a:cubicBezTo>
                <a:lnTo>
                  <a:pt x="250055" y="140887"/>
                </a:lnTo>
                <a:cubicBezTo>
                  <a:pt x="248001" y="140009"/>
                  <a:pt x="245361" y="140887"/>
                  <a:pt x="244481" y="143231"/>
                </a:cubicBezTo>
                <a:lnTo>
                  <a:pt x="228348" y="177794"/>
                </a:lnTo>
                <a:cubicBezTo>
                  <a:pt x="227468" y="179845"/>
                  <a:pt x="228348" y="182188"/>
                  <a:pt x="230401" y="183360"/>
                </a:cubicBezTo>
                <a:lnTo>
                  <a:pt x="245655" y="190390"/>
                </a:lnTo>
                <a:cubicBezTo>
                  <a:pt x="248001" y="191268"/>
                  <a:pt x="249468" y="193319"/>
                  <a:pt x="249468" y="195076"/>
                </a:cubicBezTo>
                <a:cubicBezTo>
                  <a:pt x="249175" y="196541"/>
                  <a:pt x="247415" y="201520"/>
                  <a:pt x="245361" y="202399"/>
                </a:cubicBezTo>
                <a:lnTo>
                  <a:pt x="229521" y="208257"/>
                </a:lnTo>
                <a:cubicBezTo>
                  <a:pt x="227175" y="209136"/>
                  <a:pt x="226295" y="211479"/>
                  <a:pt x="226881" y="213530"/>
                </a:cubicBezTo>
                <a:lnTo>
                  <a:pt x="240081" y="249265"/>
                </a:lnTo>
                <a:cubicBezTo>
                  <a:pt x="240961" y="251608"/>
                  <a:pt x="243308" y="252780"/>
                  <a:pt x="245655" y="251901"/>
                </a:cubicBezTo>
                <a:lnTo>
                  <a:pt x="261495" y="246043"/>
                </a:lnTo>
                <a:cubicBezTo>
                  <a:pt x="263548" y="245164"/>
                  <a:pt x="266481" y="245457"/>
                  <a:pt x="267361" y="246922"/>
                </a:cubicBezTo>
                <a:cubicBezTo>
                  <a:pt x="268535" y="248093"/>
                  <a:pt x="270588" y="252780"/>
                  <a:pt x="269708" y="254830"/>
                </a:cubicBezTo>
                <a:lnTo>
                  <a:pt x="262668" y="270062"/>
                </a:lnTo>
                <a:cubicBezTo>
                  <a:pt x="261495" y="272405"/>
                  <a:pt x="262668" y="274748"/>
                  <a:pt x="264721" y="275920"/>
                </a:cubicBezTo>
                <a:lnTo>
                  <a:pt x="299335" y="291737"/>
                </a:lnTo>
                <a:cubicBezTo>
                  <a:pt x="301389" y="292616"/>
                  <a:pt x="304029" y="291737"/>
                  <a:pt x="304909" y="289687"/>
                </a:cubicBezTo>
                <a:lnTo>
                  <a:pt x="311949" y="274455"/>
                </a:lnTo>
                <a:cubicBezTo>
                  <a:pt x="312829" y="272405"/>
                  <a:pt x="315175" y="270647"/>
                  <a:pt x="316642" y="270647"/>
                </a:cubicBezTo>
                <a:cubicBezTo>
                  <a:pt x="318402" y="270940"/>
                  <a:pt x="323389" y="272698"/>
                  <a:pt x="323975" y="274748"/>
                </a:cubicBezTo>
                <a:lnTo>
                  <a:pt x="329842" y="290565"/>
                </a:lnTo>
                <a:cubicBezTo>
                  <a:pt x="330722" y="292909"/>
                  <a:pt x="333069" y="294080"/>
                  <a:pt x="335415" y="293202"/>
                </a:cubicBezTo>
                <a:lnTo>
                  <a:pt x="371202" y="280021"/>
                </a:lnTo>
                <a:cubicBezTo>
                  <a:pt x="373255" y="279142"/>
                  <a:pt x="374429" y="276798"/>
                  <a:pt x="373549" y="274455"/>
                </a:cubicBezTo>
                <a:lnTo>
                  <a:pt x="367682" y="258638"/>
                </a:lnTo>
                <a:cubicBezTo>
                  <a:pt x="367095" y="256588"/>
                  <a:pt x="367389" y="253951"/>
                  <a:pt x="368562" y="252780"/>
                </a:cubicBezTo>
                <a:cubicBezTo>
                  <a:pt x="369735" y="251901"/>
                  <a:pt x="374429" y="249558"/>
                  <a:pt x="376775" y="250436"/>
                </a:cubicBezTo>
                <a:lnTo>
                  <a:pt x="392029" y="257759"/>
                </a:lnTo>
                <a:cubicBezTo>
                  <a:pt x="394082" y="258638"/>
                  <a:pt x="396722" y="257759"/>
                  <a:pt x="397602" y="255416"/>
                </a:cubicBezTo>
                <a:lnTo>
                  <a:pt x="413442" y="221145"/>
                </a:lnTo>
                <a:cubicBezTo>
                  <a:pt x="414615" y="218802"/>
                  <a:pt x="413735" y="216459"/>
                  <a:pt x="411389" y="215287"/>
                </a:cubicBezTo>
                <a:lnTo>
                  <a:pt x="396135" y="208257"/>
                </a:lnTo>
                <a:cubicBezTo>
                  <a:pt x="394082" y="207378"/>
                  <a:pt x="392615" y="202399"/>
                  <a:pt x="392615" y="200641"/>
                </a:cubicBezTo>
                <a:cubicBezTo>
                  <a:pt x="392615" y="198884"/>
                  <a:pt x="394375" y="197126"/>
                  <a:pt x="396722" y="196248"/>
                </a:cubicBezTo>
                <a:lnTo>
                  <a:pt x="412562" y="190390"/>
                </a:lnTo>
                <a:cubicBezTo>
                  <a:pt x="414615" y="189511"/>
                  <a:pt x="415789" y="187168"/>
                  <a:pt x="414909" y="184824"/>
                </a:cubicBezTo>
                <a:lnTo>
                  <a:pt x="401709" y="149382"/>
                </a:lnTo>
                <a:cubicBezTo>
                  <a:pt x="401122" y="147039"/>
                  <a:pt x="398482" y="145867"/>
                  <a:pt x="396429" y="146746"/>
                </a:cubicBezTo>
                <a:lnTo>
                  <a:pt x="380589" y="152604"/>
                </a:lnTo>
                <a:cubicBezTo>
                  <a:pt x="378242" y="153483"/>
                  <a:pt x="375602" y="152897"/>
                  <a:pt x="374722" y="151725"/>
                </a:cubicBezTo>
                <a:cubicBezTo>
                  <a:pt x="373549" y="150554"/>
                  <a:pt x="371202" y="145867"/>
                  <a:pt x="372375" y="143524"/>
                </a:cubicBezTo>
                <a:lnTo>
                  <a:pt x="379415" y="128292"/>
                </a:lnTo>
                <a:cubicBezTo>
                  <a:pt x="380295" y="126242"/>
                  <a:pt x="379415" y="123899"/>
                  <a:pt x="377362" y="122727"/>
                </a:cubicBezTo>
                <a:lnTo>
                  <a:pt x="342749" y="106910"/>
                </a:lnTo>
                <a:cubicBezTo>
                  <a:pt x="340695" y="106031"/>
                  <a:pt x="338055" y="106910"/>
                  <a:pt x="337175" y="108960"/>
                </a:cubicBezTo>
                <a:lnTo>
                  <a:pt x="330135" y="124191"/>
                </a:lnTo>
                <a:cubicBezTo>
                  <a:pt x="328962" y="126242"/>
                  <a:pt x="326909" y="127999"/>
                  <a:pt x="325442" y="127999"/>
                </a:cubicBezTo>
                <a:cubicBezTo>
                  <a:pt x="323682" y="127706"/>
                  <a:pt x="318695" y="125949"/>
                  <a:pt x="317815" y="123899"/>
                </a:cubicBezTo>
                <a:lnTo>
                  <a:pt x="311949" y="108081"/>
                </a:lnTo>
                <a:cubicBezTo>
                  <a:pt x="311362" y="105738"/>
                  <a:pt x="308722" y="104566"/>
                  <a:pt x="306669" y="105445"/>
                </a:cubicBezTo>
                <a:close/>
                <a:moveTo>
                  <a:pt x="227468" y="587"/>
                </a:moveTo>
                <a:cubicBezTo>
                  <a:pt x="251521" y="-808"/>
                  <a:pt x="277628" y="290"/>
                  <a:pt x="305495" y="3805"/>
                </a:cubicBezTo>
                <a:cubicBezTo>
                  <a:pt x="416669" y="17865"/>
                  <a:pt x="482082" y="129757"/>
                  <a:pt x="482376" y="197419"/>
                </a:cubicBezTo>
                <a:cubicBezTo>
                  <a:pt x="482962" y="331573"/>
                  <a:pt x="387629" y="392792"/>
                  <a:pt x="386455" y="441122"/>
                </a:cubicBezTo>
                <a:cubicBezTo>
                  <a:pt x="384402" y="527824"/>
                  <a:pt x="482962" y="606910"/>
                  <a:pt x="482962" y="606910"/>
                </a:cubicBezTo>
                <a:lnTo>
                  <a:pt x="143575" y="606910"/>
                </a:lnTo>
                <a:cubicBezTo>
                  <a:pt x="143575" y="606910"/>
                  <a:pt x="208108" y="574690"/>
                  <a:pt x="181415" y="511714"/>
                </a:cubicBezTo>
                <a:cubicBezTo>
                  <a:pt x="169388" y="513764"/>
                  <a:pt x="135361" y="520208"/>
                  <a:pt x="108668" y="523723"/>
                </a:cubicBezTo>
                <a:cubicBezTo>
                  <a:pt x="82268" y="526945"/>
                  <a:pt x="59095" y="511128"/>
                  <a:pt x="54108" y="497654"/>
                </a:cubicBezTo>
                <a:cubicBezTo>
                  <a:pt x="49414" y="484473"/>
                  <a:pt x="63495" y="460747"/>
                  <a:pt x="57628" y="453131"/>
                </a:cubicBezTo>
                <a:cubicBezTo>
                  <a:pt x="51761" y="445516"/>
                  <a:pt x="31814" y="423547"/>
                  <a:pt x="38561" y="404508"/>
                </a:cubicBezTo>
                <a:cubicBezTo>
                  <a:pt x="45601" y="385762"/>
                  <a:pt x="42081" y="376096"/>
                  <a:pt x="42081" y="376096"/>
                </a:cubicBezTo>
                <a:cubicBezTo>
                  <a:pt x="42081" y="376096"/>
                  <a:pt x="3654" y="368480"/>
                  <a:pt x="134" y="354420"/>
                </a:cubicBezTo>
                <a:cubicBezTo>
                  <a:pt x="-3092" y="340360"/>
                  <a:pt x="52641" y="254537"/>
                  <a:pt x="52641" y="254537"/>
                </a:cubicBezTo>
                <a:cubicBezTo>
                  <a:pt x="52641" y="254537"/>
                  <a:pt x="40908" y="233740"/>
                  <a:pt x="37974" y="222317"/>
                </a:cubicBezTo>
                <a:cubicBezTo>
                  <a:pt x="35334" y="211186"/>
                  <a:pt x="37974" y="151139"/>
                  <a:pt x="74348" y="82598"/>
                </a:cubicBezTo>
                <a:cubicBezTo>
                  <a:pt x="101628" y="31412"/>
                  <a:pt x="155308" y="4775"/>
                  <a:pt x="227468" y="587"/>
                </a:cubicBez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microphone-variant-silhouette_27123"/>
          <p:cNvSpPr>
            <a:spLocks noChangeAspect="1"/>
          </p:cNvSpPr>
          <p:nvPr/>
        </p:nvSpPr>
        <p:spPr bwMode="auto">
          <a:xfrm>
            <a:off x="3359696" y="1376772"/>
            <a:ext cx="609685" cy="601347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8205" h="599889">
                <a:moveTo>
                  <a:pt x="594891" y="508424"/>
                </a:moveTo>
                <a:cubicBezTo>
                  <a:pt x="613143" y="531819"/>
                  <a:pt x="612846" y="564246"/>
                  <a:pt x="592665" y="584383"/>
                </a:cubicBezTo>
                <a:cubicBezTo>
                  <a:pt x="572632" y="604520"/>
                  <a:pt x="539985" y="604816"/>
                  <a:pt x="516539" y="586604"/>
                </a:cubicBezTo>
                <a:close/>
                <a:moveTo>
                  <a:pt x="156810" y="0"/>
                </a:moveTo>
                <a:cubicBezTo>
                  <a:pt x="243449" y="0"/>
                  <a:pt x="313768" y="70073"/>
                  <a:pt x="313768" y="156589"/>
                </a:cubicBezTo>
                <a:cubicBezTo>
                  <a:pt x="313768" y="163700"/>
                  <a:pt x="313027" y="170663"/>
                  <a:pt x="312136" y="177478"/>
                </a:cubicBezTo>
                <a:cubicBezTo>
                  <a:pt x="311988" y="178515"/>
                  <a:pt x="311840" y="179552"/>
                  <a:pt x="311691" y="180737"/>
                </a:cubicBezTo>
                <a:lnTo>
                  <a:pt x="313620" y="178811"/>
                </a:lnTo>
                <a:lnTo>
                  <a:pt x="315400" y="176885"/>
                </a:lnTo>
                <a:cubicBezTo>
                  <a:pt x="320444" y="171848"/>
                  <a:pt x="328604" y="171848"/>
                  <a:pt x="333648" y="176885"/>
                </a:cubicBezTo>
                <a:lnTo>
                  <a:pt x="352340" y="195700"/>
                </a:lnTo>
                <a:cubicBezTo>
                  <a:pt x="357384" y="200589"/>
                  <a:pt x="357384" y="208737"/>
                  <a:pt x="352340" y="213773"/>
                </a:cubicBezTo>
                <a:lnTo>
                  <a:pt x="350412" y="215699"/>
                </a:lnTo>
                <a:lnTo>
                  <a:pt x="346703" y="219403"/>
                </a:lnTo>
                <a:lnTo>
                  <a:pt x="342994" y="223107"/>
                </a:lnTo>
                <a:lnTo>
                  <a:pt x="604393" y="484138"/>
                </a:lnTo>
                <a:lnTo>
                  <a:pt x="587926" y="500434"/>
                </a:lnTo>
                <a:lnTo>
                  <a:pt x="508557" y="579692"/>
                </a:lnTo>
                <a:lnTo>
                  <a:pt x="492238" y="596136"/>
                </a:lnTo>
                <a:lnTo>
                  <a:pt x="230839" y="335104"/>
                </a:lnTo>
                <a:lnTo>
                  <a:pt x="227130" y="338808"/>
                </a:lnTo>
                <a:lnTo>
                  <a:pt x="223421" y="342512"/>
                </a:lnTo>
                <a:lnTo>
                  <a:pt x="222234" y="343549"/>
                </a:lnTo>
                <a:cubicBezTo>
                  <a:pt x="217338" y="348586"/>
                  <a:pt x="209179" y="348586"/>
                  <a:pt x="204135" y="343549"/>
                </a:cubicBezTo>
                <a:lnTo>
                  <a:pt x="185442" y="324882"/>
                </a:lnTo>
                <a:cubicBezTo>
                  <a:pt x="181585" y="321179"/>
                  <a:pt x="180695" y="315697"/>
                  <a:pt x="182624" y="310957"/>
                </a:cubicBezTo>
                <a:cubicBezTo>
                  <a:pt x="174167" y="312438"/>
                  <a:pt x="165563" y="313327"/>
                  <a:pt x="156810" y="313327"/>
                </a:cubicBezTo>
                <a:cubicBezTo>
                  <a:pt x="70172" y="313327"/>
                  <a:pt x="0" y="243106"/>
                  <a:pt x="0" y="156589"/>
                </a:cubicBezTo>
                <a:cubicBezTo>
                  <a:pt x="0" y="70073"/>
                  <a:pt x="70172" y="0"/>
                  <a:pt x="156810" y="0"/>
                </a:cubicBez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security-camera_336651"/>
          <p:cNvSpPr>
            <a:spLocks noChangeAspect="1"/>
          </p:cNvSpPr>
          <p:nvPr/>
        </p:nvSpPr>
        <p:spPr bwMode="auto">
          <a:xfrm>
            <a:off x="3359696" y="2256073"/>
            <a:ext cx="609685" cy="583386"/>
          </a:xfrm>
          <a:custGeom>
            <a:avLst/>
            <a:gdLst>
              <a:gd name="connsiteX0" fmla="*/ 455737 w 607669"/>
              <a:gd name="connsiteY0" fmla="*/ 429763 h 581459"/>
              <a:gd name="connsiteX1" fmla="*/ 455737 w 607669"/>
              <a:gd name="connsiteY1" fmla="*/ 480328 h 581459"/>
              <a:gd name="connsiteX2" fmla="*/ 531748 w 607669"/>
              <a:gd name="connsiteY2" fmla="*/ 480328 h 581459"/>
              <a:gd name="connsiteX3" fmla="*/ 557025 w 607669"/>
              <a:gd name="connsiteY3" fmla="*/ 455001 h 581459"/>
              <a:gd name="connsiteX4" fmla="*/ 531748 w 607669"/>
              <a:gd name="connsiteY4" fmla="*/ 429763 h 581459"/>
              <a:gd name="connsiteX5" fmla="*/ 354538 w 607669"/>
              <a:gd name="connsiteY5" fmla="*/ 353959 h 581459"/>
              <a:gd name="connsiteX6" fmla="*/ 354538 w 607669"/>
              <a:gd name="connsiteY6" fmla="*/ 505567 h 581459"/>
              <a:gd name="connsiteX7" fmla="*/ 379816 w 607669"/>
              <a:gd name="connsiteY7" fmla="*/ 530894 h 581459"/>
              <a:gd name="connsiteX8" fmla="*/ 405182 w 607669"/>
              <a:gd name="connsiteY8" fmla="*/ 505567 h 581459"/>
              <a:gd name="connsiteX9" fmla="*/ 405182 w 607669"/>
              <a:gd name="connsiteY9" fmla="*/ 404524 h 581459"/>
              <a:gd name="connsiteX10" fmla="*/ 405182 w 607669"/>
              <a:gd name="connsiteY10" fmla="*/ 353959 h 581459"/>
              <a:gd name="connsiteX11" fmla="*/ 152028 w 607669"/>
              <a:gd name="connsiteY11" fmla="*/ 177049 h 581459"/>
              <a:gd name="connsiteX12" fmla="*/ 177361 w 607669"/>
              <a:gd name="connsiteY12" fmla="*/ 202276 h 581459"/>
              <a:gd name="connsiteX13" fmla="*/ 152028 w 607669"/>
              <a:gd name="connsiteY13" fmla="*/ 227503 h 581459"/>
              <a:gd name="connsiteX14" fmla="*/ 126695 w 607669"/>
              <a:gd name="connsiteY14" fmla="*/ 202276 h 581459"/>
              <a:gd name="connsiteX15" fmla="*/ 152028 w 607669"/>
              <a:gd name="connsiteY15" fmla="*/ 177049 h 581459"/>
              <a:gd name="connsiteX16" fmla="*/ 253251 w 607669"/>
              <a:gd name="connsiteY16" fmla="*/ 151697 h 581459"/>
              <a:gd name="connsiteX17" fmla="*/ 253251 w 607669"/>
              <a:gd name="connsiteY17" fmla="*/ 188399 h 581459"/>
              <a:gd name="connsiteX18" fmla="*/ 253251 w 607669"/>
              <a:gd name="connsiteY18" fmla="*/ 189643 h 581459"/>
              <a:gd name="connsiteX19" fmla="*/ 253251 w 607669"/>
              <a:gd name="connsiteY19" fmla="*/ 190710 h 581459"/>
              <a:gd name="connsiteX20" fmla="*/ 253251 w 607669"/>
              <a:gd name="connsiteY20" fmla="*/ 202262 h 581459"/>
              <a:gd name="connsiteX21" fmla="*/ 227439 w 607669"/>
              <a:gd name="connsiteY21" fmla="*/ 303393 h 581459"/>
              <a:gd name="connsiteX22" fmla="*/ 329172 w 607669"/>
              <a:gd name="connsiteY22" fmla="*/ 303393 h 581459"/>
              <a:gd name="connsiteX23" fmla="*/ 430460 w 607669"/>
              <a:gd name="connsiteY23" fmla="*/ 303393 h 581459"/>
              <a:gd name="connsiteX24" fmla="*/ 510565 w 607669"/>
              <a:gd name="connsiteY24" fmla="*/ 303393 h 581459"/>
              <a:gd name="connsiteX25" fmla="*/ 555957 w 607669"/>
              <a:gd name="connsiteY25" fmla="*/ 202262 h 581459"/>
              <a:gd name="connsiteX26" fmla="*/ 303895 w 607669"/>
              <a:gd name="connsiteY26" fmla="*/ 202262 h 581459"/>
              <a:gd name="connsiteX27" fmla="*/ 281198 w 607669"/>
              <a:gd name="connsiteY27" fmla="*/ 188310 h 581459"/>
              <a:gd name="connsiteX28" fmla="*/ 262863 w 607669"/>
              <a:gd name="connsiteY28" fmla="*/ 151697 h 581459"/>
              <a:gd name="connsiteX29" fmla="*/ 114135 w 607669"/>
              <a:gd name="connsiteY29" fmla="*/ 117127 h 581459"/>
              <a:gd name="connsiteX30" fmla="*/ 101319 w 607669"/>
              <a:gd name="connsiteY30" fmla="*/ 189643 h 581459"/>
              <a:gd name="connsiteX31" fmla="*/ 151963 w 607669"/>
              <a:gd name="connsiteY31" fmla="*/ 303393 h 581459"/>
              <a:gd name="connsiteX32" fmla="*/ 157214 w 607669"/>
              <a:gd name="connsiteY32" fmla="*/ 302416 h 581459"/>
              <a:gd name="connsiteX33" fmla="*/ 157570 w 607669"/>
              <a:gd name="connsiteY33" fmla="*/ 302327 h 581459"/>
              <a:gd name="connsiteX34" fmla="*/ 164156 w 607669"/>
              <a:gd name="connsiteY34" fmla="*/ 298950 h 581459"/>
              <a:gd name="connsiteX35" fmla="*/ 165313 w 607669"/>
              <a:gd name="connsiteY35" fmla="*/ 298150 h 581459"/>
              <a:gd name="connsiteX36" fmla="*/ 170387 w 607669"/>
              <a:gd name="connsiteY36" fmla="*/ 293885 h 581459"/>
              <a:gd name="connsiteX37" fmla="*/ 202607 w 607669"/>
              <a:gd name="connsiteY37" fmla="*/ 190710 h 581459"/>
              <a:gd name="connsiteX38" fmla="*/ 202607 w 607669"/>
              <a:gd name="connsiteY38" fmla="*/ 188666 h 581459"/>
              <a:gd name="connsiteX39" fmla="*/ 199313 w 607669"/>
              <a:gd name="connsiteY39" fmla="*/ 151697 h 581459"/>
              <a:gd name="connsiteX40" fmla="*/ 151963 w 607669"/>
              <a:gd name="connsiteY40" fmla="*/ 151697 h 581459"/>
              <a:gd name="connsiteX41" fmla="*/ 128999 w 607669"/>
              <a:gd name="connsiteY41" fmla="*/ 137034 h 581459"/>
              <a:gd name="connsiteX42" fmla="*/ 128287 w 607669"/>
              <a:gd name="connsiteY42" fmla="*/ 135612 h 581459"/>
              <a:gd name="connsiteX43" fmla="*/ 128109 w 607669"/>
              <a:gd name="connsiteY43" fmla="*/ 135256 h 581459"/>
              <a:gd name="connsiteX44" fmla="*/ 127397 w 607669"/>
              <a:gd name="connsiteY44" fmla="*/ 133923 h 581459"/>
              <a:gd name="connsiteX45" fmla="*/ 127041 w 607669"/>
              <a:gd name="connsiteY45" fmla="*/ 133301 h 581459"/>
              <a:gd name="connsiteX46" fmla="*/ 126240 w 607669"/>
              <a:gd name="connsiteY46" fmla="*/ 131968 h 581459"/>
              <a:gd name="connsiteX47" fmla="*/ 125706 w 607669"/>
              <a:gd name="connsiteY47" fmla="*/ 131168 h 581459"/>
              <a:gd name="connsiteX48" fmla="*/ 124905 w 607669"/>
              <a:gd name="connsiteY48" fmla="*/ 129924 h 581459"/>
              <a:gd name="connsiteX49" fmla="*/ 123214 w 607669"/>
              <a:gd name="connsiteY49" fmla="*/ 127614 h 581459"/>
              <a:gd name="connsiteX50" fmla="*/ 114135 w 607669"/>
              <a:gd name="connsiteY50" fmla="*/ 117127 h 581459"/>
              <a:gd name="connsiteX51" fmla="*/ 114224 w 607669"/>
              <a:gd name="connsiteY51" fmla="*/ 50566 h 581459"/>
              <a:gd name="connsiteX52" fmla="*/ 155612 w 607669"/>
              <a:gd name="connsiteY52" fmla="*/ 87357 h 581459"/>
              <a:gd name="connsiteX53" fmla="*/ 155879 w 607669"/>
              <a:gd name="connsiteY53" fmla="*/ 87623 h 581459"/>
              <a:gd name="connsiteX54" fmla="*/ 157481 w 607669"/>
              <a:gd name="connsiteY54" fmla="*/ 89490 h 581459"/>
              <a:gd name="connsiteX55" fmla="*/ 158816 w 607669"/>
              <a:gd name="connsiteY55" fmla="*/ 91089 h 581459"/>
              <a:gd name="connsiteX56" fmla="*/ 159617 w 607669"/>
              <a:gd name="connsiteY56" fmla="*/ 92067 h 581459"/>
              <a:gd name="connsiteX57" fmla="*/ 161842 w 607669"/>
              <a:gd name="connsiteY57" fmla="*/ 94822 h 581459"/>
              <a:gd name="connsiteX58" fmla="*/ 166471 w 607669"/>
              <a:gd name="connsiteY58" fmla="*/ 101131 h 581459"/>
              <a:gd name="connsiteX59" fmla="*/ 219518 w 607669"/>
              <a:gd name="connsiteY59" fmla="*/ 101131 h 581459"/>
              <a:gd name="connsiteX60" fmla="*/ 219785 w 607669"/>
              <a:gd name="connsiteY60" fmla="*/ 101131 h 581459"/>
              <a:gd name="connsiteX61" fmla="*/ 227884 w 607669"/>
              <a:gd name="connsiteY61" fmla="*/ 101131 h 581459"/>
              <a:gd name="connsiteX62" fmla="*/ 278528 w 607669"/>
              <a:gd name="connsiteY62" fmla="*/ 101131 h 581459"/>
              <a:gd name="connsiteX63" fmla="*/ 301224 w 607669"/>
              <a:gd name="connsiteY63" fmla="*/ 115083 h 581459"/>
              <a:gd name="connsiteX64" fmla="*/ 319559 w 607669"/>
              <a:gd name="connsiteY64" fmla="*/ 151697 h 581459"/>
              <a:gd name="connsiteX65" fmla="*/ 555957 w 607669"/>
              <a:gd name="connsiteY65" fmla="*/ 151697 h 581459"/>
              <a:gd name="connsiteX66" fmla="*/ 510565 w 607669"/>
              <a:gd name="connsiteY66" fmla="*/ 50566 h 581459"/>
              <a:gd name="connsiteX67" fmla="*/ 25397 w 607669"/>
              <a:gd name="connsiteY67" fmla="*/ 0 h 581459"/>
              <a:gd name="connsiteX68" fmla="*/ 512968 w 607669"/>
              <a:gd name="connsiteY68" fmla="*/ 0 h 581459"/>
              <a:gd name="connsiteX69" fmla="*/ 516973 w 607669"/>
              <a:gd name="connsiteY69" fmla="*/ 356 h 581459"/>
              <a:gd name="connsiteX70" fmla="*/ 607669 w 607669"/>
              <a:gd name="connsiteY70" fmla="*/ 177024 h 581459"/>
              <a:gd name="connsiteX71" fmla="*/ 516973 w 607669"/>
              <a:gd name="connsiteY71" fmla="*/ 353603 h 581459"/>
              <a:gd name="connsiteX72" fmla="*/ 512968 w 607669"/>
              <a:gd name="connsiteY72" fmla="*/ 353959 h 581459"/>
              <a:gd name="connsiteX73" fmla="*/ 455737 w 607669"/>
              <a:gd name="connsiteY73" fmla="*/ 353959 h 581459"/>
              <a:gd name="connsiteX74" fmla="*/ 455737 w 607669"/>
              <a:gd name="connsiteY74" fmla="*/ 379197 h 581459"/>
              <a:gd name="connsiteX75" fmla="*/ 531748 w 607669"/>
              <a:gd name="connsiteY75" fmla="*/ 379197 h 581459"/>
              <a:gd name="connsiteX76" fmla="*/ 607669 w 607669"/>
              <a:gd name="connsiteY76" fmla="*/ 455001 h 581459"/>
              <a:gd name="connsiteX77" fmla="*/ 531748 w 607669"/>
              <a:gd name="connsiteY77" fmla="*/ 530894 h 581459"/>
              <a:gd name="connsiteX78" fmla="*/ 451465 w 607669"/>
              <a:gd name="connsiteY78" fmla="*/ 530894 h 581459"/>
              <a:gd name="connsiteX79" fmla="*/ 379816 w 607669"/>
              <a:gd name="connsiteY79" fmla="*/ 581459 h 581459"/>
              <a:gd name="connsiteX80" fmla="*/ 303895 w 607669"/>
              <a:gd name="connsiteY80" fmla="*/ 505567 h 581459"/>
              <a:gd name="connsiteX81" fmla="*/ 303895 w 607669"/>
              <a:gd name="connsiteY81" fmla="*/ 353959 h 581459"/>
              <a:gd name="connsiteX82" fmla="*/ 151963 w 607669"/>
              <a:gd name="connsiteY82" fmla="*/ 353959 h 581459"/>
              <a:gd name="connsiteX83" fmla="*/ 50675 w 607669"/>
              <a:gd name="connsiteY83" fmla="*/ 189643 h 581459"/>
              <a:gd name="connsiteX84" fmla="*/ 73727 w 607669"/>
              <a:gd name="connsiteY84" fmla="*/ 83802 h 581459"/>
              <a:gd name="connsiteX85" fmla="*/ 33230 w 607669"/>
              <a:gd name="connsiteY85" fmla="*/ 58386 h 581459"/>
              <a:gd name="connsiteX86" fmla="*/ 13916 w 607669"/>
              <a:gd name="connsiteY86" fmla="*/ 47900 h 581459"/>
              <a:gd name="connsiteX87" fmla="*/ 25397 w 607669"/>
              <a:gd name="connsiteY87" fmla="*/ 0 h 58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07669" h="581459">
                <a:moveTo>
                  <a:pt x="455737" y="429763"/>
                </a:moveTo>
                <a:lnTo>
                  <a:pt x="455737" y="480328"/>
                </a:lnTo>
                <a:lnTo>
                  <a:pt x="531748" y="480328"/>
                </a:lnTo>
                <a:cubicBezTo>
                  <a:pt x="545722" y="480328"/>
                  <a:pt x="557025" y="469042"/>
                  <a:pt x="557025" y="455001"/>
                </a:cubicBezTo>
                <a:cubicBezTo>
                  <a:pt x="557025" y="441049"/>
                  <a:pt x="545722" y="429763"/>
                  <a:pt x="531748" y="429763"/>
                </a:cubicBezTo>
                <a:close/>
                <a:moveTo>
                  <a:pt x="354538" y="353959"/>
                </a:moveTo>
                <a:lnTo>
                  <a:pt x="354538" y="505567"/>
                </a:lnTo>
                <a:cubicBezTo>
                  <a:pt x="354538" y="519608"/>
                  <a:pt x="365842" y="530894"/>
                  <a:pt x="379816" y="530894"/>
                </a:cubicBezTo>
                <a:cubicBezTo>
                  <a:pt x="393790" y="530894"/>
                  <a:pt x="405182" y="519608"/>
                  <a:pt x="405182" y="505567"/>
                </a:cubicBezTo>
                <a:lnTo>
                  <a:pt x="405182" y="404524"/>
                </a:lnTo>
                <a:lnTo>
                  <a:pt x="405182" y="353959"/>
                </a:lnTo>
                <a:close/>
                <a:moveTo>
                  <a:pt x="152028" y="177049"/>
                </a:moveTo>
                <a:cubicBezTo>
                  <a:pt x="166019" y="177049"/>
                  <a:pt x="177361" y="188344"/>
                  <a:pt x="177361" y="202276"/>
                </a:cubicBezTo>
                <a:cubicBezTo>
                  <a:pt x="177361" y="216208"/>
                  <a:pt x="166019" y="227503"/>
                  <a:pt x="152028" y="227503"/>
                </a:cubicBezTo>
                <a:cubicBezTo>
                  <a:pt x="138037" y="227503"/>
                  <a:pt x="126695" y="216208"/>
                  <a:pt x="126695" y="202276"/>
                </a:cubicBezTo>
                <a:cubicBezTo>
                  <a:pt x="126695" y="188344"/>
                  <a:pt x="138037" y="177049"/>
                  <a:pt x="152028" y="177049"/>
                </a:cubicBezTo>
                <a:close/>
                <a:moveTo>
                  <a:pt x="253251" y="151697"/>
                </a:moveTo>
                <a:lnTo>
                  <a:pt x="253251" y="188399"/>
                </a:lnTo>
                <a:cubicBezTo>
                  <a:pt x="253251" y="188754"/>
                  <a:pt x="253251" y="189199"/>
                  <a:pt x="253251" y="189643"/>
                </a:cubicBezTo>
                <a:cubicBezTo>
                  <a:pt x="253251" y="189999"/>
                  <a:pt x="253251" y="190354"/>
                  <a:pt x="253251" y="190710"/>
                </a:cubicBezTo>
                <a:lnTo>
                  <a:pt x="253251" y="202262"/>
                </a:lnTo>
                <a:cubicBezTo>
                  <a:pt x="253251" y="241008"/>
                  <a:pt x="243460" y="276467"/>
                  <a:pt x="227439" y="303393"/>
                </a:cubicBezTo>
                <a:lnTo>
                  <a:pt x="329172" y="303393"/>
                </a:lnTo>
                <a:lnTo>
                  <a:pt x="430460" y="303393"/>
                </a:lnTo>
                <a:lnTo>
                  <a:pt x="510565" y="303393"/>
                </a:lnTo>
                <a:cubicBezTo>
                  <a:pt x="530769" y="298417"/>
                  <a:pt x="551151" y="258338"/>
                  <a:pt x="555957" y="202262"/>
                </a:cubicBezTo>
                <a:lnTo>
                  <a:pt x="303895" y="202262"/>
                </a:lnTo>
                <a:cubicBezTo>
                  <a:pt x="294282" y="202262"/>
                  <a:pt x="285559" y="196841"/>
                  <a:pt x="281198" y="188310"/>
                </a:cubicBezTo>
                <a:lnTo>
                  <a:pt x="262863" y="151697"/>
                </a:lnTo>
                <a:close/>
                <a:moveTo>
                  <a:pt x="114135" y="117127"/>
                </a:moveTo>
                <a:cubicBezTo>
                  <a:pt x="106125" y="137211"/>
                  <a:pt x="101319" y="162539"/>
                  <a:pt x="101319" y="189643"/>
                </a:cubicBezTo>
                <a:cubicBezTo>
                  <a:pt x="101319" y="254339"/>
                  <a:pt x="128109" y="303393"/>
                  <a:pt x="151963" y="303393"/>
                </a:cubicBezTo>
                <a:cubicBezTo>
                  <a:pt x="153476" y="303393"/>
                  <a:pt x="155167" y="303038"/>
                  <a:pt x="157214" y="302416"/>
                </a:cubicBezTo>
                <a:lnTo>
                  <a:pt x="157570" y="302327"/>
                </a:lnTo>
                <a:cubicBezTo>
                  <a:pt x="159439" y="301705"/>
                  <a:pt x="161575" y="300550"/>
                  <a:pt x="164156" y="298950"/>
                </a:cubicBezTo>
                <a:cubicBezTo>
                  <a:pt x="164957" y="298417"/>
                  <a:pt x="164868" y="298417"/>
                  <a:pt x="165313" y="298150"/>
                </a:cubicBezTo>
                <a:cubicBezTo>
                  <a:pt x="166560" y="297350"/>
                  <a:pt x="168073" y="296017"/>
                  <a:pt x="170387" y="293885"/>
                </a:cubicBezTo>
                <a:cubicBezTo>
                  <a:pt x="189167" y="275045"/>
                  <a:pt x="202429" y="235499"/>
                  <a:pt x="202607" y="190710"/>
                </a:cubicBezTo>
                <a:lnTo>
                  <a:pt x="202607" y="188666"/>
                </a:lnTo>
                <a:cubicBezTo>
                  <a:pt x="202518" y="175958"/>
                  <a:pt x="201450" y="163516"/>
                  <a:pt x="199313" y="151697"/>
                </a:cubicBezTo>
                <a:lnTo>
                  <a:pt x="151963" y="151697"/>
                </a:lnTo>
                <a:cubicBezTo>
                  <a:pt x="142083" y="151697"/>
                  <a:pt x="133094" y="145920"/>
                  <a:pt x="128999" y="137034"/>
                </a:cubicBezTo>
                <a:cubicBezTo>
                  <a:pt x="128732" y="136589"/>
                  <a:pt x="128554" y="136056"/>
                  <a:pt x="128287" y="135612"/>
                </a:cubicBezTo>
                <a:cubicBezTo>
                  <a:pt x="128198" y="135523"/>
                  <a:pt x="128198" y="135434"/>
                  <a:pt x="128109" y="135256"/>
                </a:cubicBezTo>
                <a:cubicBezTo>
                  <a:pt x="127931" y="134812"/>
                  <a:pt x="127664" y="134368"/>
                  <a:pt x="127397" y="133923"/>
                </a:cubicBezTo>
                <a:cubicBezTo>
                  <a:pt x="127219" y="133746"/>
                  <a:pt x="127130" y="133479"/>
                  <a:pt x="127041" y="133301"/>
                </a:cubicBezTo>
                <a:cubicBezTo>
                  <a:pt x="126774" y="132857"/>
                  <a:pt x="126507" y="132413"/>
                  <a:pt x="126240" y="131968"/>
                </a:cubicBezTo>
                <a:cubicBezTo>
                  <a:pt x="126062" y="131702"/>
                  <a:pt x="125884" y="131435"/>
                  <a:pt x="125706" y="131168"/>
                </a:cubicBezTo>
                <a:cubicBezTo>
                  <a:pt x="125439" y="130724"/>
                  <a:pt x="125172" y="130369"/>
                  <a:pt x="124905" y="129924"/>
                </a:cubicBezTo>
                <a:cubicBezTo>
                  <a:pt x="124371" y="129124"/>
                  <a:pt x="123748" y="128414"/>
                  <a:pt x="123214" y="127614"/>
                </a:cubicBezTo>
                <a:cubicBezTo>
                  <a:pt x="120722" y="124326"/>
                  <a:pt x="117696" y="120771"/>
                  <a:pt x="114135" y="117127"/>
                </a:cubicBezTo>
                <a:close/>
                <a:moveTo>
                  <a:pt x="114224" y="50566"/>
                </a:moveTo>
                <a:cubicBezTo>
                  <a:pt x="130779" y="62829"/>
                  <a:pt x="144753" y="75093"/>
                  <a:pt x="155612" y="87357"/>
                </a:cubicBezTo>
                <a:cubicBezTo>
                  <a:pt x="155701" y="87446"/>
                  <a:pt x="155790" y="87535"/>
                  <a:pt x="155879" y="87623"/>
                </a:cubicBezTo>
                <a:cubicBezTo>
                  <a:pt x="156413" y="88246"/>
                  <a:pt x="156947" y="88868"/>
                  <a:pt x="157481" y="89490"/>
                </a:cubicBezTo>
                <a:cubicBezTo>
                  <a:pt x="157926" y="90023"/>
                  <a:pt x="158371" y="90556"/>
                  <a:pt x="158816" y="91089"/>
                </a:cubicBezTo>
                <a:cubicBezTo>
                  <a:pt x="159083" y="91445"/>
                  <a:pt x="159350" y="91711"/>
                  <a:pt x="159617" y="92067"/>
                </a:cubicBezTo>
                <a:cubicBezTo>
                  <a:pt x="160329" y="92955"/>
                  <a:pt x="161130" y="93844"/>
                  <a:pt x="161842" y="94822"/>
                </a:cubicBezTo>
                <a:cubicBezTo>
                  <a:pt x="163533" y="96955"/>
                  <a:pt x="165046" y="98998"/>
                  <a:pt x="166471" y="101131"/>
                </a:cubicBezTo>
                <a:lnTo>
                  <a:pt x="219518" y="101131"/>
                </a:lnTo>
                <a:cubicBezTo>
                  <a:pt x="219607" y="101131"/>
                  <a:pt x="219696" y="101131"/>
                  <a:pt x="219785" y="101131"/>
                </a:cubicBezTo>
                <a:lnTo>
                  <a:pt x="227884" y="101131"/>
                </a:lnTo>
                <a:lnTo>
                  <a:pt x="278528" y="101131"/>
                </a:lnTo>
                <a:cubicBezTo>
                  <a:pt x="288141" y="101131"/>
                  <a:pt x="296952" y="106552"/>
                  <a:pt x="301224" y="115083"/>
                </a:cubicBezTo>
                <a:lnTo>
                  <a:pt x="319559" y="151697"/>
                </a:lnTo>
                <a:lnTo>
                  <a:pt x="555957" y="151697"/>
                </a:lnTo>
                <a:cubicBezTo>
                  <a:pt x="551151" y="95622"/>
                  <a:pt x="530769" y="55631"/>
                  <a:pt x="510565" y="50566"/>
                </a:cubicBezTo>
                <a:close/>
                <a:moveTo>
                  <a:pt x="25397" y="0"/>
                </a:moveTo>
                <a:lnTo>
                  <a:pt x="512968" y="0"/>
                </a:lnTo>
                <a:lnTo>
                  <a:pt x="516973" y="356"/>
                </a:lnTo>
                <a:cubicBezTo>
                  <a:pt x="572601" y="9154"/>
                  <a:pt x="607669" y="84602"/>
                  <a:pt x="607669" y="177024"/>
                </a:cubicBezTo>
                <a:cubicBezTo>
                  <a:pt x="607669" y="269357"/>
                  <a:pt x="572601" y="344806"/>
                  <a:pt x="516973" y="353603"/>
                </a:cubicBezTo>
                <a:lnTo>
                  <a:pt x="512968" y="353959"/>
                </a:lnTo>
                <a:lnTo>
                  <a:pt x="455737" y="353959"/>
                </a:lnTo>
                <a:lnTo>
                  <a:pt x="455737" y="379197"/>
                </a:lnTo>
                <a:lnTo>
                  <a:pt x="531748" y="379197"/>
                </a:lnTo>
                <a:cubicBezTo>
                  <a:pt x="573669" y="379197"/>
                  <a:pt x="607669" y="413144"/>
                  <a:pt x="607669" y="455001"/>
                </a:cubicBezTo>
                <a:cubicBezTo>
                  <a:pt x="607669" y="496946"/>
                  <a:pt x="573669" y="530894"/>
                  <a:pt x="531748" y="530894"/>
                </a:cubicBezTo>
                <a:lnTo>
                  <a:pt x="451465" y="530894"/>
                </a:lnTo>
                <a:cubicBezTo>
                  <a:pt x="441052" y="560309"/>
                  <a:pt x="412926" y="581459"/>
                  <a:pt x="379816" y="581459"/>
                </a:cubicBezTo>
                <a:cubicBezTo>
                  <a:pt x="337895" y="581459"/>
                  <a:pt x="303895" y="547512"/>
                  <a:pt x="303895" y="505567"/>
                </a:cubicBezTo>
                <a:lnTo>
                  <a:pt x="303895" y="353959"/>
                </a:lnTo>
                <a:lnTo>
                  <a:pt x="151963" y="353959"/>
                </a:lnTo>
                <a:cubicBezTo>
                  <a:pt x="91884" y="353870"/>
                  <a:pt x="50675" y="278510"/>
                  <a:pt x="50675" y="189643"/>
                </a:cubicBezTo>
                <a:cubicBezTo>
                  <a:pt x="50675" y="150186"/>
                  <a:pt x="58952" y="112862"/>
                  <a:pt x="73727" y="83802"/>
                </a:cubicBezTo>
                <a:cubicBezTo>
                  <a:pt x="60821" y="74827"/>
                  <a:pt x="47026" y="66295"/>
                  <a:pt x="33230" y="58386"/>
                </a:cubicBezTo>
                <a:cubicBezTo>
                  <a:pt x="24418" y="53321"/>
                  <a:pt x="17654" y="49766"/>
                  <a:pt x="13916" y="47900"/>
                </a:cubicBezTo>
                <a:cubicBezTo>
                  <a:pt x="-9849" y="35903"/>
                  <a:pt x="-1304" y="0"/>
                  <a:pt x="25397" y="0"/>
                </a:cubicBez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search_182427"/>
          <p:cNvSpPr>
            <a:spLocks noChangeAspect="1"/>
          </p:cNvSpPr>
          <p:nvPr/>
        </p:nvSpPr>
        <p:spPr bwMode="auto">
          <a:xfrm>
            <a:off x="3359696" y="3117413"/>
            <a:ext cx="609685" cy="608763"/>
          </a:xfrm>
          <a:custGeom>
            <a:avLst/>
            <a:gdLst>
              <a:gd name="connsiteX0" fmla="*/ 514621 w 607639"/>
              <a:gd name="connsiteY0" fmla="*/ 446609 h 606722"/>
              <a:gd name="connsiteX1" fmla="*/ 521831 w 607639"/>
              <a:gd name="connsiteY1" fmla="*/ 449541 h 606722"/>
              <a:gd name="connsiteX2" fmla="*/ 592774 w 607639"/>
              <a:gd name="connsiteY2" fmla="*/ 520446 h 606722"/>
              <a:gd name="connsiteX3" fmla="*/ 607639 w 607639"/>
              <a:gd name="connsiteY3" fmla="*/ 556165 h 606722"/>
              <a:gd name="connsiteX4" fmla="*/ 592774 w 607639"/>
              <a:gd name="connsiteY4" fmla="*/ 591884 h 606722"/>
              <a:gd name="connsiteX5" fmla="*/ 556991 w 607639"/>
              <a:gd name="connsiteY5" fmla="*/ 606722 h 606722"/>
              <a:gd name="connsiteX6" fmla="*/ 521208 w 607639"/>
              <a:gd name="connsiteY6" fmla="*/ 591884 h 606722"/>
              <a:gd name="connsiteX7" fmla="*/ 401130 w 607639"/>
              <a:gd name="connsiteY7" fmla="*/ 472110 h 606722"/>
              <a:gd name="connsiteX8" fmla="*/ 401130 w 607639"/>
              <a:gd name="connsiteY8" fmla="*/ 457804 h 606722"/>
              <a:gd name="connsiteX9" fmla="*/ 415461 w 607639"/>
              <a:gd name="connsiteY9" fmla="*/ 457804 h 606722"/>
              <a:gd name="connsiteX10" fmla="*/ 535450 w 607639"/>
              <a:gd name="connsiteY10" fmla="*/ 577578 h 606722"/>
              <a:gd name="connsiteX11" fmla="*/ 578443 w 607639"/>
              <a:gd name="connsiteY11" fmla="*/ 577578 h 606722"/>
              <a:gd name="connsiteX12" fmla="*/ 587344 w 607639"/>
              <a:gd name="connsiteY12" fmla="*/ 556165 h 606722"/>
              <a:gd name="connsiteX13" fmla="*/ 578443 w 607639"/>
              <a:gd name="connsiteY13" fmla="*/ 534751 h 606722"/>
              <a:gd name="connsiteX14" fmla="*/ 514621 w 607639"/>
              <a:gd name="connsiteY14" fmla="*/ 471044 h 606722"/>
              <a:gd name="connsiteX15" fmla="*/ 493258 w 607639"/>
              <a:gd name="connsiteY15" fmla="*/ 492546 h 606722"/>
              <a:gd name="connsiteX16" fmla="*/ 478927 w 607639"/>
              <a:gd name="connsiteY16" fmla="*/ 492546 h 606722"/>
              <a:gd name="connsiteX17" fmla="*/ 478927 w 607639"/>
              <a:gd name="connsiteY17" fmla="*/ 478241 h 606722"/>
              <a:gd name="connsiteX18" fmla="*/ 507500 w 607639"/>
              <a:gd name="connsiteY18" fmla="*/ 449630 h 606722"/>
              <a:gd name="connsiteX19" fmla="*/ 514621 w 607639"/>
              <a:gd name="connsiteY19" fmla="*/ 446609 h 606722"/>
              <a:gd name="connsiteX20" fmla="*/ 458449 w 607639"/>
              <a:gd name="connsiteY20" fmla="*/ 400556 h 606722"/>
              <a:gd name="connsiteX21" fmla="*/ 472789 w 607639"/>
              <a:gd name="connsiteY21" fmla="*/ 400556 h 606722"/>
              <a:gd name="connsiteX22" fmla="*/ 494254 w 607639"/>
              <a:gd name="connsiteY22" fmla="*/ 422045 h 606722"/>
              <a:gd name="connsiteX23" fmla="*/ 494254 w 607639"/>
              <a:gd name="connsiteY23" fmla="*/ 436341 h 606722"/>
              <a:gd name="connsiteX24" fmla="*/ 487129 w 607639"/>
              <a:gd name="connsiteY24" fmla="*/ 439271 h 606722"/>
              <a:gd name="connsiteX25" fmla="*/ 479914 w 607639"/>
              <a:gd name="connsiteY25" fmla="*/ 436341 h 606722"/>
              <a:gd name="connsiteX26" fmla="*/ 458449 w 607639"/>
              <a:gd name="connsiteY26" fmla="*/ 414852 h 606722"/>
              <a:gd name="connsiteX27" fmla="*/ 458449 w 607639"/>
              <a:gd name="connsiteY27" fmla="*/ 400556 h 606722"/>
              <a:gd name="connsiteX28" fmla="*/ 273421 w 607639"/>
              <a:gd name="connsiteY28" fmla="*/ 323613 h 606722"/>
              <a:gd name="connsiteX29" fmla="*/ 313896 w 607639"/>
              <a:gd name="connsiteY29" fmla="*/ 323613 h 606722"/>
              <a:gd name="connsiteX30" fmla="*/ 324037 w 607639"/>
              <a:gd name="connsiteY30" fmla="*/ 333739 h 606722"/>
              <a:gd name="connsiteX31" fmla="*/ 313896 w 607639"/>
              <a:gd name="connsiteY31" fmla="*/ 343865 h 606722"/>
              <a:gd name="connsiteX32" fmla="*/ 273421 w 607639"/>
              <a:gd name="connsiteY32" fmla="*/ 343865 h 606722"/>
              <a:gd name="connsiteX33" fmla="*/ 263280 w 607639"/>
              <a:gd name="connsiteY33" fmla="*/ 333739 h 606722"/>
              <a:gd name="connsiteX34" fmla="*/ 273421 w 607639"/>
              <a:gd name="connsiteY34" fmla="*/ 323613 h 606722"/>
              <a:gd name="connsiteX35" fmla="*/ 151917 w 607639"/>
              <a:gd name="connsiteY35" fmla="*/ 323613 h 606722"/>
              <a:gd name="connsiteX36" fmla="*/ 232947 w 607639"/>
              <a:gd name="connsiteY36" fmla="*/ 323613 h 606722"/>
              <a:gd name="connsiteX37" fmla="*/ 243098 w 607639"/>
              <a:gd name="connsiteY37" fmla="*/ 333739 h 606722"/>
              <a:gd name="connsiteX38" fmla="*/ 232947 w 607639"/>
              <a:gd name="connsiteY38" fmla="*/ 343865 h 606722"/>
              <a:gd name="connsiteX39" fmla="*/ 151917 w 607639"/>
              <a:gd name="connsiteY39" fmla="*/ 343865 h 606722"/>
              <a:gd name="connsiteX40" fmla="*/ 141766 w 607639"/>
              <a:gd name="connsiteY40" fmla="*/ 333739 h 606722"/>
              <a:gd name="connsiteX41" fmla="*/ 151917 w 607639"/>
              <a:gd name="connsiteY41" fmla="*/ 323613 h 606722"/>
              <a:gd name="connsiteX42" fmla="*/ 232920 w 607639"/>
              <a:gd name="connsiteY42" fmla="*/ 262856 h 606722"/>
              <a:gd name="connsiteX43" fmla="*/ 354396 w 607639"/>
              <a:gd name="connsiteY43" fmla="*/ 262856 h 606722"/>
              <a:gd name="connsiteX44" fmla="*/ 364541 w 607639"/>
              <a:gd name="connsiteY44" fmla="*/ 273017 h 606722"/>
              <a:gd name="connsiteX45" fmla="*/ 354396 w 607639"/>
              <a:gd name="connsiteY45" fmla="*/ 283179 h 606722"/>
              <a:gd name="connsiteX46" fmla="*/ 232920 w 607639"/>
              <a:gd name="connsiteY46" fmla="*/ 283179 h 606722"/>
              <a:gd name="connsiteX47" fmla="*/ 222775 w 607639"/>
              <a:gd name="connsiteY47" fmla="*/ 273017 h 606722"/>
              <a:gd name="connsiteX48" fmla="*/ 232920 w 607639"/>
              <a:gd name="connsiteY48" fmla="*/ 262856 h 606722"/>
              <a:gd name="connsiteX49" fmla="*/ 131660 w 607639"/>
              <a:gd name="connsiteY49" fmla="*/ 262856 h 606722"/>
              <a:gd name="connsiteX50" fmla="*/ 192448 w 607639"/>
              <a:gd name="connsiteY50" fmla="*/ 262856 h 606722"/>
              <a:gd name="connsiteX51" fmla="*/ 202594 w 607639"/>
              <a:gd name="connsiteY51" fmla="*/ 273017 h 606722"/>
              <a:gd name="connsiteX52" fmla="*/ 192448 w 607639"/>
              <a:gd name="connsiteY52" fmla="*/ 283179 h 606722"/>
              <a:gd name="connsiteX53" fmla="*/ 131660 w 607639"/>
              <a:gd name="connsiteY53" fmla="*/ 283179 h 606722"/>
              <a:gd name="connsiteX54" fmla="*/ 121514 w 607639"/>
              <a:gd name="connsiteY54" fmla="*/ 273017 h 606722"/>
              <a:gd name="connsiteX55" fmla="*/ 131660 w 607639"/>
              <a:gd name="connsiteY55" fmla="*/ 262856 h 606722"/>
              <a:gd name="connsiteX56" fmla="*/ 313925 w 607639"/>
              <a:gd name="connsiteY56" fmla="*/ 202241 h 606722"/>
              <a:gd name="connsiteX57" fmla="*/ 354400 w 607639"/>
              <a:gd name="connsiteY57" fmla="*/ 202241 h 606722"/>
              <a:gd name="connsiteX58" fmla="*/ 364541 w 607639"/>
              <a:gd name="connsiteY58" fmla="*/ 212288 h 606722"/>
              <a:gd name="connsiteX59" fmla="*/ 354400 w 607639"/>
              <a:gd name="connsiteY59" fmla="*/ 222423 h 606722"/>
              <a:gd name="connsiteX60" fmla="*/ 313925 w 607639"/>
              <a:gd name="connsiteY60" fmla="*/ 222423 h 606722"/>
              <a:gd name="connsiteX61" fmla="*/ 303784 w 607639"/>
              <a:gd name="connsiteY61" fmla="*/ 212288 h 606722"/>
              <a:gd name="connsiteX62" fmla="*/ 313925 w 607639"/>
              <a:gd name="connsiteY62" fmla="*/ 202241 h 606722"/>
              <a:gd name="connsiteX63" fmla="*/ 131657 w 607639"/>
              <a:gd name="connsiteY63" fmla="*/ 202241 h 606722"/>
              <a:gd name="connsiteX64" fmla="*/ 273389 w 607639"/>
              <a:gd name="connsiteY64" fmla="*/ 202241 h 606722"/>
              <a:gd name="connsiteX65" fmla="*/ 283532 w 607639"/>
              <a:gd name="connsiteY65" fmla="*/ 212288 h 606722"/>
              <a:gd name="connsiteX66" fmla="*/ 273389 w 607639"/>
              <a:gd name="connsiteY66" fmla="*/ 222423 h 606722"/>
              <a:gd name="connsiteX67" fmla="*/ 131657 w 607639"/>
              <a:gd name="connsiteY67" fmla="*/ 222423 h 606722"/>
              <a:gd name="connsiteX68" fmla="*/ 121514 w 607639"/>
              <a:gd name="connsiteY68" fmla="*/ 212288 h 606722"/>
              <a:gd name="connsiteX69" fmla="*/ 131657 w 607639"/>
              <a:gd name="connsiteY69" fmla="*/ 202241 h 606722"/>
              <a:gd name="connsiteX70" fmla="*/ 172163 w 607639"/>
              <a:gd name="connsiteY70" fmla="*/ 141554 h 606722"/>
              <a:gd name="connsiteX71" fmla="*/ 293728 w 607639"/>
              <a:gd name="connsiteY71" fmla="*/ 141554 h 606722"/>
              <a:gd name="connsiteX72" fmla="*/ 303784 w 607639"/>
              <a:gd name="connsiteY72" fmla="*/ 151680 h 606722"/>
              <a:gd name="connsiteX73" fmla="*/ 293728 w 607639"/>
              <a:gd name="connsiteY73" fmla="*/ 161806 h 606722"/>
              <a:gd name="connsiteX74" fmla="*/ 172163 w 607639"/>
              <a:gd name="connsiteY74" fmla="*/ 161806 h 606722"/>
              <a:gd name="connsiteX75" fmla="*/ 162018 w 607639"/>
              <a:gd name="connsiteY75" fmla="*/ 151680 h 606722"/>
              <a:gd name="connsiteX76" fmla="*/ 172163 w 607639"/>
              <a:gd name="connsiteY76" fmla="*/ 141554 h 606722"/>
              <a:gd name="connsiteX77" fmla="*/ 243072 w 607639"/>
              <a:gd name="connsiteY77" fmla="*/ 60698 h 606722"/>
              <a:gd name="connsiteX78" fmla="*/ 60797 w 607639"/>
              <a:gd name="connsiteY78" fmla="*/ 242719 h 606722"/>
              <a:gd name="connsiteX79" fmla="*/ 243072 w 607639"/>
              <a:gd name="connsiteY79" fmla="*/ 424740 h 606722"/>
              <a:gd name="connsiteX80" fmla="*/ 425348 w 607639"/>
              <a:gd name="connsiteY80" fmla="*/ 242719 h 606722"/>
              <a:gd name="connsiteX81" fmla="*/ 243072 w 607639"/>
              <a:gd name="connsiteY81" fmla="*/ 60698 h 606722"/>
              <a:gd name="connsiteX82" fmla="*/ 243072 w 607639"/>
              <a:gd name="connsiteY82" fmla="*/ 40434 h 606722"/>
              <a:gd name="connsiteX83" fmla="*/ 445551 w 607639"/>
              <a:gd name="connsiteY83" fmla="*/ 242719 h 606722"/>
              <a:gd name="connsiteX84" fmla="*/ 243072 w 607639"/>
              <a:gd name="connsiteY84" fmla="*/ 444915 h 606722"/>
              <a:gd name="connsiteX85" fmla="*/ 40505 w 607639"/>
              <a:gd name="connsiteY85" fmla="*/ 242719 h 606722"/>
              <a:gd name="connsiteX86" fmla="*/ 243072 w 607639"/>
              <a:gd name="connsiteY86" fmla="*/ 40434 h 606722"/>
              <a:gd name="connsiteX87" fmla="*/ 243072 w 607639"/>
              <a:gd name="connsiteY87" fmla="*/ 20264 h 606722"/>
              <a:gd name="connsiteX88" fmla="*/ 20293 w 607639"/>
              <a:gd name="connsiteY88" fmla="*/ 242719 h 606722"/>
              <a:gd name="connsiteX89" fmla="*/ 243072 w 607639"/>
              <a:gd name="connsiteY89" fmla="*/ 465174 h 606722"/>
              <a:gd name="connsiteX90" fmla="*/ 465851 w 607639"/>
              <a:gd name="connsiteY90" fmla="*/ 242719 h 606722"/>
              <a:gd name="connsiteX91" fmla="*/ 243072 w 607639"/>
              <a:gd name="connsiteY91" fmla="*/ 20264 h 606722"/>
              <a:gd name="connsiteX92" fmla="*/ 243072 w 607639"/>
              <a:gd name="connsiteY92" fmla="*/ 0 h 606722"/>
              <a:gd name="connsiteX93" fmla="*/ 486055 w 607639"/>
              <a:gd name="connsiteY93" fmla="*/ 242719 h 606722"/>
              <a:gd name="connsiteX94" fmla="*/ 243072 w 607639"/>
              <a:gd name="connsiteY94" fmla="*/ 485349 h 606722"/>
              <a:gd name="connsiteX95" fmla="*/ 0 w 607639"/>
              <a:gd name="connsiteY95" fmla="*/ 242719 h 606722"/>
              <a:gd name="connsiteX96" fmla="*/ 243072 w 607639"/>
              <a:gd name="connsiteY9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07639" h="606722">
                <a:moveTo>
                  <a:pt x="514621" y="446609"/>
                </a:moveTo>
                <a:cubicBezTo>
                  <a:pt x="517291" y="446609"/>
                  <a:pt x="519873" y="447675"/>
                  <a:pt x="521831" y="449541"/>
                </a:cubicBezTo>
                <a:lnTo>
                  <a:pt x="592774" y="520446"/>
                </a:lnTo>
                <a:cubicBezTo>
                  <a:pt x="602298" y="529953"/>
                  <a:pt x="607639" y="542659"/>
                  <a:pt x="607639" y="556165"/>
                </a:cubicBezTo>
                <a:cubicBezTo>
                  <a:pt x="607639" y="569670"/>
                  <a:pt x="602298" y="582376"/>
                  <a:pt x="592774" y="591884"/>
                </a:cubicBezTo>
                <a:cubicBezTo>
                  <a:pt x="582894" y="601746"/>
                  <a:pt x="569898" y="606722"/>
                  <a:pt x="556991" y="606722"/>
                </a:cubicBezTo>
                <a:cubicBezTo>
                  <a:pt x="543995" y="606722"/>
                  <a:pt x="530999" y="601746"/>
                  <a:pt x="521208" y="591884"/>
                </a:cubicBezTo>
                <a:lnTo>
                  <a:pt x="401130" y="472110"/>
                </a:lnTo>
                <a:cubicBezTo>
                  <a:pt x="397213" y="468200"/>
                  <a:pt x="397213" y="461803"/>
                  <a:pt x="401130" y="457804"/>
                </a:cubicBezTo>
                <a:cubicBezTo>
                  <a:pt x="405135" y="453895"/>
                  <a:pt x="411544" y="453895"/>
                  <a:pt x="415461" y="457804"/>
                </a:cubicBezTo>
                <a:lnTo>
                  <a:pt x="535450" y="577578"/>
                </a:lnTo>
                <a:cubicBezTo>
                  <a:pt x="547378" y="589396"/>
                  <a:pt x="566604" y="589396"/>
                  <a:pt x="578443" y="577578"/>
                </a:cubicBezTo>
                <a:cubicBezTo>
                  <a:pt x="584140" y="571892"/>
                  <a:pt x="587344" y="564250"/>
                  <a:pt x="587344" y="556165"/>
                </a:cubicBezTo>
                <a:cubicBezTo>
                  <a:pt x="587344" y="548079"/>
                  <a:pt x="584140" y="540438"/>
                  <a:pt x="578443" y="534751"/>
                </a:cubicBezTo>
                <a:lnTo>
                  <a:pt x="514621" y="471044"/>
                </a:lnTo>
                <a:lnTo>
                  <a:pt x="493258" y="492546"/>
                </a:lnTo>
                <a:cubicBezTo>
                  <a:pt x="489341" y="496455"/>
                  <a:pt x="482932" y="496544"/>
                  <a:pt x="478927" y="492546"/>
                </a:cubicBezTo>
                <a:cubicBezTo>
                  <a:pt x="475010" y="488636"/>
                  <a:pt x="474921" y="482239"/>
                  <a:pt x="478927" y="478241"/>
                </a:cubicBezTo>
                <a:lnTo>
                  <a:pt x="507500" y="449630"/>
                </a:lnTo>
                <a:cubicBezTo>
                  <a:pt x="509369" y="447675"/>
                  <a:pt x="511951" y="446609"/>
                  <a:pt x="514621" y="446609"/>
                </a:cubicBezTo>
                <a:close/>
                <a:moveTo>
                  <a:pt x="458449" y="400556"/>
                </a:moveTo>
                <a:cubicBezTo>
                  <a:pt x="462368" y="396649"/>
                  <a:pt x="468781" y="396649"/>
                  <a:pt x="472789" y="400556"/>
                </a:cubicBezTo>
                <a:lnTo>
                  <a:pt x="494254" y="422045"/>
                </a:lnTo>
                <a:cubicBezTo>
                  <a:pt x="498262" y="425952"/>
                  <a:pt x="498262" y="432345"/>
                  <a:pt x="494254" y="436341"/>
                </a:cubicBezTo>
                <a:cubicBezTo>
                  <a:pt x="492295" y="438294"/>
                  <a:pt x="489712" y="439271"/>
                  <a:pt x="487129" y="439271"/>
                </a:cubicBezTo>
                <a:cubicBezTo>
                  <a:pt x="484546" y="439271"/>
                  <a:pt x="481874" y="438294"/>
                  <a:pt x="479914" y="436341"/>
                </a:cubicBezTo>
                <a:lnTo>
                  <a:pt x="458449" y="414852"/>
                </a:lnTo>
                <a:cubicBezTo>
                  <a:pt x="454441" y="410945"/>
                  <a:pt x="454441" y="404552"/>
                  <a:pt x="458449" y="400556"/>
                </a:cubicBezTo>
                <a:close/>
                <a:moveTo>
                  <a:pt x="273421" y="323613"/>
                </a:moveTo>
                <a:lnTo>
                  <a:pt x="313896" y="323613"/>
                </a:lnTo>
                <a:cubicBezTo>
                  <a:pt x="319500" y="323613"/>
                  <a:pt x="324037" y="328143"/>
                  <a:pt x="324037" y="333739"/>
                </a:cubicBezTo>
                <a:cubicBezTo>
                  <a:pt x="324037" y="339335"/>
                  <a:pt x="319500" y="343865"/>
                  <a:pt x="313896" y="343865"/>
                </a:cubicBezTo>
                <a:lnTo>
                  <a:pt x="273421" y="343865"/>
                </a:lnTo>
                <a:cubicBezTo>
                  <a:pt x="267817" y="343865"/>
                  <a:pt x="263280" y="339335"/>
                  <a:pt x="263280" y="333739"/>
                </a:cubicBezTo>
                <a:cubicBezTo>
                  <a:pt x="263280" y="328143"/>
                  <a:pt x="267817" y="323613"/>
                  <a:pt x="273421" y="323613"/>
                </a:cubicBezTo>
                <a:close/>
                <a:moveTo>
                  <a:pt x="151917" y="323613"/>
                </a:moveTo>
                <a:lnTo>
                  <a:pt x="232947" y="323613"/>
                </a:lnTo>
                <a:cubicBezTo>
                  <a:pt x="238557" y="323613"/>
                  <a:pt x="243098" y="328143"/>
                  <a:pt x="243098" y="333739"/>
                </a:cubicBezTo>
                <a:cubicBezTo>
                  <a:pt x="243098" y="339335"/>
                  <a:pt x="238557" y="343865"/>
                  <a:pt x="232947" y="343865"/>
                </a:cubicBezTo>
                <a:lnTo>
                  <a:pt x="151917" y="343865"/>
                </a:lnTo>
                <a:cubicBezTo>
                  <a:pt x="146307" y="343865"/>
                  <a:pt x="141766" y="339335"/>
                  <a:pt x="141766" y="333739"/>
                </a:cubicBezTo>
                <a:cubicBezTo>
                  <a:pt x="141766" y="328143"/>
                  <a:pt x="146307" y="323613"/>
                  <a:pt x="151917" y="323613"/>
                </a:cubicBezTo>
                <a:close/>
                <a:moveTo>
                  <a:pt x="232920" y="262856"/>
                </a:moveTo>
                <a:lnTo>
                  <a:pt x="354396" y="262856"/>
                </a:lnTo>
                <a:cubicBezTo>
                  <a:pt x="360003" y="262856"/>
                  <a:pt x="364541" y="267402"/>
                  <a:pt x="364541" y="273017"/>
                </a:cubicBezTo>
                <a:cubicBezTo>
                  <a:pt x="364541" y="278633"/>
                  <a:pt x="360003" y="283179"/>
                  <a:pt x="354396" y="283179"/>
                </a:cubicBezTo>
                <a:lnTo>
                  <a:pt x="232920" y="283179"/>
                </a:lnTo>
                <a:cubicBezTo>
                  <a:pt x="227313" y="283179"/>
                  <a:pt x="222775" y="278633"/>
                  <a:pt x="222775" y="273017"/>
                </a:cubicBezTo>
                <a:cubicBezTo>
                  <a:pt x="222775" y="267402"/>
                  <a:pt x="227313" y="262856"/>
                  <a:pt x="232920" y="262856"/>
                </a:cubicBezTo>
                <a:close/>
                <a:moveTo>
                  <a:pt x="131660" y="262856"/>
                </a:moveTo>
                <a:lnTo>
                  <a:pt x="192448" y="262856"/>
                </a:lnTo>
                <a:cubicBezTo>
                  <a:pt x="198055" y="262856"/>
                  <a:pt x="202594" y="267402"/>
                  <a:pt x="202594" y="273017"/>
                </a:cubicBezTo>
                <a:cubicBezTo>
                  <a:pt x="202594" y="278633"/>
                  <a:pt x="198055" y="283179"/>
                  <a:pt x="192448" y="283179"/>
                </a:cubicBezTo>
                <a:lnTo>
                  <a:pt x="131660" y="283179"/>
                </a:lnTo>
                <a:cubicBezTo>
                  <a:pt x="126053" y="283179"/>
                  <a:pt x="121514" y="278633"/>
                  <a:pt x="121514" y="273017"/>
                </a:cubicBezTo>
                <a:cubicBezTo>
                  <a:pt x="121514" y="267402"/>
                  <a:pt x="126053" y="262856"/>
                  <a:pt x="131660" y="262856"/>
                </a:cubicBezTo>
                <a:close/>
                <a:moveTo>
                  <a:pt x="313925" y="202241"/>
                </a:moveTo>
                <a:lnTo>
                  <a:pt x="354400" y="202241"/>
                </a:lnTo>
                <a:cubicBezTo>
                  <a:pt x="360004" y="202241"/>
                  <a:pt x="364541" y="206775"/>
                  <a:pt x="364541" y="212288"/>
                </a:cubicBezTo>
                <a:cubicBezTo>
                  <a:pt x="364541" y="217889"/>
                  <a:pt x="360004" y="222423"/>
                  <a:pt x="354400" y="222423"/>
                </a:cubicBezTo>
                <a:lnTo>
                  <a:pt x="313925" y="222423"/>
                </a:lnTo>
                <a:cubicBezTo>
                  <a:pt x="308321" y="222423"/>
                  <a:pt x="303784" y="217889"/>
                  <a:pt x="303784" y="212288"/>
                </a:cubicBezTo>
                <a:cubicBezTo>
                  <a:pt x="303784" y="206775"/>
                  <a:pt x="308321" y="202241"/>
                  <a:pt x="313925" y="202241"/>
                </a:cubicBezTo>
                <a:close/>
                <a:moveTo>
                  <a:pt x="131657" y="202241"/>
                </a:moveTo>
                <a:lnTo>
                  <a:pt x="273389" y="202241"/>
                </a:lnTo>
                <a:cubicBezTo>
                  <a:pt x="278994" y="202241"/>
                  <a:pt x="283532" y="206775"/>
                  <a:pt x="283532" y="212288"/>
                </a:cubicBezTo>
                <a:cubicBezTo>
                  <a:pt x="283532" y="217889"/>
                  <a:pt x="278994" y="222423"/>
                  <a:pt x="273389" y="222423"/>
                </a:cubicBezTo>
                <a:lnTo>
                  <a:pt x="131657" y="222423"/>
                </a:lnTo>
                <a:cubicBezTo>
                  <a:pt x="126051" y="222423"/>
                  <a:pt x="121514" y="217889"/>
                  <a:pt x="121514" y="212288"/>
                </a:cubicBezTo>
                <a:cubicBezTo>
                  <a:pt x="121514" y="206775"/>
                  <a:pt x="126051" y="202241"/>
                  <a:pt x="131657" y="202241"/>
                </a:cubicBezTo>
                <a:close/>
                <a:moveTo>
                  <a:pt x="172163" y="141554"/>
                </a:moveTo>
                <a:lnTo>
                  <a:pt x="293728" y="141554"/>
                </a:lnTo>
                <a:cubicBezTo>
                  <a:pt x="299245" y="141554"/>
                  <a:pt x="303784" y="146084"/>
                  <a:pt x="303784" y="151680"/>
                </a:cubicBezTo>
                <a:cubicBezTo>
                  <a:pt x="303784" y="157276"/>
                  <a:pt x="299245" y="161806"/>
                  <a:pt x="293728" y="161806"/>
                </a:cubicBezTo>
                <a:lnTo>
                  <a:pt x="172163" y="161806"/>
                </a:lnTo>
                <a:cubicBezTo>
                  <a:pt x="166556" y="161806"/>
                  <a:pt x="162018" y="157276"/>
                  <a:pt x="162018" y="151680"/>
                </a:cubicBezTo>
                <a:cubicBezTo>
                  <a:pt x="162018" y="146084"/>
                  <a:pt x="166556" y="141554"/>
                  <a:pt x="172163" y="141554"/>
                </a:cubicBezTo>
                <a:close/>
                <a:moveTo>
                  <a:pt x="243072" y="60698"/>
                </a:moveTo>
                <a:cubicBezTo>
                  <a:pt x="142501" y="60698"/>
                  <a:pt x="60797" y="142376"/>
                  <a:pt x="60797" y="242719"/>
                </a:cubicBezTo>
                <a:cubicBezTo>
                  <a:pt x="60797" y="343061"/>
                  <a:pt x="142501" y="424740"/>
                  <a:pt x="243072" y="424740"/>
                </a:cubicBezTo>
                <a:cubicBezTo>
                  <a:pt x="343555" y="424740"/>
                  <a:pt x="425348" y="343061"/>
                  <a:pt x="425348" y="242719"/>
                </a:cubicBezTo>
                <a:cubicBezTo>
                  <a:pt x="425348" y="142376"/>
                  <a:pt x="343555" y="60698"/>
                  <a:pt x="243072" y="60698"/>
                </a:cubicBezTo>
                <a:close/>
                <a:moveTo>
                  <a:pt x="243072" y="40434"/>
                </a:moveTo>
                <a:cubicBezTo>
                  <a:pt x="354681" y="40434"/>
                  <a:pt x="445551" y="131178"/>
                  <a:pt x="445551" y="242719"/>
                </a:cubicBezTo>
                <a:cubicBezTo>
                  <a:pt x="445551" y="354260"/>
                  <a:pt x="354681" y="444915"/>
                  <a:pt x="243072" y="444915"/>
                </a:cubicBezTo>
                <a:cubicBezTo>
                  <a:pt x="131375" y="444915"/>
                  <a:pt x="40505" y="354260"/>
                  <a:pt x="40505" y="242719"/>
                </a:cubicBezTo>
                <a:cubicBezTo>
                  <a:pt x="40505" y="131178"/>
                  <a:pt x="131375" y="40434"/>
                  <a:pt x="243072" y="40434"/>
                </a:cubicBezTo>
                <a:close/>
                <a:moveTo>
                  <a:pt x="243072" y="20264"/>
                </a:moveTo>
                <a:cubicBezTo>
                  <a:pt x="120156" y="20264"/>
                  <a:pt x="20293" y="120071"/>
                  <a:pt x="20293" y="242719"/>
                </a:cubicBezTo>
                <a:cubicBezTo>
                  <a:pt x="20293" y="365367"/>
                  <a:pt x="120156" y="465174"/>
                  <a:pt x="243072" y="465174"/>
                </a:cubicBezTo>
                <a:cubicBezTo>
                  <a:pt x="365899" y="465174"/>
                  <a:pt x="465851" y="365367"/>
                  <a:pt x="465851" y="242719"/>
                </a:cubicBezTo>
                <a:cubicBezTo>
                  <a:pt x="465851" y="120071"/>
                  <a:pt x="365899" y="20264"/>
                  <a:pt x="243072" y="20264"/>
                </a:cubicBezTo>
                <a:close/>
                <a:moveTo>
                  <a:pt x="243072" y="0"/>
                </a:moveTo>
                <a:cubicBezTo>
                  <a:pt x="377024" y="0"/>
                  <a:pt x="486055" y="108872"/>
                  <a:pt x="486055" y="242719"/>
                </a:cubicBezTo>
                <a:cubicBezTo>
                  <a:pt x="486055" y="376477"/>
                  <a:pt x="377024" y="485349"/>
                  <a:pt x="243072" y="485349"/>
                </a:cubicBezTo>
                <a:cubicBezTo>
                  <a:pt x="109031" y="485349"/>
                  <a:pt x="0" y="376477"/>
                  <a:pt x="0" y="242719"/>
                </a:cubicBezTo>
                <a:cubicBezTo>
                  <a:pt x="0" y="108872"/>
                  <a:pt x="109031" y="0"/>
                  <a:pt x="243072" y="0"/>
                </a:cubicBez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oven_261208"/>
          <p:cNvSpPr>
            <a:spLocks noChangeAspect="1"/>
          </p:cNvSpPr>
          <p:nvPr/>
        </p:nvSpPr>
        <p:spPr bwMode="auto">
          <a:xfrm>
            <a:off x="3359696" y="4834749"/>
            <a:ext cx="609685" cy="584548"/>
          </a:xfrm>
          <a:custGeom>
            <a:avLst/>
            <a:gdLst>
              <a:gd name="connsiteX0" fmla="*/ 24209 w 607639"/>
              <a:gd name="connsiteY0" fmla="*/ 522152 h 582588"/>
              <a:gd name="connsiteX1" fmla="*/ 24209 w 607639"/>
              <a:gd name="connsiteY1" fmla="*/ 558414 h 582588"/>
              <a:gd name="connsiteX2" fmla="*/ 583430 w 607639"/>
              <a:gd name="connsiteY2" fmla="*/ 558414 h 582588"/>
              <a:gd name="connsiteX3" fmla="*/ 583430 w 607639"/>
              <a:gd name="connsiteY3" fmla="*/ 522152 h 582588"/>
              <a:gd name="connsiteX4" fmla="*/ 145255 w 607639"/>
              <a:gd name="connsiteY4" fmla="*/ 458040 h 582588"/>
              <a:gd name="connsiteX5" fmla="*/ 152461 w 607639"/>
              <a:gd name="connsiteY5" fmla="*/ 458040 h 582588"/>
              <a:gd name="connsiteX6" fmla="*/ 164559 w 607639"/>
              <a:gd name="connsiteY6" fmla="*/ 470142 h 582588"/>
              <a:gd name="connsiteX7" fmla="*/ 152461 w 607639"/>
              <a:gd name="connsiteY7" fmla="*/ 482244 h 582588"/>
              <a:gd name="connsiteX8" fmla="*/ 145255 w 607639"/>
              <a:gd name="connsiteY8" fmla="*/ 482244 h 582588"/>
              <a:gd name="connsiteX9" fmla="*/ 133157 w 607639"/>
              <a:gd name="connsiteY9" fmla="*/ 470142 h 582588"/>
              <a:gd name="connsiteX10" fmla="*/ 145255 w 607639"/>
              <a:gd name="connsiteY10" fmla="*/ 458040 h 582588"/>
              <a:gd name="connsiteX11" fmla="*/ 53238 w 607639"/>
              <a:gd name="connsiteY11" fmla="*/ 458040 h 582588"/>
              <a:gd name="connsiteX12" fmla="*/ 108922 w 607639"/>
              <a:gd name="connsiteY12" fmla="*/ 458040 h 582588"/>
              <a:gd name="connsiteX13" fmla="*/ 121020 w 607639"/>
              <a:gd name="connsiteY13" fmla="*/ 470142 h 582588"/>
              <a:gd name="connsiteX14" fmla="*/ 108922 w 607639"/>
              <a:gd name="connsiteY14" fmla="*/ 482244 h 582588"/>
              <a:gd name="connsiteX15" fmla="*/ 53238 w 607639"/>
              <a:gd name="connsiteY15" fmla="*/ 482244 h 582588"/>
              <a:gd name="connsiteX16" fmla="*/ 41140 w 607639"/>
              <a:gd name="connsiteY16" fmla="*/ 470142 h 582588"/>
              <a:gd name="connsiteX17" fmla="*/ 53238 w 607639"/>
              <a:gd name="connsiteY17" fmla="*/ 458040 h 582588"/>
              <a:gd name="connsiteX18" fmla="*/ 216605 w 607639"/>
              <a:gd name="connsiteY18" fmla="*/ 204216 h 582588"/>
              <a:gd name="connsiteX19" fmla="*/ 390894 w 607639"/>
              <a:gd name="connsiteY19" fmla="*/ 204216 h 582588"/>
              <a:gd name="connsiteX20" fmla="*/ 403000 w 607639"/>
              <a:gd name="connsiteY20" fmla="*/ 216318 h 582588"/>
              <a:gd name="connsiteX21" fmla="*/ 390894 w 607639"/>
              <a:gd name="connsiteY21" fmla="*/ 228420 h 582588"/>
              <a:gd name="connsiteX22" fmla="*/ 216605 w 607639"/>
              <a:gd name="connsiteY22" fmla="*/ 228420 h 582588"/>
              <a:gd name="connsiteX23" fmla="*/ 204499 w 607639"/>
              <a:gd name="connsiteY23" fmla="*/ 216318 h 582588"/>
              <a:gd name="connsiteX24" fmla="*/ 216605 w 607639"/>
              <a:gd name="connsiteY24" fmla="*/ 204216 h 582588"/>
              <a:gd name="connsiteX25" fmla="*/ 24209 w 607639"/>
              <a:gd name="connsiteY25" fmla="*/ 186108 h 582588"/>
              <a:gd name="connsiteX26" fmla="*/ 24209 w 607639"/>
              <a:gd name="connsiteY26" fmla="*/ 497977 h 582588"/>
              <a:gd name="connsiteX27" fmla="*/ 583430 w 607639"/>
              <a:gd name="connsiteY27" fmla="*/ 497977 h 582588"/>
              <a:gd name="connsiteX28" fmla="*/ 583430 w 607639"/>
              <a:gd name="connsiteY28" fmla="*/ 186108 h 582588"/>
              <a:gd name="connsiteX29" fmla="*/ 24209 w 607639"/>
              <a:gd name="connsiteY29" fmla="*/ 135359 h 582588"/>
              <a:gd name="connsiteX30" fmla="*/ 24209 w 607639"/>
              <a:gd name="connsiteY30" fmla="*/ 161933 h 582588"/>
              <a:gd name="connsiteX31" fmla="*/ 583430 w 607639"/>
              <a:gd name="connsiteY31" fmla="*/ 161933 h 582588"/>
              <a:gd name="connsiteX32" fmla="*/ 583430 w 607639"/>
              <a:gd name="connsiteY32" fmla="*/ 135359 h 582588"/>
              <a:gd name="connsiteX33" fmla="*/ 482315 w 607639"/>
              <a:gd name="connsiteY33" fmla="*/ 59226 h 582588"/>
              <a:gd name="connsiteX34" fmla="*/ 473858 w 607639"/>
              <a:gd name="connsiteY34" fmla="*/ 67752 h 582588"/>
              <a:gd name="connsiteX35" fmla="*/ 482315 w 607639"/>
              <a:gd name="connsiteY35" fmla="*/ 76188 h 582588"/>
              <a:gd name="connsiteX36" fmla="*/ 490772 w 607639"/>
              <a:gd name="connsiteY36" fmla="*/ 67752 h 582588"/>
              <a:gd name="connsiteX37" fmla="*/ 482315 w 607639"/>
              <a:gd name="connsiteY37" fmla="*/ 59226 h 582588"/>
              <a:gd name="connsiteX38" fmla="*/ 363685 w 607639"/>
              <a:gd name="connsiteY38" fmla="*/ 59226 h 582588"/>
              <a:gd name="connsiteX39" fmla="*/ 355230 w 607639"/>
              <a:gd name="connsiteY39" fmla="*/ 67752 h 582588"/>
              <a:gd name="connsiteX40" fmla="*/ 363685 w 607639"/>
              <a:gd name="connsiteY40" fmla="*/ 76188 h 582588"/>
              <a:gd name="connsiteX41" fmla="*/ 372228 w 607639"/>
              <a:gd name="connsiteY41" fmla="*/ 67752 h 582588"/>
              <a:gd name="connsiteX42" fmla="*/ 363685 w 607639"/>
              <a:gd name="connsiteY42" fmla="*/ 59226 h 582588"/>
              <a:gd name="connsiteX43" fmla="*/ 243874 w 607639"/>
              <a:gd name="connsiteY43" fmla="*/ 59226 h 582588"/>
              <a:gd name="connsiteX44" fmla="*/ 235417 w 607639"/>
              <a:gd name="connsiteY44" fmla="*/ 67752 h 582588"/>
              <a:gd name="connsiteX45" fmla="*/ 243874 w 607639"/>
              <a:gd name="connsiteY45" fmla="*/ 76188 h 582588"/>
              <a:gd name="connsiteX46" fmla="*/ 252331 w 607639"/>
              <a:gd name="connsiteY46" fmla="*/ 67752 h 582588"/>
              <a:gd name="connsiteX47" fmla="*/ 243874 w 607639"/>
              <a:gd name="connsiteY47" fmla="*/ 59226 h 582588"/>
              <a:gd name="connsiteX48" fmla="*/ 125245 w 607639"/>
              <a:gd name="connsiteY48" fmla="*/ 59226 h 582588"/>
              <a:gd name="connsiteX49" fmla="*/ 116790 w 607639"/>
              <a:gd name="connsiteY49" fmla="*/ 67752 h 582588"/>
              <a:gd name="connsiteX50" fmla="*/ 125245 w 607639"/>
              <a:gd name="connsiteY50" fmla="*/ 76188 h 582588"/>
              <a:gd name="connsiteX51" fmla="*/ 133788 w 607639"/>
              <a:gd name="connsiteY51" fmla="*/ 67752 h 582588"/>
              <a:gd name="connsiteX52" fmla="*/ 125245 w 607639"/>
              <a:gd name="connsiteY52" fmla="*/ 59226 h 582588"/>
              <a:gd name="connsiteX53" fmla="*/ 482315 w 607639"/>
              <a:gd name="connsiteY53" fmla="*/ 35071 h 582588"/>
              <a:gd name="connsiteX54" fmla="*/ 514987 w 607639"/>
              <a:gd name="connsiteY54" fmla="*/ 67752 h 582588"/>
              <a:gd name="connsiteX55" fmla="*/ 482315 w 607639"/>
              <a:gd name="connsiteY55" fmla="*/ 100344 h 582588"/>
              <a:gd name="connsiteX56" fmla="*/ 449643 w 607639"/>
              <a:gd name="connsiteY56" fmla="*/ 67752 h 582588"/>
              <a:gd name="connsiteX57" fmla="*/ 482315 w 607639"/>
              <a:gd name="connsiteY57" fmla="*/ 35071 h 582588"/>
              <a:gd name="connsiteX58" fmla="*/ 363685 w 607639"/>
              <a:gd name="connsiteY58" fmla="*/ 35071 h 582588"/>
              <a:gd name="connsiteX59" fmla="*/ 396436 w 607639"/>
              <a:gd name="connsiteY59" fmla="*/ 67752 h 582588"/>
              <a:gd name="connsiteX60" fmla="*/ 363685 w 607639"/>
              <a:gd name="connsiteY60" fmla="*/ 100344 h 582588"/>
              <a:gd name="connsiteX61" fmla="*/ 331022 w 607639"/>
              <a:gd name="connsiteY61" fmla="*/ 67752 h 582588"/>
              <a:gd name="connsiteX62" fmla="*/ 363685 w 607639"/>
              <a:gd name="connsiteY62" fmla="*/ 35071 h 582588"/>
              <a:gd name="connsiteX63" fmla="*/ 243874 w 607639"/>
              <a:gd name="connsiteY63" fmla="*/ 35071 h 582588"/>
              <a:gd name="connsiteX64" fmla="*/ 276546 w 607639"/>
              <a:gd name="connsiteY64" fmla="*/ 67752 h 582588"/>
              <a:gd name="connsiteX65" fmla="*/ 243874 w 607639"/>
              <a:gd name="connsiteY65" fmla="*/ 100344 h 582588"/>
              <a:gd name="connsiteX66" fmla="*/ 211202 w 607639"/>
              <a:gd name="connsiteY66" fmla="*/ 67752 h 582588"/>
              <a:gd name="connsiteX67" fmla="*/ 243874 w 607639"/>
              <a:gd name="connsiteY67" fmla="*/ 35071 h 582588"/>
              <a:gd name="connsiteX68" fmla="*/ 125245 w 607639"/>
              <a:gd name="connsiteY68" fmla="*/ 35071 h 582588"/>
              <a:gd name="connsiteX69" fmla="*/ 157996 w 607639"/>
              <a:gd name="connsiteY69" fmla="*/ 67752 h 582588"/>
              <a:gd name="connsiteX70" fmla="*/ 125245 w 607639"/>
              <a:gd name="connsiteY70" fmla="*/ 100344 h 582588"/>
              <a:gd name="connsiteX71" fmla="*/ 92582 w 607639"/>
              <a:gd name="connsiteY71" fmla="*/ 67752 h 582588"/>
              <a:gd name="connsiteX72" fmla="*/ 125245 w 607639"/>
              <a:gd name="connsiteY72" fmla="*/ 35071 h 582588"/>
              <a:gd name="connsiteX73" fmla="*/ 24209 w 607639"/>
              <a:gd name="connsiteY73" fmla="*/ 24174 h 582588"/>
              <a:gd name="connsiteX74" fmla="*/ 24209 w 607639"/>
              <a:gd name="connsiteY74" fmla="*/ 111185 h 582588"/>
              <a:gd name="connsiteX75" fmla="*/ 583430 w 607639"/>
              <a:gd name="connsiteY75" fmla="*/ 111185 h 582588"/>
              <a:gd name="connsiteX76" fmla="*/ 583430 w 607639"/>
              <a:gd name="connsiteY76" fmla="*/ 24174 h 582588"/>
              <a:gd name="connsiteX77" fmla="*/ 12105 w 607639"/>
              <a:gd name="connsiteY77" fmla="*/ 0 h 582588"/>
              <a:gd name="connsiteX78" fmla="*/ 595534 w 607639"/>
              <a:gd name="connsiteY78" fmla="*/ 0 h 582588"/>
              <a:gd name="connsiteX79" fmla="*/ 607639 w 607639"/>
              <a:gd name="connsiteY79" fmla="*/ 12087 h 582588"/>
              <a:gd name="connsiteX80" fmla="*/ 607639 w 607639"/>
              <a:gd name="connsiteY80" fmla="*/ 570501 h 582588"/>
              <a:gd name="connsiteX81" fmla="*/ 595534 w 607639"/>
              <a:gd name="connsiteY81" fmla="*/ 582588 h 582588"/>
              <a:gd name="connsiteX82" fmla="*/ 12105 w 607639"/>
              <a:gd name="connsiteY82" fmla="*/ 582588 h 582588"/>
              <a:gd name="connsiteX83" fmla="*/ 0 w 607639"/>
              <a:gd name="connsiteY83" fmla="*/ 570501 h 582588"/>
              <a:gd name="connsiteX84" fmla="*/ 0 w 607639"/>
              <a:gd name="connsiteY84" fmla="*/ 12087 h 582588"/>
              <a:gd name="connsiteX85" fmla="*/ 12105 w 607639"/>
              <a:gd name="connsiteY85" fmla="*/ 0 h 58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607639" h="582588">
                <a:moveTo>
                  <a:pt x="24209" y="522152"/>
                </a:moveTo>
                <a:lnTo>
                  <a:pt x="24209" y="558414"/>
                </a:lnTo>
                <a:lnTo>
                  <a:pt x="583430" y="558414"/>
                </a:lnTo>
                <a:lnTo>
                  <a:pt x="583430" y="522152"/>
                </a:lnTo>
                <a:close/>
                <a:moveTo>
                  <a:pt x="145255" y="458040"/>
                </a:moveTo>
                <a:lnTo>
                  <a:pt x="152461" y="458040"/>
                </a:lnTo>
                <a:cubicBezTo>
                  <a:pt x="159222" y="458040"/>
                  <a:pt x="164559" y="463468"/>
                  <a:pt x="164559" y="470142"/>
                </a:cubicBezTo>
                <a:cubicBezTo>
                  <a:pt x="164559" y="476816"/>
                  <a:pt x="159222" y="482244"/>
                  <a:pt x="152461" y="482244"/>
                </a:cubicBezTo>
                <a:lnTo>
                  <a:pt x="145255" y="482244"/>
                </a:lnTo>
                <a:cubicBezTo>
                  <a:pt x="138583" y="482244"/>
                  <a:pt x="133157" y="476816"/>
                  <a:pt x="133157" y="470142"/>
                </a:cubicBezTo>
                <a:cubicBezTo>
                  <a:pt x="133157" y="463468"/>
                  <a:pt x="138583" y="458040"/>
                  <a:pt x="145255" y="458040"/>
                </a:cubicBezTo>
                <a:close/>
                <a:moveTo>
                  <a:pt x="53238" y="458040"/>
                </a:moveTo>
                <a:lnTo>
                  <a:pt x="108922" y="458040"/>
                </a:lnTo>
                <a:cubicBezTo>
                  <a:pt x="115594" y="458040"/>
                  <a:pt x="121020" y="463468"/>
                  <a:pt x="121020" y="470142"/>
                </a:cubicBezTo>
                <a:cubicBezTo>
                  <a:pt x="121020" y="476816"/>
                  <a:pt x="115594" y="482244"/>
                  <a:pt x="108922" y="482244"/>
                </a:cubicBezTo>
                <a:lnTo>
                  <a:pt x="53238" y="482244"/>
                </a:lnTo>
                <a:cubicBezTo>
                  <a:pt x="46566" y="482244"/>
                  <a:pt x="41140" y="476816"/>
                  <a:pt x="41140" y="470142"/>
                </a:cubicBezTo>
                <a:cubicBezTo>
                  <a:pt x="41140" y="463468"/>
                  <a:pt x="46566" y="458040"/>
                  <a:pt x="53238" y="458040"/>
                </a:cubicBezTo>
                <a:close/>
                <a:moveTo>
                  <a:pt x="216605" y="204216"/>
                </a:moveTo>
                <a:lnTo>
                  <a:pt x="390894" y="204216"/>
                </a:lnTo>
                <a:cubicBezTo>
                  <a:pt x="397659" y="204216"/>
                  <a:pt x="403000" y="209644"/>
                  <a:pt x="403000" y="216318"/>
                </a:cubicBezTo>
                <a:cubicBezTo>
                  <a:pt x="403000" y="222992"/>
                  <a:pt x="397659" y="228420"/>
                  <a:pt x="390894" y="228420"/>
                </a:cubicBezTo>
                <a:lnTo>
                  <a:pt x="216605" y="228420"/>
                </a:lnTo>
                <a:cubicBezTo>
                  <a:pt x="209929" y="228420"/>
                  <a:pt x="204499" y="222992"/>
                  <a:pt x="204499" y="216318"/>
                </a:cubicBezTo>
                <a:cubicBezTo>
                  <a:pt x="204499" y="209644"/>
                  <a:pt x="209929" y="204216"/>
                  <a:pt x="216605" y="204216"/>
                </a:cubicBezTo>
                <a:close/>
                <a:moveTo>
                  <a:pt x="24209" y="186108"/>
                </a:moveTo>
                <a:lnTo>
                  <a:pt x="24209" y="497977"/>
                </a:lnTo>
                <a:lnTo>
                  <a:pt x="583430" y="497977"/>
                </a:lnTo>
                <a:lnTo>
                  <a:pt x="583430" y="186108"/>
                </a:lnTo>
                <a:close/>
                <a:moveTo>
                  <a:pt x="24209" y="135359"/>
                </a:moveTo>
                <a:lnTo>
                  <a:pt x="24209" y="161933"/>
                </a:lnTo>
                <a:lnTo>
                  <a:pt x="583430" y="161933"/>
                </a:lnTo>
                <a:lnTo>
                  <a:pt x="583430" y="135359"/>
                </a:lnTo>
                <a:close/>
                <a:moveTo>
                  <a:pt x="482315" y="59226"/>
                </a:moveTo>
                <a:cubicBezTo>
                  <a:pt x="477686" y="59226"/>
                  <a:pt x="473858" y="63045"/>
                  <a:pt x="473858" y="67752"/>
                </a:cubicBezTo>
                <a:cubicBezTo>
                  <a:pt x="473858" y="72370"/>
                  <a:pt x="477686" y="76188"/>
                  <a:pt x="482315" y="76188"/>
                </a:cubicBezTo>
                <a:cubicBezTo>
                  <a:pt x="487033" y="76188"/>
                  <a:pt x="490772" y="72370"/>
                  <a:pt x="490772" y="67752"/>
                </a:cubicBezTo>
                <a:cubicBezTo>
                  <a:pt x="490772" y="63045"/>
                  <a:pt x="487033" y="59226"/>
                  <a:pt x="482315" y="59226"/>
                </a:cubicBezTo>
                <a:close/>
                <a:moveTo>
                  <a:pt x="363685" y="59226"/>
                </a:moveTo>
                <a:cubicBezTo>
                  <a:pt x="359057" y="59226"/>
                  <a:pt x="355230" y="63045"/>
                  <a:pt x="355230" y="67752"/>
                </a:cubicBezTo>
                <a:cubicBezTo>
                  <a:pt x="355230" y="72370"/>
                  <a:pt x="359057" y="76188"/>
                  <a:pt x="363685" y="76188"/>
                </a:cubicBezTo>
                <a:cubicBezTo>
                  <a:pt x="368401" y="76188"/>
                  <a:pt x="372228" y="72370"/>
                  <a:pt x="372228" y="67752"/>
                </a:cubicBezTo>
                <a:cubicBezTo>
                  <a:pt x="372228" y="63045"/>
                  <a:pt x="368401" y="59226"/>
                  <a:pt x="363685" y="59226"/>
                </a:cubicBezTo>
                <a:close/>
                <a:moveTo>
                  <a:pt x="243874" y="59226"/>
                </a:moveTo>
                <a:cubicBezTo>
                  <a:pt x="239245" y="59226"/>
                  <a:pt x="235417" y="63045"/>
                  <a:pt x="235417" y="67752"/>
                </a:cubicBezTo>
                <a:cubicBezTo>
                  <a:pt x="235417" y="72370"/>
                  <a:pt x="239245" y="76188"/>
                  <a:pt x="243874" y="76188"/>
                </a:cubicBezTo>
                <a:cubicBezTo>
                  <a:pt x="248592" y="76188"/>
                  <a:pt x="252331" y="72370"/>
                  <a:pt x="252331" y="67752"/>
                </a:cubicBezTo>
                <a:cubicBezTo>
                  <a:pt x="252331" y="63045"/>
                  <a:pt x="248592" y="59226"/>
                  <a:pt x="243874" y="59226"/>
                </a:cubicBezTo>
                <a:close/>
                <a:moveTo>
                  <a:pt x="125245" y="59226"/>
                </a:moveTo>
                <a:cubicBezTo>
                  <a:pt x="120617" y="59226"/>
                  <a:pt x="116790" y="63045"/>
                  <a:pt x="116790" y="67752"/>
                </a:cubicBezTo>
                <a:cubicBezTo>
                  <a:pt x="116790" y="72370"/>
                  <a:pt x="120617" y="76188"/>
                  <a:pt x="125245" y="76188"/>
                </a:cubicBezTo>
                <a:cubicBezTo>
                  <a:pt x="129961" y="76188"/>
                  <a:pt x="133788" y="72370"/>
                  <a:pt x="133788" y="67752"/>
                </a:cubicBezTo>
                <a:cubicBezTo>
                  <a:pt x="133788" y="63045"/>
                  <a:pt x="129961" y="59226"/>
                  <a:pt x="125245" y="59226"/>
                </a:cubicBezTo>
                <a:close/>
                <a:moveTo>
                  <a:pt x="482315" y="35071"/>
                </a:moveTo>
                <a:cubicBezTo>
                  <a:pt x="500387" y="35071"/>
                  <a:pt x="514987" y="49724"/>
                  <a:pt x="514987" y="67752"/>
                </a:cubicBezTo>
                <a:cubicBezTo>
                  <a:pt x="514987" y="85691"/>
                  <a:pt x="500387" y="100344"/>
                  <a:pt x="482315" y="100344"/>
                </a:cubicBezTo>
                <a:cubicBezTo>
                  <a:pt x="464332" y="100344"/>
                  <a:pt x="449643" y="85691"/>
                  <a:pt x="449643" y="67752"/>
                </a:cubicBezTo>
                <a:cubicBezTo>
                  <a:pt x="449643" y="49724"/>
                  <a:pt x="464332" y="35071"/>
                  <a:pt x="482315" y="35071"/>
                </a:cubicBezTo>
                <a:close/>
                <a:moveTo>
                  <a:pt x="363685" y="35071"/>
                </a:moveTo>
                <a:cubicBezTo>
                  <a:pt x="381751" y="35071"/>
                  <a:pt x="396436" y="49724"/>
                  <a:pt x="396436" y="67752"/>
                </a:cubicBezTo>
                <a:cubicBezTo>
                  <a:pt x="396436" y="85691"/>
                  <a:pt x="381751" y="100344"/>
                  <a:pt x="363685" y="100344"/>
                </a:cubicBezTo>
                <a:cubicBezTo>
                  <a:pt x="345707" y="100344"/>
                  <a:pt x="331022" y="85691"/>
                  <a:pt x="331022" y="67752"/>
                </a:cubicBezTo>
                <a:cubicBezTo>
                  <a:pt x="331022" y="49724"/>
                  <a:pt x="345707" y="35071"/>
                  <a:pt x="363685" y="35071"/>
                </a:cubicBezTo>
                <a:close/>
                <a:moveTo>
                  <a:pt x="243874" y="35071"/>
                </a:moveTo>
                <a:cubicBezTo>
                  <a:pt x="261946" y="35071"/>
                  <a:pt x="276546" y="49724"/>
                  <a:pt x="276546" y="67752"/>
                </a:cubicBezTo>
                <a:cubicBezTo>
                  <a:pt x="276546" y="85691"/>
                  <a:pt x="261946" y="100344"/>
                  <a:pt x="243874" y="100344"/>
                </a:cubicBezTo>
                <a:cubicBezTo>
                  <a:pt x="225891" y="100344"/>
                  <a:pt x="211202" y="85691"/>
                  <a:pt x="211202" y="67752"/>
                </a:cubicBezTo>
                <a:cubicBezTo>
                  <a:pt x="211202" y="49724"/>
                  <a:pt x="225891" y="35071"/>
                  <a:pt x="243874" y="35071"/>
                </a:cubicBezTo>
                <a:close/>
                <a:moveTo>
                  <a:pt x="125245" y="35071"/>
                </a:moveTo>
                <a:cubicBezTo>
                  <a:pt x="143311" y="35071"/>
                  <a:pt x="157996" y="49724"/>
                  <a:pt x="157996" y="67752"/>
                </a:cubicBezTo>
                <a:cubicBezTo>
                  <a:pt x="157996" y="85691"/>
                  <a:pt x="143311" y="100344"/>
                  <a:pt x="125245" y="100344"/>
                </a:cubicBezTo>
                <a:cubicBezTo>
                  <a:pt x="107267" y="100344"/>
                  <a:pt x="92582" y="85691"/>
                  <a:pt x="92582" y="67752"/>
                </a:cubicBezTo>
                <a:cubicBezTo>
                  <a:pt x="92582" y="49724"/>
                  <a:pt x="107267" y="35071"/>
                  <a:pt x="125245" y="35071"/>
                </a:cubicBezTo>
                <a:close/>
                <a:moveTo>
                  <a:pt x="24209" y="24174"/>
                </a:moveTo>
                <a:lnTo>
                  <a:pt x="24209" y="111185"/>
                </a:lnTo>
                <a:lnTo>
                  <a:pt x="583430" y="111185"/>
                </a:lnTo>
                <a:lnTo>
                  <a:pt x="583430" y="24174"/>
                </a:lnTo>
                <a:close/>
                <a:moveTo>
                  <a:pt x="12105" y="0"/>
                </a:moveTo>
                <a:lnTo>
                  <a:pt x="595534" y="0"/>
                </a:lnTo>
                <a:cubicBezTo>
                  <a:pt x="602210" y="0"/>
                  <a:pt x="607639" y="5421"/>
                  <a:pt x="607639" y="12087"/>
                </a:cubicBezTo>
                <a:lnTo>
                  <a:pt x="607639" y="570501"/>
                </a:lnTo>
                <a:cubicBezTo>
                  <a:pt x="607639" y="577167"/>
                  <a:pt x="602210" y="582588"/>
                  <a:pt x="595534" y="582588"/>
                </a:cubicBezTo>
                <a:lnTo>
                  <a:pt x="12105" y="582588"/>
                </a:lnTo>
                <a:cubicBezTo>
                  <a:pt x="5429" y="582588"/>
                  <a:pt x="0" y="577167"/>
                  <a:pt x="0" y="570501"/>
                </a:cubicBezTo>
                <a:lnTo>
                  <a:pt x="0" y="12087"/>
                </a:lnTo>
                <a:cubicBezTo>
                  <a:pt x="0" y="5421"/>
                  <a:pt x="5429" y="0"/>
                  <a:pt x="12105" y="0"/>
                </a:cubicBez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printing-document_73925"/>
          <p:cNvSpPr>
            <a:spLocks noChangeAspect="1"/>
          </p:cNvSpPr>
          <p:nvPr/>
        </p:nvSpPr>
        <p:spPr bwMode="auto">
          <a:xfrm>
            <a:off x="3359696" y="4004130"/>
            <a:ext cx="609685" cy="552665"/>
          </a:xfrm>
          <a:custGeom>
            <a:avLst/>
            <a:gdLst>
              <a:gd name="connsiteX0" fmla="*/ 289945 w 605874"/>
              <a:gd name="connsiteY0" fmla="*/ 457970 h 549211"/>
              <a:gd name="connsiteX1" fmla="*/ 451908 w 605874"/>
              <a:gd name="connsiteY1" fmla="*/ 457970 h 549211"/>
              <a:gd name="connsiteX2" fmla="*/ 463755 w 605874"/>
              <a:gd name="connsiteY2" fmla="*/ 469790 h 549211"/>
              <a:gd name="connsiteX3" fmla="*/ 451908 w 605874"/>
              <a:gd name="connsiteY3" fmla="*/ 481609 h 549211"/>
              <a:gd name="connsiteX4" fmla="*/ 289945 w 605874"/>
              <a:gd name="connsiteY4" fmla="*/ 481609 h 549211"/>
              <a:gd name="connsiteX5" fmla="*/ 278098 w 605874"/>
              <a:gd name="connsiteY5" fmla="*/ 469790 h 549211"/>
              <a:gd name="connsiteX6" fmla="*/ 289945 w 605874"/>
              <a:gd name="connsiteY6" fmla="*/ 457970 h 549211"/>
              <a:gd name="connsiteX7" fmla="*/ 276536 w 605874"/>
              <a:gd name="connsiteY7" fmla="*/ 393685 h 549211"/>
              <a:gd name="connsiteX8" fmla="*/ 438469 w 605874"/>
              <a:gd name="connsiteY8" fmla="*/ 393685 h 549211"/>
              <a:gd name="connsiteX9" fmla="*/ 450137 w 605874"/>
              <a:gd name="connsiteY9" fmla="*/ 405540 h 549211"/>
              <a:gd name="connsiteX10" fmla="*/ 438469 w 605874"/>
              <a:gd name="connsiteY10" fmla="*/ 417395 h 549211"/>
              <a:gd name="connsiteX11" fmla="*/ 276536 w 605874"/>
              <a:gd name="connsiteY11" fmla="*/ 417395 h 549211"/>
              <a:gd name="connsiteX12" fmla="*/ 264691 w 605874"/>
              <a:gd name="connsiteY12" fmla="*/ 405540 h 549211"/>
              <a:gd name="connsiteX13" fmla="*/ 276536 w 605874"/>
              <a:gd name="connsiteY13" fmla="*/ 393685 h 549211"/>
              <a:gd name="connsiteX14" fmla="*/ 508107 w 605874"/>
              <a:gd name="connsiteY14" fmla="*/ 333481 h 549211"/>
              <a:gd name="connsiteX15" fmla="*/ 518891 w 605874"/>
              <a:gd name="connsiteY15" fmla="*/ 386442 h 549211"/>
              <a:gd name="connsiteX16" fmla="*/ 564504 w 605874"/>
              <a:gd name="connsiteY16" fmla="*/ 386442 h 549211"/>
              <a:gd name="connsiteX17" fmla="*/ 570515 w 605874"/>
              <a:gd name="connsiteY17" fmla="*/ 380617 h 549211"/>
              <a:gd name="connsiteX18" fmla="*/ 570515 w 605874"/>
              <a:gd name="connsiteY18" fmla="*/ 333481 h 549211"/>
              <a:gd name="connsiteX19" fmla="*/ 214451 w 605874"/>
              <a:gd name="connsiteY19" fmla="*/ 333481 h 549211"/>
              <a:gd name="connsiteX20" fmla="*/ 240794 w 605874"/>
              <a:gd name="connsiteY20" fmla="*/ 513904 h 549211"/>
              <a:gd name="connsiteX21" fmla="*/ 508814 w 605874"/>
              <a:gd name="connsiteY21" fmla="*/ 513904 h 549211"/>
              <a:gd name="connsiteX22" fmla="*/ 472041 w 605874"/>
              <a:gd name="connsiteY22" fmla="*/ 333481 h 549211"/>
              <a:gd name="connsiteX23" fmla="*/ 35359 w 605874"/>
              <a:gd name="connsiteY23" fmla="*/ 333481 h 549211"/>
              <a:gd name="connsiteX24" fmla="*/ 35359 w 605874"/>
              <a:gd name="connsiteY24" fmla="*/ 380617 h 549211"/>
              <a:gd name="connsiteX25" fmla="*/ 41193 w 605874"/>
              <a:gd name="connsiteY25" fmla="*/ 386442 h 549211"/>
              <a:gd name="connsiteX26" fmla="*/ 186518 w 605874"/>
              <a:gd name="connsiteY26" fmla="*/ 386442 h 549211"/>
              <a:gd name="connsiteX27" fmla="*/ 178739 w 605874"/>
              <a:gd name="connsiteY27" fmla="*/ 333481 h 549211"/>
              <a:gd name="connsiteX28" fmla="*/ 41193 w 605874"/>
              <a:gd name="connsiteY28" fmla="*/ 186424 h 549211"/>
              <a:gd name="connsiteX29" fmla="*/ 35359 w 605874"/>
              <a:gd name="connsiteY29" fmla="*/ 192427 h 549211"/>
              <a:gd name="connsiteX30" fmla="*/ 35359 w 605874"/>
              <a:gd name="connsiteY30" fmla="*/ 298173 h 549211"/>
              <a:gd name="connsiteX31" fmla="*/ 196418 w 605874"/>
              <a:gd name="connsiteY31" fmla="*/ 298173 h 549211"/>
              <a:gd name="connsiteX32" fmla="*/ 484063 w 605874"/>
              <a:gd name="connsiteY32" fmla="*/ 298173 h 549211"/>
              <a:gd name="connsiteX33" fmla="*/ 570515 w 605874"/>
              <a:gd name="connsiteY33" fmla="*/ 298173 h 549211"/>
              <a:gd name="connsiteX34" fmla="*/ 570515 w 605874"/>
              <a:gd name="connsiteY34" fmla="*/ 192427 h 549211"/>
              <a:gd name="connsiteX35" fmla="*/ 564504 w 605874"/>
              <a:gd name="connsiteY35" fmla="*/ 186424 h 549211"/>
              <a:gd name="connsiteX36" fmla="*/ 445522 w 605874"/>
              <a:gd name="connsiteY36" fmla="*/ 186424 h 549211"/>
              <a:gd name="connsiteX37" fmla="*/ 157877 w 605874"/>
              <a:gd name="connsiteY37" fmla="*/ 186424 h 549211"/>
              <a:gd name="connsiteX38" fmla="*/ 152573 w 605874"/>
              <a:gd name="connsiteY38" fmla="*/ 35307 h 549211"/>
              <a:gd name="connsiteX39" fmla="*/ 170606 w 605874"/>
              <a:gd name="connsiteY39" fmla="*/ 151117 h 549211"/>
              <a:gd name="connsiteX40" fmla="*/ 427312 w 605874"/>
              <a:gd name="connsiteY40" fmla="*/ 151117 h 549211"/>
              <a:gd name="connsiteX41" fmla="*/ 409279 w 605874"/>
              <a:gd name="connsiteY41" fmla="*/ 35307 h 549211"/>
              <a:gd name="connsiteX42" fmla="*/ 134364 w 605874"/>
              <a:gd name="connsiteY42" fmla="*/ 0 h 549211"/>
              <a:gd name="connsiteX43" fmla="*/ 422008 w 605874"/>
              <a:gd name="connsiteY43" fmla="*/ 0 h 549211"/>
              <a:gd name="connsiteX44" fmla="*/ 442162 w 605874"/>
              <a:gd name="connsiteY44" fmla="*/ 17124 h 549211"/>
              <a:gd name="connsiteX45" fmla="*/ 463024 w 605874"/>
              <a:gd name="connsiteY45" fmla="*/ 151117 h 549211"/>
              <a:gd name="connsiteX46" fmla="*/ 564504 w 605874"/>
              <a:gd name="connsiteY46" fmla="*/ 151117 h 549211"/>
              <a:gd name="connsiteX47" fmla="*/ 605874 w 605874"/>
              <a:gd name="connsiteY47" fmla="*/ 192427 h 549211"/>
              <a:gd name="connsiteX48" fmla="*/ 605874 w 605874"/>
              <a:gd name="connsiteY48" fmla="*/ 380617 h 549211"/>
              <a:gd name="connsiteX49" fmla="*/ 564504 w 605874"/>
              <a:gd name="connsiteY49" fmla="*/ 421750 h 549211"/>
              <a:gd name="connsiteX50" fmla="*/ 525963 w 605874"/>
              <a:gd name="connsiteY50" fmla="*/ 421750 h 549211"/>
              <a:gd name="connsiteX51" fmla="*/ 547178 w 605874"/>
              <a:gd name="connsiteY51" fmla="*/ 525732 h 549211"/>
              <a:gd name="connsiteX52" fmla="*/ 543289 w 605874"/>
              <a:gd name="connsiteY52" fmla="*/ 541973 h 549211"/>
              <a:gd name="connsiteX53" fmla="*/ 528084 w 605874"/>
              <a:gd name="connsiteY53" fmla="*/ 549211 h 549211"/>
              <a:gd name="connsiteX54" fmla="*/ 227888 w 605874"/>
              <a:gd name="connsiteY54" fmla="*/ 549211 h 549211"/>
              <a:gd name="connsiteX55" fmla="*/ 207733 w 605874"/>
              <a:gd name="connsiteY55" fmla="*/ 531734 h 549211"/>
              <a:gd name="connsiteX56" fmla="*/ 191645 w 605874"/>
              <a:gd name="connsiteY56" fmla="*/ 421750 h 549211"/>
              <a:gd name="connsiteX57" fmla="*/ 41193 w 605874"/>
              <a:gd name="connsiteY57" fmla="*/ 421750 h 549211"/>
              <a:gd name="connsiteX58" fmla="*/ 0 w 605874"/>
              <a:gd name="connsiteY58" fmla="*/ 380617 h 549211"/>
              <a:gd name="connsiteX59" fmla="*/ 0 w 605874"/>
              <a:gd name="connsiteY59" fmla="*/ 192427 h 549211"/>
              <a:gd name="connsiteX60" fmla="*/ 41193 w 605874"/>
              <a:gd name="connsiteY60" fmla="*/ 151117 h 549211"/>
              <a:gd name="connsiteX61" fmla="*/ 134894 w 605874"/>
              <a:gd name="connsiteY61" fmla="*/ 151117 h 549211"/>
              <a:gd name="connsiteX62" fmla="*/ 114916 w 605874"/>
              <a:gd name="connsiteY62" fmla="*/ 22597 h 549211"/>
              <a:gd name="connsiteX63" fmla="*/ 119336 w 605874"/>
              <a:gd name="connsiteY63" fmla="*/ 6708 h 549211"/>
              <a:gd name="connsiteX64" fmla="*/ 134364 w 605874"/>
              <a:gd name="connsiteY64" fmla="*/ 0 h 54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05874" h="549211">
                <a:moveTo>
                  <a:pt x="289945" y="457970"/>
                </a:moveTo>
                <a:lnTo>
                  <a:pt x="451908" y="457970"/>
                </a:lnTo>
                <a:cubicBezTo>
                  <a:pt x="458451" y="457970"/>
                  <a:pt x="463755" y="463263"/>
                  <a:pt x="463755" y="469790"/>
                </a:cubicBezTo>
                <a:cubicBezTo>
                  <a:pt x="463755" y="476317"/>
                  <a:pt x="458451" y="481609"/>
                  <a:pt x="451908" y="481609"/>
                </a:cubicBezTo>
                <a:lnTo>
                  <a:pt x="289945" y="481609"/>
                </a:lnTo>
                <a:cubicBezTo>
                  <a:pt x="283402" y="481609"/>
                  <a:pt x="278098" y="476317"/>
                  <a:pt x="278098" y="469790"/>
                </a:cubicBezTo>
                <a:cubicBezTo>
                  <a:pt x="278098" y="463263"/>
                  <a:pt x="283402" y="457970"/>
                  <a:pt x="289945" y="457970"/>
                </a:cubicBezTo>
                <a:close/>
                <a:moveTo>
                  <a:pt x="276536" y="393685"/>
                </a:moveTo>
                <a:lnTo>
                  <a:pt x="438469" y="393685"/>
                </a:lnTo>
                <a:cubicBezTo>
                  <a:pt x="445010" y="393685"/>
                  <a:pt x="450137" y="398993"/>
                  <a:pt x="450137" y="405540"/>
                </a:cubicBezTo>
                <a:cubicBezTo>
                  <a:pt x="450137" y="412087"/>
                  <a:pt x="445010" y="417395"/>
                  <a:pt x="438469" y="417395"/>
                </a:cubicBezTo>
                <a:lnTo>
                  <a:pt x="276536" y="417395"/>
                </a:lnTo>
                <a:cubicBezTo>
                  <a:pt x="269995" y="417395"/>
                  <a:pt x="264691" y="412087"/>
                  <a:pt x="264691" y="405540"/>
                </a:cubicBezTo>
                <a:cubicBezTo>
                  <a:pt x="264691" y="398993"/>
                  <a:pt x="269995" y="393685"/>
                  <a:pt x="276536" y="393685"/>
                </a:cubicBezTo>
                <a:close/>
                <a:moveTo>
                  <a:pt x="508107" y="333481"/>
                </a:moveTo>
                <a:lnTo>
                  <a:pt x="518891" y="386442"/>
                </a:lnTo>
                <a:lnTo>
                  <a:pt x="564504" y="386442"/>
                </a:lnTo>
                <a:cubicBezTo>
                  <a:pt x="567686" y="386442"/>
                  <a:pt x="570515" y="383794"/>
                  <a:pt x="570515" y="380617"/>
                </a:cubicBezTo>
                <a:lnTo>
                  <a:pt x="570515" y="333481"/>
                </a:lnTo>
                <a:close/>
                <a:moveTo>
                  <a:pt x="214451" y="333481"/>
                </a:moveTo>
                <a:lnTo>
                  <a:pt x="240794" y="513904"/>
                </a:lnTo>
                <a:lnTo>
                  <a:pt x="508814" y="513904"/>
                </a:lnTo>
                <a:lnTo>
                  <a:pt x="472041" y="333481"/>
                </a:lnTo>
                <a:close/>
                <a:moveTo>
                  <a:pt x="35359" y="333481"/>
                </a:moveTo>
                <a:lnTo>
                  <a:pt x="35359" y="380617"/>
                </a:lnTo>
                <a:cubicBezTo>
                  <a:pt x="35359" y="383794"/>
                  <a:pt x="38011" y="386442"/>
                  <a:pt x="41193" y="386442"/>
                </a:cubicBezTo>
                <a:lnTo>
                  <a:pt x="186518" y="386442"/>
                </a:lnTo>
                <a:lnTo>
                  <a:pt x="178739" y="333481"/>
                </a:lnTo>
                <a:close/>
                <a:moveTo>
                  <a:pt x="41193" y="186424"/>
                </a:moveTo>
                <a:cubicBezTo>
                  <a:pt x="38011" y="186424"/>
                  <a:pt x="35359" y="189249"/>
                  <a:pt x="35359" y="192427"/>
                </a:cubicBezTo>
                <a:lnTo>
                  <a:pt x="35359" y="298173"/>
                </a:lnTo>
                <a:lnTo>
                  <a:pt x="196418" y="298173"/>
                </a:lnTo>
                <a:lnTo>
                  <a:pt x="484063" y="298173"/>
                </a:lnTo>
                <a:lnTo>
                  <a:pt x="570515" y="298173"/>
                </a:lnTo>
                <a:lnTo>
                  <a:pt x="570515" y="192427"/>
                </a:lnTo>
                <a:cubicBezTo>
                  <a:pt x="570515" y="189249"/>
                  <a:pt x="567686" y="186424"/>
                  <a:pt x="564504" y="186424"/>
                </a:cubicBezTo>
                <a:lnTo>
                  <a:pt x="445522" y="186424"/>
                </a:lnTo>
                <a:lnTo>
                  <a:pt x="157877" y="186424"/>
                </a:lnTo>
                <a:close/>
                <a:moveTo>
                  <a:pt x="152573" y="35307"/>
                </a:moveTo>
                <a:lnTo>
                  <a:pt x="170606" y="151117"/>
                </a:lnTo>
                <a:lnTo>
                  <a:pt x="427312" y="151117"/>
                </a:lnTo>
                <a:lnTo>
                  <a:pt x="409279" y="35307"/>
                </a:lnTo>
                <a:close/>
                <a:moveTo>
                  <a:pt x="134364" y="0"/>
                </a:moveTo>
                <a:lnTo>
                  <a:pt x="422008" y="0"/>
                </a:lnTo>
                <a:cubicBezTo>
                  <a:pt x="431908" y="0"/>
                  <a:pt x="440571" y="7414"/>
                  <a:pt x="442162" y="17124"/>
                </a:cubicBezTo>
                <a:lnTo>
                  <a:pt x="463024" y="151117"/>
                </a:lnTo>
                <a:lnTo>
                  <a:pt x="564504" y="151117"/>
                </a:lnTo>
                <a:cubicBezTo>
                  <a:pt x="587311" y="151117"/>
                  <a:pt x="605874" y="169653"/>
                  <a:pt x="605874" y="192427"/>
                </a:cubicBezTo>
                <a:lnTo>
                  <a:pt x="605874" y="380617"/>
                </a:lnTo>
                <a:cubicBezTo>
                  <a:pt x="605874" y="403213"/>
                  <a:pt x="587311" y="421750"/>
                  <a:pt x="564504" y="421750"/>
                </a:cubicBezTo>
                <a:lnTo>
                  <a:pt x="525963" y="421750"/>
                </a:lnTo>
                <a:lnTo>
                  <a:pt x="547178" y="525732"/>
                </a:lnTo>
                <a:cubicBezTo>
                  <a:pt x="548416" y="531557"/>
                  <a:pt x="547002" y="537383"/>
                  <a:pt x="543289" y="541973"/>
                </a:cubicBezTo>
                <a:cubicBezTo>
                  <a:pt x="539576" y="546563"/>
                  <a:pt x="533919" y="549211"/>
                  <a:pt x="528084" y="549211"/>
                </a:cubicBezTo>
                <a:lnTo>
                  <a:pt x="227888" y="549211"/>
                </a:lnTo>
                <a:cubicBezTo>
                  <a:pt x="217811" y="549211"/>
                  <a:pt x="209148" y="541620"/>
                  <a:pt x="207733" y="531734"/>
                </a:cubicBezTo>
                <a:lnTo>
                  <a:pt x="191645" y="421750"/>
                </a:lnTo>
                <a:lnTo>
                  <a:pt x="41193" y="421750"/>
                </a:lnTo>
                <a:cubicBezTo>
                  <a:pt x="18563" y="421750"/>
                  <a:pt x="0" y="403213"/>
                  <a:pt x="0" y="380617"/>
                </a:cubicBezTo>
                <a:lnTo>
                  <a:pt x="0" y="192427"/>
                </a:lnTo>
                <a:cubicBezTo>
                  <a:pt x="0" y="169653"/>
                  <a:pt x="18563" y="151117"/>
                  <a:pt x="41193" y="151117"/>
                </a:cubicBezTo>
                <a:lnTo>
                  <a:pt x="134894" y="151117"/>
                </a:lnTo>
                <a:lnTo>
                  <a:pt x="114916" y="22597"/>
                </a:lnTo>
                <a:cubicBezTo>
                  <a:pt x="114032" y="16947"/>
                  <a:pt x="115623" y="11122"/>
                  <a:pt x="119336" y="6708"/>
                </a:cubicBezTo>
                <a:cubicBezTo>
                  <a:pt x="123049" y="2471"/>
                  <a:pt x="128529" y="0"/>
                  <a:pt x="134364" y="0"/>
                </a:cubicBez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forklift_151312"/>
          <p:cNvSpPr>
            <a:spLocks noChangeAspect="1"/>
          </p:cNvSpPr>
          <p:nvPr/>
        </p:nvSpPr>
        <p:spPr bwMode="auto">
          <a:xfrm>
            <a:off x="3359696" y="5697252"/>
            <a:ext cx="609685" cy="516629"/>
          </a:xfrm>
          <a:custGeom>
            <a:avLst/>
            <a:gdLst>
              <a:gd name="connsiteX0" fmla="*/ 345118 w 606580"/>
              <a:gd name="connsiteY0" fmla="*/ 366704 h 513998"/>
              <a:gd name="connsiteX1" fmla="*/ 284302 w 606580"/>
              <a:gd name="connsiteY1" fmla="*/ 427513 h 513998"/>
              <a:gd name="connsiteX2" fmla="*/ 345118 w 606580"/>
              <a:gd name="connsiteY2" fmla="*/ 488229 h 513998"/>
              <a:gd name="connsiteX3" fmla="*/ 405934 w 606580"/>
              <a:gd name="connsiteY3" fmla="*/ 427513 h 513998"/>
              <a:gd name="connsiteX4" fmla="*/ 345118 w 606580"/>
              <a:gd name="connsiteY4" fmla="*/ 366704 h 513998"/>
              <a:gd name="connsiteX5" fmla="*/ 86628 w 606580"/>
              <a:gd name="connsiteY5" fmla="*/ 366704 h 513998"/>
              <a:gd name="connsiteX6" fmla="*/ 25812 w 606580"/>
              <a:gd name="connsiteY6" fmla="*/ 427513 h 513998"/>
              <a:gd name="connsiteX7" fmla="*/ 86628 w 606580"/>
              <a:gd name="connsiteY7" fmla="*/ 488229 h 513998"/>
              <a:gd name="connsiteX8" fmla="*/ 147536 w 606580"/>
              <a:gd name="connsiteY8" fmla="*/ 427513 h 513998"/>
              <a:gd name="connsiteX9" fmla="*/ 86628 w 606580"/>
              <a:gd name="connsiteY9" fmla="*/ 366704 h 513998"/>
              <a:gd name="connsiteX10" fmla="*/ 466918 w 606580"/>
              <a:gd name="connsiteY10" fmla="*/ 248816 h 513998"/>
              <a:gd name="connsiteX11" fmla="*/ 466918 w 606580"/>
              <a:gd name="connsiteY11" fmla="*/ 323963 h 513998"/>
              <a:gd name="connsiteX12" fmla="*/ 576673 w 606580"/>
              <a:gd name="connsiteY12" fmla="*/ 323963 h 513998"/>
              <a:gd name="connsiteX13" fmla="*/ 576673 w 606580"/>
              <a:gd name="connsiteY13" fmla="*/ 248816 h 513998"/>
              <a:gd name="connsiteX14" fmla="*/ 462554 w 606580"/>
              <a:gd name="connsiteY14" fmla="*/ 223057 h 513998"/>
              <a:gd name="connsiteX15" fmla="*/ 581130 w 606580"/>
              <a:gd name="connsiteY15" fmla="*/ 223057 h 513998"/>
              <a:gd name="connsiteX16" fmla="*/ 602487 w 606580"/>
              <a:gd name="connsiteY16" fmla="*/ 244461 h 513998"/>
              <a:gd name="connsiteX17" fmla="*/ 602487 w 606580"/>
              <a:gd name="connsiteY17" fmla="*/ 328410 h 513998"/>
              <a:gd name="connsiteX18" fmla="*/ 581130 w 606580"/>
              <a:gd name="connsiteY18" fmla="*/ 349722 h 513998"/>
              <a:gd name="connsiteX19" fmla="*/ 462554 w 606580"/>
              <a:gd name="connsiteY19" fmla="*/ 349722 h 513998"/>
              <a:gd name="connsiteX20" fmla="*/ 441104 w 606580"/>
              <a:gd name="connsiteY20" fmla="*/ 328410 h 513998"/>
              <a:gd name="connsiteX21" fmla="*/ 441104 w 606580"/>
              <a:gd name="connsiteY21" fmla="*/ 244461 h 513998"/>
              <a:gd name="connsiteX22" fmla="*/ 462554 w 606580"/>
              <a:gd name="connsiteY22" fmla="*/ 223057 h 513998"/>
              <a:gd name="connsiteX23" fmla="*/ 466918 w 606580"/>
              <a:gd name="connsiteY23" fmla="*/ 106213 h 513998"/>
              <a:gd name="connsiteX24" fmla="*/ 466918 w 606580"/>
              <a:gd name="connsiteY24" fmla="*/ 181481 h 513998"/>
              <a:gd name="connsiteX25" fmla="*/ 576673 w 606580"/>
              <a:gd name="connsiteY25" fmla="*/ 181481 h 513998"/>
              <a:gd name="connsiteX26" fmla="*/ 576673 w 606580"/>
              <a:gd name="connsiteY26" fmla="*/ 106213 h 513998"/>
              <a:gd name="connsiteX27" fmla="*/ 462554 w 606580"/>
              <a:gd name="connsiteY27" fmla="*/ 80444 h 513998"/>
              <a:gd name="connsiteX28" fmla="*/ 581130 w 606580"/>
              <a:gd name="connsiteY28" fmla="*/ 80444 h 513998"/>
              <a:gd name="connsiteX29" fmla="*/ 602487 w 606580"/>
              <a:gd name="connsiteY29" fmla="*/ 101856 h 513998"/>
              <a:gd name="connsiteX30" fmla="*/ 602487 w 606580"/>
              <a:gd name="connsiteY30" fmla="*/ 185838 h 513998"/>
              <a:gd name="connsiteX31" fmla="*/ 581130 w 606580"/>
              <a:gd name="connsiteY31" fmla="*/ 207250 h 513998"/>
              <a:gd name="connsiteX32" fmla="*/ 462554 w 606580"/>
              <a:gd name="connsiteY32" fmla="*/ 207250 h 513998"/>
              <a:gd name="connsiteX33" fmla="*/ 441104 w 606580"/>
              <a:gd name="connsiteY33" fmla="*/ 185838 h 513998"/>
              <a:gd name="connsiteX34" fmla="*/ 441104 w 606580"/>
              <a:gd name="connsiteY34" fmla="*/ 101856 h 513998"/>
              <a:gd name="connsiteX35" fmla="*/ 462554 w 606580"/>
              <a:gd name="connsiteY35" fmla="*/ 80444 h 513998"/>
              <a:gd name="connsiteX36" fmla="*/ 147256 w 606580"/>
              <a:gd name="connsiteY36" fmla="*/ 77568 h 513998"/>
              <a:gd name="connsiteX37" fmla="*/ 147256 w 606580"/>
              <a:gd name="connsiteY37" fmla="*/ 195308 h 513998"/>
              <a:gd name="connsiteX38" fmla="*/ 241781 w 606580"/>
              <a:gd name="connsiteY38" fmla="*/ 195308 h 513998"/>
              <a:gd name="connsiteX39" fmla="*/ 175205 w 606580"/>
              <a:gd name="connsiteY39" fmla="*/ 77568 h 513998"/>
              <a:gd name="connsiteX40" fmla="*/ 121443 w 606580"/>
              <a:gd name="connsiteY40" fmla="*/ 51795 h 513998"/>
              <a:gd name="connsiteX41" fmla="*/ 190247 w 606580"/>
              <a:gd name="connsiteY41" fmla="*/ 51795 h 513998"/>
              <a:gd name="connsiteX42" fmla="*/ 286072 w 606580"/>
              <a:gd name="connsiteY42" fmla="*/ 221081 h 513998"/>
              <a:gd name="connsiteX43" fmla="*/ 121443 w 606580"/>
              <a:gd name="connsiteY43" fmla="*/ 221081 h 513998"/>
              <a:gd name="connsiteX44" fmla="*/ 104083 w 606580"/>
              <a:gd name="connsiteY44" fmla="*/ 25769 h 513998"/>
              <a:gd name="connsiteX45" fmla="*/ 104083 w 606580"/>
              <a:gd name="connsiteY45" fmla="*/ 275770 h 513998"/>
              <a:gd name="connsiteX46" fmla="*/ 67501 w 606580"/>
              <a:gd name="connsiteY46" fmla="*/ 275770 h 513998"/>
              <a:gd name="connsiteX47" fmla="*/ 38161 w 606580"/>
              <a:gd name="connsiteY47" fmla="*/ 305062 h 513998"/>
              <a:gd name="connsiteX48" fmla="*/ 38161 w 606580"/>
              <a:gd name="connsiteY48" fmla="*/ 355859 h 513998"/>
              <a:gd name="connsiteX49" fmla="*/ 86628 w 606580"/>
              <a:gd name="connsiteY49" fmla="*/ 340935 h 513998"/>
              <a:gd name="connsiteX50" fmla="*/ 169449 w 606580"/>
              <a:gd name="connsiteY50" fmla="*/ 401743 h 513998"/>
              <a:gd name="connsiteX51" fmla="*/ 262390 w 606580"/>
              <a:gd name="connsiteY51" fmla="*/ 401743 h 513998"/>
              <a:gd name="connsiteX52" fmla="*/ 345118 w 606580"/>
              <a:gd name="connsiteY52" fmla="*/ 340935 h 513998"/>
              <a:gd name="connsiteX53" fmla="*/ 393585 w 606580"/>
              <a:gd name="connsiteY53" fmla="*/ 355859 h 513998"/>
              <a:gd name="connsiteX54" fmla="*/ 198603 w 606580"/>
              <a:gd name="connsiteY54" fmla="*/ 25769 h 513998"/>
              <a:gd name="connsiteX55" fmla="*/ 78271 w 606580"/>
              <a:gd name="connsiteY55" fmla="*/ 0 h 513998"/>
              <a:gd name="connsiteX56" fmla="*/ 213273 w 606580"/>
              <a:gd name="connsiteY56" fmla="*/ 0 h 513998"/>
              <a:gd name="connsiteX57" fmla="*/ 393585 w 606580"/>
              <a:gd name="connsiteY57" fmla="*/ 305340 h 513998"/>
              <a:gd name="connsiteX58" fmla="*/ 393585 w 606580"/>
              <a:gd name="connsiteY58" fmla="*/ 62570 h 513998"/>
              <a:gd name="connsiteX59" fmla="*/ 419490 w 606580"/>
              <a:gd name="connsiteY59" fmla="*/ 62570 h 513998"/>
              <a:gd name="connsiteX60" fmla="*/ 419490 w 606580"/>
              <a:gd name="connsiteY60" fmla="*/ 365870 h 513998"/>
              <a:gd name="connsiteX61" fmla="*/ 422647 w 606580"/>
              <a:gd name="connsiteY61" fmla="*/ 369115 h 513998"/>
              <a:gd name="connsiteX62" fmla="*/ 606580 w 606580"/>
              <a:gd name="connsiteY62" fmla="*/ 369115 h 513998"/>
              <a:gd name="connsiteX63" fmla="*/ 606580 w 606580"/>
              <a:gd name="connsiteY63" fmla="*/ 394884 h 513998"/>
              <a:gd name="connsiteX64" fmla="*/ 425339 w 606580"/>
              <a:gd name="connsiteY64" fmla="*/ 394884 h 513998"/>
              <a:gd name="connsiteX65" fmla="*/ 431746 w 606580"/>
              <a:gd name="connsiteY65" fmla="*/ 427513 h 513998"/>
              <a:gd name="connsiteX66" fmla="*/ 345118 w 606580"/>
              <a:gd name="connsiteY66" fmla="*/ 513998 h 513998"/>
              <a:gd name="connsiteX67" fmla="*/ 258490 w 606580"/>
              <a:gd name="connsiteY67" fmla="*/ 427513 h 513998"/>
              <a:gd name="connsiteX68" fmla="*/ 173348 w 606580"/>
              <a:gd name="connsiteY68" fmla="*/ 427513 h 513998"/>
              <a:gd name="connsiteX69" fmla="*/ 86628 w 606580"/>
              <a:gd name="connsiteY69" fmla="*/ 513998 h 513998"/>
              <a:gd name="connsiteX70" fmla="*/ 0 w 606580"/>
              <a:gd name="connsiteY70" fmla="*/ 427513 h 513998"/>
              <a:gd name="connsiteX71" fmla="*/ 12349 w 606580"/>
              <a:gd name="connsiteY71" fmla="*/ 383019 h 513998"/>
              <a:gd name="connsiteX72" fmla="*/ 12349 w 606580"/>
              <a:gd name="connsiteY72" fmla="*/ 305062 h 513998"/>
              <a:gd name="connsiteX73" fmla="*/ 67501 w 606580"/>
              <a:gd name="connsiteY73" fmla="*/ 250000 h 513998"/>
              <a:gd name="connsiteX74" fmla="*/ 78271 w 606580"/>
              <a:gd name="connsiteY74" fmla="*/ 250000 h 51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606580" h="513998">
                <a:moveTo>
                  <a:pt x="345118" y="366704"/>
                </a:moveTo>
                <a:cubicBezTo>
                  <a:pt x="311600" y="366704"/>
                  <a:pt x="284302" y="393957"/>
                  <a:pt x="284302" y="427513"/>
                </a:cubicBezTo>
                <a:cubicBezTo>
                  <a:pt x="284302" y="460976"/>
                  <a:pt x="311600" y="488229"/>
                  <a:pt x="345118" y="488229"/>
                </a:cubicBezTo>
                <a:cubicBezTo>
                  <a:pt x="378637" y="488229"/>
                  <a:pt x="405934" y="460976"/>
                  <a:pt x="405934" y="427513"/>
                </a:cubicBezTo>
                <a:cubicBezTo>
                  <a:pt x="405934" y="393957"/>
                  <a:pt x="378637" y="366704"/>
                  <a:pt x="345118" y="366704"/>
                </a:cubicBezTo>
                <a:close/>
                <a:moveTo>
                  <a:pt x="86628" y="366704"/>
                </a:moveTo>
                <a:cubicBezTo>
                  <a:pt x="53109" y="366704"/>
                  <a:pt x="25812" y="393957"/>
                  <a:pt x="25812" y="427513"/>
                </a:cubicBezTo>
                <a:cubicBezTo>
                  <a:pt x="25812" y="460976"/>
                  <a:pt x="53109" y="488229"/>
                  <a:pt x="86628" y="488229"/>
                </a:cubicBezTo>
                <a:cubicBezTo>
                  <a:pt x="120239" y="488229"/>
                  <a:pt x="147536" y="460976"/>
                  <a:pt x="147536" y="427513"/>
                </a:cubicBezTo>
                <a:cubicBezTo>
                  <a:pt x="147536" y="393957"/>
                  <a:pt x="120239" y="366704"/>
                  <a:pt x="86628" y="366704"/>
                </a:cubicBezTo>
                <a:close/>
                <a:moveTo>
                  <a:pt x="466918" y="248816"/>
                </a:moveTo>
                <a:lnTo>
                  <a:pt x="466918" y="323963"/>
                </a:lnTo>
                <a:lnTo>
                  <a:pt x="576673" y="323963"/>
                </a:lnTo>
                <a:lnTo>
                  <a:pt x="576673" y="248816"/>
                </a:lnTo>
                <a:close/>
                <a:moveTo>
                  <a:pt x="462554" y="223057"/>
                </a:moveTo>
                <a:lnTo>
                  <a:pt x="581130" y="223057"/>
                </a:lnTo>
                <a:cubicBezTo>
                  <a:pt x="592923" y="223057"/>
                  <a:pt x="602487" y="232694"/>
                  <a:pt x="602487" y="244461"/>
                </a:cubicBezTo>
                <a:lnTo>
                  <a:pt x="602487" y="328410"/>
                </a:lnTo>
                <a:cubicBezTo>
                  <a:pt x="602487" y="340178"/>
                  <a:pt x="592923" y="349722"/>
                  <a:pt x="581130" y="349722"/>
                </a:cubicBezTo>
                <a:lnTo>
                  <a:pt x="462554" y="349722"/>
                </a:lnTo>
                <a:cubicBezTo>
                  <a:pt x="450668" y="349722"/>
                  <a:pt x="441104" y="340178"/>
                  <a:pt x="441104" y="328410"/>
                </a:cubicBezTo>
                <a:lnTo>
                  <a:pt x="441104" y="244461"/>
                </a:lnTo>
                <a:cubicBezTo>
                  <a:pt x="441104" y="232694"/>
                  <a:pt x="450668" y="223057"/>
                  <a:pt x="462554" y="223057"/>
                </a:cubicBezTo>
                <a:close/>
                <a:moveTo>
                  <a:pt x="466918" y="106213"/>
                </a:moveTo>
                <a:lnTo>
                  <a:pt x="466918" y="181481"/>
                </a:lnTo>
                <a:lnTo>
                  <a:pt x="576673" y="181481"/>
                </a:lnTo>
                <a:lnTo>
                  <a:pt x="576673" y="106213"/>
                </a:lnTo>
                <a:close/>
                <a:moveTo>
                  <a:pt x="462554" y="80444"/>
                </a:moveTo>
                <a:lnTo>
                  <a:pt x="581130" y="80444"/>
                </a:lnTo>
                <a:cubicBezTo>
                  <a:pt x="592923" y="80444"/>
                  <a:pt x="602487" y="90084"/>
                  <a:pt x="602487" y="101856"/>
                </a:cubicBezTo>
                <a:lnTo>
                  <a:pt x="602487" y="185838"/>
                </a:lnTo>
                <a:cubicBezTo>
                  <a:pt x="602487" y="197610"/>
                  <a:pt x="592923" y="207250"/>
                  <a:pt x="581130" y="207250"/>
                </a:cubicBezTo>
                <a:lnTo>
                  <a:pt x="462554" y="207250"/>
                </a:lnTo>
                <a:cubicBezTo>
                  <a:pt x="450668" y="207250"/>
                  <a:pt x="441104" y="197610"/>
                  <a:pt x="441104" y="185838"/>
                </a:cubicBezTo>
                <a:lnTo>
                  <a:pt x="441104" y="101856"/>
                </a:lnTo>
                <a:cubicBezTo>
                  <a:pt x="441104" y="90084"/>
                  <a:pt x="450668" y="80444"/>
                  <a:pt x="462554" y="80444"/>
                </a:cubicBezTo>
                <a:close/>
                <a:moveTo>
                  <a:pt x="147256" y="77568"/>
                </a:moveTo>
                <a:lnTo>
                  <a:pt x="147256" y="195308"/>
                </a:lnTo>
                <a:lnTo>
                  <a:pt x="241781" y="195308"/>
                </a:lnTo>
                <a:lnTo>
                  <a:pt x="175205" y="77568"/>
                </a:lnTo>
                <a:close/>
                <a:moveTo>
                  <a:pt x="121443" y="51795"/>
                </a:moveTo>
                <a:lnTo>
                  <a:pt x="190247" y="51795"/>
                </a:lnTo>
                <a:lnTo>
                  <a:pt x="286072" y="221081"/>
                </a:lnTo>
                <a:lnTo>
                  <a:pt x="121443" y="221081"/>
                </a:lnTo>
                <a:close/>
                <a:moveTo>
                  <a:pt x="104083" y="25769"/>
                </a:moveTo>
                <a:lnTo>
                  <a:pt x="104083" y="275770"/>
                </a:lnTo>
                <a:lnTo>
                  <a:pt x="67501" y="275770"/>
                </a:lnTo>
                <a:cubicBezTo>
                  <a:pt x="51345" y="275770"/>
                  <a:pt x="38161" y="288840"/>
                  <a:pt x="38161" y="305062"/>
                </a:cubicBezTo>
                <a:lnTo>
                  <a:pt x="38161" y="355859"/>
                </a:lnTo>
                <a:cubicBezTo>
                  <a:pt x="51995" y="346404"/>
                  <a:pt x="68708" y="340935"/>
                  <a:pt x="86628" y="340935"/>
                </a:cubicBezTo>
                <a:cubicBezTo>
                  <a:pt x="125438" y="340935"/>
                  <a:pt x="158400" y="366519"/>
                  <a:pt x="169449" y="401743"/>
                </a:cubicBezTo>
                <a:lnTo>
                  <a:pt x="262390" y="401743"/>
                </a:lnTo>
                <a:cubicBezTo>
                  <a:pt x="273346" y="366519"/>
                  <a:pt x="306307" y="340935"/>
                  <a:pt x="345118" y="340935"/>
                </a:cubicBezTo>
                <a:cubicBezTo>
                  <a:pt x="363038" y="340935"/>
                  <a:pt x="379751" y="346497"/>
                  <a:pt x="393585" y="355859"/>
                </a:cubicBezTo>
                <a:lnTo>
                  <a:pt x="198603" y="25769"/>
                </a:lnTo>
                <a:close/>
                <a:moveTo>
                  <a:pt x="78271" y="0"/>
                </a:moveTo>
                <a:lnTo>
                  <a:pt x="213273" y="0"/>
                </a:lnTo>
                <a:lnTo>
                  <a:pt x="393585" y="305340"/>
                </a:lnTo>
                <a:lnTo>
                  <a:pt x="393585" y="62570"/>
                </a:lnTo>
                <a:lnTo>
                  <a:pt x="419490" y="62570"/>
                </a:lnTo>
                <a:lnTo>
                  <a:pt x="419490" y="365870"/>
                </a:lnTo>
                <a:cubicBezTo>
                  <a:pt x="419490" y="367631"/>
                  <a:pt x="420883" y="369115"/>
                  <a:pt x="422647" y="369115"/>
                </a:cubicBezTo>
                <a:lnTo>
                  <a:pt x="606580" y="369115"/>
                </a:lnTo>
                <a:lnTo>
                  <a:pt x="606580" y="394884"/>
                </a:lnTo>
                <a:lnTo>
                  <a:pt x="425339" y="394884"/>
                </a:lnTo>
                <a:cubicBezTo>
                  <a:pt x="429518" y="404895"/>
                  <a:pt x="431746" y="415926"/>
                  <a:pt x="431746" y="427513"/>
                </a:cubicBezTo>
                <a:cubicBezTo>
                  <a:pt x="431746" y="475158"/>
                  <a:pt x="392935" y="513998"/>
                  <a:pt x="345118" y="513998"/>
                </a:cubicBezTo>
                <a:cubicBezTo>
                  <a:pt x="297301" y="513998"/>
                  <a:pt x="258490" y="475158"/>
                  <a:pt x="258490" y="427513"/>
                </a:cubicBezTo>
                <a:lnTo>
                  <a:pt x="173348" y="427513"/>
                </a:lnTo>
                <a:cubicBezTo>
                  <a:pt x="173348" y="475158"/>
                  <a:pt x="134445" y="513998"/>
                  <a:pt x="86628" y="513998"/>
                </a:cubicBezTo>
                <a:cubicBezTo>
                  <a:pt x="38903" y="513998"/>
                  <a:pt x="0" y="475158"/>
                  <a:pt x="0" y="427513"/>
                </a:cubicBezTo>
                <a:cubicBezTo>
                  <a:pt x="0" y="411291"/>
                  <a:pt x="4549" y="396089"/>
                  <a:pt x="12349" y="383019"/>
                </a:cubicBezTo>
                <a:lnTo>
                  <a:pt x="12349" y="305062"/>
                </a:lnTo>
                <a:cubicBezTo>
                  <a:pt x="12349" y="274658"/>
                  <a:pt x="37046" y="250000"/>
                  <a:pt x="67501" y="250000"/>
                </a:cubicBezTo>
                <a:lnTo>
                  <a:pt x="78271" y="250000"/>
                </a:ln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528048" y="2168860"/>
            <a:ext cx="1742541" cy="609685"/>
            <a:chOff x="4223792" y="1448780"/>
            <a:chExt cx="1742541" cy="609685"/>
          </a:xfrm>
        </p:grpSpPr>
        <p:sp>
          <p:nvSpPr>
            <p:cNvPr id="14" name="binary-code-loading-symbol_39047"/>
            <p:cNvSpPr>
              <a:spLocks noChangeAspect="1"/>
            </p:cNvSpPr>
            <p:nvPr/>
          </p:nvSpPr>
          <p:spPr bwMode="auto">
            <a:xfrm>
              <a:off x="4223792" y="1448780"/>
              <a:ext cx="580847" cy="609685"/>
            </a:xfrm>
            <a:custGeom>
              <a:avLst/>
              <a:gdLst>
                <a:gd name="connsiteX0" fmla="*/ 277783 w 566671"/>
                <a:gd name="connsiteY0" fmla="*/ 517955 h 594805"/>
                <a:gd name="connsiteX1" fmla="*/ 316282 w 566671"/>
                <a:gd name="connsiteY1" fmla="*/ 556380 h 594805"/>
                <a:gd name="connsiteX2" fmla="*/ 277783 w 566671"/>
                <a:gd name="connsiteY2" fmla="*/ 594805 h 594805"/>
                <a:gd name="connsiteX3" fmla="*/ 239284 w 566671"/>
                <a:gd name="connsiteY3" fmla="*/ 556380 h 594805"/>
                <a:gd name="connsiteX4" fmla="*/ 277783 w 566671"/>
                <a:gd name="connsiteY4" fmla="*/ 517955 h 594805"/>
                <a:gd name="connsiteX5" fmla="*/ 442401 w 566671"/>
                <a:gd name="connsiteY5" fmla="*/ 475088 h 594805"/>
                <a:gd name="connsiteX6" fmla="*/ 475384 w 566671"/>
                <a:gd name="connsiteY6" fmla="*/ 508034 h 594805"/>
                <a:gd name="connsiteX7" fmla="*/ 442401 w 566671"/>
                <a:gd name="connsiteY7" fmla="*/ 540980 h 594805"/>
                <a:gd name="connsiteX8" fmla="*/ 409418 w 566671"/>
                <a:gd name="connsiteY8" fmla="*/ 508034 h 594805"/>
                <a:gd name="connsiteX9" fmla="*/ 442401 w 566671"/>
                <a:gd name="connsiteY9" fmla="*/ 475088 h 594805"/>
                <a:gd name="connsiteX10" fmla="*/ 120827 w 566671"/>
                <a:gd name="connsiteY10" fmla="*/ 447473 h 594805"/>
                <a:gd name="connsiteX11" fmla="*/ 161399 w 566671"/>
                <a:gd name="connsiteY11" fmla="*/ 488008 h 594805"/>
                <a:gd name="connsiteX12" fmla="*/ 120827 w 566671"/>
                <a:gd name="connsiteY12" fmla="*/ 528543 h 594805"/>
                <a:gd name="connsiteX13" fmla="*/ 80255 w 566671"/>
                <a:gd name="connsiteY13" fmla="*/ 488008 h 594805"/>
                <a:gd name="connsiteX14" fmla="*/ 120827 w 566671"/>
                <a:gd name="connsiteY14" fmla="*/ 447473 h 594805"/>
                <a:gd name="connsiteX15" fmla="*/ 404831 w 566671"/>
                <a:gd name="connsiteY15" fmla="*/ 388578 h 594805"/>
                <a:gd name="connsiteX16" fmla="*/ 399760 w 566671"/>
                <a:gd name="connsiteY16" fmla="*/ 393180 h 594805"/>
                <a:gd name="connsiteX17" fmla="*/ 399760 w 566671"/>
                <a:gd name="connsiteY17" fmla="*/ 437353 h 594805"/>
                <a:gd name="connsiteX18" fmla="*/ 404831 w 566671"/>
                <a:gd name="connsiteY18" fmla="*/ 441955 h 594805"/>
                <a:gd name="connsiteX19" fmla="*/ 426962 w 566671"/>
                <a:gd name="connsiteY19" fmla="*/ 441955 h 594805"/>
                <a:gd name="connsiteX20" fmla="*/ 431572 w 566671"/>
                <a:gd name="connsiteY20" fmla="*/ 437353 h 594805"/>
                <a:gd name="connsiteX21" fmla="*/ 431572 w 566671"/>
                <a:gd name="connsiteY21" fmla="*/ 393180 h 594805"/>
                <a:gd name="connsiteX22" fmla="*/ 426962 w 566671"/>
                <a:gd name="connsiteY22" fmla="*/ 388578 h 594805"/>
                <a:gd name="connsiteX23" fmla="*/ 325538 w 566671"/>
                <a:gd name="connsiteY23" fmla="*/ 388578 h 594805"/>
                <a:gd name="connsiteX24" fmla="*/ 320467 w 566671"/>
                <a:gd name="connsiteY24" fmla="*/ 393180 h 594805"/>
                <a:gd name="connsiteX25" fmla="*/ 320467 w 566671"/>
                <a:gd name="connsiteY25" fmla="*/ 437353 h 594805"/>
                <a:gd name="connsiteX26" fmla="*/ 325538 w 566671"/>
                <a:gd name="connsiteY26" fmla="*/ 441955 h 594805"/>
                <a:gd name="connsiteX27" fmla="*/ 347669 w 566671"/>
                <a:gd name="connsiteY27" fmla="*/ 441955 h 594805"/>
                <a:gd name="connsiteX28" fmla="*/ 352279 w 566671"/>
                <a:gd name="connsiteY28" fmla="*/ 437353 h 594805"/>
                <a:gd name="connsiteX29" fmla="*/ 352279 w 566671"/>
                <a:gd name="connsiteY29" fmla="*/ 393180 h 594805"/>
                <a:gd name="connsiteX30" fmla="*/ 347669 w 566671"/>
                <a:gd name="connsiteY30" fmla="*/ 388578 h 594805"/>
                <a:gd name="connsiteX31" fmla="*/ 175246 w 566671"/>
                <a:gd name="connsiteY31" fmla="*/ 386268 h 594805"/>
                <a:gd name="connsiteX32" fmla="*/ 170636 w 566671"/>
                <a:gd name="connsiteY32" fmla="*/ 391330 h 594805"/>
                <a:gd name="connsiteX33" fmla="*/ 170636 w 566671"/>
                <a:gd name="connsiteY33" fmla="*/ 435503 h 594805"/>
                <a:gd name="connsiteX34" fmla="*/ 175246 w 566671"/>
                <a:gd name="connsiteY34" fmla="*/ 440105 h 594805"/>
                <a:gd name="connsiteX35" fmla="*/ 197377 w 566671"/>
                <a:gd name="connsiteY35" fmla="*/ 440105 h 594805"/>
                <a:gd name="connsiteX36" fmla="*/ 201987 w 566671"/>
                <a:gd name="connsiteY36" fmla="*/ 435503 h 594805"/>
                <a:gd name="connsiteX37" fmla="*/ 201987 w 566671"/>
                <a:gd name="connsiteY37" fmla="*/ 391330 h 594805"/>
                <a:gd name="connsiteX38" fmla="*/ 197377 w 566671"/>
                <a:gd name="connsiteY38" fmla="*/ 386268 h 594805"/>
                <a:gd name="connsiteX39" fmla="*/ 404831 w 566671"/>
                <a:gd name="connsiteY39" fmla="*/ 378915 h 594805"/>
                <a:gd name="connsiteX40" fmla="*/ 426962 w 566671"/>
                <a:gd name="connsiteY40" fmla="*/ 378915 h 594805"/>
                <a:gd name="connsiteX41" fmla="*/ 441254 w 566671"/>
                <a:gd name="connsiteY41" fmla="*/ 393180 h 594805"/>
                <a:gd name="connsiteX42" fmla="*/ 441254 w 566671"/>
                <a:gd name="connsiteY42" fmla="*/ 437353 h 594805"/>
                <a:gd name="connsiteX43" fmla="*/ 426962 w 566671"/>
                <a:gd name="connsiteY43" fmla="*/ 451618 h 594805"/>
                <a:gd name="connsiteX44" fmla="*/ 404831 w 566671"/>
                <a:gd name="connsiteY44" fmla="*/ 451618 h 594805"/>
                <a:gd name="connsiteX45" fmla="*/ 390539 w 566671"/>
                <a:gd name="connsiteY45" fmla="*/ 437353 h 594805"/>
                <a:gd name="connsiteX46" fmla="*/ 390539 w 566671"/>
                <a:gd name="connsiteY46" fmla="*/ 393180 h 594805"/>
                <a:gd name="connsiteX47" fmla="*/ 404831 w 566671"/>
                <a:gd name="connsiteY47" fmla="*/ 378915 h 594805"/>
                <a:gd name="connsiteX48" fmla="*/ 325538 w 566671"/>
                <a:gd name="connsiteY48" fmla="*/ 378915 h 594805"/>
                <a:gd name="connsiteX49" fmla="*/ 347669 w 566671"/>
                <a:gd name="connsiteY49" fmla="*/ 378915 h 594805"/>
                <a:gd name="connsiteX50" fmla="*/ 361961 w 566671"/>
                <a:gd name="connsiteY50" fmla="*/ 393180 h 594805"/>
                <a:gd name="connsiteX51" fmla="*/ 361961 w 566671"/>
                <a:gd name="connsiteY51" fmla="*/ 437353 h 594805"/>
                <a:gd name="connsiteX52" fmla="*/ 347669 w 566671"/>
                <a:gd name="connsiteY52" fmla="*/ 451618 h 594805"/>
                <a:gd name="connsiteX53" fmla="*/ 325538 w 566671"/>
                <a:gd name="connsiteY53" fmla="*/ 451618 h 594805"/>
                <a:gd name="connsiteX54" fmla="*/ 311246 w 566671"/>
                <a:gd name="connsiteY54" fmla="*/ 437353 h 594805"/>
                <a:gd name="connsiteX55" fmla="*/ 311246 w 566671"/>
                <a:gd name="connsiteY55" fmla="*/ 393180 h 594805"/>
                <a:gd name="connsiteX56" fmla="*/ 325538 w 566671"/>
                <a:gd name="connsiteY56" fmla="*/ 378915 h 594805"/>
                <a:gd name="connsiteX57" fmla="*/ 175246 w 566671"/>
                <a:gd name="connsiteY57" fmla="*/ 377065 h 594805"/>
                <a:gd name="connsiteX58" fmla="*/ 197377 w 566671"/>
                <a:gd name="connsiteY58" fmla="*/ 377065 h 594805"/>
                <a:gd name="connsiteX59" fmla="*/ 211669 w 566671"/>
                <a:gd name="connsiteY59" fmla="*/ 391330 h 594805"/>
                <a:gd name="connsiteX60" fmla="*/ 211669 w 566671"/>
                <a:gd name="connsiteY60" fmla="*/ 435503 h 594805"/>
                <a:gd name="connsiteX61" fmla="*/ 197377 w 566671"/>
                <a:gd name="connsiteY61" fmla="*/ 449768 h 594805"/>
                <a:gd name="connsiteX62" fmla="*/ 175246 w 566671"/>
                <a:gd name="connsiteY62" fmla="*/ 449768 h 594805"/>
                <a:gd name="connsiteX63" fmla="*/ 160954 w 566671"/>
                <a:gd name="connsiteY63" fmla="*/ 435503 h 594805"/>
                <a:gd name="connsiteX64" fmla="*/ 160954 w 566671"/>
                <a:gd name="connsiteY64" fmla="*/ 391330 h 594805"/>
                <a:gd name="connsiteX65" fmla="*/ 175246 w 566671"/>
                <a:gd name="connsiteY65" fmla="*/ 377065 h 594805"/>
                <a:gd name="connsiteX66" fmla="*/ 275254 w 566671"/>
                <a:gd name="connsiteY66" fmla="*/ 375246 h 594805"/>
                <a:gd name="connsiteX67" fmla="*/ 277560 w 566671"/>
                <a:gd name="connsiteY67" fmla="*/ 379390 h 594805"/>
                <a:gd name="connsiteX68" fmla="*/ 277560 w 566671"/>
                <a:gd name="connsiteY68" fmla="*/ 447533 h 594805"/>
                <a:gd name="connsiteX69" fmla="*/ 272947 w 566671"/>
                <a:gd name="connsiteY69" fmla="*/ 452137 h 594805"/>
                <a:gd name="connsiteX70" fmla="*/ 268334 w 566671"/>
                <a:gd name="connsiteY70" fmla="*/ 447533 h 594805"/>
                <a:gd name="connsiteX71" fmla="*/ 268334 w 566671"/>
                <a:gd name="connsiteY71" fmla="*/ 388598 h 594805"/>
                <a:gd name="connsiteX72" fmla="*/ 249421 w 566671"/>
                <a:gd name="connsiteY72" fmla="*/ 401490 h 594805"/>
                <a:gd name="connsiteX73" fmla="*/ 242963 w 566671"/>
                <a:gd name="connsiteY73" fmla="*/ 400109 h 594805"/>
                <a:gd name="connsiteX74" fmla="*/ 244347 w 566671"/>
                <a:gd name="connsiteY74" fmla="*/ 393663 h 594805"/>
                <a:gd name="connsiteX75" fmla="*/ 270179 w 566671"/>
                <a:gd name="connsiteY75" fmla="*/ 375706 h 594805"/>
                <a:gd name="connsiteX76" fmla="*/ 275254 w 566671"/>
                <a:gd name="connsiteY76" fmla="*/ 375246 h 594805"/>
                <a:gd name="connsiteX77" fmla="*/ 537167 w 566671"/>
                <a:gd name="connsiteY77" fmla="*/ 336049 h 594805"/>
                <a:gd name="connsiteX78" fmla="*/ 566671 w 566671"/>
                <a:gd name="connsiteY78" fmla="*/ 365293 h 594805"/>
                <a:gd name="connsiteX79" fmla="*/ 537167 w 566671"/>
                <a:gd name="connsiteY79" fmla="*/ 394537 h 594805"/>
                <a:gd name="connsiteX80" fmla="*/ 507663 w 566671"/>
                <a:gd name="connsiteY80" fmla="*/ 365293 h 594805"/>
                <a:gd name="connsiteX81" fmla="*/ 537167 w 566671"/>
                <a:gd name="connsiteY81" fmla="*/ 336049 h 594805"/>
                <a:gd name="connsiteX82" fmla="*/ 256389 w 566671"/>
                <a:gd name="connsiteY82" fmla="*/ 290935 h 594805"/>
                <a:gd name="connsiteX83" fmla="*/ 251779 w 566671"/>
                <a:gd name="connsiteY83" fmla="*/ 295541 h 594805"/>
                <a:gd name="connsiteX84" fmla="*/ 251779 w 566671"/>
                <a:gd name="connsiteY84" fmla="*/ 339760 h 594805"/>
                <a:gd name="connsiteX85" fmla="*/ 256389 w 566671"/>
                <a:gd name="connsiteY85" fmla="*/ 344827 h 594805"/>
                <a:gd name="connsiteX86" fmla="*/ 278520 w 566671"/>
                <a:gd name="connsiteY86" fmla="*/ 344827 h 594805"/>
                <a:gd name="connsiteX87" fmla="*/ 283130 w 566671"/>
                <a:gd name="connsiteY87" fmla="*/ 339760 h 594805"/>
                <a:gd name="connsiteX88" fmla="*/ 283130 w 566671"/>
                <a:gd name="connsiteY88" fmla="*/ 295541 h 594805"/>
                <a:gd name="connsiteX89" fmla="*/ 278520 w 566671"/>
                <a:gd name="connsiteY89" fmla="*/ 290935 h 594805"/>
                <a:gd name="connsiteX90" fmla="*/ 44496 w 566671"/>
                <a:gd name="connsiteY90" fmla="*/ 290072 h 594805"/>
                <a:gd name="connsiteX91" fmla="*/ 88992 w 566671"/>
                <a:gd name="connsiteY91" fmla="*/ 334716 h 594805"/>
                <a:gd name="connsiteX92" fmla="*/ 44496 w 566671"/>
                <a:gd name="connsiteY92" fmla="*/ 379360 h 594805"/>
                <a:gd name="connsiteX93" fmla="*/ 0 w 566671"/>
                <a:gd name="connsiteY93" fmla="*/ 334716 h 594805"/>
                <a:gd name="connsiteX94" fmla="*/ 44496 w 566671"/>
                <a:gd name="connsiteY94" fmla="*/ 290072 h 594805"/>
                <a:gd name="connsiteX95" fmla="*/ 256389 w 566671"/>
                <a:gd name="connsiteY95" fmla="*/ 281262 h 594805"/>
                <a:gd name="connsiteX96" fmla="*/ 278520 w 566671"/>
                <a:gd name="connsiteY96" fmla="*/ 281262 h 594805"/>
                <a:gd name="connsiteX97" fmla="*/ 292812 w 566671"/>
                <a:gd name="connsiteY97" fmla="*/ 295541 h 594805"/>
                <a:gd name="connsiteX98" fmla="*/ 292812 w 566671"/>
                <a:gd name="connsiteY98" fmla="*/ 339760 h 594805"/>
                <a:gd name="connsiteX99" fmla="*/ 278520 w 566671"/>
                <a:gd name="connsiteY99" fmla="*/ 354039 h 594805"/>
                <a:gd name="connsiteX100" fmla="*/ 256389 w 566671"/>
                <a:gd name="connsiteY100" fmla="*/ 354039 h 594805"/>
                <a:gd name="connsiteX101" fmla="*/ 242097 w 566671"/>
                <a:gd name="connsiteY101" fmla="*/ 339760 h 594805"/>
                <a:gd name="connsiteX102" fmla="*/ 242097 w 566671"/>
                <a:gd name="connsiteY102" fmla="*/ 295541 h 594805"/>
                <a:gd name="connsiteX103" fmla="*/ 256389 w 566671"/>
                <a:gd name="connsiteY103" fmla="*/ 281262 h 594805"/>
                <a:gd name="connsiteX104" fmla="*/ 425548 w 566671"/>
                <a:gd name="connsiteY104" fmla="*/ 279444 h 594805"/>
                <a:gd name="connsiteX105" fmla="*/ 427853 w 566671"/>
                <a:gd name="connsiteY105" fmla="*/ 283588 h 594805"/>
                <a:gd name="connsiteX106" fmla="*/ 427853 w 566671"/>
                <a:gd name="connsiteY106" fmla="*/ 351731 h 594805"/>
                <a:gd name="connsiteX107" fmla="*/ 423242 w 566671"/>
                <a:gd name="connsiteY107" fmla="*/ 356335 h 594805"/>
                <a:gd name="connsiteX108" fmla="*/ 418631 w 566671"/>
                <a:gd name="connsiteY108" fmla="*/ 351731 h 594805"/>
                <a:gd name="connsiteX109" fmla="*/ 418631 w 566671"/>
                <a:gd name="connsiteY109" fmla="*/ 292796 h 594805"/>
                <a:gd name="connsiteX110" fmla="*/ 399727 w 566671"/>
                <a:gd name="connsiteY110" fmla="*/ 305688 h 594805"/>
                <a:gd name="connsiteX111" fmla="*/ 393271 w 566671"/>
                <a:gd name="connsiteY111" fmla="*/ 304767 h 594805"/>
                <a:gd name="connsiteX112" fmla="*/ 394194 w 566671"/>
                <a:gd name="connsiteY112" fmla="*/ 297861 h 594805"/>
                <a:gd name="connsiteX113" fmla="*/ 420476 w 566671"/>
                <a:gd name="connsiteY113" fmla="*/ 279904 h 594805"/>
                <a:gd name="connsiteX114" fmla="*/ 425548 w 566671"/>
                <a:gd name="connsiteY114" fmla="*/ 279444 h 594805"/>
                <a:gd name="connsiteX115" fmla="*/ 346254 w 566671"/>
                <a:gd name="connsiteY115" fmla="*/ 279444 h 594805"/>
                <a:gd name="connsiteX116" fmla="*/ 348560 w 566671"/>
                <a:gd name="connsiteY116" fmla="*/ 283588 h 594805"/>
                <a:gd name="connsiteX117" fmla="*/ 348560 w 566671"/>
                <a:gd name="connsiteY117" fmla="*/ 351731 h 594805"/>
                <a:gd name="connsiteX118" fmla="*/ 343947 w 566671"/>
                <a:gd name="connsiteY118" fmla="*/ 356335 h 594805"/>
                <a:gd name="connsiteX119" fmla="*/ 339334 w 566671"/>
                <a:gd name="connsiteY119" fmla="*/ 351731 h 594805"/>
                <a:gd name="connsiteX120" fmla="*/ 339334 w 566671"/>
                <a:gd name="connsiteY120" fmla="*/ 292796 h 594805"/>
                <a:gd name="connsiteX121" fmla="*/ 320421 w 566671"/>
                <a:gd name="connsiteY121" fmla="*/ 305688 h 594805"/>
                <a:gd name="connsiteX122" fmla="*/ 313963 w 566671"/>
                <a:gd name="connsiteY122" fmla="*/ 304767 h 594805"/>
                <a:gd name="connsiteX123" fmla="*/ 314885 w 566671"/>
                <a:gd name="connsiteY123" fmla="*/ 297861 h 594805"/>
                <a:gd name="connsiteX124" fmla="*/ 341179 w 566671"/>
                <a:gd name="connsiteY124" fmla="*/ 279904 h 594805"/>
                <a:gd name="connsiteX125" fmla="*/ 346254 w 566671"/>
                <a:gd name="connsiteY125" fmla="*/ 279444 h 594805"/>
                <a:gd name="connsiteX126" fmla="*/ 201498 w 566671"/>
                <a:gd name="connsiteY126" fmla="*/ 279444 h 594805"/>
                <a:gd name="connsiteX127" fmla="*/ 204265 w 566671"/>
                <a:gd name="connsiteY127" fmla="*/ 283588 h 594805"/>
                <a:gd name="connsiteX128" fmla="*/ 204265 w 566671"/>
                <a:gd name="connsiteY128" fmla="*/ 351731 h 594805"/>
                <a:gd name="connsiteX129" fmla="*/ 199193 w 566671"/>
                <a:gd name="connsiteY129" fmla="*/ 356335 h 594805"/>
                <a:gd name="connsiteX130" fmla="*/ 194582 w 566671"/>
                <a:gd name="connsiteY130" fmla="*/ 351731 h 594805"/>
                <a:gd name="connsiteX131" fmla="*/ 194582 w 566671"/>
                <a:gd name="connsiteY131" fmla="*/ 292796 h 594805"/>
                <a:gd name="connsiteX132" fmla="*/ 176139 w 566671"/>
                <a:gd name="connsiteY132" fmla="*/ 305688 h 594805"/>
                <a:gd name="connsiteX133" fmla="*/ 169222 w 566671"/>
                <a:gd name="connsiteY133" fmla="*/ 304767 h 594805"/>
                <a:gd name="connsiteX134" fmla="*/ 170606 w 566671"/>
                <a:gd name="connsiteY134" fmla="*/ 297861 h 594805"/>
                <a:gd name="connsiteX135" fmla="*/ 196888 w 566671"/>
                <a:gd name="connsiteY135" fmla="*/ 279904 h 594805"/>
                <a:gd name="connsiteX136" fmla="*/ 201498 w 566671"/>
                <a:gd name="connsiteY136" fmla="*/ 279444 h 594805"/>
                <a:gd name="connsiteX137" fmla="*/ 398822 w 566671"/>
                <a:gd name="connsiteY137" fmla="*/ 183261 h 594805"/>
                <a:gd name="connsiteX138" fmla="*/ 394210 w 566671"/>
                <a:gd name="connsiteY138" fmla="*/ 188323 h 594805"/>
                <a:gd name="connsiteX139" fmla="*/ 394210 w 566671"/>
                <a:gd name="connsiteY139" fmla="*/ 232496 h 594805"/>
                <a:gd name="connsiteX140" fmla="*/ 398822 w 566671"/>
                <a:gd name="connsiteY140" fmla="*/ 237098 h 594805"/>
                <a:gd name="connsiteX141" fmla="*/ 421420 w 566671"/>
                <a:gd name="connsiteY141" fmla="*/ 237098 h 594805"/>
                <a:gd name="connsiteX142" fmla="*/ 426032 w 566671"/>
                <a:gd name="connsiteY142" fmla="*/ 232496 h 594805"/>
                <a:gd name="connsiteX143" fmla="*/ 426032 w 566671"/>
                <a:gd name="connsiteY143" fmla="*/ 188323 h 594805"/>
                <a:gd name="connsiteX144" fmla="*/ 421420 w 566671"/>
                <a:gd name="connsiteY144" fmla="*/ 183261 h 594805"/>
                <a:gd name="connsiteX145" fmla="*/ 319986 w 566671"/>
                <a:gd name="connsiteY145" fmla="*/ 183261 h 594805"/>
                <a:gd name="connsiteX146" fmla="*/ 314915 w 566671"/>
                <a:gd name="connsiteY146" fmla="*/ 188323 h 594805"/>
                <a:gd name="connsiteX147" fmla="*/ 314915 w 566671"/>
                <a:gd name="connsiteY147" fmla="*/ 232496 h 594805"/>
                <a:gd name="connsiteX148" fmla="*/ 319986 w 566671"/>
                <a:gd name="connsiteY148" fmla="*/ 237098 h 594805"/>
                <a:gd name="connsiteX149" fmla="*/ 342117 w 566671"/>
                <a:gd name="connsiteY149" fmla="*/ 237098 h 594805"/>
                <a:gd name="connsiteX150" fmla="*/ 346727 w 566671"/>
                <a:gd name="connsiteY150" fmla="*/ 232496 h 594805"/>
                <a:gd name="connsiteX151" fmla="*/ 346727 w 566671"/>
                <a:gd name="connsiteY151" fmla="*/ 188323 h 594805"/>
                <a:gd name="connsiteX152" fmla="*/ 342117 w 566671"/>
                <a:gd name="connsiteY152" fmla="*/ 183261 h 594805"/>
                <a:gd name="connsiteX153" fmla="*/ 179380 w 566671"/>
                <a:gd name="connsiteY153" fmla="*/ 183261 h 594805"/>
                <a:gd name="connsiteX154" fmla="*/ 174768 w 566671"/>
                <a:gd name="connsiteY154" fmla="*/ 188323 h 594805"/>
                <a:gd name="connsiteX155" fmla="*/ 174768 w 566671"/>
                <a:gd name="connsiteY155" fmla="*/ 232496 h 594805"/>
                <a:gd name="connsiteX156" fmla="*/ 179380 w 566671"/>
                <a:gd name="connsiteY156" fmla="*/ 237098 h 594805"/>
                <a:gd name="connsiteX157" fmla="*/ 201978 w 566671"/>
                <a:gd name="connsiteY157" fmla="*/ 237098 h 594805"/>
                <a:gd name="connsiteX158" fmla="*/ 206590 w 566671"/>
                <a:gd name="connsiteY158" fmla="*/ 232496 h 594805"/>
                <a:gd name="connsiteX159" fmla="*/ 206590 w 566671"/>
                <a:gd name="connsiteY159" fmla="*/ 188323 h 594805"/>
                <a:gd name="connsiteX160" fmla="*/ 201978 w 566671"/>
                <a:gd name="connsiteY160" fmla="*/ 183261 h 594805"/>
                <a:gd name="connsiteX161" fmla="*/ 398822 w 566671"/>
                <a:gd name="connsiteY161" fmla="*/ 174058 h 594805"/>
                <a:gd name="connsiteX162" fmla="*/ 421420 w 566671"/>
                <a:gd name="connsiteY162" fmla="*/ 174058 h 594805"/>
                <a:gd name="connsiteX163" fmla="*/ 435256 w 566671"/>
                <a:gd name="connsiteY163" fmla="*/ 188323 h 594805"/>
                <a:gd name="connsiteX164" fmla="*/ 435256 w 566671"/>
                <a:gd name="connsiteY164" fmla="*/ 232496 h 594805"/>
                <a:gd name="connsiteX165" fmla="*/ 421420 w 566671"/>
                <a:gd name="connsiteY165" fmla="*/ 246761 h 594805"/>
                <a:gd name="connsiteX166" fmla="*/ 398822 w 566671"/>
                <a:gd name="connsiteY166" fmla="*/ 246761 h 594805"/>
                <a:gd name="connsiteX167" fmla="*/ 384986 w 566671"/>
                <a:gd name="connsiteY167" fmla="*/ 232496 h 594805"/>
                <a:gd name="connsiteX168" fmla="*/ 384986 w 566671"/>
                <a:gd name="connsiteY168" fmla="*/ 188323 h 594805"/>
                <a:gd name="connsiteX169" fmla="*/ 398822 w 566671"/>
                <a:gd name="connsiteY169" fmla="*/ 174058 h 594805"/>
                <a:gd name="connsiteX170" fmla="*/ 319986 w 566671"/>
                <a:gd name="connsiteY170" fmla="*/ 174058 h 594805"/>
                <a:gd name="connsiteX171" fmla="*/ 342117 w 566671"/>
                <a:gd name="connsiteY171" fmla="*/ 174058 h 594805"/>
                <a:gd name="connsiteX172" fmla="*/ 356409 w 566671"/>
                <a:gd name="connsiteY172" fmla="*/ 188323 h 594805"/>
                <a:gd name="connsiteX173" fmla="*/ 356409 w 566671"/>
                <a:gd name="connsiteY173" fmla="*/ 232496 h 594805"/>
                <a:gd name="connsiteX174" fmla="*/ 342117 w 566671"/>
                <a:gd name="connsiteY174" fmla="*/ 246761 h 594805"/>
                <a:gd name="connsiteX175" fmla="*/ 319986 w 566671"/>
                <a:gd name="connsiteY175" fmla="*/ 246761 h 594805"/>
                <a:gd name="connsiteX176" fmla="*/ 305694 w 566671"/>
                <a:gd name="connsiteY176" fmla="*/ 232496 h 594805"/>
                <a:gd name="connsiteX177" fmla="*/ 305694 w 566671"/>
                <a:gd name="connsiteY177" fmla="*/ 188323 h 594805"/>
                <a:gd name="connsiteX178" fmla="*/ 319986 w 566671"/>
                <a:gd name="connsiteY178" fmla="*/ 174058 h 594805"/>
                <a:gd name="connsiteX179" fmla="*/ 179380 w 566671"/>
                <a:gd name="connsiteY179" fmla="*/ 174058 h 594805"/>
                <a:gd name="connsiteX180" fmla="*/ 201978 w 566671"/>
                <a:gd name="connsiteY180" fmla="*/ 174058 h 594805"/>
                <a:gd name="connsiteX181" fmla="*/ 215814 w 566671"/>
                <a:gd name="connsiteY181" fmla="*/ 188323 h 594805"/>
                <a:gd name="connsiteX182" fmla="*/ 215814 w 566671"/>
                <a:gd name="connsiteY182" fmla="*/ 232496 h 594805"/>
                <a:gd name="connsiteX183" fmla="*/ 201978 w 566671"/>
                <a:gd name="connsiteY183" fmla="*/ 246761 h 594805"/>
                <a:gd name="connsiteX184" fmla="*/ 179380 w 566671"/>
                <a:gd name="connsiteY184" fmla="*/ 246761 h 594805"/>
                <a:gd name="connsiteX185" fmla="*/ 165544 w 566671"/>
                <a:gd name="connsiteY185" fmla="*/ 232496 h 594805"/>
                <a:gd name="connsiteX186" fmla="*/ 165544 w 566671"/>
                <a:gd name="connsiteY186" fmla="*/ 188323 h 594805"/>
                <a:gd name="connsiteX187" fmla="*/ 179380 w 566671"/>
                <a:gd name="connsiteY187" fmla="*/ 174058 h 594805"/>
                <a:gd name="connsiteX188" fmla="*/ 513617 w 566671"/>
                <a:gd name="connsiteY188" fmla="*/ 172656 h 594805"/>
                <a:gd name="connsiteX189" fmla="*/ 540375 w 566671"/>
                <a:gd name="connsiteY189" fmla="*/ 191515 h 594805"/>
                <a:gd name="connsiteX190" fmla="*/ 521921 w 566671"/>
                <a:gd name="connsiteY190" fmla="*/ 217734 h 594805"/>
                <a:gd name="connsiteX191" fmla="*/ 495163 w 566671"/>
                <a:gd name="connsiteY191" fmla="*/ 199335 h 594805"/>
                <a:gd name="connsiteX192" fmla="*/ 513617 w 566671"/>
                <a:gd name="connsiteY192" fmla="*/ 172656 h 594805"/>
                <a:gd name="connsiteX193" fmla="*/ 269705 w 566671"/>
                <a:gd name="connsiteY193" fmla="*/ 169410 h 594805"/>
                <a:gd name="connsiteX194" fmla="*/ 272007 w 566671"/>
                <a:gd name="connsiteY194" fmla="*/ 174015 h 594805"/>
                <a:gd name="connsiteX195" fmla="*/ 272007 w 566671"/>
                <a:gd name="connsiteY195" fmla="*/ 241697 h 594805"/>
                <a:gd name="connsiteX196" fmla="*/ 267404 w 566671"/>
                <a:gd name="connsiteY196" fmla="*/ 246762 h 594805"/>
                <a:gd name="connsiteX197" fmla="*/ 262800 w 566671"/>
                <a:gd name="connsiteY197" fmla="*/ 241697 h 594805"/>
                <a:gd name="connsiteX198" fmla="*/ 262800 w 566671"/>
                <a:gd name="connsiteY198" fmla="*/ 182763 h 594805"/>
                <a:gd name="connsiteX199" fmla="*/ 243926 w 566671"/>
                <a:gd name="connsiteY199" fmla="*/ 196115 h 594805"/>
                <a:gd name="connsiteX200" fmla="*/ 237481 w 566671"/>
                <a:gd name="connsiteY200" fmla="*/ 194734 h 594805"/>
                <a:gd name="connsiteX201" fmla="*/ 238862 w 566671"/>
                <a:gd name="connsiteY201" fmla="*/ 188288 h 594805"/>
                <a:gd name="connsiteX202" fmla="*/ 264641 w 566671"/>
                <a:gd name="connsiteY202" fmla="*/ 169871 h 594805"/>
                <a:gd name="connsiteX203" fmla="*/ 269705 w 566671"/>
                <a:gd name="connsiteY203" fmla="*/ 169410 h 594805"/>
                <a:gd name="connsiteX204" fmla="*/ 84623 w 566671"/>
                <a:gd name="connsiteY204" fmla="*/ 112312 h 594805"/>
                <a:gd name="connsiteX205" fmla="*/ 140668 w 566671"/>
                <a:gd name="connsiteY205" fmla="*/ 168505 h 594805"/>
                <a:gd name="connsiteX206" fmla="*/ 84623 w 566671"/>
                <a:gd name="connsiteY206" fmla="*/ 224698 h 594805"/>
                <a:gd name="connsiteX207" fmla="*/ 28578 w 566671"/>
                <a:gd name="connsiteY207" fmla="*/ 168505 h 594805"/>
                <a:gd name="connsiteX208" fmla="*/ 84623 w 566671"/>
                <a:gd name="connsiteY208" fmla="*/ 112312 h 594805"/>
                <a:gd name="connsiteX209" fmla="*/ 393501 w 566671"/>
                <a:gd name="connsiteY209" fmla="*/ 61228 h 594805"/>
                <a:gd name="connsiteX210" fmla="*/ 409419 w 566671"/>
                <a:gd name="connsiteY210" fmla="*/ 77109 h 594805"/>
                <a:gd name="connsiteX211" fmla="*/ 393501 w 566671"/>
                <a:gd name="connsiteY211" fmla="*/ 92990 h 594805"/>
                <a:gd name="connsiteX212" fmla="*/ 377583 w 566671"/>
                <a:gd name="connsiteY212" fmla="*/ 77109 h 594805"/>
                <a:gd name="connsiteX213" fmla="*/ 393501 w 566671"/>
                <a:gd name="connsiteY213" fmla="*/ 61228 h 594805"/>
                <a:gd name="connsiteX214" fmla="*/ 222477 w 566671"/>
                <a:gd name="connsiteY214" fmla="*/ 0 h 594805"/>
                <a:gd name="connsiteX215" fmla="*/ 289109 w 566671"/>
                <a:gd name="connsiteY215" fmla="*/ 66744 h 594805"/>
                <a:gd name="connsiteX216" fmla="*/ 222477 w 566671"/>
                <a:gd name="connsiteY216" fmla="*/ 133488 h 594805"/>
                <a:gd name="connsiteX217" fmla="*/ 155845 w 566671"/>
                <a:gd name="connsiteY217" fmla="*/ 66744 h 594805"/>
                <a:gd name="connsiteX218" fmla="*/ 222477 w 566671"/>
                <a:gd name="connsiteY218" fmla="*/ 0 h 5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566671" h="594805">
                  <a:moveTo>
                    <a:pt x="277783" y="517955"/>
                  </a:moveTo>
                  <a:cubicBezTo>
                    <a:pt x="299045" y="517955"/>
                    <a:pt x="316282" y="535158"/>
                    <a:pt x="316282" y="556380"/>
                  </a:cubicBezTo>
                  <a:cubicBezTo>
                    <a:pt x="316282" y="577602"/>
                    <a:pt x="299045" y="594805"/>
                    <a:pt x="277783" y="594805"/>
                  </a:cubicBezTo>
                  <a:cubicBezTo>
                    <a:pt x="256521" y="594805"/>
                    <a:pt x="239284" y="577602"/>
                    <a:pt x="239284" y="556380"/>
                  </a:cubicBezTo>
                  <a:cubicBezTo>
                    <a:pt x="239284" y="535158"/>
                    <a:pt x="256521" y="517955"/>
                    <a:pt x="277783" y="517955"/>
                  </a:cubicBezTo>
                  <a:close/>
                  <a:moveTo>
                    <a:pt x="442401" y="475088"/>
                  </a:moveTo>
                  <a:cubicBezTo>
                    <a:pt x="460617" y="475088"/>
                    <a:pt x="475384" y="489838"/>
                    <a:pt x="475384" y="508034"/>
                  </a:cubicBezTo>
                  <a:cubicBezTo>
                    <a:pt x="475384" y="526230"/>
                    <a:pt x="460617" y="540980"/>
                    <a:pt x="442401" y="540980"/>
                  </a:cubicBezTo>
                  <a:cubicBezTo>
                    <a:pt x="424185" y="540980"/>
                    <a:pt x="409418" y="526230"/>
                    <a:pt x="409418" y="508034"/>
                  </a:cubicBezTo>
                  <a:cubicBezTo>
                    <a:pt x="409418" y="489838"/>
                    <a:pt x="424185" y="475088"/>
                    <a:pt x="442401" y="475088"/>
                  </a:cubicBezTo>
                  <a:close/>
                  <a:moveTo>
                    <a:pt x="120827" y="447473"/>
                  </a:moveTo>
                  <a:cubicBezTo>
                    <a:pt x="143234" y="447473"/>
                    <a:pt x="161399" y="465621"/>
                    <a:pt x="161399" y="488008"/>
                  </a:cubicBezTo>
                  <a:cubicBezTo>
                    <a:pt x="161399" y="510395"/>
                    <a:pt x="143234" y="528543"/>
                    <a:pt x="120827" y="528543"/>
                  </a:cubicBezTo>
                  <a:cubicBezTo>
                    <a:pt x="98420" y="528543"/>
                    <a:pt x="80255" y="510395"/>
                    <a:pt x="80255" y="488008"/>
                  </a:cubicBezTo>
                  <a:cubicBezTo>
                    <a:pt x="80255" y="465621"/>
                    <a:pt x="98420" y="447473"/>
                    <a:pt x="120827" y="447473"/>
                  </a:cubicBezTo>
                  <a:close/>
                  <a:moveTo>
                    <a:pt x="404831" y="388578"/>
                  </a:moveTo>
                  <a:cubicBezTo>
                    <a:pt x="402065" y="388578"/>
                    <a:pt x="399760" y="390419"/>
                    <a:pt x="399760" y="393180"/>
                  </a:cubicBezTo>
                  <a:lnTo>
                    <a:pt x="399760" y="437353"/>
                  </a:lnTo>
                  <a:cubicBezTo>
                    <a:pt x="399760" y="440114"/>
                    <a:pt x="402065" y="441955"/>
                    <a:pt x="404831" y="441955"/>
                  </a:cubicBezTo>
                  <a:lnTo>
                    <a:pt x="426962" y="441955"/>
                  </a:lnTo>
                  <a:cubicBezTo>
                    <a:pt x="429267" y="441955"/>
                    <a:pt x="431572" y="440114"/>
                    <a:pt x="431572" y="437353"/>
                  </a:cubicBezTo>
                  <a:lnTo>
                    <a:pt x="431572" y="393180"/>
                  </a:lnTo>
                  <a:cubicBezTo>
                    <a:pt x="431572" y="390419"/>
                    <a:pt x="429267" y="388578"/>
                    <a:pt x="426962" y="388578"/>
                  </a:cubicBezTo>
                  <a:close/>
                  <a:moveTo>
                    <a:pt x="325538" y="388578"/>
                  </a:moveTo>
                  <a:cubicBezTo>
                    <a:pt x="322772" y="388578"/>
                    <a:pt x="320467" y="390419"/>
                    <a:pt x="320467" y="393180"/>
                  </a:cubicBezTo>
                  <a:lnTo>
                    <a:pt x="320467" y="437353"/>
                  </a:lnTo>
                  <a:cubicBezTo>
                    <a:pt x="320467" y="440114"/>
                    <a:pt x="322772" y="441955"/>
                    <a:pt x="325538" y="441955"/>
                  </a:cubicBezTo>
                  <a:lnTo>
                    <a:pt x="347669" y="441955"/>
                  </a:lnTo>
                  <a:cubicBezTo>
                    <a:pt x="349974" y="441955"/>
                    <a:pt x="352279" y="440114"/>
                    <a:pt x="352279" y="437353"/>
                  </a:cubicBezTo>
                  <a:lnTo>
                    <a:pt x="352279" y="393180"/>
                  </a:lnTo>
                  <a:cubicBezTo>
                    <a:pt x="352279" y="390419"/>
                    <a:pt x="349974" y="388578"/>
                    <a:pt x="347669" y="388578"/>
                  </a:cubicBezTo>
                  <a:close/>
                  <a:moveTo>
                    <a:pt x="175246" y="386268"/>
                  </a:moveTo>
                  <a:cubicBezTo>
                    <a:pt x="172480" y="386268"/>
                    <a:pt x="170636" y="388569"/>
                    <a:pt x="170636" y="391330"/>
                  </a:cubicBezTo>
                  <a:lnTo>
                    <a:pt x="170636" y="435503"/>
                  </a:lnTo>
                  <a:cubicBezTo>
                    <a:pt x="170636" y="438264"/>
                    <a:pt x="172480" y="440105"/>
                    <a:pt x="175246" y="440105"/>
                  </a:cubicBezTo>
                  <a:lnTo>
                    <a:pt x="197377" y="440105"/>
                  </a:lnTo>
                  <a:cubicBezTo>
                    <a:pt x="200143" y="440105"/>
                    <a:pt x="201987" y="438264"/>
                    <a:pt x="201987" y="435503"/>
                  </a:cubicBezTo>
                  <a:lnTo>
                    <a:pt x="201987" y="391330"/>
                  </a:lnTo>
                  <a:cubicBezTo>
                    <a:pt x="201987" y="388569"/>
                    <a:pt x="200143" y="386268"/>
                    <a:pt x="197377" y="386268"/>
                  </a:cubicBezTo>
                  <a:close/>
                  <a:moveTo>
                    <a:pt x="404831" y="378915"/>
                  </a:moveTo>
                  <a:lnTo>
                    <a:pt x="426962" y="378915"/>
                  </a:lnTo>
                  <a:cubicBezTo>
                    <a:pt x="434799" y="378915"/>
                    <a:pt x="441254" y="385357"/>
                    <a:pt x="441254" y="393180"/>
                  </a:cubicBezTo>
                  <a:lnTo>
                    <a:pt x="441254" y="437353"/>
                  </a:lnTo>
                  <a:cubicBezTo>
                    <a:pt x="441254" y="445176"/>
                    <a:pt x="434799" y="451618"/>
                    <a:pt x="426962" y="451618"/>
                  </a:cubicBezTo>
                  <a:lnTo>
                    <a:pt x="404831" y="451618"/>
                  </a:lnTo>
                  <a:cubicBezTo>
                    <a:pt x="396994" y="451618"/>
                    <a:pt x="390539" y="445176"/>
                    <a:pt x="390539" y="437353"/>
                  </a:cubicBezTo>
                  <a:lnTo>
                    <a:pt x="390539" y="393180"/>
                  </a:lnTo>
                  <a:cubicBezTo>
                    <a:pt x="390539" y="385357"/>
                    <a:pt x="396994" y="378915"/>
                    <a:pt x="404831" y="378915"/>
                  </a:cubicBezTo>
                  <a:close/>
                  <a:moveTo>
                    <a:pt x="325538" y="378915"/>
                  </a:moveTo>
                  <a:lnTo>
                    <a:pt x="347669" y="378915"/>
                  </a:lnTo>
                  <a:cubicBezTo>
                    <a:pt x="355506" y="378915"/>
                    <a:pt x="361961" y="385357"/>
                    <a:pt x="361961" y="393180"/>
                  </a:cubicBezTo>
                  <a:lnTo>
                    <a:pt x="361961" y="437353"/>
                  </a:lnTo>
                  <a:cubicBezTo>
                    <a:pt x="361961" y="445176"/>
                    <a:pt x="355506" y="451618"/>
                    <a:pt x="347669" y="451618"/>
                  </a:cubicBezTo>
                  <a:lnTo>
                    <a:pt x="325538" y="451618"/>
                  </a:lnTo>
                  <a:cubicBezTo>
                    <a:pt x="317701" y="451618"/>
                    <a:pt x="311246" y="445176"/>
                    <a:pt x="311246" y="437353"/>
                  </a:cubicBezTo>
                  <a:lnTo>
                    <a:pt x="311246" y="393180"/>
                  </a:lnTo>
                  <a:cubicBezTo>
                    <a:pt x="311246" y="385357"/>
                    <a:pt x="317701" y="378915"/>
                    <a:pt x="325538" y="378915"/>
                  </a:cubicBezTo>
                  <a:close/>
                  <a:moveTo>
                    <a:pt x="175246" y="377065"/>
                  </a:moveTo>
                  <a:lnTo>
                    <a:pt x="197377" y="377065"/>
                  </a:lnTo>
                  <a:cubicBezTo>
                    <a:pt x="205214" y="377065"/>
                    <a:pt x="211669" y="383507"/>
                    <a:pt x="211669" y="391330"/>
                  </a:cubicBezTo>
                  <a:lnTo>
                    <a:pt x="211669" y="435503"/>
                  </a:lnTo>
                  <a:cubicBezTo>
                    <a:pt x="211669" y="443326"/>
                    <a:pt x="205214" y="449768"/>
                    <a:pt x="197377" y="449768"/>
                  </a:cubicBezTo>
                  <a:lnTo>
                    <a:pt x="175246" y="449768"/>
                  </a:lnTo>
                  <a:cubicBezTo>
                    <a:pt x="167409" y="449768"/>
                    <a:pt x="160954" y="443326"/>
                    <a:pt x="160954" y="435503"/>
                  </a:cubicBezTo>
                  <a:lnTo>
                    <a:pt x="160954" y="391330"/>
                  </a:lnTo>
                  <a:cubicBezTo>
                    <a:pt x="160954" y="383507"/>
                    <a:pt x="167409" y="377065"/>
                    <a:pt x="175246" y="377065"/>
                  </a:cubicBezTo>
                  <a:close/>
                  <a:moveTo>
                    <a:pt x="275254" y="375246"/>
                  </a:moveTo>
                  <a:cubicBezTo>
                    <a:pt x="276637" y="376167"/>
                    <a:pt x="277560" y="377548"/>
                    <a:pt x="277560" y="379390"/>
                  </a:cubicBezTo>
                  <a:lnTo>
                    <a:pt x="277560" y="447533"/>
                  </a:lnTo>
                  <a:cubicBezTo>
                    <a:pt x="277560" y="449835"/>
                    <a:pt x="275715" y="452137"/>
                    <a:pt x="272947" y="452137"/>
                  </a:cubicBezTo>
                  <a:cubicBezTo>
                    <a:pt x="270179" y="452137"/>
                    <a:pt x="268334" y="449835"/>
                    <a:pt x="268334" y="447533"/>
                  </a:cubicBezTo>
                  <a:lnTo>
                    <a:pt x="268334" y="388598"/>
                  </a:lnTo>
                  <a:lnTo>
                    <a:pt x="249421" y="401490"/>
                  </a:lnTo>
                  <a:cubicBezTo>
                    <a:pt x="247576" y="402871"/>
                    <a:pt x="244347" y="402411"/>
                    <a:pt x="242963" y="400109"/>
                  </a:cubicBezTo>
                  <a:cubicBezTo>
                    <a:pt x="241579" y="398267"/>
                    <a:pt x="242040" y="395044"/>
                    <a:pt x="244347" y="393663"/>
                  </a:cubicBezTo>
                  <a:lnTo>
                    <a:pt x="270179" y="375706"/>
                  </a:lnTo>
                  <a:cubicBezTo>
                    <a:pt x="271563" y="374325"/>
                    <a:pt x="273870" y="374325"/>
                    <a:pt x="275254" y="375246"/>
                  </a:cubicBezTo>
                  <a:close/>
                  <a:moveTo>
                    <a:pt x="537167" y="336049"/>
                  </a:moveTo>
                  <a:cubicBezTo>
                    <a:pt x="553462" y="336049"/>
                    <a:pt x="566671" y="349142"/>
                    <a:pt x="566671" y="365293"/>
                  </a:cubicBezTo>
                  <a:cubicBezTo>
                    <a:pt x="566671" y="381444"/>
                    <a:pt x="553462" y="394537"/>
                    <a:pt x="537167" y="394537"/>
                  </a:cubicBezTo>
                  <a:cubicBezTo>
                    <a:pt x="520872" y="394537"/>
                    <a:pt x="507663" y="381444"/>
                    <a:pt x="507663" y="365293"/>
                  </a:cubicBezTo>
                  <a:cubicBezTo>
                    <a:pt x="507663" y="349142"/>
                    <a:pt x="520872" y="336049"/>
                    <a:pt x="537167" y="336049"/>
                  </a:cubicBezTo>
                  <a:close/>
                  <a:moveTo>
                    <a:pt x="256389" y="290935"/>
                  </a:moveTo>
                  <a:cubicBezTo>
                    <a:pt x="253623" y="290935"/>
                    <a:pt x="251779" y="292777"/>
                    <a:pt x="251779" y="295541"/>
                  </a:cubicBezTo>
                  <a:lnTo>
                    <a:pt x="251779" y="339760"/>
                  </a:lnTo>
                  <a:cubicBezTo>
                    <a:pt x="251779" y="342524"/>
                    <a:pt x="253623" y="344827"/>
                    <a:pt x="256389" y="344827"/>
                  </a:cubicBezTo>
                  <a:lnTo>
                    <a:pt x="278520" y="344827"/>
                  </a:lnTo>
                  <a:cubicBezTo>
                    <a:pt x="281286" y="344827"/>
                    <a:pt x="283130" y="342524"/>
                    <a:pt x="283130" y="339760"/>
                  </a:cubicBezTo>
                  <a:lnTo>
                    <a:pt x="283130" y="295541"/>
                  </a:lnTo>
                  <a:cubicBezTo>
                    <a:pt x="283130" y="292777"/>
                    <a:pt x="281286" y="290935"/>
                    <a:pt x="278520" y="290935"/>
                  </a:cubicBezTo>
                  <a:close/>
                  <a:moveTo>
                    <a:pt x="44496" y="290072"/>
                  </a:moveTo>
                  <a:cubicBezTo>
                    <a:pt x="69070" y="290072"/>
                    <a:pt x="88992" y="310060"/>
                    <a:pt x="88992" y="334716"/>
                  </a:cubicBezTo>
                  <a:cubicBezTo>
                    <a:pt x="88992" y="359372"/>
                    <a:pt x="69070" y="379360"/>
                    <a:pt x="44496" y="379360"/>
                  </a:cubicBezTo>
                  <a:cubicBezTo>
                    <a:pt x="19922" y="379360"/>
                    <a:pt x="0" y="359372"/>
                    <a:pt x="0" y="334716"/>
                  </a:cubicBezTo>
                  <a:cubicBezTo>
                    <a:pt x="0" y="310060"/>
                    <a:pt x="19922" y="290072"/>
                    <a:pt x="44496" y="290072"/>
                  </a:cubicBezTo>
                  <a:close/>
                  <a:moveTo>
                    <a:pt x="256389" y="281262"/>
                  </a:moveTo>
                  <a:lnTo>
                    <a:pt x="278520" y="281262"/>
                  </a:lnTo>
                  <a:cubicBezTo>
                    <a:pt x="286357" y="281262"/>
                    <a:pt x="292812" y="287711"/>
                    <a:pt x="292812" y="295541"/>
                  </a:cubicBezTo>
                  <a:lnTo>
                    <a:pt x="292812" y="339760"/>
                  </a:lnTo>
                  <a:cubicBezTo>
                    <a:pt x="292812" y="347590"/>
                    <a:pt x="286357" y="354039"/>
                    <a:pt x="278520" y="354039"/>
                  </a:cubicBezTo>
                  <a:lnTo>
                    <a:pt x="256389" y="354039"/>
                  </a:lnTo>
                  <a:cubicBezTo>
                    <a:pt x="248552" y="354039"/>
                    <a:pt x="242097" y="347590"/>
                    <a:pt x="242097" y="339760"/>
                  </a:cubicBezTo>
                  <a:lnTo>
                    <a:pt x="242097" y="295541"/>
                  </a:lnTo>
                  <a:cubicBezTo>
                    <a:pt x="242097" y="287711"/>
                    <a:pt x="248552" y="281262"/>
                    <a:pt x="256389" y="281262"/>
                  </a:cubicBezTo>
                  <a:close/>
                  <a:moveTo>
                    <a:pt x="425548" y="279444"/>
                  </a:moveTo>
                  <a:cubicBezTo>
                    <a:pt x="426931" y="280365"/>
                    <a:pt x="427853" y="282206"/>
                    <a:pt x="427853" y="283588"/>
                  </a:cubicBezTo>
                  <a:lnTo>
                    <a:pt x="427853" y="351731"/>
                  </a:lnTo>
                  <a:cubicBezTo>
                    <a:pt x="427853" y="354493"/>
                    <a:pt x="426009" y="356335"/>
                    <a:pt x="423242" y="356335"/>
                  </a:cubicBezTo>
                  <a:cubicBezTo>
                    <a:pt x="420476" y="356335"/>
                    <a:pt x="418631" y="354493"/>
                    <a:pt x="418631" y="351731"/>
                  </a:cubicBezTo>
                  <a:lnTo>
                    <a:pt x="418631" y="292796"/>
                  </a:lnTo>
                  <a:lnTo>
                    <a:pt x="399727" y="305688"/>
                  </a:lnTo>
                  <a:cubicBezTo>
                    <a:pt x="397421" y="307530"/>
                    <a:pt x="394655" y="306609"/>
                    <a:pt x="393271" y="304767"/>
                  </a:cubicBezTo>
                  <a:cubicBezTo>
                    <a:pt x="391427" y="302465"/>
                    <a:pt x="392349" y="299703"/>
                    <a:pt x="394194" y="297861"/>
                  </a:cubicBezTo>
                  <a:lnTo>
                    <a:pt x="420476" y="279904"/>
                  </a:lnTo>
                  <a:cubicBezTo>
                    <a:pt x="421859" y="278983"/>
                    <a:pt x="423703" y="278523"/>
                    <a:pt x="425548" y="279444"/>
                  </a:cubicBezTo>
                  <a:close/>
                  <a:moveTo>
                    <a:pt x="346254" y="279444"/>
                  </a:moveTo>
                  <a:cubicBezTo>
                    <a:pt x="347637" y="280365"/>
                    <a:pt x="348560" y="282206"/>
                    <a:pt x="348560" y="283588"/>
                  </a:cubicBezTo>
                  <a:lnTo>
                    <a:pt x="348560" y="351731"/>
                  </a:lnTo>
                  <a:cubicBezTo>
                    <a:pt x="348560" y="354493"/>
                    <a:pt x="346715" y="356335"/>
                    <a:pt x="343947" y="356335"/>
                  </a:cubicBezTo>
                  <a:cubicBezTo>
                    <a:pt x="341179" y="356335"/>
                    <a:pt x="339334" y="354493"/>
                    <a:pt x="339334" y="351731"/>
                  </a:cubicBezTo>
                  <a:lnTo>
                    <a:pt x="339334" y="292796"/>
                  </a:lnTo>
                  <a:lnTo>
                    <a:pt x="320421" y="305688"/>
                  </a:lnTo>
                  <a:cubicBezTo>
                    <a:pt x="318115" y="307530"/>
                    <a:pt x="315347" y="306609"/>
                    <a:pt x="313963" y="304767"/>
                  </a:cubicBezTo>
                  <a:cubicBezTo>
                    <a:pt x="312579" y="302465"/>
                    <a:pt x="313040" y="299703"/>
                    <a:pt x="314885" y="297861"/>
                  </a:cubicBezTo>
                  <a:lnTo>
                    <a:pt x="341179" y="279904"/>
                  </a:lnTo>
                  <a:cubicBezTo>
                    <a:pt x="342563" y="278983"/>
                    <a:pt x="344408" y="278523"/>
                    <a:pt x="346254" y="279444"/>
                  </a:cubicBezTo>
                  <a:close/>
                  <a:moveTo>
                    <a:pt x="201498" y="279444"/>
                  </a:moveTo>
                  <a:cubicBezTo>
                    <a:pt x="203343" y="280365"/>
                    <a:pt x="204265" y="282206"/>
                    <a:pt x="204265" y="283588"/>
                  </a:cubicBezTo>
                  <a:lnTo>
                    <a:pt x="204265" y="351731"/>
                  </a:lnTo>
                  <a:cubicBezTo>
                    <a:pt x="204265" y="354493"/>
                    <a:pt x="201960" y="356335"/>
                    <a:pt x="199193" y="356335"/>
                  </a:cubicBezTo>
                  <a:cubicBezTo>
                    <a:pt x="196888" y="356335"/>
                    <a:pt x="194582" y="354493"/>
                    <a:pt x="194582" y="351731"/>
                  </a:cubicBezTo>
                  <a:lnTo>
                    <a:pt x="194582" y="292796"/>
                  </a:lnTo>
                  <a:lnTo>
                    <a:pt x="176139" y="305688"/>
                  </a:lnTo>
                  <a:cubicBezTo>
                    <a:pt x="173833" y="307530"/>
                    <a:pt x="171067" y="306609"/>
                    <a:pt x="169222" y="304767"/>
                  </a:cubicBezTo>
                  <a:cubicBezTo>
                    <a:pt x="167839" y="302465"/>
                    <a:pt x="168300" y="299703"/>
                    <a:pt x="170606" y="297861"/>
                  </a:cubicBezTo>
                  <a:lnTo>
                    <a:pt x="196888" y="279904"/>
                  </a:lnTo>
                  <a:cubicBezTo>
                    <a:pt x="198271" y="278983"/>
                    <a:pt x="200115" y="278523"/>
                    <a:pt x="201498" y="279444"/>
                  </a:cubicBezTo>
                  <a:close/>
                  <a:moveTo>
                    <a:pt x="398822" y="183261"/>
                  </a:moveTo>
                  <a:cubicBezTo>
                    <a:pt x="396516" y="183261"/>
                    <a:pt x="394210" y="185562"/>
                    <a:pt x="394210" y="188323"/>
                  </a:cubicBezTo>
                  <a:lnTo>
                    <a:pt x="394210" y="232496"/>
                  </a:lnTo>
                  <a:cubicBezTo>
                    <a:pt x="394210" y="234797"/>
                    <a:pt x="396516" y="237098"/>
                    <a:pt x="398822" y="237098"/>
                  </a:cubicBezTo>
                  <a:lnTo>
                    <a:pt x="421420" y="237098"/>
                  </a:lnTo>
                  <a:cubicBezTo>
                    <a:pt x="423726" y="237098"/>
                    <a:pt x="426032" y="234797"/>
                    <a:pt x="426032" y="232496"/>
                  </a:cubicBezTo>
                  <a:lnTo>
                    <a:pt x="426032" y="188323"/>
                  </a:lnTo>
                  <a:cubicBezTo>
                    <a:pt x="426032" y="185562"/>
                    <a:pt x="423726" y="183261"/>
                    <a:pt x="421420" y="183261"/>
                  </a:cubicBezTo>
                  <a:close/>
                  <a:moveTo>
                    <a:pt x="319986" y="183261"/>
                  </a:moveTo>
                  <a:cubicBezTo>
                    <a:pt x="317220" y="183261"/>
                    <a:pt x="314915" y="185562"/>
                    <a:pt x="314915" y="188323"/>
                  </a:cubicBezTo>
                  <a:lnTo>
                    <a:pt x="314915" y="232496"/>
                  </a:lnTo>
                  <a:cubicBezTo>
                    <a:pt x="314915" y="234797"/>
                    <a:pt x="317220" y="237098"/>
                    <a:pt x="319986" y="237098"/>
                  </a:cubicBezTo>
                  <a:lnTo>
                    <a:pt x="342117" y="237098"/>
                  </a:lnTo>
                  <a:cubicBezTo>
                    <a:pt x="344422" y="237098"/>
                    <a:pt x="346727" y="234797"/>
                    <a:pt x="346727" y="232496"/>
                  </a:cubicBezTo>
                  <a:lnTo>
                    <a:pt x="346727" y="188323"/>
                  </a:lnTo>
                  <a:cubicBezTo>
                    <a:pt x="346727" y="185562"/>
                    <a:pt x="344422" y="183261"/>
                    <a:pt x="342117" y="183261"/>
                  </a:cubicBezTo>
                  <a:close/>
                  <a:moveTo>
                    <a:pt x="179380" y="183261"/>
                  </a:moveTo>
                  <a:cubicBezTo>
                    <a:pt x="177074" y="183261"/>
                    <a:pt x="174768" y="185562"/>
                    <a:pt x="174768" y="188323"/>
                  </a:cubicBezTo>
                  <a:lnTo>
                    <a:pt x="174768" y="232496"/>
                  </a:lnTo>
                  <a:cubicBezTo>
                    <a:pt x="174768" y="234797"/>
                    <a:pt x="177074" y="237098"/>
                    <a:pt x="179380" y="237098"/>
                  </a:cubicBezTo>
                  <a:lnTo>
                    <a:pt x="201978" y="237098"/>
                  </a:lnTo>
                  <a:cubicBezTo>
                    <a:pt x="204284" y="237098"/>
                    <a:pt x="206590" y="234797"/>
                    <a:pt x="206590" y="232496"/>
                  </a:cubicBezTo>
                  <a:lnTo>
                    <a:pt x="206590" y="188323"/>
                  </a:lnTo>
                  <a:cubicBezTo>
                    <a:pt x="206590" y="185562"/>
                    <a:pt x="204284" y="183261"/>
                    <a:pt x="201978" y="183261"/>
                  </a:cubicBezTo>
                  <a:close/>
                  <a:moveTo>
                    <a:pt x="398822" y="174058"/>
                  </a:moveTo>
                  <a:lnTo>
                    <a:pt x="421420" y="174058"/>
                  </a:lnTo>
                  <a:cubicBezTo>
                    <a:pt x="429260" y="174058"/>
                    <a:pt x="435256" y="180040"/>
                    <a:pt x="435256" y="188323"/>
                  </a:cubicBezTo>
                  <a:lnTo>
                    <a:pt x="435256" y="232496"/>
                  </a:lnTo>
                  <a:cubicBezTo>
                    <a:pt x="435256" y="240319"/>
                    <a:pt x="429260" y="246761"/>
                    <a:pt x="421420" y="246761"/>
                  </a:cubicBezTo>
                  <a:lnTo>
                    <a:pt x="398822" y="246761"/>
                  </a:lnTo>
                  <a:cubicBezTo>
                    <a:pt x="390982" y="246761"/>
                    <a:pt x="384986" y="240319"/>
                    <a:pt x="384986" y="232496"/>
                  </a:cubicBezTo>
                  <a:lnTo>
                    <a:pt x="384986" y="188323"/>
                  </a:lnTo>
                  <a:cubicBezTo>
                    <a:pt x="384986" y="180040"/>
                    <a:pt x="390982" y="174058"/>
                    <a:pt x="398822" y="174058"/>
                  </a:cubicBezTo>
                  <a:close/>
                  <a:moveTo>
                    <a:pt x="319986" y="174058"/>
                  </a:moveTo>
                  <a:lnTo>
                    <a:pt x="342117" y="174058"/>
                  </a:lnTo>
                  <a:cubicBezTo>
                    <a:pt x="349954" y="174058"/>
                    <a:pt x="356409" y="180040"/>
                    <a:pt x="356409" y="188323"/>
                  </a:cubicBezTo>
                  <a:lnTo>
                    <a:pt x="356409" y="232496"/>
                  </a:lnTo>
                  <a:cubicBezTo>
                    <a:pt x="356409" y="240319"/>
                    <a:pt x="349954" y="246761"/>
                    <a:pt x="342117" y="246761"/>
                  </a:cubicBezTo>
                  <a:lnTo>
                    <a:pt x="319986" y="246761"/>
                  </a:lnTo>
                  <a:cubicBezTo>
                    <a:pt x="311688" y="246761"/>
                    <a:pt x="305694" y="240319"/>
                    <a:pt x="305694" y="232496"/>
                  </a:cubicBezTo>
                  <a:lnTo>
                    <a:pt x="305694" y="188323"/>
                  </a:lnTo>
                  <a:cubicBezTo>
                    <a:pt x="305694" y="180040"/>
                    <a:pt x="311688" y="174058"/>
                    <a:pt x="319986" y="174058"/>
                  </a:cubicBezTo>
                  <a:close/>
                  <a:moveTo>
                    <a:pt x="179380" y="174058"/>
                  </a:moveTo>
                  <a:lnTo>
                    <a:pt x="201978" y="174058"/>
                  </a:lnTo>
                  <a:cubicBezTo>
                    <a:pt x="209818" y="174058"/>
                    <a:pt x="215814" y="180040"/>
                    <a:pt x="215814" y="188323"/>
                  </a:cubicBezTo>
                  <a:lnTo>
                    <a:pt x="215814" y="232496"/>
                  </a:lnTo>
                  <a:cubicBezTo>
                    <a:pt x="215814" y="240319"/>
                    <a:pt x="209818" y="246761"/>
                    <a:pt x="201978" y="246761"/>
                  </a:cubicBezTo>
                  <a:lnTo>
                    <a:pt x="179380" y="246761"/>
                  </a:lnTo>
                  <a:cubicBezTo>
                    <a:pt x="171540" y="246761"/>
                    <a:pt x="165544" y="240319"/>
                    <a:pt x="165544" y="232496"/>
                  </a:cubicBezTo>
                  <a:lnTo>
                    <a:pt x="165544" y="188323"/>
                  </a:lnTo>
                  <a:cubicBezTo>
                    <a:pt x="165544" y="180040"/>
                    <a:pt x="171540" y="174058"/>
                    <a:pt x="179380" y="174058"/>
                  </a:cubicBezTo>
                  <a:close/>
                  <a:moveTo>
                    <a:pt x="513617" y="172656"/>
                  </a:moveTo>
                  <a:cubicBezTo>
                    <a:pt x="526073" y="170356"/>
                    <a:pt x="538068" y="178636"/>
                    <a:pt x="540375" y="191515"/>
                  </a:cubicBezTo>
                  <a:cubicBezTo>
                    <a:pt x="542682" y="203935"/>
                    <a:pt x="534378" y="215434"/>
                    <a:pt x="521921" y="217734"/>
                  </a:cubicBezTo>
                  <a:cubicBezTo>
                    <a:pt x="509465" y="220034"/>
                    <a:pt x="497470" y="211754"/>
                    <a:pt x="495163" y="199335"/>
                  </a:cubicBezTo>
                  <a:cubicBezTo>
                    <a:pt x="492856" y="186915"/>
                    <a:pt x="501160" y="174956"/>
                    <a:pt x="513617" y="172656"/>
                  </a:cubicBezTo>
                  <a:close/>
                  <a:moveTo>
                    <a:pt x="269705" y="169410"/>
                  </a:moveTo>
                  <a:cubicBezTo>
                    <a:pt x="271086" y="170331"/>
                    <a:pt x="272007" y="172173"/>
                    <a:pt x="272007" y="174015"/>
                  </a:cubicBezTo>
                  <a:lnTo>
                    <a:pt x="272007" y="241697"/>
                  </a:lnTo>
                  <a:cubicBezTo>
                    <a:pt x="272007" y="244460"/>
                    <a:pt x="270166" y="246762"/>
                    <a:pt x="267404" y="246762"/>
                  </a:cubicBezTo>
                  <a:cubicBezTo>
                    <a:pt x="264641" y="246762"/>
                    <a:pt x="262800" y="244460"/>
                    <a:pt x="262800" y="241697"/>
                  </a:cubicBezTo>
                  <a:lnTo>
                    <a:pt x="262800" y="182763"/>
                  </a:lnTo>
                  <a:lnTo>
                    <a:pt x="243926" y="196115"/>
                  </a:lnTo>
                  <a:cubicBezTo>
                    <a:pt x="242084" y="197496"/>
                    <a:pt x="238862" y="197036"/>
                    <a:pt x="237481" y="194734"/>
                  </a:cubicBezTo>
                  <a:cubicBezTo>
                    <a:pt x="236100" y="192432"/>
                    <a:pt x="236560" y="189669"/>
                    <a:pt x="238862" y="188288"/>
                  </a:cubicBezTo>
                  <a:lnTo>
                    <a:pt x="264641" y="169871"/>
                  </a:lnTo>
                  <a:cubicBezTo>
                    <a:pt x="266022" y="168950"/>
                    <a:pt x="267864" y="168950"/>
                    <a:pt x="269705" y="169410"/>
                  </a:cubicBezTo>
                  <a:close/>
                  <a:moveTo>
                    <a:pt x="84623" y="112312"/>
                  </a:moveTo>
                  <a:cubicBezTo>
                    <a:pt x="115576" y="112312"/>
                    <a:pt x="140668" y="137470"/>
                    <a:pt x="140668" y="168505"/>
                  </a:cubicBezTo>
                  <a:cubicBezTo>
                    <a:pt x="140668" y="199540"/>
                    <a:pt x="115576" y="224698"/>
                    <a:pt x="84623" y="224698"/>
                  </a:cubicBezTo>
                  <a:cubicBezTo>
                    <a:pt x="53670" y="224698"/>
                    <a:pt x="28578" y="199540"/>
                    <a:pt x="28578" y="168505"/>
                  </a:cubicBezTo>
                  <a:cubicBezTo>
                    <a:pt x="28578" y="137470"/>
                    <a:pt x="53670" y="112312"/>
                    <a:pt x="84623" y="112312"/>
                  </a:cubicBezTo>
                  <a:close/>
                  <a:moveTo>
                    <a:pt x="393501" y="61228"/>
                  </a:moveTo>
                  <a:cubicBezTo>
                    <a:pt x="402292" y="61228"/>
                    <a:pt x="409419" y="68338"/>
                    <a:pt x="409419" y="77109"/>
                  </a:cubicBezTo>
                  <a:cubicBezTo>
                    <a:pt x="409419" y="85880"/>
                    <a:pt x="402292" y="92990"/>
                    <a:pt x="393501" y="92990"/>
                  </a:cubicBezTo>
                  <a:cubicBezTo>
                    <a:pt x="384710" y="92990"/>
                    <a:pt x="377583" y="85880"/>
                    <a:pt x="377583" y="77109"/>
                  </a:cubicBezTo>
                  <a:cubicBezTo>
                    <a:pt x="377583" y="68338"/>
                    <a:pt x="384710" y="61228"/>
                    <a:pt x="393501" y="61228"/>
                  </a:cubicBezTo>
                  <a:close/>
                  <a:moveTo>
                    <a:pt x="222477" y="0"/>
                  </a:moveTo>
                  <a:cubicBezTo>
                    <a:pt x="259277" y="0"/>
                    <a:pt x="289109" y="29882"/>
                    <a:pt x="289109" y="66744"/>
                  </a:cubicBezTo>
                  <a:cubicBezTo>
                    <a:pt x="289109" y="103606"/>
                    <a:pt x="259277" y="133488"/>
                    <a:pt x="222477" y="133488"/>
                  </a:cubicBezTo>
                  <a:cubicBezTo>
                    <a:pt x="185677" y="133488"/>
                    <a:pt x="155845" y="103606"/>
                    <a:pt x="155845" y="66744"/>
                  </a:cubicBezTo>
                  <a:cubicBezTo>
                    <a:pt x="155845" y="29882"/>
                    <a:pt x="185677" y="0"/>
                    <a:pt x="222477" y="0"/>
                  </a:cubicBezTo>
                  <a:close/>
                </a:path>
              </a:pathLst>
            </a:custGeom>
            <a:noFill/>
            <a:ln>
              <a:solidFill>
                <a:srgbClr val="3ABABA"/>
              </a:solidFill>
            </a:ln>
          </p:spPr>
        </p:sp>
        <p:sp>
          <p:nvSpPr>
            <p:cNvPr id="15" name="binary-code-loading-symbol_39047"/>
            <p:cNvSpPr>
              <a:spLocks noChangeAspect="1"/>
            </p:cNvSpPr>
            <p:nvPr/>
          </p:nvSpPr>
          <p:spPr bwMode="auto">
            <a:xfrm>
              <a:off x="4804639" y="1448780"/>
              <a:ext cx="580847" cy="609685"/>
            </a:xfrm>
            <a:custGeom>
              <a:avLst/>
              <a:gdLst>
                <a:gd name="connsiteX0" fmla="*/ 277783 w 566671"/>
                <a:gd name="connsiteY0" fmla="*/ 517955 h 594805"/>
                <a:gd name="connsiteX1" fmla="*/ 316282 w 566671"/>
                <a:gd name="connsiteY1" fmla="*/ 556380 h 594805"/>
                <a:gd name="connsiteX2" fmla="*/ 277783 w 566671"/>
                <a:gd name="connsiteY2" fmla="*/ 594805 h 594805"/>
                <a:gd name="connsiteX3" fmla="*/ 239284 w 566671"/>
                <a:gd name="connsiteY3" fmla="*/ 556380 h 594805"/>
                <a:gd name="connsiteX4" fmla="*/ 277783 w 566671"/>
                <a:gd name="connsiteY4" fmla="*/ 517955 h 594805"/>
                <a:gd name="connsiteX5" fmla="*/ 442401 w 566671"/>
                <a:gd name="connsiteY5" fmla="*/ 475088 h 594805"/>
                <a:gd name="connsiteX6" fmla="*/ 475384 w 566671"/>
                <a:gd name="connsiteY6" fmla="*/ 508034 h 594805"/>
                <a:gd name="connsiteX7" fmla="*/ 442401 w 566671"/>
                <a:gd name="connsiteY7" fmla="*/ 540980 h 594805"/>
                <a:gd name="connsiteX8" fmla="*/ 409418 w 566671"/>
                <a:gd name="connsiteY8" fmla="*/ 508034 h 594805"/>
                <a:gd name="connsiteX9" fmla="*/ 442401 w 566671"/>
                <a:gd name="connsiteY9" fmla="*/ 475088 h 594805"/>
                <a:gd name="connsiteX10" fmla="*/ 120827 w 566671"/>
                <a:gd name="connsiteY10" fmla="*/ 447473 h 594805"/>
                <a:gd name="connsiteX11" fmla="*/ 161399 w 566671"/>
                <a:gd name="connsiteY11" fmla="*/ 488008 h 594805"/>
                <a:gd name="connsiteX12" fmla="*/ 120827 w 566671"/>
                <a:gd name="connsiteY12" fmla="*/ 528543 h 594805"/>
                <a:gd name="connsiteX13" fmla="*/ 80255 w 566671"/>
                <a:gd name="connsiteY13" fmla="*/ 488008 h 594805"/>
                <a:gd name="connsiteX14" fmla="*/ 120827 w 566671"/>
                <a:gd name="connsiteY14" fmla="*/ 447473 h 594805"/>
                <a:gd name="connsiteX15" fmla="*/ 404831 w 566671"/>
                <a:gd name="connsiteY15" fmla="*/ 388578 h 594805"/>
                <a:gd name="connsiteX16" fmla="*/ 399760 w 566671"/>
                <a:gd name="connsiteY16" fmla="*/ 393180 h 594805"/>
                <a:gd name="connsiteX17" fmla="*/ 399760 w 566671"/>
                <a:gd name="connsiteY17" fmla="*/ 437353 h 594805"/>
                <a:gd name="connsiteX18" fmla="*/ 404831 w 566671"/>
                <a:gd name="connsiteY18" fmla="*/ 441955 h 594805"/>
                <a:gd name="connsiteX19" fmla="*/ 426962 w 566671"/>
                <a:gd name="connsiteY19" fmla="*/ 441955 h 594805"/>
                <a:gd name="connsiteX20" fmla="*/ 431572 w 566671"/>
                <a:gd name="connsiteY20" fmla="*/ 437353 h 594805"/>
                <a:gd name="connsiteX21" fmla="*/ 431572 w 566671"/>
                <a:gd name="connsiteY21" fmla="*/ 393180 h 594805"/>
                <a:gd name="connsiteX22" fmla="*/ 426962 w 566671"/>
                <a:gd name="connsiteY22" fmla="*/ 388578 h 594805"/>
                <a:gd name="connsiteX23" fmla="*/ 325538 w 566671"/>
                <a:gd name="connsiteY23" fmla="*/ 388578 h 594805"/>
                <a:gd name="connsiteX24" fmla="*/ 320467 w 566671"/>
                <a:gd name="connsiteY24" fmla="*/ 393180 h 594805"/>
                <a:gd name="connsiteX25" fmla="*/ 320467 w 566671"/>
                <a:gd name="connsiteY25" fmla="*/ 437353 h 594805"/>
                <a:gd name="connsiteX26" fmla="*/ 325538 w 566671"/>
                <a:gd name="connsiteY26" fmla="*/ 441955 h 594805"/>
                <a:gd name="connsiteX27" fmla="*/ 347669 w 566671"/>
                <a:gd name="connsiteY27" fmla="*/ 441955 h 594805"/>
                <a:gd name="connsiteX28" fmla="*/ 352279 w 566671"/>
                <a:gd name="connsiteY28" fmla="*/ 437353 h 594805"/>
                <a:gd name="connsiteX29" fmla="*/ 352279 w 566671"/>
                <a:gd name="connsiteY29" fmla="*/ 393180 h 594805"/>
                <a:gd name="connsiteX30" fmla="*/ 347669 w 566671"/>
                <a:gd name="connsiteY30" fmla="*/ 388578 h 594805"/>
                <a:gd name="connsiteX31" fmla="*/ 175246 w 566671"/>
                <a:gd name="connsiteY31" fmla="*/ 386268 h 594805"/>
                <a:gd name="connsiteX32" fmla="*/ 170636 w 566671"/>
                <a:gd name="connsiteY32" fmla="*/ 391330 h 594805"/>
                <a:gd name="connsiteX33" fmla="*/ 170636 w 566671"/>
                <a:gd name="connsiteY33" fmla="*/ 435503 h 594805"/>
                <a:gd name="connsiteX34" fmla="*/ 175246 w 566671"/>
                <a:gd name="connsiteY34" fmla="*/ 440105 h 594805"/>
                <a:gd name="connsiteX35" fmla="*/ 197377 w 566671"/>
                <a:gd name="connsiteY35" fmla="*/ 440105 h 594805"/>
                <a:gd name="connsiteX36" fmla="*/ 201987 w 566671"/>
                <a:gd name="connsiteY36" fmla="*/ 435503 h 594805"/>
                <a:gd name="connsiteX37" fmla="*/ 201987 w 566671"/>
                <a:gd name="connsiteY37" fmla="*/ 391330 h 594805"/>
                <a:gd name="connsiteX38" fmla="*/ 197377 w 566671"/>
                <a:gd name="connsiteY38" fmla="*/ 386268 h 594805"/>
                <a:gd name="connsiteX39" fmla="*/ 404831 w 566671"/>
                <a:gd name="connsiteY39" fmla="*/ 378915 h 594805"/>
                <a:gd name="connsiteX40" fmla="*/ 426962 w 566671"/>
                <a:gd name="connsiteY40" fmla="*/ 378915 h 594805"/>
                <a:gd name="connsiteX41" fmla="*/ 441254 w 566671"/>
                <a:gd name="connsiteY41" fmla="*/ 393180 h 594805"/>
                <a:gd name="connsiteX42" fmla="*/ 441254 w 566671"/>
                <a:gd name="connsiteY42" fmla="*/ 437353 h 594805"/>
                <a:gd name="connsiteX43" fmla="*/ 426962 w 566671"/>
                <a:gd name="connsiteY43" fmla="*/ 451618 h 594805"/>
                <a:gd name="connsiteX44" fmla="*/ 404831 w 566671"/>
                <a:gd name="connsiteY44" fmla="*/ 451618 h 594805"/>
                <a:gd name="connsiteX45" fmla="*/ 390539 w 566671"/>
                <a:gd name="connsiteY45" fmla="*/ 437353 h 594805"/>
                <a:gd name="connsiteX46" fmla="*/ 390539 w 566671"/>
                <a:gd name="connsiteY46" fmla="*/ 393180 h 594805"/>
                <a:gd name="connsiteX47" fmla="*/ 404831 w 566671"/>
                <a:gd name="connsiteY47" fmla="*/ 378915 h 594805"/>
                <a:gd name="connsiteX48" fmla="*/ 325538 w 566671"/>
                <a:gd name="connsiteY48" fmla="*/ 378915 h 594805"/>
                <a:gd name="connsiteX49" fmla="*/ 347669 w 566671"/>
                <a:gd name="connsiteY49" fmla="*/ 378915 h 594805"/>
                <a:gd name="connsiteX50" fmla="*/ 361961 w 566671"/>
                <a:gd name="connsiteY50" fmla="*/ 393180 h 594805"/>
                <a:gd name="connsiteX51" fmla="*/ 361961 w 566671"/>
                <a:gd name="connsiteY51" fmla="*/ 437353 h 594805"/>
                <a:gd name="connsiteX52" fmla="*/ 347669 w 566671"/>
                <a:gd name="connsiteY52" fmla="*/ 451618 h 594805"/>
                <a:gd name="connsiteX53" fmla="*/ 325538 w 566671"/>
                <a:gd name="connsiteY53" fmla="*/ 451618 h 594805"/>
                <a:gd name="connsiteX54" fmla="*/ 311246 w 566671"/>
                <a:gd name="connsiteY54" fmla="*/ 437353 h 594805"/>
                <a:gd name="connsiteX55" fmla="*/ 311246 w 566671"/>
                <a:gd name="connsiteY55" fmla="*/ 393180 h 594805"/>
                <a:gd name="connsiteX56" fmla="*/ 325538 w 566671"/>
                <a:gd name="connsiteY56" fmla="*/ 378915 h 594805"/>
                <a:gd name="connsiteX57" fmla="*/ 175246 w 566671"/>
                <a:gd name="connsiteY57" fmla="*/ 377065 h 594805"/>
                <a:gd name="connsiteX58" fmla="*/ 197377 w 566671"/>
                <a:gd name="connsiteY58" fmla="*/ 377065 h 594805"/>
                <a:gd name="connsiteX59" fmla="*/ 211669 w 566671"/>
                <a:gd name="connsiteY59" fmla="*/ 391330 h 594805"/>
                <a:gd name="connsiteX60" fmla="*/ 211669 w 566671"/>
                <a:gd name="connsiteY60" fmla="*/ 435503 h 594805"/>
                <a:gd name="connsiteX61" fmla="*/ 197377 w 566671"/>
                <a:gd name="connsiteY61" fmla="*/ 449768 h 594805"/>
                <a:gd name="connsiteX62" fmla="*/ 175246 w 566671"/>
                <a:gd name="connsiteY62" fmla="*/ 449768 h 594805"/>
                <a:gd name="connsiteX63" fmla="*/ 160954 w 566671"/>
                <a:gd name="connsiteY63" fmla="*/ 435503 h 594805"/>
                <a:gd name="connsiteX64" fmla="*/ 160954 w 566671"/>
                <a:gd name="connsiteY64" fmla="*/ 391330 h 594805"/>
                <a:gd name="connsiteX65" fmla="*/ 175246 w 566671"/>
                <a:gd name="connsiteY65" fmla="*/ 377065 h 594805"/>
                <a:gd name="connsiteX66" fmla="*/ 275254 w 566671"/>
                <a:gd name="connsiteY66" fmla="*/ 375246 h 594805"/>
                <a:gd name="connsiteX67" fmla="*/ 277560 w 566671"/>
                <a:gd name="connsiteY67" fmla="*/ 379390 h 594805"/>
                <a:gd name="connsiteX68" fmla="*/ 277560 w 566671"/>
                <a:gd name="connsiteY68" fmla="*/ 447533 h 594805"/>
                <a:gd name="connsiteX69" fmla="*/ 272947 w 566671"/>
                <a:gd name="connsiteY69" fmla="*/ 452137 h 594805"/>
                <a:gd name="connsiteX70" fmla="*/ 268334 w 566671"/>
                <a:gd name="connsiteY70" fmla="*/ 447533 h 594805"/>
                <a:gd name="connsiteX71" fmla="*/ 268334 w 566671"/>
                <a:gd name="connsiteY71" fmla="*/ 388598 h 594805"/>
                <a:gd name="connsiteX72" fmla="*/ 249421 w 566671"/>
                <a:gd name="connsiteY72" fmla="*/ 401490 h 594805"/>
                <a:gd name="connsiteX73" fmla="*/ 242963 w 566671"/>
                <a:gd name="connsiteY73" fmla="*/ 400109 h 594805"/>
                <a:gd name="connsiteX74" fmla="*/ 244347 w 566671"/>
                <a:gd name="connsiteY74" fmla="*/ 393663 h 594805"/>
                <a:gd name="connsiteX75" fmla="*/ 270179 w 566671"/>
                <a:gd name="connsiteY75" fmla="*/ 375706 h 594805"/>
                <a:gd name="connsiteX76" fmla="*/ 275254 w 566671"/>
                <a:gd name="connsiteY76" fmla="*/ 375246 h 594805"/>
                <a:gd name="connsiteX77" fmla="*/ 537167 w 566671"/>
                <a:gd name="connsiteY77" fmla="*/ 336049 h 594805"/>
                <a:gd name="connsiteX78" fmla="*/ 566671 w 566671"/>
                <a:gd name="connsiteY78" fmla="*/ 365293 h 594805"/>
                <a:gd name="connsiteX79" fmla="*/ 537167 w 566671"/>
                <a:gd name="connsiteY79" fmla="*/ 394537 h 594805"/>
                <a:gd name="connsiteX80" fmla="*/ 507663 w 566671"/>
                <a:gd name="connsiteY80" fmla="*/ 365293 h 594805"/>
                <a:gd name="connsiteX81" fmla="*/ 537167 w 566671"/>
                <a:gd name="connsiteY81" fmla="*/ 336049 h 594805"/>
                <a:gd name="connsiteX82" fmla="*/ 256389 w 566671"/>
                <a:gd name="connsiteY82" fmla="*/ 290935 h 594805"/>
                <a:gd name="connsiteX83" fmla="*/ 251779 w 566671"/>
                <a:gd name="connsiteY83" fmla="*/ 295541 h 594805"/>
                <a:gd name="connsiteX84" fmla="*/ 251779 w 566671"/>
                <a:gd name="connsiteY84" fmla="*/ 339760 h 594805"/>
                <a:gd name="connsiteX85" fmla="*/ 256389 w 566671"/>
                <a:gd name="connsiteY85" fmla="*/ 344827 h 594805"/>
                <a:gd name="connsiteX86" fmla="*/ 278520 w 566671"/>
                <a:gd name="connsiteY86" fmla="*/ 344827 h 594805"/>
                <a:gd name="connsiteX87" fmla="*/ 283130 w 566671"/>
                <a:gd name="connsiteY87" fmla="*/ 339760 h 594805"/>
                <a:gd name="connsiteX88" fmla="*/ 283130 w 566671"/>
                <a:gd name="connsiteY88" fmla="*/ 295541 h 594805"/>
                <a:gd name="connsiteX89" fmla="*/ 278520 w 566671"/>
                <a:gd name="connsiteY89" fmla="*/ 290935 h 594805"/>
                <a:gd name="connsiteX90" fmla="*/ 44496 w 566671"/>
                <a:gd name="connsiteY90" fmla="*/ 290072 h 594805"/>
                <a:gd name="connsiteX91" fmla="*/ 88992 w 566671"/>
                <a:gd name="connsiteY91" fmla="*/ 334716 h 594805"/>
                <a:gd name="connsiteX92" fmla="*/ 44496 w 566671"/>
                <a:gd name="connsiteY92" fmla="*/ 379360 h 594805"/>
                <a:gd name="connsiteX93" fmla="*/ 0 w 566671"/>
                <a:gd name="connsiteY93" fmla="*/ 334716 h 594805"/>
                <a:gd name="connsiteX94" fmla="*/ 44496 w 566671"/>
                <a:gd name="connsiteY94" fmla="*/ 290072 h 594805"/>
                <a:gd name="connsiteX95" fmla="*/ 256389 w 566671"/>
                <a:gd name="connsiteY95" fmla="*/ 281262 h 594805"/>
                <a:gd name="connsiteX96" fmla="*/ 278520 w 566671"/>
                <a:gd name="connsiteY96" fmla="*/ 281262 h 594805"/>
                <a:gd name="connsiteX97" fmla="*/ 292812 w 566671"/>
                <a:gd name="connsiteY97" fmla="*/ 295541 h 594805"/>
                <a:gd name="connsiteX98" fmla="*/ 292812 w 566671"/>
                <a:gd name="connsiteY98" fmla="*/ 339760 h 594805"/>
                <a:gd name="connsiteX99" fmla="*/ 278520 w 566671"/>
                <a:gd name="connsiteY99" fmla="*/ 354039 h 594805"/>
                <a:gd name="connsiteX100" fmla="*/ 256389 w 566671"/>
                <a:gd name="connsiteY100" fmla="*/ 354039 h 594805"/>
                <a:gd name="connsiteX101" fmla="*/ 242097 w 566671"/>
                <a:gd name="connsiteY101" fmla="*/ 339760 h 594805"/>
                <a:gd name="connsiteX102" fmla="*/ 242097 w 566671"/>
                <a:gd name="connsiteY102" fmla="*/ 295541 h 594805"/>
                <a:gd name="connsiteX103" fmla="*/ 256389 w 566671"/>
                <a:gd name="connsiteY103" fmla="*/ 281262 h 594805"/>
                <a:gd name="connsiteX104" fmla="*/ 425548 w 566671"/>
                <a:gd name="connsiteY104" fmla="*/ 279444 h 594805"/>
                <a:gd name="connsiteX105" fmla="*/ 427853 w 566671"/>
                <a:gd name="connsiteY105" fmla="*/ 283588 h 594805"/>
                <a:gd name="connsiteX106" fmla="*/ 427853 w 566671"/>
                <a:gd name="connsiteY106" fmla="*/ 351731 h 594805"/>
                <a:gd name="connsiteX107" fmla="*/ 423242 w 566671"/>
                <a:gd name="connsiteY107" fmla="*/ 356335 h 594805"/>
                <a:gd name="connsiteX108" fmla="*/ 418631 w 566671"/>
                <a:gd name="connsiteY108" fmla="*/ 351731 h 594805"/>
                <a:gd name="connsiteX109" fmla="*/ 418631 w 566671"/>
                <a:gd name="connsiteY109" fmla="*/ 292796 h 594805"/>
                <a:gd name="connsiteX110" fmla="*/ 399727 w 566671"/>
                <a:gd name="connsiteY110" fmla="*/ 305688 h 594805"/>
                <a:gd name="connsiteX111" fmla="*/ 393271 w 566671"/>
                <a:gd name="connsiteY111" fmla="*/ 304767 h 594805"/>
                <a:gd name="connsiteX112" fmla="*/ 394194 w 566671"/>
                <a:gd name="connsiteY112" fmla="*/ 297861 h 594805"/>
                <a:gd name="connsiteX113" fmla="*/ 420476 w 566671"/>
                <a:gd name="connsiteY113" fmla="*/ 279904 h 594805"/>
                <a:gd name="connsiteX114" fmla="*/ 425548 w 566671"/>
                <a:gd name="connsiteY114" fmla="*/ 279444 h 594805"/>
                <a:gd name="connsiteX115" fmla="*/ 346254 w 566671"/>
                <a:gd name="connsiteY115" fmla="*/ 279444 h 594805"/>
                <a:gd name="connsiteX116" fmla="*/ 348560 w 566671"/>
                <a:gd name="connsiteY116" fmla="*/ 283588 h 594805"/>
                <a:gd name="connsiteX117" fmla="*/ 348560 w 566671"/>
                <a:gd name="connsiteY117" fmla="*/ 351731 h 594805"/>
                <a:gd name="connsiteX118" fmla="*/ 343947 w 566671"/>
                <a:gd name="connsiteY118" fmla="*/ 356335 h 594805"/>
                <a:gd name="connsiteX119" fmla="*/ 339334 w 566671"/>
                <a:gd name="connsiteY119" fmla="*/ 351731 h 594805"/>
                <a:gd name="connsiteX120" fmla="*/ 339334 w 566671"/>
                <a:gd name="connsiteY120" fmla="*/ 292796 h 594805"/>
                <a:gd name="connsiteX121" fmla="*/ 320421 w 566671"/>
                <a:gd name="connsiteY121" fmla="*/ 305688 h 594805"/>
                <a:gd name="connsiteX122" fmla="*/ 313963 w 566671"/>
                <a:gd name="connsiteY122" fmla="*/ 304767 h 594805"/>
                <a:gd name="connsiteX123" fmla="*/ 314885 w 566671"/>
                <a:gd name="connsiteY123" fmla="*/ 297861 h 594805"/>
                <a:gd name="connsiteX124" fmla="*/ 341179 w 566671"/>
                <a:gd name="connsiteY124" fmla="*/ 279904 h 594805"/>
                <a:gd name="connsiteX125" fmla="*/ 346254 w 566671"/>
                <a:gd name="connsiteY125" fmla="*/ 279444 h 594805"/>
                <a:gd name="connsiteX126" fmla="*/ 201498 w 566671"/>
                <a:gd name="connsiteY126" fmla="*/ 279444 h 594805"/>
                <a:gd name="connsiteX127" fmla="*/ 204265 w 566671"/>
                <a:gd name="connsiteY127" fmla="*/ 283588 h 594805"/>
                <a:gd name="connsiteX128" fmla="*/ 204265 w 566671"/>
                <a:gd name="connsiteY128" fmla="*/ 351731 h 594805"/>
                <a:gd name="connsiteX129" fmla="*/ 199193 w 566671"/>
                <a:gd name="connsiteY129" fmla="*/ 356335 h 594805"/>
                <a:gd name="connsiteX130" fmla="*/ 194582 w 566671"/>
                <a:gd name="connsiteY130" fmla="*/ 351731 h 594805"/>
                <a:gd name="connsiteX131" fmla="*/ 194582 w 566671"/>
                <a:gd name="connsiteY131" fmla="*/ 292796 h 594805"/>
                <a:gd name="connsiteX132" fmla="*/ 176139 w 566671"/>
                <a:gd name="connsiteY132" fmla="*/ 305688 h 594805"/>
                <a:gd name="connsiteX133" fmla="*/ 169222 w 566671"/>
                <a:gd name="connsiteY133" fmla="*/ 304767 h 594805"/>
                <a:gd name="connsiteX134" fmla="*/ 170606 w 566671"/>
                <a:gd name="connsiteY134" fmla="*/ 297861 h 594805"/>
                <a:gd name="connsiteX135" fmla="*/ 196888 w 566671"/>
                <a:gd name="connsiteY135" fmla="*/ 279904 h 594805"/>
                <a:gd name="connsiteX136" fmla="*/ 201498 w 566671"/>
                <a:gd name="connsiteY136" fmla="*/ 279444 h 594805"/>
                <a:gd name="connsiteX137" fmla="*/ 398822 w 566671"/>
                <a:gd name="connsiteY137" fmla="*/ 183261 h 594805"/>
                <a:gd name="connsiteX138" fmla="*/ 394210 w 566671"/>
                <a:gd name="connsiteY138" fmla="*/ 188323 h 594805"/>
                <a:gd name="connsiteX139" fmla="*/ 394210 w 566671"/>
                <a:gd name="connsiteY139" fmla="*/ 232496 h 594805"/>
                <a:gd name="connsiteX140" fmla="*/ 398822 w 566671"/>
                <a:gd name="connsiteY140" fmla="*/ 237098 h 594805"/>
                <a:gd name="connsiteX141" fmla="*/ 421420 w 566671"/>
                <a:gd name="connsiteY141" fmla="*/ 237098 h 594805"/>
                <a:gd name="connsiteX142" fmla="*/ 426032 w 566671"/>
                <a:gd name="connsiteY142" fmla="*/ 232496 h 594805"/>
                <a:gd name="connsiteX143" fmla="*/ 426032 w 566671"/>
                <a:gd name="connsiteY143" fmla="*/ 188323 h 594805"/>
                <a:gd name="connsiteX144" fmla="*/ 421420 w 566671"/>
                <a:gd name="connsiteY144" fmla="*/ 183261 h 594805"/>
                <a:gd name="connsiteX145" fmla="*/ 319986 w 566671"/>
                <a:gd name="connsiteY145" fmla="*/ 183261 h 594805"/>
                <a:gd name="connsiteX146" fmla="*/ 314915 w 566671"/>
                <a:gd name="connsiteY146" fmla="*/ 188323 h 594805"/>
                <a:gd name="connsiteX147" fmla="*/ 314915 w 566671"/>
                <a:gd name="connsiteY147" fmla="*/ 232496 h 594805"/>
                <a:gd name="connsiteX148" fmla="*/ 319986 w 566671"/>
                <a:gd name="connsiteY148" fmla="*/ 237098 h 594805"/>
                <a:gd name="connsiteX149" fmla="*/ 342117 w 566671"/>
                <a:gd name="connsiteY149" fmla="*/ 237098 h 594805"/>
                <a:gd name="connsiteX150" fmla="*/ 346727 w 566671"/>
                <a:gd name="connsiteY150" fmla="*/ 232496 h 594805"/>
                <a:gd name="connsiteX151" fmla="*/ 346727 w 566671"/>
                <a:gd name="connsiteY151" fmla="*/ 188323 h 594805"/>
                <a:gd name="connsiteX152" fmla="*/ 342117 w 566671"/>
                <a:gd name="connsiteY152" fmla="*/ 183261 h 594805"/>
                <a:gd name="connsiteX153" fmla="*/ 179380 w 566671"/>
                <a:gd name="connsiteY153" fmla="*/ 183261 h 594805"/>
                <a:gd name="connsiteX154" fmla="*/ 174768 w 566671"/>
                <a:gd name="connsiteY154" fmla="*/ 188323 h 594805"/>
                <a:gd name="connsiteX155" fmla="*/ 174768 w 566671"/>
                <a:gd name="connsiteY155" fmla="*/ 232496 h 594805"/>
                <a:gd name="connsiteX156" fmla="*/ 179380 w 566671"/>
                <a:gd name="connsiteY156" fmla="*/ 237098 h 594805"/>
                <a:gd name="connsiteX157" fmla="*/ 201978 w 566671"/>
                <a:gd name="connsiteY157" fmla="*/ 237098 h 594805"/>
                <a:gd name="connsiteX158" fmla="*/ 206590 w 566671"/>
                <a:gd name="connsiteY158" fmla="*/ 232496 h 594805"/>
                <a:gd name="connsiteX159" fmla="*/ 206590 w 566671"/>
                <a:gd name="connsiteY159" fmla="*/ 188323 h 594805"/>
                <a:gd name="connsiteX160" fmla="*/ 201978 w 566671"/>
                <a:gd name="connsiteY160" fmla="*/ 183261 h 594805"/>
                <a:gd name="connsiteX161" fmla="*/ 398822 w 566671"/>
                <a:gd name="connsiteY161" fmla="*/ 174058 h 594805"/>
                <a:gd name="connsiteX162" fmla="*/ 421420 w 566671"/>
                <a:gd name="connsiteY162" fmla="*/ 174058 h 594805"/>
                <a:gd name="connsiteX163" fmla="*/ 435256 w 566671"/>
                <a:gd name="connsiteY163" fmla="*/ 188323 h 594805"/>
                <a:gd name="connsiteX164" fmla="*/ 435256 w 566671"/>
                <a:gd name="connsiteY164" fmla="*/ 232496 h 594805"/>
                <a:gd name="connsiteX165" fmla="*/ 421420 w 566671"/>
                <a:gd name="connsiteY165" fmla="*/ 246761 h 594805"/>
                <a:gd name="connsiteX166" fmla="*/ 398822 w 566671"/>
                <a:gd name="connsiteY166" fmla="*/ 246761 h 594805"/>
                <a:gd name="connsiteX167" fmla="*/ 384986 w 566671"/>
                <a:gd name="connsiteY167" fmla="*/ 232496 h 594805"/>
                <a:gd name="connsiteX168" fmla="*/ 384986 w 566671"/>
                <a:gd name="connsiteY168" fmla="*/ 188323 h 594805"/>
                <a:gd name="connsiteX169" fmla="*/ 398822 w 566671"/>
                <a:gd name="connsiteY169" fmla="*/ 174058 h 594805"/>
                <a:gd name="connsiteX170" fmla="*/ 319986 w 566671"/>
                <a:gd name="connsiteY170" fmla="*/ 174058 h 594805"/>
                <a:gd name="connsiteX171" fmla="*/ 342117 w 566671"/>
                <a:gd name="connsiteY171" fmla="*/ 174058 h 594805"/>
                <a:gd name="connsiteX172" fmla="*/ 356409 w 566671"/>
                <a:gd name="connsiteY172" fmla="*/ 188323 h 594805"/>
                <a:gd name="connsiteX173" fmla="*/ 356409 w 566671"/>
                <a:gd name="connsiteY173" fmla="*/ 232496 h 594805"/>
                <a:gd name="connsiteX174" fmla="*/ 342117 w 566671"/>
                <a:gd name="connsiteY174" fmla="*/ 246761 h 594805"/>
                <a:gd name="connsiteX175" fmla="*/ 319986 w 566671"/>
                <a:gd name="connsiteY175" fmla="*/ 246761 h 594805"/>
                <a:gd name="connsiteX176" fmla="*/ 305694 w 566671"/>
                <a:gd name="connsiteY176" fmla="*/ 232496 h 594805"/>
                <a:gd name="connsiteX177" fmla="*/ 305694 w 566671"/>
                <a:gd name="connsiteY177" fmla="*/ 188323 h 594805"/>
                <a:gd name="connsiteX178" fmla="*/ 319986 w 566671"/>
                <a:gd name="connsiteY178" fmla="*/ 174058 h 594805"/>
                <a:gd name="connsiteX179" fmla="*/ 179380 w 566671"/>
                <a:gd name="connsiteY179" fmla="*/ 174058 h 594805"/>
                <a:gd name="connsiteX180" fmla="*/ 201978 w 566671"/>
                <a:gd name="connsiteY180" fmla="*/ 174058 h 594805"/>
                <a:gd name="connsiteX181" fmla="*/ 215814 w 566671"/>
                <a:gd name="connsiteY181" fmla="*/ 188323 h 594805"/>
                <a:gd name="connsiteX182" fmla="*/ 215814 w 566671"/>
                <a:gd name="connsiteY182" fmla="*/ 232496 h 594805"/>
                <a:gd name="connsiteX183" fmla="*/ 201978 w 566671"/>
                <a:gd name="connsiteY183" fmla="*/ 246761 h 594805"/>
                <a:gd name="connsiteX184" fmla="*/ 179380 w 566671"/>
                <a:gd name="connsiteY184" fmla="*/ 246761 h 594805"/>
                <a:gd name="connsiteX185" fmla="*/ 165544 w 566671"/>
                <a:gd name="connsiteY185" fmla="*/ 232496 h 594805"/>
                <a:gd name="connsiteX186" fmla="*/ 165544 w 566671"/>
                <a:gd name="connsiteY186" fmla="*/ 188323 h 594805"/>
                <a:gd name="connsiteX187" fmla="*/ 179380 w 566671"/>
                <a:gd name="connsiteY187" fmla="*/ 174058 h 594805"/>
                <a:gd name="connsiteX188" fmla="*/ 513617 w 566671"/>
                <a:gd name="connsiteY188" fmla="*/ 172656 h 594805"/>
                <a:gd name="connsiteX189" fmla="*/ 540375 w 566671"/>
                <a:gd name="connsiteY189" fmla="*/ 191515 h 594805"/>
                <a:gd name="connsiteX190" fmla="*/ 521921 w 566671"/>
                <a:gd name="connsiteY190" fmla="*/ 217734 h 594805"/>
                <a:gd name="connsiteX191" fmla="*/ 495163 w 566671"/>
                <a:gd name="connsiteY191" fmla="*/ 199335 h 594805"/>
                <a:gd name="connsiteX192" fmla="*/ 513617 w 566671"/>
                <a:gd name="connsiteY192" fmla="*/ 172656 h 594805"/>
                <a:gd name="connsiteX193" fmla="*/ 269705 w 566671"/>
                <a:gd name="connsiteY193" fmla="*/ 169410 h 594805"/>
                <a:gd name="connsiteX194" fmla="*/ 272007 w 566671"/>
                <a:gd name="connsiteY194" fmla="*/ 174015 h 594805"/>
                <a:gd name="connsiteX195" fmla="*/ 272007 w 566671"/>
                <a:gd name="connsiteY195" fmla="*/ 241697 h 594805"/>
                <a:gd name="connsiteX196" fmla="*/ 267404 w 566671"/>
                <a:gd name="connsiteY196" fmla="*/ 246762 h 594805"/>
                <a:gd name="connsiteX197" fmla="*/ 262800 w 566671"/>
                <a:gd name="connsiteY197" fmla="*/ 241697 h 594805"/>
                <a:gd name="connsiteX198" fmla="*/ 262800 w 566671"/>
                <a:gd name="connsiteY198" fmla="*/ 182763 h 594805"/>
                <a:gd name="connsiteX199" fmla="*/ 243926 w 566671"/>
                <a:gd name="connsiteY199" fmla="*/ 196115 h 594805"/>
                <a:gd name="connsiteX200" fmla="*/ 237481 w 566671"/>
                <a:gd name="connsiteY200" fmla="*/ 194734 h 594805"/>
                <a:gd name="connsiteX201" fmla="*/ 238862 w 566671"/>
                <a:gd name="connsiteY201" fmla="*/ 188288 h 594805"/>
                <a:gd name="connsiteX202" fmla="*/ 264641 w 566671"/>
                <a:gd name="connsiteY202" fmla="*/ 169871 h 594805"/>
                <a:gd name="connsiteX203" fmla="*/ 269705 w 566671"/>
                <a:gd name="connsiteY203" fmla="*/ 169410 h 594805"/>
                <a:gd name="connsiteX204" fmla="*/ 84623 w 566671"/>
                <a:gd name="connsiteY204" fmla="*/ 112312 h 594805"/>
                <a:gd name="connsiteX205" fmla="*/ 140668 w 566671"/>
                <a:gd name="connsiteY205" fmla="*/ 168505 h 594805"/>
                <a:gd name="connsiteX206" fmla="*/ 84623 w 566671"/>
                <a:gd name="connsiteY206" fmla="*/ 224698 h 594805"/>
                <a:gd name="connsiteX207" fmla="*/ 28578 w 566671"/>
                <a:gd name="connsiteY207" fmla="*/ 168505 h 594805"/>
                <a:gd name="connsiteX208" fmla="*/ 84623 w 566671"/>
                <a:gd name="connsiteY208" fmla="*/ 112312 h 594805"/>
                <a:gd name="connsiteX209" fmla="*/ 393501 w 566671"/>
                <a:gd name="connsiteY209" fmla="*/ 61228 h 594805"/>
                <a:gd name="connsiteX210" fmla="*/ 409419 w 566671"/>
                <a:gd name="connsiteY210" fmla="*/ 77109 h 594805"/>
                <a:gd name="connsiteX211" fmla="*/ 393501 w 566671"/>
                <a:gd name="connsiteY211" fmla="*/ 92990 h 594805"/>
                <a:gd name="connsiteX212" fmla="*/ 377583 w 566671"/>
                <a:gd name="connsiteY212" fmla="*/ 77109 h 594805"/>
                <a:gd name="connsiteX213" fmla="*/ 393501 w 566671"/>
                <a:gd name="connsiteY213" fmla="*/ 61228 h 594805"/>
                <a:gd name="connsiteX214" fmla="*/ 222477 w 566671"/>
                <a:gd name="connsiteY214" fmla="*/ 0 h 594805"/>
                <a:gd name="connsiteX215" fmla="*/ 289109 w 566671"/>
                <a:gd name="connsiteY215" fmla="*/ 66744 h 594805"/>
                <a:gd name="connsiteX216" fmla="*/ 222477 w 566671"/>
                <a:gd name="connsiteY216" fmla="*/ 133488 h 594805"/>
                <a:gd name="connsiteX217" fmla="*/ 155845 w 566671"/>
                <a:gd name="connsiteY217" fmla="*/ 66744 h 594805"/>
                <a:gd name="connsiteX218" fmla="*/ 222477 w 566671"/>
                <a:gd name="connsiteY218" fmla="*/ 0 h 5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566671" h="594805">
                  <a:moveTo>
                    <a:pt x="277783" y="517955"/>
                  </a:moveTo>
                  <a:cubicBezTo>
                    <a:pt x="299045" y="517955"/>
                    <a:pt x="316282" y="535158"/>
                    <a:pt x="316282" y="556380"/>
                  </a:cubicBezTo>
                  <a:cubicBezTo>
                    <a:pt x="316282" y="577602"/>
                    <a:pt x="299045" y="594805"/>
                    <a:pt x="277783" y="594805"/>
                  </a:cubicBezTo>
                  <a:cubicBezTo>
                    <a:pt x="256521" y="594805"/>
                    <a:pt x="239284" y="577602"/>
                    <a:pt x="239284" y="556380"/>
                  </a:cubicBezTo>
                  <a:cubicBezTo>
                    <a:pt x="239284" y="535158"/>
                    <a:pt x="256521" y="517955"/>
                    <a:pt x="277783" y="517955"/>
                  </a:cubicBezTo>
                  <a:close/>
                  <a:moveTo>
                    <a:pt x="442401" y="475088"/>
                  </a:moveTo>
                  <a:cubicBezTo>
                    <a:pt x="460617" y="475088"/>
                    <a:pt x="475384" y="489838"/>
                    <a:pt x="475384" y="508034"/>
                  </a:cubicBezTo>
                  <a:cubicBezTo>
                    <a:pt x="475384" y="526230"/>
                    <a:pt x="460617" y="540980"/>
                    <a:pt x="442401" y="540980"/>
                  </a:cubicBezTo>
                  <a:cubicBezTo>
                    <a:pt x="424185" y="540980"/>
                    <a:pt x="409418" y="526230"/>
                    <a:pt x="409418" y="508034"/>
                  </a:cubicBezTo>
                  <a:cubicBezTo>
                    <a:pt x="409418" y="489838"/>
                    <a:pt x="424185" y="475088"/>
                    <a:pt x="442401" y="475088"/>
                  </a:cubicBezTo>
                  <a:close/>
                  <a:moveTo>
                    <a:pt x="120827" y="447473"/>
                  </a:moveTo>
                  <a:cubicBezTo>
                    <a:pt x="143234" y="447473"/>
                    <a:pt x="161399" y="465621"/>
                    <a:pt x="161399" y="488008"/>
                  </a:cubicBezTo>
                  <a:cubicBezTo>
                    <a:pt x="161399" y="510395"/>
                    <a:pt x="143234" y="528543"/>
                    <a:pt x="120827" y="528543"/>
                  </a:cubicBezTo>
                  <a:cubicBezTo>
                    <a:pt x="98420" y="528543"/>
                    <a:pt x="80255" y="510395"/>
                    <a:pt x="80255" y="488008"/>
                  </a:cubicBezTo>
                  <a:cubicBezTo>
                    <a:pt x="80255" y="465621"/>
                    <a:pt x="98420" y="447473"/>
                    <a:pt x="120827" y="447473"/>
                  </a:cubicBezTo>
                  <a:close/>
                  <a:moveTo>
                    <a:pt x="404831" y="388578"/>
                  </a:moveTo>
                  <a:cubicBezTo>
                    <a:pt x="402065" y="388578"/>
                    <a:pt x="399760" y="390419"/>
                    <a:pt x="399760" y="393180"/>
                  </a:cubicBezTo>
                  <a:lnTo>
                    <a:pt x="399760" y="437353"/>
                  </a:lnTo>
                  <a:cubicBezTo>
                    <a:pt x="399760" y="440114"/>
                    <a:pt x="402065" y="441955"/>
                    <a:pt x="404831" y="441955"/>
                  </a:cubicBezTo>
                  <a:lnTo>
                    <a:pt x="426962" y="441955"/>
                  </a:lnTo>
                  <a:cubicBezTo>
                    <a:pt x="429267" y="441955"/>
                    <a:pt x="431572" y="440114"/>
                    <a:pt x="431572" y="437353"/>
                  </a:cubicBezTo>
                  <a:lnTo>
                    <a:pt x="431572" y="393180"/>
                  </a:lnTo>
                  <a:cubicBezTo>
                    <a:pt x="431572" y="390419"/>
                    <a:pt x="429267" y="388578"/>
                    <a:pt x="426962" y="388578"/>
                  </a:cubicBezTo>
                  <a:close/>
                  <a:moveTo>
                    <a:pt x="325538" y="388578"/>
                  </a:moveTo>
                  <a:cubicBezTo>
                    <a:pt x="322772" y="388578"/>
                    <a:pt x="320467" y="390419"/>
                    <a:pt x="320467" y="393180"/>
                  </a:cubicBezTo>
                  <a:lnTo>
                    <a:pt x="320467" y="437353"/>
                  </a:lnTo>
                  <a:cubicBezTo>
                    <a:pt x="320467" y="440114"/>
                    <a:pt x="322772" y="441955"/>
                    <a:pt x="325538" y="441955"/>
                  </a:cubicBezTo>
                  <a:lnTo>
                    <a:pt x="347669" y="441955"/>
                  </a:lnTo>
                  <a:cubicBezTo>
                    <a:pt x="349974" y="441955"/>
                    <a:pt x="352279" y="440114"/>
                    <a:pt x="352279" y="437353"/>
                  </a:cubicBezTo>
                  <a:lnTo>
                    <a:pt x="352279" y="393180"/>
                  </a:lnTo>
                  <a:cubicBezTo>
                    <a:pt x="352279" y="390419"/>
                    <a:pt x="349974" y="388578"/>
                    <a:pt x="347669" y="388578"/>
                  </a:cubicBezTo>
                  <a:close/>
                  <a:moveTo>
                    <a:pt x="175246" y="386268"/>
                  </a:moveTo>
                  <a:cubicBezTo>
                    <a:pt x="172480" y="386268"/>
                    <a:pt x="170636" y="388569"/>
                    <a:pt x="170636" y="391330"/>
                  </a:cubicBezTo>
                  <a:lnTo>
                    <a:pt x="170636" y="435503"/>
                  </a:lnTo>
                  <a:cubicBezTo>
                    <a:pt x="170636" y="438264"/>
                    <a:pt x="172480" y="440105"/>
                    <a:pt x="175246" y="440105"/>
                  </a:cubicBezTo>
                  <a:lnTo>
                    <a:pt x="197377" y="440105"/>
                  </a:lnTo>
                  <a:cubicBezTo>
                    <a:pt x="200143" y="440105"/>
                    <a:pt x="201987" y="438264"/>
                    <a:pt x="201987" y="435503"/>
                  </a:cubicBezTo>
                  <a:lnTo>
                    <a:pt x="201987" y="391330"/>
                  </a:lnTo>
                  <a:cubicBezTo>
                    <a:pt x="201987" y="388569"/>
                    <a:pt x="200143" y="386268"/>
                    <a:pt x="197377" y="386268"/>
                  </a:cubicBezTo>
                  <a:close/>
                  <a:moveTo>
                    <a:pt x="404831" y="378915"/>
                  </a:moveTo>
                  <a:lnTo>
                    <a:pt x="426962" y="378915"/>
                  </a:lnTo>
                  <a:cubicBezTo>
                    <a:pt x="434799" y="378915"/>
                    <a:pt x="441254" y="385357"/>
                    <a:pt x="441254" y="393180"/>
                  </a:cubicBezTo>
                  <a:lnTo>
                    <a:pt x="441254" y="437353"/>
                  </a:lnTo>
                  <a:cubicBezTo>
                    <a:pt x="441254" y="445176"/>
                    <a:pt x="434799" y="451618"/>
                    <a:pt x="426962" y="451618"/>
                  </a:cubicBezTo>
                  <a:lnTo>
                    <a:pt x="404831" y="451618"/>
                  </a:lnTo>
                  <a:cubicBezTo>
                    <a:pt x="396994" y="451618"/>
                    <a:pt x="390539" y="445176"/>
                    <a:pt x="390539" y="437353"/>
                  </a:cubicBezTo>
                  <a:lnTo>
                    <a:pt x="390539" y="393180"/>
                  </a:lnTo>
                  <a:cubicBezTo>
                    <a:pt x="390539" y="385357"/>
                    <a:pt x="396994" y="378915"/>
                    <a:pt x="404831" y="378915"/>
                  </a:cubicBezTo>
                  <a:close/>
                  <a:moveTo>
                    <a:pt x="325538" y="378915"/>
                  </a:moveTo>
                  <a:lnTo>
                    <a:pt x="347669" y="378915"/>
                  </a:lnTo>
                  <a:cubicBezTo>
                    <a:pt x="355506" y="378915"/>
                    <a:pt x="361961" y="385357"/>
                    <a:pt x="361961" y="393180"/>
                  </a:cubicBezTo>
                  <a:lnTo>
                    <a:pt x="361961" y="437353"/>
                  </a:lnTo>
                  <a:cubicBezTo>
                    <a:pt x="361961" y="445176"/>
                    <a:pt x="355506" y="451618"/>
                    <a:pt x="347669" y="451618"/>
                  </a:cubicBezTo>
                  <a:lnTo>
                    <a:pt x="325538" y="451618"/>
                  </a:lnTo>
                  <a:cubicBezTo>
                    <a:pt x="317701" y="451618"/>
                    <a:pt x="311246" y="445176"/>
                    <a:pt x="311246" y="437353"/>
                  </a:cubicBezTo>
                  <a:lnTo>
                    <a:pt x="311246" y="393180"/>
                  </a:lnTo>
                  <a:cubicBezTo>
                    <a:pt x="311246" y="385357"/>
                    <a:pt x="317701" y="378915"/>
                    <a:pt x="325538" y="378915"/>
                  </a:cubicBezTo>
                  <a:close/>
                  <a:moveTo>
                    <a:pt x="175246" y="377065"/>
                  </a:moveTo>
                  <a:lnTo>
                    <a:pt x="197377" y="377065"/>
                  </a:lnTo>
                  <a:cubicBezTo>
                    <a:pt x="205214" y="377065"/>
                    <a:pt x="211669" y="383507"/>
                    <a:pt x="211669" y="391330"/>
                  </a:cubicBezTo>
                  <a:lnTo>
                    <a:pt x="211669" y="435503"/>
                  </a:lnTo>
                  <a:cubicBezTo>
                    <a:pt x="211669" y="443326"/>
                    <a:pt x="205214" y="449768"/>
                    <a:pt x="197377" y="449768"/>
                  </a:cubicBezTo>
                  <a:lnTo>
                    <a:pt x="175246" y="449768"/>
                  </a:lnTo>
                  <a:cubicBezTo>
                    <a:pt x="167409" y="449768"/>
                    <a:pt x="160954" y="443326"/>
                    <a:pt x="160954" y="435503"/>
                  </a:cubicBezTo>
                  <a:lnTo>
                    <a:pt x="160954" y="391330"/>
                  </a:lnTo>
                  <a:cubicBezTo>
                    <a:pt x="160954" y="383507"/>
                    <a:pt x="167409" y="377065"/>
                    <a:pt x="175246" y="377065"/>
                  </a:cubicBezTo>
                  <a:close/>
                  <a:moveTo>
                    <a:pt x="275254" y="375246"/>
                  </a:moveTo>
                  <a:cubicBezTo>
                    <a:pt x="276637" y="376167"/>
                    <a:pt x="277560" y="377548"/>
                    <a:pt x="277560" y="379390"/>
                  </a:cubicBezTo>
                  <a:lnTo>
                    <a:pt x="277560" y="447533"/>
                  </a:lnTo>
                  <a:cubicBezTo>
                    <a:pt x="277560" y="449835"/>
                    <a:pt x="275715" y="452137"/>
                    <a:pt x="272947" y="452137"/>
                  </a:cubicBezTo>
                  <a:cubicBezTo>
                    <a:pt x="270179" y="452137"/>
                    <a:pt x="268334" y="449835"/>
                    <a:pt x="268334" y="447533"/>
                  </a:cubicBezTo>
                  <a:lnTo>
                    <a:pt x="268334" y="388598"/>
                  </a:lnTo>
                  <a:lnTo>
                    <a:pt x="249421" y="401490"/>
                  </a:lnTo>
                  <a:cubicBezTo>
                    <a:pt x="247576" y="402871"/>
                    <a:pt x="244347" y="402411"/>
                    <a:pt x="242963" y="400109"/>
                  </a:cubicBezTo>
                  <a:cubicBezTo>
                    <a:pt x="241579" y="398267"/>
                    <a:pt x="242040" y="395044"/>
                    <a:pt x="244347" y="393663"/>
                  </a:cubicBezTo>
                  <a:lnTo>
                    <a:pt x="270179" y="375706"/>
                  </a:lnTo>
                  <a:cubicBezTo>
                    <a:pt x="271563" y="374325"/>
                    <a:pt x="273870" y="374325"/>
                    <a:pt x="275254" y="375246"/>
                  </a:cubicBezTo>
                  <a:close/>
                  <a:moveTo>
                    <a:pt x="537167" y="336049"/>
                  </a:moveTo>
                  <a:cubicBezTo>
                    <a:pt x="553462" y="336049"/>
                    <a:pt x="566671" y="349142"/>
                    <a:pt x="566671" y="365293"/>
                  </a:cubicBezTo>
                  <a:cubicBezTo>
                    <a:pt x="566671" y="381444"/>
                    <a:pt x="553462" y="394537"/>
                    <a:pt x="537167" y="394537"/>
                  </a:cubicBezTo>
                  <a:cubicBezTo>
                    <a:pt x="520872" y="394537"/>
                    <a:pt x="507663" y="381444"/>
                    <a:pt x="507663" y="365293"/>
                  </a:cubicBezTo>
                  <a:cubicBezTo>
                    <a:pt x="507663" y="349142"/>
                    <a:pt x="520872" y="336049"/>
                    <a:pt x="537167" y="336049"/>
                  </a:cubicBezTo>
                  <a:close/>
                  <a:moveTo>
                    <a:pt x="256389" y="290935"/>
                  </a:moveTo>
                  <a:cubicBezTo>
                    <a:pt x="253623" y="290935"/>
                    <a:pt x="251779" y="292777"/>
                    <a:pt x="251779" y="295541"/>
                  </a:cubicBezTo>
                  <a:lnTo>
                    <a:pt x="251779" y="339760"/>
                  </a:lnTo>
                  <a:cubicBezTo>
                    <a:pt x="251779" y="342524"/>
                    <a:pt x="253623" y="344827"/>
                    <a:pt x="256389" y="344827"/>
                  </a:cubicBezTo>
                  <a:lnTo>
                    <a:pt x="278520" y="344827"/>
                  </a:lnTo>
                  <a:cubicBezTo>
                    <a:pt x="281286" y="344827"/>
                    <a:pt x="283130" y="342524"/>
                    <a:pt x="283130" y="339760"/>
                  </a:cubicBezTo>
                  <a:lnTo>
                    <a:pt x="283130" y="295541"/>
                  </a:lnTo>
                  <a:cubicBezTo>
                    <a:pt x="283130" y="292777"/>
                    <a:pt x="281286" y="290935"/>
                    <a:pt x="278520" y="290935"/>
                  </a:cubicBezTo>
                  <a:close/>
                  <a:moveTo>
                    <a:pt x="44496" y="290072"/>
                  </a:moveTo>
                  <a:cubicBezTo>
                    <a:pt x="69070" y="290072"/>
                    <a:pt x="88992" y="310060"/>
                    <a:pt x="88992" y="334716"/>
                  </a:cubicBezTo>
                  <a:cubicBezTo>
                    <a:pt x="88992" y="359372"/>
                    <a:pt x="69070" y="379360"/>
                    <a:pt x="44496" y="379360"/>
                  </a:cubicBezTo>
                  <a:cubicBezTo>
                    <a:pt x="19922" y="379360"/>
                    <a:pt x="0" y="359372"/>
                    <a:pt x="0" y="334716"/>
                  </a:cubicBezTo>
                  <a:cubicBezTo>
                    <a:pt x="0" y="310060"/>
                    <a:pt x="19922" y="290072"/>
                    <a:pt x="44496" y="290072"/>
                  </a:cubicBezTo>
                  <a:close/>
                  <a:moveTo>
                    <a:pt x="256389" y="281262"/>
                  </a:moveTo>
                  <a:lnTo>
                    <a:pt x="278520" y="281262"/>
                  </a:lnTo>
                  <a:cubicBezTo>
                    <a:pt x="286357" y="281262"/>
                    <a:pt x="292812" y="287711"/>
                    <a:pt x="292812" y="295541"/>
                  </a:cubicBezTo>
                  <a:lnTo>
                    <a:pt x="292812" y="339760"/>
                  </a:lnTo>
                  <a:cubicBezTo>
                    <a:pt x="292812" y="347590"/>
                    <a:pt x="286357" y="354039"/>
                    <a:pt x="278520" y="354039"/>
                  </a:cubicBezTo>
                  <a:lnTo>
                    <a:pt x="256389" y="354039"/>
                  </a:lnTo>
                  <a:cubicBezTo>
                    <a:pt x="248552" y="354039"/>
                    <a:pt x="242097" y="347590"/>
                    <a:pt x="242097" y="339760"/>
                  </a:cubicBezTo>
                  <a:lnTo>
                    <a:pt x="242097" y="295541"/>
                  </a:lnTo>
                  <a:cubicBezTo>
                    <a:pt x="242097" y="287711"/>
                    <a:pt x="248552" y="281262"/>
                    <a:pt x="256389" y="281262"/>
                  </a:cubicBezTo>
                  <a:close/>
                  <a:moveTo>
                    <a:pt x="425548" y="279444"/>
                  </a:moveTo>
                  <a:cubicBezTo>
                    <a:pt x="426931" y="280365"/>
                    <a:pt x="427853" y="282206"/>
                    <a:pt x="427853" y="283588"/>
                  </a:cubicBezTo>
                  <a:lnTo>
                    <a:pt x="427853" y="351731"/>
                  </a:lnTo>
                  <a:cubicBezTo>
                    <a:pt x="427853" y="354493"/>
                    <a:pt x="426009" y="356335"/>
                    <a:pt x="423242" y="356335"/>
                  </a:cubicBezTo>
                  <a:cubicBezTo>
                    <a:pt x="420476" y="356335"/>
                    <a:pt x="418631" y="354493"/>
                    <a:pt x="418631" y="351731"/>
                  </a:cubicBezTo>
                  <a:lnTo>
                    <a:pt x="418631" y="292796"/>
                  </a:lnTo>
                  <a:lnTo>
                    <a:pt x="399727" y="305688"/>
                  </a:lnTo>
                  <a:cubicBezTo>
                    <a:pt x="397421" y="307530"/>
                    <a:pt x="394655" y="306609"/>
                    <a:pt x="393271" y="304767"/>
                  </a:cubicBezTo>
                  <a:cubicBezTo>
                    <a:pt x="391427" y="302465"/>
                    <a:pt x="392349" y="299703"/>
                    <a:pt x="394194" y="297861"/>
                  </a:cubicBezTo>
                  <a:lnTo>
                    <a:pt x="420476" y="279904"/>
                  </a:lnTo>
                  <a:cubicBezTo>
                    <a:pt x="421859" y="278983"/>
                    <a:pt x="423703" y="278523"/>
                    <a:pt x="425548" y="279444"/>
                  </a:cubicBezTo>
                  <a:close/>
                  <a:moveTo>
                    <a:pt x="346254" y="279444"/>
                  </a:moveTo>
                  <a:cubicBezTo>
                    <a:pt x="347637" y="280365"/>
                    <a:pt x="348560" y="282206"/>
                    <a:pt x="348560" y="283588"/>
                  </a:cubicBezTo>
                  <a:lnTo>
                    <a:pt x="348560" y="351731"/>
                  </a:lnTo>
                  <a:cubicBezTo>
                    <a:pt x="348560" y="354493"/>
                    <a:pt x="346715" y="356335"/>
                    <a:pt x="343947" y="356335"/>
                  </a:cubicBezTo>
                  <a:cubicBezTo>
                    <a:pt x="341179" y="356335"/>
                    <a:pt x="339334" y="354493"/>
                    <a:pt x="339334" y="351731"/>
                  </a:cubicBezTo>
                  <a:lnTo>
                    <a:pt x="339334" y="292796"/>
                  </a:lnTo>
                  <a:lnTo>
                    <a:pt x="320421" y="305688"/>
                  </a:lnTo>
                  <a:cubicBezTo>
                    <a:pt x="318115" y="307530"/>
                    <a:pt x="315347" y="306609"/>
                    <a:pt x="313963" y="304767"/>
                  </a:cubicBezTo>
                  <a:cubicBezTo>
                    <a:pt x="312579" y="302465"/>
                    <a:pt x="313040" y="299703"/>
                    <a:pt x="314885" y="297861"/>
                  </a:cubicBezTo>
                  <a:lnTo>
                    <a:pt x="341179" y="279904"/>
                  </a:lnTo>
                  <a:cubicBezTo>
                    <a:pt x="342563" y="278983"/>
                    <a:pt x="344408" y="278523"/>
                    <a:pt x="346254" y="279444"/>
                  </a:cubicBezTo>
                  <a:close/>
                  <a:moveTo>
                    <a:pt x="201498" y="279444"/>
                  </a:moveTo>
                  <a:cubicBezTo>
                    <a:pt x="203343" y="280365"/>
                    <a:pt x="204265" y="282206"/>
                    <a:pt x="204265" y="283588"/>
                  </a:cubicBezTo>
                  <a:lnTo>
                    <a:pt x="204265" y="351731"/>
                  </a:lnTo>
                  <a:cubicBezTo>
                    <a:pt x="204265" y="354493"/>
                    <a:pt x="201960" y="356335"/>
                    <a:pt x="199193" y="356335"/>
                  </a:cubicBezTo>
                  <a:cubicBezTo>
                    <a:pt x="196888" y="356335"/>
                    <a:pt x="194582" y="354493"/>
                    <a:pt x="194582" y="351731"/>
                  </a:cubicBezTo>
                  <a:lnTo>
                    <a:pt x="194582" y="292796"/>
                  </a:lnTo>
                  <a:lnTo>
                    <a:pt x="176139" y="305688"/>
                  </a:lnTo>
                  <a:cubicBezTo>
                    <a:pt x="173833" y="307530"/>
                    <a:pt x="171067" y="306609"/>
                    <a:pt x="169222" y="304767"/>
                  </a:cubicBezTo>
                  <a:cubicBezTo>
                    <a:pt x="167839" y="302465"/>
                    <a:pt x="168300" y="299703"/>
                    <a:pt x="170606" y="297861"/>
                  </a:cubicBezTo>
                  <a:lnTo>
                    <a:pt x="196888" y="279904"/>
                  </a:lnTo>
                  <a:cubicBezTo>
                    <a:pt x="198271" y="278983"/>
                    <a:pt x="200115" y="278523"/>
                    <a:pt x="201498" y="279444"/>
                  </a:cubicBezTo>
                  <a:close/>
                  <a:moveTo>
                    <a:pt x="398822" y="183261"/>
                  </a:moveTo>
                  <a:cubicBezTo>
                    <a:pt x="396516" y="183261"/>
                    <a:pt x="394210" y="185562"/>
                    <a:pt x="394210" y="188323"/>
                  </a:cubicBezTo>
                  <a:lnTo>
                    <a:pt x="394210" y="232496"/>
                  </a:lnTo>
                  <a:cubicBezTo>
                    <a:pt x="394210" y="234797"/>
                    <a:pt x="396516" y="237098"/>
                    <a:pt x="398822" y="237098"/>
                  </a:cubicBezTo>
                  <a:lnTo>
                    <a:pt x="421420" y="237098"/>
                  </a:lnTo>
                  <a:cubicBezTo>
                    <a:pt x="423726" y="237098"/>
                    <a:pt x="426032" y="234797"/>
                    <a:pt x="426032" y="232496"/>
                  </a:cubicBezTo>
                  <a:lnTo>
                    <a:pt x="426032" y="188323"/>
                  </a:lnTo>
                  <a:cubicBezTo>
                    <a:pt x="426032" y="185562"/>
                    <a:pt x="423726" y="183261"/>
                    <a:pt x="421420" y="183261"/>
                  </a:cubicBezTo>
                  <a:close/>
                  <a:moveTo>
                    <a:pt x="319986" y="183261"/>
                  </a:moveTo>
                  <a:cubicBezTo>
                    <a:pt x="317220" y="183261"/>
                    <a:pt x="314915" y="185562"/>
                    <a:pt x="314915" y="188323"/>
                  </a:cubicBezTo>
                  <a:lnTo>
                    <a:pt x="314915" y="232496"/>
                  </a:lnTo>
                  <a:cubicBezTo>
                    <a:pt x="314915" y="234797"/>
                    <a:pt x="317220" y="237098"/>
                    <a:pt x="319986" y="237098"/>
                  </a:cubicBezTo>
                  <a:lnTo>
                    <a:pt x="342117" y="237098"/>
                  </a:lnTo>
                  <a:cubicBezTo>
                    <a:pt x="344422" y="237098"/>
                    <a:pt x="346727" y="234797"/>
                    <a:pt x="346727" y="232496"/>
                  </a:cubicBezTo>
                  <a:lnTo>
                    <a:pt x="346727" y="188323"/>
                  </a:lnTo>
                  <a:cubicBezTo>
                    <a:pt x="346727" y="185562"/>
                    <a:pt x="344422" y="183261"/>
                    <a:pt x="342117" y="183261"/>
                  </a:cubicBezTo>
                  <a:close/>
                  <a:moveTo>
                    <a:pt x="179380" y="183261"/>
                  </a:moveTo>
                  <a:cubicBezTo>
                    <a:pt x="177074" y="183261"/>
                    <a:pt x="174768" y="185562"/>
                    <a:pt x="174768" y="188323"/>
                  </a:cubicBezTo>
                  <a:lnTo>
                    <a:pt x="174768" y="232496"/>
                  </a:lnTo>
                  <a:cubicBezTo>
                    <a:pt x="174768" y="234797"/>
                    <a:pt x="177074" y="237098"/>
                    <a:pt x="179380" y="237098"/>
                  </a:cubicBezTo>
                  <a:lnTo>
                    <a:pt x="201978" y="237098"/>
                  </a:lnTo>
                  <a:cubicBezTo>
                    <a:pt x="204284" y="237098"/>
                    <a:pt x="206590" y="234797"/>
                    <a:pt x="206590" y="232496"/>
                  </a:cubicBezTo>
                  <a:lnTo>
                    <a:pt x="206590" y="188323"/>
                  </a:lnTo>
                  <a:cubicBezTo>
                    <a:pt x="206590" y="185562"/>
                    <a:pt x="204284" y="183261"/>
                    <a:pt x="201978" y="183261"/>
                  </a:cubicBezTo>
                  <a:close/>
                  <a:moveTo>
                    <a:pt x="398822" y="174058"/>
                  </a:moveTo>
                  <a:lnTo>
                    <a:pt x="421420" y="174058"/>
                  </a:lnTo>
                  <a:cubicBezTo>
                    <a:pt x="429260" y="174058"/>
                    <a:pt x="435256" y="180040"/>
                    <a:pt x="435256" y="188323"/>
                  </a:cubicBezTo>
                  <a:lnTo>
                    <a:pt x="435256" y="232496"/>
                  </a:lnTo>
                  <a:cubicBezTo>
                    <a:pt x="435256" y="240319"/>
                    <a:pt x="429260" y="246761"/>
                    <a:pt x="421420" y="246761"/>
                  </a:cubicBezTo>
                  <a:lnTo>
                    <a:pt x="398822" y="246761"/>
                  </a:lnTo>
                  <a:cubicBezTo>
                    <a:pt x="390982" y="246761"/>
                    <a:pt x="384986" y="240319"/>
                    <a:pt x="384986" y="232496"/>
                  </a:cubicBezTo>
                  <a:lnTo>
                    <a:pt x="384986" y="188323"/>
                  </a:lnTo>
                  <a:cubicBezTo>
                    <a:pt x="384986" y="180040"/>
                    <a:pt x="390982" y="174058"/>
                    <a:pt x="398822" y="174058"/>
                  </a:cubicBezTo>
                  <a:close/>
                  <a:moveTo>
                    <a:pt x="319986" y="174058"/>
                  </a:moveTo>
                  <a:lnTo>
                    <a:pt x="342117" y="174058"/>
                  </a:lnTo>
                  <a:cubicBezTo>
                    <a:pt x="349954" y="174058"/>
                    <a:pt x="356409" y="180040"/>
                    <a:pt x="356409" y="188323"/>
                  </a:cubicBezTo>
                  <a:lnTo>
                    <a:pt x="356409" y="232496"/>
                  </a:lnTo>
                  <a:cubicBezTo>
                    <a:pt x="356409" y="240319"/>
                    <a:pt x="349954" y="246761"/>
                    <a:pt x="342117" y="246761"/>
                  </a:cubicBezTo>
                  <a:lnTo>
                    <a:pt x="319986" y="246761"/>
                  </a:lnTo>
                  <a:cubicBezTo>
                    <a:pt x="311688" y="246761"/>
                    <a:pt x="305694" y="240319"/>
                    <a:pt x="305694" y="232496"/>
                  </a:cubicBezTo>
                  <a:lnTo>
                    <a:pt x="305694" y="188323"/>
                  </a:lnTo>
                  <a:cubicBezTo>
                    <a:pt x="305694" y="180040"/>
                    <a:pt x="311688" y="174058"/>
                    <a:pt x="319986" y="174058"/>
                  </a:cubicBezTo>
                  <a:close/>
                  <a:moveTo>
                    <a:pt x="179380" y="174058"/>
                  </a:moveTo>
                  <a:lnTo>
                    <a:pt x="201978" y="174058"/>
                  </a:lnTo>
                  <a:cubicBezTo>
                    <a:pt x="209818" y="174058"/>
                    <a:pt x="215814" y="180040"/>
                    <a:pt x="215814" y="188323"/>
                  </a:cubicBezTo>
                  <a:lnTo>
                    <a:pt x="215814" y="232496"/>
                  </a:lnTo>
                  <a:cubicBezTo>
                    <a:pt x="215814" y="240319"/>
                    <a:pt x="209818" y="246761"/>
                    <a:pt x="201978" y="246761"/>
                  </a:cubicBezTo>
                  <a:lnTo>
                    <a:pt x="179380" y="246761"/>
                  </a:lnTo>
                  <a:cubicBezTo>
                    <a:pt x="171540" y="246761"/>
                    <a:pt x="165544" y="240319"/>
                    <a:pt x="165544" y="232496"/>
                  </a:cubicBezTo>
                  <a:lnTo>
                    <a:pt x="165544" y="188323"/>
                  </a:lnTo>
                  <a:cubicBezTo>
                    <a:pt x="165544" y="180040"/>
                    <a:pt x="171540" y="174058"/>
                    <a:pt x="179380" y="174058"/>
                  </a:cubicBezTo>
                  <a:close/>
                  <a:moveTo>
                    <a:pt x="513617" y="172656"/>
                  </a:moveTo>
                  <a:cubicBezTo>
                    <a:pt x="526073" y="170356"/>
                    <a:pt x="538068" y="178636"/>
                    <a:pt x="540375" y="191515"/>
                  </a:cubicBezTo>
                  <a:cubicBezTo>
                    <a:pt x="542682" y="203935"/>
                    <a:pt x="534378" y="215434"/>
                    <a:pt x="521921" y="217734"/>
                  </a:cubicBezTo>
                  <a:cubicBezTo>
                    <a:pt x="509465" y="220034"/>
                    <a:pt x="497470" y="211754"/>
                    <a:pt x="495163" y="199335"/>
                  </a:cubicBezTo>
                  <a:cubicBezTo>
                    <a:pt x="492856" y="186915"/>
                    <a:pt x="501160" y="174956"/>
                    <a:pt x="513617" y="172656"/>
                  </a:cubicBezTo>
                  <a:close/>
                  <a:moveTo>
                    <a:pt x="269705" y="169410"/>
                  </a:moveTo>
                  <a:cubicBezTo>
                    <a:pt x="271086" y="170331"/>
                    <a:pt x="272007" y="172173"/>
                    <a:pt x="272007" y="174015"/>
                  </a:cubicBezTo>
                  <a:lnTo>
                    <a:pt x="272007" y="241697"/>
                  </a:lnTo>
                  <a:cubicBezTo>
                    <a:pt x="272007" y="244460"/>
                    <a:pt x="270166" y="246762"/>
                    <a:pt x="267404" y="246762"/>
                  </a:cubicBezTo>
                  <a:cubicBezTo>
                    <a:pt x="264641" y="246762"/>
                    <a:pt x="262800" y="244460"/>
                    <a:pt x="262800" y="241697"/>
                  </a:cubicBezTo>
                  <a:lnTo>
                    <a:pt x="262800" y="182763"/>
                  </a:lnTo>
                  <a:lnTo>
                    <a:pt x="243926" y="196115"/>
                  </a:lnTo>
                  <a:cubicBezTo>
                    <a:pt x="242084" y="197496"/>
                    <a:pt x="238862" y="197036"/>
                    <a:pt x="237481" y="194734"/>
                  </a:cubicBezTo>
                  <a:cubicBezTo>
                    <a:pt x="236100" y="192432"/>
                    <a:pt x="236560" y="189669"/>
                    <a:pt x="238862" y="188288"/>
                  </a:cubicBezTo>
                  <a:lnTo>
                    <a:pt x="264641" y="169871"/>
                  </a:lnTo>
                  <a:cubicBezTo>
                    <a:pt x="266022" y="168950"/>
                    <a:pt x="267864" y="168950"/>
                    <a:pt x="269705" y="169410"/>
                  </a:cubicBezTo>
                  <a:close/>
                  <a:moveTo>
                    <a:pt x="84623" y="112312"/>
                  </a:moveTo>
                  <a:cubicBezTo>
                    <a:pt x="115576" y="112312"/>
                    <a:pt x="140668" y="137470"/>
                    <a:pt x="140668" y="168505"/>
                  </a:cubicBezTo>
                  <a:cubicBezTo>
                    <a:pt x="140668" y="199540"/>
                    <a:pt x="115576" y="224698"/>
                    <a:pt x="84623" y="224698"/>
                  </a:cubicBezTo>
                  <a:cubicBezTo>
                    <a:pt x="53670" y="224698"/>
                    <a:pt x="28578" y="199540"/>
                    <a:pt x="28578" y="168505"/>
                  </a:cubicBezTo>
                  <a:cubicBezTo>
                    <a:pt x="28578" y="137470"/>
                    <a:pt x="53670" y="112312"/>
                    <a:pt x="84623" y="112312"/>
                  </a:cubicBezTo>
                  <a:close/>
                  <a:moveTo>
                    <a:pt x="393501" y="61228"/>
                  </a:moveTo>
                  <a:cubicBezTo>
                    <a:pt x="402292" y="61228"/>
                    <a:pt x="409419" y="68338"/>
                    <a:pt x="409419" y="77109"/>
                  </a:cubicBezTo>
                  <a:cubicBezTo>
                    <a:pt x="409419" y="85880"/>
                    <a:pt x="402292" y="92990"/>
                    <a:pt x="393501" y="92990"/>
                  </a:cubicBezTo>
                  <a:cubicBezTo>
                    <a:pt x="384710" y="92990"/>
                    <a:pt x="377583" y="85880"/>
                    <a:pt x="377583" y="77109"/>
                  </a:cubicBezTo>
                  <a:cubicBezTo>
                    <a:pt x="377583" y="68338"/>
                    <a:pt x="384710" y="61228"/>
                    <a:pt x="393501" y="61228"/>
                  </a:cubicBezTo>
                  <a:close/>
                  <a:moveTo>
                    <a:pt x="222477" y="0"/>
                  </a:moveTo>
                  <a:cubicBezTo>
                    <a:pt x="259277" y="0"/>
                    <a:pt x="289109" y="29882"/>
                    <a:pt x="289109" y="66744"/>
                  </a:cubicBezTo>
                  <a:cubicBezTo>
                    <a:pt x="289109" y="103606"/>
                    <a:pt x="259277" y="133488"/>
                    <a:pt x="222477" y="133488"/>
                  </a:cubicBezTo>
                  <a:cubicBezTo>
                    <a:pt x="185677" y="133488"/>
                    <a:pt x="155845" y="103606"/>
                    <a:pt x="155845" y="66744"/>
                  </a:cubicBezTo>
                  <a:cubicBezTo>
                    <a:pt x="155845" y="29882"/>
                    <a:pt x="185677" y="0"/>
                    <a:pt x="222477" y="0"/>
                  </a:cubicBezTo>
                  <a:close/>
                </a:path>
              </a:pathLst>
            </a:custGeom>
            <a:noFill/>
            <a:ln>
              <a:solidFill>
                <a:srgbClr val="3ABABA"/>
              </a:solidFill>
            </a:ln>
          </p:spPr>
        </p:sp>
        <p:sp>
          <p:nvSpPr>
            <p:cNvPr id="16" name="binary-code-loading-symbol_39047"/>
            <p:cNvSpPr>
              <a:spLocks noChangeAspect="1"/>
            </p:cNvSpPr>
            <p:nvPr/>
          </p:nvSpPr>
          <p:spPr bwMode="auto">
            <a:xfrm>
              <a:off x="5385486" y="1448780"/>
              <a:ext cx="580847" cy="609685"/>
            </a:xfrm>
            <a:custGeom>
              <a:avLst/>
              <a:gdLst>
                <a:gd name="connsiteX0" fmla="*/ 277783 w 566671"/>
                <a:gd name="connsiteY0" fmla="*/ 517955 h 594805"/>
                <a:gd name="connsiteX1" fmla="*/ 316282 w 566671"/>
                <a:gd name="connsiteY1" fmla="*/ 556380 h 594805"/>
                <a:gd name="connsiteX2" fmla="*/ 277783 w 566671"/>
                <a:gd name="connsiteY2" fmla="*/ 594805 h 594805"/>
                <a:gd name="connsiteX3" fmla="*/ 239284 w 566671"/>
                <a:gd name="connsiteY3" fmla="*/ 556380 h 594805"/>
                <a:gd name="connsiteX4" fmla="*/ 277783 w 566671"/>
                <a:gd name="connsiteY4" fmla="*/ 517955 h 594805"/>
                <a:gd name="connsiteX5" fmla="*/ 442401 w 566671"/>
                <a:gd name="connsiteY5" fmla="*/ 475088 h 594805"/>
                <a:gd name="connsiteX6" fmla="*/ 475384 w 566671"/>
                <a:gd name="connsiteY6" fmla="*/ 508034 h 594805"/>
                <a:gd name="connsiteX7" fmla="*/ 442401 w 566671"/>
                <a:gd name="connsiteY7" fmla="*/ 540980 h 594805"/>
                <a:gd name="connsiteX8" fmla="*/ 409418 w 566671"/>
                <a:gd name="connsiteY8" fmla="*/ 508034 h 594805"/>
                <a:gd name="connsiteX9" fmla="*/ 442401 w 566671"/>
                <a:gd name="connsiteY9" fmla="*/ 475088 h 594805"/>
                <a:gd name="connsiteX10" fmla="*/ 120827 w 566671"/>
                <a:gd name="connsiteY10" fmla="*/ 447473 h 594805"/>
                <a:gd name="connsiteX11" fmla="*/ 161399 w 566671"/>
                <a:gd name="connsiteY11" fmla="*/ 488008 h 594805"/>
                <a:gd name="connsiteX12" fmla="*/ 120827 w 566671"/>
                <a:gd name="connsiteY12" fmla="*/ 528543 h 594805"/>
                <a:gd name="connsiteX13" fmla="*/ 80255 w 566671"/>
                <a:gd name="connsiteY13" fmla="*/ 488008 h 594805"/>
                <a:gd name="connsiteX14" fmla="*/ 120827 w 566671"/>
                <a:gd name="connsiteY14" fmla="*/ 447473 h 594805"/>
                <a:gd name="connsiteX15" fmla="*/ 404831 w 566671"/>
                <a:gd name="connsiteY15" fmla="*/ 388578 h 594805"/>
                <a:gd name="connsiteX16" fmla="*/ 399760 w 566671"/>
                <a:gd name="connsiteY16" fmla="*/ 393180 h 594805"/>
                <a:gd name="connsiteX17" fmla="*/ 399760 w 566671"/>
                <a:gd name="connsiteY17" fmla="*/ 437353 h 594805"/>
                <a:gd name="connsiteX18" fmla="*/ 404831 w 566671"/>
                <a:gd name="connsiteY18" fmla="*/ 441955 h 594805"/>
                <a:gd name="connsiteX19" fmla="*/ 426962 w 566671"/>
                <a:gd name="connsiteY19" fmla="*/ 441955 h 594805"/>
                <a:gd name="connsiteX20" fmla="*/ 431572 w 566671"/>
                <a:gd name="connsiteY20" fmla="*/ 437353 h 594805"/>
                <a:gd name="connsiteX21" fmla="*/ 431572 w 566671"/>
                <a:gd name="connsiteY21" fmla="*/ 393180 h 594805"/>
                <a:gd name="connsiteX22" fmla="*/ 426962 w 566671"/>
                <a:gd name="connsiteY22" fmla="*/ 388578 h 594805"/>
                <a:gd name="connsiteX23" fmla="*/ 325538 w 566671"/>
                <a:gd name="connsiteY23" fmla="*/ 388578 h 594805"/>
                <a:gd name="connsiteX24" fmla="*/ 320467 w 566671"/>
                <a:gd name="connsiteY24" fmla="*/ 393180 h 594805"/>
                <a:gd name="connsiteX25" fmla="*/ 320467 w 566671"/>
                <a:gd name="connsiteY25" fmla="*/ 437353 h 594805"/>
                <a:gd name="connsiteX26" fmla="*/ 325538 w 566671"/>
                <a:gd name="connsiteY26" fmla="*/ 441955 h 594805"/>
                <a:gd name="connsiteX27" fmla="*/ 347669 w 566671"/>
                <a:gd name="connsiteY27" fmla="*/ 441955 h 594805"/>
                <a:gd name="connsiteX28" fmla="*/ 352279 w 566671"/>
                <a:gd name="connsiteY28" fmla="*/ 437353 h 594805"/>
                <a:gd name="connsiteX29" fmla="*/ 352279 w 566671"/>
                <a:gd name="connsiteY29" fmla="*/ 393180 h 594805"/>
                <a:gd name="connsiteX30" fmla="*/ 347669 w 566671"/>
                <a:gd name="connsiteY30" fmla="*/ 388578 h 594805"/>
                <a:gd name="connsiteX31" fmla="*/ 175246 w 566671"/>
                <a:gd name="connsiteY31" fmla="*/ 386268 h 594805"/>
                <a:gd name="connsiteX32" fmla="*/ 170636 w 566671"/>
                <a:gd name="connsiteY32" fmla="*/ 391330 h 594805"/>
                <a:gd name="connsiteX33" fmla="*/ 170636 w 566671"/>
                <a:gd name="connsiteY33" fmla="*/ 435503 h 594805"/>
                <a:gd name="connsiteX34" fmla="*/ 175246 w 566671"/>
                <a:gd name="connsiteY34" fmla="*/ 440105 h 594805"/>
                <a:gd name="connsiteX35" fmla="*/ 197377 w 566671"/>
                <a:gd name="connsiteY35" fmla="*/ 440105 h 594805"/>
                <a:gd name="connsiteX36" fmla="*/ 201987 w 566671"/>
                <a:gd name="connsiteY36" fmla="*/ 435503 h 594805"/>
                <a:gd name="connsiteX37" fmla="*/ 201987 w 566671"/>
                <a:gd name="connsiteY37" fmla="*/ 391330 h 594805"/>
                <a:gd name="connsiteX38" fmla="*/ 197377 w 566671"/>
                <a:gd name="connsiteY38" fmla="*/ 386268 h 594805"/>
                <a:gd name="connsiteX39" fmla="*/ 404831 w 566671"/>
                <a:gd name="connsiteY39" fmla="*/ 378915 h 594805"/>
                <a:gd name="connsiteX40" fmla="*/ 426962 w 566671"/>
                <a:gd name="connsiteY40" fmla="*/ 378915 h 594805"/>
                <a:gd name="connsiteX41" fmla="*/ 441254 w 566671"/>
                <a:gd name="connsiteY41" fmla="*/ 393180 h 594805"/>
                <a:gd name="connsiteX42" fmla="*/ 441254 w 566671"/>
                <a:gd name="connsiteY42" fmla="*/ 437353 h 594805"/>
                <a:gd name="connsiteX43" fmla="*/ 426962 w 566671"/>
                <a:gd name="connsiteY43" fmla="*/ 451618 h 594805"/>
                <a:gd name="connsiteX44" fmla="*/ 404831 w 566671"/>
                <a:gd name="connsiteY44" fmla="*/ 451618 h 594805"/>
                <a:gd name="connsiteX45" fmla="*/ 390539 w 566671"/>
                <a:gd name="connsiteY45" fmla="*/ 437353 h 594805"/>
                <a:gd name="connsiteX46" fmla="*/ 390539 w 566671"/>
                <a:gd name="connsiteY46" fmla="*/ 393180 h 594805"/>
                <a:gd name="connsiteX47" fmla="*/ 404831 w 566671"/>
                <a:gd name="connsiteY47" fmla="*/ 378915 h 594805"/>
                <a:gd name="connsiteX48" fmla="*/ 325538 w 566671"/>
                <a:gd name="connsiteY48" fmla="*/ 378915 h 594805"/>
                <a:gd name="connsiteX49" fmla="*/ 347669 w 566671"/>
                <a:gd name="connsiteY49" fmla="*/ 378915 h 594805"/>
                <a:gd name="connsiteX50" fmla="*/ 361961 w 566671"/>
                <a:gd name="connsiteY50" fmla="*/ 393180 h 594805"/>
                <a:gd name="connsiteX51" fmla="*/ 361961 w 566671"/>
                <a:gd name="connsiteY51" fmla="*/ 437353 h 594805"/>
                <a:gd name="connsiteX52" fmla="*/ 347669 w 566671"/>
                <a:gd name="connsiteY52" fmla="*/ 451618 h 594805"/>
                <a:gd name="connsiteX53" fmla="*/ 325538 w 566671"/>
                <a:gd name="connsiteY53" fmla="*/ 451618 h 594805"/>
                <a:gd name="connsiteX54" fmla="*/ 311246 w 566671"/>
                <a:gd name="connsiteY54" fmla="*/ 437353 h 594805"/>
                <a:gd name="connsiteX55" fmla="*/ 311246 w 566671"/>
                <a:gd name="connsiteY55" fmla="*/ 393180 h 594805"/>
                <a:gd name="connsiteX56" fmla="*/ 325538 w 566671"/>
                <a:gd name="connsiteY56" fmla="*/ 378915 h 594805"/>
                <a:gd name="connsiteX57" fmla="*/ 175246 w 566671"/>
                <a:gd name="connsiteY57" fmla="*/ 377065 h 594805"/>
                <a:gd name="connsiteX58" fmla="*/ 197377 w 566671"/>
                <a:gd name="connsiteY58" fmla="*/ 377065 h 594805"/>
                <a:gd name="connsiteX59" fmla="*/ 211669 w 566671"/>
                <a:gd name="connsiteY59" fmla="*/ 391330 h 594805"/>
                <a:gd name="connsiteX60" fmla="*/ 211669 w 566671"/>
                <a:gd name="connsiteY60" fmla="*/ 435503 h 594805"/>
                <a:gd name="connsiteX61" fmla="*/ 197377 w 566671"/>
                <a:gd name="connsiteY61" fmla="*/ 449768 h 594805"/>
                <a:gd name="connsiteX62" fmla="*/ 175246 w 566671"/>
                <a:gd name="connsiteY62" fmla="*/ 449768 h 594805"/>
                <a:gd name="connsiteX63" fmla="*/ 160954 w 566671"/>
                <a:gd name="connsiteY63" fmla="*/ 435503 h 594805"/>
                <a:gd name="connsiteX64" fmla="*/ 160954 w 566671"/>
                <a:gd name="connsiteY64" fmla="*/ 391330 h 594805"/>
                <a:gd name="connsiteX65" fmla="*/ 175246 w 566671"/>
                <a:gd name="connsiteY65" fmla="*/ 377065 h 594805"/>
                <a:gd name="connsiteX66" fmla="*/ 275254 w 566671"/>
                <a:gd name="connsiteY66" fmla="*/ 375246 h 594805"/>
                <a:gd name="connsiteX67" fmla="*/ 277560 w 566671"/>
                <a:gd name="connsiteY67" fmla="*/ 379390 h 594805"/>
                <a:gd name="connsiteX68" fmla="*/ 277560 w 566671"/>
                <a:gd name="connsiteY68" fmla="*/ 447533 h 594805"/>
                <a:gd name="connsiteX69" fmla="*/ 272947 w 566671"/>
                <a:gd name="connsiteY69" fmla="*/ 452137 h 594805"/>
                <a:gd name="connsiteX70" fmla="*/ 268334 w 566671"/>
                <a:gd name="connsiteY70" fmla="*/ 447533 h 594805"/>
                <a:gd name="connsiteX71" fmla="*/ 268334 w 566671"/>
                <a:gd name="connsiteY71" fmla="*/ 388598 h 594805"/>
                <a:gd name="connsiteX72" fmla="*/ 249421 w 566671"/>
                <a:gd name="connsiteY72" fmla="*/ 401490 h 594805"/>
                <a:gd name="connsiteX73" fmla="*/ 242963 w 566671"/>
                <a:gd name="connsiteY73" fmla="*/ 400109 h 594805"/>
                <a:gd name="connsiteX74" fmla="*/ 244347 w 566671"/>
                <a:gd name="connsiteY74" fmla="*/ 393663 h 594805"/>
                <a:gd name="connsiteX75" fmla="*/ 270179 w 566671"/>
                <a:gd name="connsiteY75" fmla="*/ 375706 h 594805"/>
                <a:gd name="connsiteX76" fmla="*/ 275254 w 566671"/>
                <a:gd name="connsiteY76" fmla="*/ 375246 h 594805"/>
                <a:gd name="connsiteX77" fmla="*/ 537167 w 566671"/>
                <a:gd name="connsiteY77" fmla="*/ 336049 h 594805"/>
                <a:gd name="connsiteX78" fmla="*/ 566671 w 566671"/>
                <a:gd name="connsiteY78" fmla="*/ 365293 h 594805"/>
                <a:gd name="connsiteX79" fmla="*/ 537167 w 566671"/>
                <a:gd name="connsiteY79" fmla="*/ 394537 h 594805"/>
                <a:gd name="connsiteX80" fmla="*/ 507663 w 566671"/>
                <a:gd name="connsiteY80" fmla="*/ 365293 h 594805"/>
                <a:gd name="connsiteX81" fmla="*/ 537167 w 566671"/>
                <a:gd name="connsiteY81" fmla="*/ 336049 h 594805"/>
                <a:gd name="connsiteX82" fmla="*/ 256389 w 566671"/>
                <a:gd name="connsiteY82" fmla="*/ 290935 h 594805"/>
                <a:gd name="connsiteX83" fmla="*/ 251779 w 566671"/>
                <a:gd name="connsiteY83" fmla="*/ 295541 h 594805"/>
                <a:gd name="connsiteX84" fmla="*/ 251779 w 566671"/>
                <a:gd name="connsiteY84" fmla="*/ 339760 h 594805"/>
                <a:gd name="connsiteX85" fmla="*/ 256389 w 566671"/>
                <a:gd name="connsiteY85" fmla="*/ 344827 h 594805"/>
                <a:gd name="connsiteX86" fmla="*/ 278520 w 566671"/>
                <a:gd name="connsiteY86" fmla="*/ 344827 h 594805"/>
                <a:gd name="connsiteX87" fmla="*/ 283130 w 566671"/>
                <a:gd name="connsiteY87" fmla="*/ 339760 h 594805"/>
                <a:gd name="connsiteX88" fmla="*/ 283130 w 566671"/>
                <a:gd name="connsiteY88" fmla="*/ 295541 h 594805"/>
                <a:gd name="connsiteX89" fmla="*/ 278520 w 566671"/>
                <a:gd name="connsiteY89" fmla="*/ 290935 h 594805"/>
                <a:gd name="connsiteX90" fmla="*/ 44496 w 566671"/>
                <a:gd name="connsiteY90" fmla="*/ 290072 h 594805"/>
                <a:gd name="connsiteX91" fmla="*/ 88992 w 566671"/>
                <a:gd name="connsiteY91" fmla="*/ 334716 h 594805"/>
                <a:gd name="connsiteX92" fmla="*/ 44496 w 566671"/>
                <a:gd name="connsiteY92" fmla="*/ 379360 h 594805"/>
                <a:gd name="connsiteX93" fmla="*/ 0 w 566671"/>
                <a:gd name="connsiteY93" fmla="*/ 334716 h 594805"/>
                <a:gd name="connsiteX94" fmla="*/ 44496 w 566671"/>
                <a:gd name="connsiteY94" fmla="*/ 290072 h 594805"/>
                <a:gd name="connsiteX95" fmla="*/ 256389 w 566671"/>
                <a:gd name="connsiteY95" fmla="*/ 281262 h 594805"/>
                <a:gd name="connsiteX96" fmla="*/ 278520 w 566671"/>
                <a:gd name="connsiteY96" fmla="*/ 281262 h 594805"/>
                <a:gd name="connsiteX97" fmla="*/ 292812 w 566671"/>
                <a:gd name="connsiteY97" fmla="*/ 295541 h 594805"/>
                <a:gd name="connsiteX98" fmla="*/ 292812 w 566671"/>
                <a:gd name="connsiteY98" fmla="*/ 339760 h 594805"/>
                <a:gd name="connsiteX99" fmla="*/ 278520 w 566671"/>
                <a:gd name="connsiteY99" fmla="*/ 354039 h 594805"/>
                <a:gd name="connsiteX100" fmla="*/ 256389 w 566671"/>
                <a:gd name="connsiteY100" fmla="*/ 354039 h 594805"/>
                <a:gd name="connsiteX101" fmla="*/ 242097 w 566671"/>
                <a:gd name="connsiteY101" fmla="*/ 339760 h 594805"/>
                <a:gd name="connsiteX102" fmla="*/ 242097 w 566671"/>
                <a:gd name="connsiteY102" fmla="*/ 295541 h 594805"/>
                <a:gd name="connsiteX103" fmla="*/ 256389 w 566671"/>
                <a:gd name="connsiteY103" fmla="*/ 281262 h 594805"/>
                <a:gd name="connsiteX104" fmla="*/ 425548 w 566671"/>
                <a:gd name="connsiteY104" fmla="*/ 279444 h 594805"/>
                <a:gd name="connsiteX105" fmla="*/ 427853 w 566671"/>
                <a:gd name="connsiteY105" fmla="*/ 283588 h 594805"/>
                <a:gd name="connsiteX106" fmla="*/ 427853 w 566671"/>
                <a:gd name="connsiteY106" fmla="*/ 351731 h 594805"/>
                <a:gd name="connsiteX107" fmla="*/ 423242 w 566671"/>
                <a:gd name="connsiteY107" fmla="*/ 356335 h 594805"/>
                <a:gd name="connsiteX108" fmla="*/ 418631 w 566671"/>
                <a:gd name="connsiteY108" fmla="*/ 351731 h 594805"/>
                <a:gd name="connsiteX109" fmla="*/ 418631 w 566671"/>
                <a:gd name="connsiteY109" fmla="*/ 292796 h 594805"/>
                <a:gd name="connsiteX110" fmla="*/ 399727 w 566671"/>
                <a:gd name="connsiteY110" fmla="*/ 305688 h 594805"/>
                <a:gd name="connsiteX111" fmla="*/ 393271 w 566671"/>
                <a:gd name="connsiteY111" fmla="*/ 304767 h 594805"/>
                <a:gd name="connsiteX112" fmla="*/ 394194 w 566671"/>
                <a:gd name="connsiteY112" fmla="*/ 297861 h 594805"/>
                <a:gd name="connsiteX113" fmla="*/ 420476 w 566671"/>
                <a:gd name="connsiteY113" fmla="*/ 279904 h 594805"/>
                <a:gd name="connsiteX114" fmla="*/ 425548 w 566671"/>
                <a:gd name="connsiteY114" fmla="*/ 279444 h 594805"/>
                <a:gd name="connsiteX115" fmla="*/ 346254 w 566671"/>
                <a:gd name="connsiteY115" fmla="*/ 279444 h 594805"/>
                <a:gd name="connsiteX116" fmla="*/ 348560 w 566671"/>
                <a:gd name="connsiteY116" fmla="*/ 283588 h 594805"/>
                <a:gd name="connsiteX117" fmla="*/ 348560 w 566671"/>
                <a:gd name="connsiteY117" fmla="*/ 351731 h 594805"/>
                <a:gd name="connsiteX118" fmla="*/ 343947 w 566671"/>
                <a:gd name="connsiteY118" fmla="*/ 356335 h 594805"/>
                <a:gd name="connsiteX119" fmla="*/ 339334 w 566671"/>
                <a:gd name="connsiteY119" fmla="*/ 351731 h 594805"/>
                <a:gd name="connsiteX120" fmla="*/ 339334 w 566671"/>
                <a:gd name="connsiteY120" fmla="*/ 292796 h 594805"/>
                <a:gd name="connsiteX121" fmla="*/ 320421 w 566671"/>
                <a:gd name="connsiteY121" fmla="*/ 305688 h 594805"/>
                <a:gd name="connsiteX122" fmla="*/ 313963 w 566671"/>
                <a:gd name="connsiteY122" fmla="*/ 304767 h 594805"/>
                <a:gd name="connsiteX123" fmla="*/ 314885 w 566671"/>
                <a:gd name="connsiteY123" fmla="*/ 297861 h 594805"/>
                <a:gd name="connsiteX124" fmla="*/ 341179 w 566671"/>
                <a:gd name="connsiteY124" fmla="*/ 279904 h 594805"/>
                <a:gd name="connsiteX125" fmla="*/ 346254 w 566671"/>
                <a:gd name="connsiteY125" fmla="*/ 279444 h 594805"/>
                <a:gd name="connsiteX126" fmla="*/ 201498 w 566671"/>
                <a:gd name="connsiteY126" fmla="*/ 279444 h 594805"/>
                <a:gd name="connsiteX127" fmla="*/ 204265 w 566671"/>
                <a:gd name="connsiteY127" fmla="*/ 283588 h 594805"/>
                <a:gd name="connsiteX128" fmla="*/ 204265 w 566671"/>
                <a:gd name="connsiteY128" fmla="*/ 351731 h 594805"/>
                <a:gd name="connsiteX129" fmla="*/ 199193 w 566671"/>
                <a:gd name="connsiteY129" fmla="*/ 356335 h 594805"/>
                <a:gd name="connsiteX130" fmla="*/ 194582 w 566671"/>
                <a:gd name="connsiteY130" fmla="*/ 351731 h 594805"/>
                <a:gd name="connsiteX131" fmla="*/ 194582 w 566671"/>
                <a:gd name="connsiteY131" fmla="*/ 292796 h 594805"/>
                <a:gd name="connsiteX132" fmla="*/ 176139 w 566671"/>
                <a:gd name="connsiteY132" fmla="*/ 305688 h 594805"/>
                <a:gd name="connsiteX133" fmla="*/ 169222 w 566671"/>
                <a:gd name="connsiteY133" fmla="*/ 304767 h 594805"/>
                <a:gd name="connsiteX134" fmla="*/ 170606 w 566671"/>
                <a:gd name="connsiteY134" fmla="*/ 297861 h 594805"/>
                <a:gd name="connsiteX135" fmla="*/ 196888 w 566671"/>
                <a:gd name="connsiteY135" fmla="*/ 279904 h 594805"/>
                <a:gd name="connsiteX136" fmla="*/ 201498 w 566671"/>
                <a:gd name="connsiteY136" fmla="*/ 279444 h 594805"/>
                <a:gd name="connsiteX137" fmla="*/ 398822 w 566671"/>
                <a:gd name="connsiteY137" fmla="*/ 183261 h 594805"/>
                <a:gd name="connsiteX138" fmla="*/ 394210 w 566671"/>
                <a:gd name="connsiteY138" fmla="*/ 188323 h 594805"/>
                <a:gd name="connsiteX139" fmla="*/ 394210 w 566671"/>
                <a:gd name="connsiteY139" fmla="*/ 232496 h 594805"/>
                <a:gd name="connsiteX140" fmla="*/ 398822 w 566671"/>
                <a:gd name="connsiteY140" fmla="*/ 237098 h 594805"/>
                <a:gd name="connsiteX141" fmla="*/ 421420 w 566671"/>
                <a:gd name="connsiteY141" fmla="*/ 237098 h 594805"/>
                <a:gd name="connsiteX142" fmla="*/ 426032 w 566671"/>
                <a:gd name="connsiteY142" fmla="*/ 232496 h 594805"/>
                <a:gd name="connsiteX143" fmla="*/ 426032 w 566671"/>
                <a:gd name="connsiteY143" fmla="*/ 188323 h 594805"/>
                <a:gd name="connsiteX144" fmla="*/ 421420 w 566671"/>
                <a:gd name="connsiteY144" fmla="*/ 183261 h 594805"/>
                <a:gd name="connsiteX145" fmla="*/ 319986 w 566671"/>
                <a:gd name="connsiteY145" fmla="*/ 183261 h 594805"/>
                <a:gd name="connsiteX146" fmla="*/ 314915 w 566671"/>
                <a:gd name="connsiteY146" fmla="*/ 188323 h 594805"/>
                <a:gd name="connsiteX147" fmla="*/ 314915 w 566671"/>
                <a:gd name="connsiteY147" fmla="*/ 232496 h 594805"/>
                <a:gd name="connsiteX148" fmla="*/ 319986 w 566671"/>
                <a:gd name="connsiteY148" fmla="*/ 237098 h 594805"/>
                <a:gd name="connsiteX149" fmla="*/ 342117 w 566671"/>
                <a:gd name="connsiteY149" fmla="*/ 237098 h 594805"/>
                <a:gd name="connsiteX150" fmla="*/ 346727 w 566671"/>
                <a:gd name="connsiteY150" fmla="*/ 232496 h 594805"/>
                <a:gd name="connsiteX151" fmla="*/ 346727 w 566671"/>
                <a:gd name="connsiteY151" fmla="*/ 188323 h 594805"/>
                <a:gd name="connsiteX152" fmla="*/ 342117 w 566671"/>
                <a:gd name="connsiteY152" fmla="*/ 183261 h 594805"/>
                <a:gd name="connsiteX153" fmla="*/ 179380 w 566671"/>
                <a:gd name="connsiteY153" fmla="*/ 183261 h 594805"/>
                <a:gd name="connsiteX154" fmla="*/ 174768 w 566671"/>
                <a:gd name="connsiteY154" fmla="*/ 188323 h 594805"/>
                <a:gd name="connsiteX155" fmla="*/ 174768 w 566671"/>
                <a:gd name="connsiteY155" fmla="*/ 232496 h 594805"/>
                <a:gd name="connsiteX156" fmla="*/ 179380 w 566671"/>
                <a:gd name="connsiteY156" fmla="*/ 237098 h 594805"/>
                <a:gd name="connsiteX157" fmla="*/ 201978 w 566671"/>
                <a:gd name="connsiteY157" fmla="*/ 237098 h 594805"/>
                <a:gd name="connsiteX158" fmla="*/ 206590 w 566671"/>
                <a:gd name="connsiteY158" fmla="*/ 232496 h 594805"/>
                <a:gd name="connsiteX159" fmla="*/ 206590 w 566671"/>
                <a:gd name="connsiteY159" fmla="*/ 188323 h 594805"/>
                <a:gd name="connsiteX160" fmla="*/ 201978 w 566671"/>
                <a:gd name="connsiteY160" fmla="*/ 183261 h 594805"/>
                <a:gd name="connsiteX161" fmla="*/ 398822 w 566671"/>
                <a:gd name="connsiteY161" fmla="*/ 174058 h 594805"/>
                <a:gd name="connsiteX162" fmla="*/ 421420 w 566671"/>
                <a:gd name="connsiteY162" fmla="*/ 174058 h 594805"/>
                <a:gd name="connsiteX163" fmla="*/ 435256 w 566671"/>
                <a:gd name="connsiteY163" fmla="*/ 188323 h 594805"/>
                <a:gd name="connsiteX164" fmla="*/ 435256 w 566671"/>
                <a:gd name="connsiteY164" fmla="*/ 232496 h 594805"/>
                <a:gd name="connsiteX165" fmla="*/ 421420 w 566671"/>
                <a:gd name="connsiteY165" fmla="*/ 246761 h 594805"/>
                <a:gd name="connsiteX166" fmla="*/ 398822 w 566671"/>
                <a:gd name="connsiteY166" fmla="*/ 246761 h 594805"/>
                <a:gd name="connsiteX167" fmla="*/ 384986 w 566671"/>
                <a:gd name="connsiteY167" fmla="*/ 232496 h 594805"/>
                <a:gd name="connsiteX168" fmla="*/ 384986 w 566671"/>
                <a:gd name="connsiteY168" fmla="*/ 188323 h 594805"/>
                <a:gd name="connsiteX169" fmla="*/ 398822 w 566671"/>
                <a:gd name="connsiteY169" fmla="*/ 174058 h 594805"/>
                <a:gd name="connsiteX170" fmla="*/ 319986 w 566671"/>
                <a:gd name="connsiteY170" fmla="*/ 174058 h 594805"/>
                <a:gd name="connsiteX171" fmla="*/ 342117 w 566671"/>
                <a:gd name="connsiteY171" fmla="*/ 174058 h 594805"/>
                <a:gd name="connsiteX172" fmla="*/ 356409 w 566671"/>
                <a:gd name="connsiteY172" fmla="*/ 188323 h 594805"/>
                <a:gd name="connsiteX173" fmla="*/ 356409 w 566671"/>
                <a:gd name="connsiteY173" fmla="*/ 232496 h 594805"/>
                <a:gd name="connsiteX174" fmla="*/ 342117 w 566671"/>
                <a:gd name="connsiteY174" fmla="*/ 246761 h 594805"/>
                <a:gd name="connsiteX175" fmla="*/ 319986 w 566671"/>
                <a:gd name="connsiteY175" fmla="*/ 246761 h 594805"/>
                <a:gd name="connsiteX176" fmla="*/ 305694 w 566671"/>
                <a:gd name="connsiteY176" fmla="*/ 232496 h 594805"/>
                <a:gd name="connsiteX177" fmla="*/ 305694 w 566671"/>
                <a:gd name="connsiteY177" fmla="*/ 188323 h 594805"/>
                <a:gd name="connsiteX178" fmla="*/ 319986 w 566671"/>
                <a:gd name="connsiteY178" fmla="*/ 174058 h 594805"/>
                <a:gd name="connsiteX179" fmla="*/ 179380 w 566671"/>
                <a:gd name="connsiteY179" fmla="*/ 174058 h 594805"/>
                <a:gd name="connsiteX180" fmla="*/ 201978 w 566671"/>
                <a:gd name="connsiteY180" fmla="*/ 174058 h 594805"/>
                <a:gd name="connsiteX181" fmla="*/ 215814 w 566671"/>
                <a:gd name="connsiteY181" fmla="*/ 188323 h 594805"/>
                <a:gd name="connsiteX182" fmla="*/ 215814 w 566671"/>
                <a:gd name="connsiteY182" fmla="*/ 232496 h 594805"/>
                <a:gd name="connsiteX183" fmla="*/ 201978 w 566671"/>
                <a:gd name="connsiteY183" fmla="*/ 246761 h 594805"/>
                <a:gd name="connsiteX184" fmla="*/ 179380 w 566671"/>
                <a:gd name="connsiteY184" fmla="*/ 246761 h 594805"/>
                <a:gd name="connsiteX185" fmla="*/ 165544 w 566671"/>
                <a:gd name="connsiteY185" fmla="*/ 232496 h 594805"/>
                <a:gd name="connsiteX186" fmla="*/ 165544 w 566671"/>
                <a:gd name="connsiteY186" fmla="*/ 188323 h 594805"/>
                <a:gd name="connsiteX187" fmla="*/ 179380 w 566671"/>
                <a:gd name="connsiteY187" fmla="*/ 174058 h 594805"/>
                <a:gd name="connsiteX188" fmla="*/ 513617 w 566671"/>
                <a:gd name="connsiteY188" fmla="*/ 172656 h 594805"/>
                <a:gd name="connsiteX189" fmla="*/ 540375 w 566671"/>
                <a:gd name="connsiteY189" fmla="*/ 191515 h 594805"/>
                <a:gd name="connsiteX190" fmla="*/ 521921 w 566671"/>
                <a:gd name="connsiteY190" fmla="*/ 217734 h 594805"/>
                <a:gd name="connsiteX191" fmla="*/ 495163 w 566671"/>
                <a:gd name="connsiteY191" fmla="*/ 199335 h 594805"/>
                <a:gd name="connsiteX192" fmla="*/ 513617 w 566671"/>
                <a:gd name="connsiteY192" fmla="*/ 172656 h 594805"/>
                <a:gd name="connsiteX193" fmla="*/ 269705 w 566671"/>
                <a:gd name="connsiteY193" fmla="*/ 169410 h 594805"/>
                <a:gd name="connsiteX194" fmla="*/ 272007 w 566671"/>
                <a:gd name="connsiteY194" fmla="*/ 174015 h 594805"/>
                <a:gd name="connsiteX195" fmla="*/ 272007 w 566671"/>
                <a:gd name="connsiteY195" fmla="*/ 241697 h 594805"/>
                <a:gd name="connsiteX196" fmla="*/ 267404 w 566671"/>
                <a:gd name="connsiteY196" fmla="*/ 246762 h 594805"/>
                <a:gd name="connsiteX197" fmla="*/ 262800 w 566671"/>
                <a:gd name="connsiteY197" fmla="*/ 241697 h 594805"/>
                <a:gd name="connsiteX198" fmla="*/ 262800 w 566671"/>
                <a:gd name="connsiteY198" fmla="*/ 182763 h 594805"/>
                <a:gd name="connsiteX199" fmla="*/ 243926 w 566671"/>
                <a:gd name="connsiteY199" fmla="*/ 196115 h 594805"/>
                <a:gd name="connsiteX200" fmla="*/ 237481 w 566671"/>
                <a:gd name="connsiteY200" fmla="*/ 194734 h 594805"/>
                <a:gd name="connsiteX201" fmla="*/ 238862 w 566671"/>
                <a:gd name="connsiteY201" fmla="*/ 188288 h 594805"/>
                <a:gd name="connsiteX202" fmla="*/ 264641 w 566671"/>
                <a:gd name="connsiteY202" fmla="*/ 169871 h 594805"/>
                <a:gd name="connsiteX203" fmla="*/ 269705 w 566671"/>
                <a:gd name="connsiteY203" fmla="*/ 169410 h 594805"/>
                <a:gd name="connsiteX204" fmla="*/ 84623 w 566671"/>
                <a:gd name="connsiteY204" fmla="*/ 112312 h 594805"/>
                <a:gd name="connsiteX205" fmla="*/ 140668 w 566671"/>
                <a:gd name="connsiteY205" fmla="*/ 168505 h 594805"/>
                <a:gd name="connsiteX206" fmla="*/ 84623 w 566671"/>
                <a:gd name="connsiteY206" fmla="*/ 224698 h 594805"/>
                <a:gd name="connsiteX207" fmla="*/ 28578 w 566671"/>
                <a:gd name="connsiteY207" fmla="*/ 168505 h 594805"/>
                <a:gd name="connsiteX208" fmla="*/ 84623 w 566671"/>
                <a:gd name="connsiteY208" fmla="*/ 112312 h 594805"/>
                <a:gd name="connsiteX209" fmla="*/ 393501 w 566671"/>
                <a:gd name="connsiteY209" fmla="*/ 61228 h 594805"/>
                <a:gd name="connsiteX210" fmla="*/ 409419 w 566671"/>
                <a:gd name="connsiteY210" fmla="*/ 77109 h 594805"/>
                <a:gd name="connsiteX211" fmla="*/ 393501 w 566671"/>
                <a:gd name="connsiteY211" fmla="*/ 92990 h 594805"/>
                <a:gd name="connsiteX212" fmla="*/ 377583 w 566671"/>
                <a:gd name="connsiteY212" fmla="*/ 77109 h 594805"/>
                <a:gd name="connsiteX213" fmla="*/ 393501 w 566671"/>
                <a:gd name="connsiteY213" fmla="*/ 61228 h 594805"/>
                <a:gd name="connsiteX214" fmla="*/ 222477 w 566671"/>
                <a:gd name="connsiteY214" fmla="*/ 0 h 594805"/>
                <a:gd name="connsiteX215" fmla="*/ 289109 w 566671"/>
                <a:gd name="connsiteY215" fmla="*/ 66744 h 594805"/>
                <a:gd name="connsiteX216" fmla="*/ 222477 w 566671"/>
                <a:gd name="connsiteY216" fmla="*/ 133488 h 594805"/>
                <a:gd name="connsiteX217" fmla="*/ 155845 w 566671"/>
                <a:gd name="connsiteY217" fmla="*/ 66744 h 594805"/>
                <a:gd name="connsiteX218" fmla="*/ 222477 w 566671"/>
                <a:gd name="connsiteY218" fmla="*/ 0 h 5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566671" h="594805">
                  <a:moveTo>
                    <a:pt x="277783" y="517955"/>
                  </a:moveTo>
                  <a:cubicBezTo>
                    <a:pt x="299045" y="517955"/>
                    <a:pt x="316282" y="535158"/>
                    <a:pt x="316282" y="556380"/>
                  </a:cubicBezTo>
                  <a:cubicBezTo>
                    <a:pt x="316282" y="577602"/>
                    <a:pt x="299045" y="594805"/>
                    <a:pt x="277783" y="594805"/>
                  </a:cubicBezTo>
                  <a:cubicBezTo>
                    <a:pt x="256521" y="594805"/>
                    <a:pt x="239284" y="577602"/>
                    <a:pt x="239284" y="556380"/>
                  </a:cubicBezTo>
                  <a:cubicBezTo>
                    <a:pt x="239284" y="535158"/>
                    <a:pt x="256521" y="517955"/>
                    <a:pt x="277783" y="517955"/>
                  </a:cubicBezTo>
                  <a:close/>
                  <a:moveTo>
                    <a:pt x="442401" y="475088"/>
                  </a:moveTo>
                  <a:cubicBezTo>
                    <a:pt x="460617" y="475088"/>
                    <a:pt x="475384" y="489838"/>
                    <a:pt x="475384" y="508034"/>
                  </a:cubicBezTo>
                  <a:cubicBezTo>
                    <a:pt x="475384" y="526230"/>
                    <a:pt x="460617" y="540980"/>
                    <a:pt x="442401" y="540980"/>
                  </a:cubicBezTo>
                  <a:cubicBezTo>
                    <a:pt x="424185" y="540980"/>
                    <a:pt x="409418" y="526230"/>
                    <a:pt x="409418" y="508034"/>
                  </a:cubicBezTo>
                  <a:cubicBezTo>
                    <a:pt x="409418" y="489838"/>
                    <a:pt x="424185" y="475088"/>
                    <a:pt x="442401" y="475088"/>
                  </a:cubicBezTo>
                  <a:close/>
                  <a:moveTo>
                    <a:pt x="120827" y="447473"/>
                  </a:moveTo>
                  <a:cubicBezTo>
                    <a:pt x="143234" y="447473"/>
                    <a:pt x="161399" y="465621"/>
                    <a:pt x="161399" y="488008"/>
                  </a:cubicBezTo>
                  <a:cubicBezTo>
                    <a:pt x="161399" y="510395"/>
                    <a:pt x="143234" y="528543"/>
                    <a:pt x="120827" y="528543"/>
                  </a:cubicBezTo>
                  <a:cubicBezTo>
                    <a:pt x="98420" y="528543"/>
                    <a:pt x="80255" y="510395"/>
                    <a:pt x="80255" y="488008"/>
                  </a:cubicBezTo>
                  <a:cubicBezTo>
                    <a:pt x="80255" y="465621"/>
                    <a:pt x="98420" y="447473"/>
                    <a:pt x="120827" y="447473"/>
                  </a:cubicBezTo>
                  <a:close/>
                  <a:moveTo>
                    <a:pt x="404831" y="388578"/>
                  </a:moveTo>
                  <a:cubicBezTo>
                    <a:pt x="402065" y="388578"/>
                    <a:pt x="399760" y="390419"/>
                    <a:pt x="399760" y="393180"/>
                  </a:cubicBezTo>
                  <a:lnTo>
                    <a:pt x="399760" y="437353"/>
                  </a:lnTo>
                  <a:cubicBezTo>
                    <a:pt x="399760" y="440114"/>
                    <a:pt x="402065" y="441955"/>
                    <a:pt x="404831" y="441955"/>
                  </a:cubicBezTo>
                  <a:lnTo>
                    <a:pt x="426962" y="441955"/>
                  </a:lnTo>
                  <a:cubicBezTo>
                    <a:pt x="429267" y="441955"/>
                    <a:pt x="431572" y="440114"/>
                    <a:pt x="431572" y="437353"/>
                  </a:cubicBezTo>
                  <a:lnTo>
                    <a:pt x="431572" y="393180"/>
                  </a:lnTo>
                  <a:cubicBezTo>
                    <a:pt x="431572" y="390419"/>
                    <a:pt x="429267" y="388578"/>
                    <a:pt x="426962" y="388578"/>
                  </a:cubicBezTo>
                  <a:close/>
                  <a:moveTo>
                    <a:pt x="325538" y="388578"/>
                  </a:moveTo>
                  <a:cubicBezTo>
                    <a:pt x="322772" y="388578"/>
                    <a:pt x="320467" y="390419"/>
                    <a:pt x="320467" y="393180"/>
                  </a:cubicBezTo>
                  <a:lnTo>
                    <a:pt x="320467" y="437353"/>
                  </a:lnTo>
                  <a:cubicBezTo>
                    <a:pt x="320467" y="440114"/>
                    <a:pt x="322772" y="441955"/>
                    <a:pt x="325538" y="441955"/>
                  </a:cubicBezTo>
                  <a:lnTo>
                    <a:pt x="347669" y="441955"/>
                  </a:lnTo>
                  <a:cubicBezTo>
                    <a:pt x="349974" y="441955"/>
                    <a:pt x="352279" y="440114"/>
                    <a:pt x="352279" y="437353"/>
                  </a:cubicBezTo>
                  <a:lnTo>
                    <a:pt x="352279" y="393180"/>
                  </a:lnTo>
                  <a:cubicBezTo>
                    <a:pt x="352279" y="390419"/>
                    <a:pt x="349974" y="388578"/>
                    <a:pt x="347669" y="388578"/>
                  </a:cubicBezTo>
                  <a:close/>
                  <a:moveTo>
                    <a:pt x="175246" y="386268"/>
                  </a:moveTo>
                  <a:cubicBezTo>
                    <a:pt x="172480" y="386268"/>
                    <a:pt x="170636" y="388569"/>
                    <a:pt x="170636" y="391330"/>
                  </a:cubicBezTo>
                  <a:lnTo>
                    <a:pt x="170636" y="435503"/>
                  </a:lnTo>
                  <a:cubicBezTo>
                    <a:pt x="170636" y="438264"/>
                    <a:pt x="172480" y="440105"/>
                    <a:pt x="175246" y="440105"/>
                  </a:cubicBezTo>
                  <a:lnTo>
                    <a:pt x="197377" y="440105"/>
                  </a:lnTo>
                  <a:cubicBezTo>
                    <a:pt x="200143" y="440105"/>
                    <a:pt x="201987" y="438264"/>
                    <a:pt x="201987" y="435503"/>
                  </a:cubicBezTo>
                  <a:lnTo>
                    <a:pt x="201987" y="391330"/>
                  </a:lnTo>
                  <a:cubicBezTo>
                    <a:pt x="201987" y="388569"/>
                    <a:pt x="200143" y="386268"/>
                    <a:pt x="197377" y="386268"/>
                  </a:cubicBezTo>
                  <a:close/>
                  <a:moveTo>
                    <a:pt x="404831" y="378915"/>
                  </a:moveTo>
                  <a:lnTo>
                    <a:pt x="426962" y="378915"/>
                  </a:lnTo>
                  <a:cubicBezTo>
                    <a:pt x="434799" y="378915"/>
                    <a:pt x="441254" y="385357"/>
                    <a:pt x="441254" y="393180"/>
                  </a:cubicBezTo>
                  <a:lnTo>
                    <a:pt x="441254" y="437353"/>
                  </a:lnTo>
                  <a:cubicBezTo>
                    <a:pt x="441254" y="445176"/>
                    <a:pt x="434799" y="451618"/>
                    <a:pt x="426962" y="451618"/>
                  </a:cubicBezTo>
                  <a:lnTo>
                    <a:pt x="404831" y="451618"/>
                  </a:lnTo>
                  <a:cubicBezTo>
                    <a:pt x="396994" y="451618"/>
                    <a:pt x="390539" y="445176"/>
                    <a:pt x="390539" y="437353"/>
                  </a:cubicBezTo>
                  <a:lnTo>
                    <a:pt x="390539" y="393180"/>
                  </a:lnTo>
                  <a:cubicBezTo>
                    <a:pt x="390539" y="385357"/>
                    <a:pt x="396994" y="378915"/>
                    <a:pt x="404831" y="378915"/>
                  </a:cubicBezTo>
                  <a:close/>
                  <a:moveTo>
                    <a:pt x="325538" y="378915"/>
                  </a:moveTo>
                  <a:lnTo>
                    <a:pt x="347669" y="378915"/>
                  </a:lnTo>
                  <a:cubicBezTo>
                    <a:pt x="355506" y="378915"/>
                    <a:pt x="361961" y="385357"/>
                    <a:pt x="361961" y="393180"/>
                  </a:cubicBezTo>
                  <a:lnTo>
                    <a:pt x="361961" y="437353"/>
                  </a:lnTo>
                  <a:cubicBezTo>
                    <a:pt x="361961" y="445176"/>
                    <a:pt x="355506" y="451618"/>
                    <a:pt x="347669" y="451618"/>
                  </a:cubicBezTo>
                  <a:lnTo>
                    <a:pt x="325538" y="451618"/>
                  </a:lnTo>
                  <a:cubicBezTo>
                    <a:pt x="317701" y="451618"/>
                    <a:pt x="311246" y="445176"/>
                    <a:pt x="311246" y="437353"/>
                  </a:cubicBezTo>
                  <a:lnTo>
                    <a:pt x="311246" y="393180"/>
                  </a:lnTo>
                  <a:cubicBezTo>
                    <a:pt x="311246" y="385357"/>
                    <a:pt x="317701" y="378915"/>
                    <a:pt x="325538" y="378915"/>
                  </a:cubicBezTo>
                  <a:close/>
                  <a:moveTo>
                    <a:pt x="175246" y="377065"/>
                  </a:moveTo>
                  <a:lnTo>
                    <a:pt x="197377" y="377065"/>
                  </a:lnTo>
                  <a:cubicBezTo>
                    <a:pt x="205214" y="377065"/>
                    <a:pt x="211669" y="383507"/>
                    <a:pt x="211669" y="391330"/>
                  </a:cubicBezTo>
                  <a:lnTo>
                    <a:pt x="211669" y="435503"/>
                  </a:lnTo>
                  <a:cubicBezTo>
                    <a:pt x="211669" y="443326"/>
                    <a:pt x="205214" y="449768"/>
                    <a:pt x="197377" y="449768"/>
                  </a:cubicBezTo>
                  <a:lnTo>
                    <a:pt x="175246" y="449768"/>
                  </a:lnTo>
                  <a:cubicBezTo>
                    <a:pt x="167409" y="449768"/>
                    <a:pt x="160954" y="443326"/>
                    <a:pt x="160954" y="435503"/>
                  </a:cubicBezTo>
                  <a:lnTo>
                    <a:pt x="160954" y="391330"/>
                  </a:lnTo>
                  <a:cubicBezTo>
                    <a:pt x="160954" y="383507"/>
                    <a:pt x="167409" y="377065"/>
                    <a:pt x="175246" y="377065"/>
                  </a:cubicBezTo>
                  <a:close/>
                  <a:moveTo>
                    <a:pt x="275254" y="375246"/>
                  </a:moveTo>
                  <a:cubicBezTo>
                    <a:pt x="276637" y="376167"/>
                    <a:pt x="277560" y="377548"/>
                    <a:pt x="277560" y="379390"/>
                  </a:cubicBezTo>
                  <a:lnTo>
                    <a:pt x="277560" y="447533"/>
                  </a:lnTo>
                  <a:cubicBezTo>
                    <a:pt x="277560" y="449835"/>
                    <a:pt x="275715" y="452137"/>
                    <a:pt x="272947" y="452137"/>
                  </a:cubicBezTo>
                  <a:cubicBezTo>
                    <a:pt x="270179" y="452137"/>
                    <a:pt x="268334" y="449835"/>
                    <a:pt x="268334" y="447533"/>
                  </a:cubicBezTo>
                  <a:lnTo>
                    <a:pt x="268334" y="388598"/>
                  </a:lnTo>
                  <a:lnTo>
                    <a:pt x="249421" y="401490"/>
                  </a:lnTo>
                  <a:cubicBezTo>
                    <a:pt x="247576" y="402871"/>
                    <a:pt x="244347" y="402411"/>
                    <a:pt x="242963" y="400109"/>
                  </a:cubicBezTo>
                  <a:cubicBezTo>
                    <a:pt x="241579" y="398267"/>
                    <a:pt x="242040" y="395044"/>
                    <a:pt x="244347" y="393663"/>
                  </a:cubicBezTo>
                  <a:lnTo>
                    <a:pt x="270179" y="375706"/>
                  </a:lnTo>
                  <a:cubicBezTo>
                    <a:pt x="271563" y="374325"/>
                    <a:pt x="273870" y="374325"/>
                    <a:pt x="275254" y="375246"/>
                  </a:cubicBezTo>
                  <a:close/>
                  <a:moveTo>
                    <a:pt x="537167" y="336049"/>
                  </a:moveTo>
                  <a:cubicBezTo>
                    <a:pt x="553462" y="336049"/>
                    <a:pt x="566671" y="349142"/>
                    <a:pt x="566671" y="365293"/>
                  </a:cubicBezTo>
                  <a:cubicBezTo>
                    <a:pt x="566671" y="381444"/>
                    <a:pt x="553462" y="394537"/>
                    <a:pt x="537167" y="394537"/>
                  </a:cubicBezTo>
                  <a:cubicBezTo>
                    <a:pt x="520872" y="394537"/>
                    <a:pt x="507663" y="381444"/>
                    <a:pt x="507663" y="365293"/>
                  </a:cubicBezTo>
                  <a:cubicBezTo>
                    <a:pt x="507663" y="349142"/>
                    <a:pt x="520872" y="336049"/>
                    <a:pt x="537167" y="336049"/>
                  </a:cubicBezTo>
                  <a:close/>
                  <a:moveTo>
                    <a:pt x="256389" y="290935"/>
                  </a:moveTo>
                  <a:cubicBezTo>
                    <a:pt x="253623" y="290935"/>
                    <a:pt x="251779" y="292777"/>
                    <a:pt x="251779" y="295541"/>
                  </a:cubicBezTo>
                  <a:lnTo>
                    <a:pt x="251779" y="339760"/>
                  </a:lnTo>
                  <a:cubicBezTo>
                    <a:pt x="251779" y="342524"/>
                    <a:pt x="253623" y="344827"/>
                    <a:pt x="256389" y="344827"/>
                  </a:cubicBezTo>
                  <a:lnTo>
                    <a:pt x="278520" y="344827"/>
                  </a:lnTo>
                  <a:cubicBezTo>
                    <a:pt x="281286" y="344827"/>
                    <a:pt x="283130" y="342524"/>
                    <a:pt x="283130" y="339760"/>
                  </a:cubicBezTo>
                  <a:lnTo>
                    <a:pt x="283130" y="295541"/>
                  </a:lnTo>
                  <a:cubicBezTo>
                    <a:pt x="283130" y="292777"/>
                    <a:pt x="281286" y="290935"/>
                    <a:pt x="278520" y="290935"/>
                  </a:cubicBezTo>
                  <a:close/>
                  <a:moveTo>
                    <a:pt x="44496" y="290072"/>
                  </a:moveTo>
                  <a:cubicBezTo>
                    <a:pt x="69070" y="290072"/>
                    <a:pt x="88992" y="310060"/>
                    <a:pt x="88992" y="334716"/>
                  </a:cubicBezTo>
                  <a:cubicBezTo>
                    <a:pt x="88992" y="359372"/>
                    <a:pt x="69070" y="379360"/>
                    <a:pt x="44496" y="379360"/>
                  </a:cubicBezTo>
                  <a:cubicBezTo>
                    <a:pt x="19922" y="379360"/>
                    <a:pt x="0" y="359372"/>
                    <a:pt x="0" y="334716"/>
                  </a:cubicBezTo>
                  <a:cubicBezTo>
                    <a:pt x="0" y="310060"/>
                    <a:pt x="19922" y="290072"/>
                    <a:pt x="44496" y="290072"/>
                  </a:cubicBezTo>
                  <a:close/>
                  <a:moveTo>
                    <a:pt x="256389" y="281262"/>
                  </a:moveTo>
                  <a:lnTo>
                    <a:pt x="278520" y="281262"/>
                  </a:lnTo>
                  <a:cubicBezTo>
                    <a:pt x="286357" y="281262"/>
                    <a:pt x="292812" y="287711"/>
                    <a:pt x="292812" y="295541"/>
                  </a:cubicBezTo>
                  <a:lnTo>
                    <a:pt x="292812" y="339760"/>
                  </a:lnTo>
                  <a:cubicBezTo>
                    <a:pt x="292812" y="347590"/>
                    <a:pt x="286357" y="354039"/>
                    <a:pt x="278520" y="354039"/>
                  </a:cubicBezTo>
                  <a:lnTo>
                    <a:pt x="256389" y="354039"/>
                  </a:lnTo>
                  <a:cubicBezTo>
                    <a:pt x="248552" y="354039"/>
                    <a:pt x="242097" y="347590"/>
                    <a:pt x="242097" y="339760"/>
                  </a:cubicBezTo>
                  <a:lnTo>
                    <a:pt x="242097" y="295541"/>
                  </a:lnTo>
                  <a:cubicBezTo>
                    <a:pt x="242097" y="287711"/>
                    <a:pt x="248552" y="281262"/>
                    <a:pt x="256389" y="281262"/>
                  </a:cubicBezTo>
                  <a:close/>
                  <a:moveTo>
                    <a:pt x="425548" y="279444"/>
                  </a:moveTo>
                  <a:cubicBezTo>
                    <a:pt x="426931" y="280365"/>
                    <a:pt x="427853" y="282206"/>
                    <a:pt x="427853" y="283588"/>
                  </a:cubicBezTo>
                  <a:lnTo>
                    <a:pt x="427853" y="351731"/>
                  </a:lnTo>
                  <a:cubicBezTo>
                    <a:pt x="427853" y="354493"/>
                    <a:pt x="426009" y="356335"/>
                    <a:pt x="423242" y="356335"/>
                  </a:cubicBezTo>
                  <a:cubicBezTo>
                    <a:pt x="420476" y="356335"/>
                    <a:pt x="418631" y="354493"/>
                    <a:pt x="418631" y="351731"/>
                  </a:cubicBezTo>
                  <a:lnTo>
                    <a:pt x="418631" y="292796"/>
                  </a:lnTo>
                  <a:lnTo>
                    <a:pt x="399727" y="305688"/>
                  </a:lnTo>
                  <a:cubicBezTo>
                    <a:pt x="397421" y="307530"/>
                    <a:pt x="394655" y="306609"/>
                    <a:pt x="393271" y="304767"/>
                  </a:cubicBezTo>
                  <a:cubicBezTo>
                    <a:pt x="391427" y="302465"/>
                    <a:pt x="392349" y="299703"/>
                    <a:pt x="394194" y="297861"/>
                  </a:cubicBezTo>
                  <a:lnTo>
                    <a:pt x="420476" y="279904"/>
                  </a:lnTo>
                  <a:cubicBezTo>
                    <a:pt x="421859" y="278983"/>
                    <a:pt x="423703" y="278523"/>
                    <a:pt x="425548" y="279444"/>
                  </a:cubicBezTo>
                  <a:close/>
                  <a:moveTo>
                    <a:pt x="346254" y="279444"/>
                  </a:moveTo>
                  <a:cubicBezTo>
                    <a:pt x="347637" y="280365"/>
                    <a:pt x="348560" y="282206"/>
                    <a:pt x="348560" y="283588"/>
                  </a:cubicBezTo>
                  <a:lnTo>
                    <a:pt x="348560" y="351731"/>
                  </a:lnTo>
                  <a:cubicBezTo>
                    <a:pt x="348560" y="354493"/>
                    <a:pt x="346715" y="356335"/>
                    <a:pt x="343947" y="356335"/>
                  </a:cubicBezTo>
                  <a:cubicBezTo>
                    <a:pt x="341179" y="356335"/>
                    <a:pt x="339334" y="354493"/>
                    <a:pt x="339334" y="351731"/>
                  </a:cubicBezTo>
                  <a:lnTo>
                    <a:pt x="339334" y="292796"/>
                  </a:lnTo>
                  <a:lnTo>
                    <a:pt x="320421" y="305688"/>
                  </a:lnTo>
                  <a:cubicBezTo>
                    <a:pt x="318115" y="307530"/>
                    <a:pt x="315347" y="306609"/>
                    <a:pt x="313963" y="304767"/>
                  </a:cubicBezTo>
                  <a:cubicBezTo>
                    <a:pt x="312579" y="302465"/>
                    <a:pt x="313040" y="299703"/>
                    <a:pt x="314885" y="297861"/>
                  </a:cubicBezTo>
                  <a:lnTo>
                    <a:pt x="341179" y="279904"/>
                  </a:lnTo>
                  <a:cubicBezTo>
                    <a:pt x="342563" y="278983"/>
                    <a:pt x="344408" y="278523"/>
                    <a:pt x="346254" y="279444"/>
                  </a:cubicBezTo>
                  <a:close/>
                  <a:moveTo>
                    <a:pt x="201498" y="279444"/>
                  </a:moveTo>
                  <a:cubicBezTo>
                    <a:pt x="203343" y="280365"/>
                    <a:pt x="204265" y="282206"/>
                    <a:pt x="204265" y="283588"/>
                  </a:cubicBezTo>
                  <a:lnTo>
                    <a:pt x="204265" y="351731"/>
                  </a:lnTo>
                  <a:cubicBezTo>
                    <a:pt x="204265" y="354493"/>
                    <a:pt x="201960" y="356335"/>
                    <a:pt x="199193" y="356335"/>
                  </a:cubicBezTo>
                  <a:cubicBezTo>
                    <a:pt x="196888" y="356335"/>
                    <a:pt x="194582" y="354493"/>
                    <a:pt x="194582" y="351731"/>
                  </a:cubicBezTo>
                  <a:lnTo>
                    <a:pt x="194582" y="292796"/>
                  </a:lnTo>
                  <a:lnTo>
                    <a:pt x="176139" y="305688"/>
                  </a:lnTo>
                  <a:cubicBezTo>
                    <a:pt x="173833" y="307530"/>
                    <a:pt x="171067" y="306609"/>
                    <a:pt x="169222" y="304767"/>
                  </a:cubicBezTo>
                  <a:cubicBezTo>
                    <a:pt x="167839" y="302465"/>
                    <a:pt x="168300" y="299703"/>
                    <a:pt x="170606" y="297861"/>
                  </a:cubicBezTo>
                  <a:lnTo>
                    <a:pt x="196888" y="279904"/>
                  </a:lnTo>
                  <a:cubicBezTo>
                    <a:pt x="198271" y="278983"/>
                    <a:pt x="200115" y="278523"/>
                    <a:pt x="201498" y="279444"/>
                  </a:cubicBezTo>
                  <a:close/>
                  <a:moveTo>
                    <a:pt x="398822" y="183261"/>
                  </a:moveTo>
                  <a:cubicBezTo>
                    <a:pt x="396516" y="183261"/>
                    <a:pt x="394210" y="185562"/>
                    <a:pt x="394210" y="188323"/>
                  </a:cubicBezTo>
                  <a:lnTo>
                    <a:pt x="394210" y="232496"/>
                  </a:lnTo>
                  <a:cubicBezTo>
                    <a:pt x="394210" y="234797"/>
                    <a:pt x="396516" y="237098"/>
                    <a:pt x="398822" y="237098"/>
                  </a:cubicBezTo>
                  <a:lnTo>
                    <a:pt x="421420" y="237098"/>
                  </a:lnTo>
                  <a:cubicBezTo>
                    <a:pt x="423726" y="237098"/>
                    <a:pt x="426032" y="234797"/>
                    <a:pt x="426032" y="232496"/>
                  </a:cubicBezTo>
                  <a:lnTo>
                    <a:pt x="426032" y="188323"/>
                  </a:lnTo>
                  <a:cubicBezTo>
                    <a:pt x="426032" y="185562"/>
                    <a:pt x="423726" y="183261"/>
                    <a:pt x="421420" y="183261"/>
                  </a:cubicBezTo>
                  <a:close/>
                  <a:moveTo>
                    <a:pt x="319986" y="183261"/>
                  </a:moveTo>
                  <a:cubicBezTo>
                    <a:pt x="317220" y="183261"/>
                    <a:pt x="314915" y="185562"/>
                    <a:pt x="314915" y="188323"/>
                  </a:cubicBezTo>
                  <a:lnTo>
                    <a:pt x="314915" y="232496"/>
                  </a:lnTo>
                  <a:cubicBezTo>
                    <a:pt x="314915" y="234797"/>
                    <a:pt x="317220" y="237098"/>
                    <a:pt x="319986" y="237098"/>
                  </a:cubicBezTo>
                  <a:lnTo>
                    <a:pt x="342117" y="237098"/>
                  </a:lnTo>
                  <a:cubicBezTo>
                    <a:pt x="344422" y="237098"/>
                    <a:pt x="346727" y="234797"/>
                    <a:pt x="346727" y="232496"/>
                  </a:cubicBezTo>
                  <a:lnTo>
                    <a:pt x="346727" y="188323"/>
                  </a:lnTo>
                  <a:cubicBezTo>
                    <a:pt x="346727" y="185562"/>
                    <a:pt x="344422" y="183261"/>
                    <a:pt x="342117" y="183261"/>
                  </a:cubicBezTo>
                  <a:close/>
                  <a:moveTo>
                    <a:pt x="179380" y="183261"/>
                  </a:moveTo>
                  <a:cubicBezTo>
                    <a:pt x="177074" y="183261"/>
                    <a:pt x="174768" y="185562"/>
                    <a:pt x="174768" y="188323"/>
                  </a:cubicBezTo>
                  <a:lnTo>
                    <a:pt x="174768" y="232496"/>
                  </a:lnTo>
                  <a:cubicBezTo>
                    <a:pt x="174768" y="234797"/>
                    <a:pt x="177074" y="237098"/>
                    <a:pt x="179380" y="237098"/>
                  </a:cubicBezTo>
                  <a:lnTo>
                    <a:pt x="201978" y="237098"/>
                  </a:lnTo>
                  <a:cubicBezTo>
                    <a:pt x="204284" y="237098"/>
                    <a:pt x="206590" y="234797"/>
                    <a:pt x="206590" y="232496"/>
                  </a:cubicBezTo>
                  <a:lnTo>
                    <a:pt x="206590" y="188323"/>
                  </a:lnTo>
                  <a:cubicBezTo>
                    <a:pt x="206590" y="185562"/>
                    <a:pt x="204284" y="183261"/>
                    <a:pt x="201978" y="183261"/>
                  </a:cubicBezTo>
                  <a:close/>
                  <a:moveTo>
                    <a:pt x="398822" y="174058"/>
                  </a:moveTo>
                  <a:lnTo>
                    <a:pt x="421420" y="174058"/>
                  </a:lnTo>
                  <a:cubicBezTo>
                    <a:pt x="429260" y="174058"/>
                    <a:pt x="435256" y="180040"/>
                    <a:pt x="435256" y="188323"/>
                  </a:cubicBezTo>
                  <a:lnTo>
                    <a:pt x="435256" y="232496"/>
                  </a:lnTo>
                  <a:cubicBezTo>
                    <a:pt x="435256" y="240319"/>
                    <a:pt x="429260" y="246761"/>
                    <a:pt x="421420" y="246761"/>
                  </a:cubicBezTo>
                  <a:lnTo>
                    <a:pt x="398822" y="246761"/>
                  </a:lnTo>
                  <a:cubicBezTo>
                    <a:pt x="390982" y="246761"/>
                    <a:pt x="384986" y="240319"/>
                    <a:pt x="384986" y="232496"/>
                  </a:cubicBezTo>
                  <a:lnTo>
                    <a:pt x="384986" y="188323"/>
                  </a:lnTo>
                  <a:cubicBezTo>
                    <a:pt x="384986" y="180040"/>
                    <a:pt x="390982" y="174058"/>
                    <a:pt x="398822" y="174058"/>
                  </a:cubicBezTo>
                  <a:close/>
                  <a:moveTo>
                    <a:pt x="319986" y="174058"/>
                  </a:moveTo>
                  <a:lnTo>
                    <a:pt x="342117" y="174058"/>
                  </a:lnTo>
                  <a:cubicBezTo>
                    <a:pt x="349954" y="174058"/>
                    <a:pt x="356409" y="180040"/>
                    <a:pt x="356409" y="188323"/>
                  </a:cubicBezTo>
                  <a:lnTo>
                    <a:pt x="356409" y="232496"/>
                  </a:lnTo>
                  <a:cubicBezTo>
                    <a:pt x="356409" y="240319"/>
                    <a:pt x="349954" y="246761"/>
                    <a:pt x="342117" y="246761"/>
                  </a:cubicBezTo>
                  <a:lnTo>
                    <a:pt x="319986" y="246761"/>
                  </a:lnTo>
                  <a:cubicBezTo>
                    <a:pt x="311688" y="246761"/>
                    <a:pt x="305694" y="240319"/>
                    <a:pt x="305694" y="232496"/>
                  </a:cubicBezTo>
                  <a:lnTo>
                    <a:pt x="305694" y="188323"/>
                  </a:lnTo>
                  <a:cubicBezTo>
                    <a:pt x="305694" y="180040"/>
                    <a:pt x="311688" y="174058"/>
                    <a:pt x="319986" y="174058"/>
                  </a:cubicBezTo>
                  <a:close/>
                  <a:moveTo>
                    <a:pt x="179380" y="174058"/>
                  </a:moveTo>
                  <a:lnTo>
                    <a:pt x="201978" y="174058"/>
                  </a:lnTo>
                  <a:cubicBezTo>
                    <a:pt x="209818" y="174058"/>
                    <a:pt x="215814" y="180040"/>
                    <a:pt x="215814" y="188323"/>
                  </a:cubicBezTo>
                  <a:lnTo>
                    <a:pt x="215814" y="232496"/>
                  </a:lnTo>
                  <a:cubicBezTo>
                    <a:pt x="215814" y="240319"/>
                    <a:pt x="209818" y="246761"/>
                    <a:pt x="201978" y="246761"/>
                  </a:cubicBezTo>
                  <a:lnTo>
                    <a:pt x="179380" y="246761"/>
                  </a:lnTo>
                  <a:cubicBezTo>
                    <a:pt x="171540" y="246761"/>
                    <a:pt x="165544" y="240319"/>
                    <a:pt x="165544" y="232496"/>
                  </a:cubicBezTo>
                  <a:lnTo>
                    <a:pt x="165544" y="188323"/>
                  </a:lnTo>
                  <a:cubicBezTo>
                    <a:pt x="165544" y="180040"/>
                    <a:pt x="171540" y="174058"/>
                    <a:pt x="179380" y="174058"/>
                  </a:cubicBezTo>
                  <a:close/>
                  <a:moveTo>
                    <a:pt x="513617" y="172656"/>
                  </a:moveTo>
                  <a:cubicBezTo>
                    <a:pt x="526073" y="170356"/>
                    <a:pt x="538068" y="178636"/>
                    <a:pt x="540375" y="191515"/>
                  </a:cubicBezTo>
                  <a:cubicBezTo>
                    <a:pt x="542682" y="203935"/>
                    <a:pt x="534378" y="215434"/>
                    <a:pt x="521921" y="217734"/>
                  </a:cubicBezTo>
                  <a:cubicBezTo>
                    <a:pt x="509465" y="220034"/>
                    <a:pt x="497470" y="211754"/>
                    <a:pt x="495163" y="199335"/>
                  </a:cubicBezTo>
                  <a:cubicBezTo>
                    <a:pt x="492856" y="186915"/>
                    <a:pt x="501160" y="174956"/>
                    <a:pt x="513617" y="172656"/>
                  </a:cubicBezTo>
                  <a:close/>
                  <a:moveTo>
                    <a:pt x="269705" y="169410"/>
                  </a:moveTo>
                  <a:cubicBezTo>
                    <a:pt x="271086" y="170331"/>
                    <a:pt x="272007" y="172173"/>
                    <a:pt x="272007" y="174015"/>
                  </a:cubicBezTo>
                  <a:lnTo>
                    <a:pt x="272007" y="241697"/>
                  </a:lnTo>
                  <a:cubicBezTo>
                    <a:pt x="272007" y="244460"/>
                    <a:pt x="270166" y="246762"/>
                    <a:pt x="267404" y="246762"/>
                  </a:cubicBezTo>
                  <a:cubicBezTo>
                    <a:pt x="264641" y="246762"/>
                    <a:pt x="262800" y="244460"/>
                    <a:pt x="262800" y="241697"/>
                  </a:cubicBezTo>
                  <a:lnTo>
                    <a:pt x="262800" y="182763"/>
                  </a:lnTo>
                  <a:lnTo>
                    <a:pt x="243926" y="196115"/>
                  </a:lnTo>
                  <a:cubicBezTo>
                    <a:pt x="242084" y="197496"/>
                    <a:pt x="238862" y="197036"/>
                    <a:pt x="237481" y="194734"/>
                  </a:cubicBezTo>
                  <a:cubicBezTo>
                    <a:pt x="236100" y="192432"/>
                    <a:pt x="236560" y="189669"/>
                    <a:pt x="238862" y="188288"/>
                  </a:cubicBezTo>
                  <a:lnTo>
                    <a:pt x="264641" y="169871"/>
                  </a:lnTo>
                  <a:cubicBezTo>
                    <a:pt x="266022" y="168950"/>
                    <a:pt x="267864" y="168950"/>
                    <a:pt x="269705" y="169410"/>
                  </a:cubicBezTo>
                  <a:close/>
                  <a:moveTo>
                    <a:pt x="84623" y="112312"/>
                  </a:moveTo>
                  <a:cubicBezTo>
                    <a:pt x="115576" y="112312"/>
                    <a:pt x="140668" y="137470"/>
                    <a:pt x="140668" y="168505"/>
                  </a:cubicBezTo>
                  <a:cubicBezTo>
                    <a:pt x="140668" y="199540"/>
                    <a:pt x="115576" y="224698"/>
                    <a:pt x="84623" y="224698"/>
                  </a:cubicBezTo>
                  <a:cubicBezTo>
                    <a:pt x="53670" y="224698"/>
                    <a:pt x="28578" y="199540"/>
                    <a:pt x="28578" y="168505"/>
                  </a:cubicBezTo>
                  <a:cubicBezTo>
                    <a:pt x="28578" y="137470"/>
                    <a:pt x="53670" y="112312"/>
                    <a:pt x="84623" y="112312"/>
                  </a:cubicBezTo>
                  <a:close/>
                  <a:moveTo>
                    <a:pt x="393501" y="61228"/>
                  </a:moveTo>
                  <a:cubicBezTo>
                    <a:pt x="402292" y="61228"/>
                    <a:pt x="409419" y="68338"/>
                    <a:pt x="409419" y="77109"/>
                  </a:cubicBezTo>
                  <a:cubicBezTo>
                    <a:pt x="409419" y="85880"/>
                    <a:pt x="402292" y="92990"/>
                    <a:pt x="393501" y="92990"/>
                  </a:cubicBezTo>
                  <a:cubicBezTo>
                    <a:pt x="384710" y="92990"/>
                    <a:pt x="377583" y="85880"/>
                    <a:pt x="377583" y="77109"/>
                  </a:cubicBezTo>
                  <a:cubicBezTo>
                    <a:pt x="377583" y="68338"/>
                    <a:pt x="384710" y="61228"/>
                    <a:pt x="393501" y="61228"/>
                  </a:cubicBezTo>
                  <a:close/>
                  <a:moveTo>
                    <a:pt x="222477" y="0"/>
                  </a:moveTo>
                  <a:cubicBezTo>
                    <a:pt x="259277" y="0"/>
                    <a:pt x="289109" y="29882"/>
                    <a:pt x="289109" y="66744"/>
                  </a:cubicBezTo>
                  <a:cubicBezTo>
                    <a:pt x="289109" y="103606"/>
                    <a:pt x="259277" y="133488"/>
                    <a:pt x="222477" y="133488"/>
                  </a:cubicBezTo>
                  <a:cubicBezTo>
                    <a:pt x="185677" y="133488"/>
                    <a:pt x="155845" y="103606"/>
                    <a:pt x="155845" y="66744"/>
                  </a:cubicBezTo>
                  <a:cubicBezTo>
                    <a:pt x="155845" y="29882"/>
                    <a:pt x="185677" y="0"/>
                    <a:pt x="222477" y="0"/>
                  </a:cubicBezTo>
                  <a:close/>
                </a:path>
              </a:pathLst>
            </a:custGeom>
            <a:noFill/>
            <a:ln>
              <a:solidFill>
                <a:srgbClr val="3ABABA"/>
              </a:solidFill>
            </a:ln>
          </p:spPr>
        </p:sp>
      </p:grpSp>
      <p:grpSp>
        <p:nvGrpSpPr>
          <p:cNvPr id="17" name="组合 16"/>
          <p:cNvGrpSpPr/>
          <p:nvPr/>
        </p:nvGrpSpPr>
        <p:grpSpPr>
          <a:xfrm>
            <a:off x="6528048" y="2780928"/>
            <a:ext cx="1742541" cy="609685"/>
            <a:chOff x="4223792" y="1448780"/>
            <a:chExt cx="1742541" cy="609685"/>
          </a:xfrm>
        </p:grpSpPr>
        <p:sp>
          <p:nvSpPr>
            <p:cNvPr id="18" name="binary-code-loading-symbol_39047"/>
            <p:cNvSpPr>
              <a:spLocks noChangeAspect="1"/>
            </p:cNvSpPr>
            <p:nvPr/>
          </p:nvSpPr>
          <p:spPr bwMode="auto">
            <a:xfrm>
              <a:off x="4223792" y="1448780"/>
              <a:ext cx="580847" cy="609685"/>
            </a:xfrm>
            <a:custGeom>
              <a:avLst/>
              <a:gdLst>
                <a:gd name="connsiteX0" fmla="*/ 277783 w 566671"/>
                <a:gd name="connsiteY0" fmla="*/ 517955 h 594805"/>
                <a:gd name="connsiteX1" fmla="*/ 316282 w 566671"/>
                <a:gd name="connsiteY1" fmla="*/ 556380 h 594805"/>
                <a:gd name="connsiteX2" fmla="*/ 277783 w 566671"/>
                <a:gd name="connsiteY2" fmla="*/ 594805 h 594805"/>
                <a:gd name="connsiteX3" fmla="*/ 239284 w 566671"/>
                <a:gd name="connsiteY3" fmla="*/ 556380 h 594805"/>
                <a:gd name="connsiteX4" fmla="*/ 277783 w 566671"/>
                <a:gd name="connsiteY4" fmla="*/ 517955 h 594805"/>
                <a:gd name="connsiteX5" fmla="*/ 442401 w 566671"/>
                <a:gd name="connsiteY5" fmla="*/ 475088 h 594805"/>
                <a:gd name="connsiteX6" fmla="*/ 475384 w 566671"/>
                <a:gd name="connsiteY6" fmla="*/ 508034 h 594805"/>
                <a:gd name="connsiteX7" fmla="*/ 442401 w 566671"/>
                <a:gd name="connsiteY7" fmla="*/ 540980 h 594805"/>
                <a:gd name="connsiteX8" fmla="*/ 409418 w 566671"/>
                <a:gd name="connsiteY8" fmla="*/ 508034 h 594805"/>
                <a:gd name="connsiteX9" fmla="*/ 442401 w 566671"/>
                <a:gd name="connsiteY9" fmla="*/ 475088 h 594805"/>
                <a:gd name="connsiteX10" fmla="*/ 120827 w 566671"/>
                <a:gd name="connsiteY10" fmla="*/ 447473 h 594805"/>
                <a:gd name="connsiteX11" fmla="*/ 161399 w 566671"/>
                <a:gd name="connsiteY11" fmla="*/ 488008 h 594805"/>
                <a:gd name="connsiteX12" fmla="*/ 120827 w 566671"/>
                <a:gd name="connsiteY12" fmla="*/ 528543 h 594805"/>
                <a:gd name="connsiteX13" fmla="*/ 80255 w 566671"/>
                <a:gd name="connsiteY13" fmla="*/ 488008 h 594805"/>
                <a:gd name="connsiteX14" fmla="*/ 120827 w 566671"/>
                <a:gd name="connsiteY14" fmla="*/ 447473 h 594805"/>
                <a:gd name="connsiteX15" fmla="*/ 404831 w 566671"/>
                <a:gd name="connsiteY15" fmla="*/ 388578 h 594805"/>
                <a:gd name="connsiteX16" fmla="*/ 399760 w 566671"/>
                <a:gd name="connsiteY16" fmla="*/ 393180 h 594805"/>
                <a:gd name="connsiteX17" fmla="*/ 399760 w 566671"/>
                <a:gd name="connsiteY17" fmla="*/ 437353 h 594805"/>
                <a:gd name="connsiteX18" fmla="*/ 404831 w 566671"/>
                <a:gd name="connsiteY18" fmla="*/ 441955 h 594805"/>
                <a:gd name="connsiteX19" fmla="*/ 426962 w 566671"/>
                <a:gd name="connsiteY19" fmla="*/ 441955 h 594805"/>
                <a:gd name="connsiteX20" fmla="*/ 431572 w 566671"/>
                <a:gd name="connsiteY20" fmla="*/ 437353 h 594805"/>
                <a:gd name="connsiteX21" fmla="*/ 431572 w 566671"/>
                <a:gd name="connsiteY21" fmla="*/ 393180 h 594805"/>
                <a:gd name="connsiteX22" fmla="*/ 426962 w 566671"/>
                <a:gd name="connsiteY22" fmla="*/ 388578 h 594805"/>
                <a:gd name="connsiteX23" fmla="*/ 325538 w 566671"/>
                <a:gd name="connsiteY23" fmla="*/ 388578 h 594805"/>
                <a:gd name="connsiteX24" fmla="*/ 320467 w 566671"/>
                <a:gd name="connsiteY24" fmla="*/ 393180 h 594805"/>
                <a:gd name="connsiteX25" fmla="*/ 320467 w 566671"/>
                <a:gd name="connsiteY25" fmla="*/ 437353 h 594805"/>
                <a:gd name="connsiteX26" fmla="*/ 325538 w 566671"/>
                <a:gd name="connsiteY26" fmla="*/ 441955 h 594805"/>
                <a:gd name="connsiteX27" fmla="*/ 347669 w 566671"/>
                <a:gd name="connsiteY27" fmla="*/ 441955 h 594805"/>
                <a:gd name="connsiteX28" fmla="*/ 352279 w 566671"/>
                <a:gd name="connsiteY28" fmla="*/ 437353 h 594805"/>
                <a:gd name="connsiteX29" fmla="*/ 352279 w 566671"/>
                <a:gd name="connsiteY29" fmla="*/ 393180 h 594805"/>
                <a:gd name="connsiteX30" fmla="*/ 347669 w 566671"/>
                <a:gd name="connsiteY30" fmla="*/ 388578 h 594805"/>
                <a:gd name="connsiteX31" fmla="*/ 175246 w 566671"/>
                <a:gd name="connsiteY31" fmla="*/ 386268 h 594805"/>
                <a:gd name="connsiteX32" fmla="*/ 170636 w 566671"/>
                <a:gd name="connsiteY32" fmla="*/ 391330 h 594805"/>
                <a:gd name="connsiteX33" fmla="*/ 170636 w 566671"/>
                <a:gd name="connsiteY33" fmla="*/ 435503 h 594805"/>
                <a:gd name="connsiteX34" fmla="*/ 175246 w 566671"/>
                <a:gd name="connsiteY34" fmla="*/ 440105 h 594805"/>
                <a:gd name="connsiteX35" fmla="*/ 197377 w 566671"/>
                <a:gd name="connsiteY35" fmla="*/ 440105 h 594805"/>
                <a:gd name="connsiteX36" fmla="*/ 201987 w 566671"/>
                <a:gd name="connsiteY36" fmla="*/ 435503 h 594805"/>
                <a:gd name="connsiteX37" fmla="*/ 201987 w 566671"/>
                <a:gd name="connsiteY37" fmla="*/ 391330 h 594805"/>
                <a:gd name="connsiteX38" fmla="*/ 197377 w 566671"/>
                <a:gd name="connsiteY38" fmla="*/ 386268 h 594805"/>
                <a:gd name="connsiteX39" fmla="*/ 404831 w 566671"/>
                <a:gd name="connsiteY39" fmla="*/ 378915 h 594805"/>
                <a:gd name="connsiteX40" fmla="*/ 426962 w 566671"/>
                <a:gd name="connsiteY40" fmla="*/ 378915 h 594805"/>
                <a:gd name="connsiteX41" fmla="*/ 441254 w 566671"/>
                <a:gd name="connsiteY41" fmla="*/ 393180 h 594805"/>
                <a:gd name="connsiteX42" fmla="*/ 441254 w 566671"/>
                <a:gd name="connsiteY42" fmla="*/ 437353 h 594805"/>
                <a:gd name="connsiteX43" fmla="*/ 426962 w 566671"/>
                <a:gd name="connsiteY43" fmla="*/ 451618 h 594805"/>
                <a:gd name="connsiteX44" fmla="*/ 404831 w 566671"/>
                <a:gd name="connsiteY44" fmla="*/ 451618 h 594805"/>
                <a:gd name="connsiteX45" fmla="*/ 390539 w 566671"/>
                <a:gd name="connsiteY45" fmla="*/ 437353 h 594805"/>
                <a:gd name="connsiteX46" fmla="*/ 390539 w 566671"/>
                <a:gd name="connsiteY46" fmla="*/ 393180 h 594805"/>
                <a:gd name="connsiteX47" fmla="*/ 404831 w 566671"/>
                <a:gd name="connsiteY47" fmla="*/ 378915 h 594805"/>
                <a:gd name="connsiteX48" fmla="*/ 325538 w 566671"/>
                <a:gd name="connsiteY48" fmla="*/ 378915 h 594805"/>
                <a:gd name="connsiteX49" fmla="*/ 347669 w 566671"/>
                <a:gd name="connsiteY49" fmla="*/ 378915 h 594805"/>
                <a:gd name="connsiteX50" fmla="*/ 361961 w 566671"/>
                <a:gd name="connsiteY50" fmla="*/ 393180 h 594805"/>
                <a:gd name="connsiteX51" fmla="*/ 361961 w 566671"/>
                <a:gd name="connsiteY51" fmla="*/ 437353 h 594805"/>
                <a:gd name="connsiteX52" fmla="*/ 347669 w 566671"/>
                <a:gd name="connsiteY52" fmla="*/ 451618 h 594805"/>
                <a:gd name="connsiteX53" fmla="*/ 325538 w 566671"/>
                <a:gd name="connsiteY53" fmla="*/ 451618 h 594805"/>
                <a:gd name="connsiteX54" fmla="*/ 311246 w 566671"/>
                <a:gd name="connsiteY54" fmla="*/ 437353 h 594805"/>
                <a:gd name="connsiteX55" fmla="*/ 311246 w 566671"/>
                <a:gd name="connsiteY55" fmla="*/ 393180 h 594805"/>
                <a:gd name="connsiteX56" fmla="*/ 325538 w 566671"/>
                <a:gd name="connsiteY56" fmla="*/ 378915 h 594805"/>
                <a:gd name="connsiteX57" fmla="*/ 175246 w 566671"/>
                <a:gd name="connsiteY57" fmla="*/ 377065 h 594805"/>
                <a:gd name="connsiteX58" fmla="*/ 197377 w 566671"/>
                <a:gd name="connsiteY58" fmla="*/ 377065 h 594805"/>
                <a:gd name="connsiteX59" fmla="*/ 211669 w 566671"/>
                <a:gd name="connsiteY59" fmla="*/ 391330 h 594805"/>
                <a:gd name="connsiteX60" fmla="*/ 211669 w 566671"/>
                <a:gd name="connsiteY60" fmla="*/ 435503 h 594805"/>
                <a:gd name="connsiteX61" fmla="*/ 197377 w 566671"/>
                <a:gd name="connsiteY61" fmla="*/ 449768 h 594805"/>
                <a:gd name="connsiteX62" fmla="*/ 175246 w 566671"/>
                <a:gd name="connsiteY62" fmla="*/ 449768 h 594805"/>
                <a:gd name="connsiteX63" fmla="*/ 160954 w 566671"/>
                <a:gd name="connsiteY63" fmla="*/ 435503 h 594805"/>
                <a:gd name="connsiteX64" fmla="*/ 160954 w 566671"/>
                <a:gd name="connsiteY64" fmla="*/ 391330 h 594805"/>
                <a:gd name="connsiteX65" fmla="*/ 175246 w 566671"/>
                <a:gd name="connsiteY65" fmla="*/ 377065 h 594805"/>
                <a:gd name="connsiteX66" fmla="*/ 275254 w 566671"/>
                <a:gd name="connsiteY66" fmla="*/ 375246 h 594805"/>
                <a:gd name="connsiteX67" fmla="*/ 277560 w 566671"/>
                <a:gd name="connsiteY67" fmla="*/ 379390 h 594805"/>
                <a:gd name="connsiteX68" fmla="*/ 277560 w 566671"/>
                <a:gd name="connsiteY68" fmla="*/ 447533 h 594805"/>
                <a:gd name="connsiteX69" fmla="*/ 272947 w 566671"/>
                <a:gd name="connsiteY69" fmla="*/ 452137 h 594805"/>
                <a:gd name="connsiteX70" fmla="*/ 268334 w 566671"/>
                <a:gd name="connsiteY70" fmla="*/ 447533 h 594805"/>
                <a:gd name="connsiteX71" fmla="*/ 268334 w 566671"/>
                <a:gd name="connsiteY71" fmla="*/ 388598 h 594805"/>
                <a:gd name="connsiteX72" fmla="*/ 249421 w 566671"/>
                <a:gd name="connsiteY72" fmla="*/ 401490 h 594805"/>
                <a:gd name="connsiteX73" fmla="*/ 242963 w 566671"/>
                <a:gd name="connsiteY73" fmla="*/ 400109 h 594805"/>
                <a:gd name="connsiteX74" fmla="*/ 244347 w 566671"/>
                <a:gd name="connsiteY74" fmla="*/ 393663 h 594805"/>
                <a:gd name="connsiteX75" fmla="*/ 270179 w 566671"/>
                <a:gd name="connsiteY75" fmla="*/ 375706 h 594805"/>
                <a:gd name="connsiteX76" fmla="*/ 275254 w 566671"/>
                <a:gd name="connsiteY76" fmla="*/ 375246 h 594805"/>
                <a:gd name="connsiteX77" fmla="*/ 537167 w 566671"/>
                <a:gd name="connsiteY77" fmla="*/ 336049 h 594805"/>
                <a:gd name="connsiteX78" fmla="*/ 566671 w 566671"/>
                <a:gd name="connsiteY78" fmla="*/ 365293 h 594805"/>
                <a:gd name="connsiteX79" fmla="*/ 537167 w 566671"/>
                <a:gd name="connsiteY79" fmla="*/ 394537 h 594805"/>
                <a:gd name="connsiteX80" fmla="*/ 507663 w 566671"/>
                <a:gd name="connsiteY80" fmla="*/ 365293 h 594805"/>
                <a:gd name="connsiteX81" fmla="*/ 537167 w 566671"/>
                <a:gd name="connsiteY81" fmla="*/ 336049 h 594805"/>
                <a:gd name="connsiteX82" fmla="*/ 256389 w 566671"/>
                <a:gd name="connsiteY82" fmla="*/ 290935 h 594805"/>
                <a:gd name="connsiteX83" fmla="*/ 251779 w 566671"/>
                <a:gd name="connsiteY83" fmla="*/ 295541 h 594805"/>
                <a:gd name="connsiteX84" fmla="*/ 251779 w 566671"/>
                <a:gd name="connsiteY84" fmla="*/ 339760 h 594805"/>
                <a:gd name="connsiteX85" fmla="*/ 256389 w 566671"/>
                <a:gd name="connsiteY85" fmla="*/ 344827 h 594805"/>
                <a:gd name="connsiteX86" fmla="*/ 278520 w 566671"/>
                <a:gd name="connsiteY86" fmla="*/ 344827 h 594805"/>
                <a:gd name="connsiteX87" fmla="*/ 283130 w 566671"/>
                <a:gd name="connsiteY87" fmla="*/ 339760 h 594805"/>
                <a:gd name="connsiteX88" fmla="*/ 283130 w 566671"/>
                <a:gd name="connsiteY88" fmla="*/ 295541 h 594805"/>
                <a:gd name="connsiteX89" fmla="*/ 278520 w 566671"/>
                <a:gd name="connsiteY89" fmla="*/ 290935 h 594805"/>
                <a:gd name="connsiteX90" fmla="*/ 44496 w 566671"/>
                <a:gd name="connsiteY90" fmla="*/ 290072 h 594805"/>
                <a:gd name="connsiteX91" fmla="*/ 88992 w 566671"/>
                <a:gd name="connsiteY91" fmla="*/ 334716 h 594805"/>
                <a:gd name="connsiteX92" fmla="*/ 44496 w 566671"/>
                <a:gd name="connsiteY92" fmla="*/ 379360 h 594805"/>
                <a:gd name="connsiteX93" fmla="*/ 0 w 566671"/>
                <a:gd name="connsiteY93" fmla="*/ 334716 h 594805"/>
                <a:gd name="connsiteX94" fmla="*/ 44496 w 566671"/>
                <a:gd name="connsiteY94" fmla="*/ 290072 h 594805"/>
                <a:gd name="connsiteX95" fmla="*/ 256389 w 566671"/>
                <a:gd name="connsiteY95" fmla="*/ 281262 h 594805"/>
                <a:gd name="connsiteX96" fmla="*/ 278520 w 566671"/>
                <a:gd name="connsiteY96" fmla="*/ 281262 h 594805"/>
                <a:gd name="connsiteX97" fmla="*/ 292812 w 566671"/>
                <a:gd name="connsiteY97" fmla="*/ 295541 h 594805"/>
                <a:gd name="connsiteX98" fmla="*/ 292812 w 566671"/>
                <a:gd name="connsiteY98" fmla="*/ 339760 h 594805"/>
                <a:gd name="connsiteX99" fmla="*/ 278520 w 566671"/>
                <a:gd name="connsiteY99" fmla="*/ 354039 h 594805"/>
                <a:gd name="connsiteX100" fmla="*/ 256389 w 566671"/>
                <a:gd name="connsiteY100" fmla="*/ 354039 h 594805"/>
                <a:gd name="connsiteX101" fmla="*/ 242097 w 566671"/>
                <a:gd name="connsiteY101" fmla="*/ 339760 h 594805"/>
                <a:gd name="connsiteX102" fmla="*/ 242097 w 566671"/>
                <a:gd name="connsiteY102" fmla="*/ 295541 h 594805"/>
                <a:gd name="connsiteX103" fmla="*/ 256389 w 566671"/>
                <a:gd name="connsiteY103" fmla="*/ 281262 h 594805"/>
                <a:gd name="connsiteX104" fmla="*/ 425548 w 566671"/>
                <a:gd name="connsiteY104" fmla="*/ 279444 h 594805"/>
                <a:gd name="connsiteX105" fmla="*/ 427853 w 566671"/>
                <a:gd name="connsiteY105" fmla="*/ 283588 h 594805"/>
                <a:gd name="connsiteX106" fmla="*/ 427853 w 566671"/>
                <a:gd name="connsiteY106" fmla="*/ 351731 h 594805"/>
                <a:gd name="connsiteX107" fmla="*/ 423242 w 566671"/>
                <a:gd name="connsiteY107" fmla="*/ 356335 h 594805"/>
                <a:gd name="connsiteX108" fmla="*/ 418631 w 566671"/>
                <a:gd name="connsiteY108" fmla="*/ 351731 h 594805"/>
                <a:gd name="connsiteX109" fmla="*/ 418631 w 566671"/>
                <a:gd name="connsiteY109" fmla="*/ 292796 h 594805"/>
                <a:gd name="connsiteX110" fmla="*/ 399727 w 566671"/>
                <a:gd name="connsiteY110" fmla="*/ 305688 h 594805"/>
                <a:gd name="connsiteX111" fmla="*/ 393271 w 566671"/>
                <a:gd name="connsiteY111" fmla="*/ 304767 h 594805"/>
                <a:gd name="connsiteX112" fmla="*/ 394194 w 566671"/>
                <a:gd name="connsiteY112" fmla="*/ 297861 h 594805"/>
                <a:gd name="connsiteX113" fmla="*/ 420476 w 566671"/>
                <a:gd name="connsiteY113" fmla="*/ 279904 h 594805"/>
                <a:gd name="connsiteX114" fmla="*/ 425548 w 566671"/>
                <a:gd name="connsiteY114" fmla="*/ 279444 h 594805"/>
                <a:gd name="connsiteX115" fmla="*/ 346254 w 566671"/>
                <a:gd name="connsiteY115" fmla="*/ 279444 h 594805"/>
                <a:gd name="connsiteX116" fmla="*/ 348560 w 566671"/>
                <a:gd name="connsiteY116" fmla="*/ 283588 h 594805"/>
                <a:gd name="connsiteX117" fmla="*/ 348560 w 566671"/>
                <a:gd name="connsiteY117" fmla="*/ 351731 h 594805"/>
                <a:gd name="connsiteX118" fmla="*/ 343947 w 566671"/>
                <a:gd name="connsiteY118" fmla="*/ 356335 h 594805"/>
                <a:gd name="connsiteX119" fmla="*/ 339334 w 566671"/>
                <a:gd name="connsiteY119" fmla="*/ 351731 h 594805"/>
                <a:gd name="connsiteX120" fmla="*/ 339334 w 566671"/>
                <a:gd name="connsiteY120" fmla="*/ 292796 h 594805"/>
                <a:gd name="connsiteX121" fmla="*/ 320421 w 566671"/>
                <a:gd name="connsiteY121" fmla="*/ 305688 h 594805"/>
                <a:gd name="connsiteX122" fmla="*/ 313963 w 566671"/>
                <a:gd name="connsiteY122" fmla="*/ 304767 h 594805"/>
                <a:gd name="connsiteX123" fmla="*/ 314885 w 566671"/>
                <a:gd name="connsiteY123" fmla="*/ 297861 h 594805"/>
                <a:gd name="connsiteX124" fmla="*/ 341179 w 566671"/>
                <a:gd name="connsiteY124" fmla="*/ 279904 h 594805"/>
                <a:gd name="connsiteX125" fmla="*/ 346254 w 566671"/>
                <a:gd name="connsiteY125" fmla="*/ 279444 h 594805"/>
                <a:gd name="connsiteX126" fmla="*/ 201498 w 566671"/>
                <a:gd name="connsiteY126" fmla="*/ 279444 h 594805"/>
                <a:gd name="connsiteX127" fmla="*/ 204265 w 566671"/>
                <a:gd name="connsiteY127" fmla="*/ 283588 h 594805"/>
                <a:gd name="connsiteX128" fmla="*/ 204265 w 566671"/>
                <a:gd name="connsiteY128" fmla="*/ 351731 h 594805"/>
                <a:gd name="connsiteX129" fmla="*/ 199193 w 566671"/>
                <a:gd name="connsiteY129" fmla="*/ 356335 h 594805"/>
                <a:gd name="connsiteX130" fmla="*/ 194582 w 566671"/>
                <a:gd name="connsiteY130" fmla="*/ 351731 h 594805"/>
                <a:gd name="connsiteX131" fmla="*/ 194582 w 566671"/>
                <a:gd name="connsiteY131" fmla="*/ 292796 h 594805"/>
                <a:gd name="connsiteX132" fmla="*/ 176139 w 566671"/>
                <a:gd name="connsiteY132" fmla="*/ 305688 h 594805"/>
                <a:gd name="connsiteX133" fmla="*/ 169222 w 566671"/>
                <a:gd name="connsiteY133" fmla="*/ 304767 h 594805"/>
                <a:gd name="connsiteX134" fmla="*/ 170606 w 566671"/>
                <a:gd name="connsiteY134" fmla="*/ 297861 h 594805"/>
                <a:gd name="connsiteX135" fmla="*/ 196888 w 566671"/>
                <a:gd name="connsiteY135" fmla="*/ 279904 h 594805"/>
                <a:gd name="connsiteX136" fmla="*/ 201498 w 566671"/>
                <a:gd name="connsiteY136" fmla="*/ 279444 h 594805"/>
                <a:gd name="connsiteX137" fmla="*/ 398822 w 566671"/>
                <a:gd name="connsiteY137" fmla="*/ 183261 h 594805"/>
                <a:gd name="connsiteX138" fmla="*/ 394210 w 566671"/>
                <a:gd name="connsiteY138" fmla="*/ 188323 h 594805"/>
                <a:gd name="connsiteX139" fmla="*/ 394210 w 566671"/>
                <a:gd name="connsiteY139" fmla="*/ 232496 h 594805"/>
                <a:gd name="connsiteX140" fmla="*/ 398822 w 566671"/>
                <a:gd name="connsiteY140" fmla="*/ 237098 h 594805"/>
                <a:gd name="connsiteX141" fmla="*/ 421420 w 566671"/>
                <a:gd name="connsiteY141" fmla="*/ 237098 h 594805"/>
                <a:gd name="connsiteX142" fmla="*/ 426032 w 566671"/>
                <a:gd name="connsiteY142" fmla="*/ 232496 h 594805"/>
                <a:gd name="connsiteX143" fmla="*/ 426032 w 566671"/>
                <a:gd name="connsiteY143" fmla="*/ 188323 h 594805"/>
                <a:gd name="connsiteX144" fmla="*/ 421420 w 566671"/>
                <a:gd name="connsiteY144" fmla="*/ 183261 h 594805"/>
                <a:gd name="connsiteX145" fmla="*/ 319986 w 566671"/>
                <a:gd name="connsiteY145" fmla="*/ 183261 h 594805"/>
                <a:gd name="connsiteX146" fmla="*/ 314915 w 566671"/>
                <a:gd name="connsiteY146" fmla="*/ 188323 h 594805"/>
                <a:gd name="connsiteX147" fmla="*/ 314915 w 566671"/>
                <a:gd name="connsiteY147" fmla="*/ 232496 h 594805"/>
                <a:gd name="connsiteX148" fmla="*/ 319986 w 566671"/>
                <a:gd name="connsiteY148" fmla="*/ 237098 h 594805"/>
                <a:gd name="connsiteX149" fmla="*/ 342117 w 566671"/>
                <a:gd name="connsiteY149" fmla="*/ 237098 h 594805"/>
                <a:gd name="connsiteX150" fmla="*/ 346727 w 566671"/>
                <a:gd name="connsiteY150" fmla="*/ 232496 h 594805"/>
                <a:gd name="connsiteX151" fmla="*/ 346727 w 566671"/>
                <a:gd name="connsiteY151" fmla="*/ 188323 h 594805"/>
                <a:gd name="connsiteX152" fmla="*/ 342117 w 566671"/>
                <a:gd name="connsiteY152" fmla="*/ 183261 h 594805"/>
                <a:gd name="connsiteX153" fmla="*/ 179380 w 566671"/>
                <a:gd name="connsiteY153" fmla="*/ 183261 h 594805"/>
                <a:gd name="connsiteX154" fmla="*/ 174768 w 566671"/>
                <a:gd name="connsiteY154" fmla="*/ 188323 h 594805"/>
                <a:gd name="connsiteX155" fmla="*/ 174768 w 566671"/>
                <a:gd name="connsiteY155" fmla="*/ 232496 h 594805"/>
                <a:gd name="connsiteX156" fmla="*/ 179380 w 566671"/>
                <a:gd name="connsiteY156" fmla="*/ 237098 h 594805"/>
                <a:gd name="connsiteX157" fmla="*/ 201978 w 566671"/>
                <a:gd name="connsiteY157" fmla="*/ 237098 h 594805"/>
                <a:gd name="connsiteX158" fmla="*/ 206590 w 566671"/>
                <a:gd name="connsiteY158" fmla="*/ 232496 h 594805"/>
                <a:gd name="connsiteX159" fmla="*/ 206590 w 566671"/>
                <a:gd name="connsiteY159" fmla="*/ 188323 h 594805"/>
                <a:gd name="connsiteX160" fmla="*/ 201978 w 566671"/>
                <a:gd name="connsiteY160" fmla="*/ 183261 h 594805"/>
                <a:gd name="connsiteX161" fmla="*/ 398822 w 566671"/>
                <a:gd name="connsiteY161" fmla="*/ 174058 h 594805"/>
                <a:gd name="connsiteX162" fmla="*/ 421420 w 566671"/>
                <a:gd name="connsiteY162" fmla="*/ 174058 h 594805"/>
                <a:gd name="connsiteX163" fmla="*/ 435256 w 566671"/>
                <a:gd name="connsiteY163" fmla="*/ 188323 h 594805"/>
                <a:gd name="connsiteX164" fmla="*/ 435256 w 566671"/>
                <a:gd name="connsiteY164" fmla="*/ 232496 h 594805"/>
                <a:gd name="connsiteX165" fmla="*/ 421420 w 566671"/>
                <a:gd name="connsiteY165" fmla="*/ 246761 h 594805"/>
                <a:gd name="connsiteX166" fmla="*/ 398822 w 566671"/>
                <a:gd name="connsiteY166" fmla="*/ 246761 h 594805"/>
                <a:gd name="connsiteX167" fmla="*/ 384986 w 566671"/>
                <a:gd name="connsiteY167" fmla="*/ 232496 h 594805"/>
                <a:gd name="connsiteX168" fmla="*/ 384986 w 566671"/>
                <a:gd name="connsiteY168" fmla="*/ 188323 h 594805"/>
                <a:gd name="connsiteX169" fmla="*/ 398822 w 566671"/>
                <a:gd name="connsiteY169" fmla="*/ 174058 h 594805"/>
                <a:gd name="connsiteX170" fmla="*/ 319986 w 566671"/>
                <a:gd name="connsiteY170" fmla="*/ 174058 h 594805"/>
                <a:gd name="connsiteX171" fmla="*/ 342117 w 566671"/>
                <a:gd name="connsiteY171" fmla="*/ 174058 h 594805"/>
                <a:gd name="connsiteX172" fmla="*/ 356409 w 566671"/>
                <a:gd name="connsiteY172" fmla="*/ 188323 h 594805"/>
                <a:gd name="connsiteX173" fmla="*/ 356409 w 566671"/>
                <a:gd name="connsiteY173" fmla="*/ 232496 h 594805"/>
                <a:gd name="connsiteX174" fmla="*/ 342117 w 566671"/>
                <a:gd name="connsiteY174" fmla="*/ 246761 h 594805"/>
                <a:gd name="connsiteX175" fmla="*/ 319986 w 566671"/>
                <a:gd name="connsiteY175" fmla="*/ 246761 h 594805"/>
                <a:gd name="connsiteX176" fmla="*/ 305694 w 566671"/>
                <a:gd name="connsiteY176" fmla="*/ 232496 h 594805"/>
                <a:gd name="connsiteX177" fmla="*/ 305694 w 566671"/>
                <a:gd name="connsiteY177" fmla="*/ 188323 h 594805"/>
                <a:gd name="connsiteX178" fmla="*/ 319986 w 566671"/>
                <a:gd name="connsiteY178" fmla="*/ 174058 h 594805"/>
                <a:gd name="connsiteX179" fmla="*/ 179380 w 566671"/>
                <a:gd name="connsiteY179" fmla="*/ 174058 h 594805"/>
                <a:gd name="connsiteX180" fmla="*/ 201978 w 566671"/>
                <a:gd name="connsiteY180" fmla="*/ 174058 h 594805"/>
                <a:gd name="connsiteX181" fmla="*/ 215814 w 566671"/>
                <a:gd name="connsiteY181" fmla="*/ 188323 h 594805"/>
                <a:gd name="connsiteX182" fmla="*/ 215814 w 566671"/>
                <a:gd name="connsiteY182" fmla="*/ 232496 h 594805"/>
                <a:gd name="connsiteX183" fmla="*/ 201978 w 566671"/>
                <a:gd name="connsiteY183" fmla="*/ 246761 h 594805"/>
                <a:gd name="connsiteX184" fmla="*/ 179380 w 566671"/>
                <a:gd name="connsiteY184" fmla="*/ 246761 h 594805"/>
                <a:gd name="connsiteX185" fmla="*/ 165544 w 566671"/>
                <a:gd name="connsiteY185" fmla="*/ 232496 h 594805"/>
                <a:gd name="connsiteX186" fmla="*/ 165544 w 566671"/>
                <a:gd name="connsiteY186" fmla="*/ 188323 h 594805"/>
                <a:gd name="connsiteX187" fmla="*/ 179380 w 566671"/>
                <a:gd name="connsiteY187" fmla="*/ 174058 h 594805"/>
                <a:gd name="connsiteX188" fmla="*/ 513617 w 566671"/>
                <a:gd name="connsiteY188" fmla="*/ 172656 h 594805"/>
                <a:gd name="connsiteX189" fmla="*/ 540375 w 566671"/>
                <a:gd name="connsiteY189" fmla="*/ 191515 h 594805"/>
                <a:gd name="connsiteX190" fmla="*/ 521921 w 566671"/>
                <a:gd name="connsiteY190" fmla="*/ 217734 h 594805"/>
                <a:gd name="connsiteX191" fmla="*/ 495163 w 566671"/>
                <a:gd name="connsiteY191" fmla="*/ 199335 h 594805"/>
                <a:gd name="connsiteX192" fmla="*/ 513617 w 566671"/>
                <a:gd name="connsiteY192" fmla="*/ 172656 h 594805"/>
                <a:gd name="connsiteX193" fmla="*/ 269705 w 566671"/>
                <a:gd name="connsiteY193" fmla="*/ 169410 h 594805"/>
                <a:gd name="connsiteX194" fmla="*/ 272007 w 566671"/>
                <a:gd name="connsiteY194" fmla="*/ 174015 h 594805"/>
                <a:gd name="connsiteX195" fmla="*/ 272007 w 566671"/>
                <a:gd name="connsiteY195" fmla="*/ 241697 h 594805"/>
                <a:gd name="connsiteX196" fmla="*/ 267404 w 566671"/>
                <a:gd name="connsiteY196" fmla="*/ 246762 h 594805"/>
                <a:gd name="connsiteX197" fmla="*/ 262800 w 566671"/>
                <a:gd name="connsiteY197" fmla="*/ 241697 h 594805"/>
                <a:gd name="connsiteX198" fmla="*/ 262800 w 566671"/>
                <a:gd name="connsiteY198" fmla="*/ 182763 h 594805"/>
                <a:gd name="connsiteX199" fmla="*/ 243926 w 566671"/>
                <a:gd name="connsiteY199" fmla="*/ 196115 h 594805"/>
                <a:gd name="connsiteX200" fmla="*/ 237481 w 566671"/>
                <a:gd name="connsiteY200" fmla="*/ 194734 h 594805"/>
                <a:gd name="connsiteX201" fmla="*/ 238862 w 566671"/>
                <a:gd name="connsiteY201" fmla="*/ 188288 h 594805"/>
                <a:gd name="connsiteX202" fmla="*/ 264641 w 566671"/>
                <a:gd name="connsiteY202" fmla="*/ 169871 h 594805"/>
                <a:gd name="connsiteX203" fmla="*/ 269705 w 566671"/>
                <a:gd name="connsiteY203" fmla="*/ 169410 h 594805"/>
                <a:gd name="connsiteX204" fmla="*/ 84623 w 566671"/>
                <a:gd name="connsiteY204" fmla="*/ 112312 h 594805"/>
                <a:gd name="connsiteX205" fmla="*/ 140668 w 566671"/>
                <a:gd name="connsiteY205" fmla="*/ 168505 h 594805"/>
                <a:gd name="connsiteX206" fmla="*/ 84623 w 566671"/>
                <a:gd name="connsiteY206" fmla="*/ 224698 h 594805"/>
                <a:gd name="connsiteX207" fmla="*/ 28578 w 566671"/>
                <a:gd name="connsiteY207" fmla="*/ 168505 h 594805"/>
                <a:gd name="connsiteX208" fmla="*/ 84623 w 566671"/>
                <a:gd name="connsiteY208" fmla="*/ 112312 h 594805"/>
                <a:gd name="connsiteX209" fmla="*/ 393501 w 566671"/>
                <a:gd name="connsiteY209" fmla="*/ 61228 h 594805"/>
                <a:gd name="connsiteX210" fmla="*/ 409419 w 566671"/>
                <a:gd name="connsiteY210" fmla="*/ 77109 h 594805"/>
                <a:gd name="connsiteX211" fmla="*/ 393501 w 566671"/>
                <a:gd name="connsiteY211" fmla="*/ 92990 h 594805"/>
                <a:gd name="connsiteX212" fmla="*/ 377583 w 566671"/>
                <a:gd name="connsiteY212" fmla="*/ 77109 h 594805"/>
                <a:gd name="connsiteX213" fmla="*/ 393501 w 566671"/>
                <a:gd name="connsiteY213" fmla="*/ 61228 h 594805"/>
                <a:gd name="connsiteX214" fmla="*/ 222477 w 566671"/>
                <a:gd name="connsiteY214" fmla="*/ 0 h 594805"/>
                <a:gd name="connsiteX215" fmla="*/ 289109 w 566671"/>
                <a:gd name="connsiteY215" fmla="*/ 66744 h 594805"/>
                <a:gd name="connsiteX216" fmla="*/ 222477 w 566671"/>
                <a:gd name="connsiteY216" fmla="*/ 133488 h 594805"/>
                <a:gd name="connsiteX217" fmla="*/ 155845 w 566671"/>
                <a:gd name="connsiteY217" fmla="*/ 66744 h 594805"/>
                <a:gd name="connsiteX218" fmla="*/ 222477 w 566671"/>
                <a:gd name="connsiteY218" fmla="*/ 0 h 5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566671" h="594805">
                  <a:moveTo>
                    <a:pt x="277783" y="517955"/>
                  </a:moveTo>
                  <a:cubicBezTo>
                    <a:pt x="299045" y="517955"/>
                    <a:pt x="316282" y="535158"/>
                    <a:pt x="316282" y="556380"/>
                  </a:cubicBezTo>
                  <a:cubicBezTo>
                    <a:pt x="316282" y="577602"/>
                    <a:pt x="299045" y="594805"/>
                    <a:pt x="277783" y="594805"/>
                  </a:cubicBezTo>
                  <a:cubicBezTo>
                    <a:pt x="256521" y="594805"/>
                    <a:pt x="239284" y="577602"/>
                    <a:pt x="239284" y="556380"/>
                  </a:cubicBezTo>
                  <a:cubicBezTo>
                    <a:pt x="239284" y="535158"/>
                    <a:pt x="256521" y="517955"/>
                    <a:pt x="277783" y="517955"/>
                  </a:cubicBezTo>
                  <a:close/>
                  <a:moveTo>
                    <a:pt x="442401" y="475088"/>
                  </a:moveTo>
                  <a:cubicBezTo>
                    <a:pt x="460617" y="475088"/>
                    <a:pt x="475384" y="489838"/>
                    <a:pt x="475384" y="508034"/>
                  </a:cubicBezTo>
                  <a:cubicBezTo>
                    <a:pt x="475384" y="526230"/>
                    <a:pt x="460617" y="540980"/>
                    <a:pt x="442401" y="540980"/>
                  </a:cubicBezTo>
                  <a:cubicBezTo>
                    <a:pt x="424185" y="540980"/>
                    <a:pt x="409418" y="526230"/>
                    <a:pt x="409418" y="508034"/>
                  </a:cubicBezTo>
                  <a:cubicBezTo>
                    <a:pt x="409418" y="489838"/>
                    <a:pt x="424185" y="475088"/>
                    <a:pt x="442401" y="475088"/>
                  </a:cubicBezTo>
                  <a:close/>
                  <a:moveTo>
                    <a:pt x="120827" y="447473"/>
                  </a:moveTo>
                  <a:cubicBezTo>
                    <a:pt x="143234" y="447473"/>
                    <a:pt x="161399" y="465621"/>
                    <a:pt x="161399" y="488008"/>
                  </a:cubicBezTo>
                  <a:cubicBezTo>
                    <a:pt x="161399" y="510395"/>
                    <a:pt x="143234" y="528543"/>
                    <a:pt x="120827" y="528543"/>
                  </a:cubicBezTo>
                  <a:cubicBezTo>
                    <a:pt x="98420" y="528543"/>
                    <a:pt x="80255" y="510395"/>
                    <a:pt x="80255" y="488008"/>
                  </a:cubicBezTo>
                  <a:cubicBezTo>
                    <a:pt x="80255" y="465621"/>
                    <a:pt x="98420" y="447473"/>
                    <a:pt x="120827" y="447473"/>
                  </a:cubicBezTo>
                  <a:close/>
                  <a:moveTo>
                    <a:pt x="404831" y="388578"/>
                  </a:moveTo>
                  <a:cubicBezTo>
                    <a:pt x="402065" y="388578"/>
                    <a:pt x="399760" y="390419"/>
                    <a:pt x="399760" y="393180"/>
                  </a:cubicBezTo>
                  <a:lnTo>
                    <a:pt x="399760" y="437353"/>
                  </a:lnTo>
                  <a:cubicBezTo>
                    <a:pt x="399760" y="440114"/>
                    <a:pt x="402065" y="441955"/>
                    <a:pt x="404831" y="441955"/>
                  </a:cubicBezTo>
                  <a:lnTo>
                    <a:pt x="426962" y="441955"/>
                  </a:lnTo>
                  <a:cubicBezTo>
                    <a:pt x="429267" y="441955"/>
                    <a:pt x="431572" y="440114"/>
                    <a:pt x="431572" y="437353"/>
                  </a:cubicBezTo>
                  <a:lnTo>
                    <a:pt x="431572" y="393180"/>
                  </a:lnTo>
                  <a:cubicBezTo>
                    <a:pt x="431572" y="390419"/>
                    <a:pt x="429267" y="388578"/>
                    <a:pt x="426962" y="388578"/>
                  </a:cubicBezTo>
                  <a:close/>
                  <a:moveTo>
                    <a:pt x="325538" y="388578"/>
                  </a:moveTo>
                  <a:cubicBezTo>
                    <a:pt x="322772" y="388578"/>
                    <a:pt x="320467" y="390419"/>
                    <a:pt x="320467" y="393180"/>
                  </a:cubicBezTo>
                  <a:lnTo>
                    <a:pt x="320467" y="437353"/>
                  </a:lnTo>
                  <a:cubicBezTo>
                    <a:pt x="320467" y="440114"/>
                    <a:pt x="322772" y="441955"/>
                    <a:pt x="325538" y="441955"/>
                  </a:cubicBezTo>
                  <a:lnTo>
                    <a:pt x="347669" y="441955"/>
                  </a:lnTo>
                  <a:cubicBezTo>
                    <a:pt x="349974" y="441955"/>
                    <a:pt x="352279" y="440114"/>
                    <a:pt x="352279" y="437353"/>
                  </a:cubicBezTo>
                  <a:lnTo>
                    <a:pt x="352279" y="393180"/>
                  </a:lnTo>
                  <a:cubicBezTo>
                    <a:pt x="352279" y="390419"/>
                    <a:pt x="349974" y="388578"/>
                    <a:pt x="347669" y="388578"/>
                  </a:cubicBezTo>
                  <a:close/>
                  <a:moveTo>
                    <a:pt x="175246" y="386268"/>
                  </a:moveTo>
                  <a:cubicBezTo>
                    <a:pt x="172480" y="386268"/>
                    <a:pt x="170636" y="388569"/>
                    <a:pt x="170636" y="391330"/>
                  </a:cubicBezTo>
                  <a:lnTo>
                    <a:pt x="170636" y="435503"/>
                  </a:lnTo>
                  <a:cubicBezTo>
                    <a:pt x="170636" y="438264"/>
                    <a:pt x="172480" y="440105"/>
                    <a:pt x="175246" y="440105"/>
                  </a:cubicBezTo>
                  <a:lnTo>
                    <a:pt x="197377" y="440105"/>
                  </a:lnTo>
                  <a:cubicBezTo>
                    <a:pt x="200143" y="440105"/>
                    <a:pt x="201987" y="438264"/>
                    <a:pt x="201987" y="435503"/>
                  </a:cubicBezTo>
                  <a:lnTo>
                    <a:pt x="201987" y="391330"/>
                  </a:lnTo>
                  <a:cubicBezTo>
                    <a:pt x="201987" y="388569"/>
                    <a:pt x="200143" y="386268"/>
                    <a:pt x="197377" y="386268"/>
                  </a:cubicBezTo>
                  <a:close/>
                  <a:moveTo>
                    <a:pt x="404831" y="378915"/>
                  </a:moveTo>
                  <a:lnTo>
                    <a:pt x="426962" y="378915"/>
                  </a:lnTo>
                  <a:cubicBezTo>
                    <a:pt x="434799" y="378915"/>
                    <a:pt x="441254" y="385357"/>
                    <a:pt x="441254" y="393180"/>
                  </a:cubicBezTo>
                  <a:lnTo>
                    <a:pt x="441254" y="437353"/>
                  </a:lnTo>
                  <a:cubicBezTo>
                    <a:pt x="441254" y="445176"/>
                    <a:pt x="434799" y="451618"/>
                    <a:pt x="426962" y="451618"/>
                  </a:cubicBezTo>
                  <a:lnTo>
                    <a:pt x="404831" y="451618"/>
                  </a:lnTo>
                  <a:cubicBezTo>
                    <a:pt x="396994" y="451618"/>
                    <a:pt x="390539" y="445176"/>
                    <a:pt x="390539" y="437353"/>
                  </a:cubicBezTo>
                  <a:lnTo>
                    <a:pt x="390539" y="393180"/>
                  </a:lnTo>
                  <a:cubicBezTo>
                    <a:pt x="390539" y="385357"/>
                    <a:pt x="396994" y="378915"/>
                    <a:pt x="404831" y="378915"/>
                  </a:cubicBezTo>
                  <a:close/>
                  <a:moveTo>
                    <a:pt x="325538" y="378915"/>
                  </a:moveTo>
                  <a:lnTo>
                    <a:pt x="347669" y="378915"/>
                  </a:lnTo>
                  <a:cubicBezTo>
                    <a:pt x="355506" y="378915"/>
                    <a:pt x="361961" y="385357"/>
                    <a:pt x="361961" y="393180"/>
                  </a:cubicBezTo>
                  <a:lnTo>
                    <a:pt x="361961" y="437353"/>
                  </a:lnTo>
                  <a:cubicBezTo>
                    <a:pt x="361961" y="445176"/>
                    <a:pt x="355506" y="451618"/>
                    <a:pt x="347669" y="451618"/>
                  </a:cubicBezTo>
                  <a:lnTo>
                    <a:pt x="325538" y="451618"/>
                  </a:lnTo>
                  <a:cubicBezTo>
                    <a:pt x="317701" y="451618"/>
                    <a:pt x="311246" y="445176"/>
                    <a:pt x="311246" y="437353"/>
                  </a:cubicBezTo>
                  <a:lnTo>
                    <a:pt x="311246" y="393180"/>
                  </a:lnTo>
                  <a:cubicBezTo>
                    <a:pt x="311246" y="385357"/>
                    <a:pt x="317701" y="378915"/>
                    <a:pt x="325538" y="378915"/>
                  </a:cubicBezTo>
                  <a:close/>
                  <a:moveTo>
                    <a:pt x="175246" y="377065"/>
                  </a:moveTo>
                  <a:lnTo>
                    <a:pt x="197377" y="377065"/>
                  </a:lnTo>
                  <a:cubicBezTo>
                    <a:pt x="205214" y="377065"/>
                    <a:pt x="211669" y="383507"/>
                    <a:pt x="211669" y="391330"/>
                  </a:cubicBezTo>
                  <a:lnTo>
                    <a:pt x="211669" y="435503"/>
                  </a:lnTo>
                  <a:cubicBezTo>
                    <a:pt x="211669" y="443326"/>
                    <a:pt x="205214" y="449768"/>
                    <a:pt x="197377" y="449768"/>
                  </a:cubicBezTo>
                  <a:lnTo>
                    <a:pt x="175246" y="449768"/>
                  </a:lnTo>
                  <a:cubicBezTo>
                    <a:pt x="167409" y="449768"/>
                    <a:pt x="160954" y="443326"/>
                    <a:pt x="160954" y="435503"/>
                  </a:cubicBezTo>
                  <a:lnTo>
                    <a:pt x="160954" y="391330"/>
                  </a:lnTo>
                  <a:cubicBezTo>
                    <a:pt x="160954" y="383507"/>
                    <a:pt x="167409" y="377065"/>
                    <a:pt x="175246" y="377065"/>
                  </a:cubicBezTo>
                  <a:close/>
                  <a:moveTo>
                    <a:pt x="275254" y="375246"/>
                  </a:moveTo>
                  <a:cubicBezTo>
                    <a:pt x="276637" y="376167"/>
                    <a:pt x="277560" y="377548"/>
                    <a:pt x="277560" y="379390"/>
                  </a:cubicBezTo>
                  <a:lnTo>
                    <a:pt x="277560" y="447533"/>
                  </a:lnTo>
                  <a:cubicBezTo>
                    <a:pt x="277560" y="449835"/>
                    <a:pt x="275715" y="452137"/>
                    <a:pt x="272947" y="452137"/>
                  </a:cubicBezTo>
                  <a:cubicBezTo>
                    <a:pt x="270179" y="452137"/>
                    <a:pt x="268334" y="449835"/>
                    <a:pt x="268334" y="447533"/>
                  </a:cubicBezTo>
                  <a:lnTo>
                    <a:pt x="268334" y="388598"/>
                  </a:lnTo>
                  <a:lnTo>
                    <a:pt x="249421" y="401490"/>
                  </a:lnTo>
                  <a:cubicBezTo>
                    <a:pt x="247576" y="402871"/>
                    <a:pt x="244347" y="402411"/>
                    <a:pt x="242963" y="400109"/>
                  </a:cubicBezTo>
                  <a:cubicBezTo>
                    <a:pt x="241579" y="398267"/>
                    <a:pt x="242040" y="395044"/>
                    <a:pt x="244347" y="393663"/>
                  </a:cubicBezTo>
                  <a:lnTo>
                    <a:pt x="270179" y="375706"/>
                  </a:lnTo>
                  <a:cubicBezTo>
                    <a:pt x="271563" y="374325"/>
                    <a:pt x="273870" y="374325"/>
                    <a:pt x="275254" y="375246"/>
                  </a:cubicBezTo>
                  <a:close/>
                  <a:moveTo>
                    <a:pt x="537167" y="336049"/>
                  </a:moveTo>
                  <a:cubicBezTo>
                    <a:pt x="553462" y="336049"/>
                    <a:pt x="566671" y="349142"/>
                    <a:pt x="566671" y="365293"/>
                  </a:cubicBezTo>
                  <a:cubicBezTo>
                    <a:pt x="566671" y="381444"/>
                    <a:pt x="553462" y="394537"/>
                    <a:pt x="537167" y="394537"/>
                  </a:cubicBezTo>
                  <a:cubicBezTo>
                    <a:pt x="520872" y="394537"/>
                    <a:pt x="507663" y="381444"/>
                    <a:pt x="507663" y="365293"/>
                  </a:cubicBezTo>
                  <a:cubicBezTo>
                    <a:pt x="507663" y="349142"/>
                    <a:pt x="520872" y="336049"/>
                    <a:pt x="537167" y="336049"/>
                  </a:cubicBezTo>
                  <a:close/>
                  <a:moveTo>
                    <a:pt x="256389" y="290935"/>
                  </a:moveTo>
                  <a:cubicBezTo>
                    <a:pt x="253623" y="290935"/>
                    <a:pt x="251779" y="292777"/>
                    <a:pt x="251779" y="295541"/>
                  </a:cubicBezTo>
                  <a:lnTo>
                    <a:pt x="251779" y="339760"/>
                  </a:lnTo>
                  <a:cubicBezTo>
                    <a:pt x="251779" y="342524"/>
                    <a:pt x="253623" y="344827"/>
                    <a:pt x="256389" y="344827"/>
                  </a:cubicBezTo>
                  <a:lnTo>
                    <a:pt x="278520" y="344827"/>
                  </a:lnTo>
                  <a:cubicBezTo>
                    <a:pt x="281286" y="344827"/>
                    <a:pt x="283130" y="342524"/>
                    <a:pt x="283130" y="339760"/>
                  </a:cubicBezTo>
                  <a:lnTo>
                    <a:pt x="283130" y="295541"/>
                  </a:lnTo>
                  <a:cubicBezTo>
                    <a:pt x="283130" y="292777"/>
                    <a:pt x="281286" y="290935"/>
                    <a:pt x="278520" y="290935"/>
                  </a:cubicBezTo>
                  <a:close/>
                  <a:moveTo>
                    <a:pt x="44496" y="290072"/>
                  </a:moveTo>
                  <a:cubicBezTo>
                    <a:pt x="69070" y="290072"/>
                    <a:pt x="88992" y="310060"/>
                    <a:pt x="88992" y="334716"/>
                  </a:cubicBezTo>
                  <a:cubicBezTo>
                    <a:pt x="88992" y="359372"/>
                    <a:pt x="69070" y="379360"/>
                    <a:pt x="44496" y="379360"/>
                  </a:cubicBezTo>
                  <a:cubicBezTo>
                    <a:pt x="19922" y="379360"/>
                    <a:pt x="0" y="359372"/>
                    <a:pt x="0" y="334716"/>
                  </a:cubicBezTo>
                  <a:cubicBezTo>
                    <a:pt x="0" y="310060"/>
                    <a:pt x="19922" y="290072"/>
                    <a:pt x="44496" y="290072"/>
                  </a:cubicBezTo>
                  <a:close/>
                  <a:moveTo>
                    <a:pt x="256389" y="281262"/>
                  </a:moveTo>
                  <a:lnTo>
                    <a:pt x="278520" y="281262"/>
                  </a:lnTo>
                  <a:cubicBezTo>
                    <a:pt x="286357" y="281262"/>
                    <a:pt x="292812" y="287711"/>
                    <a:pt x="292812" y="295541"/>
                  </a:cubicBezTo>
                  <a:lnTo>
                    <a:pt x="292812" y="339760"/>
                  </a:lnTo>
                  <a:cubicBezTo>
                    <a:pt x="292812" y="347590"/>
                    <a:pt x="286357" y="354039"/>
                    <a:pt x="278520" y="354039"/>
                  </a:cubicBezTo>
                  <a:lnTo>
                    <a:pt x="256389" y="354039"/>
                  </a:lnTo>
                  <a:cubicBezTo>
                    <a:pt x="248552" y="354039"/>
                    <a:pt x="242097" y="347590"/>
                    <a:pt x="242097" y="339760"/>
                  </a:cubicBezTo>
                  <a:lnTo>
                    <a:pt x="242097" y="295541"/>
                  </a:lnTo>
                  <a:cubicBezTo>
                    <a:pt x="242097" y="287711"/>
                    <a:pt x="248552" y="281262"/>
                    <a:pt x="256389" y="281262"/>
                  </a:cubicBezTo>
                  <a:close/>
                  <a:moveTo>
                    <a:pt x="425548" y="279444"/>
                  </a:moveTo>
                  <a:cubicBezTo>
                    <a:pt x="426931" y="280365"/>
                    <a:pt x="427853" y="282206"/>
                    <a:pt x="427853" y="283588"/>
                  </a:cubicBezTo>
                  <a:lnTo>
                    <a:pt x="427853" y="351731"/>
                  </a:lnTo>
                  <a:cubicBezTo>
                    <a:pt x="427853" y="354493"/>
                    <a:pt x="426009" y="356335"/>
                    <a:pt x="423242" y="356335"/>
                  </a:cubicBezTo>
                  <a:cubicBezTo>
                    <a:pt x="420476" y="356335"/>
                    <a:pt x="418631" y="354493"/>
                    <a:pt x="418631" y="351731"/>
                  </a:cubicBezTo>
                  <a:lnTo>
                    <a:pt x="418631" y="292796"/>
                  </a:lnTo>
                  <a:lnTo>
                    <a:pt x="399727" y="305688"/>
                  </a:lnTo>
                  <a:cubicBezTo>
                    <a:pt x="397421" y="307530"/>
                    <a:pt x="394655" y="306609"/>
                    <a:pt x="393271" y="304767"/>
                  </a:cubicBezTo>
                  <a:cubicBezTo>
                    <a:pt x="391427" y="302465"/>
                    <a:pt x="392349" y="299703"/>
                    <a:pt x="394194" y="297861"/>
                  </a:cubicBezTo>
                  <a:lnTo>
                    <a:pt x="420476" y="279904"/>
                  </a:lnTo>
                  <a:cubicBezTo>
                    <a:pt x="421859" y="278983"/>
                    <a:pt x="423703" y="278523"/>
                    <a:pt x="425548" y="279444"/>
                  </a:cubicBezTo>
                  <a:close/>
                  <a:moveTo>
                    <a:pt x="346254" y="279444"/>
                  </a:moveTo>
                  <a:cubicBezTo>
                    <a:pt x="347637" y="280365"/>
                    <a:pt x="348560" y="282206"/>
                    <a:pt x="348560" y="283588"/>
                  </a:cubicBezTo>
                  <a:lnTo>
                    <a:pt x="348560" y="351731"/>
                  </a:lnTo>
                  <a:cubicBezTo>
                    <a:pt x="348560" y="354493"/>
                    <a:pt x="346715" y="356335"/>
                    <a:pt x="343947" y="356335"/>
                  </a:cubicBezTo>
                  <a:cubicBezTo>
                    <a:pt x="341179" y="356335"/>
                    <a:pt x="339334" y="354493"/>
                    <a:pt x="339334" y="351731"/>
                  </a:cubicBezTo>
                  <a:lnTo>
                    <a:pt x="339334" y="292796"/>
                  </a:lnTo>
                  <a:lnTo>
                    <a:pt x="320421" y="305688"/>
                  </a:lnTo>
                  <a:cubicBezTo>
                    <a:pt x="318115" y="307530"/>
                    <a:pt x="315347" y="306609"/>
                    <a:pt x="313963" y="304767"/>
                  </a:cubicBezTo>
                  <a:cubicBezTo>
                    <a:pt x="312579" y="302465"/>
                    <a:pt x="313040" y="299703"/>
                    <a:pt x="314885" y="297861"/>
                  </a:cubicBezTo>
                  <a:lnTo>
                    <a:pt x="341179" y="279904"/>
                  </a:lnTo>
                  <a:cubicBezTo>
                    <a:pt x="342563" y="278983"/>
                    <a:pt x="344408" y="278523"/>
                    <a:pt x="346254" y="279444"/>
                  </a:cubicBezTo>
                  <a:close/>
                  <a:moveTo>
                    <a:pt x="201498" y="279444"/>
                  </a:moveTo>
                  <a:cubicBezTo>
                    <a:pt x="203343" y="280365"/>
                    <a:pt x="204265" y="282206"/>
                    <a:pt x="204265" y="283588"/>
                  </a:cubicBezTo>
                  <a:lnTo>
                    <a:pt x="204265" y="351731"/>
                  </a:lnTo>
                  <a:cubicBezTo>
                    <a:pt x="204265" y="354493"/>
                    <a:pt x="201960" y="356335"/>
                    <a:pt x="199193" y="356335"/>
                  </a:cubicBezTo>
                  <a:cubicBezTo>
                    <a:pt x="196888" y="356335"/>
                    <a:pt x="194582" y="354493"/>
                    <a:pt x="194582" y="351731"/>
                  </a:cubicBezTo>
                  <a:lnTo>
                    <a:pt x="194582" y="292796"/>
                  </a:lnTo>
                  <a:lnTo>
                    <a:pt x="176139" y="305688"/>
                  </a:lnTo>
                  <a:cubicBezTo>
                    <a:pt x="173833" y="307530"/>
                    <a:pt x="171067" y="306609"/>
                    <a:pt x="169222" y="304767"/>
                  </a:cubicBezTo>
                  <a:cubicBezTo>
                    <a:pt x="167839" y="302465"/>
                    <a:pt x="168300" y="299703"/>
                    <a:pt x="170606" y="297861"/>
                  </a:cubicBezTo>
                  <a:lnTo>
                    <a:pt x="196888" y="279904"/>
                  </a:lnTo>
                  <a:cubicBezTo>
                    <a:pt x="198271" y="278983"/>
                    <a:pt x="200115" y="278523"/>
                    <a:pt x="201498" y="279444"/>
                  </a:cubicBezTo>
                  <a:close/>
                  <a:moveTo>
                    <a:pt x="398822" y="183261"/>
                  </a:moveTo>
                  <a:cubicBezTo>
                    <a:pt x="396516" y="183261"/>
                    <a:pt x="394210" y="185562"/>
                    <a:pt x="394210" y="188323"/>
                  </a:cubicBezTo>
                  <a:lnTo>
                    <a:pt x="394210" y="232496"/>
                  </a:lnTo>
                  <a:cubicBezTo>
                    <a:pt x="394210" y="234797"/>
                    <a:pt x="396516" y="237098"/>
                    <a:pt x="398822" y="237098"/>
                  </a:cubicBezTo>
                  <a:lnTo>
                    <a:pt x="421420" y="237098"/>
                  </a:lnTo>
                  <a:cubicBezTo>
                    <a:pt x="423726" y="237098"/>
                    <a:pt x="426032" y="234797"/>
                    <a:pt x="426032" y="232496"/>
                  </a:cubicBezTo>
                  <a:lnTo>
                    <a:pt x="426032" y="188323"/>
                  </a:lnTo>
                  <a:cubicBezTo>
                    <a:pt x="426032" y="185562"/>
                    <a:pt x="423726" y="183261"/>
                    <a:pt x="421420" y="183261"/>
                  </a:cubicBezTo>
                  <a:close/>
                  <a:moveTo>
                    <a:pt x="319986" y="183261"/>
                  </a:moveTo>
                  <a:cubicBezTo>
                    <a:pt x="317220" y="183261"/>
                    <a:pt x="314915" y="185562"/>
                    <a:pt x="314915" y="188323"/>
                  </a:cubicBezTo>
                  <a:lnTo>
                    <a:pt x="314915" y="232496"/>
                  </a:lnTo>
                  <a:cubicBezTo>
                    <a:pt x="314915" y="234797"/>
                    <a:pt x="317220" y="237098"/>
                    <a:pt x="319986" y="237098"/>
                  </a:cubicBezTo>
                  <a:lnTo>
                    <a:pt x="342117" y="237098"/>
                  </a:lnTo>
                  <a:cubicBezTo>
                    <a:pt x="344422" y="237098"/>
                    <a:pt x="346727" y="234797"/>
                    <a:pt x="346727" y="232496"/>
                  </a:cubicBezTo>
                  <a:lnTo>
                    <a:pt x="346727" y="188323"/>
                  </a:lnTo>
                  <a:cubicBezTo>
                    <a:pt x="346727" y="185562"/>
                    <a:pt x="344422" y="183261"/>
                    <a:pt x="342117" y="183261"/>
                  </a:cubicBezTo>
                  <a:close/>
                  <a:moveTo>
                    <a:pt x="179380" y="183261"/>
                  </a:moveTo>
                  <a:cubicBezTo>
                    <a:pt x="177074" y="183261"/>
                    <a:pt x="174768" y="185562"/>
                    <a:pt x="174768" y="188323"/>
                  </a:cubicBezTo>
                  <a:lnTo>
                    <a:pt x="174768" y="232496"/>
                  </a:lnTo>
                  <a:cubicBezTo>
                    <a:pt x="174768" y="234797"/>
                    <a:pt x="177074" y="237098"/>
                    <a:pt x="179380" y="237098"/>
                  </a:cubicBezTo>
                  <a:lnTo>
                    <a:pt x="201978" y="237098"/>
                  </a:lnTo>
                  <a:cubicBezTo>
                    <a:pt x="204284" y="237098"/>
                    <a:pt x="206590" y="234797"/>
                    <a:pt x="206590" y="232496"/>
                  </a:cubicBezTo>
                  <a:lnTo>
                    <a:pt x="206590" y="188323"/>
                  </a:lnTo>
                  <a:cubicBezTo>
                    <a:pt x="206590" y="185562"/>
                    <a:pt x="204284" y="183261"/>
                    <a:pt x="201978" y="183261"/>
                  </a:cubicBezTo>
                  <a:close/>
                  <a:moveTo>
                    <a:pt x="398822" y="174058"/>
                  </a:moveTo>
                  <a:lnTo>
                    <a:pt x="421420" y="174058"/>
                  </a:lnTo>
                  <a:cubicBezTo>
                    <a:pt x="429260" y="174058"/>
                    <a:pt x="435256" y="180040"/>
                    <a:pt x="435256" y="188323"/>
                  </a:cubicBezTo>
                  <a:lnTo>
                    <a:pt x="435256" y="232496"/>
                  </a:lnTo>
                  <a:cubicBezTo>
                    <a:pt x="435256" y="240319"/>
                    <a:pt x="429260" y="246761"/>
                    <a:pt x="421420" y="246761"/>
                  </a:cubicBezTo>
                  <a:lnTo>
                    <a:pt x="398822" y="246761"/>
                  </a:lnTo>
                  <a:cubicBezTo>
                    <a:pt x="390982" y="246761"/>
                    <a:pt x="384986" y="240319"/>
                    <a:pt x="384986" y="232496"/>
                  </a:cubicBezTo>
                  <a:lnTo>
                    <a:pt x="384986" y="188323"/>
                  </a:lnTo>
                  <a:cubicBezTo>
                    <a:pt x="384986" y="180040"/>
                    <a:pt x="390982" y="174058"/>
                    <a:pt x="398822" y="174058"/>
                  </a:cubicBezTo>
                  <a:close/>
                  <a:moveTo>
                    <a:pt x="319986" y="174058"/>
                  </a:moveTo>
                  <a:lnTo>
                    <a:pt x="342117" y="174058"/>
                  </a:lnTo>
                  <a:cubicBezTo>
                    <a:pt x="349954" y="174058"/>
                    <a:pt x="356409" y="180040"/>
                    <a:pt x="356409" y="188323"/>
                  </a:cubicBezTo>
                  <a:lnTo>
                    <a:pt x="356409" y="232496"/>
                  </a:lnTo>
                  <a:cubicBezTo>
                    <a:pt x="356409" y="240319"/>
                    <a:pt x="349954" y="246761"/>
                    <a:pt x="342117" y="246761"/>
                  </a:cubicBezTo>
                  <a:lnTo>
                    <a:pt x="319986" y="246761"/>
                  </a:lnTo>
                  <a:cubicBezTo>
                    <a:pt x="311688" y="246761"/>
                    <a:pt x="305694" y="240319"/>
                    <a:pt x="305694" y="232496"/>
                  </a:cubicBezTo>
                  <a:lnTo>
                    <a:pt x="305694" y="188323"/>
                  </a:lnTo>
                  <a:cubicBezTo>
                    <a:pt x="305694" y="180040"/>
                    <a:pt x="311688" y="174058"/>
                    <a:pt x="319986" y="174058"/>
                  </a:cubicBezTo>
                  <a:close/>
                  <a:moveTo>
                    <a:pt x="179380" y="174058"/>
                  </a:moveTo>
                  <a:lnTo>
                    <a:pt x="201978" y="174058"/>
                  </a:lnTo>
                  <a:cubicBezTo>
                    <a:pt x="209818" y="174058"/>
                    <a:pt x="215814" y="180040"/>
                    <a:pt x="215814" y="188323"/>
                  </a:cubicBezTo>
                  <a:lnTo>
                    <a:pt x="215814" y="232496"/>
                  </a:lnTo>
                  <a:cubicBezTo>
                    <a:pt x="215814" y="240319"/>
                    <a:pt x="209818" y="246761"/>
                    <a:pt x="201978" y="246761"/>
                  </a:cubicBezTo>
                  <a:lnTo>
                    <a:pt x="179380" y="246761"/>
                  </a:lnTo>
                  <a:cubicBezTo>
                    <a:pt x="171540" y="246761"/>
                    <a:pt x="165544" y="240319"/>
                    <a:pt x="165544" y="232496"/>
                  </a:cubicBezTo>
                  <a:lnTo>
                    <a:pt x="165544" y="188323"/>
                  </a:lnTo>
                  <a:cubicBezTo>
                    <a:pt x="165544" y="180040"/>
                    <a:pt x="171540" y="174058"/>
                    <a:pt x="179380" y="174058"/>
                  </a:cubicBezTo>
                  <a:close/>
                  <a:moveTo>
                    <a:pt x="513617" y="172656"/>
                  </a:moveTo>
                  <a:cubicBezTo>
                    <a:pt x="526073" y="170356"/>
                    <a:pt x="538068" y="178636"/>
                    <a:pt x="540375" y="191515"/>
                  </a:cubicBezTo>
                  <a:cubicBezTo>
                    <a:pt x="542682" y="203935"/>
                    <a:pt x="534378" y="215434"/>
                    <a:pt x="521921" y="217734"/>
                  </a:cubicBezTo>
                  <a:cubicBezTo>
                    <a:pt x="509465" y="220034"/>
                    <a:pt x="497470" y="211754"/>
                    <a:pt x="495163" y="199335"/>
                  </a:cubicBezTo>
                  <a:cubicBezTo>
                    <a:pt x="492856" y="186915"/>
                    <a:pt x="501160" y="174956"/>
                    <a:pt x="513617" y="172656"/>
                  </a:cubicBezTo>
                  <a:close/>
                  <a:moveTo>
                    <a:pt x="269705" y="169410"/>
                  </a:moveTo>
                  <a:cubicBezTo>
                    <a:pt x="271086" y="170331"/>
                    <a:pt x="272007" y="172173"/>
                    <a:pt x="272007" y="174015"/>
                  </a:cubicBezTo>
                  <a:lnTo>
                    <a:pt x="272007" y="241697"/>
                  </a:lnTo>
                  <a:cubicBezTo>
                    <a:pt x="272007" y="244460"/>
                    <a:pt x="270166" y="246762"/>
                    <a:pt x="267404" y="246762"/>
                  </a:cubicBezTo>
                  <a:cubicBezTo>
                    <a:pt x="264641" y="246762"/>
                    <a:pt x="262800" y="244460"/>
                    <a:pt x="262800" y="241697"/>
                  </a:cubicBezTo>
                  <a:lnTo>
                    <a:pt x="262800" y="182763"/>
                  </a:lnTo>
                  <a:lnTo>
                    <a:pt x="243926" y="196115"/>
                  </a:lnTo>
                  <a:cubicBezTo>
                    <a:pt x="242084" y="197496"/>
                    <a:pt x="238862" y="197036"/>
                    <a:pt x="237481" y="194734"/>
                  </a:cubicBezTo>
                  <a:cubicBezTo>
                    <a:pt x="236100" y="192432"/>
                    <a:pt x="236560" y="189669"/>
                    <a:pt x="238862" y="188288"/>
                  </a:cubicBezTo>
                  <a:lnTo>
                    <a:pt x="264641" y="169871"/>
                  </a:lnTo>
                  <a:cubicBezTo>
                    <a:pt x="266022" y="168950"/>
                    <a:pt x="267864" y="168950"/>
                    <a:pt x="269705" y="169410"/>
                  </a:cubicBezTo>
                  <a:close/>
                  <a:moveTo>
                    <a:pt x="84623" y="112312"/>
                  </a:moveTo>
                  <a:cubicBezTo>
                    <a:pt x="115576" y="112312"/>
                    <a:pt x="140668" y="137470"/>
                    <a:pt x="140668" y="168505"/>
                  </a:cubicBezTo>
                  <a:cubicBezTo>
                    <a:pt x="140668" y="199540"/>
                    <a:pt x="115576" y="224698"/>
                    <a:pt x="84623" y="224698"/>
                  </a:cubicBezTo>
                  <a:cubicBezTo>
                    <a:pt x="53670" y="224698"/>
                    <a:pt x="28578" y="199540"/>
                    <a:pt x="28578" y="168505"/>
                  </a:cubicBezTo>
                  <a:cubicBezTo>
                    <a:pt x="28578" y="137470"/>
                    <a:pt x="53670" y="112312"/>
                    <a:pt x="84623" y="112312"/>
                  </a:cubicBezTo>
                  <a:close/>
                  <a:moveTo>
                    <a:pt x="393501" y="61228"/>
                  </a:moveTo>
                  <a:cubicBezTo>
                    <a:pt x="402292" y="61228"/>
                    <a:pt x="409419" y="68338"/>
                    <a:pt x="409419" y="77109"/>
                  </a:cubicBezTo>
                  <a:cubicBezTo>
                    <a:pt x="409419" y="85880"/>
                    <a:pt x="402292" y="92990"/>
                    <a:pt x="393501" y="92990"/>
                  </a:cubicBezTo>
                  <a:cubicBezTo>
                    <a:pt x="384710" y="92990"/>
                    <a:pt x="377583" y="85880"/>
                    <a:pt x="377583" y="77109"/>
                  </a:cubicBezTo>
                  <a:cubicBezTo>
                    <a:pt x="377583" y="68338"/>
                    <a:pt x="384710" y="61228"/>
                    <a:pt x="393501" y="61228"/>
                  </a:cubicBezTo>
                  <a:close/>
                  <a:moveTo>
                    <a:pt x="222477" y="0"/>
                  </a:moveTo>
                  <a:cubicBezTo>
                    <a:pt x="259277" y="0"/>
                    <a:pt x="289109" y="29882"/>
                    <a:pt x="289109" y="66744"/>
                  </a:cubicBezTo>
                  <a:cubicBezTo>
                    <a:pt x="289109" y="103606"/>
                    <a:pt x="259277" y="133488"/>
                    <a:pt x="222477" y="133488"/>
                  </a:cubicBezTo>
                  <a:cubicBezTo>
                    <a:pt x="185677" y="133488"/>
                    <a:pt x="155845" y="103606"/>
                    <a:pt x="155845" y="66744"/>
                  </a:cubicBezTo>
                  <a:cubicBezTo>
                    <a:pt x="155845" y="29882"/>
                    <a:pt x="185677" y="0"/>
                    <a:pt x="222477" y="0"/>
                  </a:cubicBezTo>
                  <a:close/>
                </a:path>
              </a:pathLst>
            </a:custGeom>
            <a:noFill/>
            <a:ln>
              <a:solidFill>
                <a:srgbClr val="3ABABA"/>
              </a:solidFill>
            </a:ln>
          </p:spPr>
        </p:sp>
        <p:sp>
          <p:nvSpPr>
            <p:cNvPr id="19" name="binary-code-loading-symbol_39047"/>
            <p:cNvSpPr>
              <a:spLocks noChangeAspect="1"/>
            </p:cNvSpPr>
            <p:nvPr/>
          </p:nvSpPr>
          <p:spPr bwMode="auto">
            <a:xfrm>
              <a:off x="4804639" y="1448780"/>
              <a:ext cx="580847" cy="609685"/>
            </a:xfrm>
            <a:custGeom>
              <a:avLst/>
              <a:gdLst>
                <a:gd name="connsiteX0" fmla="*/ 277783 w 566671"/>
                <a:gd name="connsiteY0" fmla="*/ 517955 h 594805"/>
                <a:gd name="connsiteX1" fmla="*/ 316282 w 566671"/>
                <a:gd name="connsiteY1" fmla="*/ 556380 h 594805"/>
                <a:gd name="connsiteX2" fmla="*/ 277783 w 566671"/>
                <a:gd name="connsiteY2" fmla="*/ 594805 h 594805"/>
                <a:gd name="connsiteX3" fmla="*/ 239284 w 566671"/>
                <a:gd name="connsiteY3" fmla="*/ 556380 h 594805"/>
                <a:gd name="connsiteX4" fmla="*/ 277783 w 566671"/>
                <a:gd name="connsiteY4" fmla="*/ 517955 h 594805"/>
                <a:gd name="connsiteX5" fmla="*/ 442401 w 566671"/>
                <a:gd name="connsiteY5" fmla="*/ 475088 h 594805"/>
                <a:gd name="connsiteX6" fmla="*/ 475384 w 566671"/>
                <a:gd name="connsiteY6" fmla="*/ 508034 h 594805"/>
                <a:gd name="connsiteX7" fmla="*/ 442401 w 566671"/>
                <a:gd name="connsiteY7" fmla="*/ 540980 h 594805"/>
                <a:gd name="connsiteX8" fmla="*/ 409418 w 566671"/>
                <a:gd name="connsiteY8" fmla="*/ 508034 h 594805"/>
                <a:gd name="connsiteX9" fmla="*/ 442401 w 566671"/>
                <a:gd name="connsiteY9" fmla="*/ 475088 h 594805"/>
                <a:gd name="connsiteX10" fmla="*/ 120827 w 566671"/>
                <a:gd name="connsiteY10" fmla="*/ 447473 h 594805"/>
                <a:gd name="connsiteX11" fmla="*/ 161399 w 566671"/>
                <a:gd name="connsiteY11" fmla="*/ 488008 h 594805"/>
                <a:gd name="connsiteX12" fmla="*/ 120827 w 566671"/>
                <a:gd name="connsiteY12" fmla="*/ 528543 h 594805"/>
                <a:gd name="connsiteX13" fmla="*/ 80255 w 566671"/>
                <a:gd name="connsiteY13" fmla="*/ 488008 h 594805"/>
                <a:gd name="connsiteX14" fmla="*/ 120827 w 566671"/>
                <a:gd name="connsiteY14" fmla="*/ 447473 h 594805"/>
                <a:gd name="connsiteX15" fmla="*/ 404831 w 566671"/>
                <a:gd name="connsiteY15" fmla="*/ 388578 h 594805"/>
                <a:gd name="connsiteX16" fmla="*/ 399760 w 566671"/>
                <a:gd name="connsiteY16" fmla="*/ 393180 h 594805"/>
                <a:gd name="connsiteX17" fmla="*/ 399760 w 566671"/>
                <a:gd name="connsiteY17" fmla="*/ 437353 h 594805"/>
                <a:gd name="connsiteX18" fmla="*/ 404831 w 566671"/>
                <a:gd name="connsiteY18" fmla="*/ 441955 h 594805"/>
                <a:gd name="connsiteX19" fmla="*/ 426962 w 566671"/>
                <a:gd name="connsiteY19" fmla="*/ 441955 h 594805"/>
                <a:gd name="connsiteX20" fmla="*/ 431572 w 566671"/>
                <a:gd name="connsiteY20" fmla="*/ 437353 h 594805"/>
                <a:gd name="connsiteX21" fmla="*/ 431572 w 566671"/>
                <a:gd name="connsiteY21" fmla="*/ 393180 h 594805"/>
                <a:gd name="connsiteX22" fmla="*/ 426962 w 566671"/>
                <a:gd name="connsiteY22" fmla="*/ 388578 h 594805"/>
                <a:gd name="connsiteX23" fmla="*/ 325538 w 566671"/>
                <a:gd name="connsiteY23" fmla="*/ 388578 h 594805"/>
                <a:gd name="connsiteX24" fmla="*/ 320467 w 566671"/>
                <a:gd name="connsiteY24" fmla="*/ 393180 h 594805"/>
                <a:gd name="connsiteX25" fmla="*/ 320467 w 566671"/>
                <a:gd name="connsiteY25" fmla="*/ 437353 h 594805"/>
                <a:gd name="connsiteX26" fmla="*/ 325538 w 566671"/>
                <a:gd name="connsiteY26" fmla="*/ 441955 h 594805"/>
                <a:gd name="connsiteX27" fmla="*/ 347669 w 566671"/>
                <a:gd name="connsiteY27" fmla="*/ 441955 h 594805"/>
                <a:gd name="connsiteX28" fmla="*/ 352279 w 566671"/>
                <a:gd name="connsiteY28" fmla="*/ 437353 h 594805"/>
                <a:gd name="connsiteX29" fmla="*/ 352279 w 566671"/>
                <a:gd name="connsiteY29" fmla="*/ 393180 h 594805"/>
                <a:gd name="connsiteX30" fmla="*/ 347669 w 566671"/>
                <a:gd name="connsiteY30" fmla="*/ 388578 h 594805"/>
                <a:gd name="connsiteX31" fmla="*/ 175246 w 566671"/>
                <a:gd name="connsiteY31" fmla="*/ 386268 h 594805"/>
                <a:gd name="connsiteX32" fmla="*/ 170636 w 566671"/>
                <a:gd name="connsiteY32" fmla="*/ 391330 h 594805"/>
                <a:gd name="connsiteX33" fmla="*/ 170636 w 566671"/>
                <a:gd name="connsiteY33" fmla="*/ 435503 h 594805"/>
                <a:gd name="connsiteX34" fmla="*/ 175246 w 566671"/>
                <a:gd name="connsiteY34" fmla="*/ 440105 h 594805"/>
                <a:gd name="connsiteX35" fmla="*/ 197377 w 566671"/>
                <a:gd name="connsiteY35" fmla="*/ 440105 h 594805"/>
                <a:gd name="connsiteX36" fmla="*/ 201987 w 566671"/>
                <a:gd name="connsiteY36" fmla="*/ 435503 h 594805"/>
                <a:gd name="connsiteX37" fmla="*/ 201987 w 566671"/>
                <a:gd name="connsiteY37" fmla="*/ 391330 h 594805"/>
                <a:gd name="connsiteX38" fmla="*/ 197377 w 566671"/>
                <a:gd name="connsiteY38" fmla="*/ 386268 h 594805"/>
                <a:gd name="connsiteX39" fmla="*/ 404831 w 566671"/>
                <a:gd name="connsiteY39" fmla="*/ 378915 h 594805"/>
                <a:gd name="connsiteX40" fmla="*/ 426962 w 566671"/>
                <a:gd name="connsiteY40" fmla="*/ 378915 h 594805"/>
                <a:gd name="connsiteX41" fmla="*/ 441254 w 566671"/>
                <a:gd name="connsiteY41" fmla="*/ 393180 h 594805"/>
                <a:gd name="connsiteX42" fmla="*/ 441254 w 566671"/>
                <a:gd name="connsiteY42" fmla="*/ 437353 h 594805"/>
                <a:gd name="connsiteX43" fmla="*/ 426962 w 566671"/>
                <a:gd name="connsiteY43" fmla="*/ 451618 h 594805"/>
                <a:gd name="connsiteX44" fmla="*/ 404831 w 566671"/>
                <a:gd name="connsiteY44" fmla="*/ 451618 h 594805"/>
                <a:gd name="connsiteX45" fmla="*/ 390539 w 566671"/>
                <a:gd name="connsiteY45" fmla="*/ 437353 h 594805"/>
                <a:gd name="connsiteX46" fmla="*/ 390539 w 566671"/>
                <a:gd name="connsiteY46" fmla="*/ 393180 h 594805"/>
                <a:gd name="connsiteX47" fmla="*/ 404831 w 566671"/>
                <a:gd name="connsiteY47" fmla="*/ 378915 h 594805"/>
                <a:gd name="connsiteX48" fmla="*/ 325538 w 566671"/>
                <a:gd name="connsiteY48" fmla="*/ 378915 h 594805"/>
                <a:gd name="connsiteX49" fmla="*/ 347669 w 566671"/>
                <a:gd name="connsiteY49" fmla="*/ 378915 h 594805"/>
                <a:gd name="connsiteX50" fmla="*/ 361961 w 566671"/>
                <a:gd name="connsiteY50" fmla="*/ 393180 h 594805"/>
                <a:gd name="connsiteX51" fmla="*/ 361961 w 566671"/>
                <a:gd name="connsiteY51" fmla="*/ 437353 h 594805"/>
                <a:gd name="connsiteX52" fmla="*/ 347669 w 566671"/>
                <a:gd name="connsiteY52" fmla="*/ 451618 h 594805"/>
                <a:gd name="connsiteX53" fmla="*/ 325538 w 566671"/>
                <a:gd name="connsiteY53" fmla="*/ 451618 h 594805"/>
                <a:gd name="connsiteX54" fmla="*/ 311246 w 566671"/>
                <a:gd name="connsiteY54" fmla="*/ 437353 h 594805"/>
                <a:gd name="connsiteX55" fmla="*/ 311246 w 566671"/>
                <a:gd name="connsiteY55" fmla="*/ 393180 h 594805"/>
                <a:gd name="connsiteX56" fmla="*/ 325538 w 566671"/>
                <a:gd name="connsiteY56" fmla="*/ 378915 h 594805"/>
                <a:gd name="connsiteX57" fmla="*/ 175246 w 566671"/>
                <a:gd name="connsiteY57" fmla="*/ 377065 h 594805"/>
                <a:gd name="connsiteX58" fmla="*/ 197377 w 566671"/>
                <a:gd name="connsiteY58" fmla="*/ 377065 h 594805"/>
                <a:gd name="connsiteX59" fmla="*/ 211669 w 566671"/>
                <a:gd name="connsiteY59" fmla="*/ 391330 h 594805"/>
                <a:gd name="connsiteX60" fmla="*/ 211669 w 566671"/>
                <a:gd name="connsiteY60" fmla="*/ 435503 h 594805"/>
                <a:gd name="connsiteX61" fmla="*/ 197377 w 566671"/>
                <a:gd name="connsiteY61" fmla="*/ 449768 h 594805"/>
                <a:gd name="connsiteX62" fmla="*/ 175246 w 566671"/>
                <a:gd name="connsiteY62" fmla="*/ 449768 h 594805"/>
                <a:gd name="connsiteX63" fmla="*/ 160954 w 566671"/>
                <a:gd name="connsiteY63" fmla="*/ 435503 h 594805"/>
                <a:gd name="connsiteX64" fmla="*/ 160954 w 566671"/>
                <a:gd name="connsiteY64" fmla="*/ 391330 h 594805"/>
                <a:gd name="connsiteX65" fmla="*/ 175246 w 566671"/>
                <a:gd name="connsiteY65" fmla="*/ 377065 h 594805"/>
                <a:gd name="connsiteX66" fmla="*/ 275254 w 566671"/>
                <a:gd name="connsiteY66" fmla="*/ 375246 h 594805"/>
                <a:gd name="connsiteX67" fmla="*/ 277560 w 566671"/>
                <a:gd name="connsiteY67" fmla="*/ 379390 h 594805"/>
                <a:gd name="connsiteX68" fmla="*/ 277560 w 566671"/>
                <a:gd name="connsiteY68" fmla="*/ 447533 h 594805"/>
                <a:gd name="connsiteX69" fmla="*/ 272947 w 566671"/>
                <a:gd name="connsiteY69" fmla="*/ 452137 h 594805"/>
                <a:gd name="connsiteX70" fmla="*/ 268334 w 566671"/>
                <a:gd name="connsiteY70" fmla="*/ 447533 h 594805"/>
                <a:gd name="connsiteX71" fmla="*/ 268334 w 566671"/>
                <a:gd name="connsiteY71" fmla="*/ 388598 h 594805"/>
                <a:gd name="connsiteX72" fmla="*/ 249421 w 566671"/>
                <a:gd name="connsiteY72" fmla="*/ 401490 h 594805"/>
                <a:gd name="connsiteX73" fmla="*/ 242963 w 566671"/>
                <a:gd name="connsiteY73" fmla="*/ 400109 h 594805"/>
                <a:gd name="connsiteX74" fmla="*/ 244347 w 566671"/>
                <a:gd name="connsiteY74" fmla="*/ 393663 h 594805"/>
                <a:gd name="connsiteX75" fmla="*/ 270179 w 566671"/>
                <a:gd name="connsiteY75" fmla="*/ 375706 h 594805"/>
                <a:gd name="connsiteX76" fmla="*/ 275254 w 566671"/>
                <a:gd name="connsiteY76" fmla="*/ 375246 h 594805"/>
                <a:gd name="connsiteX77" fmla="*/ 537167 w 566671"/>
                <a:gd name="connsiteY77" fmla="*/ 336049 h 594805"/>
                <a:gd name="connsiteX78" fmla="*/ 566671 w 566671"/>
                <a:gd name="connsiteY78" fmla="*/ 365293 h 594805"/>
                <a:gd name="connsiteX79" fmla="*/ 537167 w 566671"/>
                <a:gd name="connsiteY79" fmla="*/ 394537 h 594805"/>
                <a:gd name="connsiteX80" fmla="*/ 507663 w 566671"/>
                <a:gd name="connsiteY80" fmla="*/ 365293 h 594805"/>
                <a:gd name="connsiteX81" fmla="*/ 537167 w 566671"/>
                <a:gd name="connsiteY81" fmla="*/ 336049 h 594805"/>
                <a:gd name="connsiteX82" fmla="*/ 256389 w 566671"/>
                <a:gd name="connsiteY82" fmla="*/ 290935 h 594805"/>
                <a:gd name="connsiteX83" fmla="*/ 251779 w 566671"/>
                <a:gd name="connsiteY83" fmla="*/ 295541 h 594805"/>
                <a:gd name="connsiteX84" fmla="*/ 251779 w 566671"/>
                <a:gd name="connsiteY84" fmla="*/ 339760 h 594805"/>
                <a:gd name="connsiteX85" fmla="*/ 256389 w 566671"/>
                <a:gd name="connsiteY85" fmla="*/ 344827 h 594805"/>
                <a:gd name="connsiteX86" fmla="*/ 278520 w 566671"/>
                <a:gd name="connsiteY86" fmla="*/ 344827 h 594805"/>
                <a:gd name="connsiteX87" fmla="*/ 283130 w 566671"/>
                <a:gd name="connsiteY87" fmla="*/ 339760 h 594805"/>
                <a:gd name="connsiteX88" fmla="*/ 283130 w 566671"/>
                <a:gd name="connsiteY88" fmla="*/ 295541 h 594805"/>
                <a:gd name="connsiteX89" fmla="*/ 278520 w 566671"/>
                <a:gd name="connsiteY89" fmla="*/ 290935 h 594805"/>
                <a:gd name="connsiteX90" fmla="*/ 44496 w 566671"/>
                <a:gd name="connsiteY90" fmla="*/ 290072 h 594805"/>
                <a:gd name="connsiteX91" fmla="*/ 88992 w 566671"/>
                <a:gd name="connsiteY91" fmla="*/ 334716 h 594805"/>
                <a:gd name="connsiteX92" fmla="*/ 44496 w 566671"/>
                <a:gd name="connsiteY92" fmla="*/ 379360 h 594805"/>
                <a:gd name="connsiteX93" fmla="*/ 0 w 566671"/>
                <a:gd name="connsiteY93" fmla="*/ 334716 h 594805"/>
                <a:gd name="connsiteX94" fmla="*/ 44496 w 566671"/>
                <a:gd name="connsiteY94" fmla="*/ 290072 h 594805"/>
                <a:gd name="connsiteX95" fmla="*/ 256389 w 566671"/>
                <a:gd name="connsiteY95" fmla="*/ 281262 h 594805"/>
                <a:gd name="connsiteX96" fmla="*/ 278520 w 566671"/>
                <a:gd name="connsiteY96" fmla="*/ 281262 h 594805"/>
                <a:gd name="connsiteX97" fmla="*/ 292812 w 566671"/>
                <a:gd name="connsiteY97" fmla="*/ 295541 h 594805"/>
                <a:gd name="connsiteX98" fmla="*/ 292812 w 566671"/>
                <a:gd name="connsiteY98" fmla="*/ 339760 h 594805"/>
                <a:gd name="connsiteX99" fmla="*/ 278520 w 566671"/>
                <a:gd name="connsiteY99" fmla="*/ 354039 h 594805"/>
                <a:gd name="connsiteX100" fmla="*/ 256389 w 566671"/>
                <a:gd name="connsiteY100" fmla="*/ 354039 h 594805"/>
                <a:gd name="connsiteX101" fmla="*/ 242097 w 566671"/>
                <a:gd name="connsiteY101" fmla="*/ 339760 h 594805"/>
                <a:gd name="connsiteX102" fmla="*/ 242097 w 566671"/>
                <a:gd name="connsiteY102" fmla="*/ 295541 h 594805"/>
                <a:gd name="connsiteX103" fmla="*/ 256389 w 566671"/>
                <a:gd name="connsiteY103" fmla="*/ 281262 h 594805"/>
                <a:gd name="connsiteX104" fmla="*/ 425548 w 566671"/>
                <a:gd name="connsiteY104" fmla="*/ 279444 h 594805"/>
                <a:gd name="connsiteX105" fmla="*/ 427853 w 566671"/>
                <a:gd name="connsiteY105" fmla="*/ 283588 h 594805"/>
                <a:gd name="connsiteX106" fmla="*/ 427853 w 566671"/>
                <a:gd name="connsiteY106" fmla="*/ 351731 h 594805"/>
                <a:gd name="connsiteX107" fmla="*/ 423242 w 566671"/>
                <a:gd name="connsiteY107" fmla="*/ 356335 h 594805"/>
                <a:gd name="connsiteX108" fmla="*/ 418631 w 566671"/>
                <a:gd name="connsiteY108" fmla="*/ 351731 h 594805"/>
                <a:gd name="connsiteX109" fmla="*/ 418631 w 566671"/>
                <a:gd name="connsiteY109" fmla="*/ 292796 h 594805"/>
                <a:gd name="connsiteX110" fmla="*/ 399727 w 566671"/>
                <a:gd name="connsiteY110" fmla="*/ 305688 h 594805"/>
                <a:gd name="connsiteX111" fmla="*/ 393271 w 566671"/>
                <a:gd name="connsiteY111" fmla="*/ 304767 h 594805"/>
                <a:gd name="connsiteX112" fmla="*/ 394194 w 566671"/>
                <a:gd name="connsiteY112" fmla="*/ 297861 h 594805"/>
                <a:gd name="connsiteX113" fmla="*/ 420476 w 566671"/>
                <a:gd name="connsiteY113" fmla="*/ 279904 h 594805"/>
                <a:gd name="connsiteX114" fmla="*/ 425548 w 566671"/>
                <a:gd name="connsiteY114" fmla="*/ 279444 h 594805"/>
                <a:gd name="connsiteX115" fmla="*/ 346254 w 566671"/>
                <a:gd name="connsiteY115" fmla="*/ 279444 h 594805"/>
                <a:gd name="connsiteX116" fmla="*/ 348560 w 566671"/>
                <a:gd name="connsiteY116" fmla="*/ 283588 h 594805"/>
                <a:gd name="connsiteX117" fmla="*/ 348560 w 566671"/>
                <a:gd name="connsiteY117" fmla="*/ 351731 h 594805"/>
                <a:gd name="connsiteX118" fmla="*/ 343947 w 566671"/>
                <a:gd name="connsiteY118" fmla="*/ 356335 h 594805"/>
                <a:gd name="connsiteX119" fmla="*/ 339334 w 566671"/>
                <a:gd name="connsiteY119" fmla="*/ 351731 h 594805"/>
                <a:gd name="connsiteX120" fmla="*/ 339334 w 566671"/>
                <a:gd name="connsiteY120" fmla="*/ 292796 h 594805"/>
                <a:gd name="connsiteX121" fmla="*/ 320421 w 566671"/>
                <a:gd name="connsiteY121" fmla="*/ 305688 h 594805"/>
                <a:gd name="connsiteX122" fmla="*/ 313963 w 566671"/>
                <a:gd name="connsiteY122" fmla="*/ 304767 h 594805"/>
                <a:gd name="connsiteX123" fmla="*/ 314885 w 566671"/>
                <a:gd name="connsiteY123" fmla="*/ 297861 h 594805"/>
                <a:gd name="connsiteX124" fmla="*/ 341179 w 566671"/>
                <a:gd name="connsiteY124" fmla="*/ 279904 h 594805"/>
                <a:gd name="connsiteX125" fmla="*/ 346254 w 566671"/>
                <a:gd name="connsiteY125" fmla="*/ 279444 h 594805"/>
                <a:gd name="connsiteX126" fmla="*/ 201498 w 566671"/>
                <a:gd name="connsiteY126" fmla="*/ 279444 h 594805"/>
                <a:gd name="connsiteX127" fmla="*/ 204265 w 566671"/>
                <a:gd name="connsiteY127" fmla="*/ 283588 h 594805"/>
                <a:gd name="connsiteX128" fmla="*/ 204265 w 566671"/>
                <a:gd name="connsiteY128" fmla="*/ 351731 h 594805"/>
                <a:gd name="connsiteX129" fmla="*/ 199193 w 566671"/>
                <a:gd name="connsiteY129" fmla="*/ 356335 h 594805"/>
                <a:gd name="connsiteX130" fmla="*/ 194582 w 566671"/>
                <a:gd name="connsiteY130" fmla="*/ 351731 h 594805"/>
                <a:gd name="connsiteX131" fmla="*/ 194582 w 566671"/>
                <a:gd name="connsiteY131" fmla="*/ 292796 h 594805"/>
                <a:gd name="connsiteX132" fmla="*/ 176139 w 566671"/>
                <a:gd name="connsiteY132" fmla="*/ 305688 h 594805"/>
                <a:gd name="connsiteX133" fmla="*/ 169222 w 566671"/>
                <a:gd name="connsiteY133" fmla="*/ 304767 h 594805"/>
                <a:gd name="connsiteX134" fmla="*/ 170606 w 566671"/>
                <a:gd name="connsiteY134" fmla="*/ 297861 h 594805"/>
                <a:gd name="connsiteX135" fmla="*/ 196888 w 566671"/>
                <a:gd name="connsiteY135" fmla="*/ 279904 h 594805"/>
                <a:gd name="connsiteX136" fmla="*/ 201498 w 566671"/>
                <a:gd name="connsiteY136" fmla="*/ 279444 h 594805"/>
                <a:gd name="connsiteX137" fmla="*/ 398822 w 566671"/>
                <a:gd name="connsiteY137" fmla="*/ 183261 h 594805"/>
                <a:gd name="connsiteX138" fmla="*/ 394210 w 566671"/>
                <a:gd name="connsiteY138" fmla="*/ 188323 h 594805"/>
                <a:gd name="connsiteX139" fmla="*/ 394210 w 566671"/>
                <a:gd name="connsiteY139" fmla="*/ 232496 h 594805"/>
                <a:gd name="connsiteX140" fmla="*/ 398822 w 566671"/>
                <a:gd name="connsiteY140" fmla="*/ 237098 h 594805"/>
                <a:gd name="connsiteX141" fmla="*/ 421420 w 566671"/>
                <a:gd name="connsiteY141" fmla="*/ 237098 h 594805"/>
                <a:gd name="connsiteX142" fmla="*/ 426032 w 566671"/>
                <a:gd name="connsiteY142" fmla="*/ 232496 h 594805"/>
                <a:gd name="connsiteX143" fmla="*/ 426032 w 566671"/>
                <a:gd name="connsiteY143" fmla="*/ 188323 h 594805"/>
                <a:gd name="connsiteX144" fmla="*/ 421420 w 566671"/>
                <a:gd name="connsiteY144" fmla="*/ 183261 h 594805"/>
                <a:gd name="connsiteX145" fmla="*/ 319986 w 566671"/>
                <a:gd name="connsiteY145" fmla="*/ 183261 h 594805"/>
                <a:gd name="connsiteX146" fmla="*/ 314915 w 566671"/>
                <a:gd name="connsiteY146" fmla="*/ 188323 h 594805"/>
                <a:gd name="connsiteX147" fmla="*/ 314915 w 566671"/>
                <a:gd name="connsiteY147" fmla="*/ 232496 h 594805"/>
                <a:gd name="connsiteX148" fmla="*/ 319986 w 566671"/>
                <a:gd name="connsiteY148" fmla="*/ 237098 h 594805"/>
                <a:gd name="connsiteX149" fmla="*/ 342117 w 566671"/>
                <a:gd name="connsiteY149" fmla="*/ 237098 h 594805"/>
                <a:gd name="connsiteX150" fmla="*/ 346727 w 566671"/>
                <a:gd name="connsiteY150" fmla="*/ 232496 h 594805"/>
                <a:gd name="connsiteX151" fmla="*/ 346727 w 566671"/>
                <a:gd name="connsiteY151" fmla="*/ 188323 h 594805"/>
                <a:gd name="connsiteX152" fmla="*/ 342117 w 566671"/>
                <a:gd name="connsiteY152" fmla="*/ 183261 h 594805"/>
                <a:gd name="connsiteX153" fmla="*/ 179380 w 566671"/>
                <a:gd name="connsiteY153" fmla="*/ 183261 h 594805"/>
                <a:gd name="connsiteX154" fmla="*/ 174768 w 566671"/>
                <a:gd name="connsiteY154" fmla="*/ 188323 h 594805"/>
                <a:gd name="connsiteX155" fmla="*/ 174768 w 566671"/>
                <a:gd name="connsiteY155" fmla="*/ 232496 h 594805"/>
                <a:gd name="connsiteX156" fmla="*/ 179380 w 566671"/>
                <a:gd name="connsiteY156" fmla="*/ 237098 h 594805"/>
                <a:gd name="connsiteX157" fmla="*/ 201978 w 566671"/>
                <a:gd name="connsiteY157" fmla="*/ 237098 h 594805"/>
                <a:gd name="connsiteX158" fmla="*/ 206590 w 566671"/>
                <a:gd name="connsiteY158" fmla="*/ 232496 h 594805"/>
                <a:gd name="connsiteX159" fmla="*/ 206590 w 566671"/>
                <a:gd name="connsiteY159" fmla="*/ 188323 h 594805"/>
                <a:gd name="connsiteX160" fmla="*/ 201978 w 566671"/>
                <a:gd name="connsiteY160" fmla="*/ 183261 h 594805"/>
                <a:gd name="connsiteX161" fmla="*/ 398822 w 566671"/>
                <a:gd name="connsiteY161" fmla="*/ 174058 h 594805"/>
                <a:gd name="connsiteX162" fmla="*/ 421420 w 566671"/>
                <a:gd name="connsiteY162" fmla="*/ 174058 h 594805"/>
                <a:gd name="connsiteX163" fmla="*/ 435256 w 566671"/>
                <a:gd name="connsiteY163" fmla="*/ 188323 h 594805"/>
                <a:gd name="connsiteX164" fmla="*/ 435256 w 566671"/>
                <a:gd name="connsiteY164" fmla="*/ 232496 h 594805"/>
                <a:gd name="connsiteX165" fmla="*/ 421420 w 566671"/>
                <a:gd name="connsiteY165" fmla="*/ 246761 h 594805"/>
                <a:gd name="connsiteX166" fmla="*/ 398822 w 566671"/>
                <a:gd name="connsiteY166" fmla="*/ 246761 h 594805"/>
                <a:gd name="connsiteX167" fmla="*/ 384986 w 566671"/>
                <a:gd name="connsiteY167" fmla="*/ 232496 h 594805"/>
                <a:gd name="connsiteX168" fmla="*/ 384986 w 566671"/>
                <a:gd name="connsiteY168" fmla="*/ 188323 h 594805"/>
                <a:gd name="connsiteX169" fmla="*/ 398822 w 566671"/>
                <a:gd name="connsiteY169" fmla="*/ 174058 h 594805"/>
                <a:gd name="connsiteX170" fmla="*/ 319986 w 566671"/>
                <a:gd name="connsiteY170" fmla="*/ 174058 h 594805"/>
                <a:gd name="connsiteX171" fmla="*/ 342117 w 566671"/>
                <a:gd name="connsiteY171" fmla="*/ 174058 h 594805"/>
                <a:gd name="connsiteX172" fmla="*/ 356409 w 566671"/>
                <a:gd name="connsiteY172" fmla="*/ 188323 h 594805"/>
                <a:gd name="connsiteX173" fmla="*/ 356409 w 566671"/>
                <a:gd name="connsiteY173" fmla="*/ 232496 h 594805"/>
                <a:gd name="connsiteX174" fmla="*/ 342117 w 566671"/>
                <a:gd name="connsiteY174" fmla="*/ 246761 h 594805"/>
                <a:gd name="connsiteX175" fmla="*/ 319986 w 566671"/>
                <a:gd name="connsiteY175" fmla="*/ 246761 h 594805"/>
                <a:gd name="connsiteX176" fmla="*/ 305694 w 566671"/>
                <a:gd name="connsiteY176" fmla="*/ 232496 h 594805"/>
                <a:gd name="connsiteX177" fmla="*/ 305694 w 566671"/>
                <a:gd name="connsiteY177" fmla="*/ 188323 h 594805"/>
                <a:gd name="connsiteX178" fmla="*/ 319986 w 566671"/>
                <a:gd name="connsiteY178" fmla="*/ 174058 h 594805"/>
                <a:gd name="connsiteX179" fmla="*/ 179380 w 566671"/>
                <a:gd name="connsiteY179" fmla="*/ 174058 h 594805"/>
                <a:gd name="connsiteX180" fmla="*/ 201978 w 566671"/>
                <a:gd name="connsiteY180" fmla="*/ 174058 h 594805"/>
                <a:gd name="connsiteX181" fmla="*/ 215814 w 566671"/>
                <a:gd name="connsiteY181" fmla="*/ 188323 h 594805"/>
                <a:gd name="connsiteX182" fmla="*/ 215814 w 566671"/>
                <a:gd name="connsiteY182" fmla="*/ 232496 h 594805"/>
                <a:gd name="connsiteX183" fmla="*/ 201978 w 566671"/>
                <a:gd name="connsiteY183" fmla="*/ 246761 h 594805"/>
                <a:gd name="connsiteX184" fmla="*/ 179380 w 566671"/>
                <a:gd name="connsiteY184" fmla="*/ 246761 h 594805"/>
                <a:gd name="connsiteX185" fmla="*/ 165544 w 566671"/>
                <a:gd name="connsiteY185" fmla="*/ 232496 h 594805"/>
                <a:gd name="connsiteX186" fmla="*/ 165544 w 566671"/>
                <a:gd name="connsiteY186" fmla="*/ 188323 h 594805"/>
                <a:gd name="connsiteX187" fmla="*/ 179380 w 566671"/>
                <a:gd name="connsiteY187" fmla="*/ 174058 h 594805"/>
                <a:gd name="connsiteX188" fmla="*/ 513617 w 566671"/>
                <a:gd name="connsiteY188" fmla="*/ 172656 h 594805"/>
                <a:gd name="connsiteX189" fmla="*/ 540375 w 566671"/>
                <a:gd name="connsiteY189" fmla="*/ 191515 h 594805"/>
                <a:gd name="connsiteX190" fmla="*/ 521921 w 566671"/>
                <a:gd name="connsiteY190" fmla="*/ 217734 h 594805"/>
                <a:gd name="connsiteX191" fmla="*/ 495163 w 566671"/>
                <a:gd name="connsiteY191" fmla="*/ 199335 h 594805"/>
                <a:gd name="connsiteX192" fmla="*/ 513617 w 566671"/>
                <a:gd name="connsiteY192" fmla="*/ 172656 h 594805"/>
                <a:gd name="connsiteX193" fmla="*/ 269705 w 566671"/>
                <a:gd name="connsiteY193" fmla="*/ 169410 h 594805"/>
                <a:gd name="connsiteX194" fmla="*/ 272007 w 566671"/>
                <a:gd name="connsiteY194" fmla="*/ 174015 h 594805"/>
                <a:gd name="connsiteX195" fmla="*/ 272007 w 566671"/>
                <a:gd name="connsiteY195" fmla="*/ 241697 h 594805"/>
                <a:gd name="connsiteX196" fmla="*/ 267404 w 566671"/>
                <a:gd name="connsiteY196" fmla="*/ 246762 h 594805"/>
                <a:gd name="connsiteX197" fmla="*/ 262800 w 566671"/>
                <a:gd name="connsiteY197" fmla="*/ 241697 h 594805"/>
                <a:gd name="connsiteX198" fmla="*/ 262800 w 566671"/>
                <a:gd name="connsiteY198" fmla="*/ 182763 h 594805"/>
                <a:gd name="connsiteX199" fmla="*/ 243926 w 566671"/>
                <a:gd name="connsiteY199" fmla="*/ 196115 h 594805"/>
                <a:gd name="connsiteX200" fmla="*/ 237481 w 566671"/>
                <a:gd name="connsiteY200" fmla="*/ 194734 h 594805"/>
                <a:gd name="connsiteX201" fmla="*/ 238862 w 566671"/>
                <a:gd name="connsiteY201" fmla="*/ 188288 h 594805"/>
                <a:gd name="connsiteX202" fmla="*/ 264641 w 566671"/>
                <a:gd name="connsiteY202" fmla="*/ 169871 h 594805"/>
                <a:gd name="connsiteX203" fmla="*/ 269705 w 566671"/>
                <a:gd name="connsiteY203" fmla="*/ 169410 h 594805"/>
                <a:gd name="connsiteX204" fmla="*/ 84623 w 566671"/>
                <a:gd name="connsiteY204" fmla="*/ 112312 h 594805"/>
                <a:gd name="connsiteX205" fmla="*/ 140668 w 566671"/>
                <a:gd name="connsiteY205" fmla="*/ 168505 h 594805"/>
                <a:gd name="connsiteX206" fmla="*/ 84623 w 566671"/>
                <a:gd name="connsiteY206" fmla="*/ 224698 h 594805"/>
                <a:gd name="connsiteX207" fmla="*/ 28578 w 566671"/>
                <a:gd name="connsiteY207" fmla="*/ 168505 h 594805"/>
                <a:gd name="connsiteX208" fmla="*/ 84623 w 566671"/>
                <a:gd name="connsiteY208" fmla="*/ 112312 h 594805"/>
                <a:gd name="connsiteX209" fmla="*/ 393501 w 566671"/>
                <a:gd name="connsiteY209" fmla="*/ 61228 h 594805"/>
                <a:gd name="connsiteX210" fmla="*/ 409419 w 566671"/>
                <a:gd name="connsiteY210" fmla="*/ 77109 h 594805"/>
                <a:gd name="connsiteX211" fmla="*/ 393501 w 566671"/>
                <a:gd name="connsiteY211" fmla="*/ 92990 h 594805"/>
                <a:gd name="connsiteX212" fmla="*/ 377583 w 566671"/>
                <a:gd name="connsiteY212" fmla="*/ 77109 h 594805"/>
                <a:gd name="connsiteX213" fmla="*/ 393501 w 566671"/>
                <a:gd name="connsiteY213" fmla="*/ 61228 h 594805"/>
                <a:gd name="connsiteX214" fmla="*/ 222477 w 566671"/>
                <a:gd name="connsiteY214" fmla="*/ 0 h 594805"/>
                <a:gd name="connsiteX215" fmla="*/ 289109 w 566671"/>
                <a:gd name="connsiteY215" fmla="*/ 66744 h 594805"/>
                <a:gd name="connsiteX216" fmla="*/ 222477 w 566671"/>
                <a:gd name="connsiteY216" fmla="*/ 133488 h 594805"/>
                <a:gd name="connsiteX217" fmla="*/ 155845 w 566671"/>
                <a:gd name="connsiteY217" fmla="*/ 66744 h 594805"/>
                <a:gd name="connsiteX218" fmla="*/ 222477 w 566671"/>
                <a:gd name="connsiteY218" fmla="*/ 0 h 5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566671" h="594805">
                  <a:moveTo>
                    <a:pt x="277783" y="517955"/>
                  </a:moveTo>
                  <a:cubicBezTo>
                    <a:pt x="299045" y="517955"/>
                    <a:pt x="316282" y="535158"/>
                    <a:pt x="316282" y="556380"/>
                  </a:cubicBezTo>
                  <a:cubicBezTo>
                    <a:pt x="316282" y="577602"/>
                    <a:pt x="299045" y="594805"/>
                    <a:pt x="277783" y="594805"/>
                  </a:cubicBezTo>
                  <a:cubicBezTo>
                    <a:pt x="256521" y="594805"/>
                    <a:pt x="239284" y="577602"/>
                    <a:pt x="239284" y="556380"/>
                  </a:cubicBezTo>
                  <a:cubicBezTo>
                    <a:pt x="239284" y="535158"/>
                    <a:pt x="256521" y="517955"/>
                    <a:pt x="277783" y="517955"/>
                  </a:cubicBezTo>
                  <a:close/>
                  <a:moveTo>
                    <a:pt x="442401" y="475088"/>
                  </a:moveTo>
                  <a:cubicBezTo>
                    <a:pt x="460617" y="475088"/>
                    <a:pt x="475384" y="489838"/>
                    <a:pt x="475384" y="508034"/>
                  </a:cubicBezTo>
                  <a:cubicBezTo>
                    <a:pt x="475384" y="526230"/>
                    <a:pt x="460617" y="540980"/>
                    <a:pt x="442401" y="540980"/>
                  </a:cubicBezTo>
                  <a:cubicBezTo>
                    <a:pt x="424185" y="540980"/>
                    <a:pt x="409418" y="526230"/>
                    <a:pt x="409418" y="508034"/>
                  </a:cubicBezTo>
                  <a:cubicBezTo>
                    <a:pt x="409418" y="489838"/>
                    <a:pt x="424185" y="475088"/>
                    <a:pt x="442401" y="475088"/>
                  </a:cubicBezTo>
                  <a:close/>
                  <a:moveTo>
                    <a:pt x="120827" y="447473"/>
                  </a:moveTo>
                  <a:cubicBezTo>
                    <a:pt x="143234" y="447473"/>
                    <a:pt x="161399" y="465621"/>
                    <a:pt x="161399" y="488008"/>
                  </a:cubicBezTo>
                  <a:cubicBezTo>
                    <a:pt x="161399" y="510395"/>
                    <a:pt x="143234" y="528543"/>
                    <a:pt x="120827" y="528543"/>
                  </a:cubicBezTo>
                  <a:cubicBezTo>
                    <a:pt x="98420" y="528543"/>
                    <a:pt x="80255" y="510395"/>
                    <a:pt x="80255" y="488008"/>
                  </a:cubicBezTo>
                  <a:cubicBezTo>
                    <a:pt x="80255" y="465621"/>
                    <a:pt x="98420" y="447473"/>
                    <a:pt x="120827" y="447473"/>
                  </a:cubicBezTo>
                  <a:close/>
                  <a:moveTo>
                    <a:pt x="404831" y="388578"/>
                  </a:moveTo>
                  <a:cubicBezTo>
                    <a:pt x="402065" y="388578"/>
                    <a:pt x="399760" y="390419"/>
                    <a:pt x="399760" y="393180"/>
                  </a:cubicBezTo>
                  <a:lnTo>
                    <a:pt x="399760" y="437353"/>
                  </a:lnTo>
                  <a:cubicBezTo>
                    <a:pt x="399760" y="440114"/>
                    <a:pt x="402065" y="441955"/>
                    <a:pt x="404831" y="441955"/>
                  </a:cubicBezTo>
                  <a:lnTo>
                    <a:pt x="426962" y="441955"/>
                  </a:lnTo>
                  <a:cubicBezTo>
                    <a:pt x="429267" y="441955"/>
                    <a:pt x="431572" y="440114"/>
                    <a:pt x="431572" y="437353"/>
                  </a:cubicBezTo>
                  <a:lnTo>
                    <a:pt x="431572" y="393180"/>
                  </a:lnTo>
                  <a:cubicBezTo>
                    <a:pt x="431572" y="390419"/>
                    <a:pt x="429267" y="388578"/>
                    <a:pt x="426962" y="388578"/>
                  </a:cubicBezTo>
                  <a:close/>
                  <a:moveTo>
                    <a:pt x="325538" y="388578"/>
                  </a:moveTo>
                  <a:cubicBezTo>
                    <a:pt x="322772" y="388578"/>
                    <a:pt x="320467" y="390419"/>
                    <a:pt x="320467" y="393180"/>
                  </a:cubicBezTo>
                  <a:lnTo>
                    <a:pt x="320467" y="437353"/>
                  </a:lnTo>
                  <a:cubicBezTo>
                    <a:pt x="320467" y="440114"/>
                    <a:pt x="322772" y="441955"/>
                    <a:pt x="325538" y="441955"/>
                  </a:cubicBezTo>
                  <a:lnTo>
                    <a:pt x="347669" y="441955"/>
                  </a:lnTo>
                  <a:cubicBezTo>
                    <a:pt x="349974" y="441955"/>
                    <a:pt x="352279" y="440114"/>
                    <a:pt x="352279" y="437353"/>
                  </a:cubicBezTo>
                  <a:lnTo>
                    <a:pt x="352279" y="393180"/>
                  </a:lnTo>
                  <a:cubicBezTo>
                    <a:pt x="352279" y="390419"/>
                    <a:pt x="349974" y="388578"/>
                    <a:pt x="347669" y="388578"/>
                  </a:cubicBezTo>
                  <a:close/>
                  <a:moveTo>
                    <a:pt x="175246" y="386268"/>
                  </a:moveTo>
                  <a:cubicBezTo>
                    <a:pt x="172480" y="386268"/>
                    <a:pt x="170636" y="388569"/>
                    <a:pt x="170636" y="391330"/>
                  </a:cubicBezTo>
                  <a:lnTo>
                    <a:pt x="170636" y="435503"/>
                  </a:lnTo>
                  <a:cubicBezTo>
                    <a:pt x="170636" y="438264"/>
                    <a:pt x="172480" y="440105"/>
                    <a:pt x="175246" y="440105"/>
                  </a:cubicBezTo>
                  <a:lnTo>
                    <a:pt x="197377" y="440105"/>
                  </a:lnTo>
                  <a:cubicBezTo>
                    <a:pt x="200143" y="440105"/>
                    <a:pt x="201987" y="438264"/>
                    <a:pt x="201987" y="435503"/>
                  </a:cubicBezTo>
                  <a:lnTo>
                    <a:pt x="201987" y="391330"/>
                  </a:lnTo>
                  <a:cubicBezTo>
                    <a:pt x="201987" y="388569"/>
                    <a:pt x="200143" y="386268"/>
                    <a:pt x="197377" y="386268"/>
                  </a:cubicBezTo>
                  <a:close/>
                  <a:moveTo>
                    <a:pt x="404831" y="378915"/>
                  </a:moveTo>
                  <a:lnTo>
                    <a:pt x="426962" y="378915"/>
                  </a:lnTo>
                  <a:cubicBezTo>
                    <a:pt x="434799" y="378915"/>
                    <a:pt x="441254" y="385357"/>
                    <a:pt x="441254" y="393180"/>
                  </a:cubicBezTo>
                  <a:lnTo>
                    <a:pt x="441254" y="437353"/>
                  </a:lnTo>
                  <a:cubicBezTo>
                    <a:pt x="441254" y="445176"/>
                    <a:pt x="434799" y="451618"/>
                    <a:pt x="426962" y="451618"/>
                  </a:cubicBezTo>
                  <a:lnTo>
                    <a:pt x="404831" y="451618"/>
                  </a:lnTo>
                  <a:cubicBezTo>
                    <a:pt x="396994" y="451618"/>
                    <a:pt x="390539" y="445176"/>
                    <a:pt x="390539" y="437353"/>
                  </a:cubicBezTo>
                  <a:lnTo>
                    <a:pt x="390539" y="393180"/>
                  </a:lnTo>
                  <a:cubicBezTo>
                    <a:pt x="390539" y="385357"/>
                    <a:pt x="396994" y="378915"/>
                    <a:pt x="404831" y="378915"/>
                  </a:cubicBezTo>
                  <a:close/>
                  <a:moveTo>
                    <a:pt x="325538" y="378915"/>
                  </a:moveTo>
                  <a:lnTo>
                    <a:pt x="347669" y="378915"/>
                  </a:lnTo>
                  <a:cubicBezTo>
                    <a:pt x="355506" y="378915"/>
                    <a:pt x="361961" y="385357"/>
                    <a:pt x="361961" y="393180"/>
                  </a:cubicBezTo>
                  <a:lnTo>
                    <a:pt x="361961" y="437353"/>
                  </a:lnTo>
                  <a:cubicBezTo>
                    <a:pt x="361961" y="445176"/>
                    <a:pt x="355506" y="451618"/>
                    <a:pt x="347669" y="451618"/>
                  </a:cubicBezTo>
                  <a:lnTo>
                    <a:pt x="325538" y="451618"/>
                  </a:lnTo>
                  <a:cubicBezTo>
                    <a:pt x="317701" y="451618"/>
                    <a:pt x="311246" y="445176"/>
                    <a:pt x="311246" y="437353"/>
                  </a:cubicBezTo>
                  <a:lnTo>
                    <a:pt x="311246" y="393180"/>
                  </a:lnTo>
                  <a:cubicBezTo>
                    <a:pt x="311246" y="385357"/>
                    <a:pt x="317701" y="378915"/>
                    <a:pt x="325538" y="378915"/>
                  </a:cubicBezTo>
                  <a:close/>
                  <a:moveTo>
                    <a:pt x="175246" y="377065"/>
                  </a:moveTo>
                  <a:lnTo>
                    <a:pt x="197377" y="377065"/>
                  </a:lnTo>
                  <a:cubicBezTo>
                    <a:pt x="205214" y="377065"/>
                    <a:pt x="211669" y="383507"/>
                    <a:pt x="211669" y="391330"/>
                  </a:cubicBezTo>
                  <a:lnTo>
                    <a:pt x="211669" y="435503"/>
                  </a:lnTo>
                  <a:cubicBezTo>
                    <a:pt x="211669" y="443326"/>
                    <a:pt x="205214" y="449768"/>
                    <a:pt x="197377" y="449768"/>
                  </a:cubicBezTo>
                  <a:lnTo>
                    <a:pt x="175246" y="449768"/>
                  </a:lnTo>
                  <a:cubicBezTo>
                    <a:pt x="167409" y="449768"/>
                    <a:pt x="160954" y="443326"/>
                    <a:pt x="160954" y="435503"/>
                  </a:cubicBezTo>
                  <a:lnTo>
                    <a:pt x="160954" y="391330"/>
                  </a:lnTo>
                  <a:cubicBezTo>
                    <a:pt x="160954" y="383507"/>
                    <a:pt x="167409" y="377065"/>
                    <a:pt x="175246" y="377065"/>
                  </a:cubicBezTo>
                  <a:close/>
                  <a:moveTo>
                    <a:pt x="275254" y="375246"/>
                  </a:moveTo>
                  <a:cubicBezTo>
                    <a:pt x="276637" y="376167"/>
                    <a:pt x="277560" y="377548"/>
                    <a:pt x="277560" y="379390"/>
                  </a:cubicBezTo>
                  <a:lnTo>
                    <a:pt x="277560" y="447533"/>
                  </a:lnTo>
                  <a:cubicBezTo>
                    <a:pt x="277560" y="449835"/>
                    <a:pt x="275715" y="452137"/>
                    <a:pt x="272947" y="452137"/>
                  </a:cubicBezTo>
                  <a:cubicBezTo>
                    <a:pt x="270179" y="452137"/>
                    <a:pt x="268334" y="449835"/>
                    <a:pt x="268334" y="447533"/>
                  </a:cubicBezTo>
                  <a:lnTo>
                    <a:pt x="268334" y="388598"/>
                  </a:lnTo>
                  <a:lnTo>
                    <a:pt x="249421" y="401490"/>
                  </a:lnTo>
                  <a:cubicBezTo>
                    <a:pt x="247576" y="402871"/>
                    <a:pt x="244347" y="402411"/>
                    <a:pt x="242963" y="400109"/>
                  </a:cubicBezTo>
                  <a:cubicBezTo>
                    <a:pt x="241579" y="398267"/>
                    <a:pt x="242040" y="395044"/>
                    <a:pt x="244347" y="393663"/>
                  </a:cubicBezTo>
                  <a:lnTo>
                    <a:pt x="270179" y="375706"/>
                  </a:lnTo>
                  <a:cubicBezTo>
                    <a:pt x="271563" y="374325"/>
                    <a:pt x="273870" y="374325"/>
                    <a:pt x="275254" y="375246"/>
                  </a:cubicBezTo>
                  <a:close/>
                  <a:moveTo>
                    <a:pt x="537167" y="336049"/>
                  </a:moveTo>
                  <a:cubicBezTo>
                    <a:pt x="553462" y="336049"/>
                    <a:pt x="566671" y="349142"/>
                    <a:pt x="566671" y="365293"/>
                  </a:cubicBezTo>
                  <a:cubicBezTo>
                    <a:pt x="566671" y="381444"/>
                    <a:pt x="553462" y="394537"/>
                    <a:pt x="537167" y="394537"/>
                  </a:cubicBezTo>
                  <a:cubicBezTo>
                    <a:pt x="520872" y="394537"/>
                    <a:pt x="507663" y="381444"/>
                    <a:pt x="507663" y="365293"/>
                  </a:cubicBezTo>
                  <a:cubicBezTo>
                    <a:pt x="507663" y="349142"/>
                    <a:pt x="520872" y="336049"/>
                    <a:pt x="537167" y="336049"/>
                  </a:cubicBezTo>
                  <a:close/>
                  <a:moveTo>
                    <a:pt x="256389" y="290935"/>
                  </a:moveTo>
                  <a:cubicBezTo>
                    <a:pt x="253623" y="290935"/>
                    <a:pt x="251779" y="292777"/>
                    <a:pt x="251779" y="295541"/>
                  </a:cubicBezTo>
                  <a:lnTo>
                    <a:pt x="251779" y="339760"/>
                  </a:lnTo>
                  <a:cubicBezTo>
                    <a:pt x="251779" y="342524"/>
                    <a:pt x="253623" y="344827"/>
                    <a:pt x="256389" y="344827"/>
                  </a:cubicBezTo>
                  <a:lnTo>
                    <a:pt x="278520" y="344827"/>
                  </a:lnTo>
                  <a:cubicBezTo>
                    <a:pt x="281286" y="344827"/>
                    <a:pt x="283130" y="342524"/>
                    <a:pt x="283130" y="339760"/>
                  </a:cubicBezTo>
                  <a:lnTo>
                    <a:pt x="283130" y="295541"/>
                  </a:lnTo>
                  <a:cubicBezTo>
                    <a:pt x="283130" y="292777"/>
                    <a:pt x="281286" y="290935"/>
                    <a:pt x="278520" y="290935"/>
                  </a:cubicBezTo>
                  <a:close/>
                  <a:moveTo>
                    <a:pt x="44496" y="290072"/>
                  </a:moveTo>
                  <a:cubicBezTo>
                    <a:pt x="69070" y="290072"/>
                    <a:pt x="88992" y="310060"/>
                    <a:pt x="88992" y="334716"/>
                  </a:cubicBezTo>
                  <a:cubicBezTo>
                    <a:pt x="88992" y="359372"/>
                    <a:pt x="69070" y="379360"/>
                    <a:pt x="44496" y="379360"/>
                  </a:cubicBezTo>
                  <a:cubicBezTo>
                    <a:pt x="19922" y="379360"/>
                    <a:pt x="0" y="359372"/>
                    <a:pt x="0" y="334716"/>
                  </a:cubicBezTo>
                  <a:cubicBezTo>
                    <a:pt x="0" y="310060"/>
                    <a:pt x="19922" y="290072"/>
                    <a:pt x="44496" y="290072"/>
                  </a:cubicBezTo>
                  <a:close/>
                  <a:moveTo>
                    <a:pt x="256389" y="281262"/>
                  </a:moveTo>
                  <a:lnTo>
                    <a:pt x="278520" y="281262"/>
                  </a:lnTo>
                  <a:cubicBezTo>
                    <a:pt x="286357" y="281262"/>
                    <a:pt x="292812" y="287711"/>
                    <a:pt x="292812" y="295541"/>
                  </a:cubicBezTo>
                  <a:lnTo>
                    <a:pt x="292812" y="339760"/>
                  </a:lnTo>
                  <a:cubicBezTo>
                    <a:pt x="292812" y="347590"/>
                    <a:pt x="286357" y="354039"/>
                    <a:pt x="278520" y="354039"/>
                  </a:cubicBezTo>
                  <a:lnTo>
                    <a:pt x="256389" y="354039"/>
                  </a:lnTo>
                  <a:cubicBezTo>
                    <a:pt x="248552" y="354039"/>
                    <a:pt x="242097" y="347590"/>
                    <a:pt x="242097" y="339760"/>
                  </a:cubicBezTo>
                  <a:lnTo>
                    <a:pt x="242097" y="295541"/>
                  </a:lnTo>
                  <a:cubicBezTo>
                    <a:pt x="242097" y="287711"/>
                    <a:pt x="248552" y="281262"/>
                    <a:pt x="256389" y="281262"/>
                  </a:cubicBezTo>
                  <a:close/>
                  <a:moveTo>
                    <a:pt x="425548" y="279444"/>
                  </a:moveTo>
                  <a:cubicBezTo>
                    <a:pt x="426931" y="280365"/>
                    <a:pt x="427853" y="282206"/>
                    <a:pt x="427853" y="283588"/>
                  </a:cubicBezTo>
                  <a:lnTo>
                    <a:pt x="427853" y="351731"/>
                  </a:lnTo>
                  <a:cubicBezTo>
                    <a:pt x="427853" y="354493"/>
                    <a:pt x="426009" y="356335"/>
                    <a:pt x="423242" y="356335"/>
                  </a:cubicBezTo>
                  <a:cubicBezTo>
                    <a:pt x="420476" y="356335"/>
                    <a:pt x="418631" y="354493"/>
                    <a:pt x="418631" y="351731"/>
                  </a:cubicBezTo>
                  <a:lnTo>
                    <a:pt x="418631" y="292796"/>
                  </a:lnTo>
                  <a:lnTo>
                    <a:pt x="399727" y="305688"/>
                  </a:lnTo>
                  <a:cubicBezTo>
                    <a:pt x="397421" y="307530"/>
                    <a:pt x="394655" y="306609"/>
                    <a:pt x="393271" y="304767"/>
                  </a:cubicBezTo>
                  <a:cubicBezTo>
                    <a:pt x="391427" y="302465"/>
                    <a:pt x="392349" y="299703"/>
                    <a:pt x="394194" y="297861"/>
                  </a:cubicBezTo>
                  <a:lnTo>
                    <a:pt x="420476" y="279904"/>
                  </a:lnTo>
                  <a:cubicBezTo>
                    <a:pt x="421859" y="278983"/>
                    <a:pt x="423703" y="278523"/>
                    <a:pt x="425548" y="279444"/>
                  </a:cubicBezTo>
                  <a:close/>
                  <a:moveTo>
                    <a:pt x="346254" y="279444"/>
                  </a:moveTo>
                  <a:cubicBezTo>
                    <a:pt x="347637" y="280365"/>
                    <a:pt x="348560" y="282206"/>
                    <a:pt x="348560" y="283588"/>
                  </a:cubicBezTo>
                  <a:lnTo>
                    <a:pt x="348560" y="351731"/>
                  </a:lnTo>
                  <a:cubicBezTo>
                    <a:pt x="348560" y="354493"/>
                    <a:pt x="346715" y="356335"/>
                    <a:pt x="343947" y="356335"/>
                  </a:cubicBezTo>
                  <a:cubicBezTo>
                    <a:pt x="341179" y="356335"/>
                    <a:pt x="339334" y="354493"/>
                    <a:pt x="339334" y="351731"/>
                  </a:cubicBezTo>
                  <a:lnTo>
                    <a:pt x="339334" y="292796"/>
                  </a:lnTo>
                  <a:lnTo>
                    <a:pt x="320421" y="305688"/>
                  </a:lnTo>
                  <a:cubicBezTo>
                    <a:pt x="318115" y="307530"/>
                    <a:pt x="315347" y="306609"/>
                    <a:pt x="313963" y="304767"/>
                  </a:cubicBezTo>
                  <a:cubicBezTo>
                    <a:pt x="312579" y="302465"/>
                    <a:pt x="313040" y="299703"/>
                    <a:pt x="314885" y="297861"/>
                  </a:cubicBezTo>
                  <a:lnTo>
                    <a:pt x="341179" y="279904"/>
                  </a:lnTo>
                  <a:cubicBezTo>
                    <a:pt x="342563" y="278983"/>
                    <a:pt x="344408" y="278523"/>
                    <a:pt x="346254" y="279444"/>
                  </a:cubicBezTo>
                  <a:close/>
                  <a:moveTo>
                    <a:pt x="201498" y="279444"/>
                  </a:moveTo>
                  <a:cubicBezTo>
                    <a:pt x="203343" y="280365"/>
                    <a:pt x="204265" y="282206"/>
                    <a:pt x="204265" y="283588"/>
                  </a:cubicBezTo>
                  <a:lnTo>
                    <a:pt x="204265" y="351731"/>
                  </a:lnTo>
                  <a:cubicBezTo>
                    <a:pt x="204265" y="354493"/>
                    <a:pt x="201960" y="356335"/>
                    <a:pt x="199193" y="356335"/>
                  </a:cubicBezTo>
                  <a:cubicBezTo>
                    <a:pt x="196888" y="356335"/>
                    <a:pt x="194582" y="354493"/>
                    <a:pt x="194582" y="351731"/>
                  </a:cubicBezTo>
                  <a:lnTo>
                    <a:pt x="194582" y="292796"/>
                  </a:lnTo>
                  <a:lnTo>
                    <a:pt x="176139" y="305688"/>
                  </a:lnTo>
                  <a:cubicBezTo>
                    <a:pt x="173833" y="307530"/>
                    <a:pt x="171067" y="306609"/>
                    <a:pt x="169222" y="304767"/>
                  </a:cubicBezTo>
                  <a:cubicBezTo>
                    <a:pt x="167839" y="302465"/>
                    <a:pt x="168300" y="299703"/>
                    <a:pt x="170606" y="297861"/>
                  </a:cubicBezTo>
                  <a:lnTo>
                    <a:pt x="196888" y="279904"/>
                  </a:lnTo>
                  <a:cubicBezTo>
                    <a:pt x="198271" y="278983"/>
                    <a:pt x="200115" y="278523"/>
                    <a:pt x="201498" y="279444"/>
                  </a:cubicBezTo>
                  <a:close/>
                  <a:moveTo>
                    <a:pt x="398822" y="183261"/>
                  </a:moveTo>
                  <a:cubicBezTo>
                    <a:pt x="396516" y="183261"/>
                    <a:pt x="394210" y="185562"/>
                    <a:pt x="394210" y="188323"/>
                  </a:cubicBezTo>
                  <a:lnTo>
                    <a:pt x="394210" y="232496"/>
                  </a:lnTo>
                  <a:cubicBezTo>
                    <a:pt x="394210" y="234797"/>
                    <a:pt x="396516" y="237098"/>
                    <a:pt x="398822" y="237098"/>
                  </a:cubicBezTo>
                  <a:lnTo>
                    <a:pt x="421420" y="237098"/>
                  </a:lnTo>
                  <a:cubicBezTo>
                    <a:pt x="423726" y="237098"/>
                    <a:pt x="426032" y="234797"/>
                    <a:pt x="426032" y="232496"/>
                  </a:cubicBezTo>
                  <a:lnTo>
                    <a:pt x="426032" y="188323"/>
                  </a:lnTo>
                  <a:cubicBezTo>
                    <a:pt x="426032" y="185562"/>
                    <a:pt x="423726" y="183261"/>
                    <a:pt x="421420" y="183261"/>
                  </a:cubicBezTo>
                  <a:close/>
                  <a:moveTo>
                    <a:pt x="319986" y="183261"/>
                  </a:moveTo>
                  <a:cubicBezTo>
                    <a:pt x="317220" y="183261"/>
                    <a:pt x="314915" y="185562"/>
                    <a:pt x="314915" y="188323"/>
                  </a:cubicBezTo>
                  <a:lnTo>
                    <a:pt x="314915" y="232496"/>
                  </a:lnTo>
                  <a:cubicBezTo>
                    <a:pt x="314915" y="234797"/>
                    <a:pt x="317220" y="237098"/>
                    <a:pt x="319986" y="237098"/>
                  </a:cubicBezTo>
                  <a:lnTo>
                    <a:pt x="342117" y="237098"/>
                  </a:lnTo>
                  <a:cubicBezTo>
                    <a:pt x="344422" y="237098"/>
                    <a:pt x="346727" y="234797"/>
                    <a:pt x="346727" y="232496"/>
                  </a:cubicBezTo>
                  <a:lnTo>
                    <a:pt x="346727" y="188323"/>
                  </a:lnTo>
                  <a:cubicBezTo>
                    <a:pt x="346727" y="185562"/>
                    <a:pt x="344422" y="183261"/>
                    <a:pt x="342117" y="183261"/>
                  </a:cubicBezTo>
                  <a:close/>
                  <a:moveTo>
                    <a:pt x="179380" y="183261"/>
                  </a:moveTo>
                  <a:cubicBezTo>
                    <a:pt x="177074" y="183261"/>
                    <a:pt x="174768" y="185562"/>
                    <a:pt x="174768" y="188323"/>
                  </a:cubicBezTo>
                  <a:lnTo>
                    <a:pt x="174768" y="232496"/>
                  </a:lnTo>
                  <a:cubicBezTo>
                    <a:pt x="174768" y="234797"/>
                    <a:pt x="177074" y="237098"/>
                    <a:pt x="179380" y="237098"/>
                  </a:cubicBezTo>
                  <a:lnTo>
                    <a:pt x="201978" y="237098"/>
                  </a:lnTo>
                  <a:cubicBezTo>
                    <a:pt x="204284" y="237098"/>
                    <a:pt x="206590" y="234797"/>
                    <a:pt x="206590" y="232496"/>
                  </a:cubicBezTo>
                  <a:lnTo>
                    <a:pt x="206590" y="188323"/>
                  </a:lnTo>
                  <a:cubicBezTo>
                    <a:pt x="206590" y="185562"/>
                    <a:pt x="204284" y="183261"/>
                    <a:pt x="201978" y="183261"/>
                  </a:cubicBezTo>
                  <a:close/>
                  <a:moveTo>
                    <a:pt x="398822" y="174058"/>
                  </a:moveTo>
                  <a:lnTo>
                    <a:pt x="421420" y="174058"/>
                  </a:lnTo>
                  <a:cubicBezTo>
                    <a:pt x="429260" y="174058"/>
                    <a:pt x="435256" y="180040"/>
                    <a:pt x="435256" y="188323"/>
                  </a:cubicBezTo>
                  <a:lnTo>
                    <a:pt x="435256" y="232496"/>
                  </a:lnTo>
                  <a:cubicBezTo>
                    <a:pt x="435256" y="240319"/>
                    <a:pt x="429260" y="246761"/>
                    <a:pt x="421420" y="246761"/>
                  </a:cubicBezTo>
                  <a:lnTo>
                    <a:pt x="398822" y="246761"/>
                  </a:lnTo>
                  <a:cubicBezTo>
                    <a:pt x="390982" y="246761"/>
                    <a:pt x="384986" y="240319"/>
                    <a:pt x="384986" y="232496"/>
                  </a:cubicBezTo>
                  <a:lnTo>
                    <a:pt x="384986" y="188323"/>
                  </a:lnTo>
                  <a:cubicBezTo>
                    <a:pt x="384986" y="180040"/>
                    <a:pt x="390982" y="174058"/>
                    <a:pt x="398822" y="174058"/>
                  </a:cubicBezTo>
                  <a:close/>
                  <a:moveTo>
                    <a:pt x="319986" y="174058"/>
                  </a:moveTo>
                  <a:lnTo>
                    <a:pt x="342117" y="174058"/>
                  </a:lnTo>
                  <a:cubicBezTo>
                    <a:pt x="349954" y="174058"/>
                    <a:pt x="356409" y="180040"/>
                    <a:pt x="356409" y="188323"/>
                  </a:cubicBezTo>
                  <a:lnTo>
                    <a:pt x="356409" y="232496"/>
                  </a:lnTo>
                  <a:cubicBezTo>
                    <a:pt x="356409" y="240319"/>
                    <a:pt x="349954" y="246761"/>
                    <a:pt x="342117" y="246761"/>
                  </a:cubicBezTo>
                  <a:lnTo>
                    <a:pt x="319986" y="246761"/>
                  </a:lnTo>
                  <a:cubicBezTo>
                    <a:pt x="311688" y="246761"/>
                    <a:pt x="305694" y="240319"/>
                    <a:pt x="305694" y="232496"/>
                  </a:cubicBezTo>
                  <a:lnTo>
                    <a:pt x="305694" y="188323"/>
                  </a:lnTo>
                  <a:cubicBezTo>
                    <a:pt x="305694" y="180040"/>
                    <a:pt x="311688" y="174058"/>
                    <a:pt x="319986" y="174058"/>
                  </a:cubicBezTo>
                  <a:close/>
                  <a:moveTo>
                    <a:pt x="179380" y="174058"/>
                  </a:moveTo>
                  <a:lnTo>
                    <a:pt x="201978" y="174058"/>
                  </a:lnTo>
                  <a:cubicBezTo>
                    <a:pt x="209818" y="174058"/>
                    <a:pt x="215814" y="180040"/>
                    <a:pt x="215814" y="188323"/>
                  </a:cubicBezTo>
                  <a:lnTo>
                    <a:pt x="215814" y="232496"/>
                  </a:lnTo>
                  <a:cubicBezTo>
                    <a:pt x="215814" y="240319"/>
                    <a:pt x="209818" y="246761"/>
                    <a:pt x="201978" y="246761"/>
                  </a:cubicBezTo>
                  <a:lnTo>
                    <a:pt x="179380" y="246761"/>
                  </a:lnTo>
                  <a:cubicBezTo>
                    <a:pt x="171540" y="246761"/>
                    <a:pt x="165544" y="240319"/>
                    <a:pt x="165544" y="232496"/>
                  </a:cubicBezTo>
                  <a:lnTo>
                    <a:pt x="165544" y="188323"/>
                  </a:lnTo>
                  <a:cubicBezTo>
                    <a:pt x="165544" y="180040"/>
                    <a:pt x="171540" y="174058"/>
                    <a:pt x="179380" y="174058"/>
                  </a:cubicBezTo>
                  <a:close/>
                  <a:moveTo>
                    <a:pt x="513617" y="172656"/>
                  </a:moveTo>
                  <a:cubicBezTo>
                    <a:pt x="526073" y="170356"/>
                    <a:pt x="538068" y="178636"/>
                    <a:pt x="540375" y="191515"/>
                  </a:cubicBezTo>
                  <a:cubicBezTo>
                    <a:pt x="542682" y="203935"/>
                    <a:pt x="534378" y="215434"/>
                    <a:pt x="521921" y="217734"/>
                  </a:cubicBezTo>
                  <a:cubicBezTo>
                    <a:pt x="509465" y="220034"/>
                    <a:pt x="497470" y="211754"/>
                    <a:pt x="495163" y="199335"/>
                  </a:cubicBezTo>
                  <a:cubicBezTo>
                    <a:pt x="492856" y="186915"/>
                    <a:pt x="501160" y="174956"/>
                    <a:pt x="513617" y="172656"/>
                  </a:cubicBezTo>
                  <a:close/>
                  <a:moveTo>
                    <a:pt x="269705" y="169410"/>
                  </a:moveTo>
                  <a:cubicBezTo>
                    <a:pt x="271086" y="170331"/>
                    <a:pt x="272007" y="172173"/>
                    <a:pt x="272007" y="174015"/>
                  </a:cubicBezTo>
                  <a:lnTo>
                    <a:pt x="272007" y="241697"/>
                  </a:lnTo>
                  <a:cubicBezTo>
                    <a:pt x="272007" y="244460"/>
                    <a:pt x="270166" y="246762"/>
                    <a:pt x="267404" y="246762"/>
                  </a:cubicBezTo>
                  <a:cubicBezTo>
                    <a:pt x="264641" y="246762"/>
                    <a:pt x="262800" y="244460"/>
                    <a:pt x="262800" y="241697"/>
                  </a:cubicBezTo>
                  <a:lnTo>
                    <a:pt x="262800" y="182763"/>
                  </a:lnTo>
                  <a:lnTo>
                    <a:pt x="243926" y="196115"/>
                  </a:lnTo>
                  <a:cubicBezTo>
                    <a:pt x="242084" y="197496"/>
                    <a:pt x="238862" y="197036"/>
                    <a:pt x="237481" y="194734"/>
                  </a:cubicBezTo>
                  <a:cubicBezTo>
                    <a:pt x="236100" y="192432"/>
                    <a:pt x="236560" y="189669"/>
                    <a:pt x="238862" y="188288"/>
                  </a:cubicBezTo>
                  <a:lnTo>
                    <a:pt x="264641" y="169871"/>
                  </a:lnTo>
                  <a:cubicBezTo>
                    <a:pt x="266022" y="168950"/>
                    <a:pt x="267864" y="168950"/>
                    <a:pt x="269705" y="169410"/>
                  </a:cubicBezTo>
                  <a:close/>
                  <a:moveTo>
                    <a:pt x="84623" y="112312"/>
                  </a:moveTo>
                  <a:cubicBezTo>
                    <a:pt x="115576" y="112312"/>
                    <a:pt x="140668" y="137470"/>
                    <a:pt x="140668" y="168505"/>
                  </a:cubicBezTo>
                  <a:cubicBezTo>
                    <a:pt x="140668" y="199540"/>
                    <a:pt x="115576" y="224698"/>
                    <a:pt x="84623" y="224698"/>
                  </a:cubicBezTo>
                  <a:cubicBezTo>
                    <a:pt x="53670" y="224698"/>
                    <a:pt x="28578" y="199540"/>
                    <a:pt x="28578" y="168505"/>
                  </a:cubicBezTo>
                  <a:cubicBezTo>
                    <a:pt x="28578" y="137470"/>
                    <a:pt x="53670" y="112312"/>
                    <a:pt x="84623" y="112312"/>
                  </a:cubicBezTo>
                  <a:close/>
                  <a:moveTo>
                    <a:pt x="393501" y="61228"/>
                  </a:moveTo>
                  <a:cubicBezTo>
                    <a:pt x="402292" y="61228"/>
                    <a:pt x="409419" y="68338"/>
                    <a:pt x="409419" y="77109"/>
                  </a:cubicBezTo>
                  <a:cubicBezTo>
                    <a:pt x="409419" y="85880"/>
                    <a:pt x="402292" y="92990"/>
                    <a:pt x="393501" y="92990"/>
                  </a:cubicBezTo>
                  <a:cubicBezTo>
                    <a:pt x="384710" y="92990"/>
                    <a:pt x="377583" y="85880"/>
                    <a:pt x="377583" y="77109"/>
                  </a:cubicBezTo>
                  <a:cubicBezTo>
                    <a:pt x="377583" y="68338"/>
                    <a:pt x="384710" y="61228"/>
                    <a:pt x="393501" y="61228"/>
                  </a:cubicBezTo>
                  <a:close/>
                  <a:moveTo>
                    <a:pt x="222477" y="0"/>
                  </a:moveTo>
                  <a:cubicBezTo>
                    <a:pt x="259277" y="0"/>
                    <a:pt x="289109" y="29882"/>
                    <a:pt x="289109" y="66744"/>
                  </a:cubicBezTo>
                  <a:cubicBezTo>
                    <a:pt x="289109" y="103606"/>
                    <a:pt x="259277" y="133488"/>
                    <a:pt x="222477" y="133488"/>
                  </a:cubicBezTo>
                  <a:cubicBezTo>
                    <a:pt x="185677" y="133488"/>
                    <a:pt x="155845" y="103606"/>
                    <a:pt x="155845" y="66744"/>
                  </a:cubicBezTo>
                  <a:cubicBezTo>
                    <a:pt x="155845" y="29882"/>
                    <a:pt x="185677" y="0"/>
                    <a:pt x="222477" y="0"/>
                  </a:cubicBezTo>
                  <a:close/>
                </a:path>
              </a:pathLst>
            </a:custGeom>
            <a:noFill/>
            <a:ln>
              <a:solidFill>
                <a:srgbClr val="3ABABA"/>
              </a:solidFill>
            </a:ln>
          </p:spPr>
        </p:sp>
        <p:sp>
          <p:nvSpPr>
            <p:cNvPr id="20" name="binary-code-loading-symbol_39047"/>
            <p:cNvSpPr>
              <a:spLocks noChangeAspect="1"/>
            </p:cNvSpPr>
            <p:nvPr/>
          </p:nvSpPr>
          <p:spPr bwMode="auto">
            <a:xfrm>
              <a:off x="5385486" y="1448780"/>
              <a:ext cx="580847" cy="609685"/>
            </a:xfrm>
            <a:custGeom>
              <a:avLst/>
              <a:gdLst>
                <a:gd name="connsiteX0" fmla="*/ 277783 w 566671"/>
                <a:gd name="connsiteY0" fmla="*/ 517955 h 594805"/>
                <a:gd name="connsiteX1" fmla="*/ 316282 w 566671"/>
                <a:gd name="connsiteY1" fmla="*/ 556380 h 594805"/>
                <a:gd name="connsiteX2" fmla="*/ 277783 w 566671"/>
                <a:gd name="connsiteY2" fmla="*/ 594805 h 594805"/>
                <a:gd name="connsiteX3" fmla="*/ 239284 w 566671"/>
                <a:gd name="connsiteY3" fmla="*/ 556380 h 594805"/>
                <a:gd name="connsiteX4" fmla="*/ 277783 w 566671"/>
                <a:gd name="connsiteY4" fmla="*/ 517955 h 594805"/>
                <a:gd name="connsiteX5" fmla="*/ 442401 w 566671"/>
                <a:gd name="connsiteY5" fmla="*/ 475088 h 594805"/>
                <a:gd name="connsiteX6" fmla="*/ 475384 w 566671"/>
                <a:gd name="connsiteY6" fmla="*/ 508034 h 594805"/>
                <a:gd name="connsiteX7" fmla="*/ 442401 w 566671"/>
                <a:gd name="connsiteY7" fmla="*/ 540980 h 594805"/>
                <a:gd name="connsiteX8" fmla="*/ 409418 w 566671"/>
                <a:gd name="connsiteY8" fmla="*/ 508034 h 594805"/>
                <a:gd name="connsiteX9" fmla="*/ 442401 w 566671"/>
                <a:gd name="connsiteY9" fmla="*/ 475088 h 594805"/>
                <a:gd name="connsiteX10" fmla="*/ 120827 w 566671"/>
                <a:gd name="connsiteY10" fmla="*/ 447473 h 594805"/>
                <a:gd name="connsiteX11" fmla="*/ 161399 w 566671"/>
                <a:gd name="connsiteY11" fmla="*/ 488008 h 594805"/>
                <a:gd name="connsiteX12" fmla="*/ 120827 w 566671"/>
                <a:gd name="connsiteY12" fmla="*/ 528543 h 594805"/>
                <a:gd name="connsiteX13" fmla="*/ 80255 w 566671"/>
                <a:gd name="connsiteY13" fmla="*/ 488008 h 594805"/>
                <a:gd name="connsiteX14" fmla="*/ 120827 w 566671"/>
                <a:gd name="connsiteY14" fmla="*/ 447473 h 594805"/>
                <a:gd name="connsiteX15" fmla="*/ 404831 w 566671"/>
                <a:gd name="connsiteY15" fmla="*/ 388578 h 594805"/>
                <a:gd name="connsiteX16" fmla="*/ 399760 w 566671"/>
                <a:gd name="connsiteY16" fmla="*/ 393180 h 594805"/>
                <a:gd name="connsiteX17" fmla="*/ 399760 w 566671"/>
                <a:gd name="connsiteY17" fmla="*/ 437353 h 594805"/>
                <a:gd name="connsiteX18" fmla="*/ 404831 w 566671"/>
                <a:gd name="connsiteY18" fmla="*/ 441955 h 594805"/>
                <a:gd name="connsiteX19" fmla="*/ 426962 w 566671"/>
                <a:gd name="connsiteY19" fmla="*/ 441955 h 594805"/>
                <a:gd name="connsiteX20" fmla="*/ 431572 w 566671"/>
                <a:gd name="connsiteY20" fmla="*/ 437353 h 594805"/>
                <a:gd name="connsiteX21" fmla="*/ 431572 w 566671"/>
                <a:gd name="connsiteY21" fmla="*/ 393180 h 594805"/>
                <a:gd name="connsiteX22" fmla="*/ 426962 w 566671"/>
                <a:gd name="connsiteY22" fmla="*/ 388578 h 594805"/>
                <a:gd name="connsiteX23" fmla="*/ 325538 w 566671"/>
                <a:gd name="connsiteY23" fmla="*/ 388578 h 594805"/>
                <a:gd name="connsiteX24" fmla="*/ 320467 w 566671"/>
                <a:gd name="connsiteY24" fmla="*/ 393180 h 594805"/>
                <a:gd name="connsiteX25" fmla="*/ 320467 w 566671"/>
                <a:gd name="connsiteY25" fmla="*/ 437353 h 594805"/>
                <a:gd name="connsiteX26" fmla="*/ 325538 w 566671"/>
                <a:gd name="connsiteY26" fmla="*/ 441955 h 594805"/>
                <a:gd name="connsiteX27" fmla="*/ 347669 w 566671"/>
                <a:gd name="connsiteY27" fmla="*/ 441955 h 594805"/>
                <a:gd name="connsiteX28" fmla="*/ 352279 w 566671"/>
                <a:gd name="connsiteY28" fmla="*/ 437353 h 594805"/>
                <a:gd name="connsiteX29" fmla="*/ 352279 w 566671"/>
                <a:gd name="connsiteY29" fmla="*/ 393180 h 594805"/>
                <a:gd name="connsiteX30" fmla="*/ 347669 w 566671"/>
                <a:gd name="connsiteY30" fmla="*/ 388578 h 594805"/>
                <a:gd name="connsiteX31" fmla="*/ 175246 w 566671"/>
                <a:gd name="connsiteY31" fmla="*/ 386268 h 594805"/>
                <a:gd name="connsiteX32" fmla="*/ 170636 w 566671"/>
                <a:gd name="connsiteY32" fmla="*/ 391330 h 594805"/>
                <a:gd name="connsiteX33" fmla="*/ 170636 w 566671"/>
                <a:gd name="connsiteY33" fmla="*/ 435503 h 594805"/>
                <a:gd name="connsiteX34" fmla="*/ 175246 w 566671"/>
                <a:gd name="connsiteY34" fmla="*/ 440105 h 594805"/>
                <a:gd name="connsiteX35" fmla="*/ 197377 w 566671"/>
                <a:gd name="connsiteY35" fmla="*/ 440105 h 594805"/>
                <a:gd name="connsiteX36" fmla="*/ 201987 w 566671"/>
                <a:gd name="connsiteY36" fmla="*/ 435503 h 594805"/>
                <a:gd name="connsiteX37" fmla="*/ 201987 w 566671"/>
                <a:gd name="connsiteY37" fmla="*/ 391330 h 594805"/>
                <a:gd name="connsiteX38" fmla="*/ 197377 w 566671"/>
                <a:gd name="connsiteY38" fmla="*/ 386268 h 594805"/>
                <a:gd name="connsiteX39" fmla="*/ 404831 w 566671"/>
                <a:gd name="connsiteY39" fmla="*/ 378915 h 594805"/>
                <a:gd name="connsiteX40" fmla="*/ 426962 w 566671"/>
                <a:gd name="connsiteY40" fmla="*/ 378915 h 594805"/>
                <a:gd name="connsiteX41" fmla="*/ 441254 w 566671"/>
                <a:gd name="connsiteY41" fmla="*/ 393180 h 594805"/>
                <a:gd name="connsiteX42" fmla="*/ 441254 w 566671"/>
                <a:gd name="connsiteY42" fmla="*/ 437353 h 594805"/>
                <a:gd name="connsiteX43" fmla="*/ 426962 w 566671"/>
                <a:gd name="connsiteY43" fmla="*/ 451618 h 594805"/>
                <a:gd name="connsiteX44" fmla="*/ 404831 w 566671"/>
                <a:gd name="connsiteY44" fmla="*/ 451618 h 594805"/>
                <a:gd name="connsiteX45" fmla="*/ 390539 w 566671"/>
                <a:gd name="connsiteY45" fmla="*/ 437353 h 594805"/>
                <a:gd name="connsiteX46" fmla="*/ 390539 w 566671"/>
                <a:gd name="connsiteY46" fmla="*/ 393180 h 594805"/>
                <a:gd name="connsiteX47" fmla="*/ 404831 w 566671"/>
                <a:gd name="connsiteY47" fmla="*/ 378915 h 594805"/>
                <a:gd name="connsiteX48" fmla="*/ 325538 w 566671"/>
                <a:gd name="connsiteY48" fmla="*/ 378915 h 594805"/>
                <a:gd name="connsiteX49" fmla="*/ 347669 w 566671"/>
                <a:gd name="connsiteY49" fmla="*/ 378915 h 594805"/>
                <a:gd name="connsiteX50" fmla="*/ 361961 w 566671"/>
                <a:gd name="connsiteY50" fmla="*/ 393180 h 594805"/>
                <a:gd name="connsiteX51" fmla="*/ 361961 w 566671"/>
                <a:gd name="connsiteY51" fmla="*/ 437353 h 594805"/>
                <a:gd name="connsiteX52" fmla="*/ 347669 w 566671"/>
                <a:gd name="connsiteY52" fmla="*/ 451618 h 594805"/>
                <a:gd name="connsiteX53" fmla="*/ 325538 w 566671"/>
                <a:gd name="connsiteY53" fmla="*/ 451618 h 594805"/>
                <a:gd name="connsiteX54" fmla="*/ 311246 w 566671"/>
                <a:gd name="connsiteY54" fmla="*/ 437353 h 594805"/>
                <a:gd name="connsiteX55" fmla="*/ 311246 w 566671"/>
                <a:gd name="connsiteY55" fmla="*/ 393180 h 594805"/>
                <a:gd name="connsiteX56" fmla="*/ 325538 w 566671"/>
                <a:gd name="connsiteY56" fmla="*/ 378915 h 594805"/>
                <a:gd name="connsiteX57" fmla="*/ 175246 w 566671"/>
                <a:gd name="connsiteY57" fmla="*/ 377065 h 594805"/>
                <a:gd name="connsiteX58" fmla="*/ 197377 w 566671"/>
                <a:gd name="connsiteY58" fmla="*/ 377065 h 594805"/>
                <a:gd name="connsiteX59" fmla="*/ 211669 w 566671"/>
                <a:gd name="connsiteY59" fmla="*/ 391330 h 594805"/>
                <a:gd name="connsiteX60" fmla="*/ 211669 w 566671"/>
                <a:gd name="connsiteY60" fmla="*/ 435503 h 594805"/>
                <a:gd name="connsiteX61" fmla="*/ 197377 w 566671"/>
                <a:gd name="connsiteY61" fmla="*/ 449768 h 594805"/>
                <a:gd name="connsiteX62" fmla="*/ 175246 w 566671"/>
                <a:gd name="connsiteY62" fmla="*/ 449768 h 594805"/>
                <a:gd name="connsiteX63" fmla="*/ 160954 w 566671"/>
                <a:gd name="connsiteY63" fmla="*/ 435503 h 594805"/>
                <a:gd name="connsiteX64" fmla="*/ 160954 w 566671"/>
                <a:gd name="connsiteY64" fmla="*/ 391330 h 594805"/>
                <a:gd name="connsiteX65" fmla="*/ 175246 w 566671"/>
                <a:gd name="connsiteY65" fmla="*/ 377065 h 594805"/>
                <a:gd name="connsiteX66" fmla="*/ 275254 w 566671"/>
                <a:gd name="connsiteY66" fmla="*/ 375246 h 594805"/>
                <a:gd name="connsiteX67" fmla="*/ 277560 w 566671"/>
                <a:gd name="connsiteY67" fmla="*/ 379390 h 594805"/>
                <a:gd name="connsiteX68" fmla="*/ 277560 w 566671"/>
                <a:gd name="connsiteY68" fmla="*/ 447533 h 594805"/>
                <a:gd name="connsiteX69" fmla="*/ 272947 w 566671"/>
                <a:gd name="connsiteY69" fmla="*/ 452137 h 594805"/>
                <a:gd name="connsiteX70" fmla="*/ 268334 w 566671"/>
                <a:gd name="connsiteY70" fmla="*/ 447533 h 594805"/>
                <a:gd name="connsiteX71" fmla="*/ 268334 w 566671"/>
                <a:gd name="connsiteY71" fmla="*/ 388598 h 594805"/>
                <a:gd name="connsiteX72" fmla="*/ 249421 w 566671"/>
                <a:gd name="connsiteY72" fmla="*/ 401490 h 594805"/>
                <a:gd name="connsiteX73" fmla="*/ 242963 w 566671"/>
                <a:gd name="connsiteY73" fmla="*/ 400109 h 594805"/>
                <a:gd name="connsiteX74" fmla="*/ 244347 w 566671"/>
                <a:gd name="connsiteY74" fmla="*/ 393663 h 594805"/>
                <a:gd name="connsiteX75" fmla="*/ 270179 w 566671"/>
                <a:gd name="connsiteY75" fmla="*/ 375706 h 594805"/>
                <a:gd name="connsiteX76" fmla="*/ 275254 w 566671"/>
                <a:gd name="connsiteY76" fmla="*/ 375246 h 594805"/>
                <a:gd name="connsiteX77" fmla="*/ 537167 w 566671"/>
                <a:gd name="connsiteY77" fmla="*/ 336049 h 594805"/>
                <a:gd name="connsiteX78" fmla="*/ 566671 w 566671"/>
                <a:gd name="connsiteY78" fmla="*/ 365293 h 594805"/>
                <a:gd name="connsiteX79" fmla="*/ 537167 w 566671"/>
                <a:gd name="connsiteY79" fmla="*/ 394537 h 594805"/>
                <a:gd name="connsiteX80" fmla="*/ 507663 w 566671"/>
                <a:gd name="connsiteY80" fmla="*/ 365293 h 594805"/>
                <a:gd name="connsiteX81" fmla="*/ 537167 w 566671"/>
                <a:gd name="connsiteY81" fmla="*/ 336049 h 594805"/>
                <a:gd name="connsiteX82" fmla="*/ 256389 w 566671"/>
                <a:gd name="connsiteY82" fmla="*/ 290935 h 594805"/>
                <a:gd name="connsiteX83" fmla="*/ 251779 w 566671"/>
                <a:gd name="connsiteY83" fmla="*/ 295541 h 594805"/>
                <a:gd name="connsiteX84" fmla="*/ 251779 w 566671"/>
                <a:gd name="connsiteY84" fmla="*/ 339760 h 594805"/>
                <a:gd name="connsiteX85" fmla="*/ 256389 w 566671"/>
                <a:gd name="connsiteY85" fmla="*/ 344827 h 594805"/>
                <a:gd name="connsiteX86" fmla="*/ 278520 w 566671"/>
                <a:gd name="connsiteY86" fmla="*/ 344827 h 594805"/>
                <a:gd name="connsiteX87" fmla="*/ 283130 w 566671"/>
                <a:gd name="connsiteY87" fmla="*/ 339760 h 594805"/>
                <a:gd name="connsiteX88" fmla="*/ 283130 w 566671"/>
                <a:gd name="connsiteY88" fmla="*/ 295541 h 594805"/>
                <a:gd name="connsiteX89" fmla="*/ 278520 w 566671"/>
                <a:gd name="connsiteY89" fmla="*/ 290935 h 594805"/>
                <a:gd name="connsiteX90" fmla="*/ 44496 w 566671"/>
                <a:gd name="connsiteY90" fmla="*/ 290072 h 594805"/>
                <a:gd name="connsiteX91" fmla="*/ 88992 w 566671"/>
                <a:gd name="connsiteY91" fmla="*/ 334716 h 594805"/>
                <a:gd name="connsiteX92" fmla="*/ 44496 w 566671"/>
                <a:gd name="connsiteY92" fmla="*/ 379360 h 594805"/>
                <a:gd name="connsiteX93" fmla="*/ 0 w 566671"/>
                <a:gd name="connsiteY93" fmla="*/ 334716 h 594805"/>
                <a:gd name="connsiteX94" fmla="*/ 44496 w 566671"/>
                <a:gd name="connsiteY94" fmla="*/ 290072 h 594805"/>
                <a:gd name="connsiteX95" fmla="*/ 256389 w 566671"/>
                <a:gd name="connsiteY95" fmla="*/ 281262 h 594805"/>
                <a:gd name="connsiteX96" fmla="*/ 278520 w 566671"/>
                <a:gd name="connsiteY96" fmla="*/ 281262 h 594805"/>
                <a:gd name="connsiteX97" fmla="*/ 292812 w 566671"/>
                <a:gd name="connsiteY97" fmla="*/ 295541 h 594805"/>
                <a:gd name="connsiteX98" fmla="*/ 292812 w 566671"/>
                <a:gd name="connsiteY98" fmla="*/ 339760 h 594805"/>
                <a:gd name="connsiteX99" fmla="*/ 278520 w 566671"/>
                <a:gd name="connsiteY99" fmla="*/ 354039 h 594805"/>
                <a:gd name="connsiteX100" fmla="*/ 256389 w 566671"/>
                <a:gd name="connsiteY100" fmla="*/ 354039 h 594805"/>
                <a:gd name="connsiteX101" fmla="*/ 242097 w 566671"/>
                <a:gd name="connsiteY101" fmla="*/ 339760 h 594805"/>
                <a:gd name="connsiteX102" fmla="*/ 242097 w 566671"/>
                <a:gd name="connsiteY102" fmla="*/ 295541 h 594805"/>
                <a:gd name="connsiteX103" fmla="*/ 256389 w 566671"/>
                <a:gd name="connsiteY103" fmla="*/ 281262 h 594805"/>
                <a:gd name="connsiteX104" fmla="*/ 425548 w 566671"/>
                <a:gd name="connsiteY104" fmla="*/ 279444 h 594805"/>
                <a:gd name="connsiteX105" fmla="*/ 427853 w 566671"/>
                <a:gd name="connsiteY105" fmla="*/ 283588 h 594805"/>
                <a:gd name="connsiteX106" fmla="*/ 427853 w 566671"/>
                <a:gd name="connsiteY106" fmla="*/ 351731 h 594805"/>
                <a:gd name="connsiteX107" fmla="*/ 423242 w 566671"/>
                <a:gd name="connsiteY107" fmla="*/ 356335 h 594805"/>
                <a:gd name="connsiteX108" fmla="*/ 418631 w 566671"/>
                <a:gd name="connsiteY108" fmla="*/ 351731 h 594805"/>
                <a:gd name="connsiteX109" fmla="*/ 418631 w 566671"/>
                <a:gd name="connsiteY109" fmla="*/ 292796 h 594805"/>
                <a:gd name="connsiteX110" fmla="*/ 399727 w 566671"/>
                <a:gd name="connsiteY110" fmla="*/ 305688 h 594805"/>
                <a:gd name="connsiteX111" fmla="*/ 393271 w 566671"/>
                <a:gd name="connsiteY111" fmla="*/ 304767 h 594805"/>
                <a:gd name="connsiteX112" fmla="*/ 394194 w 566671"/>
                <a:gd name="connsiteY112" fmla="*/ 297861 h 594805"/>
                <a:gd name="connsiteX113" fmla="*/ 420476 w 566671"/>
                <a:gd name="connsiteY113" fmla="*/ 279904 h 594805"/>
                <a:gd name="connsiteX114" fmla="*/ 425548 w 566671"/>
                <a:gd name="connsiteY114" fmla="*/ 279444 h 594805"/>
                <a:gd name="connsiteX115" fmla="*/ 346254 w 566671"/>
                <a:gd name="connsiteY115" fmla="*/ 279444 h 594805"/>
                <a:gd name="connsiteX116" fmla="*/ 348560 w 566671"/>
                <a:gd name="connsiteY116" fmla="*/ 283588 h 594805"/>
                <a:gd name="connsiteX117" fmla="*/ 348560 w 566671"/>
                <a:gd name="connsiteY117" fmla="*/ 351731 h 594805"/>
                <a:gd name="connsiteX118" fmla="*/ 343947 w 566671"/>
                <a:gd name="connsiteY118" fmla="*/ 356335 h 594805"/>
                <a:gd name="connsiteX119" fmla="*/ 339334 w 566671"/>
                <a:gd name="connsiteY119" fmla="*/ 351731 h 594805"/>
                <a:gd name="connsiteX120" fmla="*/ 339334 w 566671"/>
                <a:gd name="connsiteY120" fmla="*/ 292796 h 594805"/>
                <a:gd name="connsiteX121" fmla="*/ 320421 w 566671"/>
                <a:gd name="connsiteY121" fmla="*/ 305688 h 594805"/>
                <a:gd name="connsiteX122" fmla="*/ 313963 w 566671"/>
                <a:gd name="connsiteY122" fmla="*/ 304767 h 594805"/>
                <a:gd name="connsiteX123" fmla="*/ 314885 w 566671"/>
                <a:gd name="connsiteY123" fmla="*/ 297861 h 594805"/>
                <a:gd name="connsiteX124" fmla="*/ 341179 w 566671"/>
                <a:gd name="connsiteY124" fmla="*/ 279904 h 594805"/>
                <a:gd name="connsiteX125" fmla="*/ 346254 w 566671"/>
                <a:gd name="connsiteY125" fmla="*/ 279444 h 594805"/>
                <a:gd name="connsiteX126" fmla="*/ 201498 w 566671"/>
                <a:gd name="connsiteY126" fmla="*/ 279444 h 594805"/>
                <a:gd name="connsiteX127" fmla="*/ 204265 w 566671"/>
                <a:gd name="connsiteY127" fmla="*/ 283588 h 594805"/>
                <a:gd name="connsiteX128" fmla="*/ 204265 w 566671"/>
                <a:gd name="connsiteY128" fmla="*/ 351731 h 594805"/>
                <a:gd name="connsiteX129" fmla="*/ 199193 w 566671"/>
                <a:gd name="connsiteY129" fmla="*/ 356335 h 594805"/>
                <a:gd name="connsiteX130" fmla="*/ 194582 w 566671"/>
                <a:gd name="connsiteY130" fmla="*/ 351731 h 594805"/>
                <a:gd name="connsiteX131" fmla="*/ 194582 w 566671"/>
                <a:gd name="connsiteY131" fmla="*/ 292796 h 594805"/>
                <a:gd name="connsiteX132" fmla="*/ 176139 w 566671"/>
                <a:gd name="connsiteY132" fmla="*/ 305688 h 594805"/>
                <a:gd name="connsiteX133" fmla="*/ 169222 w 566671"/>
                <a:gd name="connsiteY133" fmla="*/ 304767 h 594805"/>
                <a:gd name="connsiteX134" fmla="*/ 170606 w 566671"/>
                <a:gd name="connsiteY134" fmla="*/ 297861 h 594805"/>
                <a:gd name="connsiteX135" fmla="*/ 196888 w 566671"/>
                <a:gd name="connsiteY135" fmla="*/ 279904 h 594805"/>
                <a:gd name="connsiteX136" fmla="*/ 201498 w 566671"/>
                <a:gd name="connsiteY136" fmla="*/ 279444 h 594805"/>
                <a:gd name="connsiteX137" fmla="*/ 398822 w 566671"/>
                <a:gd name="connsiteY137" fmla="*/ 183261 h 594805"/>
                <a:gd name="connsiteX138" fmla="*/ 394210 w 566671"/>
                <a:gd name="connsiteY138" fmla="*/ 188323 h 594805"/>
                <a:gd name="connsiteX139" fmla="*/ 394210 w 566671"/>
                <a:gd name="connsiteY139" fmla="*/ 232496 h 594805"/>
                <a:gd name="connsiteX140" fmla="*/ 398822 w 566671"/>
                <a:gd name="connsiteY140" fmla="*/ 237098 h 594805"/>
                <a:gd name="connsiteX141" fmla="*/ 421420 w 566671"/>
                <a:gd name="connsiteY141" fmla="*/ 237098 h 594805"/>
                <a:gd name="connsiteX142" fmla="*/ 426032 w 566671"/>
                <a:gd name="connsiteY142" fmla="*/ 232496 h 594805"/>
                <a:gd name="connsiteX143" fmla="*/ 426032 w 566671"/>
                <a:gd name="connsiteY143" fmla="*/ 188323 h 594805"/>
                <a:gd name="connsiteX144" fmla="*/ 421420 w 566671"/>
                <a:gd name="connsiteY144" fmla="*/ 183261 h 594805"/>
                <a:gd name="connsiteX145" fmla="*/ 319986 w 566671"/>
                <a:gd name="connsiteY145" fmla="*/ 183261 h 594805"/>
                <a:gd name="connsiteX146" fmla="*/ 314915 w 566671"/>
                <a:gd name="connsiteY146" fmla="*/ 188323 h 594805"/>
                <a:gd name="connsiteX147" fmla="*/ 314915 w 566671"/>
                <a:gd name="connsiteY147" fmla="*/ 232496 h 594805"/>
                <a:gd name="connsiteX148" fmla="*/ 319986 w 566671"/>
                <a:gd name="connsiteY148" fmla="*/ 237098 h 594805"/>
                <a:gd name="connsiteX149" fmla="*/ 342117 w 566671"/>
                <a:gd name="connsiteY149" fmla="*/ 237098 h 594805"/>
                <a:gd name="connsiteX150" fmla="*/ 346727 w 566671"/>
                <a:gd name="connsiteY150" fmla="*/ 232496 h 594805"/>
                <a:gd name="connsiteX151" fmla="*/ 346727 w 566671"/>
                <a:gd name="connsiteY151" fmla="*/ 188323 h 594805"/>
                <a:gd name="connsiteX152" fmla="*/ 342117 w 566671"/>
                <a:gd name="connsiteY152" fmla="*/ 183261 h 594805"/>
                <a:gd name="connsiteX153" fmla="*/ 179380 w 566671"/>
                <a:gd name="connsiteY153" fmla="*/ 183261 h 594805"/>
                <a:gd name="connsiteX154" fmla="*/ 174768 w 566671"/>
                <a:gd name="connsiteY154" fmla="*/ 188323 h 594805"/>
                <a:gd name="connsiteX155" fmla="*/ 174768 w 566671"/>
                <a:gd name="connsiteY155" fmla="*/ 232496 h 594805"/>
                <a:gd name="connsiteX156" fmla="*/ 179380 w 566671"/>
                <a:gd name="connsiteY156" fmla="*/ 237098 h 594805"/>
                <a:gd name="connsiteX157" fmla="*/ 201978 w 566671"/>
                <a:gd name="connsiteY157" fmla="*/ 237098 h 594805"/>
                <a:gd name="connsiteX158" fmla="*/ 206590 w 566671"/>
                <a:gd name="connsiteY158" fmla="*/ 232496 h 594805"/>
                <a:gd name="connsiteX159" fmla="*/ 206590 w 566671"/>
                <a:gd name="connsiteY159" fmla="*/ 188323 h 594805"/>
                <a:gd name="connsiteX160" fmla="*/ 201978 w 566671"/>
                <a:gd name="connsiteY160" fmla="*/ 183261 h 594805"/>
                <a:gd name="connsiteX161" fmla="*/ 398822 w 566671"/>
                <a:gd name="connsiteY161" fmla="*/ 174058 h 594805"/>
                <a:gd name="connsiteX162" fmla="*/ 421420 w 566671"/>
                <a:gd name="connsiteY162" fmla="*/ 174058 h 594805"/>
                <a:gd name="connsiteX163" fmla="*/ 435256 w 566671"/>
                <a:gd name="connsiteY163" fmla="*/ 188323 h 594805"/>
                <a:gd name="connsiteX164" fmla="*/ 435256 w 566671"/>
                <a:gd name="connsiteY164" fmla="*/ 232496 h 594805"/>
                <a:gd name="connsiteX165" fmla="*/ 421420 w 566671"/>
                <a:gd name="connsiteY165" fmla="*/ 246761 h 594805"/>
                <a:gd name="connsiteX166" fmla="*/ 398822 w 566671"/>
                <a:gd name="connsiteY166" fmla="*/ 246761 h 594805"/>
                <a:gd name="connsiteX167" fmla="*/ 384986 w 566671"/>
                <a:gd name="connsiteY167" fmla="*/ 232496 h 594805"/>
                <a:gd name="connsiteX168" fmla="*/ 384986 w 566671"/>
                <a:gd name="connsiteY168" fmla="*/ 188323 h 594805"/>
                <a:gd name="connsiteX169" fmla="*/ 398822 w 566671"/>
                <a:gd name="connsiteY169" fmla="*/ 174058 h 594805"/>
                <a:gd name="connsiteX170" fmla="*/ 319986 w 566671"/>
                <a:gd name="connsiteY170" fmla="*/ 174058 h 594805"/>
                <a:gd name="connsiteX171" fmla="*/ 342117 w 566671"/>
                <a:gd name="connsiteY171" fmla="*/ 174058 h 594805"/>
                <a:gd name="connsiteX172" fmla="*/ 356409 w 566671"/>
                <a:gd name="connsiteY172" fmla="*/ 188323 h 594805"/>
                <a:gd name="connsiteX173" fmla="*/ 356409 w 566671"/>
                <a:gd name="connsiteY173" fmla="*/ 232496 h 594805"/>
                <a:gd name="connsiteX174" fmla="*/ 342117 w 566671"/>
                <a:gd name="connsiteY174" fmla="*/ 246761 h 594805"/>
                <a:gd name="connsiteX175" fmla="*/ 319986 w 566671"/>
                <a:gd name="connsiteY175" fmla="*/ 246761 h 594805"/>
                <a:gd name="connsiteX176" fmla="*/ 305694 w 566671"/>
                <a:gd name="connsiteY176" fmla="*/ 232496 h 594805"/>
                <a:gd name="connsiteX177" fmla="*/ 305694 w 566671"/>
                <a:gd name="connsiteY177" fmla="*/ 188323 h 594805"/>
                <a:gd name="connsiteX178" fmla="*/ 319986 w 566671"/>
                <a:gd name="connsiteY178" fmla="*/ 174058 h 594805"/>
                <a:gd name="connsiteX179" fmla="*/ 179380 w 566671"/>
                <a:gd name="connsiteY179" fmla="*/ 174058 h 594805"/>
                <a:gd name="connsiteX180" fmla="*/ 201978 w 566671"/>
                <a:gd name="connsiteY180" fmla="*/ 174058 h 594805"/>
                <a:gd name="connsiteX181" fmla="*/ 215814 w 566671"/>
                <a:gd name="connsiteY181" fmla="*/ 188323 h 594805"/>
                <a:gd name="connsiteX182" fmla="*/ 215814 w 566671"/>
                <a:gd name="connsiteY182" fmla="*/ 232496 h 594805"/>
                <a:gd name="connsiteX183" fmla="*/ 201978 w 566671"/>
                <a:gd name="connsiteY183" fmla="*/ 246761 h 594805"/>
                <a:gd name="connsiteX184" fmla="*/ 179380 w 566671"/>
                <a:gd name="connsiteY184" fmla="*/ 246761 h 594805"/>
                <a:gd name="connsiteX185" fmla="*/ 165544 w 566671"/>
                <a:gd name="connsiteY185" fmla="*/ 232496 h 594805"/>
                <a:gd name="connsiteX186" fmla="*/ 165544 w 566671"/>
                <a:gd name="connsiteY186" fmla="*/ 188323 h 594805"/>
                <a:gd name="connsiteX187" fmla="*/ 179380 w 566671"/>
                <a:gd name="connsiteY187" fmla="*/ 174058 h 594805"/>
                <a:gd name="connsiteX188" fmla="*/ 513617 w 566671"/>
                <a:gd name="connsiteY188" fmla="*/ 172656 h 594805"/>
                <a:gd name="connsiteX189" fmla="*/ 540375 w 566671"/>
                <a:gd name="connsiteY189" fmla="*/ 191515 h 594805"/>
                <a:gd name="connsiteX190" fmla="*/ 521921 w 566671"/>
                <a:gd name="connsiteY190" fmla="*/ 217734 h 594805"/>
                <a:gd name="connsiteX191" fmla="*/ 495163 w 566671"/>
                <a:gd name="connsiteY191" fmla="*/ 199335 h 594805"/>
                <a:gd name="connsiteX192" fmla="*/ 513617 w 566671"/>
                <a:gd name="connsiteY192" fmla="*/ 172656 h 594805"/>
                <a:gd name="connsiteX193" fmla="*/ 269705 w 566671"/>
                <a:gd name="connsiteY193" fmla="*/ 169410 h 594805"/>
                <a:gd name="connsiteX194" fmla="*/ 272007 w 566671"/>
                <a:gd name="connsiteY194" fmla="*/ 174015 h 594805"/>
                <a:gd name="connsiteX195" fmla="*/ 272007 w 566671"/>
                <a:gd name="connsiteY195" fmla="*/ 241697 h 594805"/>
                <a:gd name="connsiteX196" fmla="*/ 267404 w 566671"/>
                <a:gd name="connsiteY196" fmla="*/ 246762 h 594805"/>
                <a:gd name="connsiteX197" fmla="*/ 262800 w 566671"/>
                <a:gd name="connsiteY197" fmla="*/ 241697 h 594805"/>
                <a:gd name="connsiteX198" fmla="*/ 262800 w 566671"/>
                <a:gd name="connsiteY198" fmla="*/ 182763 h 594805"/>
                <a:gd name="connsiteX199" fmla="*/ 243926 w 566671"/>
                <a:gd name="connsiteY199" fmla="*/ 196115 h 594805"/>
                <a:gd name="connsiteX200" fmla="*/ 237481 w 566671"/>
                <a:gd name="connsiteY200" fmla="*/ 194734 h 594805"/>
                <a:gd name="connsiteX201" fmla="*/ 238862 w 566671"/>
                <a:gd name="connsiteY201" fmla="*/ 188288 h 594805"/>
                <a:gd name="connsiteX202" fmla="*/ 264641 w 566671"/>
                <a:gd name="connsiteY202" fmla="*/ 169871 h 594805"/>
                <a:gd name="connsiteX203" fmla="*/ 269705 w 566671"/>
                <a:gd name="connsiteY203" fmla="*/ 169410 h 594805"/>
                <a:gd name="connsiteX204" fmla="*/ 84623 w 566671"/>
                <a:gd name="connsiteY204" fmla="*/ 112312 h 594805"/>
                <a:gd name="connsiteX205" fmla="*/ 140668 w 566671"/>
                <a:gd name="connsiteY205" fmla="*/ 168505 h 594805"/>
                <a:gd name="connsiteX206" fmla="*/ 84623 w 566671"/>
                <a:gd name="connsiteY206" fmla="*/ 224698 h 594805"/>
                <a:gd name="connsiteX207" fmla="*/ 28578 w 566671"/>
                <a:gd name="connsiteY207" fmla="*/ 168505 h 594805"/>
                <a:gd name="connsiteX208" fmla="*/ 84623 w 566671"/>
                <a:gd name="connsiteY208" fmla="*/ 112312 h 594805"/>
                <a:gd name="connsiteX209" fmla="*/ 393501 w 566671"/>
                <a:gd name="connsiteY209" fmla="*/ 61228 h 594805"/>
                <a:gd name="connsiteX210" fmla="*/ 409419 w 566671"/>
                <a:gd name="connsiteY210" fmla="*/ 77109 h 594805"/>
                <a:gd name="connsiteX211" fmla="*/ 393501 w 566671"/>
                <a:gd name="connsiteY211" fmla="*/ 92990 h 594805"/>
                <a:gd name="connsiteX212" fmla="*/ 377583 w 566671"/>
                <a:gd name="connsiteY212" fmla="*/ 77109 h 594805"/>
                <a:gd name="connsiteX213" fmla="*/ 393501 w 566671"/>
                <a:gd name="connsiteY213" fmla="*/ 61228 h 594805"/>
                <a:gd name="connsiteX214" fmla="*/ 222477 w 566671"/>
                <a:gd name="connsiteY214" fmla="*/ 0 h 594805"/>
                <a:gd name="connsiteX215" fmla="*/ 289109 w 566671"/>
                <a:gd name="connsiteY215" fmla="*/ 66744 h 594805"/>
                <a:gd name="connsiteX216" fmla="*/ 222477 w 566671"/>
                <a:gd name="connsiteY216" fmla="*/ 133488 h 594805"/>
                <a:gd name="connsiteX217" fmla="*/ 155845 w 566671"/>
                <a:gd name="connsiteY217" fmla="*/ 66744 h 594805"/>
                <a:gd name="connsiteX218" fmla="*/ 222477 w 566671"/>
                <a:gd name="connsiteY218" fmla="*/ 0 h 5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</a:cxnLst>
              <a:rect l="l" t="t" r="r" b="b"/>
              <a:pathLst>
                <a:path w="566671" h="594805">
                  <a:moveTo>
                    <a:pt x="277783" y="517955"/>
                  </a:moveTo>
                  <a:cubicBezTo>
                    <a:pt x="299045" y="517955"/>
                    <a:pt x="316282" y="535158"/>
                    <a:pt x="316282" y="556380"/>
                  </a:cubicBezTo>
                  <a:cubicBezTo>
                    <a:pt x="316282" y="577602"/>
                    <a:pt x="299045" y="594805"/>
                    <a:pt x="277783" y="594805"/>
                  </a:cubicBezTo>
                  <a:cubicBezTo>
                    <a:pt x="256521" y="594805"/>
                    <a:pt x="239284" y="577602"/>
                    <a:pt x="239284" y="556380"/>
                  </a:cubicBezTo>
                  <a:cubicBezTo>
                    <a:pt x="239284" y="535158"/>
                    <a:pt x="256521" y="517955"/>
                    <a:pt x="277783" y="517955"/>
                  </a:cubicBezTo>
                  <a:close/>
                  <a:moveTo>
                    <a:pt x="442401" y="475088"/>
                  </a:moveTo>
                  <a:cubicBezTo>
                    <a:pt x="460617" y="475088"/>
                    <a:pt x="475384" y="489838"/>
                    <a:pt x="475384" y="508034"/>
                  </a:cubicBezTo>
                  <a:cubicBezTo>
                    <a:pt x="475384" y="526230"/>
                    <a:pt x="460617" y="540980"/>
                    <a:pt x="442401" y="540980"/>
                  </a:cubicBezTo>
                  <a:cubicBezTo>
                    <a:pt x="424185" y="540980"/>
                    <a:pt x="409418" y="526230"/>
                    <a:pt x="409418" y="508034"/>
                  </a:cubicBezTo>
                  <a:cubicBezTo>
                    <a:pt x="409418" y="489838"/>
                    <a:pt x="424185" y="475088"/>
                    <a:pt x="442401" y="475088"/>
                  </a:cubicBezTo>
                  <a:close/>
                  <a:moveTo>
                    <a:pt x="120827" y="447473"/>
                  </a:moveTo>
                  <a:cubicBezTo>
                    <a:pt x="143234" y="447473"/>
                    <a:pt x="161399" y="465621"/>
                    <a:pt x="161399" y="488008"/>
                  </a:cubicBezTo>
                  <a:cubicBezTo>
                    <a:pt x="161399" y="510395"/>
                    <a:pt x="143234" y="528543"/>
                    <a:pt x="120827" y="528543"/>
                  </a:cubicBezTo>
                  <a:cubicBezTo>
                    <a:pt x="98420" y="528543"/>
                    <a:pt x="80255" y="510395"/>
                    <a:pt x="80255" y="488008"/>
                  </a:cubicBezTo>
                  <a:cubicBezTo>
                    <a:pt x="80255" y="465621"/>
                    <a:pt x="98420" y="447473"/>
                    <a:pt x="120827" y="447473"/>
                  </a:cubicBezTo>
                  <a:close/>
                  <a:moveTo>
                    <a:pt x="404831" y="388578"/>
                  </a:moveTo>
                  <a:cubicBezTo>
                    <a:pt x="402065" y="388578"/>
                    <a:pt x="399760" y="390419"/>
                    <a:pt x="399760" y="393180"/>
                  </a:cubicBezTo>
                  <a:lnTo>
                    <a:pt x="399760" y="437353"/>
                  </a:lnTo>
                  <a:cubicBezTo>
                    <a:pt x="399760" y="440114"/>
                    <a:pt x="402065" y="441955"/>
                    <a:pt x="404831" y="441955"/>
                  </a:cubicBezTo>
                  <a:lnTo>
                    <a:pt x="426962" y="441955"/>
                  </a:lnTo>
                  <a:cubicBezTo>
                    <a:pt x="429267" y="441955"/>
                    <a:pt x="431572" y="440114"/>
                    <a:pt x="431572" y="437353"/>
                  </a:cubicBezTo>
                  <a:lnTo>
                    <a:pt x="431572" y="393180"/>
                  </a:lnTo>
                  <a:cubicBezTo>
                    <a:pt x="431572" y="390419"/>
                    <a:pt x="429267" y="388578"/>
                    <a:pt x="426962" y="388578"/>
                  </a:cubicBezTo>
                  <a:close/>
                  <a:moveTo>
                    <a:pt x="325538" y="388578"/>
                  </a:moveTo>
                  <a:cubicBezTo>
                    <a:pt x="322772" y="388578"/>
                    <a:pt x="320467" y="390419"/>
                    <a:pt x="320467" y="393180"/>
                  </a:cubicBezTo>
                  <a:lnTo>
                    <a:pt x="320467" y="437353"/>
                  </a:lnTo>
                  <a:cubicBezTo>
                    <a:pt x="320467" y="440114"/>
                    <a:pt x="322772" y="441955"/>
                    <a:pt x="325538" y="441955"/>
                  </a:cubicBezTo>
                  <a:lnTo>
                    <a:pt x="347669" y="441955"/>
                  </a:lnTo>
                  <a:cubicBezTo>
                    <a:pt x="349974" y="441955"/>
                    <a:pt x="352279" y="440114"/>
                    <a:pt x="352279" y="437353"/>
                  </a:cubicBezTo>
                  <a:lnTo>
                    <a:pt x="352279" y="393180"/>
                  </a:lnTo>
                  <a:cubicBezTo>
                    <a:pt x="352279" y="390419"/>
                    <a:pt x="349974" y="388578"/>
                    <a:pt x="347669" y="388578"/>
                  </a:cubicBezTo>
                  <a:close/>
                  <a:moveTo>
                    <a:pt x="175246" y="386268"/>
                  </a:moveTo>
                  <a:cubicBezTo>
                    <a:pt x="172480" y="386268"/>
                    <a:pt x="170636" y="388569"/>
                    <a:pt x="170636" y="391330"/>
                  </a:cubicBezTo>
                  <a:lnTo>
                    <a:pt x="170636" y="435503"/>
                  </a:lnTo>
                  <a:cubicBezTo>
                    <a:pt x="170636" y="438264"/>
                    <a:pt x="172480" y="440105"/>
                    <a:pt x="175246" y="440105"/>
                  </a:cubicBezTo>
                  <a:lnTo>
                    <a:pt x="197377" y="440105"/>
                  </a:lnTo>
                  <a:cubicBezTo>
                    <a:pt x="200143" y="440105"/>
                    <a:pt x="201987" y="438264"/>
                    <a:pt x="201987" y="435503"/>
                  </a:cubicBezTo>
                  <a:lnTo>
                    <a:pt x="201987" y="391330"/>
                  </a:lnTo>
                  <a:cubicBezTo>
                    <a:pt x="201987" y="388569"/>
                    <a:pt x="200143" y="386268"/>
                    <a:pt x="197377" y="386268"/>
                  </a:cubicBezTo>
                  <a:close/>
                  <a:moveTo>
                    <a:pt x="404831" y="378915"/>
                  </a:moveTo>
                  <a:lnTo>
                    <a:pt x="426962" y="378915"/>
                  </a:lnTo>
                  <a:cubicBezTo>
                    <a:pt x="434799" y="378915"/>
                    <a:pt x="441254" y="385357"/>
                    <a:pt x="441254" y="393180"/>
                  </a:cubicBezTo>
                  <a:lnTo>
                    <a:pt x="441254" y="437353"/>
                  </a:lnTo>
                  <a:cubicBezTo>
                    <a:pt x="441254" y="445176"/>
                    <a:pt x="434799" y="451618"/>
                    <a:pt x="426962" y="451618"/>
                  </a:cubicBezTo>
                  <a:lnTo>
                    <a:pt x="404831" y="451618"/>
                  </a:lnTo>
                  <a:cubicBezTo>
                    <a:pt x="396994" y="451618"/>
                    <a:pt x="390539" y="445176"/>
                    <a:pt x="390539" y="437353"/>
                  </a:cubicBezTo>
                  <a:lnTo>
                    <a:pt x="390539" y="393180"/>
                  </a:lnTo>
                  <a:cubicBezTo>
                    <a:pt x="390539" y="385357"/>
                    <a:pt x="396994" y="378915"/>
                    <a:pt x="404831" y="378915"/>
                  </a:cubicBezTo>
                  <a:close/>
                  <a:moveTo>
                    <a:pt x="325538" y="378915"/>
                  </a:moveTo>
                  <a:lnTo>
                    <a:pt x="347669" y="378915"/>
                  </a:lnTo>
                  <a:cubicBezTo>
                    <a:pt x="355506" y="378915"/>
                    <a:pt x="361961" y="385357"/>
                    <a:pt x="361961" y="393180"/>
                  </a:cubicBezTo>
                  <a:lnTo>
                    <a:pt x="361961" y="437353"/>
                  </a:lnTo>
                  <a:cubicBezTo>
                    <a:pt x="361961" y="445176"/>
                    <a:pt x="355506" y="451618"/>
                    <a:pt x="347669" y="451618"/>
                  </a:cubicBezTo>
                  <a:lnTo>
                    <a:pt x="325538" y="451618"/>
                  </a:lnTo>
                  <a:cubicBezTo>
                    <a:pt x="317701" y="451618"/>
                    <a:pt x="311246" y="445176"/>
                    <a:pt x="311246" y="437353"/>
                  </a:cubicBezTo>
                  <a:lnTo>
                    <a:pt x="311246" y="393180"/>
                  </a:lnTo>
                  <a:cubicBezTo>
                    <a:pt x="311246" y="385357"/>
                    <a:pt x="317701" y="378915"/>
                    <a:pt x="325538" y="378915"/>
                  </a:cubicBezTo>
                  <a:close/>
                  <a:moveTo>
                    <a:pt x="175246" y="377065"/>
                  </a:moveTo>
                  <a:lnTo>
                    <a:pt x="197377" y="377065"/>
                  </a:lnTo>
                  <a:cubicBezTo>
                    <a:pt x="205214" y="377065"/>
                    <a:pt x="211669" y="383507"/>
                    <a:pt x="211669" y="391330"/>
                  </a:cubicBezTo>
                  <a:lnTo>
                    <a:pt x="211669" y="435503"/>
                  </a:lnTo>
                  <a:cubicBezTo>
                    <a:pt x="211669" y="443326"/>
                    <a:pt x="205214" y="449768"/>
                    <a:pt x="197377" y="449768"/>
                  </a:cubicBezTo>
                  <a:lnTo>
                    <a:pt x="175246" y="449768"/>
                  </a:lnTo>
                  <a:cubicBezTo>
                    <a:pt x="167409" y="449768"/>
                    <a:pt x="160954" y="443326"/>
                    <a:pt x="160954" y="435503"/>
                  </a:cubicBezTo>
                  <a:lnTo>
                    <a:pt x="160954" y="391330"/>
                  </a:lnTo>
                  <a:cubicBezTo>
                    <a:pt x="160954" y="383507"/>
                    <a:pt x="167409" y="377065"/>
                    <a:pt x="175246" y="377065"/>
                  </a:cubicBezTo>
                  <a:close/>
                  <a:moveTo>
                    <a:pt x="275254" y="375246"/>
                  </a:moveTo>
                  <a:cubicBezTo>
                    <a:pt x="276637" y="376167"/>
                    <a:pt x="277560" y="377548"/>
                    <a:pt x="277560" y="379390"/>
                  </a:cubicBezTo>
                  <a:lnTo>
                    <a:pt x="277560" y="447533"/>
                  </a:lnTo>
                  <a:cubicBezTo>
                    <a:pt x="277560" y="449835"/>
                    <a:pt x="275715" y="452137"/>
                    <a:pt x="272947" y="452137"/>
                  </a:cubicBezTo>
                  <a:cubicBezTo>
                    <a:pt x="270179" y="452137"/>
                    <a:pt x="268334" y="449835"/>
                    <a:pt x="268334" y="447533"/>
                  </a:cubicBezTo>
                  <a:lnTo>
                    <a:pt x="268334" y="388598"/>
                  </a:lnTo>
                  <a:lnTo>
                    <a:pt x="249421" y="401490"/>
                  </a:lnTo>
                  <a:cubicBezTo>
                    <a:pt x="247576" y="402871"/>
                    <a:pt x="244347" y="402411"/>
                    <a:pt x="242963" y="400109"/>
                  </a:cubicBezTo>
                  <a:cubicBezTo>
                    <a:pt x="241579" y="398267"/>
                    <a:pt x="242040" y="395044"/>
                    <a:pt x="244347" y="393663"/>
                  </a:cubicBezTo>
                  <a:lnTo>
                    <a:pt x="270179" y="375706"/>
                  </a:lnTo>
                  <a:cubicBezTo>
                    <a:pt x="271563" y="374325"/>
                    <a:pt x="273870" y="374325"/>
                    <a:pt x="275254" y="375246"/>
                  </a:cubicBezTo>
                  <a:close/>
                  <a:moveTo>
                    <a:pt x="537167" y="336049"/>
                  </a:moveTo>
                  <a:cubicBezTo>
                    <a:pt x="553462" y="336049"/>
                    <a:pt x="566671" y="349142"/>
                    <a:pt x="566671" y="365293"/>
                  </a:cubicBezTo>
                  <a:cubicBezTo>
                    <a:pt x="566671" y="381444"/>
                    <a:pt x="553462" y="394537"/>
                    <a:pt x="537167" y="394537"/>
                  </a:cubicBezTo>
                  <a:cubicBezTo>
                    <a:pt x="520872" y="394537"/>
                    <a:pt x="507663" y="381444"/>
                    <a:pt x="507663" y="365293"/>
                  </a:cubicBezTo>
                  <a:cubicBezTo>
                    <a:pt x="507663" y="349142"/>
                    <a:pt x="520872" y="336049"/>
                    <a:pt x="537167" y="336049"/>
                  </a:cubicBezTo>
                  <a:close/>
                  <a:moveTo>
                    <a:pt x="256389" y="290935"/>
                  </a:moveTo>
                  <a:cubicBezTo>
                    <a:pt x="253623" y="290935"/>
                    <a:pt x="251779" y="292777"/>
                    <a:pt x="251779" y="295541"/>
                  </a:cubicBezTo>
                  <a:lnTo>
                    <a:pt x="251779" y="339760"/>
                  </a:lnTo>
                  <a:cubicBezTo>
                    <a:pt x="251779" y="342524"/>
                    <a:pt x="253623" y="344827"/>
                    <a:pt x="256389" y="344827"/>
                  </a:cubicBezTo>
                  <a:lnTo>
                    <a:pt x="278520" y="344827"/>
                  </a:lnTo>
                  <a:cubicBezTo>
                    <a:pt x="281286" y="344827"/>
                    <a:pt x="283130" y="342524"/>
                    <a:pt x="283130" y="339760"/>
                  </a:cubicBezTo>
                  <a:lnTo>
                    <a:pt x="283130" y="295541"/>
                  </a:lnTo>
                  <a:cubicBezTo>
                    <a:pt x="283130" y="292777"/>
                    <a:pt x="281286" y="290935"/>
                    <a:pt x="278520" y="290935"/>
                  </a:cubicBezTo>
                  <a:close/>
                  <a:moveTo>
                    <a:pt x="44496" y="290072"/>
                  </a:moveTo>
                  <a:cubicBezTo>
                    <a:pt x="69070" y="290072"/>
                    <a:pt x="88992" y="310060"/>
                    <a:pt x="88992" y="334716"/>
                  </a:cubicBezTo>
                  <a:cubicBezTo>
                    <a:pt x="88992" y="359372"/>
                    <a:pt x="69070" y="379360"/>
                    <a:pt x="44496" y="379360"/>
                  </a:cubicBezTo>
                  <a:cubicBezTo>
                    <a:pt x="19922" y="379360"/>
                    <a:pt x="0" y="359372"/>
                    <a:pt x="0" y="334716"/>
                  </a:cubicBezTo>
                  <a:cubicBezTo>
                    <a:pt x="0" y="310060"/>
                    <a:pt x="19922" y="290072"/>
                    <a:pt x="44496" y="290072"/>
                  </a:cubicBezTo>
                  <a:close/>
                  <a:moveTo>
                    <a:pt x="256389" y="281262"/>
                  </a:moveTo>
                  <a:lnTo>
                    <a:pt x="278520" y="281262"/>
                  </a:lnTo>
                  <a:cubicBezTo>
                    <a:pt x="286357" y="281262"/>
                    <a:pt x="292812" y="287711"/>
                    <a:pt x="292812" y="295541"/>
                  </a:cubicBezTo>
                  <a:lnTo>
                    <a:pt x="292812" y="339760"/>
                  </a:lnTo>
                  <a:cubicBezTo>
                    <a:pt x="292812" y="347590"/>
                    <a:pt x="286357" y="354039"/>
                    <a:pt x="278520" y="354039"/>
                  </a:cubicBezTo>
                  <a:lnTo>
                    <a:pt x="256389" y="354039"/>
                  </a:lnTo>
                  <a:cubicBezTo>
                    <a:pt x="248552" y="354039"/>
                    <a:pt x="242097" y="347590"/>
                    <a:pt x="242097" y="339760"/>
                  </a:cubicBezTo>
                  <a:lnTo>
                    <a:pt x="242097" y="295541"/>
                  </a:lnTo>
                  <a:cubicBezTo>
                    <a:pt x="242097" y="287711"/>
                    <a:pt x="248552" y="281262"/>
                    <a:pt x="256389" y="281262"/>
                  </a:cubicBezTo>
                  <a:close/>
                  <a:moveTo>
                    <a:pt x="425548" y="279444"/>
                  </a:moveTo>
                  <a:cubicBezTo>
                    <a:pt x="426931" y="280365"/>
                    <a:pt x="427853" y="282206"/>
                    <a:pt x="427853" y="283588"/>
                  </a:cubicBezTo>
                  <a:lnTo>
                    <a:pt x="427853" y="351731"/>
                  </a:lnTo>
                  <a:cubicBezTo>
                    <a:pt x="427853" y="354493"/>
                    <a:pt x="426009" y="356335"/>
                    <a:pt x="423242" y="356335"/>
                  </a:cubicBezTo>
                  <a:cubicBezTo>
                    <a:pt x="420476" y="356335"/>
                    <a:pt x="418631" y="354493"/>
                    <a:pt x="418631" y="351731"/>
                  </a:cubicBezTo>
                  <a:lnTo>
                    <a:pt x="418631" y="292796"/>
                  </a:lnTo>
                  <a:lnTo>
                    <a:pt x="399727" y="305688"/>
                  </a:lnTo>
                  <a:cubicBezTo>
                    <a:pt x="397421" y="307530"/>
                    <a:pt x="394655" y="306609"/>
                    <a:pt x="393271" y="304767"/>
                  </a:cubicBezTo>
                  <a:cubicBezTo>
                    <a:pt x="391427" y="302465"/>
                    <a:pt x="392349" y="299703"/>
                    <a:pt x="394194" y="297861"/>
                  </a:cubicBezTo>
                  <a:lnTo>
                    <a:pt x="420476" y="279904"/>
                  </a:lnTo>
                  <a:cubicBezTo>
                    <a:pt x="421859" y="278983"/>
                    <a:pt x="423703" y="278523"/>
                    <a:pt x="425548" y="279444"/>
                  </a:cubicBezTo>
                  <a:close/>
                  <a:moveTo>
                    <a:pt x="346254" y="279444"/>
                  </a:moveTo>
                  <a:cubicBezTo>
                    <a:pt x="347637" y="280365"/>
                    <a:pt x="348560" y="282206"/>
                    <a:pt x="348560" y="283588"/>
                  </a:cubicBezTo>
                  <a:lnTo>
                    <a:pt x="348560" y="351731"/>
                  </a:lnTo>
                  <a:cubicBezTo>
                    <a:pt x="348560" y="354493"/>
                    <a:pt x="346715" y="356335"/>
                    <a:pt x="343947" y="356335"/>
                  </a:cubicBezTo>
                  <a:cubicBezTo>
                    <a:pt x="341179" y="356335"/>
                    <a:pt x="339334" y="354493"/>
                    <a:pt x="339334" y="351731"/>
                  </a:cubicBezTo>
                  <a:lnTo>
                    <a:pt x="339334" y="292796"/>
                  </a:lnTo>
                  <a:lnTo>
                    <a:pt x="320421" y="305688"/>
                  </a:lnTo>
                  <a:cubicBezTo>
                    <a:pt x="318115" y="307530"/>
                    <a:pt x="315347" y="306609"/>
                    <a:pt x="313963" y="304767"/>
                  </a:cubicBezTo>
                  <a:cubicBezTo>
                    <a:pt x="312579" y="302465"/>
                    <a:pt x="313040" y="299703"/>
                    <a:pt x="314885" y="297861"/>
                  </a:cubicBezTo>
                  <a:lnTo>
                    <a:pt x="341179" y="279904"/>
                  </a:lnTo>
                  <a:cubicBezTo>
                    <a:pt x="342563" y="278983"/>
                    <a:pt x="344408" y="278523"/>
                    <a:pt x="346254" y="279444"/>
                  </a:cubicBezTo>
                  <a:close/>
                  <a:moveTo>
                    <a:pt x="201498" y="279444"/>
                  </a:moveTo>
                  <a:cubicBezTo>
                    <a:pt x="203343" y="280365"/>
                    <a:pt x="204265" y="282206"/>
                    <a:pt x="204265" y="283588"/>
                  </a:cubicBezTo>
                  <a:lnTo>
                    <a:pt x="204265" y="351731"/>
                  </a:lnTo>
                  <a:cubicBezTo>
                    <a:pt x="204265" y="354493"/>
                    <a:pt x="201960" y="356335"/>
                    <a:pt x="199193" y="356335"/>
                  </a:cubicBezTo>
                  <a:cubicBezTo>
                    <a:pt x="196888" y="356335"/>
                    <a:pt x="194582" y="354493"/>
                    <a:pt x="194582" y="351731"/>
                  </a:cubicBezTo>
                  <a:lnTo>
                    <a:pt x="194582" y="292796"/>
                  </a:lnTo>
                  <a:lnTo>
                    <a:pt x="176139" y="305688"/>
                  </a:lnTo>
                  <a:cubicBezTo>
                    <a:pt x="173833" y="307530"/>
                    <a:pt x="171067" y="306609"/>
                    <a:pt x="169222" y="304767"/>
                  </a:cubicBezTo>
                  <a:cubicBezTo>
                    <a:pt x="167839" y="302465"/>
                    <a:pt x="168300" y="299703"/>
                    <a:pt x="170606" y="297861"/>
                  </a:cubicBezTo>
                  <a:lnTo>
                    <a:pt x="196888" y="279904"/>
                  </a:lnTo>
                  <a:cubicBezTo>
                    <a:pt x="198271" y="278983"/>
                    <a:pt x="200115" y="278523"/>
                    <a:pt x="201498" y="279444"/>
                  </a:cubicBezTo>
                  <a:close/>
                  <a:moveTo>
                    <a:pt x="398822" y="183261"/>
                  </a:moveTo>
                  <a:cubicBezTo>
                    <a:pt x="396516" y="183261"/>
                    <a:pt x="394210" y="185562"/>
                    <a:pt x="394210" y="188323"/>
                  </a:cubicBezTo>
                  <a:lnTo>
                    <a:pt x="394210" y="232496"/>
                  </a:lnTo>
                  <a:cubicBezTo>
                    <a:pt x="394210" y="234797"/>
                    <a:pt x="396516" y="237098"/>
                    <a:pt x="398822" y="237098"/>
                  </a:cubicBezTo>
                  <a:lnTo>
                    <a:pt x="421420" y="237098"/>
                  </a:lnTo>
                  <a:cubicBezTo>
                    <a:pt x="423726" y="237098"/>
                    <a:pt x="426032" y="234797"/>
                    <a:pt x="426032" y="232496"/>
                  </a:cubicBezTo>
                  <a:lnTo>
                    <a:pt x="426032" y="188323"/>
                  </a:lnTo>
                  <a:cubicBezTo>
                    <a:pt x="426032" y="185562"/>
                    <a:pt x="423726" y="183261"/>
                    <a:pt x="421420" y="183261"/>
                  </a:cubicBezTo>
                  <a:close/>
                  <a:moveTo>
                    <a:pt x="319986" y="183261"/>
                  </a:moveTo>
                  <a:cubicBezTo>
                    <a:pt x="317220" y="183261"/>
                    <a:pt x="314915" y="185562"/>
                    <a:pt x="314915" y="188323"/>
                  </a:cubicBezTo>
                  <a:lnTo>
                    <a:pt x="314915" y="232496"/>
                  </a:lnTo>
                  <a:cubicBezTo>
                    <a:pt x="314915" y="234797"/>
                    <a:pt x="317220" y="237098"/>
                    <a:pt x="319986" y="237098"/>
                  </a:cubicBezTo>
                  <a:lnTo>
                    <a:pt x="342117" y="237098"/>
                  </a:lnTo>
                  <a:cubicBezTo>
                    <a:pt x="344422" y="237098"/>
                    <a:pt x="346727" y="234797"/>
                    <a:pt x="346727" y="232496"/>
                  </a:cubicBezTo>
                  <a:lnTo>
                    <a:pt x="346727" y="188323"/>
                  </a:lnTo>
                  <a:cubicBezTo>
                    <a:pt x="346727" y="185562"/>
                    <a:pt x="344422" y="183261"/>
                    <a:pt x="342117" y="183261"/>
                  </a:cubicBezTo>
                  <a:close/>
                  <a:moveTo>
                    <a:pt x="179380" y="183261"/>
                  </a:moveTo>
                  <a:cubicBezTo>
                    <a:pt x="177074" y="183261"/>
                    <a:pt x="174768" y="185562"/>
                    <a:pt x="174768" y="188323"/>
                  </a:cubicBezTo>
                  <a:lnTo>
                    <a:pt x="174768" y="232496"/>
                  </a:lnTo>
                  <a:cubicBezTo>
                    <a:pt x="174768" y="234797"/>
                    <a:pt x="177074" y="237098"/>
                    <a:pt x="179380" y="237098"/>
                  </a:cubicBezTo>
                  <a:lnTo>
                    <a:pt x="201978" y="237098"/>
                  </a:lnTo>
                  <a:cubicBezTo>
                    <a:pt x="204284" y="237098"/>
                    <a:pt x="206590" y="234797"/>
                    <a:pt x="206590" y="232496"/>
                  </a:cubicBezTo>
                  <a:lnTo>
                    <a:pt x="206590" y="188323"/>
                  </a:lnTo>
                  <a:cubicBezTo>
                    <a:pt x="206590" y="185562"/>
                    <a:pt x="204284" y="183261"/>
                    <a:pt x="201978" y="183261"/>
                  </a:cubicBezTo>
                  <a:close/>
                  <a:moveTo>
                    <a:pt x="398822" y="174058"/>
                  </a:moveTo>
                  <a:lnTo>
                    <a:pt x="421420" y="174058"/>
                  </a:lnTo>
                  <a:cubicBezTo>
                    <a:pt x="429260" y="174058"/>
                    <a:pt x="435256" y="180040"/>
                    <a:pt x="435256" y="188323"/>
                  </a:cubicBezTo>
                  <a:lnTo>
                    <a:pt x="435256" y="232496"/>
                  </a:lnTo>
                  <a:cubicBezTo>
                    <a:pt x="435256" y="240319"/>
                    <a:pt x="429260" y="246761"/>
                    <a:pt x="421420" y="246761"/>
                  </a:cubicBezTo>
                  <a:lnTo>
                    <a:pt x="398822" y="246761"/>
                  </a:lnTo>
                  <a:cubicBezTo>
                    <a:pt x="390982" y="246761"/>
                    <a:pt x="384986" y="240319"/>
                    <a:pt x="384986" y="232496"/>
                  </a:cubicBezTo>
                  <a:lnTo>
                    <a:pt x="384986" y="188323"/>
                  </a:lnTo>
                  <a:cubicBezTo>
                    <a:pt x="384986" y="180040"/>
                    <a:pt x="390982" y="174058"/>
                    <a:pt x="398822" y="174058"/>
                  </a:cubicBezTo>
                  <a:close/>
                  <a:moveTo>
                    <a:pt x="319986" y="174058"/>
                  </a:moveTo>
                  <a:lnTo>
                    <a:pt x="342117" y="174058"/>
                  </a:lnTo>
                  <a:cubicBezTo>
                    <a:pt x="349954" y="174058"/>
                    <a:pt x="356409" y="180040"/>
                    <a:pt x="356409" y="188323"/>
                  </a:cubicBezTo>
                  <a:lnTo>
                    <a:pt x="356409" y="232496"/>
                  </a:lnTo>
                  <a:cubicBezTo>
                    <a:pt x="356409" y="240319"/>
                    <a:pt x="349954" y="246761"/>
                    <a:pt x="342117" y="246761"/>
                  </a:cubicBezTo>
                  <a:lnTo>
                    <a:pt x="319986" y="246761"/>
                  </a:lnTo>
                  <a:cubicBezTo>
                    <a:pt x="311688" y="246761"/>
                    <a:pt x="305694" y="240319"/>
                    <a:pt x="305694" y="232496"/>
                  </a:cubicBezTo>
                  <a:lnTo>
                    <a:pt x="305694" y="188323"/>
                  </a:lnTo>
                  <a:cubicBezTo>
                    <a:pt x="305694" y="180040"/>
                    <a:pt x="311688" y="174058"/>
                    <a:pt x="319986" y="174058"/>
                  </a:cubicBezTo>
                  <a:close/>
                  <a:moveTo>
                    <a:pt x="179380" y="174058"/>
                  </a:moveTo>
                  <a:lnTo>
                    <a:pt x="201978" y="174058"/>
                  </a:lnTo>
                  <a:cubicBezTo>
                    <a:pt x="209818" y="174058"/>
                    <a:pt x="215814" y="180040"/>
                    <a:pt x="215814" y="188323"/>
                  </a:cubicBezTo>
                  <a:lnTo>
                    <a:pt x="215814" y="232496"/>
                  </a:lnTo>
                  <a:cubicBezTo>
                    <a:pt x="215814" y="240319"/>
                    <a:pt x="209818" y="246761"/>
                    <a:pt x="201978" y="246761"/>
                  </a:cubicBezTo>
                  <a:lnTo>
                    <a:pt x="179380" y="246761"/>
                  </a:lnTo>
                  <a:cubicBezTo>
                    <a:pt x="171540" y="246761"/>
                    <a:pt x="165544" y="240319"/>
                    <a:pt x="165544" y="232496"/>
                  </a:cubicBezTo>
                  <a:lnTo>
                    <a:pt x="165544" y="188323"/>
                  </a:lnTo>
                  <a:cubicBezTo>
                    <a:pt x="165544" y="180040"/>
                    <a:pt x="171540" y="174058"/>
                    <a:pt x="179380" y="174058"/>
                  </a:cubicBezTo>
                  <a:close/>
                  <a:moveTo>
                    <a:pt x="513617" y="172656"/>
                  </a:moveTo>
                  <a:cubicBezTo>
                    <a:pt x="526073" y="170356"/>
                    <a:pt x="538068" y="178636"/>
                    <a:pt x="540375" y="191515"/>
                  </a:cubicBezTo>
                  <a:cubicBezTo>
                    <a:pt x="542682" y="203935"/>
                    <a:pt x="534378" y="215434"/>
                    <a:pt x="521921" y="217734"/>
                  </a:cubicBezTo>
                  <a:cubicBezTo>
                    <a:pt x="509465" y="220034"/>
                    <a:pt x="497470" y="211754"/>
                    <a:pt x="495163" y="199335"/>
                  </a:cubicBezTo>
                  <a:cubicBezTo>
                    <a:pt x="492856" y="186915"/>
                    <a:pt x="501160" y="174956"/>
                    <a:pt x="513617" y="172656"/>
                  </a:cubicBezTo>
                  <a:close/>
                  <a:moveTo>
                    <a:pt x="269705" y="169410"/>
                  </a:moveTo>
                  <a:cubicBezTo>
                    <a:pt x="271086" y="170331"/>
                    <a:pt x="272007" y="172173"/>
                    <a:pt x="272007" y="174015"/>
                  </a:cubicBezTo>
                  <a:lnTo>
                    <a:pt x="272007" y="241697"/>
                  </a:lnTo>
                  <a:cubicBezTo>
                    <a:pt x="272007" y="244460"/>
                    <a:pt x="270166" y="246762"/>
                    <a:pt x="267404" y="246762"/>
                  </a:cubicBezTo>
                  <a:cubicBezTo>
                    <a:pt x="264641" y="246762"/>
                    <a:pt x="262800" y="244460"/>
                    <a:pt x="262800" y="241697"/>
                  </a:cubicBezTo>
                  <a:lnTo>
                    <a:pt x="262800" y="182763"/>
                  </a:lnTo>
                  <a:lnTo>
                    <a:pt x="243926" y="196115"/>
                  </a:lnTo>
                  <a:cubicBezTo>
                    <a:pt x="242084" y="197496"/>
                    <a:pt x="238862" y="197036"/>
                    <a:pt x="237481" y="194734"/>
                  </a:cubicBezTo>
                  <a:cubicBezTo>
                    <a:pt x="236100" y="192432"/>
                    <a:pt x="236560" y="189669"/>
                    <a:pt x="238862" y="188288"/>
                  </a:cubicBezTo>
                  <a:lnTo>
                    <a:pt x="264641" y="169871"/>
                  </a:lnTo>
                  <a:cubicBezTo>
                    <a:pt x="266022" y="168950"/>
                    <a:pt x="267864" y="168950"/>
                    <a:pt x="269705" y="169410"/>
                  </a:cubicBezTo>
                  <a:close/>
                  <a:moveTo>
                    <a:pt x="84623" y="112312"/>
                  </a:moveTo>
                  <a:cubicBezTo>
                    <a:pt x="115576" y="112312"/>
                    <a:pt x="140668" y="137470"/>
                    <a:pt x="140668" y="168505"/>
                  </a:cubicBezTo>
                  <a:cubicBezTo>
                    <a:pt x="140668" y="199540"/>
                    <a:pt x="115576" y="224698"/>
                    <a:pt x="84623" y="224698"/>
                  </a:cubicBezTo>
                  <a:cubicBezTo>
                    <a:pt x="53670" y="224698"/>
                    <a:pt x="28578" y="199540"/>
                    <a:pt x="28578" y="168505"/>
                  </a:cubicBezTo>
                  <a:cubicBezTo>
                    <a:pt x="28578" y="137470"/>
                    <a:pt x="53670" y="112312"/>
                    <a:pt x="84623" y="112312"/>
                  </a:cubicBezTo>
                  <a:close/>
                  <a:moveTo>
                    <a:pt x="393501" y="61228"/>
                  </a:moveTo>
                  <a:cubicBezTo>
                    <a:pt x="402292" y="61228"/>
                    <a:pt x="409419" y="68338"/>
                    <a:pt x="409419" y="77109"/>
                  </a:cubicBezTo>
                  <a:cubicBezTo>
                    <a:pt x="409419" y="85880"/>
                    <a:pt x="402292" y="92990"/>
                    <a:pt x="393501" y="92990"/>
                  </a:cubicBezTo>
                  <a:cubicBezTo>
                    <a:pt x="384710" y="92990"/>
                    <a:pt x="377583" y="85880"/>
                    <a:pt x="377583" y="77109"/>
                  </a:cubicBezTo>
                  <a:cubicBezTo>
                    <a:pt x="377583" y="68338"/>
                    <a:pt x="384710" y="61228"/>
                    <a:pt x="393501" y="61228"/>
                  </a:cubicBezTo>
                  <a:close/>
                  <a:moveTo>
                    <a:pt x="222477" y="0"/>
                  </a:moveTo>
                  <a:cubicBezTo>
                    <a:pt x="259277" y="0"/>
                    <a:pt x="289109" y="29882"/>
                    <a:pt x="289109" y="66744"/>
                  </a:cubicBezTo>
                  <a:cubicBezTo>
                    <a:pt x="289109" y="103606"/>
                    <a:pt x="259277" y="133488"/>
                    <a:pt x="222477" y="133488"/>
                  </a:cubicBezTo>
                  <a:cubicBezTo>
                    <a:pt x="185677" y="133488"/>
                    <a:pt x="155845" y="103606"/>
                    <a:pt x="155845" y="66744"/>
                  </a:cubicBezTo>
                  <a:cubicBezTo>
                    <a:pt x="155845" y="29882"/>
                    <a:pt x="185677" y="0"/>
                    <a:pt x="222477" y="0"/>
                  </a:cubicBezTo>
                  <a:close/>
                </a:path>
              </a:pathLst>
            </a:custGeom>
            <a:noFill/>
            <a:ln>
              <a:solidFill>
                <a:srgbClr val="3ABABA"/>
              </a:solidFill>
            </a:ln>
          </p:spPr>
        </p:sp>
      </p:grpSp>
      <p:sp>
        <p:nvSpPr>
          <p:cNvPr id="21" name="notebook_35960"/>
          <p:cNvSpPr>
            <a:spLocks noChangeAspect="1"/>
          </p:cNvSpPr>
          <p:nvPr/>
        </p:nvSpPr>
        <p:spPr bwMode="auto">
          <a:xfrm>
            <a:off x="9336360" y="2168860"/>
            <a:ext cx="609685" cy="376503"/>
          </a:xfrm>
          <a:custGeom>
            <a:avLst/>
            <a:gdLst>
              <a:gd name="connsiteX0" fmla="*/ 228193 w 605169"/>
              <a:gd name="connsiteY0" fmla="*/ 345064 h 373715"/>
              <a:gd name="connsiteX1" fmla="*/ 228193 w 605169"/>
              <a:gd name="connsiteY1" fmla="*/ 354376 h 373715"/>
              <a:gd name="connsiteX2" fmla="*/ 369089 w 605169"/>
              <a:gd name="connsiteY2" fmla="*/ 354376 h 373715"/>
              <a:gd name="connsiteX3" fmla="*/ 369089 w 605169"/>
              <a:gd name="connsiteY3" fmla="*/ 345064 h 373715"/>
              <a:gd name="connsiteX4" fmla="*/ 67580 w 605169"/>
              <a:gd name="connsiteY4" fmla="*/ 323755 h 373715"/>
              <a:gd name="connsiteX5" fmla="*/ 295952 w 605169"/>
              <a:gd name="connsiteY5" fmla="*/ 323755 h 373715"/>
              <a:gd name="connsiteX6" fmla="*/ 309217 w 605169"/>
              <a:gd name="connsiteY6" fmla="*/ 323755 h 373715"/>
              <a:gd name="connsiteX7" fmla="*/ 537589 w 605169"/>
              <a:gd name="connsiteY7" fmla="*/ 323755 h 373715"/>
              <a:gd name="connsiteX8" fmla="*/ 605169 w 605169"/>
              <a:gd name="connsiteY8" fmla="*/ 327158 h 373715"/>
              <a:gd name="connsiteX9" fmla="*/ 605169 w 605169"/>
              <a:gd name="connsiteY9" fmla="*/ 373715 h 373715"/>
              <a:gd name="connsiteX10" fmla="*/ 0 w 605169"/>
              <a:gd name="connsiteY10" fmla="*/ 373715 h 373715"/>
              <a:gd name="connsiteX11" fmla="*/ 0 w 605169"/>
              <a:gd name="connsiteY11" fmla="*/ 327158 h 373715"/>
              <a:gd name="connsiteX12" fmla="*/ 102912 w 605169"/>
              <a:gd name="connsiteY12" fmla="*/ 35256 h 373715"/>
              <a:gd name="connsiteX13" fmla="*/ 102912 w 605169"/>
              <a:gd name="connsiteY13" fmla="*/ 274353 h 373715"/>
              <a:gd name="connsiteX14" fmla="*/ 502437 w 605169"/>
              <a:gd name="connsiteY14" fmla="*/ 274353 h 373715"/>
              <a:gd name="connsiteX15" fmla="*/ 502437 w 605169"/>
              <a:gd name="connsiteY15" fmla="*/ 35256 h 373715"/>
              <a:gd name="connsiteX16" fmla="*/ 67602 w 605169"/>
              <a:gd name="connsiteY16" fmla="*/ 0 h 373715"/>
              <a:gd name="connsiteX17" fmla="*/ 537568 w 605169"/>
              <a:gd name="connsiteY17" fmla="*/ 0 h 373715"/>
              <a:gd name="connsiteX18" fmla="*/ 537568 w 605169"/>
              <a:gd name="connsiteY18" fmla="*/ 309430 h 373715"/>
              <a:gd name="connsiteX19" fmla="*/ 67602 w 605169"/>
              <a:gd name="connsiteY19" fmla="*/ 309430 h 37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5169" h="373715">
                <a:moveTo>
                  <a:pt x="228193" y="345064"/>
                </a:moveTo>
                <a:lnTo>
                  <a:pt x="228193" y="354376"/>
                </a:lnTo>
                <a:lnTo>
                  <a:pt x="369089" y="354376"/>
                </a:lnTo>
                <a:lnTo>
                  <a:pt x="369089" y="345064"/>
                </a:lnTo>
                <a:close/>
                <a:moveTo>
                  <a:pt x="67580" y="323755"/>
                </a:moveTo>
                <a:lnTo>
                  <a:pt x="295952" y="323755"/>
                </a:lnTo>
                <a:lnTo>
                  <a:pt x="309217" y="323755"/>
                </a:lnTo>
                <a:lnTo>
                  <a:pt x="537589" y="323755"/>
                </a:lnTo>
                <a:lnTo>
                  <a:pt x="605169" y="327158"/>
                </a:lnTo>
                <a:lnTo>
                  <a:pt x="605169" y="373715"/>
                </a:lnTo>
                <a:lnTo>
                  <a:pt x="0" y="373715"/>
                </a:lnTo>
                <a:lnTo>
                  <a:pt x="0" y="327158"/>
                </a:lnTo>
                <a:close/>
                <a:moveTo>
                  <a:pt x="102912" y="35256"/>
                </a:moveTo>
                <a:lnTo>
                  <a:pt x="102912" y="274353"/>
                </a:lnTo>
                <a:lnTo>
                  <a:pt x="502437" y="274353"/>
                </a:lnTo>
                <a:lnTo>
                  <a:pt x="502437" y="35256"/>
                </a:lnTo>
                <a:close/>
                <a:moveTo>
                  <a:pt x="67602" y="0"/>
                </a:moveTo>
                <a:lnTo>
                  <a:pt x="537568" y="0"/>
                </a:lnTo>
                <a:lnTo>
                  <a:pt x="537568" y="309430"/>
                </a:lnTo>
                <a:lnTo>
                  <a:pt x="67602" y="309430"/>
                </a:ln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computer-set-on-a-table_26252"/>
          <p:cNvSpPr>
            <a:spLocks noChangeAspect="1"/>
          </p:cNvSpPr>
          <p:nvPr/>
        </p:nvSpPr>
        <p:spPr bwMode="auto">
          <a:xfrm>
            <a:off x="9374748" y="3356992"/>
            <a:ext cx="609684" cy="470011"/>
          </a:xfrm>
          <a:custGeom>
            <a:avLst/>
            <a:gdLst>
              <a:gd name="connsiteX0" fmla="*/ 456840 w 599100"/>
              <a:gd name="connsiteY0" fmla="*/ 435318 h 461851"/>
              <a:gd name="connsiteX1" fmla="*/ 562547 w 599100"/>
              <a:gd name="connsiteY1" fmla="*/ 435318 h 461851"/>
              <a:gd name="connsiteX2" fmla="*/ 562547 w 599100"/>
              <a:gd name="connsiteY2" fmla="*/ 461851 h 461851"/>
              <a:gd name="connsiteX3" fmla="*/ 456840 w 599100"/>
              <a:gd name="connsiteY3" fmla="*/ 461851 h 461851"/>
              <a:gd name="connsiteX4" fmla="*/ 509713 w 599100"/>
              <a:gd name="connsiteY4" fmla="*/ 372143 h 461851"/>
              <a:gd name="connsiteX5" fmla="*/ 499245 w 599100"/>
              <a:gd name="connsiteY5" fmla="*/ 382841 h 461851"/>
              <a:gd name="connsiteX6" fmla="*/ 509713 w 599100"/>
              <a:gd name="connsiteY6" fmla="*/ 393540 h 461851"/>
              <a:gd name="connsiteX7" fmla="*/ 520424 w 599100"/>
              <a:gd name="connsiteY7" fmla="*/ 382841 h 461851"/>
              <a:gd name="connsiteX8" fmla="*/ 509713 w 599100"/>
              <a:gd name="connsiteY8" fmla="*/ 372143 h 461851"/>
              <a:gd name="connsiteX9" fmla="*/ 477335 w 599100"/>
              <a:gd name="connsiteY9" fmla="*/ 280965 h 461851"/>
              <a:gd name="connsiteX10" fmla="*/ 477335 w 599100"/>
              <a:gd name="connsiteY10" fmla="*/ 301875 h 461851"/>
              <a:gd name="connsiteX11" fmla="*/ 542091 w 599100"/>
              <a:gd name="connsiteY11" fmla="*/ 301875 h 461851"/>
              <a:gd name="connsiteX12" fmla="*/ 542091 w 599100"/>
              <a:gd name="connsiteY12" fmla="*/ 280965 h 461851"/>
              <a:gd name="connsiteX13" fmla="*/ 477335 w 599100"/>
              <a:gd name="connsiteY13" fmla="*/ 256651 h 461851"/>
              <a:gd name="connsiteX14" fmla="*/ 477335 w 599100"/>
              <a:gd name="connsiteY14" fmla="*/ 277318 h 461851"/>
              <a:gd name="connsiteX15" fmla="*/ 542091 w 599100"/>
              <a:gd name="connsiteY15" fmla="*/ 277318 h 461851"/>
              <a:gd name="connsiteX16" fmla="*/ 542091 w 599100"/>
              <a:gd name="connsiteY16" fmla="*/ 256651 h 461851"/>
              <a:gd name="connsiteX17" fmla="*/ 480013 w 599100"/>
              <a:gd name="connsiteY17" fmla="*/ 243521 h 461851"/>
              <a:gd name="connsiteX18" fmla="*/ 539413 w 599100"/>
              <a:gd name="connsiteY18" fmla="*/ 243521 h 461851"/>
              <a:gd name="connsiteX19" fmla="*/ 552315 w 599100"/>
              <a:gd name="connsiteY19" fmla="*/ 256164 h 461851"/>
              <a:gd name="connsiteX20" fmla="*/ 552315 w 599100"/>
              <a:gd name="connsiteY20" fmla="*/ 414207 h 461851"/>
              <a:gd name="connsiteX21" fmla="*/ 539413 w 599100"/>
              <a:gd name="connsiteY21" fmla="*/ 426850 h 461851"/>
              <a:gd name="connsiteX22" fmla="*/ 480013 w 599100"/>
              <a:gd name="connsiteY22" fmla="*/ 426850 h 461851"/>
              <a:gd name="connsiteX23" fmla="*/ 467354 w 599100"/>
              <a:gd name="connsiteY23" fmla="*/ 414207 h 461851"/>
              <a:gd name="connsiteX24" fmla="*/ 467354 w 599100"/>
              <a:gd name="connsiteY24" fmla="*/ 256164 h 461851"/>
              <a:gd name="connsiteX25" fmla="*/ 480013 w 599100"/>
              <a:gd name="connsiteY25" fmla="*/ 243521 h 461851"/>
              <a:gd name="connsiteX26" fmla="*/ 513375 w 599100"/>
              <a:gd name="connsiteY26" fmla="*/ 154599 h 461851"/>
              <a:gd name="connsiteX27" fmla="*/ 499250 w 599100"/>
              <a:gd name="connsiteY27" fmla="*/ 168697 h 461851"/>
              <a:gd name="connsiteX28" fmla="*/ 513375 w 599100"/>
              <a:gd name="connsiteY28" fmla="*/ 182796 h 461851"/>
              <a:gd name="connsiteX29" fmla="*/ 527744 w 599100"/>
              <a:gd name="connsiteY29" fmla="*/ 168697 h 461851"/>
              <a:gd name="connsiteX30" fmla="*/ 513375 w 599100"/>
              <a:gd name="connsiteY30" fmla="*/ 154599 h 461851"/>
              <a:gd name="connsiteX31" fmla="*/ 85481 w 599100"/>
              <a:gd name="connsiteY31" fmla="*/ 154599 h 461851"/>
              <a:gd name="connsiteX32" fmla="*/ 71356 w 599100"/>
              <a:gd name="connsiteY32" fmla="*/ 168697 h 461851"/>
              <a:gd name="connsiteX33" fmla="*/ 85481 w 599100"/>
              <a:gd name="connsiteY33" fmla="*/ 182796 h 461851"/>
              <a:gd name="connsiteX34" fmla="*/ 99850 w 599100"/>
              <a:gd name="connsiteY34" fmla="*/ 168697 h 461851"/>
              <a:gd name="connsiteX35" fmla="*/ 85481 w 599100"/>
              <a:gd name="connsiteY35" fmla="*/ 154599 h 461851"/>
              <a:gd name="connsiteX36" fmla="*/ 513375 w 599100"/>
              <a:gd name="connsiteY36" fmla="*/ 133937 h 461851"/>
              <a:gd name="connsiteX37" fmla="*/ 505339 w 599100"/>
              <a:gd name="connsiteY37" fmla="*/ 141958 h 461851"/>
              <a:gd name="connsiteX38" fmla="*/ 513375 w 599100"/>
              <a:gd name="connsiteY38" fmla="*/ 150223 h 461851"/>
              <a:gd name="connsiteX39" fmla="*/ 521656 w 599100"/>
              <a:gd name="connsiteY39" fmla="*/ 141958 h 461851"/>
              <a:gd name="connsiteX40" fmla="*/ 513375 w 599100"/>
              <a:gd name="connsiteY40" fmla="*/ 133937 h 461851"/>
              <a:gd name="connsiteX41" fmla="*/ 85481 w 599100"/>
              <a:gd name="connsiteY41" fmla="*/ 133937 h 461851"/>
              <a:gd name="connsiteX42" fmla="*/ 77444 w 599100"/>
              <a:gd name="connsiteY42" fmla="*/ 141958 h 461851"/>
              <a:gd name="connsiteX43" fmla="*/ 85481 w 599100"/>
              <a:gd name="connsiteY43" fmla="*/ 150223 h 461851"/>
              <a:gd name="connsiteX44" fmla="*/ 93761 w 599100"/>
              <a:gd name="connsiteY44" fmla="*/ 141958 h 461851"/>
              <a:gd name="connsiteX45" fmla="*/ 85481 w 599100"/>
              <a:gd name="connsiteY45" fmla="*/ 133937 h 461851"/>
              <a:gd name="connsiteX46" fmla="*/ 401105 w 599100"/>
              <a:gd name="connsiteY46" fmla="*/ 39379 h 461851"/>
              <a:gd name="connsiteX47" fmla="*/ 366279 w 599100"/>
              <a:gd name="connsiteY47" fmla="*/ 75112 h 461851"/>
              <a:gd name="connsiteX48" fmla="*/ 366035 w 599100"/>
              <a:gd name="connsiteY48" fmla="*/ 80216 h 461851"/>
              <a:gd name="connsiteX49" fmla="*/ 368471 w 599100"/>
              <a:gd name="connsiteY49" fmla="*/ 81432 h 461851"/>
              <a:gd name="connsiteX50" fmla="*/ 370662 w 599100"/>
              <a:gd name="connsiteY50" fmla="*/ 80459 h 461851"/>
              <a:gd name="connsiteX51" fmla="*/ 405488 w 599100"/>
              <a:gd name="connsiteY51" fmla="*/ 44727 h 461851"/>
              <a:gd name="connsiteX52" fmla="*/ 405488 w 599100"/>
              <a:gd name="connsiteY52" fmla="*/ 39622 h 461851"/>
              <a:gd name="connsiteX53" fmla="*/ 401105 w 599100"/>
              <a:gd name="connsiteY53" fmla="*/ 39379 h 461851"/>
              <a:gd name="connsiteX54" fmla="*/ 376020 w 599100"/>
              <a:gd name="connsiteY54" fmla="*/ 39379 h 461851"/>
              <a:gd name="connsiteX55" fmla="*/ 330235 w 599100"/>
              <a:gd name="connsiteY55" fmla="*/ 86536 h 461851"/>
              <a:gd name="connsiteX56" fmla="*/ 329992 w 599100"/>
              <a:gd name="connsiteY56" fmla="*/ 91641 h 461851"/>
              <a:gd name="connsiteX57" fmla="*/ 332427 w 599100"/>
              <a:gd name="connsiteY57" fmla="*/ 92856 h 461851"/>
              <a:gd name="connsiteX58" fmla="*/ 334619 w 599100"/>
              <a:gd name="connsiteY58" fmla="*/ 91884 h 461851"/>
              <a:gd name="connsiteX59" fmla="*/ 380404 w 599100"/>
              <a:gd name="connsiteY59" fmla="*/ 44727 h 461851"/>
              <a:gd name="connsiteX60" fmla="*/ 380647 w 599100"/>
              <a:gd name="connsiteY60" fmla="*/ 39622 h 461851"/>
              <a:gd name="connsiteX61" fmla="*/ 376020 w 599100"/>
              <a:gd name="connsiteY61" fmla="*/ 39379 h 461851"/>
              <a:gd name="connsiteX62" fmla="*/ 350692 w 599100"/>
              <a:gd name="connsiteY62" fmla="*/ 39379 h 461851"/>
              <a:gd name="connsiteX63" fmla="*/ 295897 w 599100"/>
              <a:gd name="connsiteY63" fmla="*/ 96016 h 461851"/>
              <a:gd name="connsiteX64" fmla="*/ 295653 w 599100"/>
              <a:gd name="connsiteY64" fmla="*/ 101121 h 461851"/>
              <a:gd name="connsiteX65" fmla="*/ 297845 w 599100"/>
              <a:gd name="connsiteY65" fmla="*/ 102093 h 461851"/>
              <a:gd name="connsiteX66" fmla="*/ 300037 w 599100"/>
              <a:gd name="connsiteY66" fmla="*/ 101364 h 461851"/>
              <a:gd name="connsiteX67" fmla="*/ 355076 w 599100"/>
              <a:gd name="connsiteY67" fmla="*/ 44727 h 461851"/>
              <a:gd name="connsiteX68" fmla="*/ 355320 w 599100"/>
              <a:gd name="connsiteY68" fmla="*/ 39622 h 461851"/>
              <a:gd name="connsiteX69" fmla="*/ 350692 w 599100"/>
              <a:gd name="connsiteY69" fmla="*/ 39379 h 461851"/>
              <a:gd name="connsiteX70" fmla="*/ 155620 w 599100"/>
              <a:gd name="connsiteY70" fmla="*/ 0 h 461851"/>
              <a:gd name="connsiteX71" fmla="*/ 443480 w 599100"/>
              <a:gd name="connsiteY71" fmla="*/ 0 h 461851"/>
              <a:gd name="connsiteX72" fmla="*/ 443480 w 599100"/>
              <a:gd name="connsiteY72" fmla="*/ 172586 h 461851"/>
              <a:gd name="connsiteX73" fmla="*/ 308561 w 599100"/>
              <a:gd name="connsiteY73" fmla="*/ 172586 h 461851"/>
              <a:gd name="connsiteX74" fmla="*/ 308561 w 599100"/>
              <a:gd name="connsiteY74" fmla="*/ 185713 h 461851"/>
              <a:gd name="connsiteX75" fmla="*/ 346309 w 599100"/>
              <a:gd name="connsiteY75" fmla="*/ 185713 h 461851"/>
              <a:gd name="connsiteX76" fmla="*/ 367009 w 599100"/>
              <a:gd name="connsiteY76" fmla="*/ 194707 h 461851"/>
              <a:gd name="connsiteX77" fmla="*/ 488535 w 599100"/>
              <a:gd name="connsiteY77" fmla="*/ 194707 h 461851"/>
              <a:gd name="connsiteX78" fmla="*/ 479037 w 599100"/>
              <a:gd name="connsiteY78" fmla="*/ 183525 h 461851"/>
              <a:gd name="connsiteX79" fmla="*/ 487804 w 599100"/>
              <a:gd name="connsiteY79" fmla="*/ 133208 h 461851"/>
              <a:gd name="connsiteX80" fmla="*/ 501199 w 599100"/>
              <a:gd name="connsiteY80" fmla="*/ 122026 h 461851"/>
              <a:gd name="connsiteX81" fmla="*/ 525552 w 599100"/>
              <a:gd name="connsiteY81" fmla="*/ 122026 h 461851"/>
              <a:gd name="connsiteX82" fmla="*/ 538947 w 599100"/>
              <a:gd name="connsiteY82" fmla="*/ 133208 h 461851"/>
              <a:gd name="connsiteX83" fmla="*/ 547958 w 599100"/>
              <a:gd name="connsiteY83" fmla="*/ 183525 h 461851"/>
              <a:gd name="connsiteX84" fmla="*/ 538460 w 599100"/>
              <a:gd name="connsiteY84" fmla="*/ 194707 h 461851"/>
              <a:gd name="connsiteX85" fmla="*/ 599100 w 599100"/>
              <a:gd name="connsiteY85" fmla="*/ 194707 h 461851"/>
              <a:gd name="connsiteX86" fmla="*/ 599100 w 599100"/>
              <a:gd name="connsiteY86" fmla="*/ 461851 h 461851"/>
              <a:gd name="connsiteX87" fmla="*/ 573529 w 599100"/>
              <a:gd name="connsiteY87" fmla="*/ 461851 h 461851"/>
              <a:gd name="connsiteX88" fmla="*/ 573529 w 599100"/>
              <a:gd name="connsiteY88" fmla="*/ 220230 h 461851"/>
              <a:gd name="connsiteX89" fmla="*/ 25571 w 599100"/>
              <a:gd name="connsiteY89" fmla="*/ 220230 h 461851"/>
              <a:gd name="connsiteX90" fmla="*/ 25571 w 599100"/>
              <a:gd name="connsiteY90" fmla="*/ 461851 h 461851"/>
              <a:gd name="connsiteX91" fmla="*/ 0 w 599100"/>
              <a:gd name="connsiteY91" fmla="*/ 461851 h 461851"/>
              <a:gd name="connsiteX92" fmla="*/ 0 w 599100"/>
              <a:gd name="connsiteY92" fmla="*/ 194707 h 461851"/>
              <a:gd name="connsiteX93" fmla="*/ 60640 w 599100"/>
              <a:gd name="connsiteY93" fmla="*/ 194707 h 461851"/>
              <a:gd name="connsiteX94" fmla="*/ 51142 w 599100"/>
              <a:gd name="connsiteY94" fmla="*/ 183525 h 461851"/>
              <a:gd name="connsiteX95" fmla="*/ 60153 w 599100"/>
              <a:gd name="connsiteY95" fmla="*/ 133208 h 461851"/>
              <a:gd name="connsiteX96" fmla="*/ 73548 w 599100"/>
              <a:gd name="connsiteY96" fmla="*/ 122026 h 461851"/>
              <a:gd name="connsiteX97" fmla="*/ 97658 w 599100"/>
              <a:gd name="connsiteY97" fmla="*/ 122026 h 461851"/>
              <a:gd name="connsiteX98" fmla="*/ 111052 w 599100"/>
              <a:gd name="connsiteY98" fmla="*/ 133208 h 461851"/>
              <a:gd name="connsiteX99" fmla="*/ 120063 w 599100"/>
              <a:gd name="connsiteY99" fmla="*/ 183525 h 461851"/>
              <a:gd name="connsiteX100" fmla="*/ 110565 w 599100"/>
              <a:gd name="connsiteY100" fmla="*/ 194707 h 461851"/>
              <a:gd name="connsiteX101" fmla="*/ 232090 w 599100"/>
              <a:gd name="connsiteY101" fmla="*/ 194707 h 461851"/>
              <a:gd name="connsiteX102" fmla="*/ 252791 w 599100"/>
              <a:gd name="connsiteY102" fmla="*/ 185713 h 461851"/>
              <a:gd name="connsiteX103" fmla="*/ 290539 w 599100"/>
              <a:gd name="connsiteY103" fmla="*/ 185713 h 461851"/>
              <a:gd name="connsiteX104" fmla="*/ 290539 w 599100"/>
              <a:gd name="connsiteY104" fmla="*/ 172586 h 461851"/>
              <a:gd name="connsiteX105" fmla="*/ 155620 w 599100"/>
              <a:gd name="connsiteY105" fmla="*/ 172586 h 46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599100" h="461851">
                <a:moveTo>
                  <a:pt x="456840" y="435318"/>
                </a:moveTo>
                <a:lnTo>
                  <a:pt x="562547" y="435318"/>
                </a:lnTo>
                <a:lnTo>
                  <a:pt x="562547" y="461851"/>
                </a:lnTo>
                <a:lnTo>
                  <a:pt x="456840" y="461851"/>
                </a:lnTo>
                <a:close/>
                <a:moveTo>
                  <a:pt x="509713" y="372143"/>
                </a:moveTo>
                <a:cubicBezTo>
                  <a:pt x="503870" y="372143"/>
                  <a:pt x="499245" y="377006"/>
                  <a:pt x="499245" y="382841"/>
                </a:cubicBezTo>
                <a:cubicBezTo>
                  <a:pt x="499245" y="388677"/>
                  <a:pt x="503870" y="393540"/>
                  <a:pt x="509713" y="393540"/>
                </a:cubicBezTo>
                <a:cubicBezTo>
                  <a:pt x="515556" y="393540"/>
                  <a:pt x="520424" y="388677"/>
                  <a:pt x="520424" y="382841"/>
                </a:cubicBezTo>
                <a:cubicBezTo>
                  <a:pt x="520424" y="377006"/>
                  <a:pt x="515556" y="372143"/>
                  <a:pt x="509713" y="372143"/>
                </a:cubicBezTo>
                <a:close/>
                <a:moveTo>
                  <a:pt x="477335" y="280965"/>
                </a:moveTo>
                <a:lnTo>
                  <a:pt x="477335" y="301875"/>
                </a:lnTo>
                <a:lnTo>
                  <a:pt x="542091" y="301875"/>
                </a:lnTo>
                <a:lnTo>
                  <a:pt x="542091" y="280965"/>
                </a:lnTo>
                <a:close/>
                <a:moveTo>
                  <a:pt x="477335" y="256651"/>
                </a:moveTo>
                <a:lnTo>
                  <a:pt x="477335" y="277318"/>
                </a:lnTo>
                <a:lnTo>
                  <a:pt x="542091" y="277318"/>
                </a:lnTo>
                <a:lnTo>
                  <a:pt x="542091" y="256651"/>
                </a:lnTo>
                <a:close/>
                <a:moveTo>
                  <a:pt x="480013" y="243521"/>
                </a:moveTo>
                <a:lnTo>
                  <a:pt x="539413" y="243521"/>
                </a:lnTo>
                <a:cubicBezTo>
                  <a:pt x="546473" y="243521"/>
                  <a:pt x="552315" y="249113"/>
                  <a:pt x="552315" y="256164"/>
                </a:cubicBezTo>
                <a:lnTo>
                  <a:pt x="552315" y="414207"/>
                </a:lnTo>
                <a:cubicBezTo>
                  <a:pt x="552315" y="421258"/>
                  <a:pt x="546473" y="426850"/>
                  <a:pt x="539413" y="426850"/>
                </a:cubicBezTo>
                <a:lnTo>
                  <a:pt x="480013" y="426850"/>
                </a:lnTo>
                <a:cubicBezTo>
                  <a:pt x="473197" y="426850"/>
                  <a:pt x="467354" y="421258"/>
                  <a:pt x="467354" y="414207"/>
                </a:cubicBezTo>
                <a:lnTo>
                  <a:pt x="467354" y="256164"/>
                </a:lnTo>
                <a:cubicBezTo>
                  <a:pt x="467354" y="249113"/>
                  <a:pt x="473197" y="243521"/>
                  <a:pt x="480013" y="243521"/>
                </a:cubicBezTo>
                <a:close/>
                <a:moveTo>
                  <a:pt x="513375" y="154599"/>
                </a:moveTo>
                <a:cubicBezTo>
                  <a:pt x="505582" y="154599"/>
                  <a:pt x="499250" y="160919"/>
                  <a:pt x="499250" y="168697"/>
                </a:cubicBezTo>
                <a:cubicBezTo>
                  <a:pt x="499250" y="176476"/>
                  <a:pt x="505582" y="182796"/>
                  <a:pt x="513375" y="182796"/>
                </a:cubicBezTo>
                <a:cubicBezTo>
                  <a:pt x="521412" y="182796"/>
                  <a:pt x="527744" y="176476"/>
                  <a:pt x="527744" y="168697"/>
                </a:cubicBezTo>
                <a:cubicBezTo>
                  <a:pt x="527744" y="160919"/>
                  <a:pt x="521412" y="154599"/>
                  <a:pt x="513375" y="154599"/>
                </a:cubicBezTo>
                <a:close/>
                <a:moveTo>
                  <a:pt x="85481" y="154599"/>
                </a:moveTo>
                <a:cubicBezTo>
                  <a:pt x="77688" y="154599"/>
                  <a:pt x="71356" y="160919"/>
                  <a:pt x="71356" y="168697"/>
                </a:cubicBezTo>
                <a:cubicBezTo>
                  <a:pt x="71356" y="176476"/>
                  <a:pt x="77688" y="182796"/>
                  <a:pt x="85481" y="182796"/>
                </a:cubicBezTo>
                <a:cubicBezTo>
                  <a:pt x="93518" y="182796"/>
                  <a:pt x="99850" y="176476"/>
                  <a:pt x="99850" y="168697"/>
                </a:cubicBezTo>
                <a:cubicBezTo>
                  <a:pt x="99850" y="160919"/>
                  <a:pt x="93518" y="154599"/>
                  <a:pt x="85481" y="154599"/>
                </a:cubicBezTo>
                <a:close/>
                <a:moveTo>
                  <a:pt x="513375" y="133937"/>
                </a:moveTo>
                <a:cubicBezTo>
                  <a:pt x="508992" y="133937"/>
                  <a:pt x="505339" y="137583"/>
                  <a:pt x="505339" y="141958"/>
                </a:cubicBezTo>
                <a:cubicBezTo>
                  <a:pt x="505339" y="146577"/>
                  <a:pt x="508992" y="150223"/>
                  <a:pt x="513375" y="150223"/>
                </a:cubicBezTo>
                <a:cubicBezTo>
                  <a:pt x="518003" y="150223"/>
                  <a:pt x="521656" y="146577"/>
                  <a:pt x="521656" y="141958"/>
                </a:cubicBezTo>
                <a:cubicBezTo>
                  <a:pt x="521656" y="137583"/>
                  <a:pt x="518003" y="133937"/>
                  <a:pt x="513375" y="133937"/>
                </a:cubicBezTo>
                <a:close/>
                <a:moveTo>
                  <a:pt x="85481" y="133937"/>
                </a:moveTo>
                <a:cubicBezTo>
                  <a:pt x="81097" y="133937"/>
                  <a:pt x="77444" y="137583"/>
                  <a:pt x="77444" y="141958"/>
                </a:cubicBezTo>
                <a:cubicBezTo>
                  <a:pt x="77444" y="146577"/>
                  <a:pt x="81097" y="150223"/>
                  <a:pt x="85481" y="150223"/>
                </a:cubicBezTo>
                <a:cubicBezTo>
                  <a:pt x="90108" y="150223"/>
                  <a:pt x="93761" y="146577"/>
                  <a:pt x="93761" y="141958"/>
                </a:cubicBezTo>
                <a:cubicBezTo>
                  <a:pt x="93761" y="137583"/>
                  <a:pt x="90108" y="133937"/>
                  <a:pt x="85481" y="133937"/>
                </a:cubicBezTo>
                <a:close/>
                <a:moveTo>
                  <a:pt x="401105" y="39379"/>
                </a:moveTo>
                <a:lnTo>
                  <a:pt x="366279" y="75112"/>
                </a:lnTo>
                <a:cubicBezTo>
                  <a:pt x="365061" y="76570"/>
                  <a:pt x="364818" y="78758"/>
                  <a:pt x="366035" y="80216"/>
                </a:cubicBezTo>
                <a:cubicBezTo>
                  <a:pt x="366766" y="80945"/>
                  <a:pt x="367496" y="81432"/>
                  <a:pt x="368471" y="81432"/>
                </a:cubicBezTo>
                <a:cubicBezTo>
                  <a:pt x="369201" y="81432"/>
                  <a:pt x="369932" y="80945"/>
                  <a:pt x="370662" y="80459"/>
                </a:cubicBezTo>
                <a:lnTo>
                  <a:pt x="405488" y="44727"/>
                </a:lnTo>
                <a:cubicBezTo>
                  <a:pt x="406706" y="43511"/>
                  <a:pt x="406706" y="41080"/>
                  <a:pt x="405488" y="39622"/>
                </a:cubicBezTo>
                <a:cubicBezTo>
                  <a:pt x="404270" y="38163"/>
                  <a:pt x="402322" y="38163"/>
                  <a:pt x="401105" y="39379"/>
                </a:cubicBezTo>
                <a:close/>
                <a:moveTo>
                  <a:pt x="376020" y="39379"/>
                </a:moveTo>
                <a:lnTo>
                  <a:pt x="330235" y="86536"/>
                </a:lnTo>
                <a:cubicBezTo>
                  <a:pt x="328774" y="87995"/>
                  <a:pt x="328774" y="90182"/>
                  <a:pt x="329992" y="91641"/>
                </a:cubicBezTo>
                <a:cubicBezTo>
                  <a:pt x="330479" y="92370"/>
                  <a:pt x="331453" y="92856"/>
                  <a:pt x="332427" y="92856"/>
                </a:cubicBezTo>
                <a:cubicBezTo>
                  <a:pt x="333158" y="92856"/>
                  <a:pt x="333888" y="92613"/>
                  <a:pt x="334619" y="91884"/>
                </a:cubicBezTo>
                <a:lnTo>
                  <a:pt x="380404" y="44727"/>
                </a:lnTo>
                <a:cubicBezTo>
                  <a:pt x="381622" y="43511"/>
                  <a:pt x="381865" y="41080"/>
                  <a:pt x="380647" y="39622"/>
                </a:cubicBezTo>
                <a:cubicBezTo>
                  <a:pt x="379430" y="38163"/>
                  <a:pt x="377481" y="38163"/>
                  <a:pt x="376020" y="39379"/>
                </a:cubicBezTo>
                <a:close/>
                <a:moveTo>
                  <a:pt x="350692" y="39379"/>
                </a:moveTo>
                <a:lnTo>
                  <a:pt x="295897" y="96016"/>
                </a:lnTo>
                <a:cubicBezTo>
                  <a:pt x="294435" y="97232"/>
                  <a:pt x="294435" y="99663"/>
                  <a:pt x="295653" y="101121"/>
                </a:cubicBezTo>
                <a:cubicBezTo>
                  <a:pt x="296140" y="101850"/>
                  <a:pt x="297114" y="102093"/>
                  <a:pt x="297845" y="102093"/>
                </a:cubicBezTo>
                <a:cubicBezTo>
                  <a:pt x="298819" y="102093"/>
                  <a:pt x="299550" y="101850"/>
                  <a:pt x="300037" y="101364"/>
                </a:cubicBezTo>
                <a:lnTo>
                  <a:pt x="355076" y="44727"/>
                </a:lnTo>
                <a:cubicBezTo>
                  <a:pt x="356537" y="43511"/>
                  <a:pt x="356537" y="41080"/>
                  <a:pt x="355320" y="39622"/>
                </a:cubicBezTo>
                <a:cubicBezTo>
                  <a:pt x="354102" y="38163"/>
                  <a:pt x="352154" y="38163"/>
                  <a:pt x="350692" y="39379"/>
                </a:cubicBezTo>
                <a:close/>
                <a:moveTo>
                  <a:pt x="155620" y="0"/>
                </a:moveTo>
                <a:lnTo>
                  <a:pt x="443480" y="0"/>
                </a:lnTo>
                <a:lnTo>
                  <a:pt x="443480" y="172586"/>
                </a:lnTo>
                <a:lnTo>
                  <a:pt x="308561" y="172586"/>
                </a:lnTo>
                <a:lnTo>
                  <a:pt x="308561" y="185713"/>
                </a:lnTo>
                <a:lnTo>
                  <a:pt x="346309" y="185713"/>
                </a:lnTo>
                <a:lnTo>
                  <a:pt x="367009" y="194707"/>
                </a:lnTo>
                <a:lnTo>
                  <a:pt x="488535" y="194707"/>
                </a:lnTo>
                <a:cubicBezTo>
                  <a:pt x="482203" y="194707"/>
                  <a:pt x="477819" y="189602"/>
                  <a:pt x="479037" y="183525"/>
                </a:cubicBezTo>
                <a:lnTo>
                  <a:pt x="487804" y="133208"/>
                </a:lnTo>
                <a:cubicBezTo>
                  <a:pt x="489022" y="127131"/>
                  <a:pt x="495110" y="122026"/>
                  <a:pt x="501199" y="122026"/>
                </a:cubicBezTo>
                <a:lnTo>
                  <a:pt x="525552" y="122026"/>
                </a:lnTo>
                <a:cubicBezTo>
                  <a:pt x="531884" y="122026"/>
                  <a:pt x="537973" y="127131"/>
                  <a:pt x="538947" y="133208"/>
                </a:cubicBezTo>
                <a:lnTo>
                  <a:pt x="547958" y="183525"/>
                </a:lnTo>
                <a:cubicBezTo>
                  <a:pt x="548932" y="189602"/>
                  <a:pt x="544792" y="194707"/>
                  <a:pt x="538460" y="194707"/>
                </a:cubicBezTo>
                <a:lnTo>
                  <a:pt x="599100" y="194707"/>
                </a:lnTo>
                <a:lnTo>
                  <a:pt x="599100" y="461851"/>
                </a:lnTo>
                <a:lnTo>
                  <a:pt x="573529" y="461851"/>
                </a:lnTo>
                <a:lnTo>
                  <a:pt x="573529" y="220230"/>
                </a:lnTo>
                <a:lnTo>
                  <a:pt x="25571" y="220230"/>
                </a:lnTo>
                <a:lnTo>
                  <a:pt x="25571" y="461851"/>
                </a:lnTo>
                <a:lnTo>
                  <a:pt x="0" y="461851"/>
                </a:lnTo>
                <a:lnTo>
                  <a:pt x="0" y="194707"/>
                </a:lnTo>
                <a:lnTo>
                  <a:pt x="60640" y="194707"/>
                </a:lnTo>
                <a:cubicBezTo>
                  <a:pt x="54308" y="194707"/>
                  <a:pt x="50168" y="189602"/>
                  <a:pt x="51142" y="183525"/>
                </a:cubicBezTo>
                <a:lnTo>
                  <a:pt x="60153" y="133208"/>
                </a:lnTo>
                <a:cubicBezTo>
                  <a:pt x="61127" y="127131"/>
                  <a:pt x="67216" y="122026"/>
                  <a:pt x="73548" y="122026"/>
                </a:cubicBezTo>
                <a:lnTo>
                  <a:pt x="97658" y="122026"/>
                </a:lnTo>
                <a:cubicBezTo>
                  <a:pt x="103990" y="122026"/>
                  <a:pt x="110078" y="127131"/>
                  <a:pt x="111052" y="133208"/>
                </a:cubicBezTo>
                <a:lnTo>
                  <a:pt x="120063" y="183525"/>
                </a:lnTo>
                <a:cubicBezTo>
                  <a:pt x="121281" y="189602"/>
                  <a:pt x="116897" y="194707"/>
                  <a:pt x="110565" y="194707"/>
                </a:cubicBezTo>
                <a:lnTo>
                  <a:pt x="232090" y="194707"/>
                </a:lnTo>
                <a:lnTo>
                  <a:pt x="252791" y="185713"/>
                </a:lnTo>
                <a:lnTo>
                  <a:pt x="290539" y="185713"/>
                </a:lnTo>
                <a:lnTo>
                  <a:pt x="290539" y="172586"/>
                </a:lnTo>
                <a:lnTo>
                  <a:pt x="155620" y="172586"/>
                </a:ln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smartphone_292421"/>
          <p:cNvSpPr>
            <a:spLocks noChangeAspect="1"/>
          </p:cNvSpPr>
          <p:nvPr/>
        </p:nvSpPr>
        <p:spPr bwMode="auto">
          <a:xfrm>
            <a:off x="9516380" y="4725144"/>
            <a:ext cx="398160" cy="609685"/>
          </a:xfrm>
          <a:custGeom>
            <a:avLst/>
            <a:gdLst>
              <a:gd name="connsiteX0" fmla="*/ 198139 w 396225"/>
              <a:gd name="connsiteY0" fmla="*/ 158278 h 606722"/>
              <a:gd name="connsiteX1" fmla="*/ 237827 w 396225"/>
              <a:gd name="connsiteY1" fmla="*/ 197826 h 606722"/>
              <a:gd name="connsiteX2" fmla="*/ 237827 w 396225"/>
              <a:gd name="connsiteY2" fmla="*/ 356106 h 606722"/>
              <a:gd name="connsiteX3" fmla="*/ 330196 w 396225"/>
              <a:gd name="connsiteY3" fmla="*/ 382500 h 606722"/>
              <a:gd name="connsiteX4" fmla="*/ 396225 w 396225"/>
              <a:gd name="connsiteY4" fmla="*/ 448443 h 606722"/>
              <a:gd name="connsiteX5" fmla="*/ 396225 w 396225"/>
              <a:gd name="connsiteY5" fmla="*/ 514385 h 606722"/>
              <a:gd name="connsiteX6" fmla="*/ 303856 w 396225"/>
              <a:gd name="connsiteY6" fmla="*/ 606722 h 606722"/>
              <a:gd name="connsiteX7" fmla="*/ 184969 w 396225"/>
              <a:gd name="connsiteY7" fmla="*/ 606722 h 606722"/>
              <a:gd name="connsiteX8" fmla="*/ 92511 w 396225"/>
              <a:gd name="connsiteY8" fmla="*/ 514385 h 606722"/>
              <a:gd name="connsiteX9" fmla="*/ 92511 w 396225"/>
              <a:gd name="connsiteY9" fmla="*/ 474837 h 606722"/>
              <a:gd name="connsiteX10" fmla="*/ 158540 w 396225"/>
              <a:gd name="connsiteY10" fmla="*/ 408895 h 606722"/>
              <a:gd name="connsiteX11" fmla="*/ 158540 w 396225"/>
              <a:gd name="connsiteY11" fmla="*/ 197826 h 606722"/>
              <a:gd name="connsiteX12" fmla="*/ 198139 w 396225"/>
              <a:gd name="connsiteY12" fmla="*/ 158278 h 606722"/>
              <a:gd name="connsiteX13" fmla="*/ 26436 w 396225"/>
              <a:gd name="connsiteY13" fmla="*/ 0 h 606722"/>
              <a:gd name="connsiteX14" fmla="*/ 290615 w 396225"/>
              <a:gd name="connsiteY14" fmla="*/ 0 h 606722"/>
              <a:gd name="connsiteX15" fmla="*/ 317051 w 396225"/>
              <a:gd name="connsiteY15" fmla="*/ 26395 h 606722"/>
              <a:gd name="connsiteX16" fmla="*/ 317051 w 396225"/>
              <a:gd name="connsiteY16" fmla="*/ 337894 h 606722"/>
              <a:gd name="connsiteX17" fmla="*/ 277442 w 396225"/>
              <a:gd name="connsiteY17" fmla="*/ 326607 h 606722"/>
              <a:gd name="connsiteX18" fmla="*/ 277442 w 396225"/>
              <a:gd name="connsiteY18" fmla="*/ 79097 h 606722"/>
              <a:gd name="connsiteX19" fmla="*/ 39609 w 396225"/>
              <a:gd name="connsiteY19" fmla="*/ 79097 h 606722"/>
              <a:gd name="connsiteX20" fmla="*/ 39609 w 396225"/>
              <a:gd name="connsiteY20" fmla="*/ 422056 h 606722"/>
              <a:gd name="connsiteX21" fmla="*/ 67024 w 396225"/>
              <a:gd name="connsiteY21" fmla="*/ 422056 h 606722"/>
              <a:gd name="connsiteX22" fmla="*/ 52872 w 396225"/>
              <a:gd name="connsiteY22" fmla="*/ 474847 h 606722"/>
              <a:gd name="connsiteX23" fmla="*/ 52872 w 396225"/>
              <a:gd name="connsiteY23" fmla="*/ 514395 h 606722"/>
              <a:gd name="connsiteX24" fmla="*/ 53495 w 396225"/>
              <a:gd name="connsiteY24" fmla="*/ 527548 h 606722"/>
              <a:gd name="connsiteX25" fmla="*/ 26436 w 396225"/>
              <a:gd name="connsiteY25" fmla="*/ 527548 h 606722"/>
              <a:gd name="connsiteX26" fmla="*/ 0 w 396225"/>
              <a:gd name="connsiteY26" fmla="*/ 501153 h 606722"/>
              <a:gd name="connsiteX27" fmla="*/ 0 w 396225"/>
              <a:gd name="connsiteY27" fmla="*/ 26395 h 606722"/>
              <a:gd name="connsiteX28" fmla="*/ 26436 w 396225"/>
              <a:gd name="connsiteY28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96225" h="606722">
                <a:moveTo>
                  <a:pt x="198139" y="158278"/>
                </a:moveTo>
                <a:cubicBezTo>
                  <a:pt x="220030" y="158278"/>
                  <a:pt x="237827" y="175964"/>
                  <a:pt x="237827" y="197826"/>
                </a:cubicBezTo>
                <a:lnTo>
                  <a:pt x="237827" y="356106"/>
                </a:lnTo>
                <a:cubicBezTo>
                  <a:pt x="237827" y="356106"/>
                  <a:pt x="277605" y="368459"/>
                  <a:pt x="330196" y="382500"/>
                </a:cubicBezTo>
                <a:cubicBezTo>
                  <a:pt x="387059" y="397608"/>
                  <a:pt x="396225" y="422048"/>
                  <a:pt x="396225" y="448443"/>
                </a:cubicBezTo>
                <a:cubicBezTo>
                  <a:pt x="396225" y="474837"/>
                  <a:pt x="396225" y="514385"/>
                  <a:pt x="396225" y="514385"/>
                </a:cubicBezTo>
                <a:cubicBezTo>
                  <a:pt x="396225" y="565397"/>
                  <a:pt x="354846" y="606722"/>
                  <a:pt x="303856" y="606722"/>
                </a:cubicBezTo>
                <a:lnTo>
                  <a:pt x="184969" y="606722"/>
                </a:lnTo>
                <a:cubicBezTo>
                  <a:pt x="133890" y="606722"/>
                  <a:pt x="92511" y="565397"/>
                  <a:pt x="92511" y="514385"/>
                </a:cubicBezTo>
                <a:lnTo>
                  <a:pt x="92511" y="474837"/>
                </a:lnTo>
                <a:cubicBezTo>
                  <a:pt x="92511" y="438400"/>
                  <a:pt x="122055" y="408895"/>
                  <a:pt x="158540" y="408895"/>
                </a:cubicBezTo>
                <a:lnTo>
                  <a:pt x="158540" y="197826"/>
                </a:lnTo>
                <a:cubicBezTo>
                  <a:pt x="158540" y="175964"/>
                  <a:pt x="176248" y="158278"/>
                  <a:pt x="198139" y="158278"/>
                </a:cubicBezTo>
                <a:close/>
                <a:moveTo>
                  <a:pt x="26436" y="0"/>
                </a:moveTo>
                <a:lnTo>
                  <a:pt x="290615" y="0"/>
                </a:lnTo>
                <a:cubicBezTo>
                  <a:pt x="305213" y="0"/>
                  <a:pt x="317051" y="11820"/>
                  <a:pt x="317051" y="26395"/>
                </a:cubicBezTo>
                <a:lnTo>
                  <a:pt x="317051" y="337894"/>
                </a:lnTo>
                <a:cubicBezTo>
                  <a:pt x="301830" y="333717"/>
                  <a:pt x="288301" y="329807"/>
                  <a:pt x="277442" y="326607"/>
                </a:cubicBezTo>
                <a:lnTo>
                  <a:pt x="277442" y="79097"/>
                </a:lnTo>
                <a:lnTo>
                  <a:pt x="39609" y="79097"/>
                </a:lnTo>
                <a:lnTo>
                  <a:pt x="39609" y="422056"/>
                </a:lnTo>
                <a:lnTo>
                  <a:pt x="67024" y="422056"/>
                </a:lnTo>
                <a:cubicBezTo>
                  <a:pt x="58034" y="437609"/>
                  <a:pt x="52872" y="455650"/>
                  <a:pt x="52872" y="474847"/>
                </a:cubicBezTo>
                <a:lnTo>
                  <a:pt x="52872" y="514395"/>
                </a:lnTo>
                <a:cubicBezTo>
                  <a:pt x="52872" y="518839"/>
                  <a:pt x="53050" y="523193"/>
                  <a:pt x="53495" y="527548"/>
                </a:cubicBezTo>
                <a:lnTo>
                  <a:pt x="26436" y="527548"/>
                </a:lnTo>
                <a:cubicBezTo>
                  <a:pt x="11838" y="527548"/>
                  <a:pt x="0" y="515728"/>
                  <a:pt x="0" y="501153"/>
                </a:cubicBezTo>
                <a:lnTo>
                  <a:pt x="0" y="26395"/>
                </a:lnTo>
                <a:cubicBezTo>
                  <a:pt x="0" y="11820"/>
                  <a:pt x="11838" y="0"/>
                  <a:pt x="26436" y="0"/>
                </a:cubicBezTo>
                <a:close/>
              </a:path>
            </a:pathLst>
          </a:custGeom>
          <a:noFill/>
          <a:ln>
            <a:solidFill>
              <a:srgbClr val="3ABABA"/>
            </a:solidFill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Freeform 14"/>
          <p:cNvSpPr>
            <a:spLocks noEditPoints="1"/>
          </p:cNvSpPr>
          <p:nvPr/>
        </p:nvSpPr>
        <p:spPr bwMode="auto">
          <a:xfrm>
            <a:off x="6199753" y="4221088"/>
            <a:ext cx="436307" cy="351856"/>
          </a:xfrm>
          <a:custGeom>
            <a:avLst/>
            <a:gdLst/>
            <a:ahLst/>
            <a:cxnLst>
              <a:cxn ang="0">
                <a:pos x="398" y="176"/>
              </a:cxn>
              <a:cxn ang="0">
                <a:pos x="174" y="400"/>
              </a:cxn>
              <a:cxn ang="0">
                <a:pos x="154" y="176"/>
              </a:cxn>
              <a:cxn ang="0">
                <a:pos x="422" y="200"/>
              </a:cxn>
              <a:cxn ang="0">
                <a:pos x="442" y="424"/>
              </a:cxn>
              <a:cxn ang="0">
                <a:pos x="210" y="442"/>
              </a:cxn>
              <a:cxn ang="0">
                <a:pos x="386" y="418"/>
              </a:cxn>
              <a:cxn ang="0">
                <a:pos x="416" y="380"/>
              </a:cxn>
              <a:cxn ang="0">
                <a:pos x="352" y="18"/>
              </a:cxn>
              <a:cxn ang="0">
                <a:pos x="446" y="110"/>
              </a:cxn>
              <a:cxn ang="0">
                <a:pos x="524" y="134"/>
              </a:cxn>
              <a:cxn ang="0">
                <a:pos x="580" y="208"/>
              </a:cxn>
              <a:cxn ang="0">
                <a:pos x="572" y="310"/>
              </a:cxn>
              <a:cxn ang="0">
                <a:pos x="502" y="264"/>
              </a:cxn>
              <a:cxn ang="0">
                <a:pos x="472" y="226"/>
              </a:cxn>
              <a:cxn ang="0">
                <a:pos x="454" y="198"/>
              </a:cxn>
              <a:cxn ang="0">
                <a:pos x="416" y="176"/>
              </a:cxn>
              <a:cxn ang="0">
                <a:pos x="392" y="140"/>
              </a:cxn>
              <a:cxn ang="0">
                <a:pos x="152" y="144"/>
              </a:cxn>
              <a:cxn ang="0">
                <a:pos x="136" y="380"/>
              </a:cxn>
              <a:cxn ang="0">
                <a:pos x="50" y="370"/>
              </a:cxn>
              <a:cxn ang="0">
                <a:pos x="0" y="274"/>
              </a:cxn>
              <a:cxn ang="0">
                <a:pos x="76" y="164"/>
              </a:cxn>
              <a:cxn ang="0">
                <a:pos x="124" y="82"/>
              </a:cxn>
              <a:cxn ang="0">
                <a:pos x="210" y="12"/>
              </a:cxn>
              <a:cxn ang="0">
                <a:pos x="464" y="244"/>
              </a:cxn>
              <a:cxn ang="0">
                <a:pos x="484" y="468"/>
              </a:cxn>
              <a:cxn ang="0">
                <a:pos x="252" y="486"/>
              </a:cxn>
              <a:cxn ang="0">
                <a:pos x="428" y="462"/>
              </a:cxn>
              <a:cxn ang="0">
                <a:pos x="460" y="424"/>
              </a:cxn>
              <a:cxn ang="0">
                <a:pos x="182" y="306"/>
              </a:cxn>
              <a:cxn ang="0">
                <a:pos x="200" y="244"/>
              </a:cxn>
              <a:cxn ang="0">
                <a:pos x="250" y="256"/>
              </a:cxn>
              <a:cxn ang="0">
                <a:pos x="272" y="248"/>
              </a:cxn>
              <a:cxn ang="0">
                <a:pos x="278" y="300"/>
              </a:cxn>
              <a:cxn ang="0">
                <a:pos x="250" y="300"/>
              </a:cxn>
              <a:cxn ang="0">
                <a:pos x="250" y="284"/>
              </a:cxn>
              <a:cxn ang="0">
                <a:pos x="268" y="292"/>
              </a:cxn>
              <a:cxn ang="0">
                <a:pos x="268" y="264"/>
              </a:cxn>
              <a:cxn ang="0">
                <a:pos x="250" y="268"/>
              </a:cxn>
              <a:cxn ang="0">
                <a:pos x="304" y="252"/>
              </a:cxn>
              <a:cxn ang="0">
                <a:pos x="330" y="254"/>
              </a:cxn>
              <a:cxn ang="0">
                <a:pos x="330" y="300"/>
              </a:cxn>
              <a:cxn ang="0">
                <a:pos x="302" y="328"/>
              </a:cxn>
              <a:cxn ang="0">
                <a:pos x="306" y="290"/>
              </a:cxn>
              <a:cxn ang="0">
                <a:pos x="320" y="292"/>
              </a:cxn>
              <a:cxn ang="0">
                <a:pos x="318" y="260"/>
              </a:cxn>
              <a:cxn ang="0">
                <a:pos x="302" y="276"/>
              </a:cxn>
              <a:cxn ang="0">
                <a:pos x="358" y="296"/>
              </a:cxn>
              <a:cxn ang="0">
                <a:pos x="370" y="290"/>
              </a:cxn>
              <a:cxn ang="0">
                <a:pos x="346" y="278"/>
              </a:cxn>
              <a:cxn ang="0">
                <a:pos x="352" y="248"/>
              </a:cxn>
              <a:cxn ang="0">
                <a:pos x="382" y="262"/>
              </a:cxn>
              <a:cxn ang="0">
                <a:pos x="354" y="260"/>
              </a:cxn>
              <a:cxn ang="0">
                <a:pos x="374" y="274"/>
              </a:cxn>
              <a:cxn ang="0">
                <a:pos x="378" y="302"/>
              </a:cxn>
              <a:cxn ang="0">
                <a:pos x="346" y="304"/>
              </a:cxn>
            </a:cxnLst>
            <a:rect l="0" t="0" r="r" b="b"/>
            <a:pathLst>
              <a:path w="586" h="488">
                <a:moveTo>
                  <a:pt x="174" y="154"/>
                </a:moveTo>
                <a:lnTo>
                  <a:pt x="378" y="154"/>
                </a:lnTo>
                <a:lnTo>
                  <a:pt x="378" y="154"/>
                </a:lnTo>
                <a:lnTo>
                  <a:pt x="386" y="156"/>
                </a:lnTo>
                <a:lnTo>
                  <a:pt x="392" y="160"/>
                </a:lnTo>
                <a:lnTo>
                  <a:pt x="396" y="168"/>
                </a:lnTo>
                <a:lnTo>
                  <a:pt x="398" y="176"/>
                </a:lnTo>
                <a:lnTo>
                  <a:pt x="398" y="380"/>
                </a:lnTo>
                <a:lnTo>
                  <a:pt x="398" y="380"/>
                </a:lnTo>
                <a:lnTo>
                  <a:pt x="396" y="388"/>
                </a:lnTo>
                <a:lnTo>
                  <a:pt x="392" y="394"/>
                </a:lnTo>
                <a:lnTo>
                  <a:pt x="386" y="398"/>
                </a:lnTo>
                <a:lnTo>
                  <a:pt x="378" y="400"/>
                </a:lnTo>
                <a:lnTo>
                  <a:pt x="174" y="400"/>
                </a:lnTo>
                <a:lnTo>
                  <a:pt x="174" y="400"/>
                </a:lnTo>
                <a:lnTo>
                  <a:pt x="166" y="398"/>
                </a:lnTo>
                <a:lnTo>
                  <a:pt x="160" y="394"/>
                </a:lnTo>
                <a:lnTo>
                  <a:pt x="156" y="388"/>
                </a:lnTo>
                <a:lnTo>
                  <a:pt x="154" y="380"/>
                </a:lnTo>
                <a:lnTo>
                  <a:pt x="154" y="176"/>
                </a:lnTo>
                <a:lnTo>
                  <a:pt x="154" y="176"/>
                </a:lnTo>
                <a:lnTo>
                  <a:pt x="156" y="168"/>
                </a:lnTo>
                <a:lnTo>
                  <a:pt x="160" y="160"/>
                </a:lnTo>
                <a:lnTo>
                  <a:pt x="166" y="156"/>
                </a:lnTo>
                <a:lnTo>
                  <a:pt x="174" y="154"/>
                </a:lnTo>
                <a:lnTo>
                  <a:pt x="174" y="154"/>
                </a:lnTo>
                <a:close/>
                <a:moveTo>
                  <a:pt x="416" y="200"/>
                </a:moveTo>
                <a:lnTo>
                  <a:pt x="422" y="200"/>
                </a:lnTo>
                <a:lnTo>
                  <a:pt x="422" y="200"/>
                </a:lnTo>
                <a:lnTo>
                  <a:pt x="430" y="200"/>
                </a:lnTo>
                <a:lnTo>
                  <a:pt x="436" y="206"/>
                </a:lnTo>
                <a:lnTo>
                  <a:pt x="440" y="212"/>
                </a:lnTo>
                <a:lnTo>
                  <a:pt x="442" y="220"/>
                </a:lnTo>
                <a:lnTo>
                  <a:pt x="442" y="424"/>
                </a:lnTo>
                <a:lnTo>
                  <a:pt x="442" y="424"/>
                </a:lnTo>
                <a:lnTo>
                  <a:pt x="440" y="432"/>
                </a:lnTo>
                <a:lnTo>
                  <a:pt x="436" y="438"/>
                </a:lnTo>
                <a:lnTo>
                  <a:pt x="430" y="442"/>
                </a:lnTo>
                <a:lnTo>
                  <a:pt x="422" y="444"/>
                </a:lnTo>
                <a:lnTo>
                  <a:pt x="218" y="444"/>
                </a:lnTo>
                <a:lnTo>
                  <a:pt x="218" y="444"/>
                </a:lnTo>
                <a:lnTo>
                  <a:pt x="210" y="442"/>
                </a:lnTo>
                <a:lnTo>
                  <a:pt x="202" y="438"/>
                </a:lnTo>
                <a:lnTo>
                  <a:pt x="198" y="432"/>
                </a:lnTo>
                <a:lnTo>
                  <a:pt x="196" y="424"/>
                </a:lnTo>
                <a:lnTo>
                  <a:pt x="196" y="418"/>
                </a:lnTo>
                <a:lnTo>
                  <a:pt x="378" y="418"/>
                </a:lnTo>
                <a:lnTo>
                  <a:pt x="378" y="418"/>
                </a:lnTo>
                <a:lnTo>
                  <a:pt x="386" y="418"/>
                </a:lnTo>
                <a:lnTo>
                  <a:pt x="392" y="414"/>
                </a:lnTo>
                <a:lnTo>
                  <a:pt x="400" y="412"/>
                </a:lnTo>
                <a:lnTo>
                  <a:pt x="406" y="406"/>
                </a:lnTo>
                <a:lnTo>
                  <a:pt x="410" y="400"/>
                </a:lnTo>
                <a:lnTo>
                  <a:pt x="414" y="394"/>
                </a:lnTo>
                <a:lnTo>
                  <a:pt x="416" y="388"/>
                </a:lnTo>
                <a:lnTo>
                  <a:pt x="416" y="380"/>
                </a:lnTo>
                <a:lnTo>
                  <a:pt x="416" y="200"/>
                </a:lnTo>
                <a:lnTo>
                  <a:pt x="416" y="200"/>
                </a:lnTo>
                <a:close/>
                <a:moveTo>
                  <a:pt x="274" y="0"/>
                </a:moveTo>
                <a:lnTo>
                  <a:pt x="274" y="0"/>
                </a:lnTo>
                <a:lnTo>
                  <a:pt x="302" y="2"/>
                </a:lnTo>
                <a:lnTo>
                  <a:pt x="328" y="8"/>
                </a:lnTo>
                <a:lnTo>
                  <a:pt x="352" y="18"/>
                </a:lnTo>
                <a:lnTo>
                  <a:pt x="376" y="30"/>
                </a:lnTo>
                <a:lnTo>
                  <a:pt x="396" y="46"/>
                </a:lnTo>
                <a:lnTo>
                  <a:pt x="414" y="66"/>
                </a:lnTo>
                <a:lnTo>
                  <a:pt x="428" y="88"/>
                </a:lnTo>
                <a:lnTo>
                  <a:pt x="440" y="110"/>
                </a:lnTo>
                <a:lnTo>
                  <a:pt x="440" y="110"/>
                </a:lnTo>
                <a:lnTo>
                  <a:pt x="446" y="110"/>
                </a:lnTo>
                <a:lnTo>
                  <a:pt x="446" y="110"/>
                </a:lnTo>
                <a:lnTo>
                  <a:pt x="462" y="112"/>
                </a:lnTo>
                <a:lnTo>
                  <a:pt x="474" y="114"/>
                </a:lnTo>
                <a:lnTo>
                  <a:pt x="488" y="116"/>
                </a:lnTo>
                <a:lnTo>
                  <a:pt x="502" y="122"/>
                </a:lnTo>
                <a:lnTo>
                  <a:pt x="514" y="128"/>
                </a:lnTo>
                <a:lnTo>
                  <a:pt x="524" y="134"/>
                </a:lnTo>
                <a:lnTo>
                  <a:pt x="536" y="142"/>
                </a:lnTo>
                <a:lnTo>
                  <a:pt x="546" y="152"/>
                </a:lnTo>
                <a:lnTo>
                  <a:pt x="554" y="162"/>
                </a:lnTo>
                <a:lnTo>
                  <a:pt x="562" y="172"/>
                </a:lnTo>
                <a:lnTo>
                  <a:pt x="570" y="184"/>
                </a:lnTo>
                <a:lnTo>
                  <a:pt x="576" y="196"/>
                </a:lnTo>
                <a:lnTo>
                  <a:pt x="580" y="208"/>
                </a:lnTo>
                <a:lnTo>
                  <a:pt x="584" y="222"/>
                </a:lnTo>
                <a:lnTo>
                  <a:pt x="586" y="236"/>
                </a:lnTo>
                <a:lnTo>
                  <a:pt x="586" y="250"/>
                </a:lnTo>
                <a:lnTo>
                  <a:pt x="586" y="250"/>
                </a:lnTo>
                <a:lnTo>
                  <a:pt x="584" y="272"/>
                </a:lnTo>
                <a:lnTo>
                  <a:pt x="580" y="292"/>
                </a:lnTo>
                <a:lnTo>
                  <a:pt x="572" y="310"/>
                </a:lnTo>
                <a:lnTo>
                  <a:pt x="562" y="328"/>
                </a:lnTo>
                <a:lnTo>
                  <a:pt x="550" y="342"/>
                </a:lnTo>
                <a:lnTo>
                  <a:pt x="536" y="356"/>
                </a:lnTo>
                <a:lnTo>
                  <a:pt x="520" y="368"/>
                </a:lnTo>
                <a:lnTo>
                  <a:pt x="502" y="378"/>
                </a:lnTo>
                <a:lnTo>
                  <a:pt x="502" y="264"/>
                </a:lnTo>
                <a:lnTo>
                  <a:pt x="502" y="264"/>
                </a:lnTo>
                <a:lnTo>
                  <a:pt x="502" y="256"/>
                </a:lnTo>
                <a:lnTo>
                  <a:pt x="500" y="250"/>
                </a:lnTo>
                <a:lnTo>
                  <a:pt x="496" y="242"/>
                </a:lnTo>
                <a:lnTo>
                  <a:pt x="492" y="236"/>
                </a:lnTo>
                <a:lnTo>
                  <a:pt x="486" y="232"/>
                </a:lnTo>
                <a:lnTo>
                  <a:pt x="480" y="228"/>
                </a:lnTo>
                <a:lnTo>
                  <a:pt x="472" y="226"/>
                </a:lnTo>
                <a:lnTo>
                  <a:pt x="464" y="226"/>
                </a:lnTo>
                <a:lnTo>
                  <a:pt x="460" y="226"/>
                </a:lnTo>
                <a:lnTo>
                  <a:pt x="460" y="220"/>
                </a:lnTo>
                <a:lnTo>
                  <a:pt x="460" y="220"/>
                </a:lnTo>
                <a:lnTo>
                  <a:pt x="458" y="212"/>
                </a:lnTo>
                <a:lnTo>
                  <a:pt x="456" y="204"/>
                </a:lnTo>
                <a:lnTo>
                  <a:pt x="454" y="198"/>
                </a:lnTo>
                <a:lnTo>
                  <a:pt x="448" y="192"/>
                </a:lnTo>
                <a:lnTo>
                  <a:pt x="442" y="188"/>
                </a:lnTo>
                <a:lnTo>
                  <a:pt x="436" y="184"/>
                </a:lnTo>
                <a:lnTo>
                  <a:pt x="428" y="182"/>
                </a:lnTo>
                <a:lnTo>
                  <a:pt x="422" y="182"/>
                </a:lnTo>
                <a:lnTo>
                  <a:pt x="416" y="182"/>
                </a:lnTo>
                <a:lnTo>
                  <a:pt x="416" y="176"/>
                </a:lnTo>
                <a:lnTo>
                  <a:pt x="416" y="176"/>
                </a:lnTo>
                <a:lnTo>
                  <a:pt x="416" y="168"/>
                </a:lnTo>
                <a:lnTo>
                  <a:pt x="414" y="160"/>
                </a:lnTo>
                <a:lnTo>
                  <a:pt x="410" y="154"/>
                </a:lnTo>
                <a:lnTo>
                  <a:pt x="406" y="148"/>
                </a:lnTo>
                <a:lnTo>
                  <a:pt x="400" y="144"/>
                </a:lnTo>
                <a:lnTo>
                  <a:pt x="392" y="140"/>
                </a:lnTo>
                <a:lnTo>
                  <a:pt x="386" y="138"/>
                </a:lnTo>
                <a:lnTo>
                  <a:pt x="378" y="136"/>
                </a:lnTo>
                <a:lnTo>
                  <a:pt x="174" y="136"/>
                </a:lnTo>
                <a:lnTo>
                  <a:pt x="174" y="136"/>
                </a:lnTo>
                <a:lnTo>
                  <a:pt x="166" y="138"/>
                </a:lnTo>
                <a:lnTo>
                  <a:pt x="158" y="140"/>
                </a:lnTo>
                <a:lnTo>
                  <a:pt x="152" y="144"/>
                </a:lnTo>
                <a:lnTo>
                  <a:pt x="146" y="148"/>
                </a:lnTo>
                <a:lnTo>
                  <a:pt x="142" y="154"/>
                </a:lnTo>
                <a:lnTo>
                  <a:pt x="138" y="160"/>
                </a:lnTo>
                <a:lnTo>
                  <a:pt x="136" y="168"/>
                </a:lnTo>
                <a:lnTo>
                  <a:pt x="136" y="176"/>
                </a:lnTo>
                <a:lnTo>
                  <a:pt x="136" y="380"/>
                </a:lnTo>
                <a:lnTo>
                  <a:pt x="136" y="380"/>
                </a:lnTo>
                <a:lnTo>
                  <a:pt x="136" y="390"/>
                </a:lnTo>
                <a:lnTo>
                  <a:pt x="116" y="390"/>
                </a:lnTo>
                <a:lnTo>
                  <a:pt x="116" y="390"/>
                </a:lnTo>
                <a:lnTo>
                  <a:pt x="104" y="388"/>
                </a:lnTo>
                <a:lnTo>
                  <a:pt x="92" y="388"/>
                </a:lnTo>
                <a:lnTo>
                  <a:pt x="70" y="380"/>
                </a:lnTo>
                <a:lnTo>
                  <a:pt x="50" y="370"/>
                </a:lnTo>
                <a:lnTo>
                  <a:pt x="34" y="356"/>
                </a:lnTo>
                <a:lnTo>
                  <a:pt x="20" y="338"/>
                </a:lnTo>
                <a:lnTo>
                  <a:pt x="8" y="318"/>
                </a:lnTo>
                <a:lnTo>
                  <a:pt x="2" y="296"/>
                </a:lnTo>
                <a:lnTo>
                  <a:pt x="0" y="286"/>
                </a:lnTo>
                <a:lnTo>
                  <a:pt x="0" y="274"/>
                </a:lnTo>
                <a:lnTo>
                  <a:pt x="0" y="274"/>
                </a:lnTo>
                <a:lnTo>
                  <a:pt x="2" y="252"/>
                </a:lnTo>
                <a:lnTo>
                  <a:pt x="6" y="232"/>
                </a:lnTo>
                <a:lnTo>
                  <a:pt x="16" y="214"/>
                </a:lnTo>
                <a:lnTo>
                  <a:pt x="28" y="198"/>
                </a:lnTo>
                <a:lnTo>
                  <a:pt x="42" y="184"/>
                </a:lnTo>
                <a:lnTo>
                  <a:pt x="58" y="172"/>
                </a:lnTo>
                <a:lnTo>
                  <a:pt x="76" y="164"/>
                </a:lnTo>
                <a:lnTo>
                  <a:pt x="96" y="158"/>
                </a:lnTo>
                <a:lnTo>
                  <a:pt x="96" y="158"/>
                </a:lnTo>
                <a:lnTo>
                  <a:pt x="100" y="142"/>
                </a:lnTo>
                <a:lnTo>
                  <a:pt x="104" y="126"/>
                </a:lnTo>
                <a:lnTo>
                  <a:pt x="108" y="110"/>
                </a:lnTo>
                <a:lnTo>
                  <a:pt x="116" y="96"/>
                </a:lnTo>
                <a:lnTo>
                  <a:pt x="124" y="82"/>
                </a:lnTo>
                <a:lnTo>
                  <a:pt x="132" y="68"/>
                </a:lnTo>
                <a:lnTo>
                  <a:pt x="144" y="56"/>
                </a:lnTo>
                <a:lnTo>
                  <a:pt x="154" y="46"/>
                </a:lnTo>
                <a:lnTo>
                  <a:pt x="166" y="36"/>
                </a:lnTo>
                <a:lnTo>
                  <a:pt x="180" y="26"/>
                </a:lnTo>
                <a:lnTo>
                  <a:pt x="194" y="18"/>
                </a:lnTo>
                <a:lnTo>
                  <a:pt x="210" y="12"/>
                </a:lnTo>
                <a:lnTo>
                  <a:pt x="224" y="6"/>
                </a:lnTo>
                <a:lnTo>
                  <a:pt x="240" y="2"/>
                </a:lnTo>
                <a:lnTo>
                  <a:pt x="258" y="0"/>
                </a:lnTo>
                <a:lnTo>
                  <a:pt x="274" y="0"/>
                </a:lnTo>
                <a:lnTo>
                  <a:pt x="274" y="0"/>
                </a:lnTo>
                <a:close/>
                <a:moveTo>
                  <a:pt x="460" y="244"/>
                </a:moveTo>
                <a:lnTo>
                  <a:pt x="464" y="244"/>
                </a:lnTo>
                <a:lnTo>
                  <a:pt x="464" y="244"/>
                </a:lnTo>
                <a:lnTo>
                  <a:pt x="472" y="246"/>
                </a:lnTo>
                <a:lnTo>
                  <a:pt x="478" y="250"/>
                </a:lnTo>
                <a:lnTo>
                  <a:pt x="484" y="256"/>
                </a:lnTo>
                <a:lnTo>
                  <a:pt x="484" y="264"/>
                </a:lnTo>
                <a:lnTo>
                  <a:pt x="484" y="468"/>
                </a:lnTo>
                <a:lnTo>
                  <a:pt x="484" y="468"/>
                </a:lnTo>
                <a:lnTo>
                  <a:pt x="484" y="476"/>
                </a:lnTo>
                <a:lnTo>
                  <a:pt x="478" y="482"/>
                </a:lnTo>
                <a:lnTo>
                  <a:pt x="472" y="486"/>
                </a:lnTo>
                <a:lnTo>
                  <a:pt x="464" y="488"/>
                </a:lnTo>
                <a:lnTo>
                  <a:pt x="260" y="488"/>
                </a:lnTo>
                <a:lnTo>
                  <a:pt x="260" y="488"/>
                </a:lnTo>
                <a:lnTo>
                  <a:pt x="252" y="486"/>
                </a:lnTo>
                <a:lnTo>
                  <a:pt x="246" y="482"/>
                </a:lnTo>
                <a:lnTo>
                  <a:pt x="242" y="476"/>
                </a:lnTo>
                <a:lnTo>
                  <a:pt x="240" y="468"/>
                </a:lnTo>
                <a:lnTo>
                  <a:pt x="240" y="462"/>
                </a:lnTo>
                <a:lnTo>
                  <a:pt x="422" y="462"/>
                </a:lnTo>
                <a:lnTo>
                  <a:pt x="422" y="462"/>
                </a:lnTo>
                <a:lnTo>
                  <a:pt x="428" y="462"/>
                </a:lnTo>
                <a:lnTo>
                  <a:pt x="436" y="460"/>
                </a:lnTo>
                <a:lnTo>
                  <a:pt x="442" y="456"/>
                </a:lnTo>
                <a:lnTo>
                  <a:pt x="448" y="450"/>
                </a:lnTo>
                <a:lnTo>
                  <a:pt x="454" y="446"/>
                </a:lnTo>
                <a:lnTo>
                  <a:pt x="456" y="438"/>
                </a:lnTo>
                <a:lnTo>
                  <a:pt x="458" y="432"/>
                </a:lnTo>
                <a:lnTo>
                  <a:pt x="460" y="424"/>
                </a:lnTo>
                <a:lnTo>
                  <a:pt x="460" y="244"/>
                </a:lnTo>
                <a:lnTo>
                  <a:pt x="460" y="244"/>
                </a:lnTo>
                <a:close/>
                <a:moveTo>
                  <a:pt x="234" y="306"/>
                </a:moveTo>
                <a:lnTo>
                  <a:pt x="220" y="306"/>
                </a:lnTo>
                <a:lnTo>
                  <a:pt x="214" y="288"/>
                </a:lnTo>
                <a:lnTo>
                  <a:pt x="188" y="288"/>
                </a:lnTo>
                <a:lnTo>
                  <a:pt x="182" y="306"/>
                </a:lnTo>
                <a:lnTo>
                  <a:pt x="168" y="306"/>
                </a:lnTo>
                <a:lnTo>
                  <a:pt x="194" y="226"/>
                </a:lnTo>
                <a:lnTo>
                  <a:pt x="208" y="226"/>
                </a:lnTo>
                <a:lnTo>
                  <a:pt x="234" y="306"/>
                </a:lnTo>
                <a:lnTo>
                  <a:pt x="234" y="306"/>
                </a:lnTo>
                <a:close/>
                <a:moveTo>
                  <a:pt x="210" y="274"/>
                </a:moveTo>
                <a:lnTo>
                  <a:pt x="200" y="244"/>
                </a:lnTo>
                <a:lnTo>
                  <a:pt x="192" y="274"/>
                </a:lnTo>
                <a:lnTo>
                  <a:pt x="210" y="274"/>
                </a:lnTo>
                <a:lnTo>
                  <a:pt x="210" y="274"/>
                </a:lnTo>
                <a:close/>
                <a:moveTo>
                  <a:pt x="238" y="248"/>
                </a:moveTo>
                <a:lnTo>
                  <a:pt x="250" y="248"/>
                </a:lnTo>
                <a:lnTo>
                  <a:pt x="250" y="256"/>
                </a:lnTo>
                <a:lnTo>
                  <a:pt x="250" y="256"/>
                </a:lnTo>
                <a:lnTo>
                  <a:pt x="252" y="252"/>
                </a:lnTo>
                <a:lnTo>
                  <a:pt x="256" y="250"/>
                </a:lnTo>
                <a:lnTo>
                  <a:pt x="256" y="250"/>
                </a:lnTo>
                <a:lnTo>
                  <a:pt x="260" y="248"/>
                </a:lnTo>
                <a:lnTo>
                  <a:pt x="264" y="248"/>
                </a:lnTo>
                <a:lnTo>
                  <a:pt x="264" y="248"/>
                </a:lnTo>
                <a:lnTo>
                  <a:pt x="272" y="248"/>
                </a:lnTo>
                <a:lnTo>
                  <a:pt x="278" y="254"/>
                </a:lnTo>
                <a:lnTo>
                  <a:pt x="278" y="254"/>
                </a:lnTo>
                <a:lnTo>
                  <a:pt x="282" y="264"/>
                </a:lnTo>
                <a:lnTo>
                  <a:pt x="284" y="276"/>
                </a:lnTo>
                <a:lnTo>
                  <a:pt x="284" y="276"/>
                </a:lnTo>
                <a:lnTo>
                  <a:pt x="282" y="290"/>
                </a:lnTo>
                <a:lnTo>
                  <a:pt x="278" y="300"/>
                </a:lnTo>
                <a:lnTo>
                  <a:pt x="278" y="300"/>
                </a:lnTo>
                <a:lnTo>
                  <a:pt x="272" y="306"/>
                </a:lnTo>
                <a:lnTo>
                  <a:pt x="264" y="308"/>
                </a:lnTo>
                <a:lnTo>
                  <a:pt x="264" y="308"/>
                </a:lnTo>
                <a:lnTo>
                  <a:pt x="256" y="306"/>
                </a:lnTo>
                <a:lnTo>
                  <a:pt x="256" y="306"/>
                </a:lnTo>
                <a:lnTo>
                  <a:pt x="250" y="300"/>
                </a:lnTo>
                <a:lnTo>
                  <a:pt x="250" y="328"/>
                </a:lnTo>
                <a:lnTo>
                  <a:pt x="238" y="328"/>
                </a:lnTo>
                <a:lnTo>
                  <a:pt x="238" y="248"/>
                </a:lnTo>
                <a:lnTo>
                  <a:pt x="238" y="248"/>
                </a:lnTo>
                <a:close/>
                <a:moveTo>
                  <a:pt x="250" y="276"/>
                </a:moveTo>
                <a:lnTo>
                  <a:pt x="250" y="276"/>
                </a:lnTo>
                <a:lnTo>
                  <a:pt x="250" y="284"/>
                </a:lnTo>
                <a:lnTo>
                  <a:pt x="254" y="290"/>
                </a:lnTo>
                <a:lnTo>
                  <a:pt x="254" y="290"/>
                </a:lnTo>
                <a:lnTo>
                  <a:pt x="256" y="294"/>
                </a:lnTo>
                <a:lnTo>
                  <a:pt x="260" y="296"/>
                </a:lnTo>
                <a:lnTo>
                  <a:pt x="260" y="296"/>
                </a:lnTo>
                <a:lnTo>
                  <a:pt x="264" y="294"/>
                </a:lnTo>
                <a:lnTo>
                  <a:pt x="268" y="292"/>
                </a:lnTo>
                <a:lnTo>
                  <a:pt x="268" y="292"/>
                </a:lnTo>
                <a:lnTo>
                  <a:pt x="270" y="286"/>
                </a:lnTo>
                <a:lnTo>
                  <a:pt x="272" y="278"/>
                </a:lnTo>
                <a:lnTo>
                  <a:pt x="272" y="278"/>
                </a:lnTo>
                <a:lnTo>
                  <a:pt x="270" y="270"/>
                </a:lnTo>
                <a:lnTo>
                  <a:pt x="268" y="264"/>
                </a:lnTo>
                <a:lnTo>
                  <a:pt x="268" y="264"/>
                </a:lnTo>
                <a:lnTo>
                  <a:pt x="264" y="260"/>
                </a:lnTo>
                <a:lnTo>
                  <a:pt x="260" y="260"/>
                </a:lnTo>
                <a:lnTo>
                  <a:pt x="260" y="260"/>
                </a:lnTo>
                <a:lnTo>
                  <a:pt x="256" y="260"/>
                </a:lnTo>
                <a:lnTo>
                  <a:pt x="254" y="264"/>
                </a:lnTo>
                <a:lnTo>
                  <a:pt x="254" y="264"/>
                </a:lnTo>
                <a:lnTo>
                  <a:pt x="250" y="268"/>
                </a:lnTo>
                <a:lnTo>
                  <a:pt x="250" y="276"/>
                </a:lnTo>
                <a:lnTo>
                  <a:pt x="250" y="276"/>
                </a:lnTo>
                <a:close/>
                <a:moveTo>
                  <a:pt x="290" y="248"/>
                </a:moveTo>
                <a:lnTo>
                  <a:pt x="302" y="248"/>
                </a:lnTo>
                <a:lnTo>
                  <a:pt x="302" y="256"/>
                </a:lnTo>
                <a:lnTo>
                  <a:pt x="302" y="256"/>
                </a:lnTo>
                <a:lnTo>
                  <a:pt x="304" y="252"/>
                </a:lnTo>
                <a:lnTo>
                  <a:pt x="308" y="250"/>
                </a:lnTo>
                <a:lnTo>
                  <a:pt x="308" y="250"/>
                </a:lnTo>
                <a:lnTo>
                  <a:pt x="312" y="248"/>
                </a:lnTo>
                <a:lnTo>
                  <a:pt x="316" y="248"/>
                </a:lnTo>
                <a:lnTo>
                  <a:pt x="316" y="248"/>
                </a:lnTo>
                <a:lnTo>
                  <a:pt x="324" y="248"/>
                </a:lnTo>
                <a:lnTo>
                  <a:pt x="330" y="254"/>
                </a:lnTo>
                <a:lnTo>
                  <a:pt x="330" y="254"/>
                </a:lnTo>
                <a:lnTo>
                  <a:pt x="336" y="264"/>
                </a:lnTo>
                <a:lnTo>
                  <a:pt x="336" y="276"/>
                </a:lnTo>
                <a:lnTo>
                  <a:pt x="336" y="276"/>
                </a:lnTo>
                <a:lnTo>
                  <a:pt x="336" y="290"/>
                </a:lnTo>
                <a:lnTo>
                  <a:pt x="330" y="300"/>
                </a:lnTo>
                <a:lnTo>
                  <a:pt x="330" y="300"/>
                </a:lnTo>
                <a:lnTo>
                  <a:pt x="324" y="306"/>
                </a:lnTo>
                <a:lnTo>
                  <a:pt x="316" y="308"/>
                </a:lnTo>
                <a:lnTo>
                  <a:pt x="316" y="308"/>
                </a:lnTo>
                <a:lnTo>
                  <a:pt x="310" y="306"/>
                </a:lnTo>
                <a:lnTo>
                  <a:pt x="310" y="306"/>
                </a:lnTo>
                <a:lnTo>
                  <a:pt x="302" y="300"/>
                </a:lnTo>
                <a:lnTo>
                  <a:pt x="302" y="328"/>
                </a:lnTo>
                <a:lnTo>
                  <a:pt x="290" y="328"/>
                </a:lnTo>
                <a:lnTo>
                  <a:pt x="290" y="248"/>
                </a:lnTo>
                <a:lnTo>
                  <a:pt x="290" y="248"/>
                </a:lnTo>
                <a:close/>
                <a:moveTo>
                  <a:pt x="302" y="276"/>
                </a:moveTo>
                <a:lnTo>
                  <a:pt x="302" y="276"/>
                </a:lnTo>
                <a:lnTo>
                  <a:pt x="304" y="284"/>
                </a:lnTo>
                <a:lnTo>
                  <a:pt x="306" y="290"/>
                </a:lnTo>
                <a:lnTo>
                  <a:pt x="306" y="290"/>
                </a:lnTo>
                <a:lnTo>
                  <a:pt x="310" y="294"/>
                </a:lnTo>
                <a:lnTo>
                  <a:pt x="314" y="296"/>
                </a:lnTo>
                <a:lnTo>
                  <a:pt x="314" y="296"/>
                </a:lnTo>
                <a:lnTo>
                  <a:pt x="318" y="294"/>
                </a:lnTo>
                <a:lnTo>
                  <a:pt x="320" y="292"/>
                </a:lnTo>
                <a:lnTo>
                  <a:pt x="320" y="292"/>
                </a:lnTo>
                <a:lnTo>
                  <a:pt x="324" y="286"/>
                </a:lnTo>
                <a:lnTo>
                  <a:pt x="324" y="278"/>
                </a:lnTo>
                <a:lnTo>
                  <a:pt x="324" y="278"/>
                </a:lnTo>
                <a:lnTo>
                  <a:pt x="324" y="270"/>
                </a:lnTo>
                <a:lnTo>
                  <a:pt x="320" y="264"/>
                </a:lnTo>
                <a:lnTo>
                  <a:pt x="320" y="264"/>
                </a:lnTo>
                <a:lnTo>
                  <a:pt x="318" y="260"/>
                </a:lnTo>
                <a:lnTo>
                  <a:pt x="314" y="260"/>
                </a:lnTo>
                <a:lnTo>
                  <a:pt x="314" y="260"/>
                </a:lnTo>
                <a:lnTo>
                  <a:pt x="310" y="260"/>
                </a:lnTo>
                <a:lnTo>
                  <a:pt x="306" y="264"/>
                </a:lnTo>
                <a:lnTo>
                  <a:pt x="306" y="264"/>
                </a:lnTo>
                <a:lnTo>
                  <a:pt x="304" y="268"/>
                </a:lnTo>
                <a:lnTo>
                  <a:pt x="302" y="276"/>
                </a:lnTo>
                <a:lnTo>
                  <a:pt x="302" y="276"/>
                </a:lnTo>
                <a:close/>
                <a:moveTo>
                  <a:pt x="338" y="290"/>
                </a:moveTo>
                <a:lnTo>
                  <a:pt x="352" y="288"/>
                </a:lnTo>
                <a:lnTo>
                  <a:pt x="352" y="288"/>
                </a:lnTo>
                <a:lnTo>
                  <a:pt x="352" y="292"/>
                </a:lnTo>
                <a:lnTo>
                  <a:pt x="354" y="294"/>
                </a:lnTo>
                <a:lnTo>
                  <a:pt x="358" y="296"/>
                </a:lnTo>
                <a:lnTo>
                  <a:pt x="362" y="296"/>
                </a:lnTo>
                <a:lnTo>
                  <a:pt x="362" y="296"/>
                </a:lnTo>
                <a:lnTo>
                  <a:pt x="368" y="294"/>
                </a:lnTo>
                <a:lnTo>
                  <a:pt x="368" y="294"/>
                </a:lnTo>
                <a:lnTo>
                  <a:pt x="370" y="292"/>
                </a:lnTo>
                <a:lnTo>
                  <a:pt x="370" y="290"/>
                </a:lnTo>
                <a:lnTo>
                  <a:pt x="370" y="290"/>
                </a:lnTo>
                <a:lnTo>
                  <a:pt x="370" y="288"/>
                </a:lnTo>
                <a:lnTo>
                  <a:pt x="370" y="288"/>
                </a:lnTo>
                <a:lnTo>
                  <a:pt x="366" y="286"/>
                </a:lnTo>
                <a:lnTo>
                  <a:pt x="366" y="286"/>
                </a:lnTo>
                <a:lnTo>
                  <a:pt x="352" y="282"/>
                </a:lnTo>
                <a:lnTo>
                  <a:pt x="346" y="278"/>
                </a:lnTo>
                <a:lnTo>
                  <a:pt x="346" y="278"/>
                </a:lnTo>
                <a:lnTo>
                  <a:pt x="342" y="272"/>
                </a:lnTo>
                <a:lnTo>
                  <a:pt x="340" y="264"/>
                </a:lnTo>
                <a:lnTo>
                  <a:pt x="340" y="264"/>
                </a:lnTo>
                <a:lnTo>
                  <a:pt x="342" y="258"/>
                </a:lnTo>
                <a:lnTo>
                  <a:pt x="346" y="252"/>
                </a:lnTo>
                <a:lnTo>
                  <a:pt x="346" y="252"/>
                </a:lnTo>
                <a:lnTo>
                  <a:pt x="352" y="248"/>
                </a:lnTo>
                <a:lnTo>
                  <a:pt x="360" y="248"/>
                </a:lnTo>
                <a:lnTo>
                  <a:pt x="360" y="248"/>
                </a:lnTo>
                <a:lnTo>
                  <a:pt x="368" y="248"/>
                </a:lnTo>
                <a:lnTo>
                  <a:pt x="374" y="250"/>
                </a:lnTo>
                <a:lnTo>
                  <a:pt x="374" y="250"/>
                </a:lnTo>
                <a:lnTo>
                  <a:pt x="380" y="256"/>
                </a:lnTo>
                <a:lnTo>
                  <a:pt x="382" y="262"/>
                </a:lnTo>
                <a:lnTo>
                  <a:pt x="370" y="266"/>
                </a:lnTo>
                <a:lnTo>
                  <a:pt x="370" y="266"/>
                </a:lnTo>
                <a:lnTo>
                  <a:pt x="366" y="260"/>
                </a:lnTo>
                <a:lnTo>
                  <a:pt x="360" y="258"/>
                </a:lnTo>
                <a:lnTo>
                  <a:pt x="360" y="258"/>
                </a:lnTo>
                <a:lnTo>
                  <a:pt x="354" y="260"/>
                </a:lnTo>
                <a:lnTo>
                  <a:pt x="354" y="260"/>
                </a:lnTo>
                <a:lnTo>
                  <a:pt x="352" y="262"/>
                </a:lnTo>
                <a:lnTo>
                  <a:pt x="352" y="262"/>
                </a:lnTo>
                <a:lnTo>
                  <a:pt x="354" y="266"/>
                </a:lnTo>
                <a:lnTo>
                  <a:pt x="354" y="266"/>
                </a:lnTo>
                <a:lnTo>
                  <a:pt x="366" y="270"/>
                </a:lnTo>
                <a:lnTo>
                  <a:pt x="366" y="270"/>
                </a:lnTo>
                <a:lnTo>
                  <a:pt x="374" y="274"/>
                </a:lnTo>
                <a:lnTo>
                  <a:pt x="380" y="278"/>
                </a:lnTo>
                <a:lnTo>
                  <a:pt x="380" y="278"/>
                </a:lnTo>
                <a:lnTo>
                  <a:pt x="382" y="282"/>
                </a:lnTo>
                <a:lnTo>
                  <a:pt x="384" y="288"/>
                </a:lnTo>
                <a:lnTo>
                  <a:pt x="384" y="288"/>
                </a:lnTo>
                <a:lnTo>
                  <a:pt x="382" y="296"/>
                </a:lnTo>
                <a:lnTo>
                  <a:pt x="378" y="302"/>
                </a:lnTo>
                <a:lnTo>
                  <a:pt x="378" y="302"/>
                </a:lnTo>
                <a:lnTo>
                  <a:pt x="370" y="306"/>
                </a:lnTo>
                <a:lnTo>
                  <a:pt x="362" y="308"/>
                </a:lnTo>
                <a:lnTo>
                  <a:pt x="362" y="308"/>
                </a:lnTo>
                <a:lnTo>
                  <a:pt x="354" y="306"/>
                </a:lnTo>
                <a:lnTo>
                  <a:pt x="346" y="304"/>
                </a:lnTo>
                <a:lnTo>
                  <a:pt x="346" y="304"/>
                </a:lnTo>
                <a:lnTo>
                  <a:pt x="342" y="298"/>
                </a:lnTo>
                <a:lnTo>
                  <a:pt x="338" y="290"/>
                </a:lnTo>
                <a:lnTo>
                  <a:pt x="338" y="2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rgbClr val="5AC5C5"/>
            </a:solidFill>
            <a:round/>
            <a:headEnd/>
            <a:tailEnd/>
          </a:ln>
        </p:spPr>
        <p:txBody>
          <a:bodyPr vert="horz" wrap="square" lIns="68562" tIns="34281" rIns="68562" bIns="34281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00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01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01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02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5028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2034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199040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6046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  <a:ea typeface="华文细黑"/>
              <a:sym typeface="Arial" panose="020B0604020202020204" pitchFamily="34" charset="0"/>
            </a:endParaRPr>
          </a:p>
        </p:txBody>
      </p:sp>
      <p:sp>
        <p:nvSpPr>
          <p:cNvPr id="64" name="Freeform 14"/>
          <p:cNvSpPr>
            <a:spLocks noEditPoints="1"/>
          </p:cNvSpPr>
          <p:nvPr/>
        </p:nvSpPr>
        <p:spPr bwMode="auto">
          <a:xfrm>
            <a:off x="6747883" y="4221088"/>
            <a:ext cx="436307" cy="351856"/>
          </a:xfrm>
          <a:custGeom>
            <a:avLst/>
            <a:gdLst/>
            <a:ahLst/>
            <a:cxnLst>
              <a:cxn ang="0">
                <a:pos x="398" y="176"/>
              </a:cxn>
              <a:cxn ang="0">
                <a:pos x="174" y="400"/>
              </a:cxn>
              <a:cxn ang="0">
                <a:pos x="154" y="176"/>
              </a:cxn>
              <a:cxn ang="0">
                <a:pos x="422" y="200"/>
              </a:cxn>
              <a:cxn ang="0">
                <a:pos x="442" y="424"/>
              </a:cxn>
              <a:cxn ang="0">
                <a:pos x="210" y="442"/>
              </a:cxn>
              <a:cxn ang="0">
                <a:pos x="386" y="418"/>
              </a:cxn>
              <a:cxn ang="0">
                <a:pos x="416" y="380"/>
              </a:cxn>
              <a:cxn ang="0">
                <a:pos x="352" y="18"/>
              </a:cxn>
              <a:cxn ang="0">
                <a:pos x="446" y="110"/>
              </a:cxn>
              <a:cxn ang="0">
                <a:pos x="524" y="134"/>
              </a:cxn>
              <a:cxn ang="0">
                <a:pos x="580" y="208"/>
              </a:cxn>
              <a:cxn ang="0">
                <a:pos x="572" y="310"/>
              </a:cxn>
              <a:cxn ang="0">
                <a:pos x="502" y="264"/>
              </a:cxn>
              <a:cxn ang="0">
                <a:pos x="472" y="226"/>
              </a:cxn>
              <a:cxn ang="0">
                <a:pos x="454" y="198"/>
              </a:cxn>
              <a:cxn ang="0">
                <a:pos x="416" y="176"/>
              </a:cxn>
              <a:cxn ang="0">
                <a:pos x="392" y="140"/>
              </a:cxn>
              <a:cxn ang="0">
                <a:pos x="152" y="144"/>
              </a:cxn>
              <a:cxn ang="0">
                <a:pos x="136" y="380"/>
              </a:cxn>
              <a:cxn ang="0">
                <a:pos x="50" y="370"/>
              </a:cxn>
              <a:cxn ang="0">
                <a:pos x="0" y="274"/>
              </a:cxn>
              <a:cxn ang="0">
                <a:pos x="76" y="164"/>
              </a:cxn>
              <a:cxn ang="0">
                <a:pos x="124" y="82"/>
              </a:cxn>
              <a:cxn ang="0">
                <a:pos x="210" y="12"/>
              </a:cxn>
              <a:cxn ang="0">
                <a:pos x="464" y="244"/>
              </a:cxn>
              <a:cxn ang="0">
                <a:pos x="484" y="468"/>
              </a:cxn>
              <a:cxn ang="0">
                <a:pos x="252" y="486"/>
              </a:cxn>
              <a:cxn ang="0">
                <a:pos x="428" y="462"/>
              </a:cxn>
              <a:cxn ang="0">
                <a:pos x="460" y="424"/>
              </a:cxn>
              <a:cxn ang="0">
                <a:pos x="182" y="306"/>
              </a:cxn>
              <a:cxn ang="0">
                <a:pos x="200" y="244"/>
              </a:cxn>
              <a:cxn ang="0">
                <a:pos x="250" y="256"/>
              </a:cxn>
              <a:cxn ang="0">
                <a:pos x="272" y="248"/>
              </a:cxn>
              <a:cxn ang="0">
                <a:pos x="278" y="300"/>
              </a:cxn>
              <a:cxn ang="0">
                <a:pos x="250" y="300"/>
              </a:cxn>
              <a:cxn ang="0">
                <a:pos x="250" y="284"/>
              </a:cxn>
              <a:cxn ang="0">
                <a:pos x="268" y="292"/>
              </a:cxn>
              <a:cxn ang="0">
                <a:pos x="268" y="264"/>
              </a:cxn>
              <a:cxn ang="0">
                <a:pos x="250" y="268"/>
              </a:cxn>
              <a:cxn ang="0">
                <a:pos x="304" y="252"/>
              </a:cxn>
              <a:cxn ang="0">
                <a:pos x="330" y="254"/>
              </a:cxn>
              <a:cxn ang="0">
                <a:pos x="330" y="300"/>
              </a:cxn>
              <a:cxn ang="0">
                <a:pos x="302" y="328"/>
              </a:cxn>
              <a:cxn ang="0">
                <a:pos x="306" y="290"/>
              </a:cxn>
              <a:cxn ang="0">
                <a:pos x="320" y="292"/>
              </a:cxn>
              <a:cxn ang="0">
                <a:pos x="318" y="260"/>
              </a:cxn>
              <a:cxn ang="0">
                <a:pos x="302" y="276"/>
              </a:cxn>
              <a:cxn ang="0">
                <a:pos x="358" y="296"/>
              </a:cxn>
              <a:cxn ang="0">
                <a:pos x="370" y="290"/>
              </a:cxn>
              <a:cxn ang="0">
                <a:pos x="346" y="278"/>
              </a:cxn>
              <a:cxn ang="0">
                <a:pos x="352" y="248"/>
              </a:cxn>
              <a:cxn ang="0">
                <a:pos x="382" y="262"/>
              </a:cxn>
              <a:cxn ang="0">
                <a:pos x="354" y="260"/>
              </a:cxn>
              <a:cxn ang="0">
                <a:pos x="374" y="274"/>
              </a:cxn>
              <a:cxn ang="0">
                <a:pos x="378" y="302"/>
              </a:cxn>
              <a:cxn ang="0">
                <a:pos x="346" y="304"/>
              </a:cxn>
            </a:cxnLst>
            <a:rect l="0" t="0" r="r" b="b"/>
            <a:pathLst>
              <a:path w="586" h="488">
                <a:moveTo>
                  <a:pt x="174" y="154"/>
                </a:moveTo>
                <a:lnTo>
                  <a:pt x="378" y="154"/>
                </a:lnTo>
                <a:lnTo>
                  <a:pt x="378" y="154"/>
                </a:lnTo>
                <a:lnTo>
                  <a:pt x="386" y="156"/>
                </a:lnTo>
                <a:lnTo>
                  <a:pt x="392" y="160"/>
                </a:lnTo>
                <a:lnTo>
                  <a:pt x="396" y="168"/>
                </a:lnTo>
                <a:lnTo>
                  <a:pt x="398" y="176"/>
                </a:lnTo>
                <a:lnTo>
                  <a:pt x="398" y="380"/>
                </a:lnTo>
                <a:lnTo>
                  <a:pt x="398" y="380"/>
                </a:lnTo>
                <a:lnTo>
                  <a:pt x="396" y="388"/>
                </a:lnTo>
                <a:lnTo>
                  <a:pt x="392" y="394"/>
                </a:lnTo>
                <a:lnTo>
                  <a:pt x="386" y="398"/>
                </a:lnTo>
                <a:lnTo>
                  <a:pt x="378" y="400"/>
                </a:lnTo>
                <a:lnTo>
                  <a:pt x="174" y="400"/>
                </a:lnTo>
                <a:lnTo>
                  <a:pt x="174" y="400"/>
                </a:lnTo>
                <a:lnTo>
                  <a:pt x="166" y="398"/>
                </a:lnTo>
                <a:lnTo>
                  <a:pt x="160" y="394"/>
                </a:lnTo>
                <a:lnTo>
                  <a:pt x="156" y="388"/>
                </a:lnTo>
                <a:lnTo>
                  <a:pt x="154" y="380"/>
                </a:lnTo>
                <a:lnTo>
                  <a:pt x="154" y="176"/>
                </a:lnTo>
                <a:lnTo>
                  <a:pt x="154" y="176"/>
                </a:lnTo>
                <a:lnTo>
                  <a:pt x="156" y="168"/>
                </a:lnTo>
                <a:lnTo>
                  <a:pt x="160" y="160"/>
                </a:lnTo>
                <a:lnTo>
                  <a:pt x="166" y="156"/>
                </a:lnTo>
                <a:lnTo>
                  <a:pt x="174" y="154"/>
                </a:lnTo>
                <a:lnTo>
                  <a:pt x="174" y="154"/>
                </a:lnTo>
                <a:close/>
                <a:moveTo>
                  <a:pt x="416" y="200"/>
                </a:moveTo>
                <a:lnTo>
                  <a:pt x="422" y="200"/>
                </a:lnTo>
                <a:lnTo>
                  <a:pt x="422" y="200"/>
                </a:lnTo>
                <a:lnTo>
                  <a:pt x="430" y="200"/>
                </a:lnTo>
                <a:lnTo>
                  <a:pt x="436" y="206"/>
                </a:lnTo>
                <a:lnTo>
                  <a:pt x="440" y="212"/>
                </a:lnTo>
                <a:lnTo>
                  <a:pt x="442" y="220"/>
                </a:lnTo>
                <a:lnTo>
                  <a:pt x="442" y="424"/>
                </a:lnTo>
                <a:lnTo>
                  <a:pt x="442" y="424"/>
                </a:lnTo>
                <a:lnTo>
                  <a:pt x="440" y="432"/>
                </a:lnTo>
                <a:lnTo>
                  <a:pt x="436" y="438"/>
                </a:lnTo>
                <a:lnTo>
                  <a:pt x="430" y="442"/>
                </a:lnTo>
                <a:lnTo>
                  <a:pt x="422" y="444"/>
                </a:lnTo>
                <a:lnTo>
                  <a:pt x="218" y="444"/>
                </a:lnTo>
                <a:lnTo>
                  <a:pt x="218" y="444"/>
                </a:lnTo>
                <a:lnTo>
                  <a:pt x="210" y="442"/>
                </a:lnTo>
                <a:lnTo>
                  <a:pt x="202" y="438"/>
                </a:lnTo>
                <a:lnTo>
                  <a:pt x="198" y="432"/>
                </a:lnTo>
                <a:lnTo>
                  <a:pt x="196" y="424"/>
                </a:lnTo>
                <a:lnTo>
                  <a:pt x="196" y="418"/>
                </a:lnTo>
                <a:lnTo>
                  <a:pt x="378" y="418"/>
                </a:lnTo>
                <a:lnTo>
                  <a:pt x="378" y="418"/>
                </a:lnTo>
                <a:lnTo>
                  <a:pt x="386" y="418"/>
                </a:lnTo>
                <a:lnTo>
                  <a:pt x="392" y="414"/>
                </a:lnTo>
                <a:lnTo>
                  <a:pt x="400" y="412"/>
                </a:lnTo>
                <a:lnTo>
                  <a:pt x="406" y="406"/>
                </a:lnTo>
                <a:lnTo>
                  <a:pt x="410" y="400"/>
                </a:lnTo>
                <a:lnTo>
                  <a:pt x="414" y="394"/>
                </a:lnTo>
                <a:lnTo>
                  <a:pt x="416" y="388"/>
                </a:lnTo>
                <a:lnTo>
                  <a:pt x="416" y="380"/>
                </a:lnTo>
                <a:lnTo>
                  <a:pt x="416" y="200"/>
                </a:lnTo>
                <a:lnTo>
                  <a:pt x="416" y="200"/>
                </a:lnTo>
                <a:close/>
                <a:moveTo>
                  <a:pt x="274" y="0"/>
                </a:moveTo>
                <a:lnTo>
                  <a:pt x="274" y="0"/>
                </a:lnTo>
                <a:lnTo>
                  <a:pt x="302" y="2"/>
                </a:lnTo>
                <a:lnTo>
                  <a:pt x="328" y="8"/>
                </a:lnTo>
                <a:lnTo>
                  <a:pt x="352" y="18"/>
                </a:lnTo>
                <a:lnTo>
                  <a:pt x="376" y="30"/>
                </a:lnTo>
                <a:lnTo>
                  <a:pt x="396" y="46"/>
                </a:lnTo>
                <a:lnTo>
                  <a:pt x="414" y="66"/>
                </a:lnTo>
                <a:lnTo>
                  <a:pt x="428" y="88"/>
                </a:lnTo>
                <a:lnTo>
                  <a:pt x="440" y="110"/>
                </a:lnTo>
                <a:lnTo>
                  <a:pt x="440" y="110"/>
                </a:lnTo>
                <a:lnTo>
                  <a:pt x="446" y="110"/>
                </a:lnTo>
                <a:lnTo>
                  <a:pt x="446" y="110"/>
                </a:lnTo>
                <a:lnTo>
                  <a:pt x="462" y="112"/>
                </a:lnTo>
                <a:lnTo>
                  <a:pt x="474" y="114"/>
                </a:lnTo>
                <a:lnTo>
                  <a:pt x="488" y="116"/>
                </a:lnTo>
                <a:lnTo>
                  <a:pt x="502" y="122"/>
                </a:lnTo>
                <a:lnTo>
                  <a:pt x="514" y="128"/>
                </a:lnTo>
                <a:lnTo>
                  <a:pt x="524" y="134"/>
                </a:lnTo>
                <a:lnTo>
                  <a:pt x="536" y="142"/>
                </a:lnTo>
                <a:lnTo>
                  <a:pt x="546" y="152"/>
                </a:lnTo>
                <a:lnTo>
                  <a:pt x="554" y="162"/>
                </a:lnTo>
                <a:lnTo>
                  <a:pt x="562" y="172"/>
                </a:lnTo>
                <a:lnTo>
                  <a:pt x="570" y="184"/>
                </a:lnTo>
                <a:lnTo>
                  <a:pt x="576" y="196"/>
                </a:lnTo>
                <a:lnTo>
                  <a:pt x="580" y="208"/>
                </a:lnTo>
                <a:lnTo>
                  <a:pt x="584" y="222"/>
                </a:lnTo>
                <a:lnTo>
                  <a:pt x="586" y="236"/>
                </a:lnTo>
                <a:lnTo>
                  <a:pt x="586" y="250"/>
                </a:lnTo>
                <a:lnTo>
                  <a:pt x="586" y="250"/>
                </a:lnTo>
                <a:lnTo>
                  <a:pt x="584" y="272"/>
                </a:lnTo>
                <a:lnTo>
                  <a:pt x="580" y="292"/>
                </a:lnTo>
                <a:lnTo>
                  <a:pt x="572" y="310"/>
                </a:lnTo>
                <a:lnTo>
                  <a:pt x="562" y="328"/>
                </a:lnTo>
                <a:lnTo>
                  <a:pt x="550" y="342"/>
                </a:lnTo>
                <a:lnTo>
                  <a:pt x="536" y="356"/>
                </a:lnTo>
                <a:lnTo>
                  <a:pt x="520" y="368"/>
                </a:lnTo>
                <a:lnTo>
                  <a:pt x="502" y="378"/>
                </a:lnTo>
                <a:lnTo>
                  <a:pt x="502" y="264"/>
                </a:lnTo>
                <a:lnTo>
                  <a:pt x="502" y="264"/>
                </a:lnTo>
                <a:lnTo>
                  <a:pt x="502" y="256"/>
                </a:lnTo>
                <a:lnTo>
                  <a:pt x="500" y="250"/>
                </a:lnTo>
                <a:lnTo>
                  <a:pt x="496" y="242"/>
                </a:lnTo>
                <a:lnTo>
                  <a:pt x="492" y="236"/>
                </a:lnTo>
                <a:lnTo>
                  <a:pt x="486" y="232"/>
                </a:lnTo>
                <a:lnTo>
                  <a:pt x="480" y="228"/>
                </a:lnTo>
                <a:lnTo>
                  <a:pt x="472" y="226"/>
                </a:lnTo>
                <a:lnTo>
                  <a:pt x="464" y="226"/>
                </a:lnTo>
                <a:lnTo>
                  <a:pt x="460" y="226"/>
                </a:lnTo>
                <a:lnTo>
                  <a:pt x="460" y="220"/>
                </a:lnTo>
                <a:lnTo>
                  <a:pt x="460" y="220"/>
                </a:lnTo>
                <a:lnTo>
                  <a:pt x="458" y="212"/>
                </a:lnTo>
                <a:lnTo>
                  <a:pt x="456" y="204"/>
                </a:lnTo>
                <a:lnTo>
                  <a:pt x="454" y="198"/>
                </a:lnTo>
                <a:lnTo>
                  <a:pt x="448" y="192"/>
                </a:lnTo>
                <a:lnTo>
                  <a:pt x="442" y="188"/>
                </a:lnTo>
                <a:lnTo>
                  <a:pt x="436" y="184"/>
                </a:lnTo>
                <a:lnTo>
                  <a:pt x="428" y="182"/>
                </a:lnTo>
                <a:lnTo>
                  <a:pt x="422" y="182"/>
                </a:lnTo>
                <a:lnTo>
                  <a:pt x="416" y="182"/>
                </a:lnTo>
                <a:lnTo>
                  <a:pt x="416" y="176"/>
                </a:lnTo>
                <a:lnTo>
                  <a:pt x="416" y="176"/>
                </a:lnTo>
                <a:lnTo>
                  <a:pt x="416" y="168"/>
                </a:lnTo>
                <a:lnTo>
                  <a:pt x="414" y="160"/>
                </a:lnTo>
                <a:lnTo>
                  <a:pt x="410" y="154"/>
                </a:lnTo>
                <a:lnTo>
                  <a:pt x="406" y="148"/>
                </a:lnTo>
                <a:lnTo>
                  <a:pt x="400" y="144"/>
                </a:lnTo>
                <a:lnTo>
                  <a:pt x="392" y="140"/>
                </a:lnTo>
                <a:lnTo>
                  <a:pt x="386" y="138"/>
                </a:lnTo>
                <a:lnTo>
                  <a:pt x="378" y="136"/>
                </a:lnTo>
                <a:lnTo>
                  <a:pt x="174" y="136"/>
                </a:lnTo>
                <a:lnTo>
                  <a:pt x="174" y="136"/>
                </a:lnTo>
                <a:lnTo>
                  <a:pt x="166" y="138"/>
                </a:lnTo>
                <a:lnTo>
                  <a:pt x="158" y="140"/>
                </a:lnTo>
                <a:lnTo>
                  <a:pt x="152" y="144"/>
                </a:lnTo>
                <a:lnTo>
                  <a:pt x="146" y="148"/>
                </a:lnTo>
                <a:lnTo>
                  <a:pt x="142" y="154"/>
                </a:lnTo>
                <a:lnTo>
                  <a:pt x="138" y="160"/>
                </a:lnTo>
                <a:lnTo>
                  <a:pt x="136" y="168"/>
                </a:lnTo>
                <a:lnTo>
                  <a:pt x="136" y="176"/>
                </a:lnTo>
                <a:lnTo>
                  <a:pt x="136" y="380"/>
                </a:lnTo>
                <a:lnTo>
                  <a:pt x="136" y="380"/>
                </a:lnTo>
                <a:lnTo>
                  <a:pt x="136" y="390"/>
                </a:lnTo>
                <a:lnTo>
                  <a:pt x="116" y="390"/>
                </a:lnTo>
                <a:lnTo>
                  <a:pt x="116" y="390"/>
                </a:lnTo>
                <a:lnTo>
                  <a:pt x="104" y="388"/>
                </a:lnTo>
                <a:lnTo>
                  <a:pt x="92" y="388"/>
                </a:lnTo>
                <a:lnTo>
                  <a:pt x="70" y="380"/>
                </a:lnTo>
                <a:lnTo>
                  <a:pt x="50" y="370"/>
                </a:lnTo>
                <a:lnTo>
                  <a:pt x="34" y="356"/>
                </a:lnTo>
                <a:lnTo>
                  <a:pt x="20" y="338"/>
                </a:lnTo>
                <a:lnTo>
                  <a:pt x="8" y="318"/>
                </a:lnTo>
                <a:lnTo>
                  <a:pt x="2" y="296"/>
                </a:lnTo>
                <a:lnTo>
                  <a:pt x="0" y="286"/>
                </a:lnTo>
                <a:lnTo>
                  <a:pt x="0" y="274"/>
                </a:lnTo>
                <a:lnTo>
                  <a:pt x="0" y="274"/>
                </a:lnTo>
                <a:lnTo>
                  <a:pt x="2" y="252"/>
                </a:lnTo>
                <a:lnTo>
                  <a:pt x="6" y="232"/>
                </a:lnTo>
                <a:lnTo>
                  <a:pt x="16" y="214"/>
                </a:lnTo>
                <a:lnTo>
                  <a:pt x="28" y="198"/>
                </a:lnTo>
                <a:lnTo>
                  <a:pt x="42" y="184"/>
                </a:lnTo>
                <a:lnTo>
                  <a:pt x="58" y="172"/>
                </a:lnTo>
                <a:lnTo>
                  <a:pt x="76" y="164"/>
                </a:lnTo>
                <a:lnTo>
                  <a:pt x="96" y="158"/>
                </a:lnTo>
                <a:lnTo>
                  <a:pt x="96" y="158"/>
                </a:lnTo>
                <a:lnTo>
                  <a:pt x="100" y="142"/>
                </a:lnTo>
                <a:lnTo>
                  <a:pt x="104" y="126"/>
                </a:lnTo>
                <a:lnTo>
                  <a:pt x="108" y="110"/>
                </a:lnTo>
                <a:lnTo>
                  <a:pt x="116" y="96"/>
                </a:lnTo>
                <a:lnTo>
                  <a:pt x="124" y="82"/>
                </a:lnTo>
                <a:lnTo>
                  <a:pt x="132" y="68"/>
                </a:lnTo>
                <a:lnTo>
                  <a:pt x="144" y="56"/>
                </a:lnTo>
                <a:lnTo>
                  <a:pt x="154" y="46"/>
                </a:lnTo>
                <a:lnTo>
                  <a:pt x="166" y="36"/>
                </a:lnTo>
                <a:lnTo>
                  <a:pt x="180" y="26"/>
                </a:lnTo>
                <a:lnTo>
                  <a:pt x="194" y="18"/>
                </a:lnTo>
                <a:lnTo>
                  <a:pt x="210" y="12"/>
                </a:lnTo>
                <a:lnTo>
                  <a:pt x="224" y="6"/>
                </a:lnTo>
                <a:lnTo>
                  <a:pt x="240" y="2"/>
                </a:lnTo>
                <a:lnTo>
                  <a:pt x="258" y="0"/>
                </a:lnTo>
                <a:lnTo>
                  <a:pt x="274" y="0"/>
                </a:lnTo>
                <a:lnTo>
                  <a:pt x="274" y="0"/>
                </a:lnTo>
                <a:close/>
                <a:moveTo>
                  <a:pt x="460" y="244"/>
                </a:moveTo>
                <a:lnTo>
                  <a:pt x="464" y="244"/>
                </a:lnTo>
                <a:lnTo>
                  <a:pt x="464" y="244"/>
                </a:lnTo>
                <a:lnTo>
                  <a:pt x="472" y="246"/>
                </a:lnTo>
                <a:lnTo>
                  <a:pt x="478" y="250"/>
                </a:lnTo>
                <a:lnTo>
                  <a:pt x="484" y="256"/>
                </a:lnTo>
                <a:lnTo>
                  <a:pt x="484" y="264"/>
                </a:lnTo>
                <a:lnTo>
                  <a:pt x="484" y="468"/>
                </a:lnTo>
                <a:lnTo>
                  <a:pt x="484" y="468"/>
                </a:lnTo>
                <a:lnTo>
                  <a:pt x="484" y="476"/>
                </a:lnTo>
                <a:lnTo>
                  <a:pt x="478" y="482"/>
                </a:lnTo>
                <a:lnTo>
                  <a:pt x="472" y="486"/>
                </a:lnTo>
                <a:lnTo>
                  <a:pt x="464" y="488"/>
                </a:lnTo>
                <a:lnTo>
                  <a:pt x="260" y="488"/>
                </a:lnTo>
                <a:lnTo>
                  <a:pt x="260" y="488"/>
                </a:lnTo>
                <a:lnTo>
                  <a:pt x="252" y="486"/>
                </a:lnTo>
                <a:lnTo>
                  <a:pt x="246" y="482"/>
                </a:lnTo>
                <a:lnTo>
                  <a:pt x="242" y="476"/>
                </a:lnTo>
                <a:lnTo>
                  <a:pt x="240" y="468"/>
                </a:lnTo>
                <a:lnTo>
                  <a:pt x="240" y="462"/>
                </a:lnTo>
                <a:lnTo>
                  <a:pt x="422" y="462"/>
                </a:lnTo>
                <a:lnTo>
                  <a:pt x="422" y="462"/>
                </a:lnTo>
                <a:lnTo>
                  <a:pt x="428" y="462"/>
                </a:lnTo>
                <a:lnTo>
                  <a:pt x="436" y="460"/>
                </a:lnTo>
                <a:lnTo>
                  <a:pt x="442" y="456"/>
                </a:lnTo>
                <a:lnTo>
                  <a:pt x="448" y="450"/>
                </a:lnTo>
                <a:lnTo>
                  <a:pt x="454" y="446"/>
                </a:lnTo>
                <a:lnTo>
                  <a:pt x="456" y="438"/>
                </a:lnTo>
                <a:lnTo>
                  <a:pt x="458" y="432"/>
                </a:lnTo>
                <a:lnTo>
                  <a:pt x="460" y="424"/>
                </a:lnTo>
                <a:lnTo>
                  <a:pt x="460" y="244"/>
                </a:lnTo>
                <a:lnTo>
                  <a:pt x="460" y="244"/>
                </a:lnTo>
                <a:close/>
                <a:moveTo>
                  <a:pt x="234" y="306"/>
                </a:moveTo>
                <a:lnTo>
                  <a:pt x="220" y="306"/>
                </a:lnTo>
                <a:lnTo>
                  <a:pt x="214" y="288"/>
                </a:lnTo>
                <a:lnTo>
                  <a:pt x="188" y="288"/>
                </a:lnTo>
                <a:lnTo>
                  <a:pt x="182" y="306"/>
                </a:lnTo>
                <a:lnTo>
                  <a:pt x="168" y="306"/>
                </a:lnTo>
                <a:lnTo>
                  <a:pt x="194" y="226"/>
                </a:lnTo>
                <a:lnTo>
                  <a:pt x="208" y="226"/>
                </a:lnTo>
                <a:lnTo>
                  <a:pt x="234" y="306"/>
                </a:lnTo>
                <a:lnTo>
                  <a:pt x="234" y="306"/>
                </a:lnTo>
                <a:close/>
                <a:moveTo>
                  <a:pt x="210" y="274"/>
                </a:moveTo>
                <a:lnTo>
                  <a:pt x="200" y="244"/>
                </a:lnTo>
                <a:lnTo>
                  <a:pt x="192" y="274"/>
                </a:lnTo>
                <a:lnTo>
                  <a:pt x="210" y="274"/>
                </a:lnTo>
                <a:lnTo>
                  <a:pt x="210" y="274"/>
                </a:lnTo>
                <a:close/>
                <a:moveTo>
                  <a:pt x="238" y="248"/>
                </a:moveTo>
                <a:lnTo>
                  <a:pt x="250" y="248"/>
                </a:lnTo>
                <a:lnTo>
                  <a:pt x="250" y="256"/>
                </a:lnTo>
                <a:lnTo>
                  <a:pt x="250" y="256"/>
                </a:lnTo>
                <a:lnTo>
                  <a:pt x="252" y="252"/>
                </a:lnTo>
                <a:lnTo>
                  <a:pt x="256" y="250"/>
                </a:lnTo>
                <a:lnTo>
                  <a:pt x="256" y="250"/>
                </a:lnTo>
                <a:lnTo>
                  <a:pt x="260" y="248"/>
                </a:lnTo>
                <a:lnTo>
                  <a:pt x="264" y="248"/>
                </a:lnTo>
                <a:lnTo>
                  <a:pt x="264" y="248"/>
                </a:lnTo>
                <a:lnTo>
                  <a:pt x="272" y="248"/>
                </a:lnTo>
                <a:lnTo>
                  <a:pt x="278" y="254"/>
                </a:lnTo>
                <a:lnTo>
                  <a:pt x="278" y="254"/>
                </a:lnTo>
                <a:lnTo>
                  <a:pt x="282" y="264"/>
                </a:lnTo>
                <a:lnTo>
                  <a:pt x="284" y="276"/>
                </a:lnTo>
                <a:lnTo>
                  <a:pt x="284" y="276"/>
                </a:lnTo>
                <a:lnTo>
                  <a:pt x="282" y="290"/>
                </a:lnTo>
                <a:lnTo>
                  <a:pt x="278" y="300"/>
                </a:lnTo>
                <a:lnTo>
                  <a:pt x="278" y="300"/>
                </a:lnTo>
                <a:lnTo>
                  <a:pt x="272" y="306"/>
                </a:lnTo>
                <a:lnTo>
                  <a:pt x="264" y="308"/>
                </a:lnTo>
                <a:lnTo>
                  <a:pt x="264" y="308"/>
                </a:lnTo>
                <a:lnTo>
                  <a:pt x="256" y="306"/>
                </a:lnTo>
                <a:lnTo>
                  <a:pt x="256" y="306"/>
                </a:lnTo>
                <a:lnTo>
                  <a:pt x="250" y="300"/>
                </a:lnTo>
                <a:lnTo>
                  <a:pt x="250" y="328"/>
                </a:lnTo>
                <a:lnTo>
                  <a:pt x="238" y="328"/>
                </a:lnTo>
                <a:lnTo>
                  <a:pt x="238" y="248"/>
                </a:lnTo>
                <a:lnTo>
                  <a:pt x="238" y="248"/>
                </a:lnTo>
                <a:close/>
                <a:moveTo>
                  <a:pt x="250" y="276"/>
                </a:moveTo>
                <a:lnTo>
                  <a:pt x="250" y="276"/>
                </a:lnTo>
                <a:lnTo>
                  <a:pt x="250" y="284"/>
                </a:lnTo>
                <a:lnTo>
                  <a:pt x="254" y="290"/>
                </a:lnTo>
                <a:lnTo>
                  <a:pt x="254" y="290"/>
                </a:lnTo>
                <a:lnTo>
                  <a:pt x="256" y="294"/>
                </a:lnTo>
                <a:lnTo>
                  <a:pt x="260" y="296"/>
                </a:lnTo>
                <a:lnTo>
                  <a:pt x="260" y="296"/>
                </a:lnTo>
                <a:lnTo>
                  <a:pt x="264" y="294"/>
                </a:lnTo>
                <a:lnTo>
                  <a:pt x="268" y="292"/>
                </a:lnTo>
                <a:lnTo>
                  <a:pt x="268" y="292"/>
                </a:lnTo>
                <a:lnTo>
                  <a:pt x="270" y="286"/>
                </a:lnTo>
                <a:lnTo>
                  <a:pt x="272" y="278"/>
                </a:lnTo>
                <a:lnTo>
                  <a:pt x="272" y="278"/>
                </a:lnTo>
                <a:lnTo>
                  <a:pt x="270" y="270"/>
                </a:lnTo>
                <a:lnTo>
                  <a:pt x="268" y="264"/>
                </a:lnTo>
                <a:lnTo>
                  <a:pt x="268" y="264"/>
                </a:lnTo>
                <a:lnTo>
                  <a:pt x="264" y="260"/>
                </a:lnTo>
                <a:lnTo>
                  <a:pt x="260" y="260"/>
                </a:lnTo>
                <a:lnTo>
                  <a:pt x="260" y="260"/>
                </a:lnTo>
                <a:lnTo>
                  <a:pt x="256" y="260"/>
                </a:lnTo>
                <a:lnTo>
                  <a:pt x="254" y="264"/>
                </a:lnTo>
                <a:lnTo>
                  <a:pt x="254" y="264"/>
                </a:lnTo>
                <a:lnTo>
                  <a:pt x="250" y="268"/>
                </a:lnTo>
                <a:lnTo>
                  <a:pt x="250" y="276"/>
                </a:lnTo>
                <a:lnTo>
                  <a:pt x="250" y="276"/>
                </a:lnTo>
                <a:close/>
                <a:moveTo>
                  <a:pt x="290" y="248"/>
                </a:moveTo>
                <a:lnTo>
                  <a:pt x="302" y="248"/>
                </a:lnTo>
                <a:lnTo>
                  <a:pt x="302" y="256"/>
                </a:lnTo>
                <a:lnTo>
                  <a:pt x="302" y="256"/>
                </a:lnTo>
                <a:lnTo>
                  <a:pt x="304" y="252"/>
                </a:lnTo>
                <a:lnTo>
                  <a:pt x="308" y="250"/>
                </a:lnTo>
                <a:lnTo>
                  <a:pt x="308" y="250"/>
                </a:lnTo>
                <a:lnTo>
                  <a:pt x="312" y="248"/>
                </a:lnTo>
                <a:lnTo>
                  <a:pt x="316" y="248"/>
                </a:lnTo>
                <a:lnTo>
                  <a:pt x="316" y="248"/>
                </a:lnTo>
                <a:lnTo>
                  <a:pt x="324" y="248"/>
                </a:lnTo>
                <a:lnTo>
                  <a:pt x="330" y="254"/>
                </a:lnTo>
                <a:lnTo>
                  <a:pt x="330" y="254"/>
                </a:lnTo>
                <a:lnTo>
                  <a:pt x="336" y="264"/>
                </a:lnTo>
                <a:lnTo>
                  <a:pt x="336" y="276"/>
                </a:lnTo>
                <a:lnTo>
                  <a:pt x="336" y="276"/>
                </a:lnTo>
                <a:lnTo>
                  <a:pt x="336" y="290"/>
                </a:lnTo>
                <a:lnTo>
                  <a:pt x="330" y="300"/>
                </a:lnTo>
                <a:lnTo>
                  <a:pt x="330" y="300"/>
                </a:lnTo>
                <a:lnTo>
                  <a:pt x="324" y="306"/>
                </a:lnTo>
                <a:lnTo>
                  <a:pt x="316" y="308"/>
                </a:lnTo>
                <a:lnTo>
                  <a:pt x="316" y="308"/>
                </a:lnTo>
                <a:lnTo>
                  <a:pt x="310" y="306"/>
                </a:lnTo>
                <a:lnTo>
                  <a:pt x="310" y="306"/>
                </a:lnTo>
                <a:lnTo>
                  <a:pt x="302" y="300"/>
                </a:lnTo>
                <a:lnTo>
                  <a:pt x="302" y="328"/>
                </a:lnTo>
                <a:lnTo>
                  <a:pt x="290" y="328"/>
                </a:lnTo>
                <a:lnTo>
                  <a:pt x="290" y="248"/>
                </a:lnTo>
                <a:lnTo>
                  <a:pt x="290" y="248"/>
                </a:lnTo>
                <a:close/>
                <a:moveTo>
                  <a:pt x="302" y="276"/>
                </a:moveTo>
                <a:lnTo>
                  <a:pt x="302" y="276"/>
                </a:lnTo>
                <a:lnTo>
                  <a:pt x="304" y="284"/>
                </a:lnTo>
                <a:lnTo>
                  <a:pt x="306" y="290"/>
                </a:lnTo>
                <a:lnTo>
                  <a:pt x="306" y="290"/>
                </a:lnTo>
                <a:lnTo>
                  <a:pt x="310" y="294"/>
                </a:lnTo>
                <a:lnTo>
                  <a:pt x="314" y="296"/>
                </a:lnTo>
                <a:lnTo>
                  <a:pt x="314" y="296"/>
                </a:lnTo>
                <a:lnTo>
                  <a:pt x="318" y="294"/>
                </a:lnTo>
                <a:lnTo>
                  <a:pt x="320" y="292"/>
                </a:lnTo>
                <a:lnTo>
                  <a:pt x="320" y="292"/>
                </a:lnTo>
                <a:lnTo>
                  <a:pt x="324" y="286"/>
                </a:lnTo>
                <a:lnTo>
                  <a:pt x="324" y="278"/>
                </a:lnTo>
                <a:lnTo>
                  <a:pt x="324" y="278"/>
                </a:lnTo>
                <a:lnTo>
                  <a:pt x="324" y="270"/>
                </a:lnTo>
                <a:lnTo>
                  <a:pt x="320" y="264"/>
                </a:lnTo>
                <a:lnTo>
                  <a:pt x="320" y="264"/>
                </a:lnTo>
                <a:lnTo>
                  <a:pt x="318" y="260"/>
                </a:lnTo>
                <a:lnTo>
                  <a:pt x="314" y="260"/>
                </a:lnTo>
                <a:lnTo>
                  <a:pt x="314" y="260"/>
                </a:lnTo>
                <a:lnTo>
                  <a:pt x="310" y="260"/>
                </a:lnTo>
                <a:lnTo>
                  <a:pt x="306" y="264"/>
                </a:lnTo>
                <a:lnTo>
                  <a:pt x="306" y="264"/>
                </a:lnTo>
                <a:lnTo>
                  <a:pt x="304" y="268"/>
                </a:lnTo>
                <a:lnTo>
                  <a:pt x="302" y="276"/>
                </a:lnTo>
                <a:lnTo>
                  <a:pt x="302" y="276"/>
                </a:lnTo>
                <a:close/>
                <a:moveTo>
                  <a:pt x="338" y="290"/>
                </a:moveTo>
                <a:lnTo>
                  <a:pt x="352" y="288"/>
                </a:lnTo>
                <a:lnTo>
                  <a:pt x="352" y="288"/>
                </a:lnTo>
                <a:lnTo>
                  <a:pt x="352" y="292"/>
                </a:lnTo>
                <a:lnTo>
                  <a:pt x="354" y="294"/>
                </a:lnTo>
                <a:lnTo>
                  <a:pt x="358" y="296"/>
                </a:lnTo>
                <a:lnTo>
                  <a:pt x="362" y="296"/>
                </a:lnTo>
                <a:lnTo>
                  <a:pt x="362" y="296"/>
                </a:lnTo>
                <a:lnTo>
                  <a:pt x="368" y="294"/>
                </a:lnTo>
                <a:lnTo>
                  <a:pt x="368" y="294"/>
                </a:lnTo>
                <a:lnTo>
                  <a:pt x="370" y="292"/>
                </a:lnTo>
                <a:lnTo>
                  <a:pt x="370" y="290"/>
                </a:lnTo>
                <a:lnTo>
                  <a:pt x="370" y="290"/>
                </a:lnTo>
                <a:lnTo>
                  <a:pt x="370" y="288"/>
                </a:lnTo>
                <a:lnTo>
                  <a:pt x="370" y="288"/>
                </a:lnTo>
                <a:lnTo>
                  <a:pt x="366" y="286"/>
                </a:lnTo>
                <a:lnTo>
                  <a:pt x="366" y="286"/>
                </a:lnTo>
                <a:lnTo>
                  <a:pt x="352" y="282"/>
                </a:lnTo>
                <a:lnTo>
                  <a:pt x="346" y="278"/>
                </a:lnTo>
                <a:lnTo>
                  <a:pt x="346" y="278"/>
                </a:lnTo>
                <a:lnTo>
                  <a:pt x="342" y="272"/>
                </a:lnTo>
                <a:lnTo>
                  <a:pt x="340" y="264"/>
                </a:lnTo>
                <a:lnTo>
                  <a:pt x="340" y="264"/>
                </a:lnTo>
                <a:lnTo>
                  <a:pt x="342" y="258"/>
                </a:lnTo>
                <a:lnTo>
                  <a:pt x="346" y="252"/>
                </a:lnTo>
                <a:lnTo>
                  <a:pt x="346" y="252"/>
                </a:lnTo>
                <a:lnTo>
                  <a:pt x="352" y="248"/>
                </a:lnTo>
                <a:lnTo>
                  <a:pt x="360" y="248"/>
                </a:lnTo>
                <a:lnTo>
                  <a:pt x="360" y="248"/>
                </a:lnTo>
                <a:lnTo>
                  <a:pt x="368" y="248"/>
                </a:lnTo>
                <a:lnTo>
                  <a:pt x="374" y="250"/>
                </a:lnTo>
                <a:lnTo>
                  <a:pt x="374" y="250"/>
                </a:lnTo>
                <a:lnTo>
                  <a:pt x="380" y="256"/>
                </a:lnTo>
                <a:lnTo>
                  <a:pt x="382" y="262"/>
                </a:lnTo>
                <a:lnTo>
                  <a:pt x="370" y="266"/>
                </a:lnTo>
                <a:lnTo>
                  <a:pt x="370" y="266"/>
                </a:lnTo>
                <a:lnTo>
                  <a:pt x="366" y="260"/>
                </a:lnTo>
                <a:lnTo>
                  <a:pt x="360" y="258"/>
                </a:lnTo>
                <a:lnTo>
                  <a:pt x="360" y="258"/>
                </a:lnTo>
                <a:lnTo>
                  <a:pt x="354" y="260"/>
                </a:lnTo>
                <a:lnTo>
                  <a:pt x="354" y="260"/>
                </a:lnTo>
                <a:lnTo>
                  <a:pt x="352" y="262"/>
                </a:lnTo>
                <a:lnTo>
                  <a:pt x="352" y="262"/>
                </a:lnTo>
                <a:lnTo>
                  <a:pt x="354" y="266"/>
                </a:lnTo>
                <a:lnTo>
                  <a:pt x="354" y="266"/>
                </a:lnTo>
                <a:lnTo>
                  <a:pt x="366" y="270"/>
                </a:lnTo>
                <a:lnTo>
                  <a:pt x="366" y="270"/>
                </a:lnTo>
                <a:lnTo>
                  <a:pt x="374" y="274"/>
                </a:lnTo>
                <a:lnTo>
                  <a:pt x="380" y="278"/>
                </a:lnTo>
                <a:lnTo>
                  <a:pt x="380" y="278"/>
                </a:lnTo>
                <a:lnTo>
                  <a:pt x="382" y="282"/>
                </a:lnTo>
                <a:lnTo>
                  <a:pt x="384" y="288"/>
                </a:lnTo>
                <a:lnTo>
                  <a:pt x="384" y="288"/>
                </a:lnTo>
                <a:lnTo>
                  <a:pt x="382" y="296"/>
                </a:lnTo>
                <a:lnTo>
                  <a:pt x="378" y="302"/>
                </a:lnTo>
                <a:lnTo>
                  <a:pt x="378" y="302"/>
                </a:lnTo>
                <a:lnTo>
                  <a:pt x="370" y="306"/>
                </a:lnTo>
                <a:lnTo>
                  <a:pt x="362" y="308"/>
                </a:lnTo>
                <a:lnTo>
                  <a:pt x="362" y="308"/>
                </a:lnTo>
                <a:lnTo>
                  <a:pt x="354" y="306"/>
                </a:lnTo>
                <a:lnTo>
                  <a:pt x="346" y="304"/>
                </a:lnTo>
                <a:lnTo>
                  <a:pt x="346" y="304"/>
                </a:lnTo>
                <a:lnTo>
                  <a:pt x="342" y="298"/>
                </a:lnTo>
                <a:lnTo>
                  <a:pt x="338" y="290"/>
                </a:lnTo>
                <a:lnTo>
                  <a:pt x="338" y="2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rgbClr val="5AC5C5"/>
            </a:solidFill>
            <a:round/>
            <a:headEnd/>
            <a:tailEnd/>
          </a:ln>
        </p:spPr>
        <p:txBody>
          <a:bodyPr vert="horz" wrap="square" lIns="68562" tIns="34281" rIns="68562" bIns="34281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00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01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01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02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5028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2034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199040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6046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  <a:ea typeface="华文细黑"/>
              <a:sym typeface="Arial" panose="020B0604020202020204" pitchFamily="34" charset="0"/>
            </a:endParaRPr>
          </a:p>
        </p:txBody>
      </p:sp>
      <p:sp>
        <p:nvSpPr>
          <p:cNvPr id="65" name="Freeform 14"/>
          <p:cNvSpPr>
            <a:spLocks noEditPoints="1"/>
          </p:cNvSpPr>
          <p:nvPr/>
        </p:nvSpPr>
        <p:spPr bwMode="auto">
          <a:xfrm>
            <a:off x="7296013" y="4221088"/>
            <a:ext cx="436307" cy="351856"/>
          </a:xfrm>
          <a:custGeom>
            <a:avLst/>
            <a:gdLst/>
            <a:ahLst/>
            <a:cxnLst>
              <a:cxn ang="0">
                <a:pos x="398" y="176"/>
              </a:cxn>
              <a:cxn ang="0">
                <a:pos x="174" y="400"/>
              </a:cxn>
              <a:cxn ang="0">
                <a:pos x="154" y="176"/>
              </a:cxn>
              <a:cxn ang="0">
                <a:pos x="422" y="200"/>
              </a:cxn>
              <a:cxn ang="0">
                <a:pos x="442" y="424"/>
              </a:cxn>
              <a:cxn ang="0">
                <a:pos x="210" y="442"/>
              </a:cxn>
              <a:cxn ang="0">
                <a:pos x="386" y="418"/>
              </a:cxn>
              <a:cxn ang="0">
                <a:pos x="416" y="380"/>
              </a:cxn>
              <a:cxn ang="0">
                <a:pos x="352" y="18"/>
              </a:cxn>
              <a:cxn ang="0">
                <a:pos x="446" y="110"/>
              </a:cxn>
              <a:cxn ang="0">
                <a:pos x="524" y="134"/>
              </a:cxn>
              <a:cxn ang="0">
                <a:pos x="580" y="208"/>
              </a:cxn>
              <a:cxn ang="0">
                <a:pos x="572" y="310"/>
              </a:cxn>
              <a:cxn ang="0">
                <a:pos x="502" y="264"/>
              </a:cxn>
              <a:cxn ang="0">
                <a:pos x="472" y="226"/>
              </a:cxn>
              <a:cxn ang="0">
                <a:pos x="454" y="198"/>
              </a:cxn>
              <a:cxn ang="0">
                <a:pos x="416" y="176"/>
              </a:cxn>
              <a:cxn ang="0">
                <a:pos x="392" y="140"/>
              </a:cxn>
              <a:cxn ang="0">
                <a:pos x="152" y="144"/>
              </a:cxn>
              <a:cxn ang="0">
                <a:pos x="136" y="380"/>
              </a:cxn>
              <a:cxn ang="0">
                <a:pos x="50" y="370"/>
              </a:cxn>
              <a:cxn ang="0">
                <a:pos x="0" y="274"/>
              </a:cxn>
              <a:cxn ang="0">
                <a:pos x="76" y="164"/>
              </a:cxn>
              <a:cxn ang="0">
                <a:pos x="124" y="82"/>
              </a:cxn>
              <a:cxn ang="0">
                <a:pos x="210" y="12"/>
              </a:cxn>
              <a:cxn ang="0">
                <a:pos x="464" y="244"/>
              </a:cxn>
              <a:cxn ang="0">
                <a:pos x="484" y="468"/>
              </a:cxn>
              <a:cxn ang="0">
                <a:pos x="252" y="486"/>
              </a:cxn>
              <a:cxn ang="0">
                <a:pos x="428" y="462"/>
              </a:cxn>
              <a:cxn ang="0">
                <a:pos x="460" y="424"/>
              </a:cxn>
              <a:cxn ang="0">
                <a:pos x="182" y="306"/>
              </a:cxn>
              <a:cxn ang="0">
                <a:pos x="200" y="244"/>
              </a:cxn>
              <a:cxn ang="0">
                <a:pos x="250" y="256"/>
              </a:cxn>
              <a:cxn ang="0">
                <a:pos x="272" y="248"/>
              </a:cxn>
              <a:cxn ang="0">
                <a:pos x="278" y="300"/>
              </a:cxn>
              <a:cxn ang="0">
                <a:pos x="250" y="300"/>
              </a:cxn>
              <a:cxn ang="0">
                <a:pos x="250" y="284"/>
              </a:cxn>
              <a:cxn ang="0">
                <a:pos x="268" y="292"/>
              </a:cxn>
              <a:cxn ang="0">
                <a:pos x="268" y="264"/>
              </a:cxn>
              <a:cxn ang="0">
                <a:pos x="250" y="268"/>
              </a:cxn>
              <a:cxn ang="0">
                <a:pos x="304" y="252"/>
              </a:cxn>
              <a:cxn ang="0">
                <a:pos x="330" y="254"/>
              </a:cxn>
              <a:cxn ang="0">
                <a:pos x="330" y="300"/>
              </a:cxn>
              <a:cxn ang="0">
                <a:pos x="302" y="328"/>
              </a:cxn>
              <a:cxn ang="0">
                <a:pos x="306" y="290"/>
              </a:cxn>
              <a:cxn ang="0">
                <a:pos x="320" y="292"/>
              </a:cxn>
              <a:cxn ang="0">
                <a:pos x="318" y="260"/>
              </a:cxn>
              <a:cxn ang="0">
                <a:pos x="302" y="276"/>
              </a:cxn>
              <a:cxn ang="0">
                <a:pos x="358" y="296"/>
              </a:cxn>
              <a:cxn ang="0">
                <a:pos x="370" y="290"/>
              </a:cxn>
              <a:cxn ang="0">
                <a:pos x="346" y="278"/>
              </a:cxn>
              <a:cxn ang="0">
                <a:pos x="352" y="248"/>
              </a:cxn>
              <a:cxn ang="0">
                <a:pos x="382" y="262"/>
              </a:cxn>
              <a:cxn ang="0">
                <a:pos x="354" y="260"/>
              </a:cxn>
              <a:cxn ang="0">
                <a:pos x="374" y="274"/>
              </a:cxn>
              <a:cxn ang="0">
                <a:pos x="378" y="302"/>
              </a:cxn>
              <a:cxn ang="0">
                <a:pos x="346" y="304"/>
              </a:cxn>
            </a:cxnLst>
            <a:rect l="0" t="0" r="r" b="b"/>
            <a:pathLst>
              <a:path w="586" h="488">
                <a:moveTo>
                  <a:pt x="174" y="154"/>
                </a:moveTo>
                <a:lnTo>
                  <a:pt x="378" y="154"/>
                </a:lnTo>
                <a:lnTo>
                  <a:pt x="378" y="154"/>
                </a:lnTo>
                <a:lnTo>
                  <a:pt x="386" y="156"/>
                </a:lnTo>
                <a:lnTo>
                  <a:pt x="392" y="160"/>
                </a:lnTo>
                <a:lnTo>
                  <a:pt x="396" y="168"/>
                </a:lnTo>
                <a:lnTo>
                  <a:pt x="398" y="176"/>
                </a:lnTo>
                <a:lnTo>
                  <a:pt x="398" y="380"/>
                </a:lnTo>
                <a:lnTo>
                  <a:pt x="398" y="380"/>
                </a:lnTo>
                <a:lnTo>
                  <a:pt x="396" y="388"/>
                </a:lnTo>
                <a:lnTo>
                  <a:pt x="392" y="394"/>
                </a:lnTo>
                <a:lnTo>
                  <a:pt x="386" y="398"/>
                </a:lnTo>
                <a:lnTo>
                  <a:pt x="378" y="400"/>
                </a:lnTo>
                <a:lnTo>
                  <a:pt x="174" y="400"/>
                </a:lnTo>
                <a:lnTo>
                  <a:pt x="174" y="400"/>
                </a:lnTo>
                <a:lnTo>
                  <a:pt x="166" y="398"/>
                </a:lnTo>
                <a:lnTo>
                  <a:pt x="160" y="394"/>
                </a:lnTo>
                <a:lnTo>
                  <a:pt x="156" y="388"/>
                </a:lnTo>
                <a:lnTo>
                  <a:pt x="154" y="380"/>
                </a:lnTo>
                <a:lnTo>
                  <a:pt x="154" y="176"/>
                </a:lnTo>
                <a:lnTo>
                  <a:pt x="154" y="176"/>
                </a:lnTo>
                <a:lnTo>
                  <a:pt x="156" y="168"/>
                </a:lnTo>
                <a:lnTo>
                  <a:pt x="160" y="160"/>
                </a:lnTo>
                <a:lnTo>
                  <a:pt x="166" y="156"/>
                </a:lnTo>
                <a:lnTo>
                  <a:pt x="174" y="154"/>
                </a:lnTo>
                <a:lnTo>
                  <a:pt x="174" y="154"/>
                </a:lnTo>
                <a:close/>
                <a:moveTo>
                  <a:pt x="416" y="200"/>
                </a:moveTo>
                <a:lnTo>
                  <a:pt x="422" y="200"/>
                </a:lnTo>
                <a:lnTo>
                  <a:pt x="422" y="200"/>
                </a:lnTo>
                <a:lnTo>
                  <a:pt x="430" y="200"/>
                </a:lnTo>
                <a:lnTo>
                  <a:pt x="436" y="206"/>
                </a:lnTo>
                <a:lnTo>
                  <a:pt x="440" y="212"/>
                </a:lnTo>
                <a:lnTo>
                  <a:pt x="442" y="220"/>
                </a:lnTo>
                <a:lnTo>
                  <a:pt x="442" y="424"/>
                </a:lnTo>
                <a:lnTo>
                  <a:pt x="442" y="424"/>
                </a:lnTo>
                <a:lnTo>
                  <a:pt x="440" y="432"/>
                </a:lnTo>
                <a:lnTo>
                  <a:pt x="436" y="438"/>
                </a:lnTo>
                <a:lnTo>
                  <a:pt x="430" y="442"/>
                </a:lnTo>
                <a:lnTo>
                  <a:pt x="422" y="444"/>
                </a:lnTo>
                <a:lnTo>
                  <a:pt x="218" y="444"/>
                </a:lnTo>
                <a:lnTo>
                  <a:pt x="218" y="444"/>
                </a:lnTo>
                <a:lnTo>
                  <a:pt x="210" y="442"/>
                </a:lnTo>
                <a:lnTo>
                  <a:pt x="202" y="438"/>
                </a:lnTo>
                <a:lnTo>
                  <a:pt x="198" y="432"/>
                </a:lnTo>
                <a:lnTo>
                  <a:pt x="196" y="424"/>
                </a:lnTo>
                <a:lnTo>
                  <a:pt x="196" y="418"/>
                </a:lnTo>
                <a:lnTo>
                  <a:pt x="378" y="418"/>
                </a:lnTo>
                <a:lnTo>
                  <a:pt x="378" y="418"/>
                </a:lnTo>
                <a:lnTo>
                  <a:pt x="386" y="418"/>
                </a:lnTo>
                <a:lnTo>
                  <a:pt x="392" y="414"/>
                </a:lnTo>
                <a:lnTo>
                  <a:pt x="400" y="412"/>
                </a:lnTo>
                <a:lnTo>
                  <a:pt x="406" y="406"/>
                </a:lnTo>
                <a:lnTo>
                  <a:pt x="410" y="400"/>
                </a:lnTo>
                <a:lnTo>
                  <a:pt x="414" y="394"/>
                </a:lnTo>
                <a:lnTo>
                  <a:pt x="416" y="388"/>
                </a:lnTo>
                <a:lnTo>
                  <a:pt x="416" y="380"/>
                </a:lnTo>
                <a:lnTo>
                  <a:pt x="416" y="200"/>
                </a:lnTo>
                <a:lnTo>
                  <a:pt x="416" y="200"/>
                </a:lnTo>
                <a:close/>
                <a:moveTo>
                  <a:pt x="274" y="0"/>
                </a:moveTo>
                <a:lnTo>
                  <a:pt x="274" y="0"/>
                </a:lnTo>
                <a:lnTo>
                  <a:pt x="302" y="2"/>
                </a:lnTo>
                <a:lnTo>
                  <a:pt x="328" y="8"/>
                </a:lnTo>
                <a:lnTo>
                  <a:pt x="352" y="18"/>
                </a:lnTo>
                <a:lnTo>
                  <a:pt x="376" y="30"/>
                </a:lnTo>
                <a:lnTo>
                  <a:pt x="396" y="46"/>
                </a:lnTo>
                <a:lnTo>
                  <a:pt x="414" y="66"/>
                </a:lnTo>
                <a:lnTo>
                  <a:pt x="428" y="88"/>
                </a:lnTo>
                <a:lnTo>
                  <a:pt x="440" y="110"/>
                </a:lnTo>
                <a:lnTo>
                  <a:pt x="440" y="110"/>
                </a:lnTo>
                <a:lnTo>
                  <a:pt x="446" y="110"/>
                </a:lnTo>
                <a:lnTo>
                  <a:pt x="446" y="110"/>
                </a:lnTo>
                <a:lnTo>
                  <a:pt x="462" y="112"/>
                </a:lnTo>
                <a:lnTo>
                  <a:pt x="474" y="114"/>
                </a:lnTo>
                <a:lnTo>
                  <a:pt x="488" y="116"/>
                </a:lnTo>
                <a:lnTo>
                  <a:pt x="502" y="122"/>
                </a:lnTo>
                <a:lnTo>
                  <a:pt x="514" y="128"/>
                </a:lnTo>
                <a:lnTo>
                  <a:pt x="524" y="134"/>
                </a:lnTo>
                <a:lnTo>
                  <a:pt x="536" y="142"/>
                </a:lnTo>
                <a:lnTo>
                  <a:pt x="546" y="152"/>
                </a:lnTo>
                <a:lnTo>
                  <a:pt x="554" y="162"/>
                </a:lnTo>
                <a:lnTo>
                  <a:pt x="562" y="172"/>
                </a:lnTo>
                <a:lnTo>
                  <a:pt x="570" y="184"/>
                </a:lnTo>
                <a:lnTo>
                  <a:pt x="576" y="196"/>
                </a:lnTo>
                <a:lnTo>
                  <a:pt x="580" y="208"/>
                </a:lnTo>
                <a:lnTo>
                  <a:pt x="584" y="222"/>
                </a:lnTo>
                <a:lnTo>
                  <a:pt x="586" y="236"/>
                </a:lnTo>
                <a:lnTo>
                  <a:pt x="586" y="250"/>
                </a:lnTo>
                <a:lnTo>
                  <a:pt x="586" y="250"/>
                </a:lnTo>
                <a:lnTo>
                  <a:pt x="584" y="272"/>
                </a:lnTo>
                <a:lnTo>
                  <a:pt x="580" y="292"/>
                </a:lnTo>
                <a:lnTo>
                  <a:pt x="572" y="310"/>
                </a:lnTo>
                <a:lnTo>
                  <a:pt x="562" y="328"/>
                </a:lnTo>
                <a:lnTo>
                  <a:pt x="550" y="342"/>
                </a:lnTo>
                <a:lnTo>
                  <a:pt x="536" y="356"/>
                </a:lnTo>
                <a:lnTo>
                  <a:pt x="520" y="368"/>
                </a:lnTo>
                <a:lnTo>
                  <a:pt x="502" y="378"/>
                </a:lnTo>
                <a:lnTo>
                  <a:pt x="502" y="264"/>
                </a:lnTo>
                <a:lnTo>
                  <a:pt x="502" y="264"/>
                </a:lnTo>
                <a:lnTo>
                  <a:pt x="502" y="256"/>
                </a:lnTo>
                <a:lnTo>
                  <a:pt x="500" y="250"/>
                </a:lnTo>
                <a:lnTo>
                  <a:pt x="496" y="242"/>
                </a:lnTo>
                <a:lnTo>
                  <a:pt x="492" y="236"/>
                </a:lnTo>
                <a:lnTo>
                  <a:pt x="486" y="232"/>
                </a:lnTo>
                <a:lnTo>
                  <a:pt x="480" y="228"/>
                </a:lnTo>
                <a:lnTo>
                  <a:pt x="472" y="226"/>
                </a:lnTo>
                <a:lnTo>
                  <a:pt x="464" y="226"/>
                </a:lnTo>
                <a:lnTo>
                  <a:pt x="460" y="226"/>
                </a:lnTo>
                <a:lnTo>
                  <a:pt x="460" y="220"/>
                </a:lnTo>
                <a:lnTo>
                  <a:pt x="460" y="220"/>
                </a:lnTo>
                <a:lnTo>
                  <a:pt x="458" y="212"/>
                </a:lnTo>
                <a:lnTo>
                  <a:pt x="456" y="204"/>
                </a:lnTo>
                <a:lnTo>
                  <a:pt x="454" y="198"/>
                </a:lnTo>
                <a:lnTo>
                  <a:pt x="448" y="192"/>
                </a:lnTo>
                <a:lnTo>
                  <a:pt x="442" y="188"/>
                </a:lnTo>
                <a:lnTo>
                  <a:pt x="436" y="184"/>
                </a:lnTo>
                <a:lnTo>
                  <a:pt x="428" y="182"/>
                </a:lnTo>
                <a:lnTo>
                  <a:pt x="422" y="182"/>
                </a:lnTo>
                <a:lnTo>
                  <a:pt x="416" y="182"/>
                </a:lnTo>
                <a:lnTo>
                  <a:pt x="416" y="176"/>
                </a:lnTo>
                <a:lnTo>
                  <a:pt x="416" y="176"/>
                </a:lnTo>
                <a:lnTo>
                  <a:pt x="416" y="168"/>
                </a:lnTo>
                <a:lnTo>
                  <a:pt x="414" y="160"/>
                </a:lnTo>
                <a:lnTo>
                  <a:pt x="410" y="154"/>
                </a:lnTo>
                <a:lnTo>
                  <a:pt x="406" y="148"/>
                </a:lnTo>
                <a:lnTo>
                  <a:pt x="400" y="144"/>
                </a:lnTo>
                <a:lnTo>
                  <a:pt x="392" y="140"/>
                </a:lnTo>
                <a:lnTo>
                  <a:pt x="386" y="138"/>
                </a:lnTo>
                <a:lnTo>
                  <a:pt x="378" y="136"/>
                </a:lnTo>
                <a:lnTo>
                  <a:pt x="174" y="136"/>
                </a:lnTo>
                <a:lnTo>
                  <a:pt x="174" y="136"/>
                </a:lnTo>
                <a:lnTo>
                  <a:pt x="166" y="138"/>
                </a:lnTo>
                <a:lnTo>
                  <a:pt x="158" y="140"/>
                </a:lnTo>
                <a:lnTo>
                  <a:pt x="152" y="144"/>
                </a:lnTo>
                <a:lnTo>
                  <a:pt x="146" y="148"/>
                </a:lnTo>
                <a:lnTo>
                  <a:pt x="142" y="154"/>
                </a:lnTo>
                <a:lnTo>
                  <a:pt x="138" y="160"/>
                </a:lnTo>
                <a:lnTo>
                  <a:pt x="136" y="168"/>
                </a:lnTo>
                <a:lnTo>
                  <a:pt x="136" y="176"/>
                </a:lnTo>
                <a:lnTo>
                  <a:pt x="136" y="380"/>
                </a:lnTo>
                <a:lnTo>
                  <a:pt x="136" y="380"/>
                </a:lnTo>
                <a:lnTo>
                  <a:pt x="136" y="390"/>
                </a:lnTo>
                <a:lnTo>
                  <a:pt x="116" y="390"/>
                </a:lnTo>
                <a:lnTo>
                  <a:pt x="116" y="390"/>
                </a:lnTo>
                <a:lnTo>
                  <a:pt x="104" y="388"/>
                </a:lnTo>
                <a:lnTo>
                  <a:pt x="92" y="388"/>
                </a:lnTo>
                <a:lnTo>
                  <a:pt x="70" y="380"/>
                </a:lnTo>
                <a:lnTo>
                  <a:pt x="50" y="370"/>
                </a:lnTo>
                <a:lnTo>
                  <a:pt x="34" y="356"/>
                </a:lnTo>
                <a:lnTo>
                  <a:pt x="20" y="338"/>
                </a:lnTo>
                <a:lnTo>
                  <a:pt x="8" y="318"/>
                </a:lnTo>
                <a:lnTo>
                  <a:pt x="2" y="296"/>
                </a:lnTo>
                <a:lnTo>
                  <a:pt x="0" y="286"/>
                </a:lnTo>
                <a:lnTo>
                  <a:pt x="0" y="274"/>
                </a:lnTo>
                <a:lnTo>
                  <a:pt x="0" y="274"/>
                </a:lnTo>
                <a:lnTo>
                  <a:pt x="2" y="252"/>
                </a:lnTo>
                <a:lnTo>
                  <a:pt x="6" y="232"/>
                </a:lnTo>
                <a:lnTo>
                  <a:pt x="16" y="214"/>
                </a:lnTo>
                <a:lnTo>
                  <a:pt x="28" y="198"/>
                </a:lnTo>
                <a:lnTo>
                  <a:pt x="42" y="184"/>
                </a:lnTo>
                <a:lnTo>
                  <a:pt x="58" y="172"/>
                </a:lnTo>
                <a:lnTo>
                  <a:pt x="76" y="164"/>
                </a:lnTo>
                <a:lnTo>
                  <a:pt x="96" y="158"/>
                </a:lnTo>
                <a:lnTo>
                  <a:pt x="96" y="158"/>
                </a:lnTo>
                <a:lnTo>
                  <a:pt x="100" y="142"/>
                </a:lnTo>
                <a:lnTo>
                  <a:pt x="104" y="126"/>
                </a:lnTo>
                <a:lnTo>
                  <a:pt x="108" y="110"/>
                </a:lnTo>
                <a:lnTo>
                  <a:pt x="116" y="96"/>
                </a:lnTo>
                <a:lnTo>
                  <a:pt x="124" y="82"/>
                </a:lnTo>
                <a:lnTo>
                  <a:pt x="132" y="68"/>
                </a:lnTo>
                <a:lnTo>
                  <a:pt x="144" y="56"/>
                </a:lnTo>
                <a:lnTo>
                  <a:pt x="154" y="46"/>
                </a:lnTo>
                <a:lnTo>
                  <a:pt x="166" y="36"/>
                </a:lnTo>
                <a:lnTo>
                  <a:pt x="180" y="26"/>
                </a:lnTo>
                <a:lnTo>
                  <a:pt x="194" y="18"/>
                </a:lnTo>
                <a:lnTo>
                  <a:pt x="210" y="12"/>
                </a:lnTo>
                <a:lnTo>
                  <a:pt x="224" y="6"/>
                </a:lnTo>
                <a:lnTo>
                  <a:pt x="240" y="2"/>
                </a:lnTo>
                <a:lnTo>
                  <a:pt x="258" y="0"/>
                </a:lnTo>
                <a:lnTo>
                  <a:pt x="274" y="0"/>
                </a:lnTo>
                <a:lnTo>
                  <a:pt x="274" y="0"/>
                </a:lnTo>
                <a:close/>
                <a:moveTo>
                  <a:pt x="460" y="244"/>
                </a:moveTo>
                <a:lnTo>
                  <a:pt x="464" y="244"/>
                </a:lnTo>
                <a:lnTo>
                  <a:pt x="464" y="244"/>
                </a:lnTo>
                <a:lnTo>
                  <a:pt x="472" y="246"/>
                </a:lnTo>
                <a:lnTo>
                  <a:pt x="478" y="250"/>
                </a:lnTo>
                <a:lnTo>
                  <a:pt x="484" y="256"/>
                </a:lnTo>
                <a:lnTo>
                  <a:pt x="484" y="264"/>
                </a:lnTo>
                <a:lnTo>
                  <a:pt x="484" y="468"/>
                </a:lnTo>
                <a:lnTo>
                  <a:pt x="484" y="468"/>
                </a:lnTo>
                <a:lnTo>
                  <a:pt x="484" y="476"/>
                </a:lnTo>
                <a:lnTo>
                  <a:pt x="478" y="482"/>
                </a:lnTo>
                <a:lnTo>
                  <a:pt x="472" y="486"/>
                </a:lnTo>
                <a:lnTo>
                  <a:pt x="464" y="488"/>
                </a:lnTo>
                <a:lnTo>
                  <a:pt x="260" y="488"/>
                </a:lnTo>
                <a:lnTo>
                  <a:pt x="260" y="488"/>
                </a:lnTo>
                <a:lnTo>
                  <a:pt x="252" y="486"/>
                </a:lnTo>
                <a:lnTo>
                  <a:pt x="246" y="482"/>
                </a:lnTo>
                <a:lnTo>
                  <a:pt x="242" y="476"/>
                </a:lnTo>
                <a:lnTo>
                  <a:pt x="240" y="468"/>
                </a:lnTo>
                <a:lnTo>
                  <a:pt x="240" y="462"/>
                </a:lnTo>
                <a:lnTo>
                  <a:pt x="422" y="462"/>
                </a:lnTo>
                <a:lnTo>
                  <a:pt x="422" y="462"/>
                </a:lnTo>
                <a:lnTo>
                  <a:pt x="428" y="462"/>
                </a:lnTo>
                <a:lnTo>
                  <a:pt x="436" y="460"/>
                </a:lnTo>
                <a:lnTo>
                  <a:pt x="442" y="456"/>
                </a:lnTo>
                <a:lnTo>
                  <a:pt x="448" y="450"/>
                </a:lnTo>
                <a:lnTo>
                  <a:pt x="454" y="446"/>
                </a:lnTo>
                <a:lnTo>
                  <a:pt x="456" y="438"/>
                </a:lnTo>
                <a:lnTo>
                  <a:pt x="458" y="432"/>
                </a:lnTo>
                <a:lnTo>
                  <a:pt x="460" y="424"/>
                </a:lnTo>
                <a:lnTo>
                  <a:pt x="460" y="244"/>
                </a:lnTo>
                <a:lnTo>
                  <a:pt x="460" y="244"/>
                </a:lnTo>
                <a:close/>
                <a:moveTo>
                  <a:pt x="234" y="306"/>
                </a:moveTo>
                <a:lnTo>
                  <a:pt x="220" y="306"/>
                </a:lnTo>
                <a:lnTo>
                  <a:pt x="214" y="288"/>
                </a:lnTo>
                <a:lnTo>
                  <a:pt x="188" y="288"/>
                </a:lnTo>
                <a:lnTo>
                  <a:pt x="182" y="306"/>
                </a:lnTo>
                <a:lnTo>
                  <a:pt x="168" y="306"/>
                </a:lnTo>
                <a:lnTo>
                  <a:pt x="194" y="226"/>
                </a:lnTo>
                <a:lnTo>
                  <a:pt x="208" y="226"/>
                </a:lnTo>
                <a:lnTo>
                  <a:pt x="234" y="306"/>
                </a:lnTo>
                <a:lnTo>
                  <a:pt x="234" y="306"/>
                </a:lnTo>
                <a:close/>
                <a:moveTo>
                  <a:pt x="210" y="274"/>
                </a:moveTo>
                <a:lnTo>
                  <a:pt x="200" y="244"/>
                </a:lnTo>
                <a:lnTo>
                  <a:pt x="192" y="274"/>
                </a:lnTo>
                <a:lnTo>
                  <a:pt x="210" y="274"/>
                </a:lnTo>
                <a:lnTo>
                  <a:pt x="210" y="274"/>
                </a:lnTo>
                <a:close/>
                <a:moveTo>
                  <a:pt x="238" y="248"/>
                </a:moveTo>
                <a:lnTo>
                  <a:pt x="250" y="248"/>
                </a:lnTo>
                <a:lnTo>
                  <a:pt x="250" y="256"/>
                </a:lnTo>
                <a:lnTo>
                  <a:pt x="250" y="256"/>
                </a:lnTo>
                <a:lnTo>
                  <a:pt x="252" y="252"/>
                </a:lnTo>
                <a:lnTo>
                  <a:pt x="256" y="250"/>
                </a:lnTo>
                <a:lnTo>
                  <a:pt x="256" y="250"/>
                </a:lnTo>
                <a:lnTo>
                  <a:pt x="260" y="248"/>
                </a:lnTo>
                <a:lnTo>
                  <a:pt x="264" y="248"/>
                </a:lnTo>
                <a:lnTo>
                  <a:pt x="264" y="248"/>
                </a:lnTo>
                <a:lnTo>
                  <a:pt x="272" y="248"/>
                </a:lnTo>
                <a:lnTo>
                  <a:pt x="278" y="254"/>
                </a:lnTo>
                <a:lnTo>
                  <a:pt x="278" y="254"/>
                </a:lnTo>
                <a:lnTo>
                  <a:pt x="282" y="264"/>
                </a:lnTo>
                <a:lnTo>
                  <a:pt x="284" y="276"/>
                </a:lnTo>
                <a:lnTo>
                  <a:pt x="284" y="276"/>
                </a:lnTo>
                <a:lnTo>
                  <a:pt x="282" y="290"/>
                </a:lnTo>
                <a:lnTo>
                  <a:pt x="278" y="300"/>
                </a:lnTo>
                <a:lnTo>
                  <a:pt x="278" y="300"/>
                </a:lnTo>
                <a:lnTo>
                  <a:pt x="272" y="306"/>
                </a:lnTo>
                <a:lnTo>
                  <a:pt x="264" y="308"/>
                </a:lnTo>
                <a:lnTo>
                  <a:pt x="264" y="308"/>
                </a:lnTo>
                <a:lnTo>
                  <a:pt x="256" y="306"/>
                </a:lnTo>
                <a:lnTo>
                  <a:pt x="256" y="306"/>
                </a:lnTo>
                <a:lnTo>
                  <a:pt x="250" y="300"/>
                </a:lnTo>
                <a:lnTo>
                  <a:pt x="250" y="328"/>
                </a:lnTo>
                <a:lnTo>
                  <a:pt x="238" y="328"/>
                </a:lnTo>
                <a:lnTo>
                  <a:pt x="238" y="248"/>
                </a:lnTo>
                <a:lnTo>
                  <a:pt x="238" y="248"/>
                </a:lnTo>
                <a:close/>
                <a:moveTo>
                  <a:pt x="250" y="276"/>
                </a:moveTo>
                <a:lnTo>
                  <a:pt x="250" y="276"/>
                </a:lnTo>
                <a:lnTo>
                  <a:pt x="250" y="284"/>
                </a:lnTo>
                <a:lnTo>
                  <a:pt x="254" y="290"/>
                </a:lnTo>
                <a:lnTo>
                  <a:pt x="254" y="290"/>
                </a:lnTo>
                <a:lnTo>
                  <a:pt x="256" y="294"/>
                </a:lnTo>
                <a:lnTo>
                  <a:pt x="260" y="296"/>
                </a:lnTo>
                <a:lnTo>
                  <a:pt x="260" y="296"/>
                </a:lnTo>
                <a:lnTo>
                  <a:pt x="264" y="294"/>
                </a:lnTo>
                <a:lnTo>
                  <a:pt x="268" y="292"/>
                </a:lnTo>
                <a:lnTo>
                  <a:pt x="268" y="292"/>
                </a:lnTo>
                <a:lnTo>
                  <a:pt x="270" y="286"/>
                </a:lnTo>
                <a:lnTo>
                  <a:pt x="272" y="278"/>
                </a:lnTo>
                <a:lnTo>
                  <a:pt x="272" y="278"/>
                </a:lnTo>
                <a:lnTo>
                  <a:pt x="270" y="270"/>
                </a:lnTo>
                <a:lnTo>
                  <a:pt x="268" y="264"/>
                </a:lnTo>
                <a:lnTo>
                  <a:pt x="268" y="264"/>
                </a:lnTo>
                <a:lnTo>
                  <a:pt x="264" y="260"/>
                </a:lnTo>
                <a:lnTo>
                  <a:pt x="260" y="260"/>
                </a:lnTo>
                <a:lnTo>
                  <a:pt x="260" y="260"/>
                </a:lnTo>
                <a:lnTo>
                  <a:pt x="256" y="260"/>
                </a:lnTo>
                <a:lnTo>
                  <a:pt x="254" y="264"/>
                </a:lnTo>
                <a:lnTo>
                  <a:pt x="254" y="264"/>
                </a:lnTo>
                <a:lnTo>
                  <a:pt x="250" y="268"/>
                </a:lnTo>
                <a:lnTo>
                  <a:pt x="250" y="276"/>
                </a:lnTo>
                <a:lnTo>
                  <a:pt x="250" y="276"/>
                </a:lnTo>
                <a:close/>
                <a:moveTo>
                  <a:pt x="290" y="248"/>
                </a:moveTo>
                <a:lnTo>
                  <a:pt x="302" y="248"/>
                </a:lnTo>
                <a:lnTo>
                  <a:pt x="302" y="256"/>
                </a:lnTo>
                <a:lnTo>
                  <a:pt x="302" y="256"/>
                </a:lnTo>
                <a:lnTo>
                  <a:pt x="304" y="252"/>
                </a:lnTo>
                <a:lnTo>
                  <a:pt x="308" y="250"/>
                </a:lnTo>
                <a:lnTo>
                  <a:pt x="308" y="250"/>
                </a:lnTo>
                <a:lnTo>
                  <a:pt x="312" y="248"/>
                </a:lnTo>
                <a:lnTo>
                  <a:pt x="316" y="248"/>
                </a:lnTo>
                <a:lnTo>
                  <a:pt x="316" y="248"/>
                </a:lnTo>
                <a:lnTo>
                  <a:pt x="324" y="248"/>
                </a:lnTo>
                <a:lnTo>
                  <a:pt x="330" y="254"/>
                </a:lnTo>
                <a:lnTo>
                  <a:pt x="330" y="254"/>
                </a:lnTo>
                <a:lnTo>
                  <a:pt x="336" y="264"/>
                </a:lnTo>
                <a:lnTo>
                  <a:pt x="336" y="276"/>
                </a:lnTo>
                <a:lnTo>
                  <a:pt x="336" y="276"/>
                </a:lnTo>
                <a:lnTo>
                  <a:pt x="336" y="290"/>
                </a:lnTo>
                <a:lnTo>
                  <a:pt x="330" y="300"/>
                </a:lnTo>
                <a:lnTo>
                  <a:pt x="330" y="300"/>
                </a:lnTo>
                <a:lnTo>
                  <a:pt x="324" y="306"/>
                </a:lnTo>
                <a:lnTo>
                  <a:pt x="316" y="308"/>
                </a:lnTo>
                <a:lnTo>
                  <a:pt x="316" y="308"/>
                </a:lnTo>
                <a:lnTo>
                  <a:pt x="310" y="306"/>
                </a:lnTo>
                <a:lnTo>
                  <a:pt x="310" y="306"/>
                </a:lnTo>
                <a:lnTo>
                  <a:pt x="302" y="300"/>
                </a:lnTo>
                <a:lnTo>
                  <a:pt x="302" y="328"/>
                </a:lnTo>
                <a:lnTo>
                  <a:pt x="290" y="328"/>
                </a:lnTo>
                <a:lnTo>
                  <a:pt x="290" y="248"/>
                </a:lnTo>
                <a:lnTo>
                  <a:pt x="290" y="248"/>
                </a:lnTo>
                <a:close/>
                <a:moveTo>
                  <a:pt x="302" y="276"/>
                </a:moveTo>
                <a:lnTo>
                  <a:pt x="302" y="276"/>
                </a:lnTo>
                <a:lnTo>
                  <a:pt x="304" y="284"/>
                </a:lnTo>
                <a:lnTo>
                  <a:pt x="306" y="290"/>
                </a:lnTo>
                <a:lnTo>
                  <a:pt x="306" y="290"/>
                </a:lnTo>
                <a:lnTo>
                  <a:pt x="310" y="294"/>
                </a:lnTo>
                <a:lnTo>
                  <a:pt x="314" y="296"/>
                </a:lnTo>
                <a:lnTo>
                  <a:pt x="314" y="296"/>
                </a:lnTo>
                <a:lnTo>
                  <a:pt x="318" y="294"/>
                </a:lnTo>
                <a:lnTo>
                  <a:pt x="320" y="292"/>
                </a:lnTo>
                <a:lnTo>
                  <a:pt x="320" y="292"/>
                </a:lnTo>
                <a:lnTo>
                  <a:pt x="324" y="286"/>
                </a:lnTo>
                <a:lnTo>
                  <a:pt x="324" y="278"/>
                </a:lnTo>
                <a:lnTo>
                  <a:pt x="324" y="278"/>
                </a:lnTo>
                <a:lnTo>
                  <a:pt x="324" y="270"/>
                </a:lnTo>
                <a:lnTo>
                  <a:pt x="320" y="264"/>
                </a:lnTo>
                <a:lnTo>
                  <a:pt x="320" y="264"/>
                </a:lnTo>
                <a:lnTo>
                  <a:pt x="318" y="260"/>
                </a:lnTo>
                <a:lnTo>
                  <a:pt x="314" y="260"/>
                </a:lnTo>
                <a:lnTo>
                  <a:pt x="314" y="260"/>
                </a:lnTo>
                <a:lnTo>
                  <a:pt x="310" y="260"/>
                </a:lnTo>
                <a:lnTo>
                  <a:pt x="306" y="264"/>
                </a:lnTo>
                <a:lnTo>
                  <a:pt x="306" y="264"/>
                </a:lnTo>
                <a:lnTo>
                  <a:pt x="304" y="268"/>
                </a:lnTo>
                <a:lnTo>
                  <a:pt x="302" y="276"/>
                </a:lnTo>
                <a:lnTo>
                  <a:pt x="302" y="276"/>
                </a:lnTo>
                <a:close/>
                <a:moveTo>
                  <a:pt x="338" y="290"/>
                </a:moveTo>
                <a:lnTo>
                  <a:pt x="352" y="288"/>
                </a:lnTo>
                <a:lnTo>
                  <a:pt x="352" y="288"/>
                </a:lnTo>
                <a:lnTo>
                  <a:pt x="352" y="292"/>
                </a:lnTo>
                <a:lnTo>
                  <a:pt x="354" y="294"/>
                </a:lnTo>
                <a:lnTo>
                  <a:pt x="358" y="296"/>
                </a:lnTo>
                <a:lnTo>
                  <a:pt x="362" y="296"/>
                </a:lnTo>
                <a:lnTo>
                  <a:pt x="362" y="296"/>
                </a:lnTo>
                <a:lnTo>
                  <a:pt x="368" y="294"/>
                </a:lnTo>
                <a:lnTo>
                  <a:pt x="368" y="294"/>
                </a:lnTo>
                <a:lnTo>
                  <a:pt x="370" y="292"/>
                </a:lnTo>
                <a:lnTo>
                  <a:pt x="370" y="290"/>
                </a:lnTo>
                <a:lnTo>
                  <a:pt x="370" y="290"/>
                </a:lnTo>
                <a:lnTo>
                  <a:pt x="370" y="288"/>
                </a:lnTo>
                <a:lnTo>
                  <a:pt x="370" y="288"/>
                </a:lnTo>
                <a:lnTo>
                  <a:pt x="366" y="286"/>
                </a:lnTo>
                <a:lnTo>
                  <a:pt x="366" y="286"/>
                </a:lnTo>
                <a:lnTo>
                  <a:pt x="352" y="282"/>
                </a:lnTo>
                <a:lnTo>
                  <a:pt x="346" y="278"/>
                </a:lnTo>
                <a:lnTo>
                  <a:pt x="346" y="278"/>
                </a:lnTo>
                <a:lnTo>
                  <a:pt x="342" y="272"/>
                </a:lnTo>
                <a:lnTo>
                  <a:pt x="340" y="264"/>
                </a:lnTo>
                <a:lnTo>
                  <a:pt x="340" y="264"/>
                </a:lnTo>
                <a:lnTo>
                  <a:pt x="342" y="258"/>
                </a:lnTo>
                <a:lnTo>
                  <a:pt x="346" y="252"/>
                </a:lnTo>
                <a:lnTo>
                  <a:pt x="346" y="252"/>
                </a:lnTo>
                <a:lnTo>
                  <a:pt x="352" y="248"/>
                </a:lnTo>
                <a:lnTo>
                  <a:pt x="360" y="248"/>
                </a:lnTo>
                <a:lnTo>
                  <a:pt x="360" y="248"/>
                </a:lnTo>
                <a:lnTo>
                  <a:pt x="368" y="248"/>
                </a:lnTo>
                <a:lnTo>
                  <a:pt x="374" y="250"/>
                </a:lnTo>
                <a:lnTo>
                  <a:pt x="374" y="250"/>
                </a:lnTo>
                <a:lnTo>
                  <a:pt x="380" y="256"/>
                </a:lnTo>
                <a:lnTo>
                  <a:pt x="382" y="262"/>
                </a:lnTo>
                <a:lnTo>
                  <a:pt x="370" y="266"/>
                </a:lnTo>
                <a:lnTo>
                  <a:pt x="370" y="266"/>
                </a:lnTo>
                <a:lnTo>
                  <a:pt x="366" y="260"/>
                </a:lnTo>
                <a:lnTo>
                  <a:pt x="360" y="258"/>
                </a:lnTo>
                <a:lnTo>
                  <a:pt x="360" y="258"/>
                </a:lnTo>
                <a:lnTo>
                  <a:pt x="354" y="260"/>
                </a:lnTo>
                <a:lnTo>
                  <a:pt x="354" y="260"/>
                </a:lnTo>
                <a:lnTo>
                  <a:pt x="352" y="262"/>
                </a:lnTo>
                <a:lnTo>
                  <a:pt x="352" y="262"/>
                </a:lnTo>
                <a:lnTo>
                  <a:pt x="354" y="266"/>
                </a:lnTo>
                <a:lnTo>
                  <a:pt x="354" y="266"/>
                </a:lnTo>
                <a:lnTo>
                  <a:pt x="366" y="270"/>
                </a:lnTo>
                <a:lnTo>
                  <a:pt x="366" y="270"/>
                </a:lnTo>
                <a:lnTo>
                  <a:pt x="374" y="274"/>
                </a:lnTo>
                <a:lnTo>
                  <a:pt x="380" y="278"/>
                </a:lnTo>
                <a:lnTo>
                  <a:pt x="380" y="278"/>
                </a:lnTo>
                <a:lnTo>
                  <a:pt x="382" y="282"/>
                </a:lnTo>
                <a:lnTo>
                  <a:pt x="384" y="288"/>
                </a:lnTo>
                <a:lnTo>
                  <a:pt x="384" y="288"/>
                </a:lnTo>
                <a:lnTo>
                  <a:pt x="382" y="296"/>
                </a:lnTo>
                <a:lnTo>
                  <a:pt x="378" y="302"/>
                </a:lnTo>
                <a:lnTo>
                  <a:pt x="378" y="302"/>
                </a:lnTo>
                <a:lnTo>
                  <a:pt x="370" y="306"/>
                </a:lnTo>
                <a:lnTo>
                  <a:pt x="362" y="308"/>
                </a:lnTo>
                <a:lnTo>
                  <a:pt x="362" y="308"/>
                </a:lnTo>
                <a:lnTo>
                  <a:pt x="354" y="306"/>
                </a:lnTo>
                <a:lnTo>
                  <a:pt x="346" y="304"/>
                </a:lnTo>
                <a:lnTo>
                  <a:pt x="346" y="304"/>
                </a:lnTo>
                <a:lnTo>
                  <a:pt x="342" y="298"/>
                </a:lnTo>
                <a:lnTo>
                  <a:pt x="338" y="290"/>
                </a:lnTo>
                <a:lnTo>
                  <a:pt x="338" y="2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rgbClr val="5AC5C5"/>
            </a:solidFill>
            <a:round/>
            <a:headEnd/>
            <a:tailEnd/>
          </a:ln>
        </p:spPr>
        <p:txBody>
          <a:bodyPr vert="horz" wrap="square" lIns="68562" tIns="34281" rIns="68562" bIns="34281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00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01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01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02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5028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2034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199040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6046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  <a:ea typeface="华文细黑"/>
              <a:sym typeface="Arial" panose="020B0604020202020204" pitchFamily="34" charset="0"/>
            </a:endParaRPr>
          </a:p>
        </p:txBody>
      </p:sp>
      <p:sp>
        <p:nvSpPr>
          <p:cNvPr id="66" name="Freeform 14"/>
          <p:cNvSpPr>
            <a:spLocks noEditPoints="1"/>
          </p:cNvSpPr>
          <p:nvPr/>
        </p:nvSpPr>
        <p:spPr bwMode="auto">
          <a:xfrm>
            <a:off x="7844142" y="4221088"/>
            <a:ext cx="436307" cy="351856"/>
          </a:xfrm>
          <a:custGeom>
            <a:avLst/>
            <a:gdLst/>
            <a:ahLst/>
            <a:cxnLst>
              <a:cxn ang="0">
                <a:pos x="398" y="176"/>
              </a:cxn>
              <a:cxn ang="0">
                <a:pos x="174" y="400"/>
              </a:cxn>
              <a:cxn ang="0">
                <a:pos x="154" y="176"/>
              </a:cxn>
              <a:cxn ang="0">
                <a:pos x="422" y="200"/>
              </a:cxn>
              <a:cxn ang="0">
                <a:pos x="442" y="424"/>
              </a:cxn>
              <a:cxn ang="0">
                <a:pos x="210" y="442"/>
              </a:cxn>
              <a:cxn ang="0">
                <a:pos x="386" y="418"/>
              </a:cxn>
              <a:cxn ang="0">
                <a:pos x="416" y="380"/>
              </a:cxn>
              <a:cxn ang="0">
                <a:pos x="352" y="18"/>
              </a:cxn>
              <a:cxn ang="0">
                <a:pos x="446" y="110"/>
              </a:cxn>
              <a:cxn ang="0">
                <a:pos x="524" y="134"/>
              </a:cxn>
              <a:cxn ang="0">
                <a:pos x="580" y="208"/>
              </a:cxn>
              <a:cxn ang="0">
                <a:pos x="572" y="310"/>
              </a:cxn>
              <a:cxn ang="0">
                <a:pos x="502" y="264"/>
              </a:cxn>
              <a:cxn ang="0">
                <a:pos x="472" y="226"/>
              </a:cxn>
              <a:cxn ang="0">
                <a:pos x="454" y="198"/>
              </a:cxn>
              <a:cxn ang="0">
                <a:pos x="416" y="176"/>
              </a:cxn>
              <a:cxn ang="0">
                <a:pos x="392" y="140"/>
              </a:cxn>
              <a:cxn ang="0">
                <a:pos x="152" y="144"/>
              </a:cxn>
              <a:cxn ang="0">
                <a:pos x="136" y="380"/>
              </a:cxn>
              <a:cxn ang="0">
                <a:pos x="50" y="370"/>
              </a:cxn>
              <a:cxn ang="0">
                <a:pos x="0" y="274"/>
              </a:cxn>
              <a:cxn ang="0">
                <a:pos x="76" y="164"/>
              </a:cxn>
              <a:cxn ang="0">
                <a:pos x="124" y="82"/>
              </a:cxn>
              <a:cxn ang="0">
                <a:pos x="210" y="12"/>
              </a:cxn>
              <a:cxn ang="0">
                <a:pos x="464" y="244"/>
              </a:cxn>
              <a:cxn ang="0">
                <a:pos x="484" y="468"/>
              </a:cxn>
              <a:cxn ang="0">
                <a:pos x="252" y="486"/>
              </a:cxn>
              <a:cxn ang="0">
                <a:pos x="428" y="462"/>
              </a:cxn>
              <a:cxn ang="0">
                <a:pos x="460" y="424"/>
              </a:cxn>
              <a:cxn ang="0">
                <a:pos x="182" y="306"/>
              </a:cxn>
              <a:cxn ang="0">
                <a:pos x="200" y="244"/>
              </a:cxn>
              <a:cxn ang="0">
                <a:pos x="250" y="256"/>
              </a:cxn>
              <a:cxn ang="0">
                <a:pos x="272" y="248"/>
              </a:cxn>
              <a:cxn ang="0">
                <a:pos x="278" y="300"/>
              </a:cxn>
              <a:cxn ang="0">
                <a:pos x="250" y="300"/>
              </a:cxn>
              <a:cxn ang="0">
                <a:pos x="250" y="284"/>
              </a:cxn>
              <a:cxn ang="0">
                <a:pos x="268" y="292"/>
              </a:cxn>
              <a:cxn ang="0">
                <a:pos x="268" y="264"/>
              </a:cxn>
              <a:cxn ang="0">
                <a:pos x="250" y="268"/>
              </a:cxn>
              <a:cxn ang="0">
                <a:pos x="304" y="252"/>
              </a:cxn>
              <a:cxn ang="0">
                <a:pos x="330" y="254"/>
              </a:cxn>
              <a:cxn ang="0">
                <a:pos x="330" y="300"/>
              </a:cxn>
              <a:cxn ang="0">
                <a:pos x="302" y="328"/>
              </a:cxn>
              <a:cxn ang="0">
                <a:pos x="306" y="290"/>
              </a:cxn>
              <a:cxn ang="0">
                <a:pos x="320" y="292"/>
              </a:cxn>
              <a:cxn ang="0">
                <a:pos x="318" y="260"/>
              </a:cxn>
              <a:cxn ang="0">
                <a:pos x="302" y="276"/>
              </a:cxn>
              <a:cxn ang="0">
                <a:pos x="358" y="296"/>
              </a:cxn>
              <a:cxn ang="0">
                <a:pos x="370" y="290"/>
              </a:cxn>
              <a:cxn ang="0">
                <a:pos x="346" y="278"/>
              </a:cxn>
              <a:cxn ang="0">
                <a:pos x="352" y="248"/>
              </a:cxn>
              <a:cxn ang="0">
                <a:pos x="382" y="262"/>
              </a:cxn>
              <a:cxn ang="0">
                <a:pos x="354" y="260"/>
              </a:cxn>
              <a:cxn ang="0">
                <a:pos x="374" y="274"/>
              </a:cxn>
              <a:cxn ang="0">
                <a:pos x="378" y="302"/>
              </a:cxn>
              <a:cxn ang="0">
                <a:pos x="346" y="304"/>
              </a:cxn>
            </a:cxnLst>
            <a:rect l="0" t="0" r="r" b="b"/>
            <a:pathLst>
              <a:path w="586" h="488">
                <a:moveTo>
                  <a:pt x="174" y="154"/>
                </a:moveTo>
                <a:lnTo>
                  <a:pt x="378" y="154"/>
                </a:lnTo>
                <a:lnTo>
                  <a:pt x="378" y="154"/>
                </a:lnTo>
                <a:lnTo>
                  <a:pt x="386" y="156"/>
                </a:lnTo>
                <a:lnTo>
                  <a:pt x="392" y="160"/>
                </a:lnTo>
                <a:lnTo>
                  <a:pt x="396" y="168"/>
                </a:lnTo>
                <a:lnTo>
                  <a:pt x="398" y="176"/>
                </a:lnTo>
                <a:lnTo>
                  <a:pt x="398" y="380"/>
                </a:lnTo>
                <a:lnTo>
                  <a:pt x="398" y="380"/>
                </a:lnTo>
                <a:lnTo>
                  <a:pt x="396" y="388"/>
                </a:lnTo>
                <a:lnTo>
                  <a:pt x="392" y="394"/>
                </a:lnTo>
                <a:lnTo>
                  <a:pt x="386" y="398"/>
                </a:lnTo>
                <a:lnTo>
                  <a:pt x="378" y="400"/>
                </a:lnTo>
                <a:lnTo>
                  <a:pt x="174" y="400"/>
                </a:lnTo>
                <a:lnTo>
                  <a:pt x="174" y="400"/>
                </a:lnTo>
                <a:lnTo>
                  <a:pt x="166" y="398"/>
                </a:lnTo>
                <a:lnTo>
                  <a:pt x="160" y="394"/>
                </a:lnTo>
                <a:lnTo>
                  <a:pt x="156" y="388"/>
                </a:lnTo>
                <a:lnTo>
                  <a:pt x="154" y="380"/>
                </a:lnTo>
                <a:lnTo>
                  <a:pt x="154" y="176"/>
                </a:lnTo>
                <a:lnTo>
                  <a:pt x="154" y="176"/>
                </a:lnTo>
                <a:lnTo>
                  <a:pt x="156" y="168"/>
                </a:lnTo>
                <a:lnTo>
                  <a:pt x="160" y="160"/>
                </a:lnTo>
                <a:lnTo>
                  <a:pt x="166" y="156"/>
                </a:lnTo>
                <a:lnTo>
                  <a:pt x="174" y="154"/>
                </a:lnTo>
                <a:lnTo>
                  <a:pt x="174" y="154"/>
                </a:lnTo>
                <a:close/>
                <a:moveTo>
                  <a:pt x="416" y="200"/>
                </a:moveTo>
                <a:lnTo>
                  <a:pt x="422" y="200"/>
                </a:lnTo>
                <a:lnTo>
                  <a:pt x="422" y="200"/>
                </a:lnTo>
                <a:lnTo>
                  <a:pt x="430" y="200"/>
                </a:lnTo>
                <a:lnTo>
                  <a:pt x="436" y="206"/>
                </a:lnTo>
                <a:lnTo>
                  <a:pt x="440" y="212"/>
                </a:lnTo>
                <a:lnTo>
                  <a:pt x="442" y="220"/>
                </a:lnTo>
                <a:lnTo>
                  <a:pt x="442" y="424"/>
                </a:lnTo>
                <a:lnTo>
                  <a:pt x="442" y="424"/>
                </a:lnTo>
                <a:lnTo>
                  <a:pt x="440" y="432"/>
                </a:lnTo>
                <a:lnTo>
                  <a:pt x="436" y="438"/>
                </a:lnTo>
                <a:lnTo>
                  <a:pt x="430" y="442"/>
                </a:lnTo>
                <a:lnTo>
                  <a:pt x="422" y="444"/>
                </a:lnTo>
                <a:lnTo>
                  <a:pt x="218" y="444"/>
                </a:lnTo>
                <a:lnTo>
                  <a:pt x="218" y="444"/>
                </a:lnTo>
                <a:lnTo>
                  <a:pt x="210" y="442"/>
                </a:lnTo>
                <a:lnTo>
                  <a:pt x="202" y="438"/>
                </a:lnTo>
                <a:lnTo>
                  <a:pt x="198" y="432"/>
                </a:lnTo>
                <a:lnTo>
                  <a:pt x="196" y="424"/>
                </a:lnTo>
                <a:lnTo>
                  <a:pt x="196" y="418"/>
                </a:lnTo>
                <a:lnTo>
                  <a:pt x="378" y="418"/>
                </a:lnTo>
                <a:lnTo>
                  <a:pt x="378" y="418"/>
                </a:lnTo>
                <a:lnTo>
                  <a:pt x="386" y="418"/>
                </a:lnTo>
                <a:lnTo>
                  <a:pt x="392" y="414"/>
                </a:lnTo>
                <a:lnTo>
                  <a:pt x="400" y="412"/>
                </a:lnTo>
                <a:lnTo>
                  <a:pt x="406" y="406"/>
                </a:lnTo>
                <a:lnTo>
                  <a:pt x="410" y="400"/>
                </a:lnTo>
                <a:lnTo>
                  <a:pt x="414" y="394"/>
                </a:lnTo>
                <a:lnTo>
                  <a:pt x="416" y="388"/>
                </a:lnTo>
                <a:lnTo>
                  <a:pt x="416" y="380"/>
                </a:lnTo>
                <a:lnTo>
                  <a:pt x="416" y="200"/>
                </a:lnTo>
                <a:lnTo>
                  <a:pt x="416" y="200"/>
                </a:lnTo>
                <a:close/>
                <a:moveTo>
                  <a:pt x="274" y="0"/>
                </a:moveTo>
                <a:lnTo>
                  <a:pt x="274" y="0"/>
                </a:lnTo>
                <a:lnTo>
                  <a:pt x="302" y="2"/>
                </a:lnTo>
                <a:lnTo>
                  <a:pt x="328" y="8"/>
                </a:lnTo>
                <a:lnTo>
                  <a:pt x="352" y="18"/>
                </a:lnTo>
                <a:lnTo>
                  <a:pt x="376" y="30"/>
                </a:lnTo>
                <a:lnTo>
                  <a:pt x="396" y="46"/>
                </a:lnTo>
                <a:lnTo>
                  <a:pt x="414" y="66"/>
                </a:lnTo>
                <a:lnTo>
                  <a:pt x="428" y="88"/>
                </a:lnTo>
                <a:lnTo>
                  <a:pt x="440" y="110"/>
                </a:lnTo>
                <a:lnTo>
                  <a:pt x="440" y="110"/>
                </a:lnTo>
                <a:lnTo>
                  <a:pt x="446" y="110"/>
                </a:lnTo>
                <a:lnTo>
                  <a:pt x="446" y="110"/>
                </a:lnTo>
                <a:lnTo>
                  <a:pt x="462" y="112"/>
                </a:lnTo>
                <a:lnTo>
                  <a:pt x="474" y="114"/>
                </a:lnTo>
                <a:lnTo>
                  <a:pt x="488" y="116"/>
                </a:lnTo>
                <a:lnTo>
                  <a:pt x="502" y="122"/>
                </a:lnTo>
                <a:lnTo>
                  <a:pt x="514" y="128"/>
                </a:lnTo>
                <a:lnTo>
                  <a:pt x="524" y="134"/>
                </a:lnTo>
                <a:lnTo>
                  <a:pt x="536" y="142"/>
                </a:lnTo>
                <a:lnTo>
                  <a:pt x="546" y="152"/>
                </a:lnTo>
                <a:lnTo>
                  <a:pt x="554" y="162"/>
                </a:lnTo>
                <a:lnTo>
                  <a:pt x="562" y="172"/>
                </a:lnTo>
                <a:lnTo>
                  <a:pt x="570" y="184"/>
                </a:lnTo>
                <a:lnTo>
                  <a:pt x="576" y="196"/>
                </a:lnTo>
                <a:lnTo>
                  <a:pt x="580" y="208"/>
                </a:lnTo>
                <a:lnTo>
                  <a:pt x="584" y="222"/>
                </a:lnTo>
                <a:lnTo>
                  <a:pt x="586" y="236"/>
                </a:lnTo>
                <a:lnTo>
                  <a:pt x="586" y="250"/>
                </a:lnTo>
                <a:lnTo>
                  <a:pt x="586" y="250"/>
                </a:lnTo>
                <a:lnTo>
                  <a:pt x="584" y="272"/>
                </a:lnTo>
                <a:lnTo>
                  <a:pt x="580" y="292"/>
                </a:lnTo>
                <a:lnTo>
                  <a:pt x="572" y="310"/>
                </a:lnTo>
                <a:lnTo>
                  <a:pt x="562" y="328"/>
                </a:lnTo>
                <a:lnTo>
                  <a:pt x="550" y="342"/>
                </a:lnTo>
                <a:lnTo>
                  <a:pt x="536" y="356"/>
                </a:lnTo>
                <a:lnTo>
                  <a:pt x="520" y="368"/>
                </a:lnTo>
                <a:lnTo>
                  <a:pt x="502" y="378"/>
                </a:lnTo>
                <a:lnTo>
                  <a:pt x="502" y="264"/>
                </a:lnTo>
                <a:lnTo>
                  <a:pt x="502" y="264"/>
                </a:lnTo>
                <a:lnTo>
                  <a:pt x="502" y="256"/>
                </a:lnTo>
                <a:lnTo>
                  <a:pt x="500" y="250"/>
                </a:lnTo>
                <a:lnTo>
                  <a:pt x="496" y="242"/>
                </a:lnTo>
                <a:lnTo>
                  <a:pt x="492" y="236"/>
                </a:lnTo>
                <a:lnTo>
                  <a:pt x="486" y="232"/>
                </a:lnTo>
                <a:lnTo>
                  <a:pt x="480" y="228"/>
                </a:lnTo>
                <a:lnTo>
                  <a:pt x="472" y="226"/>
                </a:lnTo>
                <a:lnTo>
                  <a:pt x="464" y="226"/>
                </a:lnTo>
                <a:lnTo>
                  <a:pt x="460" y="226"/>
                </a:lnTo>
                <a:lnTo>
                  <a:pt x="460" y="220"/>
                </a:lnTo>
                <a:lnTo>
                  <a:pt x="460" y="220"/>
                </a:lnTo>
                <a:lnTo>
                  <a:pt x="458" y="212"/>
                </a:lnTo>
                <a:lnTo>
                  <a:pt x="456" y="204"/>
                </a:lnTo>
                <a:lnTo>
                  <a:pt x="454" y="198"/>
                </a:lnTo>
                <a:lnTo>
                  <a:pt x="448" y="192"/>
                </a:lnTo>
                <a:lnTo>
                  <a:pt x="442" y="188"/>
                </a:lnTo>
                <a:lnTo>
                  <a:pt x="436" y="184"/>
                </a:lnTo>
                <a:lnTo>
                  <a:pt x="428" y="182"/>
                </a:lnTo>
                <a:lnTo>
                  <a:pt x="422" y="182"/>
                </a:lnTo>
                <a:lnTo>
                  <a:pt x="416" y="182"/>
                </a:lnTo>
                <a:lnTo>
                  <a:pt x="416" y="176"/>
                </a:lnTo>
                <a:lnTo>
                  <a:pt x="416" y="176"/>
                </a:lnTo>
                <a:lnTo>
                  <a:pt x="416" y="168"/>
                </a:lnTo>
                <a:lnTo>
                  <a:pt x="414" y="160"/>
                </a:lnTo>
                <a:lnTo>
                  <a:pt x="410" y="154"/>
                </a:lnTo>
                <a:lnTo>
                  <a:pt x="406" y="148"/>
                </a:lnTo>
                <a:lnTo>
                  <a:pt x="400" y="144"/>
                </a:lnTo>
                <a:lnTo>
                  <a:pt x="392" y="140"/>
                </a:lnTo>
                <a:lnTo>
                  <a:pt x="386" y="138"/>
                </a:lnTo>
                <a:lnTo>
                  <a:pt x="378" y="136"/>
                </a:lnTo>
                <a:lnTo>
                  <a:pt x="174" y="136"/>
                </a:lnTo>
                <a:lnTo>
                  <a:pt x="174" y="136"/>
                </a:lnTo>
                <a:lnTo>
                  <a:pt x="166" y="138"/>
                </a:lnTo>
                <a:lnTo>
                  <a:pt x="158" y="140"/>
                </a:lnTo>
                <a:lnTo>
                  <a:pt x="152" y="144"/>
                </a:lnTo>
                <a:lnTo>
                  <a:pt x="146" y="148"/>
                </a:lnTo>
                <a:lnTo>
                  <a:pt x="142" y="154"/>
                </a:lnTo>
                <a:lnTo>
                  <a:pt x="138" y="160"/>
                </a:lnTo>
                <a:lnTo>
                  <a:pt x="136" y="168"/>
                </a:lnTo>
                <a:lnTo>
                  <a:pt x="136" y="176"/>
                </a:lnTo>
                <a:lnTo>
                  <a:pt x="136" y="380"/>
                </a:lnTo>
                <a:lnTo>
                  <a:pt x="136" y="380"/>
                </a:lnTo>
                <a:lnTo>
                  <a:pt x="136" y="390"/>
                </a:lnTo>
                <a:lnTo>
                  <a:pt x="116" y="390"/>
                </a:lnTo>
                <a:lnTo>
                  <a:pt x="116" y="390"/>
                </a:lnTo>
                <a:lnTo>
                  <a:pt x="104" y="388"/>
                </a:lnTo>
                <a:lnTo>
                  <a:pt x="92" y="388"/>
                </a:lnTo>
                <a:lnTo>
                  <a:pt x="70" y="380"/>
                </a:lnTo>
                <a:lnTo>
                  <a:pt x="50" y="370"/>
                </a:lnTo>
                <a:lnTo>
                  <a:pt x="34" y="356"/>
                </a:lnTo>
                <a:lnTo>
                  <a:pt x="20" y="338"/>
                </a:lnTo>
                <a:lnTo>
                  <a:pt x="8" y="318"/>
                </a:lnTo>
                <a:lnTo>
                  <a:pt x="2" y="296"/>
                </a:lnTo>
                <a:lnTo>
                  <a:pt x="0" y="286"/>
                </a:lnTo>
                <a:lnTo>
                  <a:pt x="0" y="274"/>
                </a:lnTo>
                <a:lnTo>
                  <a:pt x="0" y="274"/>
                </a:lnTo>
                <a:lnTo>
                  <a:pt x="2" y="252"/>
                </a:lnTo>
                <a:lnTo>
                  <a:pt x="6" y="232"/>
                </a:lnTo>
                <a:lnTo>
                  <a:pt x="16" y="214"/>
                </a:lnTo>
                <a:lnTo>
                  <a:pt x="28" y="198"/>
                </a:lnTo>
                <a:lnTo>
                  <a:pt x="42" y="184"/>
                </a:lnTo>
                <a:lnTo>
                  <a:pt x="58" y="172"/>
                </a:lnTo>
                <a:lnTo>
                  <a:pt x="76" y="164"/>
                </a:lnTo>
                <a:lnTo>
                  <a:pt x="96" y="158"/>
                </a:lnTo>
                <a:lnTo>
                  <a:pt x="96" y="158"/>
                </a:lnTo>
                <a:lnTo>
                  <a:pt x="100" y="142"/>
                </a:lnTo>
                <a:lnTo>
                  <a:pt x="104" y="126"/>
                </a:lnTo>
                <a:lnTo>
                  <a:pt x="108" y="110"/>
                </a:lnTo>
                <a:lnTo>
                  <a:pt x="116" y="96"/>
                </a:lnTo>
                <a:lnTo>
                  <a:pt x="124" y="82"/>
                </a:lnTo>
                <a:lnTo>
                  <a:pt x="132" y="68"/>
                </a:lnTo>
                <a:lnTo>
                  <a:pt x="144" y="56"/>
                </a:lnTo>
                <a:lnTo>
                  <a:pt x="154" y="46"/>
                </a:lnTo>
                <a:lnTo>
                  <a:pt x="166" y="36"/>
                </a:lnTo>
                <a:lnTo>
                  <a:pt x="180" y="26"/>
                </a:lnTo>
                <a:lnTo>
                  <a:pt x="194" y="18"/>
                </a:lnTo>
                <a:lnTo>
                  <a:pt x="210" y="12"/>
                </a:lnTo>
                <a:lnTo>
                  <a:pt x="224" y="6"/>
                </a:lnTo>
                <a:lnTo>
                  <a:pt x="240" y="2"/>
                </a:lnTo>
                <a:lnTo>
                  <a:pt x="258" y="0"/>
                </a:lnTo>
                <a:lnTo>
                  <a:pt x="274" y="0"/>
                </a:lnTo>
                <a:lnTo>
                  <a:pt x="274" y="0"/>
                </a:lnTo>
                <a:close/>
                <a:moveTo>
                  <a:pt x="460" y="244"/>
                </a:moveTo>
                <a:lnTo>
                  <a:pt x="464" y="244"/>
                </a:lnTo>
                <a:lnTo>
                  <a:pt x="464" y="244"/>
                </a:lnTo>
                <a:lnTo>
                  <a:pt x="472" y="246"/>
                </a:lnTo>
                <a:lnTo>
                  <a:pt x="478" y="250"/>
                </a:lnTo>
                <a:lnTo>
                  <a:pt x="484" y="256"/>
                </a:lnTo>
                <a:lnTo>
                  <a:pt x="484" y="264"/>
                </a:lnTo>
                <a:lnTo>
                  <a:pt x="484" y="468"/>
                </a:lnTo>
                <a:lnTo>
                  <a:pt x="484" y="468"/>
                </a:lnTo>
                <a:lnTo>
                  <a:pt x="484" y="476"/>
                </a:lnTo>
                <a:lnTo>
                  <a:pt x="478" y="482"/>
                </a:lnTo>
                <a:lnTo>
                  <a:pt x="472" y="486"/>
                </a:lnTo>
                <a:lnTo>
                  <a:pt x="464" y="488"/>
                </a:lnTo>
                <a:lnTo>
                  <a:pt x="260" y="488"/>
                </a:lnTo>
                <a:lnTo>
                  <a:pt x="260" y="488"/>
                </a:lnTo>
                <a:lnTo>
                  <a:pt x="252" y="486"/>
                </a:lnTo>
                <a:lnTo>
                  <a:pt x="246" y="482"/>
                </a:lnTo>
                <a:lnTo>
                  <a:pt x="242" y="476"/>
                </a:lnTo>
                <a:lnTo>
                  <a:pt x="240" y="468"/>
                </a:lnTo>
                <a:lnTo>
                  <a:pt x="240" y="462"/>
                </a:lnTo>
                <a:lnTo>
                  <a:pt x="422" y="462"/>
                </a:lnTo>
                <a:lnTo>
                  <a:pt x="422" y="462"/>
                </a:lnTo>
                <a:lnTo>
                  <a:pt x="428" y="462"/>
                </a:lnTo>
                <a:lnTo>
                  <a:pt x="436" y="460"/>
                </a:lnTo>
                <a:lnTo>
                  <a:pt x="442" y="456"/>
                </a:lnTo>
                <a:lnTo>
                  <a:pt x="448" y="450"/>
                </a:lnTo>
                <a:lnTo>
                  <a:pt x="454" y="446"/>
                </a:lnTo>
                <a:lnTo>
                  <a:pt x="456" y="438"/>
                </a:lnTo>
                <a:lnTo>
                  <a:pt x="458" y="432"/>
                </a:lnTo>
                <a:lnTo>
                  <a:pt x="460" y="424"/>
                </a:lnTo>
                <a:lnTo>
                  <a:pt x="460" y="244"/>
                </a:lnTo>
                <a:lnTo>
                  <a:pt x="460" y="244"/>
                </a:lnTo>
                <a:close/>
                <a:moveTo>
                  <a:pt x="234" y="306"/>
                </a:moveTo>
                <a:lnTo>
                  <a:pt x="220" y="306"/>
                </a:lnTo>
                <a:lnTo>
                  <a:pt x="214" y="288"/>
                </a:lnTo>
                <a:lnTo>
                  <a:pt x="188" y="288"/>
                </a:lnTo>
                <a:lnTo>
                  <a:pt x="182" y="306"/>
                </a:lnTo>
                <a:lnTo>
                  <a:pt x="168" y="306"/>
                </a:lnTo>
                <a:lnTo>
                  <a:pt x="194" y="226"/>
                </a:lnTo>
                <a:lnTo>
                  <a:pt x="208" y="226"/>
                </a:lnTo>
                <a:lnTo>
                  <a:pt x="234" y="306"/>
                </a:lnTo>
                <a:lnTo>
                  <a:pt x="234" y="306"/>
                </a:lnTo>
                <a:close/>
                <a:moveTo>
                  <a:pt x="210" y="274"/>
                </a:moveTo>
                <a:lnTo>
                  <a:pt x="200" y="244"/>
                </a:lnTo>
                <a:lnTo>
                  <a:pt x="192" y="274"/>
                </a:lnTo>
                <a:lnTo>
                  <a:pt x="210" y="274"/>
                </a:lnTo>
                <a:lnTo>
                  <a:pt x="210" y="274"/>
                </a:lnTo>
                <a:close/>
                <a:moveTo>
                  <a:pt x="238" y="248"/>
                </a:moveTo>
                <a:lnTo>
                  <a:pt x="250" y="248"/>
                </a:lnTo>
                <a:lnTo>
                  <a:pt x="250" y="256"/>
                </a:lnTo>
                <a:lnTo>
                  <a:pt x="250" y="256"/>
                </a:lnTo>
                <a:lnTo>
                  <a:pt x="252" y="252"/>
                </a:lnTo>
                <a:lnTo>
                  <a:pt x="256" y="250"/>
                </a:lnTo>
                <a:lnTo>
                  <a:pt x="256" y="250"/>
                </a:lnTo>
                <a:lnTo>
                  <a:pt x="260" y="248"/>
                </a:lnTo>
                <a:lnTo>
                  <a:pt x="264" y="248"/>
                </a:lnTo>
                <a:lnTo>
                  <a:pt x="264" y="248"/>
                </a:lnTo>
                <a:lnTo>
                  <a:pt x="272" y="248"/>
                </a:lnTo>
                <a:lnTo>
                  <a:pt x="278" y="254"/>
                </a:lnTo>
                <a:lnTo>
                  <a:pt x="278" y="254"/>
                </a:lnTo>
                <a:lnTo>
                  <a:pt x="282" y="264"/>
                </a:lnTo>
                <a:lnTo>
                  <a:pt x="284" y="276"/>
                </a:lnTo>
                <a:lnTo>
                  <a:pt x="284" y="276"/>
                </a:lnTo>
                <a:lnTo>
                  <a:pt x="282" y="290"/>
                </a:lnTo>
                <a:lnTo>
                  <a:pt x="278" y="300"/>
                </a:lnTo>
                <a:lnTo>
                  <a:pt x="278" y="300"/>
                </a:lnTo>
                <a:lnTo>
                  <a:pt x="272" y="306"/>
                </a:lnTo>
                <a:lnTo>
                  <a:pt x="264" y="308"/>
                </a:lnTo>
                <a:lnTo>
                  <a:pt x="264" y="308"/>
                </a:lnTo>
                <a:lnTo>
                  <a:pt x="256" y="306"/>
                </a:lnTo>
                <a:lnTo>
                  <a:pt x="256" y="306"/>
                </a:lnTo>
                <a:lnTo>
                  <a:pt x="250" y="300"/>
                </a:lnTo>
                <a:lnTo>
                  <a:pt x="250" y="328"/>
                </a:lnTo>
                <a:lnTo>
                  <a:pt x="238" y="328"/>
                </a:lnTo>
                <a:lnTo>
                  <a:pt x="238" y="248"/>
                </a:lnTo>
                <a:lnTo>
                  <a:pt x="238" y="248"/>
                </a:lnTo>
                <a:close/>
                <a:moveTo>
                  <a:pt x="250" y="276"/>
                </a:moveTo>
                <a:lnTo>
                  <a:pt x="250" y="276"/>
                </a:lnTo>
                <a:lnTo>
                  <a:pt x="250" y="284"/>
                </a:lnTo>
                <a:lnTo>
                  <a:pt x="254" y="290"/>
                </a:lnTo>
                <a:lnTo>
                  <a:pt x="254" y="290"/>
                </a:lnTo>
                <a:lnTo>
                  <a:pt x="256" y="294"/>
                </a:lnTo>
                <a:lnTo>
                  <a:pt x="260" y="296"/>
                </a:lnTo>
                <a:lnTo>
                  <a:pt x="260" y="296"/>
                </a:lnTo>
                <a:lnTo>
                  <a:pt x="264" y="294"/>
                </a:lnTo>
                <a:lnTo>
                  <a:pt x="268" y="292"/>
                </a:lnTo>
                <a:lnTo>
                  <a:pt x="268" y="292"/>
                </a:lnTo>
                <a:lnTo>
                  <a:pt x="270" y="286"/>
                </a:lnTo>
                <a:lnTo>
                  <a:pt x="272" y="278"/>
                </a:lnTo>
                <a:lnTo>
                  <a:pt x="272" y="278"/>
                </a:lnTo>
                <a:lnTo>
                  <a:pt x="270" y="270"/>
                </a:lnTo>
                <a:lnTo>
                  <a:pt x="268" y="264"/>
                </a:lnTo>
                <a:lnTo>
                  <a:pt x="268" y="264"/>
                </a:lnTo>
                <a:lnTo>
                  <a:pt x="264" y="260"/>
                </a:lnTo>
                <a:lnTo>
                  <a:pt x="260" y="260"/>
                </a:lnTo>
                <a:lnTo>
                  <a:pt x="260" y="260"/>
                </a:lnTo>
                <a:lnTo>
                  <a:pt x="256" y="260"/>
                </a:lnTo>
                <a:lnTo>
                  <a:pt x="254" y="264"/>
                </a:lnTo>
                <a:lnTo>
                  <a:pt x="254" y="264"/>
                </a:lnTo>
                <a:lnTo>
                  <a:pt x="250" y="268"/>
                </a:lnTo>
                <a:lnTo>
                  <a:pt x="250" y="276"/>
                </a:lnTo>
                <a:lnTo>
                  <a:pt x="250" y="276"/>
                </a:lnTo>
                <a:close/>
                <a:moveTo>
                  <a:pt x="290" y="248"/>
                </a:moveTo>
                <a:lnTo>
                  <a:pt x="302" y="248"/>
                </a:lnTo>
                <a:lnTo>
                  <a:pt x="302" y="256"/>
                </a:lnTo>
                <a:lnTo>
                  <a:pt x="302" y="256"/>
                </a:lnTo>
                <a:lnTo>
                  <a:pt x="304" y="252"/>
                </a:lnTo>
                <a:lnTo>
                  <a:pt x="308" y="250"/>
                </a:lnTo>
                <a:lnTo>
                  <a:pt x="308" y="250"/>
                </a:lnTo>
                <a:lnTo>
                  <a:pt x="312" y="248"/>
                </a:lnTo>
                <a:lnTo>
                  <a:pt x="316" y="248"/>
                </a:lnTo>
                <a:lnTo>
                  <a:pt x="316" y="248"/>
                </a:lnTo>
                <a:lnTo>
                  <a:pt x="324" y="248"/>
                </a:lnTo>
                <a:lnTo>
                  <a:pt x="330" y="254"/>
                </a:lnTo>
                <a:lnTo>
                  <a:pt x="330" y="254"/>
                </a:lnTo>
                <a:lnTo>
                  <a:pt x="336" y="264"/>
                </a:lnTo>
                <a:lnTo>
                  <a:pt x="336" y="276"/>
                </a:lnTo>
                <a:lnTo>
                  <a:pt x="336" y="276"/>
                </a:lnTo>
                <a:lnTo>
                  <a:pt x="336" y="290"/>
                </a:lnTo>
                <a:lnTo>
                  <a:pt x="330" y="300"/>
                </a:lnTo>
                <a:lnTo>
                  <a:pt x="330" y="300"/>
                </a:lnTo>
                <a:lnTo>
                  <a:pt x="324" y="306"/>
                </a:lnTo>
                <a:lnTo>
                  <a:pt x="316" y="308"/>
                </a:lnTo>
                <a:lnTo>
                  <a:pt x="316" y="308"/>
                </a:lnTo>
                <a:lnTo>
                  <a:pt x="310" y="306"/>
                </a:lnTo>
                <a:lnTo>
                  <a:pt x="310" y="306"/>
                </a:lnTo>
                <a:lnTo>
                  <a:pt x="302" y="300"/>
                </a:lnTo>
                <a:lnTo>
                  <a:pt x="302" y="328"/>
                </a:lnTo>
                <a:lnTo>
                  <a:pt x="290" y="328"/>
                </a:lnTo>
                <a:lnTo>
                  <a:pt x="290" y="248"/>
                </a:lnTo>
                <a:lnTo>
                  <a:pt x="290" y="248"/>
                </a:lnTo>
                <a:close/>
                <a:moveTo>
                  <a:pt x="302" y="276"/>
                </a:moveTo>
                <a:lnTo>
                  <a:pt x="302" y="276"/>
                </a:lnTo>
                <a:lnTo>
                  <a:pt x="304" y="284"/>
                </a:lnTo>
                <a:lnTo>
                  <a:pt x="306" y="290"/>
                </a:lnTo>
                <a:lnTo>
                  <a:pt x="306" y="290"/>
                </a:lnTo>
                <a:lnTo>
                  <a:pt x="310" y="294"/>
                </a:lnTo>
                <a:lnTo>
                  <a:pt x="314" y="296"/>
                </a:lnTo>
                <a:lnTo>
                  <a:pt x="314" y="296"/>
                </a:lnTo>
                <a:lnTo>
                  <a:pt x="318" y="294"/>
                </a:lnTo>
                <a:lnTo>
                  <a:pt x="320" y="292"/>
                </a:lnTo>
                <a:lnTo>
                  <a:pt x="320" y="292"/>
                </a:lnTo>
                <a:lnTo>
                  <a:pt x="324" y="286"/>
                </a:lnTo>
                <a:lnTo>
                  <a:pt x="324" y="278"/>
                </a:lnTo>
                <a:lnTo>
                  <a:pt x="324" y="278"/>
                </a:lnTo>
                <a:lnTo>
                  <a:pt x="324" y="270"/>
                </a:lnTo>
                <a:lnTo>
                  <a:pt x="320" y="264"/>
                </a:lnTo>
                <a:lnTo>
                  <a:pt x="320" y="264"/>
                </a:lnTo>
                <a:lnTo>
                  <a:pt x="318" y="260"/>
                </a:lnTo>
                <a:lnTo>
                  <a:pt x="314" y="260"/>
                </a:lnTo>
                <a:lnTo>
                  <a:pt x="314" y="260"/>
                </a:lnTo>
                <a:lnTo>
                  <a:pt x="310" y="260"/>
                </a:lnTo>
                <a:lnTo>
                  <a:pt x="306" y="264"/>
                </a:lnTo>
                <a:lnTo>
                  <a:pt x="306" y="264"/>
                </a:lnTo>
                <a:lnTo>
                  <a:pt x="304" y="268"/>
                </a:lnTo>
                <a:lnTo>
                  <a:pt x="302" y="276"/>
                </a:lnTo>
                <a:lnTo>
                  <a:pt x="302" y="276"/>
                </a:lnTo>
                <a:close/>
                <a:moveTo>
                  <a:pt x="338" y="290"/>
                </a:moveTo>
                <a:lnTo>
                  <a:pt x="352" y="288"/>
                </a:lnTo>
                <a:lnTo>
                  <a:pt x="352" y="288"/>
                </a:lnTo>
                <a:lnTo>
                  <a:pt x="352" y="292"/>
                </a:lnTo>
                <a:lnTo>
                  <a:pt x="354" y="294"/>
                </a:lnTo>
                <a:lnTo>
                  <a:pt x="358" y="296"/>
                </a:lnTo>
                <a:lnTo>
                  <a:pt x="362" y="296"/>
                </a:lnTo>
                <a:lnTo>
                  <a:pt x="362" y="296"/>
                </a:lnTo>
                <a:lnTo>
                  <a:pt x="368" y="294"/>
                </a:lnTo>
                <a:lnTo>
                  <a:pt x="368" y="294"/>
                </a:lnTo>
                <a:lnTo>
                  <a:pt x="370" y="292"/>
                </a:lnTo>
                <a:lnTo>
                  <a:pt x="370" y="290"/>
                </a:lnTo>
                <a:lnTo>
                  <a:pt x="370" y="290"/>
                </a:lnTo>
                <a:lnTo>
                  <a:pt x="370" y="288"/>
                </a:lnTo>
                <a:lnTo>
                  <a:pt x="370" y="288"/>
                </a:lnTo>
                <a:lnTo>
                  <a:pt x="366" y="286"/>
                </a:lnTo>
                <a:lnTo>
                  <a:pt x="366" y="286"/>
                </a:lnTo>
                <a:lnTo>
                  <a:pt x="352" y="282"/>
                </a:lnTo>
                <a:lnTo>
                  <a:pt x="346" y="278"/>
                </a:lnTo>
                <a:lnTo>
                  <a:pt x="346" y="278"/>
                </a:lnTo>
                <a:lnTo>
                  <a:pt x="342" y="272"/>
                </a:lnTo>
                <a:lnTo>
                  <a:pt x="340" y="264"/>
                </a:lnTo>
                <a:lnTo>
                  <a:pt x="340" y="264"/>
                </a:lnTo>
                <a:lnTo>
                  <a:pt x="342" y="258"/>
                </a:lnTo>
                <a:lnTo>
                  <a:pt x="346" y="252"/>
                </a:lnTo>
                <a:lnTo>
                  <a:pt x="346" y="252"/>
                </a:lnTo>
                <a:lnTo>
                  <a:pt x="352" y="248"/>
                </a:lnTo>
                <a:lnTo>
                  <a:pt x="360" y="248"/>
                </a:lnTo>
                <a:lnTo>
                  <a:pt x="360" y="248"/>
                </a:lnTo>
                <a:lnTo>
                  <a:pt x="368" y="248"/>
                </a:lnTo>
                <a:lnTo>
                  <a:pt x="374" y="250"/>
                </a:lnTo>
                <a:lnTo>
                  <a:pt x="374" y="250"/>
                </a:lnTo>
                <a:lnTo>
                  <a:pt x="380" y="256"/>
                </a:lnTo>
                <a:lnTo>
                  <a:pt x="382" y="262"/>
                </a:lnTo>
                <a:lnTo>
                  <a:pt x="370" y="266"/>
                </a:lnTo>
                <a:lnTo>
                  <a:pt x="370" y="266"/>
                </a:lnTo>
                <a:lnTo>
                  <a:pt x="366" y="260"/>
                </a:lnTo>
                <a:lnTo>
                  <a:pt x="360" y="258"/>
                </a:lnTo>
                <a:lnTo>
                  <a:pt x="360" y="258"/>
                </a:lnTo>
                <a:lnTo>
                  <a:pt x="354" y="260"/>
                </a:lnTo>
                <a:lnTo>
                  <a:pt x="354" y="260"/>
                </a:lnTo>
                <a:lnTo>
                  <a:pt x="352" y="262"/>
                </a:lnTo>
                <a:lnTo>
                  <a:pt x="352" y="262"/>
                </a:lnTo>
                <a:lnTo>
                  <a:pt x="354" y="266"/>
                </a:lnTo>
                <a:lnTo>
                  <a:pt x="354" y="266"/>
                </a:lnTo>
                <a:lnTo>
                  <a:pt x="366" y="270"/>
                </a:lnTo>
                <a:lnTo>
                  <a:pt x="366" y="270"/>
                </a:lnTo>
                <a:lnTo>
                  <a:pt x="374" y="274"/>
                </a:lnTo>
                <a:lnTo>
                  <a:pt x="380" y="278"/>
                </a:lnTo>
                <a:lnTo>
                  <a:pt x="380" y="278"/>
                </a:lnTo>
                <a:lnTo>
                  <a:pt x="382" y="282"/>
                </a:lnTo>
                <a:lnTo>
                  <a:pt x="384" y="288"/>
                </a:lnTo>
                <a:lnTo>
                  <a:pt x="384" y="288"/>
                </a:lnTo>
                <a:lnTo>
                  <a:pt x="382" y="296"/>
                </a:lnTo>
                <a:lnTo>
                  <a:pt x="378" y="302"/>
                </a:lnTo>
                <a:lnTo>
                  <a:pt x="378" y="302"/>
                </a:lnTo>
                <a:lnTo>
                  <a:pt x="370" y="306"/>
                </a:lnTo>
                <a:lnTo>
                  <a:pt x="362" y="308"/>
                </a:lnTo>
                <a:lnTo>
                  <a:pt x="362" y="308"/>
                </a:lnTo>
                <a:lnTo>
                  <a:pt x="354" y="306"/>
                </a:lnTo>
                <a:lnTo>
                  <a:pt x="346" y="304"/>
                </a:lnTo>
                <a:lnTo>
                  <a:pt x="346" y="304"/>
                </a:lnTo>
                <a:lnTo>
                  <a:pt x="342" y="298"/>
                </a:lnTo>
                <a:lnTo>
                  <a:pt x="338" y="290"/>
                </a:lnTo>
                <a:lnTo>
                  <a:pt x="338" y="2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rgbClr val="5AC5C5"/>
            </a:solidFill>
            <a:round/>
            <a:headEnd/>
            <a:tailEnd/>
          </a:ln>
        </p:spPr>
        <p:txBody>
          <a:bodyPr vert="horz" wrap="square" lIns="68562" tIns="34281" rIns="68562" bIns="34281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00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01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01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02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5028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2034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199040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6046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  <a:ea typeface="华文细黑"/>
              <a:sym typeface="Arial" panose="020B0604020202020204" pitchFamily="34" charset="0"/>
            </a:endParaRPr>
          </a:p>
        </p:txBody>
      </p:sp>
      <p:sp>
        <p:nvSpPr>
          <p:cNvPr id="67" name="Freeform 14"/>
          <p:cNvSpPr>
            <a:spLocks noEditPoints="1"/>
          </p:cNvSpPr>
          <p:nvPr/>
        </p:nvSpPr>
        <p:spPr bwMode="auto">
          <a:xfrm>
            <a:off x="6204012" y="4725144"/>
            <a:ext cx="436307" cy="351856"/>
          </a:xfrm>
          <a:custGeom>
            <a:avLst/>
            <a:gdLst/>
            <a:ahLst/>
            <a:cxnLst>
              <a:cxn ang="0">
                <a:pos x="398" y="176"/>
              </a:cxn>
              <a:cxn ang="0">
                <a:pos x="174" y="400"/>
              </a:cxn>
              <a:cxn ang="0">
                <a:pos x="154" y="176"/>
              </a:cxn>
              <a:cxn ang="0">
                <a:pos x="422" y="200"/>
              </a:cxn>
              <a:cxn ang="0">
                <a:pos x="442" y="424"/>
              </a:cxn>
              <a:cxn ang="0">
                <a:pos x="210" y="442"/>
              </a:cxn>
              <a:cxn ang="0">
                <a:pos x="386" y="418"/>
              </a:cxn>
              <a:cxn ang="0">
                <a:pos x="416" y="380"/>
              </a:cxn>
              <a:cxn ang="0">
                <a:pos x="352" y="18"/>
              </a:cxn>
              <a:cxn ang="0">
                <a:pos x="446" y="110"/>
              </a:cxn>
              <a:cxn ang="0">
                <a:pos x="524" y="134"/>
              </a:cxn>
              <a:cxn ang="0">
                <a:pos x="580" y="208"/>
              </a:cxn>
              <a:cxn ang="0">
                <a:pos x="572" y="310"/>
              </a:cxn>
              <a:cxn ang="0">
                <a:pos x="502" y="264"/>
              </a:cxn>
              <a:cxn ang="0">
                <a:pos x="472" y="226"/>
              </a:cxn>
              <a:cxn ang="0">
                <a:pos x="454" y="198"/>
              </a:cxn>
              <a:cxn ang="0">
                <a:pos x="416" y="176"/>
              </a:cxn>
              <a:cxn ang="0">
                <a:pos x="392" y="140"/>
              </a:cxn>
              <a:cxn ang="0">
                <a:pos x="152" y="144"/>
              </a:cxn>
              <a:cxn ang="0">
                <a:pos x="136" y="380"/>
              </a:cxn>
              <a:cxn ang="0">
                <a:pos x="50" y="370"/>
              </a:cxn>
              <a:cxn ang="0">
                <a:pos x="0" y="274"/>
              </a:cxn>
              <a:cxn ang="0">
                <a:pos x="76" y="164"/>
              </a:cxn>
              <a:cxn ang="0">
                <a:pos x="124" y="82"/>
              </a:cxn>
              <a:cxn ang="0">
                <a:pos x="210" y="12"/>
              </a:cxn>
              <a:cxn ang="0">
                <a:pos x="464" y="244"/>
              </a:cxn>
              <a:cxn ang="0">
                <a:pos x="484" y="468"/>
              </a:cxn>
              <a:cxn ang="0">
                <a:pos x="252" y="486"/>
              </a:cxn>
              <a:cxn ang="0">
                <a:pos x="428" y="462"/>
              </a:cxn>
              <a:cxn ang="0">
                <a:pos x="460" y="424"/>
              </a:cxn>
              <a:cxn ang="0">
                <a:pos x="182" y="306"/>
              </a:cxn>
              <a:cxn ang="0">
                <a:pos x="200" y="244"/>
              </a:cxn>
              <a:cxn ang="0">
                <a:pos x="250" y="256"/>
              </a:cxn>
              <a:cxn ang="0">
                <a:pos x="272" y="248"/>
              </a:cxn>
              <a:cxn ang="0">
                <a:pos x="278" y="300"/>
              </a:cxn>
              <a:cxn ang="0">
                <a:pos x="250" y="300"/>
              </a:cxn>
              <a:cxn ang="0">
                <a:pos x="250" y="284"/>
              </a:cxn>
              <a:cxn ang="0">
                <a:pos x="268" y="292"/>
              </a:cxn>
              <a:cxn ang="0">
                <a:pos x="268" y="264"/>
              </a:cxn>
              <a:cxn ang="0">
                <a:pos x="250" y="268"/>
              </a:cxn>
              <a:cxn ang="0">
                <a:pos x="304" y="252"/>
              </a:cxn>
              <a:cxn ang="0">
                <a:pos x="330" y="254"/>
              </a:cxn>
              <a:cxn ang="0">
                <a:pos x="330" y="300"/>
              </a:cxn>
              <a:cxn ang="0">
                <a:pos x="302" y="328"/>
              </a:cxn>
              <a:cxn ang="0">
                <a:pos x="306" y="290"/>
              </a:cxn>
              <a:cxn ang="0">
                <a:pos x="320" y="292"/>
              </a:cxn>
              <a:cxn ang="0">
                <a:pos x="318" y="260"/>
              </a:cxn>
              <a:cxn ang="0">
                <a:pos x="302" y="276"/>
              </a:cxn>
              <a:cxn ang="0">
                <a:pos x="358" y="296"/>
              </a:cxn>
              <a:cxn ang="0">
                <a:pos x="370" y="290"/>
              </a:cxn>
              <a:cxn ang="0">
                <a:pos x="346" y="278"/>
              </a:cxn>
              <a:cxn ang="0">
                <a:pos x="352" y="248"/>
              </a:cxn>
              <a:cxn ang="0">
                <a:pos x="382" y="262"/>
              </a:cxn>
              <a:cxn ang="0">
                <a:pos x="354" y="260"/>
              </a:cxn>
              <a:cxn ang="0">
                <a:pos x="374" y="274"/>
              </a:cxn>
              <a:cxn ang="0">
                <a:pos x="378" y="302"/>
              </a:cxn>
              <a:cxn ang="0">
                <a:pos x="346" y="304"/>
              </a:cxn>
            </a:cxnLst>
            <a:rect l="0" t="0" r="r" b="b"/>
            <a:pathLst>
              <a:path w="586" h="488">
                <a:moveTo>
                  <a:pt x="174" y="154"/>
                </a:moveTo>
                <a:lnTo>
                  <a:pt x="378" y="154"/>
                </a:lnTo>
                <a:lnTo>
                  <a:pt x="378" y="154"/>
                </a:lnTo>
                <a:lnTo>
                  <a:pt x="386" y="156"/>
                </a:lnTo>
                <a:lnTo>
                  <a:pt x="392" y="160"/>
                </a:lnTo>
                <a:lnTo>
                  <a:pt x="396" y="168"/>
                </a:lnTo>
                <a:lnTo>
                  <a:pt x="398" y="176"/>
                </a:lnTo>
                <a:lnTo>
                  <a:pt x="398" y="380"/>
                </a:lnTo>
                <a:lnTo>
                  <a:pt x="398" y="380"/>
                </a:lnTo>
                <a:lnTo>
                  <a:pt x="396" y="388"/>
                </a:lnTo>
                <a:lnTo>
                  <a:pt x="392" y="394"/>
                </a:lnTo>
                <a:lnTo>
                  <a:pt x="386" y="398"/>
                </a:lnTo>
                <a:lnTo>
                  <a:pt x="378" y="400"/>
                </a:lnTo>
                <a:lnTo>
                  <a:pt x="174" y="400"/>
                </a:lnTo>
                <a:lnTo>
                  <a:pt x="174" y="400"/>
                </a:lnTo>
                <a:lnTo>
                  <a:pt x="166" y="398"/>
                </a:lnTo>
                <a:lnTo>
                  <a:pt x="160" y="394"/>
                </a:lnTo>
                <a:lnTo>
                  <a:pt x="156" y="388"/>
                </a:lnTo>
                <a:lnTo>
                  <a:pt x="154" y="380"/>
                </a:lnTo>
                <a:lnTo>
                  <a:pt x="154" y="176"/>
                </a:lnTo>
                <a:lnTo>
                  <a:pt x="154" y="176"/>
                </a:lnTo>
                <a:lnTo>
                  <a:pt x="156" y="168"/>
                </a:lnTo>
                <a:lnTo>
                  <a:pt x="160" y="160"/>
                </a:lnTo>
                <a:lnTo>
                  <a:pt x="166" y="156"/>
                </a:lnTo>
                <a:lnTo>
                  <a:pt x="174" y="154"/>
                </a:lnTo>
                <a:lnTo>
                  <a:pt x="174" y="154"/>
                </a:lnTo>
                <a:close/>
                <a:moveTo>
                  <a:pt x="416" y="200"/>
                </a:moveTo>
                <a:lnTo>
                  <a:pt x="422" y="200"/>
                </a:lnTo>
                <a:lnTo>
                  <a:pt x="422" y="200"/>
                </a:lnTo>
                <a:lnTo>
                  <a:pt x="430" y="200"/>
                </a:lnTo>
                <a:lnTo>
                  <a:pt x="436" y="206"/>
                </a:lnTo>
                <a:lnTo>
                  <a:pt x="440" y="212"/>
                </a:lnTo>
                <a:lnTo>
                  <a:pt x="442" y="220"/>
                </a:lnTo>
                <a:lnTo>
                  <a:pt x="442" y="424"/>
                </a:lnTo>
                <a:lnTo>
                  <a:pt x="442" y="424"/>
                </a:lnTo>
                <a:lnTo>
                  <a:pt x="440" y="432"/>
                </a:lnTo>
                <a:lnTo>
                  <a:pt x="436" y="438"/>
                </a:lnTo>
                <a:lnTo>
                  <a:pt x="430" y="442"/>
                </a:lnTo>
                <a:lnTo>
                  <a:pt x="422" y="444"/>
                </a:lnTo>
                <a:lnTo>
                  <a:pt x="218" y="444"/>
                </a:lnTo>
                <a:lnTo>
                  <a:pt x="218" y="444"/>
                </a:lnTo>
                <a:lnTo>
                  <a:pt x="210" y="442"/>
                </a:lnTo>
                <a:lnTo>
                  <a:pt x="202" y="438"/>
                </a:lnTo>
                <a:lnTo>
                  <a:pt x="198" y="432"/>
                </a:lnTo>
                <a:lnTo>
                  <a:pt x="196" y="424"/>
                </a:lnTo>
                <a:lnTo>
                  <a:pt x="196" y="418"/>
                </a:lnTo>
                <a:lnTo>
                  <a:pt x="378" y="418"/>
                </a:lnTo>
                <a:lnTo>
                  <a:pt x="378" y="418"/>
                </a:lnTo>
                <a:lnTo>
                  <a:pt x="386" y="418"/>
                </a:lnTo>
                <a:lnTo>
                  <a:pt x="392" y="414"/>
                </a:lnTo>
                <a:lnTo>
                  <a:pt x="400" y="412"/>
                </a:lnTo>
                <a:lnTo>
                  <a:pt x="406" y="406"/>
                </a:lnTo>
                <a:lnTo>
                  <a:pt x="410" y="400"/>
                </a:lnTo>
                <a:lnTo>
                  <a:pt x="414" y="394"/>
                </a:lnTo>
                <a:lnTo>
                  <a:pt x="416" y="388"/>
                </a:lnTo>
                <a:lnTo>
                  <a:pt x="416" y="380"/>
                </a:lnTo>
                <a:lnTo>
                  <a:pt x="416" y="200"/>
                </a:lnTo>
                <a:lnTo>
                  <a:pt x="416" y="200"/>
                </a:lnTo>
                <a:close/>
                <a:moveTo>
                  <a:pt x="274" y="0"/>
                </a:moveTo>
                <a:lnTo>
                  <a:pt x="274" y="0"/>
                </a:lnTo>
                <a:lnTo>
                  <a:pt x="302" y="2"/>
                </a:lnTo>
                <a:lnTo>
                  <a:pt x="328" y="8"/>
                </a:lnTo>
                <a:lnTo>
                  <a:pt x="352" y="18"/>
                </a:lnTo>
                <a:lnTo>
                  <a:pt x="376" y="30"/>
                </a:lnTo>
                <a:lnTo>
                  <a:pt x="396" y="46"/>
                </a:lnTo>
                <a:lnTo>
                  <a:pt x="414" y="66"/>
                </a:lnTo>
                <a:lnTo>
                  <a:pt x="428" y="88"/>
                </a:lnTo>
                <a:lnTo>
                  <a:pt x="440" y="110"/>
                </a:lnTo>
                <a:lnTo>
                  <a:pt x="440" y="110"/>
                </a:lnTo>
                <a:lnTo>
                  <a:pt x="446" y="110"/>
                </a:lnTo>
                <a:lnTo>
                  <a:pt x="446" y="110"/>
                </a:lnTo>
                <a:lnTo>
                  <a:pt x="462" y="112"/>
                </a:lnTo>
                <a:lnTo>
                  <a:pt x="474" y="114"/>
                </a:lnTo>
                <a:lnTo>
                  <a:pt x="488" y="116"/>
                </a:lnTo>
                <a:lnTo>
                  <a:pt x="502" y="122"/>
                </a:lnTo>
                <a:lnTo>
                  <a:pt x="514" y="128"/>
                </a:lnTo>
                <a:lnTo>
                  <a:pt x="524" y="134"/>
                </a:lnTo>
                <a:lnTo>
                  <a:pt x="536" y="142"/>
                </a:lnTo>
                <a:lnTo>
                  <a:pt x="546" y="152"/>
                </a:lnTo>
                <a:lnTo>
                  <a:pt x="554" y="162"/>
                </a:lnTo>
                <a:lnTo>
                  <a:pt x="562" y="172"/>
                </a:lnTo>
                <a:lnTo>
                  <a:pt x="570" y="184"/>
                </a:lnTo>
                <a:lnTo>
                  <a:pt x="576" y="196"/>
                </a:lnTo>
                <a:lnTo>
                  <a:pt x="580" y="208"/>
                </a:lnTo>
                <a:lnTo>
                  <a:pt x="584" y="222"/>
                </a:lnTo>
                <a:lnTo>
                  <a:pt x="586" y="236"/>
                </a:lnTo>
                <a:lnTo>
                  <a:pt x="586" y="250"/>
                </a:lnTo>
                <a:lnTo>
                  <a:pt x="586" y="250"/>
                </a:lnTo>
                <a:lnTo>
                  <a:pt x="584" y="272"/>
                </a:lnTo>
                <a:lnTo>
                  <a:pt x="580" y="292"/>
                </a:lnTo>
                <a:lnTo>
                  <a:pt x="572" y="310"/>
                </a:lnTo>
                <a:lnTo>
                  <a:pt x="562" y="328"/>
                </a:lnTo>
                <a:lnTo>
                  <a:pt x="550" y="342"/>
                </a:lnTo>
                <a:lnTo>
                  <a:pt x="536" y="356"/>
                </a:lnTo>
                <a:lnTo>
                  <a:pt x="520" y="368"/>
                </a:lnTo>
                <a:lnTo>
                  <a:pt x="502" y="378"/>
                </a:lnTo>
                <a:lnTo>
                  <a:pt x="502" y="264"/>
                </a:lnTo>
                <a:lnTo>
                  <a:pt x="502" y="264"/>
                </a:lnTo>
                <a:lnTo>
                  <a:pt x="502" y="256"/>
                </a:lnTo>
                <a:lnTo>
                  <a:pt x="500" y="250"/>
                </a:lnTo>
                <a:lnTo>
                  <a:pt x="496" y="242"/>
                </a:lnTo>
                <a:lnTo>
                  <a:pt x="492" y="236"/>
                </a:lnTo>
                <a:lnTo>
                  <a:pt x="486" y="232"/>
                </a:lnTo>
                <a:lnTo>
                  <a:pt x="480" y="228"/>
                </a:lnTo>
                <a:lnTo>
                  <a:pt x="472" y="226"/>
                </a:lnTo>
                <a:lnTo>
                  <a:pt x="464" y="226"/>
                </a:lnTo>
                <a:lnTo>
                  <a:pt x="460" y="226"/>
                </a:lnTo>
                <a:lnTo>
                  <a:pt x="460" y="220"/>
                </a:lnTo>
                <a:lnTo>
                  <a:pt x="460" y="220"/>
                </a:lnTo>
                <a:lnTo>
                  <a:pt x="458" y="212"/>
                </a:lnTo>
                <a:lnTo>
                  <a:pt x="456" y="204"/>
                </a:lnTo>
                <a:lnTo>
                  <a:pt x="454" y="198"/>
                </a:lnTo>
                <a:lnTo>
                  <a:pt x="448" y="192"/>
                </a:lnTo>
                <a:lnTo>
                  <a:pt x="442" y="188"/>
                </a:lnTo>
                <a:lnTo>
                  <a:pt x="436" y="184"/>
                </a:lnTo>
                <a:lnTo>
                  <a:pt x="428" y="182"/>
                </a:lnTo>
                <a:lnTo>
                  <a:pt x="422" y="182"/>
                </a:lnTo>
                <a:lnTo>
                  <a:pt x="416" y="182"/>
                </a:lnTo>
                <a:lnTo>
                  <a:pt x="416" y="176"/>
                </a:lnTo>
                <a:lnTo>
                  <a:pt x="416" y="176"/>
                </a:lnTo>
                <a:lnTo>
                  <a:pt x="416" y="168"/>
                </a:lnTo>
                <a:lnTo>
                  <a:pt x="414" y="160"/>
                </a:lnTo>
                <a:lnTo>
                  <a:pt x="410" y="154"/>
                </a:lnTo>
                <a:lnTo>
                  <a:pt x="406" y="148"/>
                </a:lnTo>
                <a:lnTo>
                  <a:pt x="400" y="144"/>
                </a:lnTo>
                <a:lnTo>
                  <a:pt x="392" y="140"/>
                </a:lnTo>
                <a:lnTo>
                  <a:pt x="386" y="138"/>
                </a:lnTo>
                <a:lnTo>
                  <a:pt x="378" y="136"/>
                </a:lnTo>
                <a:lnTo>
                  <a:pt x="174" y="136"/>
                </a:lnTo>
                <a:lnTo>
                  <a:pt x="174" y="136"/>
                </a:lnTo>
                <a:lnTo>
                  <a:pt x="166" y="138"/>
                </a:lnTo>
                <a:lnTo>
                  <a:pt x="158" y="140"/>
                </a:lnTo>
                <a:lnTo>
                  <a:pt x="152" y="144"/>
                </a:lnTo>
                <a:lnTo>
                  <a:pt x="146" y="148"/>
                </a:lnTo>
                <a:lnTo>
                  <a:pt x="142" y="154"/>
                </a:lnTo>
                <a:lnTo>
                  <a:pt x="138" y="160"/>
                </a:lnTo>
                <a:lnTo>
                  <a:pt x="136" y="168"/>
                </a:lnTo>
                <a:lnTo>
                  <a:pt x="136" y="176"/>
                </a:lnTo>
                <a:lnTo>
                  <a:pt x="136" y="380"/>
                </a:lnTo>
                <a:lnTo>
                  <a:pt x="136" y="380"/>
                </a:lnTo>
                <a:lnTo>
                  <a:pt x="136" y="390"/>
                </a:lnTo>
                <a:lnTo>
                  <a:pt x="116" y="390"/>
                </a:lnTo>
                <a:lnTo>
                  <a:pt x="116" y="390"/>
                </a:lnTo>
                <a:lnTo>
                  <a:pt x="104" y="388"/>
                </a:lnTo>
                <a:lnTo>
                  <a:pt x="92" y="388"/>
                </a:lnTo>
                <a:lnTo>
                  <a:pt x="70" y="380"/>
                </a:lnTo>
                <a:lnTo>
                  <a:pt x="50" y="370"/>
                </a:lnTo>
                <a:lnTo>
                  <a:pt x="34" y="356"/>
                </a:lnTo>
                <a:lnTo>
                  <a:pt x="20" y="338"/>
                </a:lnTo>
                <a:lnTo>
                  <a:pt x="8" y="318"/>
                </a:lnTo>
                <a:lnTo>
                  <a:pt x="2" y="296"/>
                </a:lnTo>
                <a:lnTo>
                  <a:pt x="0" y="286"/>
                </a:lnTo>
                <a:lnTo>
                  <a:pt x="0" y="274"/>
                </a:lnTo>
                <a:lnTo>
                  <a:pt x="0" y="274"/>
                </a:lnTo>
                <a:lnTo>
                  <a:pt x="2" y="252"/>
                </a:lnTo>
                <a:lnTo>
                  <a:pt x="6" y="232"/>
                </a:lnTo>
                <a:lnTo>
                  <a:pt x="16" y="214"/>
                </a:lnTo>
                <a:lnTo>
                  <a:pt x="28" y="198"/>
                </a:lnTo>
                <a:lnTo>
                  <a:pt x="42" y="184"/>
                </a:lnTo>
                <a:lnTo>
                  <a:pt x="58" y="172"/>
                </a:lnTo>
                <a:lnTo>
                  <a:pt x="76" y="164"/>
                </a:lnTo>
                <a:lnTo>
                  <a:pt x="96" y="158"/>
                </a:lnTo>
                <a:lnTo>
                  <a:pt x="96" y="158"/>
                </a:lnTo>
                <a:lnTo>
                  <a:pt x="100" y="142"/>
                </a:lnTo>
                <a:lnTo>
                  <a:pt x="104" y="126"/>
                </a:lnTo>
                <a:lnTo>
                  <a:pt x="108" y="110"/>
                </a:lnTo>
                <a:lnTo>
                  <a:pt x="116" y="96"/>
                </a:lnTo>
                <a:lnTo>
                  <a:pt x="124" y="82"/>
                </a:lnTo>
                <a:lnTo>
                  <a:pt x="132" y="68"/>
                </a:lnTo>
                <a:lnTo>
                  <a:pt x="144" y="56"/>
                </a:lnTo>
                <a:lnTo>
                  <a:pt x="154" y="46"/>
                </a:lnTo>
                <a:lnTo>
                  <a:pt x="166" y="36"/>
                </a:lnTo>
                <a:lnTo>
                  <a:pt x="180" y="26"/>
                </a:lnTo>
                <a:lnTo>
                  <a:pt x="194" y="18"/>
                </a:lnTo>
                <a:lnTo>
                  <a:pt x="210" y="12"/>
                </a:lnTo>
                <a:lnTo>
                  <a:pt x="224" y="6"/>
                </a:lnTo>
                <a:lnTo>
                  <a:pt x="240" y="2"/>
                </a:lnTo>
                <a:lnTo>
                  <a:pt x="258" y="0"/>
                </a:lnTo>
                <a:lnTo>
                  <a:pt x="274" y="0"/>
                </a:lnTo>
                <a:lnTo>
                  <a:pt x="274" y="0"/>
                </a:lnTo>
                <a:close/>
                <a:moveTo>
                  <a:pt x="460" y="244"/>
                </a:moveTo>
                <a:lnTo>
                  <a:pt x="464" y="244"/>
                </a:lnTo>
                <a:lnTo>
                  <a:pt x="464" y="244"/>
                </a:lnTo>
                <a:lnTo>
                  <a:pt x="472" y="246"/>
                </a:lnTo>
                <a:lnTo>
                  <a:pt x="478" y="250"/>
                </a:lnTo>
                <a:lnTo>
                  <a:pt x="484" y="256"/>
                </a:lnTo>
                <a:lnTo>
                  <a:pt x="484" y="264"/>
                </a:lnTo>
                <a:lnTo>
                  <a:pt x="484" y="468"/>
                </a:lnTo>
                <a:lnTo>
                  <a:pt x="484" y="468"/>
                </a:lnTo>
                <a:lnTo>
                  <a:pt x="484" y="476"/>
                </a:lnTo>
                <a:lnTo>
                  <a:pt x="478" y="482"/>
                </a:lnTo>
                <a:lnTo>
                  <a:pt x="472" y="486"/>
                </a:lnTo>
                <a:lnTo>
                  <a:pt x="464" y="488"/>
                </a:lnTo>
                <a:lnTo>
                  <a:pt x="260" y="488"/>
                </a:lnTo>
                <a:lnTo>
                  <a:pt x="260" y="488"/>
                </a:lnTo>
                <a:lnTo>
                  <a:pt x="252" y="486"/>
                </a:lnTo>
                <a:lnTo>
                  <a:pt x="246" y="482"/>
                </a:lnTo>
                <a:lnTo>
                  <a:pt x="242" y="476"/>
                </a:lnTo>
                <a:lnTo>
                  <a:pt x="240" y="468"/>
                </a:lnTo>
                <a:lnTo>
                  <a:pt x="240" y="462"/>
                </a:lnTo>
                <a:lnTo>
                  <a:pt x="422" y="462"/>
                </a:lnTo>
                <a:lnTo>
                  <a:pt x="422" y="462"/>
                </a:lnTo>
                <a:lnTo>
                  <a:pt x="428" y="462"/>
                </a:lnTo>
                <a:lnTo>
                  <a:pt x="436" y="460"/>
                </a:lnTo>
                <a:lnTo>
                  <a:pt x="442" y="456"/>
                </a:lnTo>
                <a:lnTo>
                  <a:pt x="448" y="450"/>
                </a:lnTo>
                <a:lnTo>
                  <a:pt x="454" y="446"/>
                </a:lnTo>
                <a:lnTo>
                  <a:pt x="456" y="438"/>
                </a:lnTo>
                <a:lnTo>
                  <a:pt x="458" y="432"/>
                </a:lnTo>
                <a:lnTo>
                  <a:pt x="460" y="424"/>
                </a:lnTo>
                <a:lnTo>
                  <a:pt x="460" y="244"/>
                </a:lnTo>
                <a:lnTo>
                  <a:pt x="460" y="244"/>
                </a:lnTo>
                <a:close/>
                <a:moveTo>
                  <a:pt x="234" y="306"/>
                </a:moveTo>
                <a:lnTo>
                  <a:pt x="220" y="306"/>
                </a:lnTo>
                <a:lnTo>
                  <a:pt x="214" y="288"/>
                </a:lnTo>
                <a:lnTo>
                  <a:pt x="188" y="288"/>
                </a:lnTo>
                <a:lnTo>
                  <a:pt x="182" y="306"/>
                </a:lnTo>
                <a:lnTo>
                  <a:pt x="168" y="306"/>
                </a:lnTo>
                <a:lnTo>
                  <a:pt x="194" y="226"/>
                </a:lnTo>
                <a:lnTo>
                  <a:pt x="208" y="226"/>
                </a:lnTo>
                <a:lnTo>
                  <a:pt x="234" y="306"/>
                </a:lnTo>
                <a:lnTo>
                  <a:pt x="234" y="306"/>
                </a:lnTo>
                <a:close/>
                <a:moveTo>
                  <a:pt x="210" y="274"/>
                </a:moveTo>
                <a:lnTo>
                  <a:pt x="200" y="244"/>
                </a:lnTo>
                <a:lnTo>
                  <a:pt x="192" y="274"/>
                </a:lnTo>
                <a:lnTo>
                  <a:pt x="210" y="274"/>
                </a:lnTo>
                <a:lnTo>
                  <a:pt x="210" y="274"/>
                </a:lnTo>
                <a:close/>
                <a:moveTo>
                  <a:pt x="238" y="248"/>
                </a:moveTo>
                <a:lnTo>
                  <a:pt x="250" y="248"/>
                </a:lnTo>
                <a:lnTo>
                  <a:pt x="250" y="256"/>
                </a:lnTo>
                <a:lnTo>
                  <a:pt x="250" y="256"/>
                </a:lnTo>
                <a:lnTo>
                  <a:pt x="252" y="252"/>
                </a:lnTo>
                <a:lnTo>
                  <a:pt x="256" y="250"/>
                </a:lnTo>
                <a:lnTo>
                  <a:pt x="256" y="250"/>
                </a:lnTo>
                <a:lnTo>
                  <a:pt x="260" y="248"/>
                </a:lnTo>
                <a:lnTo>
                  <a:pt x="264" y="248"/>
                </a:lnTo>
                <a:lnTo>
                  <a:pt x="264" y="248"/>
                </a:lnTo>
                <a:lnTo>
                  <a:pt x="272" y="248"/>
                </a:lnTo>
                <a:lnTo>
                  <a:pt x="278" y="254"/>
                </a:lnTo>
                <a:lnTo>
                  <a:pt x="278" y="254"/>
                </a:lnTo>
                <a:lnTo>
                  <a:pt x="282" y="264"/>
                </a:lnTo>
                <a:lnTo>
                  <a:pt x="284" y="276"/>
                </a:lnTo>
                <a:lnTo>
                  <a:pt x="284" y="276"/>
                </a:lnTo>
                <a:lnTo>
                  <a:pt x="282" y="290"/>
                </a:lnTo>
                <a:lnTo>
                  <a:pt x="278" y="300"/>
                </a:lnTo>
                <a:lnTo>
                  <a:pt x="278" y="300"/>
                </a:lnTo>
                <a:lnTo>
                  <a:pt x="272" y="306"/>
                </a:lnTo>
                <a:lnTo>
                  <a:pt x="264" y="308"/>
                </a:lnTo>
                <a:lnTo>
                  <a:pt x="264" y="308"/>
                </a:lnTo>
                <a:lnTo>
                  <a:pt x="256" y="306"/>
                </a:lnTo>
                <a:lnTo>
                  <a:pt x="256" y="306"/>
                </a:lnTo>
                <a:lnTo>
                  <a:pt x="250" y="300"/>
                </a:lnTo>
                <a:lnTo>
                  <a:pt x="250" y="328"/>
                </a:lnTo>
                <a:lnTo>
                  <a:pt x="238" y="328"/>
                </a:lnTo>
                <a:lnTo>
                  <a:pt x="238" y="248"/>
                </a:lnTo>
                <a:lnTo>
                  <a:pt x="238" y="248"/>
                </a:lnTo>
                <a:close/>
                <a:moveTo>
                  <a:pt x="250" y="276"/>
                </a:moveTo>
                <a:lnTo>
                  <a:pt x="250" y="276"/>
                </a:lnTo>
                <a:lnTo>
                  <a:pt x="250" y="284"/>
                </a:lnTo>
                <a:lnTo>
                  <a:pt x="254" y="290"/>
                </a:lnTo>
                <a:lnTo>
                  <a:pt x="254" y="290"/>
                </a:lnTo>
                <a:lnTo>
                  <a:pt x="256" y="294"/>
                </a:lnTo>
                <a:lnTo>
                  <a:pt x="260" y="296"/>
                </a:lnTo>
                <a:lnTo>
                  <a:pt x="260" y="296"/>
                </a:lnTo>
                <a:lnTo>
                  <a:pt x="264" y="294"/>
                </a:lnTo>
                <a:lnTo>
                  <a:pt x="268" y="292"/>
                </a:lnTo>
                <a:lnTo>
                  <a:pt x="268" y="292"/>
                </a:lnTo>
                <a:lnTo>
                  <a:pt x="270" y="286"/>
                </a:lnTo>
                <a:lnTo>
                  <a:pt x="272" y="278"/>
                </a:lnTo>
                <a:lnTo>
                  <a:pt x="272" y="278"/>
                </a:lnTo>
                <a:lnTo>
                  <a:pt x="270" y="270"/>
                </a:lnTo>
                <a:lnTo>
                  <a:pt x="268" y="264"/>
                </a:lnTo>
                <a:lnTo>
                  <a:pt x="268" y="264"/>
                </a:lnTo>
                <a:lnTo>
                  <a:pt x="264" y="260"/>
                </a:lnTo>
                <a:lnTo>
                  <a:pt x="260" y="260"/>
                </a:lnTo>
                <a:lnTo>
                  <a:pt x="260" y="260"/>
                </a:lnTo>
                <a:lnTo>
                  <a:pt x="256" y="260"/>
                </a:lnTo>
                <a:lnTo>
                  <a:pt x="254" y="264"/>
                </a:lnTo>
                <a:lnTo>
                  <a:pt x="254" y="264"/>
                </a:lnTo>
                <a:lnTo>
                  <a:pt x="250" y="268"/>
                </a:lnTo>
                <a:lnTo>
                  <a:pt x="250" y="276"/>
                </a:lnTo>
                <a:lnTo>
                  <a:pt x="250" y="276"/>
                </a:lnTo>
                <a:close/>
                <a:moveTo>
                  <a:pt x="290" y="248"/>
                </a:moveTo>
                <a:lnTo>
                  <a:pt x="302" y="248"/>
                </a:lnTo>
                <a:lnTo>
                  <a:pt x="302" y="256"/>
                </a:lnTo>
                <a:lnTo>
                  <a:pt x="302" y="256"/>
                </a:lnTo>
                <a:lnTo>
                  <a:pt x="304" y="252"/>
                </a:lnTo>
                <a:lnTo>
                  <a:pt x="308" y="250"/>
                </a:lnTo>
                <a:lnTo>
                  <a:pt x="308" y="250"/>
                </a:lnTo>
                <a:lnTo>
                  <a:pt x="312" y="248"/>
                </a:lnTo>
                <a:lnTo>
                  <a:pt x="316" y="248"/>
                </a:lnTo>
                <a:lnTo>
                  <a:pt x="316" y="248"/>
                </a:lnTo>
                <a:lnTo>
                  <a:pt x="324" y="248"/>
                </a:lnTo>
                <a:lnTo>
                  <a:pt x="330" y="254"/>
                </a:lnTo>
                <a:lnTo>
                  <a:pt x="330" y="254"/>
                </a:lnTo>
                <a:lnTo>
                  <a:pt x="336" y="264"/>
                </a:lnTo>
                <a:lnTo>
                  <a:pt x="336" y="276"/>
                </a:lnTo>
                <a:lnTo>
                  <a:pt x="336" y="276"/>
                </a:lnTo>
                <a:lnTo>
                  <a:pt x="336" y="290"/>
                </a:lnTo>
                <a:lnTo>
                  <a:pt x="330" y="300"/>
                </a:lnTo>
                <a:lnTo>
                  <a:pt x="330" y="300"/>
                </a:lnTo>
                <a:lnTo>
                  <a:pt x="324" y="306"/>
                </a:lnTo>
                <a:lnTo>
                  <a:pt x="316" y="308"/>
                </a:lnTo>
                <a:lnTo>
                  <a:pt x="316" y="308"/>
                </a:lnTo>
                <a:lnTo>
                  <a:pt x="310" y="306"/>
                </a:lnTo>
                <a:lnTo>
                  <a:pt x="310" y="306"/>
                </a:lnTo>
                <a:lnTo>
                  <a:pt x="302" y="300"/>
                </a:lnTo>
                <a:lnTo>
                  <a:pt x="302" y="328"/>
                </a:lnTo>
                <a:lnTo>
                  <a:pt x="290" y="328"/>
                </a:lnTo>
                <a:lnTo>
                  <a:pt x="290" y="248"/>
                </a:lnTo>
                <a:lnTo>
                  <a:pt x="290" y="248"/>
                </a:lnTo>
                <a:close/>
                <a:moveTo>
                  <a:pt x="302" y="276"/>
                </a:moveTo>
                <a:lnTo>
                  <a:pt x="302" y="276"/>
                </a:lnTo>
                <a:lnTo>
                  <a:pt x="304" y="284"/>
                </a:lnTo>
                <a:lnTo>
                  <a:pt x="306" y="290"/>
                </a:lnTo>
                <a:lnTo>
                  <a:pt x="306" y="290"/>
                </a:lnTo>
                <a:lnTo>
                  <a:pt x="310" y="294"/>
                </a:lnTo>
                <a:lnTo>
                  <a:pt x="314" y="296"/>
                </a:lnTo>
                <a:lnTo>
                  <a:pt x="314" y="296"/>
                </a:lnTo>
                <a:lnTo>
                  <a:pt x="318" y="294"/>
                </a:lnTo>
                <a:lnTo>
                  <a:pt x="320" y="292"/>
                </a:lnTo>
                <a:lnTo>
                  <a:pt x="320" y="292"/>
                </a:lnTo>
                <a:lnTo>
                  <a:pt x="324" y="286"/>
                </a:lnTo>
                <a:lnTo>
                  <a:pt x="324" y="278"/>
                </a:lnTo>
                <a:lnTo>
                  <a:pt x="324" y="278"/>
                </a:lnTo>
                <a:lnTo>
                  <a:pt x="324" y="270"/>
                </a:lnTo>
                <a:lnTo>
                  <a:pt x="320" y="264"/>
                </a:lnTo>
                <a:lnTo>
                  <a:pt x="320" y="264"/>
                </a:lnTo>
                <a:lnTo>
                  <a:pt x="318" y="260"/>
                </a:lnTo>
                <a:lnTo>
                  <a:pt x="314" y="260"/>
                </a:lnTo>
                <a:lnTo>
                  <a:pt x="314" y="260"/>
                </a:lnTo>
                <a:lnTo>
                  <a:pt x="310" y="260"/>
                </a:lnTo>
                <a:lnTo>
                  <a:pt x="306" y="264"/>
                </a:lnTo>
                <a:lnTo>
                  <a:pt x="306" y="264"/>
                </a:lnTo>
                <a:lnTo>
                  <a:pt x="304" y="268"/>
                </a:lnTo>
                <a:lnTo>
                  <a:pt x="302" y="276"/>
                </a:lnTo>
                <a:lnTo>
                  <a:pt x="302" y="276"/>
                </a:lnTo>
                <a:close/>
                <a:moveTo>
                  <a:pt x="338" y="290"/>
                </a:moveTo>
                <a:lnTo>
                  <a:pt x="352" y="288"/>
                </a:lnTo>
                <a:lnTo>
                  <a:pt x="352" y="288"/>
                </a:lnTo>
                <a:lnTo>
                  <a:pt x="352" y="292"/>
                </a:lnTo>
                <a:lnTo>
                  <a:pt x="354" y="294"/>
                </a:lnTo>
                <a:lnTo>
                  <a:pt x="358" y="296"/>
                </a:lnTo>
                <a:lnTo>
                  <a:pt x="362" y="296"/>
                </a:lnTo>
                <a:lnTo>
                  <a:pt x="362" y="296"/>
                </a:lnTo>
                <a:lnTo>
                  <a:pt x="368" y="294"/>
                </a:lnTo>
                <a:lnTo>
                  <a:pt x="368" y="294"/>
                </a:lnTo>
                <a:lnTo>
                  <a:pt x="370" y="292"/>
                </a:lnTo>
                <a:lnTo>
                  <a:pt x="370" y="290"/>
                </a:lnTo>
                <a:lnTo>
                  <a:pt x="370" y="290"/>
                </a:lnTo>
                <a:lnTo>
                  <a:pt x="370" y="288"/>
                </a:lnTo>
                <a:lnTo>
                  <a:pt x="370" y="288"/>
                </a:lnTo>
                <a:lnTo>
                  <a:pt x="366" y="286"/>
                </a:lnTo>
                <a:lnTo>
                  <a:pt x="366" y="286"/>
                </a:lnTo>
                <a:lnTo>
                  <a:pt x="352" y="282"/>
                </a:lnTo>
                <a:lnTo>
                  <a:pt x="346" y="278"/>
                </a:lnTo>
                <a:lnTo>
                  <a:pt x="346" y="278"/>
                </a:lnTo>
                <a:lnTo>
                  <a:pt x="342" y="272"/>
                </a:lnTo>
                <a:lnTo>
                  <a:pt x="340" y="264"/>
                </a:lnTo>
                <a:lnTo>
                  <a:pt x="340" y="264"/>
                </a:lnTo>
                <a:lnTo>
                  <a:pt x="342" y="258"/>
                </a:lnTo>
                <a:lnTo>
                  <a:pt x="346" y="252"/>
                </a:lnTo>
                <a:lnTo>
                  <a:pt x="346" y="252"/>
                </a:lnTo>
                <a:lnTo>
                  <a:pt x="352" y="248"/>
                </a:lnTo>
                <a:lnTo>
                  <a:pt x="360" y="248"/>
                </a:lnTo>
                <a:lnTo>
                  <a:pt x="360" y="248"/>
                </a:lnTo>
                <a:lnTo>
                  <a:pt x="368" y="248"/>
                </a:lnTo>
                <a:lnTo>
                  <a:pt x="374" y="250"/>
                </a:lnTo>
                <a:lnTo>
                  <a:pt x="374" y="250"/>
                </a:lnTo>
                <a:lnTo>
                  <a:pt x="380" y="256"/>
                </a:lnTo>
                <a:lnTo>
                  <a:pt x="382" y="262"/>
                </a:lnTo>
                <a:lnTo>
                  <a:pt x="370" y="266"/>
                </a:lnTo>
                <a:lnTo>
                  <a:pt x="370" y="266"/>
                </a:lnTo>
                <a:lnTo>
                  <a:pt x="366" y="260"/>
                </a:lnTo>
                <a:lnTo>
                  <a:pt x="360" y="258"/>
                </a:lnTo>
                <a:lnTo>
                  <a:pt x="360" y="258"/>
                </a:lnTo>
                <a:lnTo>
                  <a:pt x="354" y="260"/>
                </a:lnTo>
                <a:lnTo>
                  <a:pt x="354" y="260"/>
                </a:lnTo>
                <a:lnTo>
                  <a:pt x="352" y="262"/>
                </a:lnTo>
                <a:lnTo>
                  <a:pt x="352" y="262"/>
                </a:lnTo>
                <a:lnTo>
                  <a:pt x="354" y="266"/>
                </a:lnTo>
                <a:lnTo>
                  <a:pt x="354" y="266"/>
                </a:lnTo>
                <a:lnTo>
                  <a:pt x="366" y="270"/>
                </a:lnTo>
                <a:lnTo>
                  <a:pt x="366" y="270"/>
                </a:lnTo>
                <a:lnTo>
                  <a:pt x="374" y="274"/>
                </a:lnTo>
                <a:lnTo>
                  <a:pt x="380" y="278"/>
                </a:lnTo>
                <a:lnTo>
                  <a:pt x="380" y="278"/>
                </a:lnTo>
                <a:lnTo>
                  <a:pt x="382" y="282"/>
                </a:lnTo>
                <a:lnTo>
                  <a:pt x="384" y="288"/>
                </a:lnTo>
                <a:lnTo>
                  <a:pt x="384" y="288"/>
                </a:lnTo>
                <a:lnTo>
                  <a:pt x="382" y="296"/>
                </a:lnTo>
                <a:lnTo>
                  <a:pt x="378" y="302"/>
                </a:lnTo>
                <a:lnTo>
                  <a:pt x="378" y="302"/>
                </a:lnTo>
                <a:lnTo>
                  <a:pt x="370" y="306"/>
                </a:lnTo>
                <a:lnTo>
                  <a:pt x="362" y="308"/>
                </a:lnTo>
                <a:lnTo>
                  <a:pt x="362" y="308"/>
                </a:lnTo>
                <a:lnTo>
                  <a:pt x="354" y="306"/>
                </a:lnTo>
                <a:lnTo>
                  <a:pt x="346" y="304"/>
                </a:lnTo>
                <a:lnTo>
                  <a:pt x="346" y="304"/>
                </a:lnTo>
                <a:lnTo>
                  <a:pt x="342" y="298"/>
                </a:lnTo>
                <a:lnTo>
                  <a:pt x="338" y="290"/>
                </a:lnTo>
                <a:lnTo>
                  <a:pt x="338" y="2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rgbClr val="5AC5C5"/>
            </a:solidFill>
            <a:round/>
            <a:headEnd/>
            <a:tailEnd/>
          </a:ln>
        </p:spPr>
        <p:txBody>
          <a:bodyPr vert="horz" wrap="square" lIns="68562" tIns="34281" rIns="68562" bIns="34281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00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01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01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02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5028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2034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199040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6046" algn="l" defTabSz="914011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  <a:ea typeface="华文细黑"/>
              <a:sym typeface="Arial" panose="020B0604020202020204" pitchFamily="34" charset="0"/>
            </a:endParaRPr>
          </a:p>
        </p:txBody>
      </p:sp>
      <p:cxnSp>
        <p:nvCxnSpPr>
          <p:cNvPr id="253" name="直接箭头连接符 252"/>
          <p:cNvCxnSpPr/>
          <p:nvPr/>
        </p:nvCxnSpPr>
        <p:spPr bwMode="auto">
          <a:xfrm>
            <a:off x="4151784" y="1664804"/>
            <a:ext cx="11161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5" name="直接箭头连接符 254"/>
          <p:cNvCxnSpPr/>
          <p:nvPr/>
        </p:nvCxnSpPr>
        <p:spPr bwMode="auto">
          <a:xfrm>
            <a:off x="4151784" y="2384884"/>
            <a:ext cx="11161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6" name="直接箭头连接符 255"/>
          <p:cNvCxnSpPr/>
          <p:nvPr/>
        </p:nvCxnSpPr>
        <p:spPr bwMode="auto">
          <a:xfrm>
            <a:off x="4151784" y="3320988"/>
            <a:ext cx="11161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7" name="直接箭头连接符 256"/>
          <p:cNvCxnSpPr/>
          <p:nvPr/>
        </p:nvCxnSpPr>
        <p:spPr bwMode="auto">
          <a:xfrm>
            <a:off x="4151784" y="4185084"/>
            <a:ext cx="11161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8" name="直接箭头连接符 257"/>
          <p:cNvCxnSpPr/>
          <p:nvPr/>
        </p:nvCxnSpPr>
        <p:spPr bwMode="auto">
          <a:xfrm>
            <a:off x="4151784" y="5157192"/>
            <a:ext cx="11161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9" name="直接箭头连接符 258"/>
          <p:cNvCxnSpPr/>
          <p:nvPr/>
        </p:nvCxnSpPr>
        <p:spPr bwMode="auto">
          <a:xfrm>
            <a:off x="4151784" y="6021288"/>
            <a:ext cx="11161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3" name="直接连接符 262"/>
          <p:cNvCxnSpPr/>
          <p:nvPr/>
        </p:nvCxnSpPr>
        <p:spPr bwMode="auto">
          <a:xfrm>
            <a:off x="5267908" y="1664804"/>
            <a:ext cx="0" cy="43564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8" name="直接箭头连接符 267"/>
          <p:cNvCxnSpPr/>
          <p:nvPr/>
        </p:nvCxnSpPr>
        <p:spPr bwMode="auto">
          <a:xfrm flipH="1">
            <a:off x="8796300" y="3284984"/>
            <a:ext cx="32403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0" name="直接箭头连接符 269"/>
          <p:cNvCxnSpPr/>
          <p:nvPr/>
        </p:nvCxnSpPr>
        <p:spPr bwMode="auto">
          <a:xfrm flipH="1">
            <a:off x="8544272" y="5409220"/>
            <a:ext cx="57606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2" name="直接箭头连接符 271"/>
          <p:cNvCxnSpPr/>
          <p:nvPr/>
        </p:nvCxnSpPr>
        <p:spPr bwMode="auto">
          <a:xfrm>
            <a:off x="5267908" y="3825044"/>
            <a:ext cx="68407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04" y="4689140"/>
            <a:ext cx="1142150" cy="491944"/>
          </a:xfrm>
          <a:prstGeom prst="rect">
            <a:avLst/>
          </a:prstGeom>
        </p:spPr>
      </p:pic>
      <p:pic>
        <p:nvPicPr>
          <p:cNvPr id="234" name="图片 2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04" y="5159294"/>
            <a:ext cx="1142150" cy="49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5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The 5G Era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912285" y="1233488"/>
            <a:ext cx="10560048" cy="100702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5G refers to the 5th generation </a:t>
            </a:r>
            <a:r>
              <a:rPr lang="en-US" dirty="0" smtClean="0">
                <a:latin typeface="Arial" panose="020B0604020202020204" pitchFamily="34" charset="0"/>
              </a:rPr>
              <a:t>of mobile </a:t>
            </a:r>
            <a:r>
              <a:rPr lang="en-US" dirty="0">
                <a:latin typeface="Arial" panose="020B0604020202020204" pitchFamily="34" charset="0"/>
              </a:rPr>
              <a:t>communications technologies and standards.</a:t>
            </a:r>
          </a:p>
        </p:txBody>
      </p:sp>
      <p:sp>
        <p:nvSpPr>
          <p:cNvPr id="10" name="线形标注 3 9"/>
          <p:cNvSpPr/>
          <p:nvPr/>
        </p:nvSpPr>
        <p:spPr bwMode="auto">
          <a:xfrm>
            <a:off x="1937538" y="2852936"/>
            <a:ext cx="2232248" cy="1620180"/>
          </a:xfrm>
          <a:prstGeom prst="borderCallout3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1" name="线形标注 3 10"/>
          <p:cNvSpPr/>
          <p:nvPr/>
        </p:nvSpPr>
        <p:spPr bwMode="auto">
          <a:xfrm>
            <a:off x="4880908" y="2840284"/>
            <a:ext cx="2232248" cy="1620180"/>
          </a:xfrm>
          <a:prstGeom prst="borderCallout3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2" name="线形标注 3 11"/>
          <p:cNvSpPr/>
          <p:nvPr/>
        </p:nvSpPr>
        <p:spPr bwMode="auto">
          <a:xfrm>
            <a:off x="7788188" y="2852936"/>
            <a:ext cx="2232248" cy="1620180"/>
          </a:xfrm>
          <a:prstGeom prst="borderCallout3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 bwMode="auto">
          <a:xfrm>
            <a:off x="1937538" y="3360571"/>
            <a:ext cx="2232247" cy="716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2000" dirty="0">
                <a:latin typeface="Arial" panose="020B0604020202020204" pitchFamily="34" charset="0"/>
                <a:ea typeface="+mn-ea"/>
                <a:cs typeface="Arial" pitchFamily="34" charset="0"/>
              </a:rPr>
              <a:t>Enhanced mobile broadband</a:t>
            </a:r>
          </a:p>
        </p:txBody>
      </p:sp>
      <p:sp>
        <p:nvSpPr>
          <p:cNvPr id="14" name="文本框 13"/>
          <p:cNvSpPr txBox="1"/>
          <p:nvPr/>
        </p:nvSpPr>
        <p:spPr bwMode="auto">
          <a:xfrm>
            <a:off x="5159896" y="3360571"/>
            <a:ext cx="1702152" cy="716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2000" dirty="0">
                <a:latin typeface="Arial" panose="020B0604020202020204" pitchFamily="34" charset="0"/>
                <a:ea typeface="+mn-ea"/>
                <a:cs typeface="Arial" pitchFamily="34" charset="0"/>
              </a:rPr>
              <a:t>Reliable, low-latency</a:t>
            </a:r>
          </a:p>
        </p:txBody>
      </p:sp>
      <p:sp>
        <p:nvSpPr>
          <p:cNvPr id="15" name="文本框 14"/>
          <p:cNvSpPr txBox="1"/>
          <p:nvPr/>
        </p:nvSpPr>
        <p:spPr bwMode="auto">
          <a:xfrm>
            <a:off x="8076220" y="3212976"/>
            <a:ext cx="1728192" cy="1024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2000" dirty="0">
                <a:latin typeface="Arial" panose="020B0604020202020204" pitchFamily="34" charset="0"/>
                <a:ea typeface="+mn-ea"/>
                <a:cs typeface="Arial" pitchFamily="34" charset="0"/>
              </a:rPr>
              <a:t>Massive </a:t>
            </a:r>
            <a:r>
              <a:rPr lang="en-US" sz="2000" dirty="0" smtClean="0">
                <a:latin typeface="Arial" panose="020B0604020202020204" pitchFamily="34" charset="0"/>
                <a:ea typeface="+mn-ea"/>
                <a:cs typeface="Arial" pitchFamily="34" charset="0"/>
              </a:rPr>
              <a:t>number of connections</a:t>
            </a:r>
            <a:endParaRPr lang="en-US" sz="2000" dirty="0"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45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How 5G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Works: Network Densification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472185" y="1410872"/>
            <a:ext cx="6458221" cy="1620180"/>
            <a:chOff x="2099556" y="1396370"/>
            <a:chExt cx="6458221" cy="1620180"/>
          </a:xfrm>
        </p:grpSpPr>
        <p:sp>
          <p:nvSpPr>
            <p:cNvPr id="4" name="椭圆 3"/>
            <p:cNvSpPr/>
            <p:nvPr/>
          </p:nvSpPr>
          <p:spPr bwMode="auto">
            <a:xfrm>
              <a:off x="3229185" y="1396370"/>
              <a:ext cx="5328592" cy="1620180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 bwMode="auto">
            <a:xfrm>
              <a:off x="2099556" y="1484784"/>
              <a:ext cx="1296144" cy="53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2800" b="1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4G</a:t>
              </a:r>
            </a:p>
          </p:txBody>
        </p:sp>
        <p:sp>
          <p:nvSpPr>
            <p:cNvPr id="6" name="antenna-with-signal_74024"/>
            <p:cNvSpPr>
              <a:spLocks noChangeAspect="1"/>
            </p:cNvSpPr>
            <p:nvPr/>
          </p:nvSpPr>
          <p:spPr bwMode="auto">
            <a:xfrm>
              <a:off x="5741081" y="1990031"/>
              <a:ext cx="340942" cy="609685"/>
            </a:xfrm>
            <a:custGeom>
              <a:avLst/>
              <a:gdLst>
                <a:gd name="connsiteX0" fmla="*/ 168920 w 337966"/>
                <a:gd name="connsiteY0" fmla="*/ 358540 h 604363"/>
                <a:gd name="connsiteX1" fmla="*/ 100839 w 337966"/>
                <a:gd name="connsiteY1" fmla="*/ 369869 h 604363"/>
                <a:gd name="connsiteX2" fmla="*/ 63111 w 337966"/>
                <a:gd name="connsiteY2" fmla="*/ 485700 h 604363"/>
                <a:gd name="connsiteX3" fmla="*/ 168920 w 337966"/>
                <a:gd name="connsiteY3" fmla="*/ 462194 h 604363"/>
                <a:gd name="connsiteX4" fmla="*/ 274728 w 337966"/>
                <a:gd name="connsiteY4" fmla="*/ 485700 h 604363"/>
                <a:gd name="connsiteX5" fmla="*/ 237142 w 337966"/>
                <a:gd name="connsiteY5" fmla="*/ 369869 h 604363"/>
                <a:gd name="connsiteX6" fmla="*/ 168920 w 337966"/>
                <a:gd name="connsiteY6" fmla="*/ 358540 h 604363"/>
                <a:gd name="connsiteX7" fmla="*/ 168920 w 337966"/>
                <a:gd name="connsiteY7" fmla="*/ 160580 h 604363"/>
                <a:gd name="connsiteX8" fmla="*/ 111477 w 337966"/>
                <a:gd name="connsiteY8" fmla="*/ 337017 h 604363"/>
                <a:gd name="connsiteX9" fmla="*/ 168920 w 337966"/>
                <a:gd name="connsiteY9" fmla="*/ 330220 h 604363"/>
                <a:gd name="connsiteX10" fmla="*/ 226363 w 337966"/>
                <a:gd name="connsiteY10" fmla="*/ 337017 h 604363"/>
                <a:gd name="connsiteX11" fmla="*/ 168920 w 337966"/>
                <a:gd name="connsiteY11" fmla="*/ 62591 h 604363"/>
                <a:gd name="connsiteX12" fmla="*/ 147219 w 337966"/>
                <a:gd name="connsiteY12" fmla="*/ 84256 h 604363"/>
                <a:gd name="connsiteX13" fmla="*/ 168920 w 337966"/>
                <a:gd name="connsiteY13" fmla="*/ 105779 h 604363"/>
                <a:gd name="connsiteX14" fmla="*/ 190620 w 337966"/>
                <a:gd name="connsiteY14" fmla="*/ 84256 h 604363"/>
                <a:gd name="connsiteX15" fmla="*/ 168920 w 337966"/>
                <a:gd name="connsiteY15" fmla="*/ 62591 h 604363"/>
                <a:gd name="connsiteX16" fmla="*/ 168920 w 337966"/>
                <a:gd name="connsiteY16" fmla="*/ 34270 h 604363"/>
                <a:gd name="connsiteX17" fmla="*/ 218987 w 337966"/>
                <a:gd name="connsiteY17" fmla="*/ 84256 h 604363"/>
                <a:gd name="connsiteX18" fmla="*/ 188777 w 337966"/>
                <a:gd name="connsiteY18" fmla="*/ 129993 h 604363"/>
                <a:gd name="connsiteX19" fmla="*/ 313874 w 337966"/>
                <a:gd name="connsiteY19" fmla="*/ 514162 h 604363"/>
                <a:gd name="connsiteX20" fmla="*/ 314442 w 337966"/>
                <a:gd name="connsiteY20" fmla="*/ 515861 h 604363"/>
                <a:gd name="connsiteX21" fmla="*/ 337277 w 337966"/>
                <a:gd name="connsiteY21" fmla="*/ 585813 h 604363"/>
                <a:gd name="connsiteX22" fmla="*/ 328058 w 337966"/>
                <a:gd name="connsiteY22" fmla="*/ 603655 h 604363"/>
                <a:gd name="connsiteX23" fmla="*/ 323661 w 337966"/>
                <a:gd name="connsiteY23" fmla="*/ 604363 h 604363"/>
                <a:gd name="connsiteX24" fmla="*/ 310187 w 337966"/>
                <a:gd name="connsiteY24" fmla="*/ 594592 h 604363"/>
                <a:gd name="connsiteX25" fmla="*/ 288486 w 337966"/>
                <a:gd name="connsiteY25" fmla="*/ 527756 h 604363"/>
                <a:gd name="connsiteX26" fmla="*/ 168920 w 337966"/>
                <a:gd name="connsiteY26" fmla="*/ 490514 h 604363"/>
                <a:gd name="connsiteX27" fmla="*/ 49353 w 337966"/>
                <a:gd name="connsiteY27" fmla="*/ 527756 h 604363"/>
                <a:gd name="connsiteX28" fmla="*/ 27653 w 337966"/>
                <a:gd name="connsiteY28" fmla="*/ 594592 h 604363"/>
                <a:gd name="connsiteX29" fmla="*/ 9782 w 337966"/>
                <a:gd name="connsiteY29" fmla="*/ 603655 h 604363"/>
                <a:gd name="connsiteX30" fmla="*/ 704 w 337966"/>
                <a:gd name="connsiteY30" fmla="*/ 585813 h 604363"/>
                <a:gd name="connsiteX31" fmla="*/ 23398 w 337966"/>
                <a:gd name="connsiteY31" fmla="*/ 516003 h 604363"/>
                <a:gd name="connsiteX32" fmla="*/ 23965 w 337966"/>
                <a:gd name="connsiteY32" fmla="*/ 514020 h 604363"/>
                <a:gd name="connsiteX33" fmla="*/ 149063 w 337966"/>
                <a:gd name="connsiteY33" fmla="*/ 129993 h 604363"/>
                <a:gd name="connsiteX34" fmla="*/ 118852 w 337966"/>
                <a:gd name="connsiteY34" fmla="*/ 84256 h 604363"/>
                <a:gd name="connsiteX35" fmla="*/ 168920 w 337966"/>
                <a:gd name="connsiteY35" fmla="*/ 34270 h 604363"/>
                <a:gd name="connsiteX36" fmla="*/ 94727 w 337966"/>
                <a:gd name="connsiteY36" fmla="*/ 28009 h 604363"/>
                <a:gd name="connsiteX37" fmla="*/ 95578 w 337966"/>
                <a:gd name="connsiteY37" fmla="*/ 47981 h 604363"/>
                <a:gd name="connsiteX38" fmla="*/ 83809 w 337966"/>
                <a:gd name="connsiteY38" fmla="*/ 82117 h 604363"/>
                <a:gd name="connsiteX39" fmla="*/ 95436 w 337966"/>
                <a:gd name="connsiteY39" fmla="*/ 116111 h 604363"/>
                <a:gd name="connsiteX40" fmla="*/ 94444 w 337966"/>
                <a:gd name="connsiteY40" fmla="*/ 136083 h 604363"/>
                <a:gd name="connsiteX41" fmla="*/ 84944 w 337966"/>
                <a:gd name="connsiteY41" fmla="*/ 139624 h 604363"/>
                <a:gd name="connsiteX42" fmla="*/ 74309 w 337966"/>
                <a:gd name="connsiteY42" fmla="*/ 134950 h 604363"/>
                <a:gd name="connsiteX43" fmla="*/ 55451 w 337966"/>
                <a:gd name="connsiteY43" fmla="*/ 82117 h 604363"/>
                <a:gd name="connsiteX44" fmla="*/ 74735 w 337966"/>
                <a:gd name="connsiteY44" fmla="*/ 28859 h 604363"/>
                <a:gd name="connsiteX45" fmla="*/ 94727 w 337966"/>
                <a:gd name="connsiteY45" fmla="*/ 28009 h 604363"/>
                <a:gd name="connsiteX46" fmla="*/ 241562 w 337966"/>
                <a:gd name="connsiteY46" fmla="*/ 27868 h 604363"/>
                <a:gd name="connsiteX47" fmla="*/ 261555 w 337966"/>
                <a:gd name="connsiteY47" fmla="*/ 29001 h 604363"/>
                <a:gd name="connsiteX48" fmla="*/ 280413 w 337966"/>
                <a:gd name="connsiteY48" fmla="*/ 81834 h 604363"/>
                <a:gd name="connsiteX49" fmla="*/ 261130 w 337966"/>
                <a:gd name="connsiteY49" fmla="*/ 135091 h 604363"/>
                <a:gd name="connsiteX50" fmla="*/ 250779 w 337966"/>
                <a:gd name="connsiteY50" fmla="*/ 139624 h 604363"/>
                <a:gd name="connsiteX51" fmla="*/ 241137 w 337966"/>
                <a:gd name="connsiteY51" fmla="*/ 135941 h 604363"/>
                <a:gd name="connsiteX52" fmla="*/ 240286 w 337966"/>
                <a:gd name="connsiteY52" fmla="*/ 115970 h 604363"/>
                <a:gd name="connsiteX53" fmla="*/ 252055 w 337966"/>
                <a:gd name="connsiteY53" fmla="*/ 81834 h 604363"/>
                <a:gd name="connsiteX54" fmla="*/ 240428 w 337966"/>
                <a:gd name="connsiteY54" fmla="*/ 47839 h 604363"/>
                <a:gd name="connsiteX55" fmla="*/ 241562 w 337966"/>
                <a:gd name="connsiteY55" fmla="*/ 27868 h 604363"/>
                <a:gd name="connsiteX56" fmla="*/ 284673 w 337966"/>
                <a:gd name="connsiteY56" fmla="*/ 3663 h 604363"/>
                <a:gd name="connsiteX57" fmla="*/ 304649 w 337966"/>
                <a:gd name="connsiteY57" fmla="*/ 4654 h 604363"/>
                <a:gd name="connsiteX58" fmla="*/ 333126 w 337966"/>
                <a:gd name="connsiteY58" fmla="*/ 81692 h 604363"/>
                <a:gd name="connsiteX59" fmla="*/ 304224 w 337966"/>
                <a:gd name="connsiteY59" fmla="*/ 159297 h 604363"/>
                <a:gd name="connsiteX60" fmla="*/ 293740 w 337966"/>
                <a:gd name="connsiteY60" fmla="*/ 163970 h 604363"/>
                <a:gd name="connsiteX61" fmla="*/ 284106 w 337966"/>
                <a:gd name="connsiteY61" fmla="*/ 160288 h 604363"/>
                <a:gd name="connsiteX62" fmla="*/ 283256 w 337966"/>
                <a:gd name="connsiteY62" fmla="*/ 140320 h 604363"/>
                <a:gd name="connsiteX63" fmla="*/ 304791 w 337966"/>
                <a:gd name="connsiteY63" fmla="*/ 81692 h 604363"/>
                <a:gd name="connsiteX64" fmla="*/ 283681 w 337966"/>
                <a:gd name="connsiteY64" fmla="*/ 23630 h 604363"/>
                <a:gd name="connsiteX65" fmla="*/ 284673 w 337966"/>
                <a:gd name="connsiteY65" fmla="*/ 3663 h 604363"/>
                <a:gd name="connsiteX66" fmla="*/ 51750 w 337966"/>
                <a:gd name="connsiteY66" fmla="*/ 3663 h 604363"/>
                <a:gd name="connsiteX67" fmla="*/ 52601 w 337966"/>
                <a:gd name="connsiteY67" fmla="*/ 23630 h 604363"/>
                <a:gd name="connsiteX68" fmla="*/ 31039 w 337966"/>
                <a:gd name="connsiteY68" fmla="*/ 82259 h 604363"/>
                <a:gd name="connsiteX69" fmla="*/ 52176 w 337966"/>
                <a:gd name="connsiteY69" fmla="*/ 140320 h 604363"/>
                <a:gd name="connsiteX70" fmla="*/ 51183 w 337966"/>
                <a:gd name="connsiteY70" fmla="*/ 160288 h 604363"/>
                <a:gd name="connsiteX71" fmla="*/ 41679 w 337966"/>
                <a:gd name="connsiteY71" fmla="*/ 163970 h 604363"/>
                <a:gd name="connsiteX72" fmla="*/ 31181 w 337966"/>
                <a:gd name="connsiteY72" fmla="*/ 159297 h 604363"/>
                <a:gd name="connsiteX73" fmla="*/ 2668 w 337966"/>
                <a:gd name="connsiteY73" fmla="*/ 82259 h 604363"/>
                <a:gd name="connsiteX74" fmla="*/ 31607 w 337966"/>
                <a:gd name="connsiteY74" fmla="*/ 4654 h 604363"/>
                <a:gd name="connsiteX75" fmla="*/ 51750 w 337966"/>
                <a:gd name="connsiteY75" fmla="*/ 3663 h 60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7966" h="604363">
                  <a:moveTo>
                    <a:pt x="168920" y="358540"/>
                  </a:moveTo>
                  <a:cubicBezTo>
                    <a:pt x="145092" y="358540"/>
                    <a:pt x="121689" y="362505"/>
                    <a:pt x="100839" y="369869"/>
                  </a:cubicBezTo>
                  <a:lnTo>
                    <a:pt x="63111" y="485700"/>
                  </a:lnTo>
                  <a:cubicBezTo>
                    <a:pt x="93606" y="470548"/>
                    <a:pt x="130341" y="462194"/>
                    <a:pt x="168920" y="462194"/>
                  </a:cubicBezTo>
                  <a:cubicBezTo>
                    <a:pt x="207499" y="462194"/>
                    <a:pt x="244376" y="470548"/>
                    <a:pt x="274728" y="485700"/>
                  </a:cubicBezTo>
                  <a:lnTo>
                    <a:pt x="237142" y="369869"/>
                  </a:lnTo>
                  <a:cubicBezTo>
                    <a:pt x="216292" y="362505"/>
                    <a:pt x="192890" y="358540"/>
                    <a:pt x="168920" y="358540"/>
                  </a:cubicBezTo>
                  <a:close/>
                  <a:moveTo>
                    <a:pt x="168920" y="160580"/>
                  </a:moveTo>
                  <a:lnTo>
                    <a:pt x="111477" y="337017"/>
                  </a:lnTo>
                  <a:cubicBezTo>
                    <a:pt x="129773" y="332485"/>
                    <a:pt x="149347" y="330220"/>
                    <a:pt x="168920" y="330220"/>
                  </a:cubicBezTo>
                  <a:cubicBezTo>
                    <a:pt x="188635" y="330220"/>
                    <a:pt x="208066" y="332485"/>
                    <a:pt x="226363" y="337017"/>
                  </a:cubicBezTo>
                  <a:close/>
                  <a:moveTo>
                    <a:pt x="168920" y="62591"/>
                  </a:moveTo>
                  <a:cubicBezTo>
                    <a:pt x="157006" y="62591"/>
                    <a:pt x="147219" y="72220"/>
                    <a:pt x="147219" y="84256"/>
                  </a:cubicBezTo>
                  <a:cubicBezTo>
                    <a:pt x="147219" y="96150"/>
                    <a:pt x="157006" y="105779"/>
                    <a:pt x="168920" y="105779"/>
                  </a:cubicBezTo>
                  <a:cubicBezTo>
                    <a:pt x="180834" y="105779"/>
                    <a:pt x="190620" y="96150"/>
                    <a:pt x="190620" y="84256"/>
                  </a:cubicBezTo>
                  <a:cubicBezTo>
                    <a:pt x="190620" y="72220"/>
                    <a:pt x="180834" y="62591"/>
                    <a:pt x="168920" y="62591"/>
                  </a:cubicBezTo>
                  <a:close/>
                  <a:moveTo>
                    <a:pt x="168920" y="34270"/>
                  </a:moveTo>
                  <a:cubicBezTo>
                    <a:pt x="196577" y="34270"/>
                    <a:pt x="218987" y="56643"/>
                    <a:pt x="218987" y="84256"/>
                  </a:cubicBezTo>
                  <a:cubicBezTo>
                    <a:pt x="218987" y="104647"/>
                    <a:pt x="206506" y="122347"/>
                    <a:pt x="188777" y="129993"/>
                  </a:cubicBezTo>
                  <a:lnTo>
                    <a:pt x="313874" y="514162"/>
                  </a:lnTo>
                  <a:cubicBezTo>
                    <a:pt x="314158" y="514728"/>
                    <a:pt x="314300" y="515295"/>
                    <a:pt x="314442" y="515861"/>
                  </a:cubicBezTo>
                  <a:lnTo>
                    <a:pt x="337277" y="585813"/>
                  </a:lnTo>
                  <a:cubicBezTo>
                    <a:pt x="339688" y="593318"/>
                    <a:pt x="335575" y="601248"/>
                    <a:pt x="328058" y="603655"/>
                  </a:cubicBezTo>
                  <a:cubicBezTo>
                    <a:pt x="326639" y="604221"/>
                    <a:pt x="325221" y="604363"/>
                    <a:pt x="323661" y="604363"/>
                  </a:cubicBezTo>
                  <a:cubicBezTo>
                    <a:pt x="317704" y="604363"/>
                    <a:pt x="312172" y="600540"/>
                    <a:pt x="310187" y="594592"/>
                  </a:cubicBezTo>
                  <a:lnTo>
                    <a:pt x="288486" y="527756"/>
                  </a:lnTo>
                  <a:cubicBezTo>
                    <a:pt x="258984" y="503966"/>
                    <a:pt x="215725" y="490514"/>
                    <a:pt x="168920" y="490514"/>
                  </a:cubicBezTo>
                  <a:cubicBezTo>
                    <a:pt x="122114" y="490514"/>
                    <a:pt x="78855" y="504108"/>
                    <a:pt x="49353" y="527756"/>
                  </a:cubicBezTo>
                  <a:lnTo>
                    <a:pt x="27653" y="594592"/>
                  </a:lnTo>
                  <a:cubicBezTo>
                    <a:pt x="25242" y="602097"/>
                    <a:pt x="17157" y="606062"/>
                    <a:pt x="9782" y="603655"/>
                  </a:cubicBezTo>
                  <a:cubicBezTo>
                    <a:pt x="2264" y="601248"/>
                    <a:pt x="-1707" y="593318"/>
                    <a:pt x="704" y="585813"/>
                  </a:cubicBezTo>
                  <a:lnTo>
                    <a:pt x="23398" y="516003"/>
                  </a:lnTo>
                  <a:cubicBezTo>
                    <a:pt x="23540" y="515295"/>
                    <a:pt x="23823" y="514728"/>
                    <a:pt x="23965" y="514020"/>
                  </a:cubicBezTo>
                  <a:lnTo>
                    <a:pt x="149063" y="129993"/>
                  </a:lnTo>
                  <a:cubicBezTo>
                    <a:pt x="131334" y="122347"/>
                    <a:pt x="118852" y="104647"/>
                    <a:pt x="118852" y="84256"/>
                  </a:cubicBezTo>
                  <a:cubicBezTo>
                    <a:pt x="118852" y="56643"/>
                    <a:pt x="141404" y="34270"/>
                    <a:pt x="168920" y="34270"/>
                  </a:cubicBezTo>
                  <a:close/>
                  <a:moveTo>
                    <a:pt x="94727" y="28009"/>
                  </a:moveTo>
                  <a:cubicBezTo>
                    <a:pt x="100541" y="33250"/>
                    <a:pt x="100966" y="42174"/>
                    <a:pt x="95578" y="47981"/>
                  </a:cubicBezTo>
                  <a:cubicBezTo>
                    <a:pt x="88914" y="55346"/>
                    <a:pt x="83809" y="70077"/>
                    <a:pt x="83809" y="82117"/>
                  </a:cubicBezTo>
                  <a:cubicBezTo>
                    <a:pt x="83809" y="94157"/>
                    <a:pt x="88772" y="108746"/>
                    <a:pt x="95436" y="116111"/>
                  </a:cubicBezTo>
                  <a:cubicBezTo>
                    <a:pt x="100683" y="121919"/>
                    <a:pt x="100257" y="130842"/>
                    <a:pt x="94444" y="136083"/>
                  </a:cubicBezTo>
                  <a:cubicBezTo>
                    <a:pt x="91608" y="138491"/>
                    <a:pt x="88205" y="139624"/>
                    <a:pt x="84944" y="139624"/>
                  </a:cubicBezTo>
                  <a:cubicBezTo>
                    <a:pt x="80974" y="139624"/>
                    <a:pt x="77145" y="138066"/>
                    <a:pt x="74309" y="134950"/>
                  </a:cubicBezTo>
                  <a:cubicBezTo>
                    <a:pt x="61265" y="120502"/>
                    <a:pt x="55451" y="97981"/>
                    <a:pt x="55451" y="82117"/>
                  </a:cubicBezTo>
                  <a:cubicBezTo>
                    <a:pt x="55451" y="66111"/>
                    <a:pt x="61406" y="43448"/>
                    <a:pt x="74735" y="28859"/>
                  </a:cubicBezTo>
                  <a:cubicBezTo>
                    <a:pt x="79981" y="23052"/>
                    <a:pt x="88914" y="22627"/>
                    <a:pt x="94727" y="28009"/>
                  </a:cubicBezTo>
                  <a:close/>
                  <a:moveTo>
                    <a:pt x="241562" y="27868"/>
                  </a:moveTo>
                  <a:cubicBezTo>
                    <a:pt x="247376" y="22627"/>
                    <a:pt x="256309" y="23194"/>
                    <a:pt x="261555" y="29001"/>
                  </a:cubicBezTo>
                  <a:cubicBezTo>
                    <a:pt x="274600" y="43448"/>
                    <a:pt x="280413" y="65970"/>
                    <a:pt x="280413" y="81834"/>
                  </a:cubicBezTo>
                  <a:cubicBezTo>
                    <a:pt x="280413" y="97839"/>
                    <a:pt x="274458" y="120502"/>
                    <a:pt x="261130" y="135091"/>
                  </a:cubicBezTo>
                  <a:cubicBezTo>
                    <a:pt x="258436" y="138066"/>
                    <a:pt x="254607" y="139624"/>
                    <a:pt x="250779" y="139624"/>
                  </a:cubicBezTo>
                  <a:cubicBezTo>
                    <a:pt x="247376" y="139624"/>
                    <a:pt x="243831" y="138491"/>
                    <a:pt x="241137" y="135941"/>
                  </a:cubicBezTo>
                  <a:cubicBezTo>
                    <a:pt x="235324" y="130700"/>
                    <a:pt x="235040" y="121777"/>
                    <a:pt x="240286" y="115970"/>
                  </a:cubicBezTo>
                  <a:cubicBezTo>
                    <a:pt x="246951" y="108604"/>
                    <a:pt x="252055" y="93873"/>
                    <a:pt x="252055" y="81834"/>
                  </a:cubicBezTo>
                  <a:cubicBezTo>
                    <a:pt x="252055" y="69794"/>
                    <a:pt x="247092" y="55205"/>
                    <a:pt x="240428" y="47839"/>
                  </a:cubicBezTo>
                  <a:cubicBezTo>
                    <a:pt x="235182" y="42032"/>
                    <a:pt x="235749" y="33109"/>
                    <a:pt x="241562" y="27868"/>
                  </a:cubicBezTo>
                  <a:close/>
                  <a:moveTo>
                    <a:pt x="284673" y="3663"/>
                  </a:moveTo>
                  <a:cubicBezTo>
                    <a:pt x="290482" y="-1577"/>
                    <a:pt x="299407" y="-1152"/>
                    <a:pt x="304649" y="4654"/>
                  </a:cubicBezTo>
                  <a:cubicBezTo>
                    <a:pt x="322217" y="24197"/>
                    <a:pt x="333126" y="53653"/>
                    <a:pt x="333126" y="81692"/>
                  </a:cubicBezTo>
                  <a:cubicBezTo>
                    <a:pt x="333126" y="110015"/>
                    <a:pt x="322075" y="139754"/>
                    <a:pt x="304224" y="159297"/>
                  </a:cubicBezTo>
                  <a:cubicBezTo>
                    <a:pt x="301391" y="162412"/>
                    <a:pt x="297565" y="163970"/>
                    <a:pt x="293740" y="163970"/>
                  </a:cubicBezTo>
                  <a:cubicBezTo>
                    <a:pt x="290340" y="163970"/>
                    <a:pt x="286940" y="162695"/>
                    <a:pt x="284106" y="160288"/>
                  </a:cubicBezTo>
                  <a:cubicBezTo>
                    <a:pt x="278439" y="155048"/>
                    <a:pt x="278014" y="145985"/>
                    <a:pt x="283256" y="140320"/>
                  </a:cubicBezTo>
                  <a:cubicBezTo>
                    <a:pt x="296432" y="125876"/>
                    <a:pt x="304791" y="102934"/>
                    <a:pt x="304791" y="81692"/>
                  </a:cubicBezTo>
                  <a:cubicBezTo>
                    <a:pt x="304791" y="60733"/>
                    <a:pt x="296574" y="37933"/>
                    <a:pt x="283681" y="23630"/>
                  </a:cubicBezTo>
                  <a:cubicBezTo>
                    <a:pt x="278439" y="17824"/>
                    <a:pt x="278864" y="8902"/>
                    <a:pt x="284673" y="3663"/>
                  </a:cubicBezTo>
                  <a:close/>
                  <a:moveTo>
                    <a:pt x="51750" y="3663"/>
                  </a:moveTo>
                  <a:cubicBezTo>
                    <a:pt x="57425" y="8902"/>
                    <a:pt x="57850" y="17966"/>
                    <a:pt x="52601" y="23630"/>
                  </a:cubicBezTo>
                  <a:cubicBezTo>
                    <a:pt x="39551" y="38075"/>
                    <a:pt x="31039" y="61016"/>
                    <a:pt x="31039" y="82259"/>
                  </a:cubicBezTo>
                  <a:cubicBezTo>
                    <a:pt x="31039" y="103218"/>
                    <a:pt x="39267" y="126017"/>
                    <a:pt x="52176" y="140320"/>
                  </a:cubicBezTo>
                  <a:cubicBezTo>
                    <a:pt x="57425" y="146127"/>
                    <a:pt x="56999" y="155048"/>
                    <a:pt x="51183" y="160288"/>
                  </a:cubicBezTo>
                  <a:cubicBezTo>
                    <a:pt x="48488" y="162695"/>
                    <a:pt x="45083" y="163970"/>
                    <a:pt x="41679" y="163970"/>
                  </a:cubicBezTo>
                  <a:cubicBezTo>
                    <a:pt x="37848" y="163970"/>
                    <a:pt x="34018" y="162412"/>
                    <a:pt x="31181" y="159297"/>
                  </a:cubicBezTo>
                  <a:cubicBezTo>
                    <a:pt x="13591" y="139754"/>
                    <a:pt x="2668" y="110298"/>
                    <a:pt x="2668" y="82259"/>
                  </a:cubicBezTo>
                  <a:cubicBezTo>
                    <a:pt x="2668" y="53936"/>
                    <a:pt x="13733" y="24197"/>
                    <a:pt x="31607" y="4654"/>
                  </a:cubicBezTo>
                  <a:cubicBezTo>
                    <a:pt x="36997" y="-1152"/>
                    <a:pt x="45934" y="-1577"/>
                    <a:pt x="51750" y="3663"/>
                  </a:cubicBezTo>
                  <a:close/>
                </a:path>
              </a:pathLst>
            </a:custGeom>
            <a:solidFill>
              <a:schemeClr val="accent4">
                <a:lumMod val="85000"/>
                <a:lumOff val="15000"/>
              </a:schemeClr>
            </a:solidFill>
            <a:ln>
              <a:noFill/>
            </a:ln>
          </p:spPr>
        </p:sp>
      </p:grpSp>
      <p:grpSp>
        <p:nvGrpSpPr>
          <p:cNvPr id="7" name="组合 6"/>
          <p:cNvGrpSpPr/>
          <p:nvPr/>
        </p:nvGrpSpPr>
        <p:grpSpPr>
          <a:xfrm>
            <a:off x="2472184" y="3525179"/>
            <a:ext cx="6634797" cy="2209638"/>
            <a:chOff x="2099556" y="3772290"/>
            <a:chExt cx="6371728" cy="2209638"/>
          </a:xfrm>
        </p:grpSpPr>
        <p:sp>
          <p:nvSpPr>
            <p:cNvPr id="8" name="椭圆 7"/>
            <p:cNvSpPr/>
            <p:nvPr/>
          </p:nvSpPr>
          <p:spPr bwMode="auto">
            <a:xfrm>
              <a:off x="5013534" y="5117832"/>
              <a:ext cx="1908212" cy="86409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 bwMode="auto">
            <a:xfrm>
              <a:off x="2099556" y="4113076"/>
              <a:ext cx="1296144" cy="53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2800" b="1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5G</a:t>
              </a: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3434230" y="4170703"/>
              <a:ext cx="1908212" cy="86409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4768904" y="3772290"/>
              <a:ext cx="1908212" cy="86409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4962422" y="4475051"/>
              <a:ext cx="1908212" cy="86409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3524040" y="4866055"/>
              <a:ext cx="1908212" cy="86409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6563072" y="4881053"/>
              <a:ext cx="1908212" cy="86409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6130772" y="4279782"/>
              <a:ext cx="1908212" cy="86409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6" name="antenna-with-signal_74024"/>
            <p:cNvSpPr>
              <a:spLocks noChangeAspect="1"/>
            </p:cNvSpPr>
            <p:nvPr/>
          </p:nvSpPr>
          <p:spPr bwMode="auto">
            <a:xfrm>
              <a:off x="4008316" y="4271368"/>
              <a:ext cx="340942" cy="609685"/>
            </a:xfrm>
            <a:custGeom>
              <a:avLst/>
              <a:gdLst>
                <a:gd name="connsiteX0" fmla="*/ 168920 w 337966"/>
                <a:gd name="connsiteY0" fmla="*/ 358540 h 604363"/>
                <a:gd name="connsiteX1" fmla="*/ 100839 w 337966"/>
                <a:gd name="connsiteY1" fmla="*/ 369869 h 604363"/>
                <a:gd name="connsiteX2" fmla="*/ 63111 w 337966"/>
                <a:gd name="connsiteY2" fmla="*/ 485700 h 604363"/>
                <a:gd name="connsiteX3" fmla="*/ 168920 w 337966"/>
                <a:gd name="connsiteY3" fmla="*/ 462194 h 604363"/>
                <a:gd name="connsiteX4" fmla="*/ 274728 w 337966"/>
                <a:gd name="connsiteY4" fmla="*/ 485700 h 604363"/>
                <a:gd name="connsiteX5" fmla="*/ 237142 w 337966"/>
                <a:gd name="connsiteY5" fmla="*/ 369869 h 604363"/>
                <a:gd name="connsiteX6" fmla="*/ 168920 w 337966"/>
                <a:gd name="connsiteY6" fmla="*/ 358540 h 604363"/>
                <a:gd name="connsiteX7" fmla="*/ 168920 w 337966"/>
                <a:gd name="connsiteY7" fmla="*/ 160580 h 604363"/>
                <a:gd name="connsiteX8" fmla="*/ 111477 w 337966"/>
                <a:gd name="connsiteY8" fmla="*/ 337017 h 604363"/>
                <a:gd name="connsiteX9" fmla="*/ 168920 w 337966"/>
                <a:gd name="connsiteY9" fmla="*/ 330220 h 604363"/>
                <a:gd name="connsiteX10" fmla="*/ 226363 w 337966"/>
                <a:gd name="connsiteY10" fmla="*/ 337017 h 604363"/>
                <a:gd name="connsiteX11" fmla="*/ 168920 w 337966"/>
                <a:gd name="connsiteY11" fmla="*/ 62591 h 604363"/>
                <a:gd name="connsiteX12" fmla="*/ 147219 w 337966"/>
                <a:gd name="connsiteY12" fmla="*/ 84256 h 604363"/>
                <a:gd name="connsiteX13" fmla="*/ 168920 w 337966"/>
                <a:gd name="connsiteY13" fmla="*/ 105779 h 604363"/>
                <a:gd name="connsiteX14" fmla="*/ 190620 w 337966"/>
                <a:gd name="connsiteY14" fmla="*/ 84256 h 604363"/>
                <a:gd name="connsiteX15" fmla="*/ 168920 w 337966"/>
                <a:gd name="connsiteY15" fmla="*/ 62591 h 604363"/>
                <a:gd name="connsiteX16" fmla="*/ 168920 w 337966"/>
                <a:gd name="connsiteY16" fmla="*/ 34270 h 604363"/>
                <a:gd name="connsiteX17" fmla="*/ 218987 w 337966"/>
                <a:gd name="connsiteY17" fmla="*/ 84256 h 604363"/>
                <a:gd name="connsiteX18" fmla="*/ 188777 w 337966"/>
                <a:gd name="connsiteY18" fmla="*/ 129993 h 604363"/>
                <a:gd name="connsiteX19" fmla="*/ 313874 w 337966"/>
                <a:gd name="connsiteY19" fmla="*/ 514162 h 604363"/>
                <a:gd name="connsiteX20" fmla="*/ 314442 w 337966"/>
                <a:gd name="connsiteY20" fmla="*/ 515861 h 604363"/>
                <a:gd name="connsiteX21" fmla="*/ 337277 w 337966"/>
                <a:gd name="connsiteY21" fmla="*/ 585813 h 604363"/>
                <a:gd name="connsiteX22" fmla="*/ 328058 w 337966"/>
                <a:gd name="connsiteY22" fmla="*/ 603655 h 604363"/>
                <a:gd name="connsiteX23" fmla="*/ 323661 w 337966"/>
                <a:gd name="connsiteY23" fmla="*/ 604363 h 604363"/>
                <a:gd name="connsiteX24" fmla="*/ 310187 w 337966"/>
                <a:gd name="connsiteY24" fmla="*/ 594592 h 604363"/>
                <a:gd name="connsiteX25" fmla="*/ 288486 w 337966"/>
                <a:gd name="connsiteY25" fmla="*/ 527756 h 604363"/>
                <a:gd name="connsiteX26" fmla="*/ 168920 w 337966"/>
                <a:gd name="connsiteY26" fmla="*/ 490514 h 604363"/>
                <a:gd name="connsiteX27" fmla="*/ 49353 w 337966"/>
                <a:gd name="connsiteY27" fmla="*/ 527756 h 604363"/>
                <a:gd name="connsiteX28" fmla="*/ 27653 w 337966"/>
                <a:gd name="connsiteY28" fmla="*/ 594592 h 604363"/>
                <a:gd name="connsiteX29" fmla="*/ 9782 w 337966"/>
                <a:gd name="connsiteY29" fmla="*/ 603655 h 604363"/>
                <a:gd name="connsiteX30" fmla="*/ 704 w 337966"/>
                <a:gd name="connsiteY30" fmla="*/ 585813 h 604363"/>
                <a:gd name="connsiteX31" fmla="*/ 23398 w 337966"/>
                <a:gd name="connsiteY31" fmla="*/ 516003 h 604363"/>
                <a:gd name="connsiteX32" fmla="*/ 23965 w 337966"/>
                <a:gd name="connsiteY32" fmla="*/ 514020 h 604363"/>
                <a:gd name="connsiteX33" fmla="*/ 149063 w 337966"/>
                <a:gd name="connsiteY33" fmla="*/ 129993 h 604363"/>
                <a:gd name="connsiteX34" fmla="*/ 118852 w 337966"/>
                <a:gd name="connsiteY34" fmla="*/ 84256 h 604363"/>
                <a:gd name="connsiteX35" fmla="*/ 168920 w 337966"/>
                <a:gd name="connsiteY35" fmla="*/ 34270 h 604363"/>
                <a:gd name="connsiteX36" fmla="*/ 94727 w 337966"/>
                <a:gd name="connsiteY36" fmla="*/ 28009 h 604363"/>
                <a:gd name="connsiteX37" fmla="*/ 95578 w 337966"/>
                <a:gd name="connsiteY37" fmla="*/ 47981 h 604363"/>
                <a:gd name="connsiteX38" fmla="*/ 83809 w 337966"/>
                <a:gd name="connsiteY38" fmla="*/ 82117 h 604363"/>
                <a:gd name="connsiteX39" fmla="*/ 95436 w 337966"/>
                <a:gd name="connsiteY39" fmla="*/ 116111 h 604363"/>
                <a:gd name="connsiteX40" fmla="*/ 94444 w 337966"/>
                <a:gd name="connsiteY40" fmla="*/ 136083 h 604363"/>
                <a:gd name="connsiteX41" fmla="*/ 84944 w 337966"/>
                <a:gd name="connsiteY41" fmla="*/ 139624 h 604363"/>
                <a:gd name="connsiteX42" fmla="*/ 74309 w 337966"/>
                <a:gd name="connsiteY42" fmla="*/ 134950 h 604363"/>
                <a:gd name="connsiteX43" fmla="*/ 55451 w 337966"/>
                <a:gd name="connsiteY43" fmla="*/ 82117 h 604363"/>
                <a:gd name="connsiteX44" fmla="*/ 74735 w 337966"/>
                <a:gd name="connsiteY44" fmla="*/ 28859 h 604363"/>
                <a:gd name="connsiteX45" fmla="*/ 94727 w 337966"/>
                <a:gd name="connsiteY45" fmla="*/ 28009 h 604363"/>
                <a:gd name="connsiteX46" fmla="*/ 241562 w 337966"/>
                <a:gd name="connsiteY46" fmla="*/ 27868 h 604363"/>
                <a:gd name="connsiteX47" fmla="*/ 261555 w 337966"/>
                <a:gd name="connsiteY47" fmla="*/ 29001 h 604363"/>
                <a:gd name="connsiteX48" fmla="*/ 280413 w 337966"/>
                <a:gd name="connsiteY48" fmla="*/ 81834 h 604363"/>
                <a:gd name="connsiteX49" fmla="*/ 261130 w 337966"/>
                <a:gd name="connsiteY49" fmla="*/ 135091 h 604363"/>
                <a:gd name="connsiteX50" fmla="*/ 250779 w 337966"/>
                <a:gd name="connsiteY50" fmla="*/ 139624 h 604363"/>
                <a:gd name="connsiteX51" fmla="*/ 241137 w 337966"/>
                <a:gd name="connsiteY51" fmla="*/ 135941 h 604363"/>
                <a:gd name="connsiteX52" fmla="*/ 240286 w 337966"/>
                <a:gd name="connsiteY52" fmla="*/ 115970 h 604363"/>
                <a:gd name="connsiteX53" fmla="*/ 252055 w 337966"/>
                <a:gd name="connsiteY53" fmla="*/ 81834 h 604363"/>
                <a:gd name="connsiteX54" fmla="*/ 240428 w 337966"/>
                <a:gd name="connsiteY54" fmla="*/ 47839 h 604363"/>
                <a:gd name="connsiteX55" fmla="*/ 241562 w 337966"/>
                <a:gd name="connsiteY55" fmla="*/ 27868 h 604363"/>
                <a:gd name="connsiteX56" fmla="*/ 284673 w 337966"/>
                <a:gd name="connsiteY56" fmla="*/ 3663 h 604363"/>
                <a:gd name="connsiteX57" fmla="*/ 304649 w 337966"/>
                <a:gd name="connsiteY57" fmla="*/ 4654 h 604363"/>
                <a:gd name="connsiteX58" fmla="*/ 333126 w 337966"/>
                <a:gd name="connsiteY58" fmla="*/ 81692 h 604363"/>
                <a:gd name="connsiteX59" fmla="*/ 304224 w 337966"/>
                <a:gd name="connsiteY59" fmla="*/ 159297 h 604363"/>
                <a:gd name="connsiteX60" fmla="*/ 293740 w 337966"/>
                <a:gd name="connsiteY60" fmla="*/ 163970 h 604363"/>
                <a:gd name="connsiteX61" fmla="*/ 284106 w 337966"/>
                <a:gd name="connsiteY61" fmla="*/ 160288 h 604363"/>
                <a:gd name="connsiteX62" fmla="*/ 283256 w 337966"/>
                <a:gd name="connsiteY62" fmla="*/ 140320 h 604363"/>
                <a:gd name="connsiteX63" fmla="*/ 304791 w 337966"/>
                <a:gd name="connsiteY63" fmla="*/ 81692 h 604363"/>
                <a:gd name="connsiteX64" fmla="*/ 283681 w 337966"/>
                <a:gd name="connsiteY64" fmla="*/ 23630 h 604363"/>
                <a:gd name="connsiteX65" fmla="*/ 284673 w 337966"/>
                <a:gd name="connsiteY65" fmla="*/ 3663 h 604363"/>
                <a:gd name="connsiteX66" fmla="*/ 51750 w 337966"/>
                <a:gd name="connsiteY66" fmla="*/ 3663 h 604363"/>
                <a:gd name="connsiteX67" fmla="*/ 52601 w 337966"/>
                <a:gd name="connsiteY67" fmla="*/ 23630 h 604363"/>
                <a:gd name="connsiteX68" fmla="*/ 31039 w 337966"/>
                <a:gd name="connsiteY68" fmla="*/ 82259 h 604363"/>
                <a:gd name="connsiteX69" fmla="*/ 52176 w 337966"/>
                <a:gd name="connsiteY69" fmla="*/ 140320 h 604363"/>
                <a:gd name="connsiteX70" fmla="*/ 51183 w 337966"/>
                <a:gd name="connsiteY70" fmla="*/ 160288 h 604363"/>
                <a:gd name="connsiteX71" fmla="*/ 41679 w 337966"/>
                <a:gd name="connsiteY71" fmla="*/ 163970 h 604363"/>
                <a:gd name="connsiteX72" fmla="*/ 31181 w 337966"/>
                <a:gd name="connsiteY72" fmla="*/ 159297 h 604363"/>
                <a:gd name="connsiteX73" fmla="*/ 2668 w 337966"/>
                <a:gd name="connsiteY73" fmla="*/ 82259 h 604363"/>
                <a:gd name="connsiteX74" fmla="*/ 31607 w 337966"/>
                <a:gd name="connsiteY74" fmla="*/ 4654 h 604363"/>
                <a:gd name="connsiteX75" fmla="*/ 51750 w 337966"/>
                <a:gd name="connsiteY75" fmla="*/ 3663 h 60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7966" h="604363">
                  <a:moveTo>
                    <a:pt x="168920" y="358540"/>
                  </a:moveTo>
                  <a:cubicBezTo>
                    <a:pt x="145092" y="358540"/>
                    <a:pt x="121689" y="362505"/>
                    <a:pt x="100839" y="369869"/>
                  </a:cubicBezTo>
                  <a:lnTo>
                    <a:pt x="63111" y="485700"/>
                  </a:lnTo>
                  <a:cubicBezTo>
                    <a:pt x="93606" y="470548"/>
                    <a:pt x="130341" y="462194"/>
                    <a:pt x="168920" y="462194"/>
                  </a:cubicBezTo>
                  <a:cubicBezTo>
                    <a:pt x="207499" y="462194"/>
                    <a:pt x="244376" y="470548"/>
                    <a:pt x="274728" y="485700"/>
                  </a:cubicBezTo>
                  <a:lnTo>
                    <a:pt x="237142" y="369869"/>
                  </a:lnTo>
                  <a:cubicBezTo>
                    <a:pt x="216292" y="362505"/>
                    <a:pt x="192890" y="358540"/>
                    <a:pt x="168920" y="358540"/>
                  </a:cubicBezTo>
                  <a:close/>
                  <a:moveTo>
                    <a:pt x="168920" y="160580"/>
                  </a:moveTo>
                  <a:lnTo>
                    <a:pt x="111477" y="337017"/>
                  </a:lnTo>
                  <a:cubicBezTo>
                    <a:pt x="129773" y="332485"/>
                    <a:pt x="149347" y="330220"/>
                    <a:pt x="168920" y="330220"/>
                  </a:cubicBezTo>
                  <a:cubicBezTo>
                    <a:pt x="188635" y="330220"/>
                    <a:pt x="208066" y="332485"/>
                    <a:pt x="226363" y="337017"/>
                  </a:cubicBezTo>
                  <a:close/>
                  <a:moveTo>
                    <a:pt x="168920" y="62591"/>
                  </a:moveTo>
                  <a:cubicBezTo>
                    <a:pt x="157006" y="62591"/>
                    <a:pt x="147219" y="72220"/>
                    <a:pt x="147219" y="84256"/>
                  </a:cubicBezTo>
                  <a:cubicBezTo>
                    <a:pt x="147219" y="96150"/>
                    <a:pt x="157006" y="105779"/>
                    <a:pt x="168920" y="105779"/>
                  </a:cubicBezTo>
                  <a:cubicBezTo>
                    <a:pt x="180834" y="105779"/>
                    <a:pt x="190620" y="96150"/>
                    <a:pt x="190620" y="84256"/>
                  </a:cubicBezTo>
                  <a:cubicBezTo>
                    <a:pt x="190620" y="72220"/>
                    <a:pt x="180834" y="62591"/>
                    <a:pt x="168920" y="62591"/>
                  </a:cubicBezTo>
                  <a:close/>
                  <a:moveTo>
                    <a:pt x="168920" y="34270"/>
                  </a:moveTo>
                  <a:cubicBezTo>
                    <a:pt x="196577" y="34270"/>
                    <a:pt x="218987" y="56643"/>
                    <a:pt x="218987" y="84256"/>
                  </a:cubicBezTo>
                  <a:cubicBezTo>
                    <a:pt x="218987" y="104647"/>
                    <a:pt x="206506" y="122347"/>
                    <a:pt x="188777" y="129993"/>
                  </a:cubicBezTo>
                  <a:lnTo>
                    <a:pt x="313874" y="514162"/>
                  </a:lnTo>
                  <a:cubicBezTo>
                    <a:pt x="314158" y="514728"/>
                    <a:pt x="314300" y="515295"/>
                    <a:pt x="314442" y="515861"/>
                  </a:cubicBezTo>
                  <a:lnTo>
                    <a:pt x="337277" y="585813"/>
                  </a:lnTo>
                  <a:cubicBezTo>
                    <a:pt x="339688" y="593318"/>
                    <a:pt x="335575" y="601248"/>
                    <a:pt x="328058" y="603655"/>
                  </a:cubicBezTo>
                  <a:cubicBezTo>
                    <a:pt x="326639" y="604221"/>
                    <a:pt x="325221" y="604363"/>
                    <a:pt x="323661" y="604363"/>
                  </a:cubicBezTo>
                  <a:cubicBezTo>
                    <a:pt x="317704" y="604363"/>
                    <a:pt x="312172" y="600540"/>
                    <a:pt x="310187" y="594592"/>
                  </a:cubicBezTo>
                  <a:lnTo>
                    <a:pt x="288486" y="527756"/>
                  </a:lnTo>
                  <a:cubicBezTo>
                    <a:pt x="258984" y="503966"/>
                    <a:pt x="215725" y="490514"/>
                    <a:pt x="168920" y="490514"/>
                  </a:cubicBezTo>
                  <a:cubicBezTo>
                    <a:pt x="122114" y="490514"/>
                    <a:pt x="78855" y="504108"/>
                    <a:pt x="49353" y="527756"/>
                  </a:cubicBezTo>
                  <a:lnTo>
                    <a:pt x="27653" y="594592"/>
                  </a:lnTo>
                  <a:cubicBezTo>
                    <a:pt x="25242" y="602097"/>
                    <a:pt x="17157" y="606062"/>
                    <a:pt x="9782" y="603655"/>
                  </a:cubicBezTo>
                  <a:cubicBezTo>
                    <a:pt x="2264" y="601248"/>
                    <a:pt x="-1707" y="593318"/>
                    <a:pt x="704" y="585813"/>
                  </a:cubicBezTo>
                  <a:lnTo>
                    <a:pt x="23398" y="516003"/>
                  </a:lnTo>
                  <a:cubicBezTo>
                    <a:pt x="23540" y="515295"/>
                    <a:pt x="23823" y="514728"/>
                    <a:pt x="23965" y="514020"/>
                  </a:cubicBezTo>
                  <a:lnTo>
                    <a:pt x="149063" y="129993"/>
                  </a:lnTo>
                  <a:cubicBezTo>
                    <a:pt x="131334" y="122347"/>
                    <a:pt x="118852" y="104647"/>
                    <a:pt x="118852" y="84256"/>
                  </a:cubicBezTo>
                  <a:cubicBezTo>
                    <a:pt x="118852" y="56643"/>
                    <a:pt x="141404" y="34270"/>
                    <a:pt x="168920" y="34270"/>
                  </a:cubicBezTo>
                  <a:close/>
                  <a:moveTo>
                    <a:pt x="94727" y="28009"/>
                  </a:moveTo>
                  <a:cubicBezTo>
                    <a:pt x="100541" y="33250"/>
                    <a:pt x="100966" y="42174"/>
                    <a:pt x="95578" y="47981"/>
                  </a:cubicBezTo>
                  <a:cubicBezTo>
                    <a:pt x="88914" y="55346"/>
                    <a:pt x="83809" y="70077"/>
                    <a:pt x="83809" y="82117"/>
                  </a:cubicBezTo>
                  <a:cubicBezTo>
                    <a:pt x="83809" y="94157"/>
                    <a:pt x="88772" y="108746"/>
                    <a:pt x="95436" y="116111"/>
                  </a:cubicBezTo>
                  <a:cubicBezTo>
                    <a:pt x="100683" y="121919"/>
                    <a:pt x="100257" y="130842"/>
                    <a:pt x="94444" y="136083"/>
                  </a:cubicBezTo>
                  <a:cubicBezTo>
                    <a:pt x="91608" y="138491"/>
                    <a:pt x="88205" y="139624"/>
                    <a:pt x="84944" y="139624"/>
                  </a:cubicBezTo>
                  <a:cubicBezTo>
                    <a:pt x="80974" y="139624"/>
                    <a:pt x="77145" y="138066"/>
                    <a:pt x="74309" y="134950"/>
                  </a:cubicBezTo>
                  <a:cubicBezTo>
                    <a:pt x="61265" y="120502"/>
                    <a:pt x="55451" y="97981"/>
                    <a:pt x="55451" y="82117"/>
                  </a:cubicBezTo>
                  <a:cubicBezTo>
                    <a:pt x="55451" y="66111"/>
                    <a:pt x="61406" y="43448"/>
                    <a:pt x="74735" y="28859"/>
                  </a:cubicBezTo>
                  <a:cubicBezTo>
                    <a:pt x="79981" y="23052"/>
                    <a:pt x="88914" y="22627"/>
                    <a:pt x="94727" y="28009"/>
                  </a:cubicBezTo>
                  <a:close/>
                  <a:moveTo>
                    <a:pt x="241562" y="27868"/>
                  </a:moveTo>
                  <a:cubicBezTo>
                    <a:pt x="247376" y="22627"/>
                    <a:pt x="256309" y="23194"/>
                    <a:pt x="261555" y="29001"/>
                  </a:cubicBezTo>
                  <a:cubicBezTo>
                    <a:pt x="274600" y="43448"/>
                    <a:pt x="280413" y="65970"/>
                    <a:pt x="280413" y="81834"/>
                  </a:cubicBezTo>
                  <a:cubicBezTo>
                    <a:pt x="280413" y="97839"/>
                    <a:pt x="274458" y="120502"/>
                    <a:pt x="261130" y="135091"/>
                  </a:cubicBezTo>
                  <a:cubicBezTo>
                    <a:pt x="258436" y="138066"/>
                    <a:pt x="254607" y="139624"/>
                    <a:pt x="250779" y="139624"/>
                  </a:cubicBezTo>
                  <a:cubicBezTo>
                    <a:pt x="247376" y="139624"/>
                    <a:pt x="243831" y="138491"/>
                    <a:pt x="241137" y="135941"/>
                  </a:cubicBezTo>
                  <a:cubicBezTo>
                    <a:pt x="235324" y="130700"/>
                    <a:pt x="235040" y="121777"/>
                    <a:pt x="240286" y="115970"/>
                  </a:cubicBezTo>
                  <a:cubicBezTo>
                    <a:pt x="246951" y="108604"/>
                    <a:pt x="252055" y="93873"/>
                    <a:pt x="252055" y="81834"/>
                  </a:cubicBezTo>
                  <a:cubicBezTo>
                    <a:pt x="252055" y="69794"/>
                    <a:pt x="247092" y="55205"/>
                    <a:pt x="240428" y="47839"/>
                  </a:cubicBezTo>
                  <a:cubicBezTo>
                    <a:pt x="235182" y="42032"/>
                    <a:pt x="235749" y="33109"/>
                    <a:pt x="241562" y="27868"/>
                  </a:cubicBezTo>
                  <a:close/>
                  <a:moveTo>
                    <a:pt x="284673" y="3663"/>
                  </a:moveTo>
                  <a:cubicBezTo>
                    <a:pt x="290482" y="-1577"/>
                    <a:pt x="299407" y="-1152"/>
                    <a:pt x="304649" y="4654"/>
                  </a:cubicBezTo>
                  <a:cubicBezTo>
                    <a:pt x="322217" y="24197"/>
                    <a:pt x="333126" y="53653"/>
                    <a:pt x="333126" y="81692"/>
                  </a:cubicBezTo>
                  <a:cubicBezTo>
                    <a:pt x="333126" y="110015"/>
                    <a:pt x="322075" y="139754"/>
                    <a:pt x="304224" y="159297"/>
                  </a:cubicBezTo>
                  <a:cubicBezTo>
                    <a:pt x="301391" y="162412"/>
                    <a:pt x="297565" y="163970"/>
                    <a:pt x="293740" y="163970"/>
                  </a:cubicBezTo>
                  <a:cubicBezTo>
                    <a:pt x="290340" y="163970"/>
                    <a:pt x="286940" y="162695"/>
                    <a:pt x="284106" y="160288"/>
                  </a:cubicBezTo>
                  <a:cubicBezTo>
                    <a:pt x="278439" y="155048"/>
                    <a:pt x="278014" y="145985"/>
                    <a:pt x="283256" y="140320"/>
                  </a:cubicBezTo>
                  <a:cubicBezTo>
                    <a:pt x="296432" y="125876"/>
                    <a:pt x="304791" y="102934"/>
                    <a:pt x="304791" y="81692"/>
                  </a:cubicBezTo>
                  <a:cubicBezTo>
                    <a:pt x="304791" y="60733"/>
                    <a:pt x="296574" y="37933"/>
                    <a:pt x="283681" y="23630"/>
                  </a:cubicBezTo>
                  <a:cubicBezTo>
                    <a:pt x="278439" y="17824"/>
                    <a:pt x="278864" y="8902"/>
                    <a:pt x="284673" y="3663"/>
                  </a:cubicBezTo>
                  <a:close/>
                  <a:moveTo>
                    <a:pt x="51750" y="3663"/>
                  </a:moveTo>
                  <a:cubicBezTo>
                    <a:pt x="57425" y="8902"/>
                    <a:pt x="57850" y="17966"/>
                    <a:pt x="52601" y="23630"/>
                  </a:cubicBezTo>
                  <a:cubicBezTo>
                    <a:pt x="39551" y="38075"/>
                    <a:pt x="31039" y="61016"/>
                    <a:pt x="31039" y="82259"/>
                  </a:cubicBezTo>
                  <a:cubicBezTo>
                    <a:pt x="31039" y="103218"/>
                    <a:pt x="39267" y="126017"/>
                    <a:pt x="52176" y="140320"/>
                  </a:cubicBezTo>
                  <a:cubicBezTo>
                    <a:pt x="57425" y="146127"/>
                    <a:pt x="56999" y="155048"/>
                    <a:pt x="51183" y="160288"/>
                  </a:cubicBezTo>
                  <a:cubicBezTo>
                    <a:pt x="48488" y="162695"/>
                    <a:pt x="45083" y="163970"/>
                    <a:pt x="41679" y="163970"/>
                  </a:cubicBezTo>
                  <a:cubicBezTo>
                    <a:pt x="37848" y="163970"/>
                    <a:pt x="34018" y="162412"/>
                    <a:pt x="31181" y="159297"/>
                  </a:cubicBezTo>
                  <a:cubicBezTo>
                    <a:pt x="13591" y="139754"/>
                    <a:pt x="2668" y="110298"/>
                    <a:pt x="2668" y="82259"/>
                  </a:cubicBezTo>
                  <a:cubicBezTo>
                    <a:pt x="2668" y="53936"/>
                    <a:pt x="13733" y="24197"/>
                    <a:pt x="31607" y="4654"/>
                  </a:cubicBezTo>
                  <a:cubicBezTo>
                    <a:pt x="36997" y="-1152"/>
                    <a:pt x="45934" y="-1577"/>
                    <a:pt x="51750" y="3663"/>
                  </a:cubicBezTo>
                  <a:close/>
                </a:path>
              </a:pathLst>
            </a:custGeom>
            <a:solidFill>
              <a:schemeClr val="accent4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antenna-with-signal_74024"/>
            <p:cNvSpPr>
              <a:spLocks noChangeAspect="1"/>
            </p:cNvSpPr>
            <p:nvPr/>
          </p:nvSpPr>
          <p:spPr bwMode="auto">
            <a:xfrm>
              <a:off x="5577808" y="3843882"/>
              <a:ext cx="340942" cy="609685"/>
            </a:xfrm>
            <a:custGeom>
              <a:avLst/>
              <a:gdLst>
                <a:gd name="connsiteX0" fmla="*/ 168920 w 337966"/>
                <a:gd name="connsiteY0" fmla="*/ 358540 h 604363"/>
                <a:gd name="connsiteX1" fmla="*/ 100839 w 337966"/>
                <a:gd name="connsiteY1" fmla="*/ 369869 h 604363"/>
                <a:gd name="connsiteX2" fmla="*/ 63111 w 337966"/>
                <a:gd name="connsiteY2" fmla="*/ 485700 h 604363"/>
                <a:gd name="connsiteX3" fmla="*/ 168920 w 337966"/>
                <a:gd name="connsiteY3" fmla="*/ 462194 h 604363"/>
                <a:gd name="connsiteX4" fmla="*/ 274728 w 337966"/>
                <a:gd name="connsiteY4" fmla="*/ 485700 h 604363"/>
                <a:gd name="connsiteX5" fmla="*/ 237142 w 337966"/>
                <a:gd name="connsiteY5" fmla="*/ 369869 h 604363"/>
                <a:gd name="connsiteX6" fmla="*/ 168920 w 337966"/>
                <a:gd name="connsiteY6" fmla="*/ 358540 h 604363"/>
                <a:gd name="connsiteX7" fmla="*/ 168920 w 337966"/>
                <a:gd name="connsiteY7" fmla="*/ 160580 h 604363"/>
                <a:gd name="connsiteX8" fmla="*/ 111477 w 337966"/>
                <a:gd name="connsiteY8" fmla="*/ 337017 h 604363"/>
                <a:gd name="connsiteX9" fmla="*/ 168920 w 337966"/>
                <a:gd name="connsiteY9" fmla="*/ 330220 h 604363"/>
                <a:gd name="connsiteX10" fmla="*/ 226363 w 337966"/>
                <a:gd name="connsiteY10" fmla="*/ 337017 h 604363"/>
                <a:gd name="connsiteX11" fmla="*/ 168920 w 337966"/>
                <a:gd name="connsiteY11" fmla="*/ 62591 h 604363"/>
                <a:gd name="connsiteX12" fmla="*/ 147219 w 337966"/>
                <a:gd name="connsiteY12" fmla="*/ 84256 h 604363"/>
                <a:gd name="connsiteX13" fmla="*/ 168920 w 337966"/>
                <a:gd name="connsiteY13" fmla="*/ 105779 h 604363"/>
                <a:gd name="connsiteX14" fmla="*/ 190620 w 337966"/>
                <a:gd name="connsiteY14" fmla="*/ 84256 h 604363"/>
                <a:gd name="connsiteX15" fmla="*/ 168920 w 337966"/>
                <a:gd name="connsiteY15" fmla="*/ 62591 h 604363"/>
                <a:gd name="connsiteX16" fmla="*/ 168920 w 337966"/>
                <a:gd name="connsiteY16" fmla="*/ 34270 h 604363"/>
                <a:gd name="connsiteX17" fmla="*/ 218987 w 337966"/>
                <a:gd name="connsiteY17" fmla="*/ 84256 h 604363"/>
                <a:gd name="connsiteX18" fmla="*/ 188777 w 337966"/>
                <a:gd name="connsiteY18" fmla="*/ 129993 h 604363"/>
                <a:gd name="connsiteX19" fmla="*/ 313874 w 337966"/>
                <a:gd name="connsiteY19" fmla="*/ 514162 h 604363"/>
                <a:gd name="connsiteX20" fmla="*/ 314442 w 337966"/>
                <a:gd name="connsiteY20" fmla="*/ 515861 h 604363"/>
                <a:gd name="connsiteX21" fmla="*/ 337277 w 337966"/>
                <a:gd name="connsiteY21" fmla="*/ 585813 h 604363"/>
                <a:gd name="connsiteX22" fmla="*/ 328058 w 337966"/>
                <a:gd name="connsiteY22" fmla="*/ 603655 h 604363"/>
                <a:gd name="connsiteX23" fmla="*/ 323661 w 337966"/>
                <a:gd name="connsiteY23" fmla="*/ 604363 h 604363"/>
                <a:gd name="connsiteX24" fmla="*/ 310187 w 337966"/>
                <a:gd name="connsiteY24" fmla="*/ 594592 h 604363"/>
                <a:gd name="connsiteX25" fmla="*/ 288486 w 337966"/>
                <a:gd name="connsiteY25" fmla="*/ 527756 h 604363"/>
                <a:gd name="connsiteX26" fmla="*/ 168920 w 337966"/>
                <a:gd name="connsiteY26" fmla="*/ 490514 h 604363"/>
                <a:gd name="connsiteX27" fmla="*/ 49353 w 337966"/>
                <a:gd name="connsiteY27" fmla="*/ 527756 h 604363"/>
                <a:gd name="connsiteX28" fmla="*/ 27653 w 337966"/>
                <a:gd name="connsiteY28" fmla="*/ 594592 h 604363"/>
                <a:gd name="connsiteX29" fmla="*/ 9782 w 337966"/>
                <a:gd name="connsiteY29" fmla="*/ 603655 h 604363"/>
                <a:gd name="connsiteX30" fmla="*/ 704 w 337966"/>
                <a:gd name="connsiteY30" fmla="*/ 585813 h 604363"/>
                <a:gd name="connsiteX31" fmla="*/ 23398 w 337966"/>
                <a:gd name="connsiteY31" fmla="*/ 516003 h 604363"/>
                <a:gd name="connsiteX32" fmla="*/ 23965 w 337966"/>
                <a:gd name="connsiteY32" fmla="*/ 514020 h 604363"/>
                <a:gd name="connsiteX33" fmla="*/ 149063 w 337966"/>
                <a:gd name="connsiteY33" fmla="*/ 129993 h 604363"/>
                <a:gd name="connsiteX34" fmla="*/ 118852 w 337966"/>
                <a:gd name="connsiteY34" fmla="*/ 84256 h 604363"/>
                <a:gd name="connsiteX35" fmla="*/ 168920 w 337966"/>
                <a:gd name="connsiteY35" fmla="*/ 34270 h 604363"/>
                <a:gd name="connsiteX36" fmla="*/ 94727 w 337966"/>
                <a:gd name="connsiteY36" fmla="*/ 28009 h 604363"/>
                <a:gd name="connsiteX37" fmla="*/ 95578 w 337966"/>
                <a:gd name="connsiteY37" fmla="*/ 47981 h 604363"/>
                <a:gd name="connsiteX38" fmla="*/ 83809 w 337966"/>
                <a:gd name="connsiteY38" fmla="*/ 82117 h 604363"/>
                <a:gd name="connsiteX39" fmla="*/ 95436 w 337966"/>
                <a:gd name="connsiteY39" fmla="*/ 116111 h 604363"/>
                <a:gd name="connsiteX40" fmla="*/ 94444 w 337966"/>
                <a:gd name="connsiteY40" fmla="*/ 136083 h 604363"/>
                <a:gd name="connsiteX41" fmla="*/ 84944 w 337966"/>
                <a:gd name="connsiteY41" fmla="*/ 139624 h 604363"/>
                <a:gd name="connsiteX42" fmla="*/ 74309 w 337966"/>
                <a:gd name="connsiteY42" fmla="*/ 134950 h 604363"/>
                <a:gd name="connsiteX43" fmla="*/ 55451 w 337966"/>
                <a:gd name="connsiteY43" fmla="*/ 82117 h 604363"/>
                <a:gd name="connsiteX44" fmla="*/ 74735 w 337966"/>
                <a:gd name="connsiteY44" fmla="*/ 28859 h 604363"/>
                <a:gd name="connsiteX45" fmla="*/ 94727 w 337966"/>
                <a:gd name="connsiteY45" fmla="*/ 28009 h 604363"/>
                <a:gd name="connsiteX46" fmla="*/ 241562 w 337966"/>
                <a:gd name="connsiteY46" fmla="*/ 27868 h 604363"/>
                <a:gd name="connsiteX47" fmla="*/ 261555 w 337966"/>
                <a:gd name="connsiteY47" fmla="*/ 29001 h 604363"/>
                <a:gd name="connsiteX48" fmla="*/ 280413 w 337966"/>
                <a:gd name="connsiteY48" fmla="*/ 81834 h 604363"/>
                <a:gd name="connsiteX49" fmla="*/ 261130 w 337966"/>
                <a:gd name="connsiteY49" fmla="*/ 135091 h 604363"/>
                <a:gd name="connsiteX50" fmla="*/ 250779 w 337966"/>
                <a:gd name="connsiteY50" fmla="*/ 139624 h 604363"/>
                <a:gd name="connsiteX51" fmla="*/ 241137 w 337966"/>
                <a:gd name="connsiteY51" fmla="*/ 135941 h 604363"/>
                <a:gd name="connsiteX52" fmla="*/ 240286 w 337966"/>
                <a:gd name="connsiteY52" fmla="*/ 115970 h 604363"/>
                <a:gd name="connsiteX53" fmla="*/ 252055 w 337966"/>
                <a:gd name="connsiteY53" fmla="*/ 81834 h 604363"/>
                <a:gd name="connsiteX54" fmla="*/ 240428 w 337966"/>
                <a:gd name="connsiteY54" fmla="*/ 47839 h 604363"/>
                <a:gd name="connsiteX55" fmla="*/ 241562 w 337966"/>
                <a:gd name="connsiteY55" fmla="*/ 27868 h 604363"/>
                <a:gd name="connsiteX56" fmla="*/ 284673 w 337966"/>
                <a:gd name="connsiteY56" fmla="*/ 3663 h 604363"/>
                <a:gd name="connsiteX57" fmla="*/ 304649 w 337966"/>
                <a:gd name="connsiteY57" fmla="*/ 4654 h 604363"/>
                <a:gd name="connsiteX58" fmla="*/ 333126 w 337966"/>
                <a:gd name="connsiteY58" fmla="*/ 81692 h 604363"/>
                <a:gd name="connsiteX59" fmla="*/ 304224 w 337966"/>
                <a:gd name="connsiteY59" fmla="*/ 159297 h 604363"/>
                <a:gd name="connsiteX60" fmla="*/ 293740 w 337966"/>
                <a:gd name="connsiteY60" fmla="*/ 163970 h 604363"/>
                <a:gd name="connsiteX61" fmla="*/ 284106 w 337966"/>
                <a:gd name="connsiteY61" fmla="*/ 160288 h 604363"/>
                <a:gd name="connsiteX62" fmla="*/ 283256 w 337966"/>
                <a:gd name="connsiteY62" fmla="*/ 140320 h 604363"/>
                <a:gd name="connsiteX63" fmla="*/ 304791 w 337966"/>
                <a:gd name="connsiteY63" fmla="*/ 81692 h 604363"/>
                <a:gd name="connsiteX64" fmla="*/ 283681 w 337966"/>
                <a:gd name="connsiteY64" fmla="*/ 23630 h 604363"/>
                <a:gd name="connsiteX65" fmla="*/ 284673 w 337966"/>
                <a:gd name="connsiteY65" fmla="*/ 3663 h 604363"/>
                <a:gd name="connsiteX66" fmla="*/ 51750 w 337966"/>
                <a:gd name="connsiteY66" fmla="*/ 3663 h 604363"/>
                <a:gd name="connsiteX67" fmla="*/ 52601 w 337966"/>
                <a:gd name="connsiteY67" fmla="*/ 23630 h 604363"/>
                <a:gd name="connsiteX68" fmla="*/ 31039 w 337966"/>
                <a:gd name="connsiteY68" fmla="*/ 82259 h 604363"/>
                <a:gd name="connsiteX69" fmla="*/ 52176 w 337966"/>
                <a:gd name="connsiteY69" fmla="*/ 140320 h 604363"/>
                <a:gd name="connsiteX70" fmla="*/ 51183 w 337966"/>
                <a:gd name="connsiteY70" fmla="*/ 160288 h 604363"/>
                <a:gd name="connsiteX71" fmla="*/ 41679 w 337966"/>
                <a:gd name="connsiteY71" fmla="*/ 163970 h 604363"/>
                <a:gd name="connsiteX72" fmla="*/ 31181 w 337966"/>
                <a:gd name="connsiteY72" fmla="*/ 159297 h 604363"/>
                <a:gd name="connsiteX73" fmla="*/ 2668 w 337966"/>
                <a:gd name="connsiteY73" fmla="*/ 82259 h 604363"/>
                <a:gd name="connsiteX74" fmla="*/ 31607 w 337966"/>
                <a:gd name="connsiteY74" fmla="*/ 4654 h 604363"/>
                <a:gd name="connsiteX75" fmla="*/ 51750 w 337966"/>
                <a:gd name="connsiteY75" fmla="*/ 3663 h 60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7966" h="604363">
                  <a:moveTo>
                    <a:pt x="168920" y="358540"/>
                  </a:moveTo>
                  <a:cubicBezTo>
                    <a:pt x="145092" y="358540"/>
                    <a:pt x="121689" y="362505"/>
                    <a:pt x="100839" y="369869"/>
                  </a:cubicBezTo>
                  <a:lnTo>
                    <a:pt x="63111" y="485700"/>
                  </a:lnTo>
                  <a:cubicBezTo>
                    <a:pt x="93606" y="470548"/>
                    <a:pt x="130341" y="462194"/>
                    <a:pt x="168920" y="462194"/>
                  </a:cubicBezTo>
                  <a:cubicBezTo>
                    <a:pt x="207499" y="462194"/>
                    <a:pt x="244376" y="470548"/>
                    <a:pt x="274728" y="485700"/>
                  </a:cubicBezTo>
                  <a:lnTo>
                    <a:pt x="237142" y="369869"/>
                  </a:lnTo>
                  <a:cubicBezTo>
                    <a:pt x="216292" y="362505"/>
                    <a:pt x="192890" y="358540"/>
                    <a:pt x="168920" y="358540"/>
                  </a:cubicBezTo>
                  <a:close/>
                  <a:moveTo>
                    <a:pt x="168920" y="160580"/>
                  </a:moveTo>
                  <a:lnTo>
                    <a:pt x="111477" y="337017"/>
                  </a:lnTo>
                  <a:cubicBezTo>
                    <a:pt x="129773" y="332485"/>
                    <a:pt x="149347" y="330220"/>
                    <a:pt x="168920" y="330220"/>
                  </a:cubicBezTo>
                  <a:cubicBezTo>
                    <a:pt x="188635" y="330220"/>
                    <a:pt x="208066" y="332485"/>
                    <a:pt x="226363" y="337017"/>
                  </a:cubicBezTo>
                  <a:close/>
                  <a:moveTo>
                    <a:pt x="168920" y="62591"/>
                  </a:moveTo>
                  <a:cubicBezTo>
                    <a:pt x="157006" y="62591"/>
                    <a:pt x="147219" y="72220"/>
                    <a:pt x="147219" y="84256"/>
                  </a:cubicBezTo>
                  <a:cubicBezTo>
                    <a:pt x="147219" y="96150"/>
                    <a:pt x="157006" y="105779"/>
                    <a:pt x="168920" y="105779"/>
                  </a:cubicBezTo>
                  <a:cubicBezTo>
                    <a:pt x="180834" y="105779"/>
                    <a:pt x="190620" y="96150"/>
                    <a:pt x="190620" y="84256"/>
                  </a:cubicBezTo>
                  <a:cubicBezTo>
                    <a:pt x="190620" y="72220"/>
                    <a:pt x="180834" y="62591"/>
                    <a:pt x="168920" y="62591"/>
                  </a:cubicBezTo>
                  <a:close/>
                  <a:moveTo>
                    <a:pt x="168920" y="34270"/>
                  </a:moveTo>
                  <a:cubicBezTo>
                    <a:pt x="196577" y="34270"/>
                    <a:pt x="218987" y="56643"/>
                    <a:pt x="218987" y="84256"/>
                  </a:cubicBezTo>
                  <a:cubicBezTo>
                    <a:pt x="218987" y="104647"/>
                    <a:pt x="206506" y="122347"/>
                    <a:pt x="188777" y="129993"/>
                  </a:cubicBezTo>
                  <a:lnTo>
                    <a:pt x="313874" y="514162"/>
                  </a:lnTo>
                  <a:cubicBezTo>
                    <a:pt x="314158" y="514728"/>
                    <a:pt x="314300" y="515295"/>
                    <a:pt x="314442" y="515861"/>
                  </a:cubicBezTo>
                  <a:lnTo>
                    <a:pt x="337277" y="585813"/>
                  </a:lnTo>
                  <a:cubicBezTo>
                    <a:pt x="339688" y="593318"/>
                    <a:pt x="335575" y="601248"/>
                    <a:pt x="328058" y="603655"/>
                  </a:cubicBezTo>
                  <a:cubicBezTo>
                    <a:pt x="326639" y="604221"/>
                    <a:pt x="325221" y="604363"/>
                    <a:pt x="323661" y="604363"/>
                  </a:cubicBezTo>
                  <a:cubicBezTo>
                    <a:pt x="317704" y="604363"/>
                    <a:pt x="312172" y="600540"/>
                    <a:pt x="310187" y="594592"/>
                  </a:cubicBezTo>
                  <a:lnTo>
                    <a:pt x="288486" y="527756"/>
                  </a:lnTo>
                  <a:cubicBezTo>
                    <a:pt x="258984" y="503966"/>
                    <a:pt x="215725" y="490514"/>
                    <a:pt x="168920" y="490514"/>
                  </a:cubicBezTo>
                  <a:cubicBezTo>
                    <a:pt x="122114" y="490514"/>
                    <a:pt x="78855" y="504108"/>
                    <a:pt x="49353" y="527756"/>
                  </a:cubicBezTo>
                  <a:lnTo>
                    <a:pt x="27653" y="594592"/>
                  </a:lnTo>
                  <a:cubicBezTo>
                    <a:pt x="25242" y="602097"/>
                    <a:pt x="17157" y="606062"/>
                    <a:pt x="9782" y="603655"/>
                  </a:cubicBezTo>
                  <a:cubicBezTo>
                    <a:pt x="2264" y="601248"/>
                    <a:pt x="-1707" y="593318"/>
                    <a:pt x="704" y="585813"/>
                  </a:cubicBezTo>
                  <a:lnTo>
                    <a:pt x="23398" y="516003"/>
                  </a:lnTo>
                  <a:cubicBezTo>
                    <a:pt x="23540" y="515295"/>
                    <a:pt x="23823" y="514728"/>
                    <a:pt x="23965" y="514020"/>
                  </a:cubicBezTo>
                  <a:lnTo>
                    <a:pt x="149063" y="129993"/>
                  </a:lnTo>
                  <a:cubicBezTo>
                    <a:pt x="131334" y="122347"/>
                    <a:pt x="118852" y="104647"/>
                    <a:pt x="118852" y="84256"/>
                  </a:cubicBezTo>
                  <a:cubicBezTo>
                    <a:pt x="118852" y="56643"/>
                    <a:pt x="141404" y="34270"/>
                    <a:pt x="168920" y="34270"/>
                  </a:cubicBezTo>
                  <a:close/>
                  <a:moveTo>
                    <a:pt x="94727" y="28009"/>
                  </a:moveTo>
                  <a:cubicBezTo>
                    <a:pt x="100541" y="33250"/>
                    <a:pt x="100966" y="42174"/>
                    <a:pt x="95578" y="47981"/>
                  </a:cubicBezTo>
                  <a:cubicBezTo>
                    <a:pt x="88914" y="55346"/>
                    <a:pt x="83809" y="70077"/>
                    <a:pt x="83809" y="82117"/>
                  </a:cubicBezTo>
                  <a:cubicBezTo>
                    <a:pt x="83809" y="94157"/>
                    <a:pt x="88772" y="108746"/>
                    <a:pt x="95436" y="116111"/>
                  </a:cubicBezTo>
                  <a:cubicBezTo>
                    <a:pt x="100683" y="121919"/>
                    <a:pt x="100257" y="130842"/>
                    <a:pt x="94444" y="136083"/>
                  </a:cubicBezTo>
                  <a:cubicBezTo>
                    <a:pt x="91608" y="138491"/>
                    <a:pt x="88205" y="139624"/>
                    <a:pt x="84944" y="139624"/>
                  </a:cubicBezTo>
                  <a:cubicBezTo>
                    <a:pt x="80974" y="139624"/>
                    <a:pt x="77145" y="138066"/>
                    <a:pt x="74309" y="134950"/>
                  </a:cubicBezTo>
                  <a:cubicBezTo>
                    <a:pt x="61265" y="120502"/>
                    <a:pt x="55451" y="97981"/>
                    <a:pt x="55451" y="82117"/>
                  </a:cubicBezTo>
                  <a:cubicBezTo>
                    <a:pt x="55451" y="66111"/>
                    <a:pt x="61406" y="43448"/>
                    <a:pt x="74735" y="28859"/>
                  </a:cubicBezTo>
                  <a:cubicBezTo>
                    <a:pt x="79981" y="23052"/>
                    <a:pt x="88914" y="22627"/>
                    <a:pt x="94727" y="28009"/>
                  </a:cubicBezTo>
                  <a:close/>
                  <a:moveTo>
                    <a:pt x="241562" y="27868"/>
                  </a:moveTo>
                  <a:cubicBezTo>
                    <a:pt x="247376" y="22627"/>
                    <a:pt x="256309" y="23194"/>
                    <a:pt x="261555" y="29001"/>
                  </a:cubicBezTo>
                  <a:cubicBezTo>
                    <a:pt x="274600" y="43448"/>
                    <a:pt x="280413" y="65970"/>
                    <a:pt x="280413" y="81834"/>
                  </a:cubicBezTo>
                  <a:cubicBezTo>
                    <a:pt x="280413" y="97839"/>
                    <a:pt x="274458" y="120502"/>
                    <a:pt x="261130" y="135091"/>
                  </a:cubicBezTo>
                  <a:cubicBezTo>
                    <a:pt x="258436" y="138066"/>
                    <a:pt x="254607" y="139624"/>
                    <a:pt x="250779" y="139624"/>
                  </a:cubicBezTo>
                  <a:cubicBezTo>
                    <a:pt x="247376" y="139624"/>
                    <a:pt x="243831" y="138491"/>
                    <a:pt x="241137" y="135941"/>
                  </a:cubicBezTo>
                  <a:cubicBezTo>
                    <a:pt x="235324" y="130700"/>
                    <a:pt x="235040" y="121777"/>
                    <a:pt x="240286" y="115970"/>
                  </a:cubicBezTo>
                  <a:cubicBezTo>
                    <a:pt x="246951" y="108604"/>
                    <a:pt x="252055" y="93873"/>
                    <a:pt x="252055" y="81834"/>
                  </a:cubicBezTo>
                  <a:cubicBezTo>
                    <a:pt x="252055" y="69794"/>
                    <a:pt x="247092" y="55205"/>
                    <a:pt x="240428" y="47839"/>
                  </a:cubicBezTo>
                  <a:cubicBezTo>
                    <a:pt x="235182" y="42032"/>
                    <a:pt x="235749" y="33109"/>
                    <a:pt x="241562" y="27868"/>
                  </a:cubicBezTo>
                  <a:close/>
                  <a:moveTo>
                    <a:pt x="284673" y="3663"/>
                  </a:moveTo>
                  <a:cubicBezTo>
                    <a:pt x="290482" y="-1577"/>
                    <a:pt x="299407" y="-1152"/>
                    <a:pt x="304649" y="4654"/>
                  </a:cubicBezTo>
                  <a:cubicBezTo>
                    <a:pt x="322217" y="24197"/>
                    <a:pt x="333126" y="53653"/>
                    <a:pt x="333126" y="81692"/>
                  </a:cubicBezTo>
                  <a:cubicBezTo>
                    <a:pt x="333126" y="110015"/>
                    <a:pt x="322075" y="139754"/>
                    <a:pt x="304224" y="159297"/>
                  </a:cubicBezTo>
                  <a:cubicBezTo>
                    <a:pt x="301391" y="162412"/>
                    <a:pt x="297565" y="163970"/>
                    <a:pt x="293740" y="163970"/>
                  </a:cubicBezTo>
                  <a:cubicBezTo>
                    <a:pt x="290340" y="163970"/>
                    <a:pt x="286940" y="162695"/>
                    <a:pt x="284106" y="160288"/>
                  </a:cubicBezTo>
                  <a:cubicBezTo>
                    <a:pt x="278439" y="155048"/>
                    <a:pt x="278014" y="145985"/>
                    <a:pt x="283256" y="140320"/>
                  </a:cubicBezTo>
                  <a:cubicBezTo>
                    <a:pt x="296432" y="125876"/>
                    <a:pt x="304791" y="102934"/>
                    <a:pt x="304791" y="81692"/>
                  </a:cubicBezTo>
                  <a:cubicBezTo>
                    <a:pt x="304791" y="60733"/>
                    <a:pt x="296574" y="37933"/>
                    <a:pt x="283681" y="23630"/>
                  </a:cubicBezTo>
                  <a:cubicBezTo>
                    <a:pt x="278439" y="17824"/>
                    <a:pt x="278864" y="8902"/>
                    <a:pt x="284673" y="3663"/>
                  </a:cubicBezTo>
                  <a:close/>
                  <a:moveTo>
                    <a:pt x="51750" y="3663"/>
                  </a:moveTo>
                  <a:cubicBezTo>
                    <a:pt x="57425" y="8902"/>
                    <a:pt x="57850" y="17966"/>
                    <a:pt x="52601" y="23630"/>
                  </a:cubicBezTo>
                  <a:cubicBezTo>
                    <a:pt x="39551" y="38075"/>
                    <a:pt x="31039" y="61016"/>
                    <a:pt x="31039" y="82259"/>
                  </a:cubicBezTo>
                  <a:cubicBezTo>
                    <a:pt x="31039" y="103218"/>
                    <a:pt x="39267" y="126017"/>
                    <a:pt x="52176" y="140320"/>
                  </a:cubicBezTo>
                  <a:cubicBezTo>
                    <a:pt x="57425" y="146127"/>
                    <a:pt x="56999" y="155048"/>
                    <a:pt x="51183" y="160288"/>
                  </a:cubicBezTo>
                  <a:cubicBezTo>
                    <a:pt x="48488" y="162695"/>
                    <a:pt x="45083" y="163970"/>
                    <a:pt x="41679" y="163970"/>
                  </a:cubicBezTo>
                  <a:cubicBezTo>
                    <a:pt x="37848" y="163970"/>
                    <a:pt x="34018" y="162412"/>
                    <a:pt x="31181" y="159297"/>
                  </a:cubicBezTo>
                  <a:cubicBezTo>
                    <a:pt x="13591" y="139754"/>
                    <a:pt x="2668" y="110298"/>
                    <a:pt x="2668" y="82259"/>
                  </a:cubicBezTo>
                  <a:cubicBezTo>
                    <a:pt x="2668" y="53936"/>
                    <a:pt x="13733" y="24197"/>
                    <a:pt x="31607" y="4654"/>
                  </a:cubicBezTo>
                  <a:cubicBezTo>
                    <a:pt x="36997" y="-1152"/>
                    <a:pt x="45934" y="-1577"/>
                    <a:pt x="51750" y="3663"/>
                  </a:cubicBezTo>
                  <a:close/>
                </a:path>
              </a:pathLst>
            </a:custGeom>
            <a:solidFill>
              <a:schemeClr val="accent4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antenna-with-signal_74024"/>
            <p:cNvSpPr>
              <a:spLocks noChangeAspect="1"/>
            </p:cNvSpPr>
            <p:nvPr/>
          </p:nvSpPr>
          <p:spPr bwMode="auto">
            <a:xfrm>
              <a:off x="7057683" y="4361665"/>
              <a:ext cx="340942" cy="609685"/>
            </a:xfrm>
            <a:custGeom>
              <a:avLst/>
              <a:gdLst>
                <a:gd name="connsiteX0" fmla="*/ 168920 w 337966"/>
                <a:gd name="connsiteY0" fmla="*/ 358540 h 604363"/>
                <a:gd name="connsiteX1" fmla="*/ 100839 w 337966"/>
                <a:gd name="connsiteY1" fmla="*/ 369869 h 604363"/>
                <a:gd name="connsiteX2" fmla="*/ 63111 w 337966"/>
                <a:gd name="connsiteY2" fmla="*/ 485700 h 604363"/>
                <a:gd name="connsiteX3" fmla="*/ 168920 w 337966"/>
                <a:gd name="connsiteY3" fmla="*/ 462194 h 604363"/>
                <a:gd name="connsiteX4" fmla="*/ 274728 w 337966"/>
                <a:gd name="connsiteY4" fmla="*/ 485700 h 604363"/>
                <a:gd name="connsiteX5" fmla="*/ 237142 w 337966"/>
                <a:gd name="connsiteY5" fmla="*/ 369869 h 604363"/>
                <a:gd name="connsiteX6" fmla="*/ 168920 w 337966"/>
                <a:gd name="connsiteY6" fmla="*/ 358540 h 604363"/>
                <a:gd name="connsiteX7" fmla="*/ 168920 w 337966"/>
                <a:gd name="connsiteY7" fmla="*/ 160580 h 604363"/>
                <a:gd name="connsiteX8" fmla="*/ 111477 w 337966"/>
                <a:gd name="connsiteY8" fmla="*/ 337017 h 604363"/>
                <a:gd name="connsiteX9" fmla="*/ 168920 w 337966"/>
                <a:gd name="connsiteY9" fmla="*/ 330220 h 604363"/>
                <a:gd name="connsiteX10" fmla="*/ 226363 w 337966"/>
                <a:gd name="connsiteY10" fmla="*/ 337017 h 604363"/>
                <a:gd name="connsiteX11" fmla="*/ 168920 w 337966"/>
                <a:gd name="connsiteY11" fmla="*/ 62591 h 604363"/>
                <a:gd name="connsiteX12" fmla="*/ 147219 w 337966"/>
                <a:gd name="connsiteY12" fmla="*/ 84256 h 604363"/>
                <a:gd name="connsiteX13" fmla="*/ 168920 w 337966"/>
                <a:gd name="connsiteY13" fmla="*/ 105779 h 604363"/>
                <a:gd name="connsiteX14" fmla="*/ 190620 w 337966"/>
                <a:gd name="connsiteY14" fmla="*/ 84256 h 604363"/>
                <a:gd name="connsiteX15" fmla="*/ 168920 w 337966"/>
                <a:gd name="connsiteY15" fmla="*/ 62591 h 604363"/>
                <a:gd name="connsiteX16" fmla="*/ 168920 w 337966"/>
                <a:gd name="connsiteY16" fmla="*/ 34270 h 604363"/>
                <a:gd name="connsiteX17" fmla="*/ 218987 w 337966"/>
                <a:gd name="connsiteY17" fmla="*/ 84256 h 604363"/>
                <a:gd name="connsiteX18" fmla="*/ 188777 w 337966"/>
                <a:gd name="connsiteY18" fmla="*/ 129993 h 604363"/>
                <a:gd name="connsiteX19" fmla="*/ 313874 w 337966"/>
                <a:gd name="connsiteY19" fmla="*/ 514162 h 604363"/>
                <a:gd name="connsiteX20" fmla="*/ 314442 w 337966"/>
                <a:gd name="connsiteY20" fmla="*/ 515861 h 604363"/>
                <a:gd name="connsiteX21" fmla="*/ 337277 w 337966"/>
                <a:gd name="connsiteY21" fmla="*/ 585813 h 604363"/>
                <a:gd name="connsiteX22" fmla="*/ 328058 w 337966"/>
                <a:gd name="connsiteY22" fmla="*/ 603655 h 604363"/>
                <a:gd name="connsiteX23" fmla="*/ 323661 w 337966"/>
                <a:gd name="connsiteY23" fmla="*/ 604363 h 604363"/>
                <a:gd name="connsiteX24" fmla="*/ 310187 w 337966"/>
                <a:gd name="connsiteY24" fmla="*/ 594592 h 604363"/>
                <a:gd name="connsiteX25" fmla="*/ 288486 w 337966"/>
                <a:gd name="connsiteY25" fmla="*/ 527756 h 604363"/>
                <a:gd name="connsiteX26" fmla="*/ 168920 w 337966"/>
                <a:gd name="connsiteY26" fmla="*/ 490514 h 604363"/>
                <a:gd name="connsiteX27" fmla="*/ 49353 w 337966"/>
                <a:gd name="connsiteY27" fmla="*/ 527756 h 604363"/>
                <a:gd name="connsiteX28" fmla="*/ 27653 w 337966"/>
                <a:gd name="connsiteY28" fmla="*/ 594592 h 604363"/>
                <a:gd name="connsiteX29" fmla="*/ 9782 w 337966"/>
                <a:gd name="connsiteY29" fmla="*/ 603655 h 604363"/>
                <a:gd name="connsiteX30" fmla="*/ 704 w 337966"/>
                <a:gd name="connsiteY30" fmla="*/ 585813 h 604363"/>
                <a:gd name="connsiteX31" fmla="*/ 23398 w 337966"/>
                <a:gd name="connsiteY31" fmla="*/ 516003 h 604363"/>
                <a:gd name="connsiteX32" fmla="*/ 23965 w 337966"/>
                <a:gd name="connsiteY32" fmla="*/ 514020 h 604363"/>
                <a:gd name="connsiteX33" fmla="*/ 149063 w 337966"/>
                <a:gd name="connsiteY33" fmla="*/ 129993 h 604363"/>
                <a:gd name="connsiteX34" fmla="*/ 118852 w 337966"/>
                <a:gd name="connsiteY34" fmla="*/ 84256 h 604363"/>
                <a:gd name="connsiteX35" fmla="*/ 168920 w 337966"/>
                <a:gd name="connsiteY35" fmla="*/ 34270 h 604363"/>
                <a:gd name="connsiteX36" fmla="*/ 94727 w 337966"/>
                <a:gd name="connsiteY36" fmla="*/ 28009 h 604363"/>
                <a:gd name="connsiteX37" fmla="*/ 95578 w 337966"/>
                <a:gd name="connsiteY37" fmla="*/ 47981 h 604363"/>
                <a:gd name="connsiteX38" fmla="*/ 83809 w 337966"/>
                <a:gd name="connsiteY38" fmla="*/ 82117 h 604363"/>
                <a:gd name="connsiteX39" fmla="*/ 95436 w 337966"/>
                <a:gd name="connsiteY39" fmla="*/ 116111 h 604363"/>
                <a:gd name="connsiteX40" fmla="*/ 94444 w 337966"/>
                <a:gd name="connsiteY40" fmla="*/ 136083 h 604363"/>
                <a:gd name="connsiteX41" fmla="*/ 84944 w 337966"/>
                <a:gd name="connsiteY41" fmla="*/ 139624 h 604363"/>
                <a:gd name="connsiteX42" fmla="*/ 74309 w 337966"/>
                <a:gd name="connsiteY42" fmla="*/ 134950 h 604363"/>
                <a:gd name="connsiteX43" fmla="*/ 55451 w 337966"/>
                <a:gd name="connsiteY43" fmla="*/ 82117 h 604363"/>
                <a:gd name="connsiteX44" fmla="*/ 74735 w 337966"/>
                <a:gd name="connsiteY44" fmla="*/ 28859 h 604363"/>
                <a:gd name="connsiteX45" fmla="*/ 94727 w 337966"/>
                <a:gd name="connsiteY45" fmla="*/ 28009 h 604363"/>
                <a:gd name="connsiteX46" fmla="*/ 241562 w 337966"/>
                <a:gd name="connsiteY46" fmla="*/ 27868 h 604363"/>
                <a:gd name="connsiteX47" fmla="*/ 261555 w 337966"/>
                <a:gd name="connsiteY47" fmla="*/ 29001 h 604363"/>
                <a:gd name="connsiteX48" fmla="*/ 280413 w 337966"/>
                <a:gd name="connsiteY48" fmla="*/ 81834 h 604363"/>
                <a:gd name="connsiteX49" fmla="*/ 261130 w 337966"/>
                <a:gd name="connsiteY49" fmla="*/ 135091 h 604363"/>
                <a:gd name="connsiteX50" fmla="*/ 250779 w 337966"/>
                <a:gd name="connsiteY50" fmla="*/ 139624 h 604363"/>
                <a:gd name="connsiteX51" fmla="*/ 241137 w 337966"/>
                <a:gd name="connsiteY51" fmla="*/ 135941 h 604363"/>
                <a:gd name="connsiteX52" fmla="*/ 240286 w 337966"/>
                <a:gd name="connsiteY52" fmla="*/ 115970 h 604363"/>
                <a:gd name="connsiteX53" fmla="*/ 252055 w 337966"/>
                <a:gd name="connsiteY53" fmla="*/ 81834 h 604363"/>
                <a:gd name="connsiteX54" fmla="*/ 240428 w 337966"/>
                <a:gd name="connsiteY54" fmla="*/ 47839 h 604363"/>
                <a:gd name="connsiteX55" fmla="*/ 241562 w 337966"/>
                <a:gd name="connsiteY55" fmla="*/ 27868 h 604363"/>
                <a:gd name="connsiteX56" fmla="*/ 284673 w 337966"/>
                <a:gd name="connsiteY56" fmla="*/ 3663 h 604363"/>
                <a:gd name="connsiteX57" fmla="*/ 304649 w 337966"/>
                <a:gd name="connsiteY57" fmla="*/ 4654 h 604363"/>
                <a:gd name="connsiteX58" fmla="*/ 333126 w 337966"/>
                <a:gd name="connsiteY58" fmla="*/ 81692 h 604363"/>
                <a:gd name="connsiteX59" fmla="*/ 304224 w 337966"/>
                <a:gd name="connsiteY59" fmla="*/ 159297 h 604363"/>
                <a:gd name="connsiteX60" fmla="*/ 293740 w 337966"/>
                <a:gd name="connsiteY60" fmla="*/ 163970 h 604363"/>
                <a:gd name="connsiteX61" fmla="*/ 284106 w 337966"/>
                <a:gd name="connsiteY61" fmla="*/ 160288 h 604363"/>
                <a:gd name="connsiteX62" fmla="*/ 283256 w 337966"/>
                <a:gd name="connsiteY62" fmla="*/ 140320 h 604363"/>
                <a:gd name="connsiteX63" fmla="*/ 304791 w 337966"/>
                <a:gd name="connsiteY63" fmla="*/ 81692 h 604363"/>
                <a:gd name="connsiteX64" fmla="*/ 283681 w 337966"/>
                <a:gd name="connsiteY64" fmla="*/ 23630 h 604363"/>
                <a:gd name="connsiteX65" fmla="*/ 284673 w 337966"/>
                <a:gd name="connsiteY65" fmla="*/ 3663 h 604363"/>
                <a:gd name="connsiteX66" fmla="*/ 51750 w 337966"/>
                <a:gd name="connsiteY66" fmla="*/ 3663 h 604363"/>
                <a:gd name="connsiteX67" fmla="*/ 52601 w 337966"/>
                <a:gd name="connsiteY67" fmla="*/ 23630 h 604363"/>
                <a:gd name="connsiteX68" fmla="*/ 31039 w 337966"/>
                <a:gd name="connsiteY68" fmla="*/ 82259 h 604363"/>
                <a:gd name="connsiteX69" fmla="*/ 52176 w 337966"/>
                <a:gd name="connsiteY69" fmla="*/ 140320 h 604363"/>
                <a:gd name="connsiteX70" fmla="*/ 51183 w 337966"/>
                <a:gd name="connsiteY70" fmla="*/ 160288 h 604363"/>
                <a:gd name="connsiteX71" fmla="*/ 41679 w 337966"/>
                <a:gd name="connsiteY71" fmla="*/ 163970 h 604363"/>
                <a:gd name="connsiteX72" fmla="*/ 31181 w 337966"/>
                <a:gd name="connsiteY72" fmla="*/ 159297 h 604363"/>
                <a:gd name="connsiteX73" fmla="*/ 2668 w 337966"/>
                <a:gd name="connsiteY73" fmla="*/ 82259 h 604363"/>
                <a:gd name="connsiteX74" fmla="*/ 31607 w 337966"/>
                <a:gd name="connsiteY74" fmla="*/ 4654 h 604363"/>
                <a:gd name="connsiteX75" fmla="*/ 51750 w 337966"/>
                <a:gd name="connsiteY75" fmla="*/ 3663 h 60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7966" h="604363">
                  <a:moveTo>
                    <a:pt x="168920" y="358540"/>
                  </a:moveTo>
                  <a:cubicBezTo>
                    <a:pt x="145092" y="358540"/>
                    <a:pt x="121689" y="362505"/>
                    <a:pt x="100839" y="369869"/>
                  </a:cubicBezTo>
                  <a:lnTo>
                    <a:pt x="63111" y="485700"/>
                  </a:lnTo>
                  <a:cubicBezTo>
                    <a:pt x="93606" y="470548"/>
                    <a:pt x="130341" y="462194"/>
                    <a:pt x="168920" y="462194"/>
                  </a:cubicBezTo>
                  <a:cubicBezTo>
                    <a:pt x="207499" y="462194"/>
                    <a:pt x="244376" y="470548"/>
                    <a:pt x="274728" y="485700"/>
                  </a:cubicBezTo>
                  <a:lnTo>
                    <a:pt x="237142" y="369869"/>
                  </a:lnTo>
                  <a:cubicBezTo>
                    <a:pt x="216292" y="362505"/>
                    <a:pt x="192890" y="358540"/>
                    <a:pt x="168920" y="358540"/>
                  </a:cubicBezTo>
                  <a:close/>
                  <a:moveTo>
                    <a:pt x="168920" y="160580"/>
                  </a:moveTo>
                  <a:lnTo>
                    <a:pt x="111477" y="337017"/>
                  </a:lnTo>
                  <a:cubicBezTo>
                    <a:pt x="129773" y="332485"/>
                    <a:pt x="149347" y="330220"/>
                    <a:pt x="168920" y="330220"/>
                  </a:cubicBezTo>
                  <a:cubicBezTo>
                    <a:pt x="188635" y="330220"/>
                    <a:pt x="208066" y="332485"/>
                    <a:pt x="226363" y="337017"/>
                  </a:cubicBezTo>
                  <a:close/>
                  <a:moveTo>
                    <a:pt x="168920" y="62591"/>
                  </a:moveTo>
                  <a:cubicBezTo>
                    <a:pt x="157006" y="62591"/>
                    <a:pt x="147219" y="72220"/>
                    <a:pt x="147219" y="84256"/>
                  </a:cubicBezTo>
                  <a:cubicBezTo>
                    <a:pt x="147219" y="96150"/>
                    <a:pt x="157006" y="105779"/>
                    <a:pt x="168920" y="105779"/>
                  </a:cubicBezTo>
                  <a:cubicBezTo>
                    <a:pt x="180834" y="105779"/>
                    <a:pt x="190620" y="96150"/>
                    <a:pt x="190620" y="84256"/>
                  </a:cubicBezTo>
                  <a:cubicBezTo>
                    <a:pt x="190620" y="72220"/>
                    <a:pt x="180834" y="62591"/>
                    <a:pt x="168920" y="62591"/>
                  </a:cubicBezTo>
                  <a:close/>
                  <a:moveTo>
                    <a:pt x="168920" y="34270"/>
                  </a:moveTo>
                  <a:cubicBezTo>
                    <a:pt x="196577" y="34270"/>
                    <a:pt x="218987" y="56643"/>
                    <a:pt x="218987" y="84256"/>
                  </a:cubicBezTo>
                  <a:cubicBezTo>
                    <a:pt x="218987" y="104647"/>
                    <a:pt x="206506" y="122347"/>
                    <a:pt x="188777" y="129993"/>
                  </a:cubicBezTo>
                  <a:lnTo>
                    <a:pt x="313874" y="514162"/>
                  </a:lnTo>
                  <a:cubicBezTo>
                    <a:pt x="314158" y="514728"/>
                    <a:pt x="314300" y="515295"/>
                    <a:pt x="314442" y="515861"/>
                  </a:cubicBezTo>
                  <a:lnTo>
                    <a:pt x="337277" y="585813"/>
                  </a:lnTo>
                  <a:cubicBezTo>
                    <a:pt x="339688" y="593318"/>
                    <a:pt x="335575" y="601248"/>
                    <a:pt x="328058" y="603655"/>
                  </a:cubicBezTo>
                  <a:cubicBezTo>
                    <a:pt x="326639" y="604221"/>
                    <a:pt x="325221" y="604363"/>
                    <a:pt x="323661" y="604363"/>
                  </a:cubicBezTo>
                  <a:cubicBezTo>
                    <a:pt x="317704" y="604363"/>
                    <a:pt x="312172" y="600540"/>
                    <a:pt x="310187" y="594592"/>
                  </a:cubicBezTo>
                  <a:lnTo>
                    <a:pt x="288486" y="527756"/>
                  </a:lnTo>
                  <a:cubicBezTo>
                    <a:pt x="258984" y="503966"/>
                    <a:pt x="215725" y="490514"/>
                    <a:pt x="168920" y="490514"/>
                  </a:cubicBezTo>
                  <a:cubicBezTo>
                    <a:pt x="122114" y="490514"/>
                    <a:pt x="78855" y="504108"/>
                    <a:pt x="49353" y="527756"/>
                  </a:cubicBezTo>
                  <a:lnTo>
                    <a:pt x="27653" y="594592"/>
                  </a:lnTo>
                  <a:cubicBezTo>
                    <a:pt x="25242" y="602097"/>
                    <a:pt x="17157" y="606062"/>
                    <a:pt x="9782" y="603655"/>
                  </a:cubicBezTo>
                  <a:cubicBezTo>
                    <a:pt x="2264" y="601248"/>
                    <a:pt x="-1707" y="593318"/>
                    <a:pt x="704" y="585813"/>
                  </a:cubicBezTo>
                  <a:lnTo>
                    <a:pt x="23398" y="516003"/>
                  </a:lnTo>
                  <a:cubicBezTo>
                    <a:pt x="23540" y="515295"/>
                    <a:pt x="23823" y="514728"/>
                    <a:pt x="23965" y="514020"/>
                  </a:cubicBezTo>
                  <a:lnTo>
                    <a:pt x="149063" y="129993"/>
                  </a:lnTo>
                  <a:cubicBezTo>
                    <a:pt x="131334" y="122347"/>
                    <a:pt x="118852" y="104647"/>
                    <a:pt x="118852" y="84256"/>
                  </a:cubicBezTo>
                  <a:cubicBezTo>
                    <a:pt x="118852" y="56643"/>
                    <a:pt x="141404" y="34270"/>
                    <a:pt x="168920" y="34270"/>
                  </a:cubicBezTo>
                  <a:close/>
                  <a:moveTo>
                    <a:pt x="94727" y="28009"/>
                  </a:moveTo>
                  <a:cubicBezTo>
                    <a:pt x="100541" y="33250"/>
                    <a:pt x="100966" y="42174"/>
                    <a:pt x="95578" y="47981"/>
                  </a:cubicBezTo>
                  <a:cubicBezTo>
                    <a:pt x="88914" y="55346"/>
                    <a:pt x="83809" y="70077"/>
                    <a:pt x="83809" y="82117"/>
                  </a:cubicBezTo>
                  <a:cubicBezTo>
                    <a:pt x="83809" y="94157"/>
                    <a:pt x="88772" y="108746"/>
                    <a:pt x="95436" y="116111"/>
                  </a:cubicBezTo>
                  <a:cubicBezTo>
                    <a:pt x="100683" y="121919"/>
                    <a:pt x="100257" y="130842"/>
                    <a:pt x="94444" y="136083"/>
                  </a:cubicBezTo>
                  <a:cubicBezTo>
                    <a:pt x="91608" y="138491"/>
                    <a:pt x="88205" y="139624"/>
                    <a:pt x="84944" y="139624"/>
                  </a:cubicBezTo>
                  <a:cubicBezTo>
                    <a:pt x="80974" y="139624"/>
                    <a:pt x="77145" y="138066"/>
                    <a:pt x="74309" y="134950"/>
                  </a:cubicBezTo>
                  <a:cubicBezTo>
                    <a:pt x="61265" y="120502"/>
                    <a:pt x="55451" y="97981"/>
                    <a:pt x="55451" y="82117"/>
                  </a:cubicBezTo>
                  <a:cubicBezTo>
                    <a:pt x="55451" y="66111"/>
                    <a:pt x="61406" y="43448"/>
                    <a:pt x="74735" y="28859"/>
                  </a:cubicBezTo>
                  <a:cubicBezTo>
                    <a:pt x="79981" y="23052"/>
                    <a:pt x="88914" y="22627"/>
                    <a:pt x="94727" y="28009"/>
                  </a:cubicBezTo>
                  <a:close/>
                  <a:moveTo>
                    <a:pt x="241562" y="27868"/>
                  </a:moveTo>
                  <a:cubicBezTo>
                    <a:pt x="247376" y="22627"/>
                    <a:pt x="256309" y="23194"/>
                    <a:pt x="261555" y="29001"/>
                  </a:cubicBezTo>
                  <a:cubicBezTo>
                    <a:pt x="274600" y="43448"/>
                    <a:pt x="280413" y="65970"/>
                    <a:pt x="280413" y="81834"/>
                  </a:cubicBezTo>
                  <a:cubicBezTo>
                    <a:pt x="280413" y="97839"/>
                    <a:pt x="274458" y="120502"/>
                    <a:pt x="261130" y="135091"/>
                  </a:cubicBezTo>
                  <a:cubicBezTo>
                    <a:pt x="258436" y="138066"/>
                    <a:pt x="254607" y="139624"/>
                    <a:pt x="250779" y="139624"/>
                  </a:cubicBezTo>
                  <a:cubicBezTo>
                    <a:pt x="247376" y="139624"/>
                    <a:pt x="243831" y="138491"/>
                    <a:pt x="241137" y="135941"/>
                  </a:cubicBezTo>
                  <a:cubicBezTo>
                    <a:pt x="235324" y="130700"/>
                    <a:pt x="235040" y="121777"/>
                    <a:pt x="240286" y="115970"/>
                  </a:cubicBezTo>
                  <a:cubicBezTo>
                    <a:pt x="246951" y="108604"/>
                    <a:pt x="252055" y="93873"/>
                    <a:pt x="252055" y="81834"/>
                  </a:cubicBezTo>
                  <a:cubicBezTo>
                    <a:pt x="252055" y="69794"/>
                    <a:pt x="247092" y="55205"/>
                    <a:pt x="240428" y="47839"/>
                  </a:cubicBezTo>
                  <a:cubicBezTo>
                    <a:pt x="235182" y="42032"/>
                    <a:pt x="235749" y="33109"/>
                    <a:pt x="241562" y="27868"/>
                  </a:cubicBezTo>
                  <a:close/>
                  <a:moveTo>
                    <a:pt x="284673" y="3663"/>
                  </a:moveTo>
                  <a:cubicBezTo>
                    <a:pt x="290482" y="-1577"/>
                    <a:pt x="299407" y="-1152"/>
                    <a:pt x="304649" y="4654"/>
                  </a:cubicBezTo>
                  <a:cubicBezTo>
                    <a:pt x="322217" y="24197"/>
                    <a:pt x="333126" y="53653"/>
                    <a:pt x="333126" y="81692"/>
                  </a:cubicBezTo>
                  <a:cubicBezTo>
                    <a:pt x="333126" y="110015"/>
                    <a:pt x="322075" y="139754"/>
                    <a:pt x="304224" y="159297"/>
                  </a:cubicBezTo>
                  <a:cubicBezTo>
                    <a:pt x="301391" y="162412"/>
                    <a:pt x="297565" y="163970"/>
                    <a:pt x="293740" y="163970"/>
                  </a:cubicBezTo>
                  <a:cubicBezTo>
                    <a:pt x="290340" y="163970"/>
                    <a:pt x="286940" y="162695"/>
                    <a:pt x="284106" y="160288"/>
                  </a:cubicBezTo>
                  <a:cubicBezTo>
                    <a:pt x="278439" y="155048"/>
                    <a:pt x="278014" y="145985"/>
                    <a:pt x="283256" y="140320"/>
                  </a:cubicBezTo>
                  <a:cubicBezTo>
                    <a:pt x="296432" y="125876"/>
                    <a:pt x="304791" y="102934"/>
                    <a:pt x="304791" y="81692"/>
                  </a:cubicBezTo>
                  <a:cubicBezTo>
                    <a:pt x="304791" y="60733"/>
                    <a:pt x="296574" y="37933"/>
                    <a:pt x="283681" y="23630"/>
                  </a:cubicBezTo>
                  <a:cubicBezTo>
                    <a:pt x="278439" y="17824"/>
                    <a:pt x="278864" y="8902"/>
                    <a:pt x="284673" y="3663"/>
                  </a:cubicBezTo>
                  <a:close/>
                  <a:moveTo>
                    <a:pt x="51750" y="3663"/>
                  </a:moveTo>
                  <a:cubicBezTo>
                    <a:pt x="57425" y="8902"/>
                    <a:pt x="57850" y="17966"/>
                    <a:pt x="52601" y="23630"/>
                  </a:cubicBezTo>
                  <a:cubicBezTo>
                    <a:pt x="39551" y="38075"/>
                    <a:pt x="31039" y="61016"/>
                    <a:pt x="31039" y="82259"/>
                  </a:cubicBezTo>
                  <a:cubicBezTo>
                    <a:pt x="31039" y="103218"/>
                    <a:pt x="39267" y="126017"/>
                    <a:pt x="52176" y="140320"/>
                  </a:cubicBezTo>
                  <a:cubicBezTo>
                    <a:pt x="57425" y="146127"/>
                    <a:pt x="56999" y="155048"/>
                    <a:pt x="51183" y="160288"/>
                  </a:cubicBezTo>
                  <a:cubicBezTo>
                    <a:pt x="48488" y="162695"/>
                    <a:pt x="45083" y="163970"/>
                    <a:pt x="41679" y="163970"/>
                  </a:cubicBezTo>
                  <a:cubicBezTo>
                    <a:pt x="37848" y="163970"/>
                    <a:pt x="34018" y="162412"/>
                    <a:pt x="31181" y="159297"/>
                  </a:cubicBezTo>
                  <a:cubicBezTo>
                    <a:pt x="13591" y="139754"/>
                    <a:pt x="2668" y="110298"/>
                    <a:pt x="2668" y="82259"/>
                  </a:cubicBezTo>
                  <a:cubicBezTo>
                    <a:pt x="2668" y="53936"/>
                    <a:pt x="13733" y="24197"/>
                    <a:pt x="31607" y="4654"/>
                  </a:cubicBezTo>
                  <a:cubicBezTo>
                    <a:pt x="36997" y="-1152"/>
                    <a:pt x="45934" y="-1577"/>
                    <a:pt x="51750" y="3663"/>
                  </a:cubicBezTo>
                  <a:close/>
                </a:path>
              </a:pathLst>
            </a:custGeom>
            <a:solidFill>
              <a:schemeClr val="accent4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9" name="antenna-with-signal_74024"/>
            <p:cNvSpPr>
              <a:spLocks noChangeAspect="1"/>
            </p:cNvSpPr>
            <p:nvPr/>
          </p:nvSpPr>
          <p:spPr bwMode="auto">
            <a:xfrm>
              <a:off x="5644275" y="4620122"/>
              <a:ext cx="340942" cy="609685"/>
            </a:xfrm>
            <a:custGeom>
              <a:avLst/>
              <a:gdLst>
                <a:gd name="connsiteX0" fmla="*/ 168920 w 337966"/>
                <a:gd name="connsiteY0" fmla="*/ 358540 h 604363"/>
                <a:gd name="connsiteX1" fmla="*/ 100839 w 337966"/>
                <a:gd name="connsiteY1" fmla="*/ 369869 h 604363"/>
                <a:gd name="connsiteX2" fmla="*/ 63111 w 337966"/>
                <a:gd name="connsiteY2" fmla="*/ 485700 h 604363"/>
                <a:gd name="connsiteX3" fmla="*/ 168920 w 337966"/>
                <a:gd name="connsiteY3" fmla="*/ 462194 h 604363"/>
                <a:gd name="connsiteX4" fmla="*/ 274728 w 337966"/>
                <a:gd name="connsiteY4" fmla="*/ 485700 h 604363"/>
                <a:gd name="connsiteX5" fmla="*/ 237142 w 337966"/>
                <a:gd name="connsiteY5" fmla="*/ 369869 h 604363"/>
                <a:gd name="connsiteX6" fmla="*/ 168920 w 337966"/>
                <a:gd name="connsiteY6" fmla="*/ 358540 h 604363"/>
                <a:gd name="connsiteX7" fmla="*/ 168920 w 337966"/>
                <a:gd name="connsiteY7" fmla="*/ 160580 h 604363"/>
                <a:gd name="connsiteX8" fmla="*/ 111477 w 337966"/>
                <a:gd name="connsiteY8" fmla="*/ 337017 h 604363"/>
                <a:gd name="connsiteX9" fmla="*/ 168920 w 337966"/>
                <a:gd name="connsiteY9" fmla="*/ 330220 h 604363"/>
                <a:gd name="connsiteX10" fmla="*/ 226363 w 337966"/>
                <a:gd name="connsiteY10" fmla="*/ 337017 h 604363"/>
                <a:gd name="connsiteX11" fmla="*/ 168920 w 337966"/>
                <a:gd name="connsiteY11" fmla="*/ 62591 h 604363"/>
                <a:gd name="connsiteX12" fmla="*/ 147219 w 337966"/>
                <a:gd name="connsiteY12" fmla="*/ 84256 h 604363"/>
                <a:gd name="connsiteX13" fmla="*/ 168920 w 337966"/>
                <a:gd name="connsiteY13" fmla="*/ 105779 h 604363"/>
                <a:gd name="connsiteX14" fmla="*/ 190620 w 337966"/>
                <a:gd name="connsiteY14" fmla="*/ 84256 h 604363"/>
                <a:gd name="connsiteX15" fmla="*/ 168920 w 337966"/>
                <a:gd name="connsiteY15" fmla="*/ 62591 h 604363"/>
                <a:gd name="connsiteX16" fmla="*/ 168920 w 337966"/>
                <a:gd name="connsiteY16" fmla="*/ 34270 h 604363"/>
                <a:gd name="connsiteX17" fmla="*/ 218987 w 337966"/>
                <a:gd name="connsiteY17" fmla="*/ 84256 h 604363"/>
                <a:gd name="connsiteX18" fmla="*/ 188777 w 337966"/>
                <a:gd name="connsiteY18" fmla="*/ 129993 h 604363"/>
                <a:gd name="connsiteX19" fmla="*/ 313874 w 337966"/>
                <a:gd name="connsiteY19" fmla="*/ 514162 h 604363"/>
                <a:gd name="connsiteX20" fmla="*/ 314442 w 337966"/>
                <a:gd name="connsiteY20" fmla="*/ 515861 h 604363"/>
                <a:gd name="connsiteX21" fmla="*/ 337277 w 337966"/>
                <a:gd name="connsiteY21" fmla="*/ 585813 h 604363"/>
                <a:gd name="connsiteX22" fmla="*/ 328058 w 337966"/>
                <a:gd name="connsiteY22" fmla="*/ 603655 h 604363"/>
                <a:gd name="connsiteX23" fmla="*/ 323661 w 337966"/>
                <a:gd name="connsiteY23" fmla="*/ 604363 h 604363"/>
                <a:gd name="connsiteX24" fmla="*/ 310187 w 337966"/>
                <a:gd name="connsiteY24" fmla="*/ 594592 h 604363"/>
                <a:gd name="connsiteX25" fmla="*/ 288486 w 337966"/>
                <a:gd name="connsiteY25" fmla="*/ 527756 h 604363"/>
                <a:gd name="connsiteX26" fmla="*/ 168920 w 337966"/>
                <a:gd name="connsiteY26" fmla="*/ 490514 h 604363"/>
                <a:gd name="connsiteX27" fmla="*/ 49353 w 337966"/>
                <a:gd name="connsiteY27" fmla="*/ 527756 h 604363"/>
                <a:gd name="connsiteX28" fmla="*/ 27653 w 337966"/>
                <a:gd name="connsiteY28" fmla="*/ 594592 h 604363"/>
                <a:gd name="connsiteX29" fmla="*/ 9782 w 337966"/>
                <a:gd name="connsiteY29" fmla="*/ 603655 h 604363"/>
                <a:gd name="connsiteX30" fmla="*/ 704 w 337966"/>
                <a:gd name="connsiteY30" fmla="*/ 585813 h 604363"/>
                <a:gd name="connsiteX31" fmla="*/ 23398 w 337966"/>
                <a:gd name="connsiteY31" fmla="*/ 516003 h 604363"/>
                <a:gd name="connsiteX32" fmla="*/ 23965 w 337966"/>
                <a:gd name="connsiteY32" fmla="*/ 514020 h 604363"/>
                <a:gd name="connsiteX33" fmla="*/ 149063 w 337966"/>
                <a:gd name="connsiteY33" fmla="*/ 129993 h 604363"/>
                <a:gd name="connsiteX34" fmla="*/ 118852 w 337966"/>
                <a:gd name="connsiteY34" fmla="*/ 84256 h 604363"/>
                <a:gd name="connsiteX35" fmla="*/ 168920 w 337966"/>
                <a:gd name="connsiteY35" fmla="*/ 34270 h 604363"/>
                <a:gd name="connsiteX36" fmla="*/ 94727 w 337966"/>
                <a:gd name="connsiteY36" fmla="*/ 28009 h 604363"/>
                <a:gd name="connsiteX37" fmla="*/ 95578 w 337966"/>
                <a:gd name="connsiteY37" fmla="*/ 47981 h 604363"/>
                <a:gd name="connsiteX38" fmla="*/ 83809 w 337966"/>
                <a:gd name="connsiteY38" fmla="*/ 82117 h 604363"/>
                <a:gd name="connsiteX39" fmla="*/ 95436 w 337966"/>
                <a:gd name="connsiteY39" fmla="*/ 116111 h 604363"/>
                <a:gd name="connsiteX40" fmla="*/ 94444 w 337966"/>
                <a:gd name="connsiteY40" fmla="*/ 136083 h 604363"/>
                <a:gd name="connsiteX41" fmla="*/ 84944 w 337966"/>
                <a:gd name="connsiteY41" fmla="*/ 139624 h 604363"/>
                <a:gd name="connsiteX42" fmla="*/ 74309 w 337966"/>
                <a:gd name="connsiteY42" fmla="*/ 134950 h 604363"/>
                <a:gd name="connsiteX43" fmla="*/ 55451 w 337966"/>
                <a:gd name="connsiteY43" fmla="*/ 82117 h 604363"/>
                <a:gd name="connsiteX44" fmla="*/ 74735 w 337966"/>
                <a:gd name="connsiteY44" fmla="*/ 28859 h 604363"/>
                <a:gd name="connsiteX45" fmla="*/ 94727 w 337966"/>
                <a:gd name="connsiteY45" fmla="*/ 28009 h 604363"/>
                <a:gd name="connsiteX46" fmla="*/ 241562 w 337966"/>
                <a:gd name="connsiteY46" fmla="*/ 27868 h 604363"/>
                <a:gd name="connsiteX47" fmla="*/ 261555 w 337966"/>
                <a:gd name="connsiteY47" fmla="*/ 29001 h 604363"/>
                <a:gd name="connsiteX48" fmla="*/ 280413 w 337966"/>
                <a:gd name="connsiteY48" fmla="*/ 81834 h 604363"/>
                <a:gd name="connsiteX49" fmla="*/ 261130 w 337966"/>
                <a:gd name="connsiteY49" fmla="*/ 135091 h 604363"/>
                <a:gd name="connsiteX50" fmla="*/ 250779 w 337966"/>
                <a:gd name="connsiteY50" fmla="*/ 139624 h 604363"/>
                <a:gd name="connsiteX51" fmla="*/ 241137 w 337966"/>
                <a:gd name="connsiteY51" fmla="*/ 135941 h 604363"/>
                <a:gd name="connsiteX52" fmla="*/ 240286 w 337966"/>
                <a:gd name="connsiteY52" fmla="*/ 115970 h 604363"/>
                <a:gd name="connsiteX53" fmla="*/ 252055 w 337966"/>
                <a:gd name="connsiteY53" fmla="*/ 81834 h 604363"/>
                <a:gd name="connsiteX54" fmla="*/ 240428 w 337966"/>
                <a:gd name="connsiteY54" fmla="*/ 47839 h 604363"/>
                <a:gd name="connsiteX55" fmla="*/ 241562 w 337966"/>
                <a:gd name="connsiteY55" fmla="*/ 27868 h 604363"/>
                <a:gd name="connsiteX56" fmla="*/ 284673 w 337966"/>
                <a:gd name="connsiteY56" fmla="*/ 3663 h 604363"/>
                <a:gd name="connsiteX57" fmla="*/ 304649 w 337966"/>
                <a:gd name="connsiteY57" fmla="*/ 4654 h 604363"/>
                <a:gd name="connsiteX58" fmla="*/ 333126 w 337966"/>
                <a:gd name="connsiteY58" fmla="*/ 81692 h 604363"/>
                <a:gd name="connsiteX59" fmla="*/ 304224 w 337966"/>
                <a:gd name="connsiteY59" fmla="*/ 159297 h 604363"/>
                <a:gd name="connsiteX60" fmla="*/ 293740 w 337966"/>
                <a:gd name="connsiteY60" fmla="*/ 163970 h 604363"/>
                <a:gd name="connsiteX61" fmla="*/ 284106 w 337966"/>
                <a:gd name="connsiteY61" fmla="*/ 160288 h 604363"/>
                <a:gd name="connsiteX62" fmla="*/ 283256 w 337966"/>
                <a:gd name="connsiteY62" fmla="*/ 140320 h 604363"/>
                <a:gd name="connsiteX63" fmla="*/ 304791 w 337966"/>
                <a:gd name="connsiteY63" fmla="*/ 81692 h 604363"/>
                <a:gd name="connsiteX64" fmla="*/ 283681 w 337966"/>
                <a:gd name="connsiteY64" fmla="*/ 23630 h 604363"/>
                <a:gd name="connsiteX65" fmla="*/ 284673 w 337966"/>
                <a:gd name="connsiteY65" fmla="*/ 3663 h 604363"/>
                <a:gd name="connsiteX66" fmla="*/ 51750 w 337966"/>
                <a:gd name="connsiteY66" fmla="*/ 3663 h 604363"/>
                <a:gd name="connsiteX67" fmla="*/ 52601 w 337966"/>
                <a:gd name="connsiteY67" fmla="*/ 23630 h 604363"/>
                <a:gd name="connsiteX68" fmla="*/ 31039 w 337966"/>
                <a:gd name="connsiteY68" fmla="*/ 82259 h 604363"/>
                <a:gd name="connsiteX69" fmla="*/ 52176 w 337966"/>
                <a:gd name="connsiteY69" fmla="*/ 140320 h 604363"/>
                <a:gd name="connsiteX70" fmla="*/ 51183 w 337966"/>
                <a:gd name="connsiteY70" fmla="*/ 160288 h 604363"/>
                <a:gd name="connsiteX71" fmla="*/ 41679 w 337966"/>
                <a:gd name="connsiteY71" fmla="*/ 163970 h 604363"/>
                <a:gd name="connsiteX72" fmla="*/ 31181 w 337966"/>
                <a:gd name="connsiteY72" fmla="*/ 159297 h 604363"/>
                <a:gd name="connsiteX73" fmla="*/ 2668 w 337966"/>
                <a:gd name="connsiteY73" fmla="*/ 82259 h 604363"/>
                <a:gd name="connsiteX74" fmla="*/ 31607 w 337966"/>
                <a:gd name="connsiteY74" fmla="*/ 4654 h 604363"/>
                <a:gd name="connsiteX75" fmla="*/ 51750 w 337966"/>
                <a:gd name="connsiteY75" fmla="*/ 3663 h 60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7966" h="604363">
                  <a:moveTo>
                    <a:pt x="168920" y="358540"/>
                  </a:moveTo>
                  <a:cubicBezTo>
                    <a:pt x="145092" y="358540"/>
                    <a:pt x="121689" y="362505"/>
                    <a:pt x="100839" y="369869"/>
                  </a:cubicBezTo>
                  <a:lnTo>
                    <a:pt x="63111" y="485700"/>
                  </a:lnTo>
                  <a:cubicBezTo>
                    <a:pt x="93606" y="470548"/>
                    <a:pt x="130341" y="462194"/>
                    <a:pt x="168920" y="462194"/>
                  </a:cubicBezTo>
                  <a:cubicBezTo>
                    <a:pt x="207499" y="462194"/>
                    <a:pt x="244376" y="470548"/>
                    <a:pt x="274728" y="485700"/>
                  </a:cubicBezTo>
                  <a:lnTo>
                    <a:pt x="237142" y="369869"/>
                  </a:lnTo>
                  <a:cubicBezTo>
                    <a:pt x="216292" y="362505"/>
                    <a:pt x="192890" y="358540"/>
                    <a:pt x="168920" y="358540"/>
                  </a:cubicBezTo>
                  <a:close/>
                  <a:moveTo>
                    <a:pt x="168920" y="160580"/>
                  </a:moveTo>
                  <a:lnTo>
                    <a:pt x="111477" y="337017"/>
                  </a:lnTo>
                  <a:cubicBezTo>
                    <a:pt x="129773" y="332485"/>
                    <a:pt x="149347" y="330220"/>
                    <a:pt x="168920" y="330220"/>
                  </a:cubicBezTo>
                  <a:cubicBezTo>
                    <a:pt x="188635" y="330220"/>
                    <a:pt x="208066" y="332485"/>
                    <a:pt x="226363" y="337017"/>
                  </a:cubicBezTo>
                  <a:close/>
                  <a:moveTo>
                    <a:pt x="168920" y="62591"/>
                  </a:moveTo>
                  <a:cubicBezTo>
                    <a:pt x="157006" y="62591"/>
                    <a:pt x="147219" y="72220"/>
                    <a:pt x="147219" y="84256"/>
                  </a:cubicBezTo>
                  <a:cubicBezTo>
                    <a:pt x="147219" y="96150"/>
                    <a:pt x="157006" y="105779"/>
                    <a:pt x="168920" y="105779"/>
                  </a:cubicBezTo>
                  <a:cubicBezTo>
                    <a:pt x="180834" y="105779"/>
                    <a:pt x="190620" y="96150"/>
                    <a:pt x="190620" y="84256"/>
                  </a:cubicBezTo>
                  <a:cubicBezTo>
                    <a:pt x="190620" y="72220"/>
                    <a:pt x="180834" y="62591"/>
                    <a:pt x="168920" y="62591"/>
                  </a:cubicBezTo>
                  <a:close/>
                  <a:moveTo>
                    <a:pt x="168920" y="34270"/>
                  </a:moveTo>
                  <a:cubicBezTo>
                    <a:pt x="196577" y="34270"/>
                    <a:pt x="218987" y="56643"/>
                    <a:pt x="218987" y="84256"/>
                  </a:cubicBezTo>
                  <a:cubicBezTo>
                    <a:pt x="218987" y="104647"/>
                    <a:pt x="206506" y="122347"/>
                    <a:pt x="188777" y="129993"/>
                  </a:cubicBezTo>
                  <a:lnTo>
                    <a:pt x="313874" y="514162"/>
                  </a:lnTo>
                  <a:cubicBezTo>
                    <a:pt x="314158" y="514728"/>
                    <a:pt x="314300" y="515295"/>
                    <a:pt x="314442" y="515861"/>
                  </a:cubicBezTo>
                  <a:lnTo>
                    <a:pt x="337277" y="585813"/>
                  </a:lnTo>
                  <a:cubicBezTo>
                    <a:pt x="339688" y="593318"/>
                    <a:pt x="335575" y="601248"/>
                    <a:pt x="328058" y="603655"/>
                  </a:cubicBezTo>
                  <a:cubicBezTo>
                    <a:pt x="326639" y="604221"/>
                    <a:pt x="325221" y="604363"/>
                    <a:pt x="323661" y="604363"/>
                  </a:cubicBezTo>
                  <a:cubicBezTo>
                    <a:pt x="317704" y="604363"/>
                    <a:pt x="312172" y="600540"/>
                    <a:pt x="310187" y="594592"/>
                  </a:cubicBezTo>
                  <a:lnTo>
                    <a:pt x="288486" y="527756"/>
                  </a:lnTo>
                  <a:cubicBezTo>
                    <a:pt x="258984" y="503966"/>
                    <a:pt x="215725" y="490514"/>
                    <a:pt x="168920" y="490514"/>
                  </a:cubicBezTo>
                  <a:cubicBezTo>
                    <a:pt x="122114" y="490514"/>
                    <a:pt x="78855" y="504108"/>
                    <a:pt x="49353" y="527756"/>
                  </a:cubicBezTo>
                  <a:lnTo>
                    <a:pt x="27653" y="594592"/>
                  </a:lnTo>
                  <a:cubicBezTo>
                    <a:pt x="25242" y="602097"/>
                    <a:pt x="17157" y="606062"/>
                    <a:pt x="9782" y="603655"/>
                  </a:cubicBezTo>
                  <a:cubicBezTo>
                    <a:pt x="2264" y="601248"/>
                    <a:pt x="-1707" y="593318"/>
                    <a:pt x="704" y="585813"/>
                  </a:cubicBezTo>
                  <a:lnTo>
                    <a:pt x="23398" y="516003"/>
                  </a:lnTo>
                  <a:cubicBezTo>
                    <a:pt x="23540" y="515295"/>
                    <a:pt x="23823" y="514728"/>
                    <a:pt x="23965" y="514020"/>
                  </a:cubicBezTo>
                  <a:lnTo>
                    <a:pt x="149063" y="129993"/>
                  </a:lnTo>
                  <a:cubicBezTo>
                    <a:pt x="131334" y="122347"/>
                    <a:pt x="118852" y="104647"/>
                    <a:pt x="118852" y="84256"/>
                  </a:cubicBezTo>
                  <a:cubicBezTo>
                    <a:pt x="118852" y="56643"/>
                    <a:pt x="141404" y="34270"/>
                    <a:pt x="168920" y="34270"/>
                  </a:cubicBezTo>
                  <a:close/>
                  <a:moveTo>
                    <a:pt x="94727" y="28009"/>
                  </a:moveTo>
                  <a:cubicBezTo>
                    <a:pt x="100541" y="33250"/>
                    <a:pt x="100966" y="42174"/>
                    <a:pt x="95578" y="47981"/>
                  </a:cubicBezTo>
                  <a:cubicBezTo>
                    <a:pt x="88914" y="55346"/>
                    <a:pt x="83809" y="70077"/>
                    <a:pt x="83809" y="82117"/>
                  </a:cubicBezTo>
                  <a:cubicBezTo>
                    <a:pt x="83809" y="94157"/>
                    <a:pt x="88772" y="108746"/>
                    <a:pt x="95436" y="116111"/>
                  </a:cubicBezTo>
                  <a:cubicBezTo>
                    <a:pt x="100683" y="121919"/>
                    <a:pt x="100257" y="130842"/>
                    <a:pt x="94444" y="136083"/>
                  </a:cubicBezTo>
                  <a:cubicBezTo>
                    <a:pt x="91608" y="138491"/>
                    <a:pt x="88205" y="139624"/>
                    <a:pt x="84944" y="139624"/>
                  </a:cubicBezTo>
                  <a:cubicBezTo>
                    <a:pt x="80974" y="139624"/>
                    <a:pt x="77145" y="138066"/>
                    <a:pt x="74309" y="134950"/>
                  </a:cubicBezTo>
                  <a:cubicBezTo>
                    <a:pt x="61265" y="120502"/>
                    <a:pt x="55451" y="97981"/>
                    <a:pt x="55451" y="82117"/>
                  </a:cubicBezTo>
                  <a:cubicBezTo>
                    <a:pt x="55451" y="66111"/>
                    <a:pt x="61406" y="43448"/>
                    <a:pt x="74735" y="28859"/>
                  </a:cubicBezTo>
                  <a:cubicBezTo>
                    <a:pt x="79981" y="23052"/>
                    <a:pt x="88914" y="22627"/>
                    <a:pt x="94727" y="28009"/>
                  </a:cubicBezTo>
                  <a:close/>
                  <a:moveTo>
                    <a:pt x="241562" y="27868"/>
                  </a:moveTo>
                  <a:cubicBezTo>
                    <a:pt x="247376" y="22627"/>
                    <a:pt x="256309" y="23194"/>
                    <a:pt x="261555" y="29001"/>
                  </a:cubicBezTo>
                  <a:cubicBezTo>
                    <a:pt x="274600" y="43448"/>
                    <a:pt x="280413" y="65970"/>
                    <a:pt x="280413" y="81834"/>
                  </a:cubicBezTo>
                  <a:cubicBezTo>
                    <a:pt x="280413" y="97839"/>
                    <a:pt x="274458" y="120502"/>
                    <a:pt x="261130" y="135091"/>
                  </a:cubicBezTo>
                  <a:cubicBezTo>
                    <a:pt x="258436" y="138066"/>
                    <a:pt x="254607" y="139624"/>
                    <a:pt x="250779" y="139624"/>
                  </a:cubicBezTo>
                  <a:cubicBezTo>
                    <a:pt x="247376" y="139624"/>
                    <a:pt x="243831" y="138491"/>
                    <a:pt x="241137" y="135941"/>
                  </a:cubicBezTo>
                  <a:cubicBezTo>
                    <a:pt x="235324" y="130700"/>
                    <a:pt x="235040" y="121777"/>
                    <a:pt x="240286" y="115970"/>
                  </a:cubicBezTo>
                  <a:cubicBezTo>
                    <a:pt x="246951" y="108604"/>
                    <a:pt x="252055" y="93873"/>
                    <a:pt x="252055" y="81834"/>
                  </a:cubicBezTo>
                  <a:cubicBezTo>
                    <a:pt x="252055" y="69794"/>
                    <a:pt x="247092" y="55205"/>
                    <a:pt x="240428" y="47839"/>
                  </a:cubicBezTo>
                  <a:cubicBezTo>
                    <a:pt x="235182" y="42032"/>
                    <a:pt x="235749" y="33109"/>
                    <a:pt x="241562" y="27868"/>
                  </a:cubicBezTo>
                  <a:close/>
                  <a:moveTo>
                    <a:pt x="284673" y="3663"/>
                  </a:moveTo>
                  <a:cubicBezTo>
                    <a:pt x="290482" y="-1577"/>
                    <a:pt x="299407" y="-1152"/>
                    <a:pt x="304649" y="4654"/>
                  </a:cubicBezTo>
                  <a:cubicBezTo>
                    <a:pt x="322217" y="24197"/>
                    <a:pt x="333126" y="53653"/>
                    <a:pt x="333126" y="81692"/>
                  </a:cubicBezTo>
                  <a:cubicBezTo>
                    <a:pt x="333126" y="110015"/>
                    <a:pt x="322075" y="139754"/>
                    <a:pt x="304224" y="159297"/>
                  </a:cubicBezTo>
                  <a:cubicBezTo>
                    <a:pt x="301391" y="162412"/>
                    <a:pt x="297565" y="163970"/>
                    <a:pt x="293740" y="163970"/>
                  </a:cubicBezTo>
                  <a:cubicBezTo>
                    <a:pt x="290340" y="163970"/>
                    <a:pt x="286940" y="162695"/>
                    <a:pt x="284106" y="160288"/>
                  </a:cubicBezTo>
                  <a:cubicBezTo>
                    <a:pt x="278439" y="155048"/>
                    <a:pt x="278014" y="145985"/>
                    <a:pt x="283256" y="140320"/>
                  </a:cubicBezTo>
                  <a:cubicBezTo>
                    <a:pt x="296432" y="125876"/>
                    <a:pt x="304791" y="102934"/>
                    <a:pt x="304791" y="81692"/>
                  </a:cubicBezTo>
                  <a:cubicBezTo>
                    <a:pt x="304791" y="60733"/>
                    <a:pt x="296574" y="37933"/>
                    <a:pt x="283681" y="23630"/>
                  </a:cubicBezTo>
                  <a:cubicBezTo>
                    <a:pt x="278439" y="17824"/>
                    <a:pt x="278864" y="8902"/>
                    <a:pt x="284673" y="3663"/>
                  </a:cubicBezTo>
                  <a:close/>
                  <a:moveTo>
                    <a:pt x="51750" y="3663"/>
                  </a:moveTo>
                  <a:cubicBezTo>
                    <a:pt x="57425" y="8902"/>
                    <a:pt x="57850" y="17966"/>
                    <a:pt x="52601" y="23630"/>
                  </a:cubicBezTo>
                  <a:cubicBezTo>
                    <a:pt x="39551" y="38075"/>
                    <a:pt x="31039" y="61016"/>
                    <a:pt x="31039" y="82259"/>
                  </a:cubicBezTo>
                  <a:cubicBezTo>
                    <a:pt x="31039" y="103218"/>
                    <a:pt x="39267" y="126017"/>
                    <a:pt x="52176" y="140320"/>
                  </a:cubicBezTo>
                  <a:cubicBezTo>
                    <a:pt x="57425" y="146127"/>
                    <a:pt x="56999" y="155048"/>
                    <a:pt x="51183" y="160288"/>
                  </a:cubicBezTo>
                  <a:cubicBezTo>
                    <a:pt x="48488" y="162695"/>
                    <a:pt x="45083" y="163970"/>
                    <a:pt x="41679" y="163970"/>
                  </a:cubicBezTo>
                  <a:cubicBezTo>
                    <a:pt x="37848" y="163970"/>
                    <a:pt x="34018" y="162412"/>
                    <a:pt x="31181" y="159297"/>
                  </a:cubicBezTo>
                  <a:cubicBezTo>
                    <a:pt x="13591" y="139754"/>
                    <a:pt x="2668" y="110298"/>
                    <a:pt x="2668" y="82259"/>
                  </a:cubicBezTo>
                  <a:cubicBezTo>
                    <a:pt x="2668" y="53936"/>
                    <a:pt x="13733" y="24197"/>
                    <a:pt x="31607" y="4654"/>
                  </a:cubicBezTo>
                  <a:cubicBezTo>
                    <a:pt x="36997" y="-1152"/>
                    <a:pt x="45934" y="-1577"/>
                    <a:pt x="51750" y="3663"/>
                  </a:cubicBezTo>
                  <a:close/>
                </a:path>
              </a:pathLst>
            </a:custGeom>
            <a:solidFill>
              <a:schemeClr val="accent4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antenna-with-signal_74024"/>
            <p:cNvSpPr>
              <a:spLocks noChangeAspect="1"/>
            </p:cNvSpPr>
            <p:nvPr/>
          </p:nvSpPr>
          <p:spPr bwMode="auto">
            <a:xfrm>
              <a:off x="5812346" y="5312840"/>
              <a:ext cx="340942" cy="609685"/>
            </a:xfrm>
            <a:custGeom>
              <a:avLst/>
              <a:gdLst>
                <a:gd name="connsiteX0" fmla="*/ 168920 w 337966"/>
                <a:gd name="connsiteY0" fmla="*/ 358540 h 604363"/>
                <a:gd name="connsiteX1" fmla="*/ 100839 w 337966"/>
                <a:gd name="connsiteY1" fmla="*/ 369869 h 604363"/>
                <a:gd name="connsiteX2" fmla="*/ 63111 w 337966"/>
                <a:gd name="connsiteY2" fmla="*/ 485700 h 604363"/>
                <a:gd name="connsiteX3" fmla="*/ 168920 w 337966"/>
                <a:gd name="connsiteY3" fmla="*/ 462194 h 604363"/>
                <a:gd name="connsiteX4" fmla="*/ 274728 w 337966"/>
                <a:gd name="connsiteY4" fmla="*/ 485700 h 604363"/>
                <a:gd name="connsiteX5" fmla="*/ 237142 w 337966"/>
                <a:gd name="connsiteY5" fmla="*/ 369869 h 604363"/>
                <a:gd name="connsiteX6" fmla="*/ 168920 w 337966"/>
                <a:gd name="connsiteY6" fmla="*/ 358540 h 604363"/>
                <a:gd name="connsiteX7" fmla="*/ 168920 w 337966"/>
                <a:gd name="connsiteY7" fmla="*/ 160580 h 604363"/>
                <a:gd name="connsiteX8" fmla="*/ 111477 w 337966"/>
                <a:gd name="connsiteY8" fmla="*/ 337017 h 604363"/>
                <a:gd name="connsiteX9" fmla="*/ 168920 w 337966"/>
                <a:gd name="connsiteY9" fmla="*/ 330220 h 604363"/>
                <a:gd name="connsiteX10" fmla="*/ 226363 w 337966"/>
                <a:gd name="connsiteY10" fmla="*/ 337017 h 604363"/>
                <a:gd name="connsiteX11" fmla="*/ 168920 w 337966"/>
                <a:gd name="connsiteY11" fmla="*/ 62591 h 604363"/>
                <a:gd name="connsiteX12" fmla="*/ 147219 w 337966"/>
                <a:gd name="connsiteY12" fmla="*/ 84256 h 604363"/>
                <a:gd name="connsiteX13" fmla="*/ 168920 w 337966"/>
                <a:gd name="connsiteY13" fmla="*/ 105779 h 604363"/>
                <a:gd name="connsiteX14" fmla="*/ 190620 w 337966"/>
                <a:gd name="connsiteY14" fmla="*/ 84256 h 604363"/>
                <a:gd name="connsiteX15" fmla="*/ 168920 w 337966"/>
                <a:gd name="connsiteY15" fmla="*/ 62591 h 604363"/>
                <a:gd name="connsiteX16" fmla="*/ 168920 w 337966"/>
                <a:gd name="connsiteY16" fmla="*/ 34270 h 604363"/>
                <a:gd name="connsiteX17" fmla="*/ 218987 w 337966"/>
                <a:gd name="connsiteY17" fmla="*/ 84256 h 604363"/>
                <a:gd name="connsiteX18" fmla="*/ 188777 w 337966"/>
                <a:gd name="connsiteY18" fmla="*/ 129993 h 604363"/>
                <a:gd name="connsiteX19" fmla="*/ 313874 w 337966"/>
                <a:gd name="connsiteY19" fmla="*/ 514162 h 604363"/>
                <a:gd name="connsiteX20" fmla="*/ 314442 w 337966"/>
                <a:gd name="connsiteY20" fmla="*/ 515861 h 604363"/>
                <a:gd name="connsiteX21" fmla="*/ 337277 w 337966"/>
                <a:gd name="connsiteY21" fmla="*/ 585813 h 604363"/>
                <a:gd name="connsiteX22" fmla="*/ 328058 w 337966"/>
                <a:gd name="connsiteY22" fmla="*/ 603655 h 604363"/>
                <a:gd name="connsiteX23" fmla="*/ 323661 w 337966"/>
                <a:gd name="connsiteY23" fmla="*/ 604363 h 604363"/>
                <a:gd name="connsiteX24" fmla="*/ 310187 w 337966"/>
                <a:gd name="connsiteY24" fmla="*/ 594592 h 604363"/>
                <a:gd name="connsiteX25" fmla="*/ 288486 w 337966"/>
                <a:gd name="connsiteY25" fmla="*/ 527756 h 604363"/>
                <a:gd name="connsiteX26" fmla="*/ 168920 w 337966"/>
                <a:gd name="connsiteY26" fmla="*/ 490514 h 604363"/>
                <a:gd name="connsiteX27" fmla="*/ 49353 w 337966"/>
                <a:gd name="connsiteY27" fmla="*/ 527756 h 604363"/>
                <a:gd name="connsiteX28" fmla="*/ 27653 w 337966"/>
                <a:gd name="connsiteY28" fmla="*/ 594592 h 604363"/>
                <a:gd name="connsiteX29" fmla="*/ 9782 w 337966"/>
                <a:gd name="connsiteY29" fmla="*/ 603655 h 604363"/>
                <a:gd name="connsiteX30" fmla="*/ 704 w 337966"/>
                <a:gd name="connsiteY30" fmla="*/ 585813 h 604363"/>
                <a:gd name="connsiteX31" fmla="*/ 23398 w 337966"/>
                <a:gd name="connsiteY31" fmla="*/ 516003 h 604363"/>
                <a:gd name="connsiteX32" fmla="*/ 23965 w 337966"/>
                <a:gd name="connsiteY32" fmla="*/ 514020 h 604363"/>
                <a:gd name="connsiteX33" fmla="*/ 149063 w 337966"/>
                <a:gd name="connsiteY33" fmla="*/ 129993 h 604363"/>
                <a:gd name="connsiteX34" fmla="*/ 118852 w 337966"/>
                <a:gd name="connsiteY34" fmla="*/ 84256 h 604363"/>
                <a:gd name="connsiteX35" fmla="*/ 168920 w 337966"/>
                <a:gd name="connsiteY35" fmla="*/ 34270 h 604363"/>
                <a:gd name="connsiteX36" fmla="*/ 94727 w 337966"/>
                <a:gd name="connsiteY36" fmla="*/ 28009 h 604363"/>
                <a:gd name="connsiteX37" fmla="*/ 95578 w 337966"/>
                <a:gd name="connsiteY37" fmla="*/ 47981 h 604363"/>
                <a:gd name="connsiteX38" fmla="*/ 83809 w 337966"/>
                <a:gd name="connsiteY38" fmla="*/ 82117 h 604363"/>
                <a:gd name="connsiteX39" fmla="*/ 95436 w 337966"/>
                <a:gd name="connsiteY39" fmla="*/ 116111 h 604363"/>
                <a:gd name="connsiteX40" fmla="*/ 94444 w 337966"/>
                <a:gd name="connsiteY40" fmla="*/ 136083 h 604363"/>
                <a:gd name="connsiteX41" fmla="*/ 84944 w 337966"/>
                <a:gd name="connsiteY41" fmla="*/ 139624 h 604363"/>
                <a:gd name="connsiteX42" fmla="*/ 74309 w 337966"/>
                <a:gd name="connsiteY42" fmla="*/ 134950 h 604363"/>
                <a:gd name="connsiteX43" fmla="*/ 55451 w 337966"/>
                <a:gd name="connsiteY43" fmla="*/ 82117 h 604363"/>
                <a:gd name="connsiteX44" fmla="*/ 74735 w 337966"/>
                <a:gd name="connsiteY44" fmla="*/ 28859 h 604363"/>
                <a:gd name="connsiteX45" fmla="*/ 94727 w 337966"/>
                <a:gd name="connsiteY45" fmla="*/ 28009 h 604363"/>
                <a:gd name="connsiteX46" fmla="*/ 241562 w 337966"/>
                <a:gd name="connsiteY46" fmla="*/ 27868 h 604363"/>
                <a:gd name="connsiteX47" fmla="*/ 261555 w 337966"/>
                <a:gd name="connsiteY47" fmla="*/ 29001 h 604363"/>
                <a:gd name="connsiteX48" fmla="*/ 280413 w 337966"/>
                <a:gd name="connsiteY48" fmla="*/ 81834 h 604363"/>
                <a:gd name="connsiteX49" fmla="*/ 261130 w 337966"/>
                <a:gd name="connsiteY49" fmla="*/ 135091 h 604363"/>
                <a:gd name="connsiteX50" fmla="*/ 250779 w 337966"/>
                <a:gd name="connsiteY50" fmla="*/ 139624 h 604363"/>
                <a:gd name="connsiteX51" fmla="*/ 241137 w 337966"/>
                <a:gd name="connsiteY51" fmla="*/ 135941 h 604363"/>
                <a:gd name="connsiteX52" fmla="*/ 240286 w 337966"/>
                <a:gd name="connsiteY52" fmla="*/ 115970 h 604363"/>
                <a:gd name="connsiteX53" fmla="*/ 252055 w 337966"/>
                <a:gd name="connsiteY53" fmla="*/ 81834 h 604363"/>
                <a:gd name="connsiteX54" fmla="*/ 240428 w 337966"/>
                <a:gd name="connsiteY54" fmla="*/ 47839 h 604363"/>
                <a:gd name="connsiteX55" fmla="*/ 241562 w 337966"/>
                <a:gd name="connsiteY55" fmla="*/ 27868 h 604363"/>
                <a:gd name="connsiteX56" fmla="*/ 284673 w 337966"/>
                <a:gd name="connsiteY56" fmla="*/ 3663 h 604363"/>
                <a:gd name="connsiteX57" fmla="*/ 304649 w 337966"/>
                <a:gd name="connsiteY57" fmla="*/ 4654 h 604363"/>
                <a:gd name="connsiteX58" fmla="*/ 333126 w 337966"/>
                <a:gd name="connsiteY58" fmla="*/ 81692 h 604363"/>
                <a:gd name="connsiteX59" fmla="*/ 304224 w 337966"/>
                <a:gd name="connsiteY59" fmla="*/ 159297 h 604363"/>
                <a:gd name="connsiteX60" fmla="*/ 293740 w 337966"/>
                <a:gd name="connsiteY60" fmla="*/ 163970 h 604363"/>
                <a:gd name="connsiteX61" fmla="*/ 284106 w 337966"/>
                <a:gd name="connsiteY61" fmla="*/ 160288 h 604363"/>
                <a:gd name="connsiteX62" fmla="*/ 283256 w 337966"/>
                <a:gd name="connsiteY62" fmla="*/ 140320 h 604363"/>
                <a:gd name="connsiteX63" fmla="*/ 304791 w 337966"/>
                <a:gd name="connsiteY63" fmla="*/ 81692 h 604363"/>
                <a:gd name="connsiteX64" fmla="*/ 283681 w 337966"/>
                <a:gd name="connsiteY64" fmla="*/ 23630 h 604363"/>
                <a:gd name="connsiteX65" fmla="*/ 284673 w 337966"/>
                <a:gd name="connsiteY65" fmla="*/ 3663 h 604363"/>
                <a:gd name="connsiteX66" fmla="*/ 51750 w 337966"/>
                <a:gd name="connsiteY66" fmla="*/ 3663 h 604363"/>
                <a:gd name="connsiteX67" fmla="*/ 52601 w 337966"/>
                <a:gd name="connsiteY67" fmla="*/ 23630 h 604363"/>
                <a:gd name="connsiteX68" fmla="*/ 31039 w 337966"/>
                <a:gd name="connsiteY68" fmla="*/ 82259 h 604363"/>
                <a:gd name="connsiteX69" fmla="*/ 52176 w 337966"/>
                <a:gd name="connsiteY69" fmla="*/ 140320 h 604363"/>
                <a:gd name="connsiteX70" fmla="*/ 51183 w 337966"/>
                <a:gd name="connsiteY70" fmla="*/ 160288 h 604363"/>
                <a:gd name="connsiteX71" fmla="*/ 41679 w 337966"/>
                <a:gd name="connsiteY71" fmla="*/ 163970 h 604363"/>
                <a:gd name="connsiteX72" fmla="*/ 31181 w 337966"/>
                <a:gd name="connsiteY72" fmla="*/ 159297 h 604363"/>
                <a:gd name="connsiteX73" fmla="*/ 2668 w 337966"/>
                <a:gd name="connsiteY73" fmla="*/ 82259 h 604363"/>
                <a:gd name="connsiteX74" fmla="*/ 31607 w 337966"/>
                <a:gd name="connsiteY74" fmla="*/ 4654 h 604363"/>
                <a:gd name="connsiteX75" fmla="*/ 51750 w 337966"/>
                <a:gd name="connsiteY75" fmla="*/ 3663 h 60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7966" h="604363">
                  <a:moveTo>
                    <a:pt x="168920" y="358540"/>
                  </a:moveTo>
                  <a:cubicBezTo>
                    <a:pt x="145092" y="358540"/>
                    <a:pt x="121689" y="362505"/>
                    <a:pt x="100839" y="369869"/>
                  </a:cubicBezTo>
                  <a:lnTo>
                    <a:pt x="63111" y="485700"/>
                  </a:lnTo>
                  <a:cubicBezTo>
                    <a:pt x="93606" y="470548"/>
                    <a:pt x="130341" y="462194"/>
                    <a:pt x="168920" y="462194"/>
                  </a:cubicBezTo>
                  <a:cubicBezTo>
                    <a:pt x="207499" y="462194"/>
                    <a:pt x="244376" y="470548"/>
                    <a:pt x="274728" y="485700"/>
                  </a:cubicBezTo>
                  <a:lnTo>
                    <a:pt x="237142" y="369869"/>
                  </a:lnTo>
                  <a:cubicBezTo>
                    <a:pt x="216292" y="362505"/>
                    <a:pt x="192890" y="358540"/>
                    <a:pt x="168920" y="358540"/>
                  </a:cubicBezTo>
                  <a:close/>
                  <a:moveTo>
                    <a:pt x="168920" y="160580"/>
                  </a:moveTo>
                  <a:lnTo>
                    <a:pt x="111477" y="337017"/>
                  </a:lnTo>
                  <a:cubicBezTo>
                    <a:pt x="129773" y="332485"/>
                    <a:pt x="149347" y="330220"/>
                    <a:pt x="168920" y="330220"/>
                  </a:cubicBezTo>
                  <a:cubicBezTo>
                    <a:pt x="188635" y="330220"/>
                    <a:pt x="208066" y="332485"/>
                    <a:pt x="226363" y="337017"/>
                  </a:cubicBezTo>
                  <a:close/>
                  <a:moveTo>
                    <a:pt x="168920" y="62591"/>
                  </a:moveTo>
                  <a:cubicBezTo>
                    <a:pt x="157006" y="62591"/>
                    <a:pt x="147219" y="72220"/>
                    <a:pt x="147219" y="84256"/>
                  </a:cubicBezTo>
                  <a:cubicBezTo>
                    <a:pt x="147219" y="96150"/>
                    <a:pt x="157006" y="105779"/>
                    <a:pt x="168920" y="105779"/>
                  </a:cubicBezTo>
                  <a:cubicBezTo>
                    <a:pt x="180834" y="105779"/>
                    <a:pt x="190620" y="96150"/>
                    <a:pt x="190620" y="84256"/>
                  </a:cubicBezTo>
                  <a:cubicBezTo>
                    <a:pt x="190620" y="72220"/>
                    <a:pt x="180834" y="62591"/>
                    <a:pt x="168920" y="62591"/>
                  </a:cubicBezTo>
                  <a:close/>
                  <a:moveTo>
                    <a:pt x="168920" y="34270"/>
                  </a:moveTo>
                  <a:cubicBezTo>
                    <a:pt x="196577" y="34270"/>
                    <a:pt x="218987" y="56643"/>
                    <a:pt x="218987" y="84256"/>
                  </a:cubicBezTo>
                  <a:cubicBezTo>
                    <a:pt x="218987" y="104647"/>
                    <a:pt x="206506" y="122347"/>
                    <a:pt x="188777" y="129993"/>
                  </a:cubicBezTo>
                  <a:lnTo>
                    <a:pt x="313874" y="514162"/>
                  </a:lnTo>
                  <a:cubicBezTo>
                    <a:pt x="314158" y="514728"/>
                    <a:pt x="314300" y="515295"/>
                    <a:pt x="314442" y="515861"/>
                  </a:cubicBezTo>
                  <a:lnTo>
                    <a:pt x="337277" y="585813"/>
                  </a:lnTo>
                  <a:cubicBezTo>
                    <a:pt x="339688" y="593318"/>
                    <a:pt x="335575" y="601248"/>
                    <a:pt x="328058" y="603655"/>
                  </a:cubicBezTo>
                  <a:cubicBezTo>
                    <a:pt x="326639" y="604221"/>
                    <a:pt x="325221" y="604363"/>
                    <a:pt x="323661" y="604363"/>
                  </a:cubicBezTo>
                  <a:cubicBezTo>
                    <a:pt x="317704" y="604363"/>
                    <a:pt x="312172" y="600540"/>
                    <a:pt x="310187" y="594592"/>
                  </a:cubicBezTo>
                  <a:lnTo>
                    <a:pt x="288486" y="527756"/>
                  </a:lnTo>
                  <a:cubicBezTo>
                    <a:pt x="258984" y="503966"/>
                    <a:pt x="215725" y="490514"/>
                    <a:pt x="168920" y="490514"/>
                  </a:cubicBezTo>
                  <a:cubicBezTo>
                    <a:pt x="122114" y="490514"/>
                    <a:pt x="78855" y="504108"/>
                    <a:pt x="49353" y="527756"/>
                  </a:cubicBezTo>
                  <a:lnTo>
                    <a:pt x="27653" y="594592"/>
                  </a:lnTo>
                  <a:cubicBezTo>
                    <a:pt x="25242" y="602097"/>
                    <a:pt x="17157" y="606062"/>
                    <a:pt x="9782" y="603655"/>
                  </a:cubicBezTo>
                  <a:cubicBezTo>
                    <a:pt x="2264" y="601248"/>
                    <a:pt x="-1707" y="593318"/>
                    <a:pt x="704" y="585813"/>
                  </a:cubicBezTo>
                  <a:lnTo>
                    <a:pt x="23398" y="516003"/>
                  </a:lnTo>
                  <a:cubicBezTo>
                    <a:pt x="23540" y="515295"/>
                    <a:pt x="23823" y="514728"/>
                    <a:pt x="23965" y="514020"/>
                  </a:cubicBezTo>
                  <a:lnTo>
                    <a:pt x="149063" y="129993"/>
                  </a:lnTo>
                  <a:cubicBezTo>
                    <a:pt x="131334" y="122347"/>
                    <a:pt x="118852" y="104647"/>
                    <a:pt x="118852" y="84256"/>
                  </a:cubicBezTo>
                  <a:cubicBezTo>
                    <a:pt x="118852" y="56643"/>
                    <a:pt x="141404" y="34270"/>
                    <a:pt x="168920" y="34270"/>
                  </a:cubicBezTo>
                  <a:close/>
                  <a:moveTo>
                    <a:pt x="94727" y="28009"/>
                  </a:moveTo>
                  <a:cubicBezTo>
                    <a:pt x="100541" y="33250"/>
                    <a:pt x="100966" y="42174"/>
                    <a:pt x="95578" y="47981"/>
                  </a:cubicBezTo>
                  <a:cubicBezTo>
                    <a:pt x="88914" y="55346"/>
                    <a:pt x="83809" y="70077"/>
                    <a:pt x="83809" y="82117"/>
                  </a:cubicBezTo>
                  <a:cubicBezTo>
                    <a:pt x="83809" y="94157"/>
                    <a:pt x="88772" y="108746"/>
                    <a:pt x="95436" y="116111"/>
                  </a:cubicBezTo>
                  <a:cubicBezTo>
                    <a:pt x="100683" y="121919"/>
                    <a:pt x="100257" y="130842"/>
                    <a:pt x="94444" y="136083"/>
                  </a:cubicBezTo>
                  <a:cubicBezTo>
                    <a:pt x="91608" y="138491"/>
                    <a:pt x="88205" y="139624"/>
                    <a:pt x="84944" y="139624"/>
                  </a:cubicBezTo>
                  <a:cubicBezTo>
                    <a:pt x="80974" y="139624"/>
                    <a:pt x="77145" y="138066"/>
                    <a:pt x="74309" y="134950"/>
                  </a:cubicBezTo>
                  <a:cubicBezTo>
                    <a:pt x="61265" y="120502"/>
                    <a:pt x="55451" y="97981"/>
                    <a:pt x="55451" y="82117"/>
                  </a:cubicBezTo>
                  <a:cubicBezTo>
                    <a:pt x="55451" y="66111"/>
                    <a:pt x="61406" y="43448"/>
                    <a:pt x="74735" y="28859"/>
                  </a:cubicBezTo>
                  <a:cubicBezTo>
                    <a:pt x="79981" y="23052"/>
                    <a:pt x="88914" y="22627"/>
                    <a:pt x="94727" y="28009"/>
                  </a:cubicBezTo>
                  <a:close/>
                  <a:moveTo>
                    <a:pt x="241562" y="27868"/>
                  </a:moveTo>
                  <a:cubicBezTo>
                    <a:pt x="247376" y="22627"/>
                    <a:pt x="256309" y="23194"/>
                    <a:pt x="261555" y="29001"/>
                  </a:cubicBezTo>
                  <a:cubicBezTo>
                    <a:pt x="274600" y="43448"/>
                    <a:pt x="280413" y="65970"/>
                    <a:pt x="280413" y="81834"/>
                  </a:cubicBezTo>
                  <a:cubicBezTo>
                    <a:pt x="280413" y="97839"/>
                    <a:pt x="274458" y="120502"/>
                    <a:pt x="261130" y="135091"/>
                  </a:cubicBezTo>
                  <a:cubicBezTo>
                    <a:pt x="258436" y="138066"/>
                    <a:pt x="254607" y="139624"/>
                    <a:pt x="250779" y="139624"/>
                  </a:cubicBezTo>
                  <a:cubicBezTo>
                    <a:pt x="247376" y="139624"/>
                    <a:pt x="243831" y="138491"/>
                    <a:pt x="241137" y="135941"/>
                  </a:cubicBezTo>
                  <a:cubicBezTo>
                    <a:pt x="235324" y="130700"/>
                    <a:pt x="235040" y="121777"/>
                    <a:pt x="240286" y="115970"/>
                  </a:cubicBezTo>
                  <a:cubicBezTo>
                    <a:pt x="246951" y="108604"/>
                    <a:pt x="252055" y="93873"/>
                    <a:pt x="252055" y="81834"/>
                  </a:cubicBezTo>
                  <a:cubicBezTo>
                    <a:pt x="252055" y="69794"/>
                    <a:pt x="247092" y="55205"/>
                    <a:pt x="240428" y="47839"/>
                  </a:cubicBezTo>
                  <a:cubicBezTo>
                    <a:pt x="235182" y="42032"/>
                    <a:pt x="235749" y="33109"/>
                    <a:pt x="241562" y="27868"/>
                  </a:cubicBezTo>
                  <a:close/>
                  <a:moveTo>
                    <a:pt x="284673" y="3663"/>
                  </a:moveTo>
                  <a:cubicBezTo>
                    <a:pt x="290482" y="-1577"/>
                    <a:pt x="299407" y="-1152"/>
                    <a:pt x="304649" y="4654"/>
                  </a:cubicBezTo>
                  <a:cubicBezTo>
                    <a:pt x="322217" y="24197"/>
                    <a:pt x="333126" y="53653"/>
                    <a:pt x="333126" y="81692"/>
                  </a:cubicBezTo>
                  <a:cubicBezTo>
                    <a:pt x="333126" y="110015"/>
                    <a:pt x="322075" y="139754"/>
                    <a:pt x="304224" y="159297"/>
                  </a:cubicBezTo>
                  <a:cubicBezTo>
                    <a:pt x="301391" y="162412"/>
                    <a:pt x="297565" y="163970"/>
                    <a:pt x="293740" y="163970"/>
                  </a:cubicBezTo>
                  <a:cubicBezTo>
                    <a:pt x="290340" y="163970"/>
                    <a:pt x="286940" y="162695"/>
                    <a:pt x="284106" y="160288"/>
                  </a:cubicBezTo>
                  <a:cubicBezTo>
                    <a:pt x="278439" y="155048"/>
                    <a:pt x="278014" y="145985"/>
                    <a:pt x="283256" y="140320"/>
                  </a:cubicBezTo>
                  <a:cubicBezTo>
                    <a:pt x="296432" y="125876"/>
                    <a:pt x="304791" y="102934"/>
                    <a:pt x="304791" y="81692"/>
                  </a:cubicBezTo>
                  <a:cubicBezTo>
                    <a:pt x="304791" y="60733"/>
                    <a:pt x="296574" y="37933"/>
                    <a:pt x="283681" y="23630"/>
                  </a:cubicBezTo>
                  <a:cubicBezTo>
                    <a:pt x="278439" y="17824"/>
                    <a:pt x="278864" y="8902"/>
                    <a:pt x="284673" y="3663"/>
                  </a:cubicBezTo>
                  <a:close/>
                  <a:moveTo>
                    <a:pt x="51750" y="3663"/>
                  </a:moveTo>
                  <a:cubicBezTo>
                    <a:pt x="57425" y="8902"/>
                    <a:pt x="57850" y="17966"/>
                    <a:pt x="52601" y="23630"/>
                  </a:cubicBezTo>
                  <a:cubicBezTo>
                    <a:pt x="39551" y="38075"/>
                    <a:pt x="31039" y="61016"/>
                    <a:pt x="31039" y="82259"/>
                  </a:cubicBezTo>
                  <a:cubicBezTo>
                    <a:pt x="31039" y="103218"/>
                    <a:pt x="39267" y="126017"/>
                    <a:pt x="52176" y="140320"/>
                  </a:cubicBezTo>
                  <a:cubicBezTo>
                    <a:pt x="57425" y="146127"/>
                    <a:pt x="56999" y="155048"/>
                    <a:pt x="51183" y="160288"/>
                  </a:cubicBezTo>
                  <a:cubicBezTo>
                    <a:pt x="48488" y="162695"/>
                    <a:pt x="45083" y="163970"/>
                    <a:pt x="41679" y="163970"/>
                  </a:cubicBezTo>
                  <a:cubicBezTo>
                    <a:pt x="37848" y="163970"/>
                    <a:pt x="34018" y="162412"/>
                    <a:pt x="31181" y="159297"/>
                  </a:cubicBezTo>
                  <a:cubicBezTo>
                    <a:pt x="13591" y="139754"/>
                    <a:pt x="2668" y="110298"/>
                    <a:pt x="2668" y="82259"/>
                  </a:cubicBezTo>
                  <a:cubicBezTo>
                    <a:pt x="2668" y="53936"/>
                    <a:pt x="13733" y="24197"/>
                    <a:pt x="31607" y="4654"/>
                  </a:cubicBezTo>
                  <a:cubicBezTo>
                    <a:pt x="36997" y="-1152"/>
                    <a:pt x="45934" y="-1577"/>
                    <a:pt x="51750" y="3663"/>
                  </a:cubicBezTo>
                  <a:close/>
                </a:path>
              </a:pathLst>
            </a:custGeom>
            <a:solidFill>
              <a:schemeClr val="accent4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antenna-with-signal_74024"/>
            <p:cNvSpPr>
              <a:spLocks noChangeAspect="1"/>
            </p:cNvSpPr>
            <p:nvPr/>
          </p:nvSpPr>
          <p:spPr bwMode="auto">
            <a:xfrm>
              <a:off x="4145525" y="5112257"/>
              <a:ext cx="340942" cy="609685"/>
            </a:xfrm>
            <a:custGeom>
              <a:avLst/>
              <a:gdLst>
                <a:gd name="connsiteX0" fmla="*/ 168920 w 337966"/>
                <a:gd name="connsiteY0" fmla="*/ 358540 h 604363"/>
                <a:gd name="connsiteX1" fmla="*/ 100839 w 337966"/>
                <a:gd name="connsiteY1" fmla="*/ 369869 h 604363"/>
                <a:gd name="connsiteX2" fmla="*/ 63111 w 337966"/>
                <a:gd name="connsiteY2" fmla="*/ 485700 h 604363"/>
                <a:gd name="connsiteX3" fmla="*/ 168920 w 337966"/>
                <a:gd name="connsiteY3" fmla="*/ 462194 h 604363"/>
                <a:gd name="connsiteX4" fmla="*/ 274728 w 337966"/>
                <a:gd name="connsiteY4" fmla="*/ 485700 h 604363"/>
                <a:gd name="connsiteX5" fmla="*/ 237142 w 337966"/>
                <a:gd name="connsiteY5" fmla="*/ 369869 h 604363"/>
                <a:gd name="connsiteX6" fmla="*/ 168920 w 337966"/>
                <a:gd name="connsiteY6" fmla="*/ 358540 h 604363"/>
                <a:gd name="connsiteX7" fmla="*/ 168920 w 337966"/>
                <a:gd name="connsiteY7" fmla="*/ 160580 h 604363"/>
                <a:gd name="connsiteX8" fmla="*/ 111477 w 337966"/>
                <a:gd name="connsiteY8" fmla="*/ 337017 h 604363"/>
                <a:gd name="connsiteX9" fmla="*/ 168920 w 337966"/>
                <a:gd name="connsiteY9" fmla="*/ 330220 h 604363"/>
                <a:gd name="connsiteX10" fmla="*/ 226363 w 337966"/>
                <a:gd name="connsiteY10" fmla="*/ 337017 h 604363"/>
                <a:gd name="connsiteX11" fmla="*/ 168920 w 337966"/>
                <a:gd name="connsiteY11" fmla="*/ 62591 h 604363"/>
                <a:gd name="connsiteX12" fmla="*/ 147219 w 337966"/>
                <a:gd name="connsiteY12" fmla="*/ 84256 h 604363"/>
                <a:gd name="connsiteX13" fmla="*/ 168920 w 337966"/>
                <a:gd name="connsiteY13" fmla="*/ 105779 h 604363"/>
                <a:gd name="connsiteX14" fmla="*/ 190620 w 337966"/>
                <a:gd name="connsiteY14" fmla="*/ 84256 h 604363"/>
                <a:gd name="connsiteX15" fmla="*/ 168920 w 337966"/>
                <a:gd name="connsiteY15" fmla="*/ 62591 h 604363"/>
                <a:gd name="connsiteX16" fmla="*/ 168920 w 337966"/>
                <a:gd name="connsiteY16" fmla="*/ 34270 h 604363"/>
                <a:gd name="connsiteX17" fmla="*/ 218987 w 337966"/>
                <a:gd name="connsiteY17" fmla="*/ 84256 h 604363"/>
                <a:gd name="connsiteX18" fmla="*/ 188777 w 337966"/>
                <a:gd name="connsiteY18" fmla="*/ 129993 h 604363"/>
                <a:gd name="connsiteX19" fmla="*/ 313874 w 337966"/>
                <a:gd name="connsiteY19" fmla="*/ 514162 h 604363"/>
                <a:gd name="connsiteX20" fmla="*/ 314442 w 337966"/>
                <a:gd name="connsiteY20" fmla="*/ 515861 h 604363"/>
                <a:gd name="connsiteX21" fmla="*/ 337277 w 337966"/>
                <a:gd name="connsiteY21" fmla="*/ 585813 h 604363"/>
                <a:gd name="connsiteX22" fmla="*/ 328058 w 337966"/>
                <a:gd name="connsiteY22" fmla="*/ 603655 h 604363"/>
                <a:gd name="connsiteX23" fmla="*/ 323661 w 337966"/>
                <a:gd name="connsiteY23" fmla="*/ 604363 h 604363"/>
                <a:gd name="connsiteX24" fmla="*/ 310187 w 337966"/>
                <a:gd name="connsiteY24" fmla="*/ 594592 h 604363"/>
                <a:gd name="connsiteX25" fmla="*/ 288486 w 337966"/>
                <a:gd name="connsiteY25" fmla="*/ 527756 h 604363"/>
                <a:gd name="connsiteX26" fmla="*/ 168920 w 337966"/>
                <a:gd name="connsiteY26" fmla="*/ 490514 h 604363"/>
                <a:gd name="connsiteX27" fmla="*/ 49353 w 337966"/>
                <a:gd name="connsiteY27" fmla="*/ 527756 h 604363"/>
                <a:gd name="connsiteX28" fmla="*/ 27653 w 337966"/>
                <a:gd name="connsiteY28" fmla="*/ 594592 h 604363"/>
                <a:gd name="connsiteX29" fmla="*/ 9782 w 337966"/>
                <a:gd name="connsiteY29" fmla="*/ 603655 h 604363"/>
                <a:gd name="connsiteX30" fmla="*/ 704 w 337966"/>
                <a:gd name="connsiteY30" fmla="*/ 585813 h 604363"/>
                <a:gd name="connsiteX31" fmla="*/ 23398 w 337966"/>
                <a:gd name="connsiteY31" fmla="*/ 516003 h 604363"/>
                <a:gd name="connsiteX32" fmla="*/ 23965 w 337966"/>
                <a:gd name="connsiteY32" fmla="*/ 514020 h 604363"/>
                <a:gd name="connsiteX33" fmla="*/ 149063 w 337966"/>
                <a:gd name="connsiteY33" fmla="*/ 129993 h 604363"/>
                <a:gd name="connsiteX34" fmla="*/ 118852 w 337966"/>
                <a:gd name="connsiteY34" fmla="*/ 84256 h 604363"/>
                <a:gd name="connsiteX35" fmla="*/ 168920 w 337966"/>
                <a:gd name="connsiteY35" fmla="*/ 34270 h 604363"/>
                <a:gd name="connsiteX36" fmla="*/ 94727 w 337966"/>
                <a:gd name="connsiteY36" fmla="*/ 28009 h 604363"/>
                <a:gd name="connsiteX37" fmla="*/ 95578 w 337966"/>
                <a:gd name="connsiteY37" fmla="*/ 47981 h 604363"/>
                <a:gd name="connsiteX38" fmla="*/ 83809 w 337966"/>
                <a:gd name="connsiteY38" fmla="*/ 82117 h 604363"/>
                <a:gd name="connsiteX39" fmla="*/ 95436 w 337966"/>
                <a:gd name="connsiteY39" fmla="*/ 116111 h 604363"/>
                <a:gd name="connsiteX40" fmla="*/ 94444 w 337966"/>
                <a:gd name="connsiteY40" fmla="*/ 136083 h 604363"/>
                <a:gd name="connsiteX41" fmla="*/ 84944 w 337966"/>
                <a:gd name="connsiteY41" fmla="*/ 139624 h 604363"/>
                <a:gd name="connsiteX42" fmla="*/ 74309 w 337966"/>
                <a:gd name="connsiteY42" fmla="*/ 134950 h 604363"/>
                <a:gd name="connsiteX43" fmla="*/ 55451 w 337966"/>
                <a:gd name="connsiteY43" fmla="*/ 82117 h 604363"/>
                <a:gd name="connsiteX44" fmla="*/ 74735 w 337966"/>
                <a:gd name="connsiteY44" fmla="*/ 28859 h 604363"/>
                <a:gd name="connsiteX45" fmla="*/ 94727 w 337966"/>
                <a:gd name="connsiteY45" fmla="*/ 28009 h 604363"/>
                <a:gd name="connsiteX46" fmla="*/ 241562 w 337966"/>
                <a:gd name="connsiteY46" fmla="*/ 27868 h 604363"/>
                <a:gd name="connsiteX47" fmla="*/ 261555 w 337966"/>
                <a:gd name="connsiteY47" fmla="*/ 29001 h 604363"/>
                <a:gd name="connsiteX48" fmla="*/ 280413 w 337966"/>
                <a:gd name="connsiteY48" fmla="*/ 81834 h 604363"/>
                <a:gd name="connsiteX49" fmla="*/ 261130 w 337966"/>
                <a:gd name="connsiteY49" fmla="*/ 135091 h 604363"/>
                <a:gd name="connsiteX50" fmla="*/ 250779 w 337966"/>
                <a:gd name="connsiteY50" fmla="*/ 139624 h 604363"/>
                <a:gd name="connsiteX51" fmla="*/ 241137 w 337966"/>
                <a:gd name="connsiteY51" fmla="*/ 135941 h 604363"/>
                <a:gd name="connsiteX52" fmla="*/ 240286 w 337966"/>
                <a:gd name="connsiteY52" fmla="*/ 115970 h 604363"/>
                <a:gd name="connsiteX53" fmla="*/ 252055 w 337966"/>
                <a:gd name="connsiteY53" fmla="*/ 81834 h 604363"/>
                <a:gd name="connsiteX54" fmla="*/ 240428 w 337966"/>
                <a:gd name="connsiteY54" fmla="*/ 47839 h 604363"/>
                <a:gd name="connsiteX55" fmla="*/ 241562 w 337966"/>
                <a:gd name="connsiteY55" fmla="*/ 27868 h 604363"/>
                <a:gd name="connsiteX56" fmla="*/ 284673 w 337966"/>
                <a:gd name="connsiteY56" fmla="*/ 3663 h 604363"/>
                <a:gd name="connsiteX57" fmla="*/ 304649 w 337966"/>
                <a:gd name="connsiteY57" fmla="*/ 4654 h 604363"/>
                <a:gd name="connsiteX58" fmla="*/ 333126 w 337966"/>
                <a:gd name="connsiteY58" fmla="*/ 81692 h 604363"/>
                <a:gd name="connsiteX59" fmla="*/ 304224 w 337966"/>
                <a:gd name="connsiteY59" fmla="*/ 159297 h 604363"/>
                <a:gd name="connsiteX60" fmla="*/ 293740 w 337966"/>
                <a:gd name="connsiteY60" fmla="*/ 163970 h 604363"/>
                <a:gd name="connsiteX61" fmla="*/ 284106 w 337966"/>
                <a:gd name="connsiteY61" fmla="*/ 160288 h 604363"/>
                <a:gd name="connsiteX62" fmla="*/ 283256 w 337966"/>
                <a:gd name="connsiteY62" fmla="*/ 140320 h 604363"/>
                <a:gd name="connsiteX63" fmla="*/ 304791 w 337966"/>
                <a:gd name="connsiteY63" fmla="*/ 81692 h 604363"/>
                <a:gd name="connsiteX64" fmla="*/ 283681 w 337966"/>
                <a:gd name="connsiteY64" fmla="*/ 23630 h 604363"/>
                <a:gd name="connsiteX65" fmla="*/ 284673 w 337966"/>
                <a:gd name="connsiteY65" fmla="*/ 3663 h 604363"/>
                <a:gd name="connsiteX66" fmla="*/ 51750 w 337966"/>
                <a:gd name="connsiteY66" fmla="*/ 3663 h 604363"/>
                <a:gd name="connsiteX67" fmla="*/ 52601 w 337966"/>
                <a:gd name="connsiteY67" fmla="*/ 23630 h 604363"/>
                <a:gd name="connsiteX68" fmla="*/ 31039 w 337966"/>
                <a:gd name="connsiteY68" fmla="*/ 82259 h 604363"/>
                <a:gd name="connsiteX69" fmla="*/ 52176 w 337966"/>
                <a:gd name="connsiteY69" fmla="*/ 140320 h 604363"/>
                <a:gd name="connsiteX70" fmla="*/ 51183 w 337966"/>
                <a:gd name="connsiteY70" fmla="*/ 160288 h 604363"/>
                <a:gd name="connsiteX71" fmla="*/ 41679 w 337966"/>
                <a:gd name="connsiteY71" fmla="*/ 163970 h 604363"/>
                <a:gd name="connsiteX72" fmla="*/ 31181 w 337966"/>
                <a:gd name="connsiteY72" fmla="*/ 159297 h 604363"/>
                <a:gd name="connsiteX73" fmla="*/ 2668 w 337966"/>
                <a:gd name="connsiteY73" fmla="*/ 82259 h 604363"/>
                <a:gd name="connsiteX74" fmla="*/ 31607 w 337966"/>
                <a:gd name="connsiteY74" fmla="*/ 4654 h 604363"/>
                <a:gd name="connsiteX75" fmla="*/ 51750 w 337966"/>
                <a:gd name="connsiteY75" fmla="*/ 3663 h 60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7966" h="604363">
                  <a:moveTo>
                    <a:pt x="168920" y="358540"/>
                  </a:moveTo>
                  <a:cubicBezTo>
                    <a:pt x="145092" y="358540"/>
                    <a:pt x="121689" y="362505"/>
                    <a:pt x="100839" y="369869"/>
                  </a:cubicBezTo>
                  <a:lnTo>
                    <a:pt x="63111" y="485700"/>
                  </a:lnTo>
                  <a:cubicBezTo>
                    <a:pt x="93606" y="470548"/>
                    <a:pt x="130341" y="462194"/>
                    <a:pt x="168920" y="462194"/>
                  </a:cubicBezTo>
                  <a:cubicBezTo>
                    <a:pt x="207499" y="462194"/>
                    <a:pt x="244376" y="470548"/>
                    <a:pt x="274728" y="485700"/>
                  </a:cubicBezTo>
                  <a:lnTo>
                    <a:pt x="237142" y="369869"/>
                  </a:lnTo>
                  <a:cubicBezTo>
                    <a:pt x="216292" y="362505"/>
                    <a:pt x="192890" y="358540"/>
                    <a:pt x="168920" y="358540"/>
                  </a:cubicBezTo>
                  <a:close/>
                  <a:moveTo>
                    <a:pt x="168920" y="160580"/>
                  </a:moveTo>
                  <a:lnTo>
                    <a:pt x="111477" y="337017"/>
                  </a:lnTo>
                  <a:cubicBezTo>
                    <a:pt x="129773" y="332485"/>
                    <a:pt x="149347" y="330220"/>
                    <a:pt x="168920" y="330220"/>
                  </a:cubicBezTo>
                  <a:cubicBezTo>
                    <a:pt x="188635" y="330220"/>
                    <a:pt x="208066" y="332485"/>
                    <a:pt x="226363" y="337017"/>
                  </a:cubicBezTo>
                  <a:close/>
                  <a:moveTo>
                    <a:pt x="168920" y="62591"/>
                  </a:moveTo>
                  <a:cubicBezTo>
                    <a:pt x="157006" y="62591"/>
                    <a:pt x="147219" y="72220"/>
                    <a:pt x="147219" y="84256"/>
                  </a:cubicBezTo>
                  <a:cubicBezTo>
                    <a:pt x="147219" y="96150"/>
                    <a:pt x="157006" y="105779"/>
                    <a:pt x="168920" y="105779"/>
                  </a:cubicBezTo>
                  <a:cubicBezTo>
                    <a:pt x="180834" y="105779"/>
                    <a:pt x="190620" y="96150"/>
                    <a:pt x="190620" y="84256"/>
                  </a:cubicBezTo>
                  <a:cubicBezTo>
                    <a:pt x="190620" y="72220"/>
                    <a:pt x="180834" y="62591"/>
                    <a:pt x="168920" y="62591"/>
                  </a:cubicBezTo>
                  <a:close/>
                  <a:moveTo>
                    <a:pt x="168920" y="34270"/>
                  </a:moveTo>
                  <a:cubicBezTo>
                    <a:pt x="196577" y="34270"/>
                    <a:pt x="218987" y="56643"/>
                    <a:pt x="218987" y="84256"/>
                  </a:cubicBezTo>
                  <a:cubicBezTo>
                    <a:pt x="218987" y="104647"/>
                    <a:pt x="206506" y="122347"/>
                    <a:pt x="188777" y="129993"/>
                  </a:cubicBezTo>
                  <a:lnTo>
                    <a:pt x="313874" y="514162"/>
                  </a:lnTo>
                  <a:cubicBezTo>
                    <a:pt x="314158" y="514728"/>
                    <a:pt x="314300" y="515295"/>
                    <a:pt x="314442" y="515861"/>
                  </a:cubicBezTo>
                  <a:lnTo>
                    <a:pt x="337277" y="585813"/>
                  </a:lnTo>
                  <a:cubicBezTo>
                    <a:pt x="339688" y="593318"/>
                    <a:pt x="335575" y="601248"/>
                    <a:pt x="328058" y="603655"/>
                  </a:cubicBezTo>
                  <a:cubicBezTo>
                    <a:pt x="326639" y="604221"/>
                    <a:pt x="325221" y="604363"/>
                    <a:pt x="323661" y="604363"/>
                  </a:cubicBezTo>
                  <a:cubicBezTo>
                    <a:pt x="317704" y="604363"/>
                    <a:pt x="312172" y="600540"/>
                    <a:pt x="310187" y="594592"/>
                  </a:cubicBezTo>
                  <a:lnTo>
                    <a:pt x="288486" y="527756"/>
                  </a:lnTo>
                  <a:cubicBezTo>
                    <a:pt x="258984" y="503966"/>
                    <a:pt x="215725" y="490514"/>
                    <a:pt x="168920" y="490514"/>
                  </a:cubicBezTo>
                  <a:cubicBezTo>
                    <a:pt x="122114" y="490514"/>
                    <a:pt x="78855" y="504108"/>
                    <a:pt x="49353" y="527756"/>
                  </a:cubicBezTo>
                  <a:lnTo>
                    <a:pt x="27653" y="594592"/>
                  </a:lnTo>
                  <a:cubicBezTo>
                    <a:pt x="25242" y="602097"/>
                    <a:pt x="17157" y="606062"/>
                    <a:pt x="9782" y="603655"/>
                  </a:cubicBezTo>
                  <a:cubicBezTo>
                    <a:pt x="2264" y="601248"/>
                    <a:pt x="-1707" y="593318"/>
                    <a:pt x="704" y="585813"/>
                  </a:cubicBezTo>
                  <a:lnTo>
                    <a:pt x="23398" y="516003"/>
                  </a:lnTo>
                  <a:cubicBezTo>
                    <a:pt x="23540" y="515295"/>
                    <a:pt x="23823" y="514728"/>
                    <a:pt x="23965" y="514020"/>
                  </a:cubicBezTo>
                  <a:lnTo>
                    <a:pt x="149063" y="129993"/>
                  </a:lnTo>
                  <a:cubicBezTo>
                    <a:pt x="131334" y="122347"/>
                    <a:pt x="118852" y="104647"/>
                    <a:pt x="118852" y="84256"/>
                  </a:cubicBezTo>
                  <a:cubicBezTo>
                    <a:pt x="118852" y="56643"/>
                    <a:pt x="141404" y="34270"/>
                    <a:pt x="168920" y="34270"/>
                  </a:cubicBezTo>
                  <a:close/>
                  <a:moveTo>
                    <a:pt x="94727" y="28009"/>
                  </a:moveTo>
                  <a:cubicBezTo>
                    <a:pt x="100541" y="33250"/>
                    <a:pt x="100966" y="42174"/>
                    <a:pt x="95578" y="47981"/>
                  </a:cubicBezTo>
                  <a:cubicBezTo>
                    <a:pt x="88914" y="55346"/>
                    <a:pt x="83809" y="70077"/>
                    <a:pt x="83809" y="82117"/>
                  </a:cubicBezTo>
                  <a:cubicBezTo>
                    <a:pt x="83809" y="94157"/>
                    <a:pt x="88772" y="108746"/>
                    <a:pt x="95436" y="116111"/>
                  </a:cubicBezTo>
                  <a:cubicBezTo>
                    <a:pt x="100683" y="121919"/>
                    <a:pt x="100257" y="130842"/>
                    <a:pt x="94444" y="136083"/>
                  </a:cubicBezTo>
                  <a:cubicBezTo>
                    <a:pt x="91608" y="138491"/>
                    <a:pt x="88205" y="139624"/>
                    <a:pt x="84944" y="139624"/>
                  </a:cubicBezTo>
                  <a:cubicBezTo>
                    <a:pt x="80974" y="139624"/>
                    <a:pt x="77145" y="138066"/>
                    <a:pt x="74309" y="134950"/>
                  </a:cubicBezTo>
                  <a:cubicBezTo>
                    <a:pt x="61265" y="120502"/>
                    <a:pt x="55451" y="97981"/>
                    <a:pt x="55451" y="82117"/>
                  </a:cubicBezTo>
                  <a:cubicBezTo>
                    <a:pt x="55451" y="66111"/>
                    <a:pt x="61406" y="43448"/>
                    <a:pt x="74735" y="28859"/>
                  </a:cubicBezTo>
                  <a:cubicBezTo>
                    <a:pt x="79981" y="23052"/>
                    <a:pt x="88914" y="22627"/>
                    <a:pt x="94727" y="28009"/>
                  </a:cubicBezTo>
                  <a:close/>
                  <a:moveTo>
                    <a:pt x="241562" y="27868"/>
                  </a:moveTo>
                  <a:cubicBezTo>
                    <a:pt x="247376" y="22627"/>
                    <a:pt x="256309" y="23194"/>
                    <a:pt x="261555" y="29001"/>
                  </a:cubicBezTo>
                  <a:cubicBezTo>
                    <a:pt x="274600" y="43448"/>
                    <a:pt x="280413" y="65970"/>
                    <a:pt x="280413" y="81834"/>
                  </a:cubicBezTo>
                  <a:cubicBezTo>
                    <a:pt x="280413" y="97839"/>
                    <a:pt x="274458" y="120502"/>
                    <a:pt x="261130" y="135091"/>
                  </a:cubicBezTo>
                  <a:cubicBezTo>
                    <a:pt x="258436" y="138066"/>
                    <a:pt x="254607" y="139624"/>
                    <a:pt x="250779" y="139624"/>
                  </a:cubicBezTo>
                  <a:cubicBezTo>
                    <a:pt x="247376" y="139624"/>
                    <a:pt x="243831" y="138491"/>
                    <a:pt x="241137" y="135941"/>
                  </a:cubicBezTo>
                  <a:cubicBezTo>
                    <a:pt x="235324" y="130700"/>
                    <a:pt x="235040" y="121777"/>
                    <a:pt x="240286" y="115970"/>
                  </a:cubicBezTo>
                  <a:cubicBezTo>
                    <a:pt x="246951" y="108604"/>
                    <a:pt x="252055" y="93873"/>
                    <a:pt x="252055" y="81834"/>
                  </a:cubicBezTo>
                  <a:cubicBezTo>
                    <a:pt x="252055" y="69794"/>
                    <a:pt x="247092" y="55205"/>
                    <a:pt x="240428" y="47839"/>
                  </a:cubicBezTo>
                  <a:cubicBezTo>
                    <a:pt x="235182" y="42032"/>
                    <a:pt x="235749" y="33109"/>
                    <a:pt x="241562" y="27868"/>
                  </a:cubicBezTo>
                  <a:close/>
                  <a:moveTo>
                    <a:pt x="284673" y="3663"/>
                  </a:moveTo>
                  <a:cubicBezTo>
                    <a:pt x="290482" y="-1577"/>
                    <a:pt x="299407" y="-1152"/>
                    <a:pt x="304649" y="4654"/>
                  </a:cubicBezTo>
                  <a:cubicBezTo>
                    <a:pt x="322217" y="24197"/>
                    <a:pt x="333126" y="53653"/>
                    <a:pt x="333126" y="81692"/>
                  </a:cubicBezTo>
                  <a:cubicBezTo>
                    <a:pt x="333126" y="110015"/>
                    <a:pt x="322075" y="139754"/>
                    <a:pt x="304224" y="159297"/>
                  </a:cubicBezTo>
                  <a:cubicBezTo>
                    <a:pt x="301391" y="162412"/>
                    <a:pt x="297565" y="163970"/>
                    <a:pt x="293740" y="163970"/>
                  </a:cubicBezTo>
                  <a:cubicBezTo>
                    <a:pt x="290340" y="163970"/>
                    <a:pt x="286940" y="162695"/>
                    <a:pt x="284106" y="160288"/>
                  </a:cubicBezTo>
                  <a:cubicBezTo>
                    <a:pt x="278439" y="155048"/>
                    <a:pt x="278014" y="145985"/>
                    <a:pt x="283256" y="140320"/>
                  </a:cubicBezTo>
                  <a:cubicBezTo>
                    <a:pt x="296432" y="125876"/>
                    <a:pt x="304791" y="102934"/>
                    <a:pt x="304791" y="81692"/>
                  </a:cubicBezTo>
                  <a:cubicBezTo>
                    <a:pt x="304791" y="60733"/>
                    <a:pt x="296574" y="37933"/>
                    <a:pt x="283681" y="23630"/>
                  </a:cubicBezTo>
                  <a:cubicBezTo>
                    <a:pt x="278439" y="17824"/>
                    <a:pt x="278864" y="8902"/>
                    <a:pt x="284673" y="3663"/>
                  </a:cubicBezTo>
                  <a:close/>
                  <a:moveTo>
                    <a:pt x="51750" y="3663"/>
                  </a:moveTo>
                  <a:cubicBezTo>
                    <a:pt x="57425" y="8902"/>
                    <a:pt x="57850" y="17966"/>
                    <a:pt x="52601" y="23630"/>
                  </a:cubicBezTo>
                  <a:cubicBezTo>
                    <a:pt x="39551" y="38075"/>
                    <a:pt x="31039" y="61016"/>
                    <a:pt x="31039" y="82259"/>
                  </a:cubicBezTo>
                  <a:cubicBezTo>
                    <a:pt x="31039" y="103218"/>
                    <a:pt x="39267" y="126017"/>
                    <a:pt x="52176" y="140320"/>
                  </a:cubicBezTo>
                  <a:cubicBezTo>
                    <a:pt x="57425" y="146127"/>
                    <a:pt x="56999" y="155048"/>
                    <a:pt x="51183" y="160288"/>
                  </a:cubicBezTo>
                  <a:cubicBezTo>
                    <a:pt x="48488" y="162695"/>
                    <a:pt x="45083" y="163970"/>
                    <a:pt x="41679" y="163970"/>
                  </a:cubicBezTo>
                  <a:cubicBezTo>
                    <a:pt x="37848" y="163970"/>
                    <a:pt x="34018" y="162412"/>
                    <a:pt x="31181" y="159297"/>
                  </a:cubicBezTo>
                  <a:cubicBezTo>
                    <a:pt x="13591" y="139754"/>
                    <a:pt x="2668" y="110298"/>
                    <a:pt x="2668" y="82259"/>
                  </a:cubicBezTo>
                  <a:cubicBezTo>
                    <a:pt x="2668" y="53936"/>
                    <a:pt x="13733" y="24197"/>
                    <a:pt x="31607" y="4654"/>
                  </a:cubicBezTo>
                  <a:cubicBezTo>
                    <a:pt x="36997" y="-1152"/>
                    <a:pt x="45934" y="-1577"/>
                    <a:pt x="51750" y="3663"/>
                  </a:cubicBezTo>
                  <a:close/>
                </a:path>
              </a:pathLst>
            </a:custGeom>
            <a:solidFill>
              <a:schemeClr val="accent4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2" name="antenna-with-signal_74024"/>
            <p:cNvSpPr>
              <a:spLocks noChangeAspect="1"/>
            </p:cNvSpPr>
            <p:nvPr/>
          </p:nvSpPr>
          <p:spPr bwMode="auto">
            <a:xfrm>
              <a:off x="7280418" y="5072509"/>
              <a:ext cx="340942" cy="609685"/>
            </a:xfrm>
            <a:custGeom>
              <a:avLst/>
              <a:gdLst>
                <a:gd name="connsiteX0" fmla="*/ 168920 w 337966"/>
                <a:gd name="connsiteY0" fmla="*/ 358540 h 604363"/>
                <a:gd name="connsiteX1" fmla="*/ 100839 w 337966"/>
                <a:gd name="connsiteY1" fmla="*/ 369869 h 604363"/>
                <a:gd name="connsiteX2" fmla="*/ 63111 w 337966"/>
                <a:gd name="connsiteY2" fmla="*/ 485700 h 604363"/>
                <a:gd name="connsiteX3" fmla="*/ 168920 w 337966"/>
                <a:gd name="connsiteY3" fmla="*/ 462194 h 604363"/>
                <a:gd name="connsiteX4" fmla="*/ 274728 w 337966"/>
                <a:gd name="connsiteY4" fmla="*/ 485700 h 604363"/>
                <a:gd name="connsiteX5" fmla="*/ 237142 w 337966"/>
                <a:gd name="connsiteY5" fmla="*/ 369869 h 604363"/>
                <a:gd name="connsiteX6" fmla="*/ 168920 w 337966"/>
                <a:gd name="connsiteY6" fmla="*/ 358540 h 604363"/>
                <a:gd name="connsiteX7" fmla="*/ 168920 w 337966"/>
                <a:gd name="connsiteY7" fmla="*/ 160580 h 604363"/>
                <a:gd name="connsiteX8" fmla="*/ 111477 w 337966"/>
                <a:gd name="connsiteY8" fmla="*/ 337017 h 604363"/>
                <a:gd name="connsiteX9" fmla="*/ 168920 w 337966"/>
                <a:gd name="connsiteY9" fmla="*/ 330220 h 604363"/>
                <a:gd name="connsiteX10" fmla="*/ 226363 w 337966"/>
                <a:gd name="connsiteY10" fmla="*/ 337017 h 604363"/>
                <a:gd name="connsiteX11" fmla="*/ 168920 w 337966"/>
                <a:gd name="connsiteY11" fmla="*/ 62591 h 604363"/>
                <a:gd name="connsiteX12" fmla="*/ 147219 w 337966"/>
                <a:gd name="connsiteY12" fmla="*/ 84256 h 604363"/>
                <a:gd name="connsiteX13" fmla="*/ 168920 w 337966"/>
                <a:gd name="connsiteY13" fmla="*/ 105779 h 604363"/>
                <a:gd name="connsiteX14" fmla="*/ 190620 w 337966"/>
                <a:gd name="connsiteY14" fmla="*/ 84256 h 604363"/>
                <a:gd name="connsiteX15" fmla="*/ 168920 w 337966"/>
                <a:gd name="connsiteY15" fmla="*/ 62591 h 604363"/>
                <a:gd name="connsiteX16" fmla="*/ 168920 w 337966"/>
                <a:gd name="connsiteY16" fmla="*/ 34270 h 604363"/>
                <a:gd name="connsiteX17" fmla="*/ 218987 w 337966"/>
                <a:gd name="connsiteY17" fmla="*/ 84256 h 604363"/>
                <a:gd name="connsiteX18" fmla="*/ 188777 w 337966"/>
                <a:gd name="connsiteY18" fmla="*/ 129993 h 604363"/>
                <a:gd name="connsiteX19" fmla="*/ 313874 w 337966"/>
                <a:gd name="connsiteY19" fmla="*/ 514162 h 604363"/>
                <a:gd name="connsiteX20" fmla="*/ 314442 w 337966"/>
                <a:gd name="connsiteY20" fmla="*/ 515861 h 604363"/>
                <a:gd name="connsiteX21" fmla="*/ 337277 w 337966"/>
                <a:gd name="connsiteY21" fmla="*/ 585813 h 604363"/>
                <a:gd name="connsiteX22" fmla="*/ 328058 w 337966"/>
                <a:gd name="connsiteY22" fmla="*/ 603655 h 604363"/>
                <a:gd name="connsiteX23" fmla="*/ 323661 w 337966"/>
                <a:gd name="connsiteY23" fmla="*/ 604363 h 604363"/>
                <a:gd name="connsiteX24" fmla="*/ 310187 w 337966"/>
                <a:gd name="connsiteY24" fmla="*/ 594592 h 604363"/>
                <a:gd name="connsiteX25" fmla="*/ 288486 w 337966"/>
                <a:gd name="connsiteY25" fmla="*/ 527756 h 604363"/>
                <a:gd name="connsiteX26" fmla="*/ 168920 w 337966"/>
                <a:gd name="connsiteY26" fmla="*/ 490514 h 604363"/>
                <a:gd name="connsiteX27" fmla="*/ 49353 w 337966"/>
                <a:gd name="connsiteY27" fmla="*/ 527756 h 604363"/>
                <a:gd name="connsiteX28" fmla="*/ 27653 w 337966"/>
                <a:gd name="connsiteY28" fmla="*/ 594592 h 604363"/>
                <a:gd name="connsiteX29" fmla="*/ 9782 w 337966"/>
                <a:gd name="connsiteY29" fmla="*/ 603655 h 604363"/>
                <a:gd name="connsiteX30" fmla="*/ 704 w 337966"/>
                <a:gd name="connsiteY30" fmla="*/ 585813 h 604363"/>
                <a:gd name="connsiteX31" fmla="*/ 23398 w 337966"/>
                <a:gd name="connsiteY31" fmla="*/ 516003 h 604363"/>
                <a:gd name="connsiteX32" fmla="*/ 23965 w 337966"/>
                <a:gd name="connsiteY32" fmla="*/ 514020 h 604363"/>
                <a:gd name="connsiteX33" fmla="*/ 149063 w 337966"/>
                <a:gd name="connsiteY33" fmla="*/ 129993 h 604363"/>
                <a:gd name="connsiteX34" fmla="*/ 118852 w 337966"/>
                <a:gd name="connsiteY34" fmla="*/ 84256 h 604363"/>
                <a:gd name="connsiteX35" fmla="*/ 168920 w 337966"/>
                <a:gd name="connsiteY35" fmla="*/ 34270 h 604363"/>
                <a:gd name="connsiteX36" fmla="*/ 94727 w 337966"/>
                <a:gd name="connsiteY36" fmla="*/ 28009 h 604363"/>
                <a:gd name="connsiteX37" fmla="*/ 95578 w 337966"/>
                <a:gd name="connsiteY37" fmla="*/ 47981 h 604363"/>
                <a:gd name="connsiteX38" fmla="*/ 83809 w 337966"/>
                <a:gd name="connsiteY38" fmla="*/ 82117 h 604363"/>
                <a:gd name="connsiteX39" fmla="*/ 95436 w 337966"/>
                <a:gd name="connsiteY39" fmla="*/ 116111 h 604363"/>
                <a:gd name="connsiteX40" fmla="*/ 94444 w 337966"/>
                <a:gd name="connsiteY40" fmla="*/ 136083 h 604363"/>
                <a:gd name="connsiteX41" fmla="*/ 84944 w 337966"/>
                <a:gd name="connsiteY41" fmla="*/ 139624 h 604363"/>
                <a:gd name="connsiteX42" fmla="*/ 74309 w 337966"/>
                <a:gd name="connsiteY42" fmla="*/ 134950 h 604363"/>
                <a:gd name="connsiteX43" fmla="*/ 55451 w 337966"/>
                <a:gd name="connsiteY43" fmla="*/ 82117 h 604363"/>
                <a:gd name="connsiteX44" fmla="*/ 74735 w 337966"/>
                <a:gd name="connsiteY44" fmla="*/ 28859 h 604363"/>
                <a:gd name="connsiteX45" fmla="*/ 94727 w 337966"/>
                <a:gd name="connsiteY45" fmla="*/ 28009 h 604363"/>
                <a:gd name="connsiteX46" fmla="*/ 241562 w 337966"/>
                <a:gd name="connsiteY46" fmla="*/ 27868 h 604363"/>
                <a:gd name="connsiteX47" fmla="*/ 261555 w 337966"/>
                <a:gd name="connsiteY47" fmla="*/ 29001 h 604363"/>
                <a:gd name="connsiteX48" fmla="*/ 280413 w 337966"/>
                <a:gd name="connsiteY48" fmla="*/ 81834 h 604363"/>
                <a:gd name="connsiteX49" fmla="*/ 261130 w 337966"/>
                <a:gd name="connsiteY49" fmla="*/ 135091 h 604363"/>
                <a:gd name="connsiteX50" fmla="*/ 250779 w 337966"/>
                <a:gd name="connsiteY50" fmla="*/ 139624 h 604363"/>
                <a:gd name="connsiteX51" fmla="*/ 241137 w 337966"/>
                <a:gd name="connsiteY51" fmla="*/ 135941 h 604363"/>
                <a:gd name="connsiteX52" fmla="*/ 240286 w 337966"/>
                <a:gd name="connsiteY52" fmla="*/ 115970 h 604363"/>
                <a:gd name="connsiteX53" fmla="*/ 252055 w 337966"/>
                <a:gd name="connsiteY53" fmla="*/ 81834 h 604363"/>
                <a:gd name="connsiteX54" fmla="*/ 240428 w 337966"/>
                <a:gd name="connsiteY54" fmla="*/ 47839 h 604363"/>
                <a:gd name="connsiteX55" fmla="*/ 241562 w 337966"/>
                <a:gd name="connsiteY55" fmla="*/ 27868 h 604363"/>
                <a:gd name="connsiteX56" fmla="*/ 284673 w 337966"/>
                <a:gd name="connsiteY56" fmla="*/ 3663 h 604363"/>
                <a:gd name="connsiteX57" fmla="*/ 304649 w 337966"/>
                <a:gd name="connsiteY57" fmla="*/ 4654 h 604363"/>
                <a:gd name="connsiteX58" fmla="*/ 333126 w 337966"/>
                <a:gd name="connsiteY58" fmla="*/ 81692 h 604363"/>
                <a:gd name="connsiteX59" fmla="*/ 304224 w 337966"/>
                <a:gd name="connsiteY59" fmla="*/ 159297 h 604363"/>
                <a:gd name="connsiteX60" fmla="*/ 293740 w 337966"/>
                <a:gd name="connsiteY60" fmla="*/ 163970 h 604363"/>
                <a:gd name="connsiteX61" fmla="*/ 284106 w 337966"/>
                <a:gd name="connsiteY61" fmla="*/ 160288 h 604363"/>
                <a:gd name="connsiteX62" fmla="*/ 283256 w 337966"/>
                <a:gd name="connsiteY62" fmla="*/ 140320 h 604363"/>
                <a:gd name="connsiteX63" fmla="*/ 304791 w 337966"/>
                <a:gd name="connsiteY63" fmla="*/ 81692 h 604363"/>
                <a:gd name="connsiteX64" fmla="*/ 283681 w 337966"/>
                <a:gd name="connsiteY64" fmla="*/ 23630 h 604363"/>
                <a:gd name="connsiteX65" fmla="*/ 284673 w 337966"/>
                <a:gd name="connsiteY65" fmla="*/ 3663 h 604363"/>
                <a:gd name="connsiteX66" fmla="*/ 51750 w 337966"/>
                <a:gd name="connsiteY66" fmla="*/ 3663 h 604363"/>
                <a:gd name="connsiteX67" fmla="*/ 52601 w 337966"/>
                <a:gd name="connsiteY67" fmla="*/ 23630 h 604363"/>
                <a:gd name="connsiteX68" fmla="*/ 31039 w 337966"/>
                <a:gd name="connsiteY68" fmla="*/ 82259 h 604363"/>
                <a:gd name="connsiteX69" fmla="*/ 52176 w 337966"/>
                <a:gd name="connsiteY69" fmla="*/ 140320 h 604363"/>
                <a:gd name="connsiteX70" fmla="*/ 51183 w 337966"/>
                <a:gd name="connsiteY70" fmla="*/ 160288 h 604363"/>
                <a:gd name="connsiteX71" fmla="*/ 41679 w 337966"/>
                <a:gd name="connsiteY71" fmla="*/ 163970 h 604363"/>
                <a:gd name="connsiteX72" fmla="*/ 31181 w 337966"/>
                <a:gd name="connsiteY72" fmla="*/ 159297 h 604363"/>
                <a:gd name="connsiteX73" fmla="*/ 2668 w 337966"/>
                <a:gd name="connsiteY73" fmla="*/ 82259 h 604363"/>
                <a:gd name="connsiteX74" fmla="*/ 31607 w 337966"/>
                <a:gd name="connsiteY74" fmla="*/ 4654 h 604363"/>
                <a:gd name="connsiteX75" fmla="*/ 51750 w 337966"/>
                <a:gd name="connsiteY75" fmla="*/ 3663 h 60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37966" h="604363">
                  <a:moveTo>
                    <a:pt x="168920" y="358540"/>
                  </a:moveTo>
                  <a:cubicBezTo>
                    <a:pt x="145092" y="358540"/>
                    <a:pt x="121689" y="362505"/>
                    <a:pt x="100839" y="369869"/>
                  </a:cubicBezTo>
                  <a:lnTo>
                    <a:pt x="63111" y="485700"/>
                  </a:lnTo>
                  <a:cubicBezTo>
                    <a:pt x="93606" y="470548"/>
                    <a:pt x="130341" y="462194"/>
                    <a:pt x="168920" y="462194"/>
                  </a:cubicBezTo>
                  <a:cubicBezTo>
                    <a:pt x="207499" y="462194"/>
                    <a:pt x="244376" y="470548"/>
                    <a:pt x="274728" y="485700"/>
                  </a:cubicBezTo>
                  <a:lnTo>
                    <a:pt x="237142" y="369869"/>
                  </a:lnTo>
                  <a:cubicBezTo>
                    <a:pt x="216292" y="362505"/>
                    <a:pt x="192890" y="358540"/>
                    <a:pt x="168920" y="358540"/>
                  </a:cubicBezTo>
                  <a:close/>
                  <a:moveTo>
                    <a:pt x="168920" y="160580"/>
                  </a:moveTo>
                  <a:lnTo>
                    <a:pt x="111477" y="337017"/>
                  </a:lnTo>
                  <a:cubicBezTo>
                    <a:pt x="129773" y="332485"/>
                    <a:pt x="149347" y="330220"/>
                    <a:pt x="168920" y="330220"/>
                  </a:cubicBezTo>
                  <a:cubicBezTo>
                    <a:pt x="188635" y="330220"/>
                    <a:pt x="208066" y="332485"/>
                    <a:pt x="226363" y="337017"/>
                  </a:cubicBezTo>
                  <a:close/>
                  <a:moveTo>
                    <a:pt x="168920" y="62591"/>
                  </a:moveTo>
                  <a:cubicBezTo>
                    <a:pt x="157006" y="62591"/>
                    <a:pt x="147219" y="72220"/>
                    <a:pt x="147219" y="84256"/>
                  </a:cubicBezTo>
                  <a:cubicBezTo>
                    <a:pt x="147219" y="96150"/>
                    <a:pt x="157006" y="105779"/>
                    <a:pt x="168920" y="105779"/>
                  </a:cubicBezTo>
                  <a:cubicBezTo>
                    <a:pt x="180834" y="105779"/>
                    <a:pt x="190620" y="96150"/>
                    <a:pt x="190620" y="84256"/>
                  </a:cubicBezTo>
                  <a:cubicBezTo>
                    <a:pt x="190620" y="72220"/>
                    <a:pt x="180834" y="62591"/>
                    <a:pt x="168920" y="62591"/>
                  </a:cubicBezTo>
                  <a:close/>
                  <a:moveTo>
                    <a:pt x="168920" y="34270"/>
                  </a:moveTo>
                  <a:cubicBezTo>
                    <a:pt x="196577" y="34270"/>
                    <a:pt x="218987" y="56643"/>
                    <a:pt x="218987" y="84256"/>
                  </a:cubicBezTo>
                  <a:cubicBezTo>
                    <a:pt x="218987" y="104647"/>
                    <a:pt x="206506" y="122347"/>
                    <a:pt x="188777" y="129993"/>
                  </a:cubicBezTo>
                  <a:lnTo>
                    <a:pt x="313874" y="514162"/>
                  </a:lnTo>
                  <a:cubicBezTo>
                    <a:pt x="314158" y="514728"/>
                    <a:pt x="314300" y="515295"/>
                    <a:pt x="314442" y="515861"/>
                  </a:cubicBezTo>
                  <a:lnTo>
                    <a:pt x="337277" y="585813"/>
                  </a:lnTo>
                  <a:cubicBezTo>
                    <a:pt x="339688" y="593318"/>
                    <a:pt x="335575" y="601248"/>
                    <a:pt x="328058" y="603655"/>
                  </a:cubicBezTo>
                  <a:cubicBezTo>
                    <a:pt x="326639" y="604221"/>
                    <a:pt x="325221" y="604363"/>
                    <a:pt x="323661" y="604363"/>
                  </a:cubicBezTo>
                  <a:cubicBezTo>
                    <a:pt x="317704" y="604363"/>
                    <a:pt x="312172" y="600540"/>
                    <a:pt x="310187" y="594592"/>
                  </a:cubicBezTo>
                  <a:lnTo>
                    <a:pt x="288486" y="527756"/>
                  </a:lnTo>
                  <a:cubicBezTo>
                    <a:pt x="258984" y="503966"/>
                    <a:pt x="215725" y="490514"/>
                    <a:pt x="168920" y="490514"/>
                  </a:cubicBezTo>
                  <a:cubicBezTo>
                    <a:pt x="122114" y="490514"/>
                    <a:pt x="78855" y="504108"/>
                    <a:pt x="49353" y="527756"/>
                  </a:cubicBezTo>
                  <a:lnTo>
                    <a:pt x="27653" y="594592"/>
                  </a:lnTo>
                  <a:cubicBezTo>
                    <a:pt x="25242" y="602097"/>
                    <a:pt x="17157" y="606062"/>
                    <a:pt x="9782" y="603655"/>
                  </a:cubicBezTo>
                  <a:cubicBezTo>
                    <a:pt x="2264" y="601248"/>
                    <a:pt x="-1707" y="593318"/>
                    <a:pt x="704" y="585813"/>
                  </a:cubicBezTo>
                  <a:lnTo>
                    <a:pt x="23398" y="516003"/>
                  </a:lnTo>
                  <a:cubicBezTo>
                    <a:pt x="23540" y="515295"/>
                    <a:pt x="23823" y="514728"/>
                    <a:pt x="23965" y="514020"/>
                  </a:cubicBezTo>
                  <a:lnTo>
                    <a:pt x="149063" y="129993"/>
                  </a:lnTo>
                  <a:cubicBezTo>
                    <a:pt x="131334" y="122347"/>
                    <a:pt x="118852" y="104647"/>
                    <a:pt x="118852" y="84256"/>
                  </a:cubicBezTo>
                  <a:cubicBezTo>
                    <a:pt x="118852" y="56643"/>
                    <a:pt x="141404" y="34270"/>
                    <a:pt x="168920" y="34270"/>
                  </a:cubicBezTo>
                  <a:close/>
                  <a:moveTo>
                    <a:pt x="94727" y="28009"/>
                  </a:moveTo>
                  <a:cubicBezTo>
                    <a:pt x="100541" y="33250"/>
                    <a:pt x="100966" y="42174"/>
                    <a:pt x="95578" y="47981"/>
                  </a:cubicBezTo>
                  <a:cubicBezTo>
                    <a:pt x="88914" y="55346"/>
                    <a:pt x="83809" y="70077"/>
                    <a:pt x="83809" y="82117"/>
                  </a:cubicBezTo>
                  <a:cubicBezTo>
                    <a:pt x="83809" y="94157"/>
                    <a:pt x="88772" y="108746"/>
                    <a:pt x="95436" y="116111"/>
                  </a:cubicBezTo>
                  <a:cubicBezTo>
                    <a:pt x="100683" y="121919"/>
                    <a:pt x="100257" y="130842"/>
                    <a:pt x="94444" y="136083"/>
                  </a:cubicBezTo>
                  <a:cubicBezTo>
                    <a:pt x="91608" y="138491"/>
                    <a:pt x="88205" y="139624"/>
                    <a:pt x="84944" y="139624"/>
                  </a:cubicBezTo>
                  <a:cubicBezTo>
                    <a:pt x="80974" y="139624"/>
                    <a:pt x="77145" y="138066"/>
                    <a:pt x="74309" y="134950"/>
                  </a:cubicBezTo>
                  <a:cubicBezTo>
                    <a:pt x="61265" y="120502"/>
                    <a:pt x="55451" y="97981"/>
                    <a:pt x="55451" y="82117"/>
                  </a:cubicBezTo>
                  <a:cubicBezTo>
                    <a:pt x="55451" y="66111"/>
                    <a:pt x="61406" y="43448"/>
                    <a:pt x="74735" y="28859"/>
                  </a:cubicBezTo>
                  <a:cubicBezTo>
                    <a:pt x="79981" y="23052"/>
                    <a:pt x="88914" y="22627"/>
                    <a:pt x="94727" y="28009"/>
                  </a:cubicBezTo>
                  <a:close/>
                  <a:moveTo>
                    <a:pt x="241562" y="27868"/>
                  </a:moveTo>
                  <a:cubicBezTo>
                    <a:pt x="247376" y="22627"/>
                    <a:pt x="256309" y="23194"/>
                    <a:pt x="261555" y="29001"/>
                  </a:cubicBezTo>
                  <a:cubicBezTo>
                    <a:pt x="274600" y="43448"/>
                    <a:pt x="280413" y="65970"/>
                    <a:pt x="280413" y="81834"/>
                  </a:cubicBezTo>
                  <a:cubicBezTo>
                    <a:pt x="280413" y="97839"/>
                    <a:pt x="274458" y="120502"/>
                    <a:pt x="261130" y="135091"/>
                  </a:cubicBezTo>
                  <a:cubicBezTo>
                    <a:pt x="258436" y="138066"/>
                    <a:pt x="254607" y="139624"/>
                    <a:pt x="250779" y="139624"/>
                  </a:cubicBezTo>
                  <a:cubicBezTo>
                    <a:pt x="247376" y="139624"/>
                    <a:pt x="243831" y="138491"/>
                    <a:pt x="241137" y="135941"/>
                  </a:cubicBezTo>
                  <a:cubicBezTo>
                    <a:pt x="235324" y="130700"/>
                    <a:pt x="235040" y="121777"/>
                    <a:pt x="240286" y="115970"/>
                  </a:cubicBezTo>
                  <a:cubicBezTo>
                    <a:pt x="246951" y="108604"/>
                    <a:pt x="252055" y="93873"/>
                    <a:pt x="252055" y="81834"/>
                  </a:cubicBezTo>
                  <a:cubicBezTo>
                    <a:pt x="252055" y="69794"/>
                    <a:pt x="247092" y="55205"/>
                    <a:pt x="240428" y="47839"/>
                  </a:cubicBezTo>
                  <a:cubicBezTo>
                    <a:pt x="235182" y="42032"/>
                    <a:pt x="235749" y="33109"/>
                    <a:pt x="241562" y="27868"/>
                  </a:cubicBezTo>
                  <a:close/>
                  <a:moveTo>
                    <a:pt x="284673" y="3663"/>
                  </a:moveTo>
                  <a:cubicBezTo>
                    <a:pt x="290482" y="-1577"/>
                    <a:pt x="299407" y="-1152"/>
                    <a:pt x="304649" y="4654"/>
                  </a:cubicBezTo>
                  <a:cubicBezTo>
                    <a:pt x="322217" y="24197"/>
                    <a:pt x="333126" y="53653"/>
                    <a:pt x="333126" y="81692"/>
                  </a:cubicBezTo>
                  <a:cubicBezTo>
                    <a:pt x="333126" y="110015"/>
                    <a:pt x="322075" y="139754"/>
                    <a:pt x="304224" y="159297"/>
                  </a:cubicBezTo>
                  <a:cubicBezTo>
                    <a:pt x="301391" y="162412"/>
                    <a:pt x="297565" y="163970"/>
                    <a:pt x="293740" y="163970"/>
                  </a:cubicBezTo>
                  <a:cubicBezTo>
                    <a:pt x="290340" y="163970"/>
                    <a:pt x="286940" y="162695"/>
                    <a:pt x="284106" y="160288"/>
                  </a:cubicBezTo>
                  <a:cubicBezTo>
                    <a:pt x="278439" y="155048"/>
                    <a:pt x="278014" y="145985"/>
                    <a:pt x="283256" y="140320"/>
                  </a:cubicBezTo>
                  <a:cubicBezTo>
                    <a:pt x="296432" y="125876"/>
                    <a:pt x="304791" y="102934"/>
                    <a:pt x="304791" y="81692"/>
                  </a:cubicBezTo>
                  <a:cubicBezTo>
                    <a:pt x="304791" y="60733"/>
                    <a:pt x="296574" y="37933"/>
                    <a:pt x="283681" y="23630"/>
                  </a:cubicBezTo>
                  <a:cubicBezTo>
                    <a:pt x="278439" y="17824"/>
                    <a:pt x="278864" y="8902"/>
                    <a:pt x="284673" y="3663"/>
                  </a:cubicBezTo>
                  <a:close/>
                  <a:moveTo>
                    <a:pt x="51750" y="3663"/>
                  </a:moveTo>
                  <a:cubicBezTo>
                    <a:pt x="57425" y="8902"/>
                    <a:pt x="57850" y="17966"/>
                    <a:pt x="52601" y="23630"/>
                  </a:cubicBezTo>
                  <a:cubicBezTo>
                    <a:pt x="39551" y="38075"/>
                    <a:pt x="31039" y="61016"/>
                    <a:pt x="31039" y="82259"/>
                  </a:cubicBezTo>
                  <a:cubicBezTo>
                    <a:pt x="31039" y="103218"/>
                    <a:pt x="39267" y="126017"/>
                    <a:pt x="52176" y="140320"/>
                  </a:cubicBezTo>
                  <a:cubicBezTo>
                    <a:pt x="57425" y="146127"/>
                    <a:pt x="56999" y="155048"/>
                    <a:pt x="51183" y="160288"/>
                  </a:cubicBezTo>
                  <a:cubicBezTo>
                    <a:pt x="48488" y="162695"/>
                    <a:pt x="45083" y="163970"/>
                    <a:pt x="41679" y="163970"/>
                  </a:cubicBezTo>
                  <a:cubicBezTo>
                    <a:pt x="37848" y="163970"/>
                    <a:pt x="34018" y="162412"/>
                    <a:pt x="31181" y="159297"/>
                  </a:cubicBezTo>
                  <a:cubicBezTo>
                    <a:pt x="13591" y="139754"/>
                    <a:pt x="2668" y="110298"/>
                    <a:pt x="2668" y="82259"/>
                  </a:cubicBezTo>
                  <a:cubicBezTo>
                    <a:pt x="2668" y="53936"/>
                    <a:pt x="13733" y="24197"/>
                    <a:pt x="31607" y="4654"/>
                  </a:cubicBezTo>
                  <a:cubicBezTo>
                    <a:pt x="36997" y="-1152"/>
                    <a:pt x="45934" y="-1577"/>
                    <a:pt x="51750" y="3663"/>
                  </a:cubicBezTo>
                  <a:close/>
                </a:path>
              </a:pathLst>
            </a:custGeom>
            <a:solidFill>
              <a:schemeClr val="accent4">
                <a:lumMod val="85000"/>
                <a:lumOff val="15000"/>
              </a:schemeClr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274824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</a:rPr>
              <a:t>Fields Related </a:t>
            </a:r>
            <a:r>
              <a:rPr lang="en-US" dirty="0">
                <a:latin typeface="Arial" panose="020B0604020202020204" pitchFamily="34" charset="0"/>
              </a:rPr>
              <a:t>to Cloud Computing</a:t>
            </a:r>
            <a:r>
              <a:rPr lang="en-US" b="1" dirty="0">
                <a:latin typeface="Arial" panose="020B0604020202020204" pitchFamily="34" charset="0"/>
              </a:rPr>
              <a:t> </a:t>
            </a:r>
            <a:endParaRPr lang="en-US" b="1" dirty="0" smtClean="0">
              <a:latin typeface="Arial" panose="020B0604020202020204" pitchFamily="34" charset="0"/>
            </a:endParaRPr>
          </a:p>
          <a:p>
            <a:r>
              <a:rPr lang="en-US" b="1" dirty="0" smtClean="0">
                <a:latin typeface="Arial" panose="020B0604020202020204" pitchFamily="34" charset="0"/>
              </a:rPr>
              <a:t>Cloud </a:t>
            </a:r>
            <a:r>
              <a:rPr lang="en-US" b="1" dirty="0">
                <a:latin typeface="Arial" panose="020B0604020202020204" pitchFamily="34" charset="0"/>
              </a:rPr>
              <a:t>Computing Technologies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Cloud Computing Trends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Other Emerging Technologies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76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Containers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</a:rPr>
              <a:t>Containerization </a:t>
            </a:r>
            <a:r>
              <a:rPr lang="en-US" dirty="0">
                <a:latin typeface="Arial" panose="020B0604020202020204" pitchFamily="34" charset="0"/>
              </a:rPr>
              <a:t>is a lightweight virtualization technology that uses OS-level virtualization. Several containers (isolated user-space instances) can be created on each operating system</a:t>
            </a:r>
            <a:r>
              <a:rPr lang="en-US" dirty="0" smtClean="0">
                <a:latin typeface="Arial" panose="020B0604020202020204" pitchFamily="34" charset="0"/>
              </a:rPr>
              <a:t>, </a:t>
            </a:r>
            <a:r>
              <a:rPr lang="en-US" dirty="0">
                <a:latin typeface="Arial" panose="020B0604020202020204" pitchFamily="34" charset="0"/>
              </a:rPr>
              <a:t>each of which </a:t>
            </a:r>
            <a:r>
              <a:rPr lang="en-US" dirty="0" smtClean="0">
                <a:latin typeface="Arial" panose="020B0604020202020204" pitchFamily="34" charset="0"/>
              </a:rPr>
              <a:t>is allocated only </a:t>
            </a:r>
            <a:r>
              <a:rPr lang="en-US" dirty="0">
                <a:latin typeface="Arial" panose="020B0604020202020204" pitchFamily="34" charset="0"/>
              </a:rPr>
              <a:t>a subset of the computer's </a:t>
            </a:r>
            <a:r>
              <a:rPr lang="en-US" dirty="0" smtClean="0">
                <a:latin typeface="Arial" panose="020B0604020202020204" pitchFamily="34" charset="0"/>
              </a:rPr>
              <a:t>resources.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 bwMode="auto">
          <a:xfrm>
            <a:off x="4331804" y="3104964"/>
            <a:ext cx="4753626" cy="3169084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dk1"/>
                </a:solidFill>
                <a:prstDash val="solid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687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Docker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912285" y="1124744"/>
            <a:ext cx="10560048" cy="46800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Docker is an open source application container engine. It allows developers to pack their applications and dependency packages into a portable container, and later run them on any other Linux machine. The sandbox mechanism is used for containers, eliminating any interface between containers.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468" y="3140968"/>
            <a:ext cx="3744416" cy="18722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970" y="3118548"/>
            <a:ext cx="4077558" cy="319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4800" y="231916"/>
            <a:ext cx="9831600" cy="6408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Docker Technology - Differences Between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Containers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and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VMs </a:t>
            </a:r>
            <a:r>
              <a:rPr lang="en-US" dirty="0">
                <a:latin typeface="Arial" panose="020B0604020202020204" pitchFamily="34" charset="0"/>
              </a:rPr>
              <a:t>(1)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0" y="1808820"/>
            <a:ext cx="900112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9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4800" y="224644"/>
            <a:ext cx="9831600" cy="6408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Docker Technology - Differences Between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Containers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and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VMs </a:t>
            </a:r>
            <a:r>
              <a:rPr lang="en-US" dirty="0">
                <a:latin typeface="Arial" panose="020B0604020202020204" pitchFamily="34" charset="0"/>
              </a:rPr>
              <a:t>(2)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449315"/>
              </p:ext>
            </p:extLst>
          </p:nvPr>
        </p:nvGraphicFramePr>
        <p:xfrm>
          <a:off x="1739516" y="1592796"/>
          <a:ext cx="8127999" cy="41404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333"/>
                <a:gridCol w="2709333"/>
                <a:gridCol w="2709333"/>
              </a:tblGrid>
              <a:tr h="10351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</a:rPr>
                        <a:t>Difference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</a:rPr>
                        <a:t>VM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</a:rPr>
                        <a:t>     Docker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10351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</a:rPr>
                        <a:t>Size</a:t>
                      </a:r>
                    </a:p>
                  </a:txBody>
                  <a:tcPr anchor="ctr">
                    <a:solidFill>
                      <a:srgbClr val="60C9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zh-CN" altLang="en-US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60C9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zh-CN" altLang="en-US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60C9CC"/>
                    </a:solidFill>
                  </a:tcPr>
                </a:tc>
              </a:tr>
              <a:tr h="10351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</a:rPr>
                        <a:t>Boot speed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zh-CN" altLang="en-US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zh-CN" altLang="en-US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10351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</a:rPr>
                        <a:t>Integration</a:t>
                      </a:r>
                    </a:p>
                  </a:txBody>
                  <a:tcPr anchor="ctr">
                    <a:solidFill>
                      <a:srgbClr val="60C9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zh-CN" altLang="en-US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60C9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zh-CN" altLang="en-US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60C9CC"/>
                    </a:solidFill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92" y="1775212"/>
            <a:ext cx="937665" cy="4680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9" r="47763" b="57269"/>
          <a:stretch/>
        </p:blipFill>
        <p:spPr>
          <a:xfrm>
            <a:off x="4638483" y="1732398"/>
            <a:ext cx="648072" cy="7814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9" name="d1109466-9091-4a20-9600-46ce2bd2e6e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946643" y="2637717"/>
            <a:ext cx="991156" cy="934871"/>
            <a:chOff x="3811588" y="1266825"/>
            <a:chExt cx="4584700" cy="4324350"/>
          </a:xfrm>
        </p:grpSpPr>
        <p:sp>
          <p:nvSpPr>
            <p:cNvPr id="10" name="ïṧḻi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295664D-A45D-40ED-A95E-71E3BB02838E}"/>
                </a:ext>
              </a:extLst>
            </p:cNvPr>
            <p:cNvSpPr/>
            <p:nvPr/>
          </p:nvSpPr>
          <p:spPr bwMode="auto">
            <a:xfrm>
              <a:off x="6249988" y="4560888"/>
              <a:ext cx="1854200" cy="1012825"/>
            </a:xfrm>
            <a:prstGeom prst="ellipse">
              <a:avLst/>
            </a:prstGeom>
            <a:solidFill>
              <a:srgbClr val="E242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" name="îṥľï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A4AB5B3-C0BB-41B2-A28E-B762ABC48917}"/>
                </a:ext>
              </a:extLst>
            </p:cNvPr>
            <p:cNvSpPr/>
            <p:nvPr/>
          </p:nvSpPr>
          <p:spPr bwMode="auto">
            <a:xfrm>
              <a:off x="6249988" y="4149725"/>
              <a:ext cx="1854200" cy="1184275"/>
            </a:xfrm>
            <a:prstGeom prst="rect">
              <a:avLst/>
            </a:prstGeom>
            <a:solidFill>
              <a:srgbClr val="E242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" name="ïṡ1i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34A4C45-5355-4A56-AD14-144A44B24AEA}"/>
                </a:ext>
              </a:extLst>
            </p:cNvPr>
            <p:cNvSpPr/>
            <p:nvPr/>
          </p:nvSpPr>
          <p:spPr bwMode="auto">
            <a:xfrm>
              <a:off x="6249988" y="3927475"/>
              <a:ext cx="1854200" cy="461963"/>
            </a:xfrm>
            <a:prstGeom prst="ellipse">
              <a:avLst/>
            </a:prstGeom>
            <a:solidFill>
              <a:srgbClr val="FEDC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" name="íş1i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EC42278-E2CB-474E-9452-544702EE539E}"/>
                </a:ext>
              </a:extLst>
            </p:cNvPr>
            <p:cNvSpPr/>
            <p:nvPr/>
          </p:nvSpPr>
          <p:spPr bwMode="auto">
            <a:xfrm>
              <a:off x="6249988" y="5248275"/>
              <a:ext cx="1854200" cy="342900"/>
            </a:xfrm>
            <a:custGeom>
              <a:avLst/>
              <a:gdLst>
                <a:gd name="T0" fmla="*/ 108 w 108"/>
                <a:gd name="T1" fmla="*/ 5 h 20"/>
                <a:gd name="T2" fmla="*/ 54 w 108"/>
                <a:gd name="T3" fmla="*/ 20 h 20"/>
                <a:gd name="T4" fmla="*/ 0 w 108"/>
                <a:gd name="T5" fmla="*/ 5 h 20"/>
                <a:gd name="T6" fmla="*/ 0 w 108"/>
                <a:gd name="T7" fmla="*/ 0 h 20"/>
                <a:gd name="T8" fmla="*/ 54 w 108"/>
                <a:gd name="T9" fmla="*/ 14 h 20"/>
                <a:gd name="T10" fmla="*/ 108 w 108"/>
                <a:gd name="T11" fmla="*/ 0 h 20"/>
                <a:gd name="T12" fmla="*/ 108 w 108"/>
                <a:gd name="T13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20">
                  <a:moveTo>
                    <a:pt x="108" y="5"/>
                  </a:moveTo>
                  <a:cubicBezTo>
                    <a:pt x="108" y="13"/>
                    <a:pt x="84" y="20"/>
                    <a:pt x="54" y="20"/>
                  </a:cubicBezTo>
                  <a:cubicBezTo>
                    <a:pt x="24" y="20"/>
                    <a:pt x="0" y="13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27" y="14"/>
                    <a:pt x="54" y="14"/>
                  </a:cubicBezTo>
                  <a:cubicBezTo>
                    <a:pt x="80" y="14"/>
                    <a:pt x="103" y="7"/>
                    <a:pt x="108" y="0"/>
                  </a:cubicBezTo>
                  <a:cubicBezTo>
                    <a:pt x="108" y="0"/>
                    <a:pt x="108" y="4"/>
                    <a:pt x="108" y="5"/>
                  </a:cubicBezTo>
                  <a:close/>
                </a:path>
              </a:pathLst>
            </a:custGeom>
            <a:solidFill>
              <a:srgbClr val="F9B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" name="íṥḻ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DE02E0C-6E4B-437A-9240-E6C3C7A80734}"/>
                </a:ext>
              </a:extLst>
            </p:cNvPr>
            <p:cNvSpPr/>
            <p:nvPr/>
          </p:nvSpPr>
          <p:spPr bwMode="auto">
            <a:xfrm>
              <a:off x="6249988" y="4217988"/>
              <a:ext cx="1854200" cy="1252538"/>
            </a:xfrm>
            <a:custGeom>
              <a:avLst/>
              <a:gdLst>
                <a:gd name="T0" fmla="*/ 0 w 108"/>
                <a:gd name="T1" fmla="*/ 60 h 73"/>
                <a:gd name="T2" fmla="*/ 6 w 108"/>
                <a:gd name="T3" fmla="*/ 9 h 73"/>
                <a:gd name="T4" fmla="*/ 20 w 108"/>
                <a:gd name="T5" fmla="*/ 70 h 73"/>
                <a:gd name="T6" fmla="*/ 42 w 108"/>
                <a:gd name="T7" fmla="*/ 16 h 73"/>
                <a:gd name="T8" fmla="*/ 67 w 108"/>
                <a:gd name="T9" fmla="*/ 73 h 73"/>
                <a:gd name="T10" fmla="*/ 88 w 108"/>
                <a:gd name="T11" fmla="*/ 14 h 73"/>
                <a:gd name="T12" fmla="*/ 102 w 108"/>
                <a:gd name="T13" fmla="*/ 65 h 73"/>
                <a:gd name="T14" fmla="*/ 108 w 108"/>
                <a:gd name="T15" fmla="*/ 3 h 73"/>
                <a:gd name="T16" fmla="*/ 49 w 108"/>
                <a:gd name="T17" fmla="*/ 14 h 73"/>
                <a:gd name="T18" fmla="*/ 0 w 108"/>
                <a:gd name="T19" fmla="*/ 0 h 73"/>
                <a:gd name="T20" fmla="*/ 0 w 108"/>
                <a:gd name="T21" fmla="*/ 6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73">
                  <a:moveTo>
                    <a:pt x="0" y="60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102" y="65"/>
                    <a:pt x="102" y="65"/>
                    <a:pt x="102" y="65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8" y="3"/>
                    <a:pt x="80" y="18"/>
                    <a:pt x="49" y="14"/>
                  </a:cubicBezTo>
                  <a:cubicBezTo>
                    <a:pt x="19" y="9"/>
                    <a:pt x="0" y="0"/>
                    <a:pt x="0" y="0"/>
                  </a:cubicBezTo>
                  <a:lnTo>
                    <a:pt x="0" y="60"/>
                  </a:lnTo>
                  <a:close/>
                </a:path>
              </a:pathLst>
            </a:custGeom>
            <a:solidFill>
              <a:srgbClr val="C52E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" name="íśļï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707F086-5BDB-4115-B6CC-40009D5549CE}"/>
                </a:ext>
              </a:extLst>
            </p:cNvPr>
            <p:cNvSpPr/>
            <p:nvPr/>
          </p:nvSpPr>
          <p:spPr bwMode="auto">
            <a:xfrm>
              <a:off x="6249988" y="4149725"/>
              <a:ext cx="1854200" cy="342900"/>
            </a:xfrm>
            <a:custGeom>
              <a:avLst/>
              <a:gdLst>
                <a:gd name="T0" fmla="*/ 108 w 108"/>
                <a:gd name="T1" fmla="*/ 5 h 20"/>
                <a:gd name="T2" fmla="*/ 54 w 108"/>
                <a:gd name="T3" fmla="*/ 20 h 20"/>
                <a:gd name="T4" fmla="*/ 0 w 108"/>
                <a:gd name="T5" fmla="*/ 5 h 20"/>
                <a:gd name="T6" fmla="*/ 0 w 108"/>
                <a:gd name="T7" fmla="*/ 0 h 20"/>
                <a:gd name="T8" fmla="*/ 54 w 108"/>
                <a:gd name="T9" fmla="*/ 14 h 20"/>
                <a:gd name="T10" fmla="*/ 108 w 108"/>
                <a:gd name="T11" fmla="*/ 0 h 20"/>
                <a:gd name="T12" fmla="*/ 108 w 108"/>
                <a:gd name="T13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20">
                  <a:moveTo>
                    <a:pt x="108" y="5"/>
                  </a:moveTo>
                  <a:cubicBezTo>
                    <a:pt x="108" y="14"/>
                    <a:pt x="84" y="20"/>
                    <a:pt x="54" y="20"/>
                  </a:cubicBezTo>
                  <a:cubicBezTo>
                    <a:pt x="24" y="20"/>
                    <a:pt x="0" y="14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27" y="14"/>
                    <a:pt x="54" y="14"/>
                  </a:cubicBezTo>
                  <a:cubicBezTo>
                    <a:pt x="80" y="14"/>
                    <a:pt x="103" y="7"/>
                    <a:pt x="108" y="0"/>
                  </a:cubicBezTo>
                  <a:cubicBezTo>
                    <a:pt x="108" y="0"/>
                    <a:pt x="108" y="4"/>
                    <a:pt x="108" y="5"/>
                  </a:cubicBezTo>
                  <a:close/>
                </a:path>
              </a:pathLst>
            </a:custGeom>
            <a:solidFill>
              <a:srgbClr val="F9B2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" name="ï$ľí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0E7371E-139B-4BAC-BBEC-345FD8100C4B}"/>
                </a:ext>
              </a:extLst>
            </p:cNvPr>
            <p:cNvSpPr/>
            <p:nvPr/>
          </p:nvSpPr>
          <p:spPr bwMode="auto">
            <a:xfrm>
              <a:off x="6129338" y="2433638"/>
              <a:ext cx="996950" cy="1716088"/>
            </a:xfrm>
            <a:custGeom>
              <a:avLst/>
              <a:gdLst>
                <a:gd name="T0" fmla="*/ 56 w 58"/>
                <a:gd name="T1" fmla="*/ 78 h 100"/>
                <a:gd name="T2" fmla="*/ 46 w 58"/>
                <a:gd name="T3" fmla="*/ 96 h 100"/>
                <a:gd name="T4" fmla="*/ 37 w 58"/>
                <a:gd name="T5" fmla="*/ 98 h 100"/>
                <a:gd name="T6" fmla="*/ 19 w 58"/>
                <a:gd name="T7" fmla="*/ 88 h 100"/>
                <a:gd name="T8" fmla="*/ 2 w 58"/>
                <a:gd name="T9" fmla="*/ 22 h 100"/>
                <a:gd name="T10" fmla="*/ 12 w 58"/>
                <a:gd name="T11" fmla="*/ 5 h 100"/>
                <a:gd name="T12" fmla="*/ 21 w 58"/>
                <a:gd name="T13" fmla="*/ 2 h 100"/>
                <a:gd name="T14" fmla="*/ 38 w 58"/>
                <a:gd name="T15" fmla="*/ 13 h 100"/>
                <a:gd name="T16" fmla="*/ 56 w 58"/>
                <a:gd name="T17" fmla="*/ 7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100">
                  <a:moveTo>
                    <a:pt x="56" y="78"/>
                  </a:moveTo>
                  <a:cubicBezTo>
                    <a:pt x="58" y="86"/>
                    <a:pt x="53" y="94"/>
                    <a:pt x="46" y="96"/>
                  </a:cubicBezTo>
                  <a:cubicBezTo>
                    <a:pt x="37" y="98"/>
                    <a:pt x="37" y="98"/>
                    <a:pt x="37" y="98"/>
                  </a:cubicBezTo>
                  <a:cubicBezTo>
                    <a:pt x="29" y="100"/>
                    <a:pt x="21" y="96"/>
                    <a:pt x="19" y="88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15"/>
                    <a:pt x="4" y="7"/>
                    <a:pt x="12" y="5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8" y="0"/>
                    <a:pt x="36" y="5"/>
                    <a:pt x="38" y="13"/>
                  </a:cubicBezTo>
                  <a:lnTo>
                    <a:pt x="56" y="78"/>
                  </a:lnTo>
                  <a:close/>
                </a:path>
              </a:pathLst>
            </a:custGeom>
            <a:solidFill>
              <a:srgbClr val="556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" name="îṥḷî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41A9CC1-4C19-4F7E-B00E-C657D6F2713B}"/>
                </a:ext>
              </a:extLst>
            </p:cNvPr>
            <p:cNvSpPr/>
            <p:nvPr/>
          </p:nvSpPr>
          <p:spPr bwMode="auto">
            <a:xfrm>
              <a:off x="7212013" y="2468563"/>
              <a:ext cx="995363" cy="1716088"/>
            </a:xfrm>
            <a:custGeom>
              <a:avLst/>
              <a:gdLst>
                <a:gd name="T0" fmla="*/ 2 w 58"/>
                <a:gd name="T1" fmla="*/ 78 h 100"/>
                <a:gd name="T2" fmla="*/ 12 w 58"/>
                <a:gd name="T3" fmla="*/ 96 h 100"/>
                <a:gd name="T4" fmla="*/ 21 w 58"/>
                <a:gd name="T5" fmla="*/ 98 h 100"/>
                <a:gd name="T6" fmla="*/ 38 w 58"/>
                <a:gd name="T7" fmla="*/ 88 h 100"/>
                <a:gd name="T8" fmla="*/ 56 w 58"/>
                <a:gd name="T9" fmla="*/ 22 h 100"/>
                <a:gd name="T10" fmla="*/ 46 w 58"/>
                <a:gd name="T11" fmla="*/ 5 h 100"/>
                <a:gd name="T12" fmla="*/ 37 w 58"/>
                <a:gd name="T13" fmla="*/ 2 h 100"/>
                <a:gd name="T14" fmla="*/ 20 w 58"/>
                <a:gd name="T15" fmla="*/ 12 h 100"/>
                <a:gd name="T16" fmla="*/ 2 w 58"/>
                <a:gd name="T17" fmla="*/ 7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100">
                  <a:moveTo>
                    <a:pt x="2" y="78"/>
                  </a:moveTo>
                  <a:cubicBezTo>
                    <a:pt x="0" y="86"/>
                    <a:pt x="5" y="94"/>
                    <a:pt x="12" y="96"/>
                  </a:cubicBezTo>
                  <a:cubicBezTo>
                    <a:pt x="21" y="98"/>
                    <a:pt x="21" y="98"/>
                    <a:pt x="21" y="98"/>
                  </a:cubicBezTo>
                  <a:cubicBezTo>
                    <a:pt x="29" y="100"/>
                    <a:pt x="36" y="95"/>
                    <a:pt x="38" y="88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8" y="14"/>
                    <a:pt x="54" y="7"/>
                    <a:pt x="46" y="5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0" y="0"/>
                    <a:pt x="22" y="5"/>
                    <a:pt x="20" y="12"/>
                  </a:cubicBezTo>
                  <a:lnTo>
                    <a:pt x="2" y="78"/>
                  </a:lnTo>
                  <a:close/>
                </a:path>
              </a:pathLst>
            </a:custGeom>
            <a:solidFill>
              <a:srgbClr val="556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" name="iṡļí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9F68152-98D9-4A89-A702-C81434AB1802}"/>
                </a:ext>
              </a:extLst>
            </p:cNvPr>
            <p:cNvSpPr/>
            <p:nvPr/>
          </p:nvSpPr>
          <p:spPr bwMode="auto">
            <a:xfrm>
              <a:off x="4703763" y="1370013"/>
              <a:ext cx="2301875" cy="1733550"/>
            </a:xfrm>
            <a:custGeom>
              <a:avLst/>
              <a:gdLst>
                <a:gd name="T0" fmla="*/ 134 w 134"/>
                <a:gd name="T1" fmla="*/ 45 h 101"/>
                <a:gd name="T2" fmla="*/ 26 w 134"/>
                <a:gd name="T3" fmla="*/ 84 h 101"/>
                <a:gd name="T4" fmla="*/ 34 w 134"/>
                <a:gd name="T5" fmla="*/ 45 h 101"/>
                <a:gd name="T6" fmla="*/ 84 w 134"/>
                <a:gd name="T7" fmla="*/ 0 h 101"/>
                <a:gd name="T8" fmla="*/ 134 w 134"/>
                <a:gd name="T9" fmla="*/ 4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101">
                  <a:moveTo>
                    <a:pt x="134" y="45"/>
                  </a:moveTo>
                  <a:cubicBezTo>
                    <a:pt x="134" y="101"/>
                    <a:pt x="56" y="73"/>
                    <a:pt x="26" y="84"/>
                  </a:cubicBezTo>
                  <a:cubicBezTo>
                    <a:pt x="0" y="94"/>
                    <a:pt x="34" y="70"/>
                    <a:pt x="34" y="45"/>
                  </a:cubicBezTo>
                  <a:cubicBezTo>
                    <a:pt x="34" y="20"/>
                    <a:pt x="57" y="0"/>
                    <a:pt x="84" y="0"/>
                  </a:cubicBezTo>
                  <a:cubicBezTo>
                    <a:pt x="112" y="0"/>
                    <a:pt x="134" y="20"/>
                    <a:pt x="134" y="45"/>
                  </a:cubicBezTo>
                  <a:close/>
                </a:path>
              </a:pathLst>
            </a:custGeom>
            <a:solidFill>
              <a:srgbClr val="6575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" name="îṥļí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6B561EC-031E-4D3E-B37F-7B59D4B3F8D1}"/>
                </a:ext>
              </a:extLst>
            </p:cNvPr>
            <p:cNvSpPr/>
            <p:nvPr/>
          </p:nvSpPr>
          <p:spPr bwMode="auto">
            <a:xfrm>
              <a:off x="3811588" y="2038350"/>
              <a:ext cx="1735138" cy="893763"/>
            </a:xfrm>
            <a:custGeom>
              <a:avLst/>
              <a:gdLst>
                <a:gd name="T0" fmla="*/ 51 w 101"/>
                <a:gd name="T1" fmla="*/ 52 h 52"/>
                <a:gd name="T2" fmla="*/ 0 w 101"/>
                <a:gd name="T3" fmla="*/ 0 h 52"/>
                <a:gd name="T4" fmla="*/ 13 w 101"/>
                <a:gd name="T5" fmla="*/ 0 h 52"/>
                <a:gd name="T6" fmla="*/ 51 w 101"/>
                <a:gd name="T7" fmla="*/ 38 h 52"/>
                <a:gd name="T8" fmla="*/ 88 w 101"/>
                <a:gd name="T9" fmla="*/ 0 h 52"/>
                <a:gd name="T10" fmla="*/ 101 w 101"/>
                <a:gd name="T11" fmla="*/ 0 h 52"/>
                <a:gd name="T12" fmla="*/ 51 w 101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52">
                  <a:moveTo>
                    <a:pt x="51" y="52"/>
                  </a:moveTo>
                  <a:cubicBezTo>
                    <a:pt x="22" y="52"/>
                    <a:pt x="0" y="29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21"/>
                    <a:pt x="30" y="38"/>
                    <a:pt x="51" y="38"/>
                  </a:cubicBezTo>
                  <a:cubicBezTo>
                    <a:pt x="71" y="38"/>
                    <a:pt x="88" y="21"/>
                    <a:pt x="88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1" y="29"/>
                    <a:pt x="79" y="52"/>
                    <a:pt x="51" y="52"/>
                  </a:cubicBezTo>
                  <a:close/>
                </a:path>
              </a:pathLst>
            </a:custGeom>
            <a:solidFill>
              <a:srgbClr val="6575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" name="íṩḻî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5899FC8-E8DB-4059-A1A1-9EE7864FA280}"/>
                </a:ext>
              </a:extLst>
            </p:cNvPr>
            <p:cNvSpPr/>
            <p:nvPr/>
          </p:nvSpPr>
          <p:spPr bwMode="auto">
            <a:xfrm>
              <a:off x="5907088" y="1781175"/>
              <a:ext cx="2473325" cy="1665288"/>
            </a:xfrm>
            <a:custGeom>
              <a:avLst/>
              <a:gdLst>
                <a:gd name="T0" fmla="*/ 144 w 144"/>
                <a:gd name="T1" fmla="*/ 62 h 97"/>
                <a:gd name="T2" fmla="*/ 109 w 144"/>
                <a:gd name="T3" fmla="*/ 97 h 97"/>
                <a:gd name="T4" fmla="*/ 35 w 144"/>
                <a:gd name="T5" fmla="*/ 97 h 97"/>
                <a:gd name="T6" fmla="*/ 0 w 144"/>
                <a:gd name="T7" fmla="*/ 62 h 97"/>
                <a:gd name="T8" fmla="*/ 0 w 144"/>
                <a:gd name="T9" fmla="*/ 35 h 97"/>
                <a:gd name="T10" fmla="*/ 35 w 144"/>
                <a:gd name="T11" fmla="*/ 0 h 97"/>
                <a:gd name="T12" fmla="*/ 109 w 144"/>
                <a:gd name="T13" fmla="*/ 0 h 97"/>
                <a:gd name="T14" fmla="*/ 144 w 144"/>
                <a:gd name="T15" fmla="*/ 35 h 97"/>
                <a:gd name="T16" fmla="*/ 144 w 144"/>
                <a:gd name="T17" fmla="*/ 6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97">
                  <a:moveTo>
                    <a:pt x="144" y="62"/>
                  </a:moveTo>
                  <a:cubicBezTo>
                    <a:pt x="144" y="82"/>
                    <a:pt x="128" y="97"/>
                    <a:pt x="109" y="97"/>
                  </a:cubicBezTo>
                  <a:cubicBezTo>
                    <a:pt x="35" y="97"/>
                    <a:pt x="35" y="97"/>
                    <a:pt x="35" y="97"/>
                  </a:cubicBezTo>
                  <a:cubicBezTo>
                    <a:pt x="16" y="97"/>
                    <a:pt x="0" y="82"/>
                    <a:pt x="0" y="6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6"/>
                    <a:pt x="16" y="0"/>
                    <a:pt x="35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28" y="0"/>
                    <a:pt x="144" y="16"/>
                    <a:pt x="144" y="35"/>
                  </a:cubicBezTo>
                  <a:lnTo>
                    <a:pt x="144" y="62"/>
                  </a:lnTo>
                  <a:close/>
                </a:path>
              </a:pathLst>
            </a:custGeom>
            <a:solidFill>
              <a:srgbClr val="6575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" name="íSḻï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295F23C-1A95-4B62-A653-961F19807537}"/>
                </a:ext>
              </a:extLst>
            </p:cNvPr>
            <p:cNvSpPr/>
            <p:nvPr/>
          </p:nvSpPr>
          <p:spPr bwMode="auto">
            <a:xfrm>
              <a:off x="5889625" y="2587625"/>
              <a:ext cx="995363" cy="1716088"/>
            </a:xfrm>
            <a:custGeom>
              <a:avLst/>
              <a:gdLst>
                <a:gd name="T0" fmla="*/ 55 w 58"/>
                <a:gd name="T1" fmla="*/ 78 h 100"/>
                <a:gd name="T2" fmla="*/ 45 w 58"/>
                <a:gd name="T3" fmla="*/ 96 h 100"/>
                <a:gd name="T4" fmla="*/ 37 w 58"/>
                <a:gd name="T5" fmla="*/ 98 h 100"/>
                <a:gd name="T6" fmla="*/ 19 w 58"/>
                <a:gd name="T7" fmla="*/ 88 h 100"/>
                <a:gd name="T8" fmla="*/ 2 w 58"/>
                <a:gd name="T9" fmla="*/ 22 h 100"/>
                <a:gd name="T10" fmla="*/ 12 w 58"/>
                <a:gd name="T11" fmla="*/ 5 h 100"/>
                <a:gd name="T12" fmla="*/ 20 w 58"/>
                <a:gd name="T13" fmla="*/ 2 h 100"/>
                <a:gd name="T14" fmla="*/ 38 w 58"/>
                <a:gd name="T15" fmla="*/ 13 h 100"/>
                <a:gd name="T16" fmla="*/ 55 w 58"/>
                <a:gd name="T17" fmla="*/ 7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100">
                  <a:moveTo>
                    <a:pt x="55" y="78"/>
                  </a:moveTo>
                  <a:cubicBezTo>
                    <a:pt x="58" y="86"/>
                    <a:pt x="53" y="94"/>
                    <a:pt x="45" y="96"/>
                  </a:cubicBezTo>
                  <a:cubicBezTo>
                    <a:pt x="37" y="98"/>
                    <a:pt x="37" y="98"/>
                    <a:pt x="37" y="98"/>
                  </a:cubicBezTo>
                  <a:cubicBezTo>
                    <a:pt x="29" y="100"/>
                    <a:pt x="21" y="96"/>
                    <a:pt x="19" y="88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15"/>
                    <a:pt x="4" y="7"/>
                    <a:pt x="12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8" y="0"/>
                    <a:pt x="36" y="5"/>
                    <a:pt x="38" y="13"/>
                  </a:cubicBezTo>
                  <a:lnTo>
                    <a:pt x="55" y="78"/>
                  </a:lnTo>
                  <a:close/>
                </a:path>
              </a:pathLst>
            </a:custGeom>
            <a:solidFill>
              <a:srgbClr val="6575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" name="îSḻ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6B13D6F-6905-4201-A916-1C734412C0E7}"/>
                </a:ext>
              </a:extLst>
            </p:cNvPr>
            <p:cNvSpPr/>
            <p:nvPr/>
          </p:nvSpPr>
          <p:spPr bwMode="auto">
            <a:xfrm>
              <a:off x="7400925" y="2622550"/>
              <a:ext cx="995363" cy="1698625"/>
            </a:xfrm>
            <a:custGeom>
              <a:avLst/>
              <a:gdLst>
                <a:gd name="T0" fmla="*/ 2 w 58"/>
                <a:gd name="T1" fmla="*/ 78 h 99"/>
                <a:gd name="T2" fmla="*/ 12 w 58"/>
                <a:gd name="T3" fmla="*/ 95 h 99"/>
                <a:gd name="T4" fmla="*/ 20 w 58"/>
                <a:gd name="T5" fmla="*/ 97 h 99"/>
                <a:gd name="T6" fmla="*/ 38 w 58"/>
                <a:gd name="T7" fmla="*/ 87 h 99"/>
                <a:gd name="T8" fmla="*/ 55 w 58"/>
                <a:gd name="T9" fmla="*/ 22 h 99"/>
                <a:gd name="T10" fmla="*/ 45 w 58"/>
                <a:gd name="T11" fmla="*/ 4 h 99"/>
                <a:gd name="T12" fmla="*/ 37 w 58"/>
                <a:gd name="T13" fmla="*/ 2 h 99"/>
                <a:gd name="T14" fmla="*/ 19 w 58"/>
                <a:gd name="T15" fmla="*/ 12 h 99"/>
                <a:gd name="T16" fmla="*/ 2 w 58"/>
                <a:gd name="T17" fmla="*/ 7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99">
                  <a:moveTo>
                    <a:pt x="2" y="78"/>
                  </a:moveTo>
                  <a:cubicBezTo>
                    <a:pt x="0" y="85"/>
                    <a:pt x="4" y="93"/>
                    <a:pt x="12" y="95"/>
                  </a:cubicBezTo>
                  <a:cubicBezTo>
                    <a:pt x="20" y="97"/>
                    <a:pt x="20" y="97"/>
                    <a:pt x="20" y="97"/>
                  </a:cubicBezTo>
                  <a:cubicBezTo>
                    <a:pt x="28" y="99"/>
                    <a:pt x="36" y="95"/>
                    <a:pt x="38" y="87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8" y="14"/>
                    <a:pt x="53" y="6"/>
                    <a:pt x="45" y="4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29" y="0"/>
                    <a:pt x="21" y="4"/>
                    <a:pt x="19" y="12"/>
                  </a:cubicBezTo>
                  <a:lnTo>
                    <a:pt x="2" y="78"/>
                  </a:lnTo>
                  <a:close/>
                </a:path>
              </a:pathLst>
            </a:custGeom>
            <a:solidFill>
              <a:srgbClr val="6575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" name="ïşľî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416DD0D-F256-4B5F-AEB3-4414DD94B2DC}"/>
                </a:ext>
              </a:extLst>
            </p:cNvPr>
            <p:cNvSpPr/>
            <p:nvPr/>
          </p:nvSpPr>
          <p:spPr bwMode="auto">
            <a:xfrm>
              <a:off x="5957888" y="1266825"/>
              <a:ext cx="1133475" cy="1441450"/>
            </a:xfrm>
            <a:prstGeom prst="ellipse">
              <a:avLst/>
            </a:prstGeom>
            <a:solidFill>
              <a:srgbClr val="7585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" name="işlí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F825B36-DBBB-464F-841A-C5CFC7F74FEF}"/>
                </a:ext>
              </a:extLst>
            </p:cNvPr>
            <p:cNvSpPr/>
            <p:nvPr/>
          </p:nvSpPr>
          <p:spPr bwMode="auto">
            <a:xfrm>
              <a:off x="5648325" y="2038350"/>
              <a:ext cx="155575" cy="138113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" name="îṥļí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4BFEB31-E894-4D5F-8ACF-291F02C45A17}"/>
                </a:ext>
              </a:extLst>
            </p:cNvPr>
            <p:cNvSpPr/>
            <p:nvPr/>
          </p:nvSpPr>
          <p:spPr bwMode="auto">
            <a:xfrm>
              <a:off x="4498975" y="2536825"/>
              <a:ext cx="1149350" cy="463550"/>
            </a:xfrm>
            <a:custGeom>
              <a:avLst/>
              <a:gdLst>
                <a:gd name="T0" fmla="*/ 21 w 67"/>
                <a:gd name="T1" fmla="*/ 27 h 27"/>
                <a:gd name="T2" fmla="*/ 4 w 67"/>
                <a:gd name="T3" fmla="*/ 25 h 27"/>
                <a:gd name="T4" fmla="*/ 0 w 67"/>
                <a:gd name="T5" fmla="*/ 19 h 27"/>
                <a:gd name="T6" fmla="*/ 6 w 67"/>
                <a:gd name="T7" fmla="*/ 16 h 27"/>
                <a:gd name="T8" fmla="*/ 58 w 67"/>
                <a:gd name="T9" fmla="*/ 2 h 27"/>
                <a:gd name="T10" fmla="*/ 64 w 67"/>
                <a:gd name="T11" fmla="*/ 1 h 27"/>
                <a:gd name="T12" fmla="*/ 65 w 67"/>
                <a:gd name="T13" fmla="*/ 8 h 27"/>
                <a:gd name="T14" fmla="*/ 21 w 67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27">
                  <a:moveTo>
                    <a:pt x="21" y="27"/>
                  </a:moveTo>
                  <a:cubicBezTo>
                    <a:pt x="16" y="27"/>
                    <a:pt x="10" y="26"/>
                    <a:pt x="4" y="25"/>
                  </a:cubicBezTo>
                  <a:cubicBezTo>
                    <a:pt x="1" y="24"/>
                    <a:pt x="0" y="22"/>
                    <a:pt x="0" y="19"/>
                  </a:cubicBezTo>
                  <a:cubicBezTo>
                    <a:pt x="1" y="17"/>
                    <a:pt x="3" y="15"/>
                    <a:pt x="6" y="16"/>
                  </a:cubicBezTo>
                  <a:cubicBezTo>
                    <a:pt x="42" y="23"/>
                    <a:pt x="58" y="2"/>
                    <a:pt x="58" y="2"/>
                  </a:cubicBezTo>
                  <a:cubicBezTo>
                    <a:pt x="59" y="0"/>
                    <a:pt x="62" y="0"/>
                    <a:pt x="64" y="1"/>
                  </a:cubicBezTo>
                  <a:cubicBezTo>
                    <a:pt x="66" y="3"/>
                    <a:pt x="67" y="6"/>
                    <a:pt x="65" y="8"/>
                  </a:cubicBezTo>
                  <a:cubicBezTo>
                    <a:pt x="65" y="9"/>
                    <a:pt x="51" y="27"/>
                    <a:pt x="21" y="27"/>
                  </a:cubicBezTo>
                  <a:close/>
                </a:path>
              </a:pathLst>
            </a:custGeom>
            <a:solidFill>
              <a:srgbClr val="FCE2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26" name="mouse_375003"/>
          <p:cNvSpPr>
            <a:spLocks noChangeAspect="1"/>
          </p:cNvSpPr>
          <p:nvPr/>
        </p:nvSpPr>
        <p:spPr bwMode="auto">
          <a:xfrm>
            <a:off x="8002333" y="2843938"/>
            <a:ext cx="609685" cy="603241"/>
          </a:xfrm>
          <a:custGeom>
            <a:avLst/>
            <a:gdLst>
              <a:gd name="connsiteX0" fmla="*/ 418058 w 607639"/>
              <a:gd name="connsiteY0" fmla="*/ 559003 h 601217"/>
              <a:gd name="connsiteX1" fmla="*/ 382990 w 607639"/>
              <a:gd name="connsiteY1" fmla="*/ 582465 h 601217"/>
              <a:gd name="connsiteX2" fmla="*/ 413786 w 607639"/>
              <a:gd name="connsiteY2" fmla="*/ 582465 h 601217"/>
              <a:gd name="connsiteX3" fmla="*/ 425890 w 607639"/>
              <a:gd name="connsiteY3" fmla="*/ 570379 h 601217"/>
              <a:gd name="connsiteX4" fmla="*/ 418058 w 607639"/>
              <a:gd name="connsiteY4" fmla="*/ 559003 h 601217"/>
              <a:gd name="connsiteX5" fmla="*/ 189581 w 607639"/>
              <a:gd name="connsiteY5" fmla="*/ 559003 h 601217"/>
              <a:gd name="connsiteX6" fmla="*/ 181749 w 607639"/>
              <a:gd name="connsiteY6" fmla="*/ 570379 h 601217"/>
              <a:gd name="connsiteX7" fmla="*/ 193853 w 607639"/>
              <a:gd name="connsiteY7" fmla="*/ 582465 h 601217"/>
              <a:gd name="connsiteX8" fmla="*/ 224649 w 607639"/>
              <a:gd name="connsiteY8" fmla="*/ 582465 h 601217"/>
              <a:gd name="connsiteX9" fmla="*/ 189581 w 607639"/>
              <a:gd name="connsiteY9" fmla="*/ 559003 h 601217"/>
              <a:gd name="connsiteX10" fmla="*/ 237902 w 607639"/>
              <a:gd name="connsiteY10" fmla="*/ 459380 h 601217"/>
              <a:gd name="connsiteX11" fmla="*/ 226060 w 607639"/>
              <a:gd name="connsiteY11" fmla="*/ 471820 h 601217"/>
              <a:gd name="connsiteX12" fmla="*/ 248320 w 607639"/>
              <a:gd name="connsiteY12" fmla="*/ 515004 h 601217"/>
              <a:gd name="connsiteX13" fmla="*/ 256512 w 607639"/>
              <a:gd name="connsiteY13" fmla="*/ 518114 h 601217"/>
              <a:gd name="connsiteX14" fmla="*/ 265505 w 607639"/>
              <a:gd name="connsiteY14" fmla="*/ 514204 h 601217"/>
              <a:gd name="connsiteX15" fmla="*/ 268622 w 607639"/>
              <a:gd name="connsiteY15" fmla="*/ 505496 h 601217"/>
              <a:gd name="connsiteX16" fmla="*/ 264704 w 607639"/>
              <a:gd name="connsiteY16" fmla="*/ 497055 h 601217"/>
              <a:gd name="connsiteX17" fmla="*/ 250368 w 607639"/>
              <a:gd name="connsiteY17" fmla="*/ 471731 h 601217"/>
              <a:gd name="connsiteX18" fmla="*/ 250368 w 607639"/>
              <a:gd name="connsiteY18" fmla="*/ 471109 h 601217"/>
              <a:gd name="connsiteX19" fmla="*/ 238259 w 607639"/>
              <a:gd name="connsiteY19" fmla="*/ 459380 h 601217"/>
              <a:gd name="connsiteX20" fmla="*/ 237902 w 607639"/>
              <a:gd name="connsiteY20" fmla="*/ 459380 h 601217"/>
              <a:gd name="connsiteX21" fmla="*/ 369375 w 607639"/>
              <a:gd name="connsiteY21" fmla="*/ 459319 h 601217"/>
              <a:gd name="connsiteX22" fmla="*/ 361008 w 607639"/>
              <a:gd name="connsiteY22" fmla="*/ 462694 h 601217"/>
              <a:gd name="connsiteX23" fmla="*/ 357269 w 607639"/>
              <a:gd name="connsiteY23" fmla="*/ 471043 h 601217"/>
              <a:gd name="connsiteX24" fmla="*/ 357269 w 607639"/>
              <a:gd name="connsiteY24" fmla="*/ 471665 h 601217"/>
              <a:gd name="connsiteX25" fmla="*/ 342938 w 607639"/>
              <a:gd name="connsiteY25" fmla="*/ 497069 h 601217"/>
              <a:gd name="connsiteX26" fmla="*/ 342136 w 607639"/>
              <a:gd name="connsiteY26" fmla="*/ 514212 h 601217"/>
              <a:gd name="connsiteX27" fmla="*/ 351127 w 607639"/>
              <a:gd name="connsiteY27" fmla="*/ 518120 h 601217"/>
              <a:gd name="connsiteX28" fmla="*/ 359316 w 607639"/>
              <a:gd name="connsiteY28" fmla="*/ 515011 h 601217"/>
              <a:gd name="connsiteX29" fmla="*/ 381481 w 607639"/>
              <a:gd name="connsiteY29" fmla="*/ 471843 h 601217"/>
              <a:gd name="connsiteX30" fmla="*/ 378187 w 607639"/>
              <a:gd name="connsiteY30" fmla="*/ 463138 h 601217"/>
              <a:gd name="connsiteX31" fmla="*/ 369731 w 607639"/>
              <a:gd name="connsiteY31" fmla="*/ 459319 h 601217"/>
              <a:gd name="connsiteX32" fmla="*/ 369375 w 607639"/>
              <a:gd name="connsiteY32" fmla="*/ 459319 h 601217"/>
              <a:gd name="connsiteX33" fmla="*/ 237457 w 607639"/>
              <a:gd name="connsiteY33" fmla="*/ 440631 h 601217"/>
              <a:gd name="connsiteX34" fmla="*/ 269156 w 607639"/>
              <a:gd name="connsiteY34" fmla="*/ 469954 h 601217"/>
              <a:gd name="connsiteX35" fmla="*/ 277348 w 607639"/>
              <a:gd name="connsiteY35" fmla="*/ 483193 h 601217"/>
              <a:gd name="connsiteX36" fmla="*/ 287410 w 607639"/>
              <a:gd name="connsiteY36" fmla="*/ 504607 h 601217"/>
              <a:gd name="connsiteX37" fmla="*/ 279396 w 607639"/>
              <a:gd name="connsiteY37" fmla="*/ 526821 h 601217"/>
              <a:gd name="connsiteX38" fmla="*/ 256512 w 607639"/>
              <a:gd name="connsiteY38" fmla="*/ 536862 h 601217"/>
              <a:gd name="connsiteX39" fmla="*/ 235676 w 607639"/>
              <a:gd name="connsiteY39" fmla="*/ 528776 h 601217"/>
              <a:gd name="connsiteX40" fmla="*/ 207272 w 607639"/>
              <a:gd name="connsiteY40" fmla="*/ 472264 h 601217"/>
              <a:gd name="connsiteX41" fmla="*/ 237457 w 607639"/>
              <a:gd name="connsiteY41" fmla="*/ 440631 h 601217"/>
              <a:gd name="connsiteX42" fmla="*/ 370176 w 607639"/>
              <a:gd name="connsiteY42" fmla="*/ 440577 h 601217"/>
              <a:gd name="connsiteX43" fmla="*/ 391806 w 607639"/>
              <a:gd name="connsiteY43" fmla="*/ 450259 h 601217"/>
              <a:gd name="connsiteX44" fmla="*/ 400262 w 607639"/>
              <a:gd name="connsiteY44" fmla="*/ 472287 h 601217"/>
              <a:gd name="connsiteX45" fmla="*/ 371956 w 607639"/>
              <a:gd name="connsiteY45" fmla="*/ 528779 h 601217"/>
              <a:gd name="connsiteX46" fmla="*/ 351127 w 607639"/>
              <a:gd name="connsiteY46" fmla="*/ 536862 h 601217"/>
              <a:gd name="connsiteX47" fmla="*/ 328250 w 607639"/>
              <a:gd name="connsiteY47" fmla="*/ 526825 h 601217"/>
              <a:gd name="connsiteX48" fmla="*/ 330209 w 607639"/>
              <a:gd name="connsiteY48" fmla="*/ 483212 h 601217"/>
              <a:gd name="connsiteX49" fmla="*/ 338487 w 607639"/>
              <a:gd name="connsiteY49" fmla="*/ 469977 h 601217"/>
              <a:gd name="connsiteX50" fmla="*/ 348100 w 607639"/>
              <a:gd name="connsiteY50" fmla="*/ 449104 h 601217"/>
              <a:gd name="connsiteX51" fmla="*/ 370176 w 607639"/>
              <a:gd name="connsiteY51" fmla="*/ 440577 h 601217"/>
              <a:gd name="connsiteX52" fmla="*/ 200618 w 607639"/>
              <a:gd name="connsiteY52" fmla="*/ 419741 h 601217"/>
              <a:gd name="connsiteX53" fmla="*/ 180947 w 607639"/>
              <a:gd name="connsiteY53" fmla="*/ 486306 h 601217"/>
              <a:gd name="connsiteX54" fmla="*/ 303775 w 607639"/>
              <a:gd name="connsiteY54" fmla="*/ 577755 h 601217"/>
              <a:gd name="connsiteX55" fmla="*/ 426692 w 607639"/>
              <a:gd name="connsiteY55" fmla="*/ 486306 h 601217"/>
              <a:gd name="connsiteX56" fmla="*/ 407021 w 607639"/>
              <a:gd name="connsiteY56" fmla="*/ 419741 h 601217"/>
              <a:gd name="connsiteX57" fmla="*/ 303775 w 607639"/>
              <a:gd name="connsiteY57" fmla="*/ 435649 h 601217"/>
              <a:gd name="connsiteX58" fmla="*/ 200618 w 607639"/>
              <a:gd name="connsiteY58" fmla="*/ 419741 h 601217"/>
              <a:gd name="connsiteX59" fmla="*/ 366236 w 607639"/>
              <a:gd name="connsiteY59" fmla="*/ 339140 h 601217"/>
              <a:gd name="connsiteX60" fmla="*/ 406828 w 607639"/>
              <a:gd name="connsiteY60" fmla="*/ 364731 h 601217"/>
              <a:gd name="connsiteX61" fmla="*/ 409766 w 607639"/>
              <a:gd name="connsiteY61" fmla="*/ 377616 h 601217"/>
              <a:gd name="connsiteX62" fmla="*/ 401843 w 607639"/>
              <a:gd name="connsiteY62" fmla="*/ 381970 h 601217"/>
              <a:gd name="connsiteX63" fmla="*/ 396858 w 607639"/>
              <a:gd name="connsiteY63" fmla="*/ 380548 h 601217"/>
              <a:gd name="connsiteX64" fmla="*/ 356266 w 607639"/>
              <a:gd name="connsiteY64" fmla="*/ 355046 h 601217"/>
              <a:gd name="connsiteX65" fmla="*/ 353328 w 607639"/>
              <a:gd name="connsiteY65" fmla="*/ 342072 h 601217"/>
              <a:gd name="connsiteX66" fmla="*/ 366236 w 607639"/>
              <a:gd name="connsiteY66" fmla="*/ 339140 h 601217"/>
              <a:gd name="connsiteX67" fmla="*/ 241300 w 607639"/>
              <a:gd name="connsiteY67" fmla="*/ 339140 h 601217"/>
              <a:gd name="connsiteX68" fmla="*/ 254308 w 607639"/>
              <a:gd name="connsiteY68" fmla="*/ 342072 h 601217"/>
              <a:gd name="connsiteX69" fmla="*/ 251368 w 607639"/>
              <a:gd name="connsiteY69" fmla="*/ 355046 h 601217"/>
              <a:gd name="connsiteX70" fmla="*/ 210741 w 607639"/>
              <a:gd name="connsiteY70" fmla="*/ 380548 h 601217"/>
              <a:gd name="connsiteX71" fmla="*/ 205752 w 607639"/>
              <a:gd name="connsiteY71" fmla="*/ 381970 h 601217"/>
              <a:gd name="connsiteX72" fmla="*/ 197734 w 607639"/>
              <a:gd name="connsiteY72" fmla="*/ 377616 h 601217"/>
              <a:gd name="connsiteX73" fmla="*/ 200674 w 607639"/>
              <a:gd name="connsiteY73" fmla="*/ 364731 h 601217"/>
              <a:gd name="connsiteX74" fmla="*/ 193829 w 607639"/>
              <a:gd name="connsiteY74" fmla="*/ 307806 h 601217"/>
              <a:gd name="connsiteX75" fmla="*/ 240147 w 607639"/>
              <a:gd name="connsiteY75" fmla="*/ 307806 h 601217"/>
              <a:gd name="connsiteX76" fmla="*/ 249589 w 607639"/>
              <a:gd name="connsiteY76" fmla="*/ 317200 h 601217"/>
              <a:gd name="connsiteX77" fmla="*/ 240147 w 607639"/>
              <a:gd name="connsiteY77" fmla="*/ 326506 h 601217"/>
              <a:gd name="connsiteX78" fmla="*/ 193829 w 607639"/>
              <a:gd name="connsiteY78" fmla="*/ 326506 h 601217"/>
              <a:gd name="connsiteX79" fmla="*/ 184387 w 607639"/>
              <a:gd name="connsiteY79" fmla="*/ 317200 h 601217"/>
              <a:gd name="connsiteX80" fmla="*/ 193829 w 607639"/>
              <a:gd name="connsiteY80" fmla="*/ 307806 h 601217"/>
              <a:gd name="connsiteX81" fmla="*/ 367484 w 607639"/>
              <a:gd name="connsiteY81" fmla="*/ 307736 h 601217"/>
              <a:gd name="connsiteX82" fmla="*/ 413765 w 607639"/>
              <a:gd name="connsiteY82" fmla="*/ 307736 h 601217"/>
              <a:gd name="connsiteX83" fmla="*/ 423110 w 607639"/>
              <a:gd name="connsiteY83" fmla="*/ 317166 h 601217"/>
              <a:gd name="connsiteX84" fmla="*/ 413765 w 607639"/>
              <a:gd name="connsiteY84" fmla="*/ 326506 h 601217"/>
              <a:gd name="connsiteX85" fmla="*/ 367484 w 607639"/>
              <a:gd name="connsiteY85" fmla="*/ 326506 h 601217"/>
              <a:gd name="connsiteX86" fmla="*/ 358049 w 607639"/>
              <a:gd name="connsiteY86" fmla="*/ 317166 h 601217"/>
              <a:gd name="connsiteX87" fmla="*/ 367484 w 607639"/>
              <a:gd name="connsiteY87" fmla="*/ 307736 h 601217"/>
              <a:gd name="connsiteX88" fmla="*/ 303748 w 607639"/>
              <a:gd name="connsiteY88" fmla="*/ 291850 h 601217"/>
              <a:gd name="connsiteX89" fmla="*/ 278386 w 607639"/>
              <a:gd name="connsiteY89" fmla="*/ 317192 h 601217"/>
              <a:gd name="connsiteX90" fmla="*/ 303748 w 607639"/>
              <a:gd name="connsiteY90" fmla="*/ 342533 h 601217"/>
              <a:gd name="connsiteX91" fmla="*/ 329110 w 607639"/>
              <a:gd name="connsiteY91" fmla="*/ 317192 h 601217"/>
              <a:gd name="connsiteX92" fmla="*/ 303748 w 607639"/>
              <a:gd name="connsiteY92" fmla="*/ 291850 h 601217"/>
              <a:gd name="connsiteX93" fmla="*/ 303748 w 607639"/>
              <a:gd name="connsiteY93" fmla="*/ 273088 h 601217"/>
              <a:gd name="connsiteX94" fmla="*/ 347887 w 607639"/>
              <a:gd name="connsiteY94" fmla="*/ 317192 h 601217"/>
              <a:gd name="connsiteX95" fmla="*/ 303748 w 607639"/>
              <a:gd name="connsiteY95" fmla="*/ 361295 h 601217"/>
              <a:gd name="connsiteX96" fmla="*/ 259610 w 607639"/>
              <a:gd name="connsiteY96" fmla="*/ 317192 h 601217"/>
              <a:gd name="connsiteX97" fmla="*/ 303748 w 607639"/>
              <a:gd name="connsiteY97" fmla="*/ 273088 h 601217"/>
              <a:gd name="connsiteX98" fmla="*/ 382721 w 607639"/>
              <a:gd name="connsiteY98" fmla="*/ 240205 h 601217"/>
              <a:gd name="connsiteX99" fmla="*/ 408715 w 607639"/>
              <a:gd name="connsiteY99" fmla="*/ 266194 h 601217"/>
              <a:gd name="connsiteX100" fmla="*/ 399279 w 607639"/>
              <a:gd name="connsiteY100" fmla="*/ 275629 h 601217"/>
              <a:gd name="connsiteX101" fmla="*/ 389932 w 607639"/>
              <a:gd name="connsiteY101" fmla="*/ 266194 h 601217"/>
              <a:gd name="connsiteX102" fmla="*/ 382721 w 607639"/>
              <a:gd name="connsiteY102" fmla="*/ 258985 h 601217"/>
              <a:gd name="connsiteX103" fmla="*/ 375422 w 607639"/>
              <a:gd name="connsiteY103" fmla="*/ 266194 h 601217"/>
              <a:gd name="connsiteX104" fmla="*/ 366074 w 607639"/>
              <a:gd name="connsiteY104" fmla="*/ 275629 h 601217"/>
              <a:gd name="connsiteX105" fmla="*/ 356638 w 607639"/>
              <a:gd name="connsiteY105" fmla="*/ 266194 h 601217"/>
              <a:gd name="connsiteX106" fmla="*/ 382721 w 607639"/>
              <a:gd name="connsiteY106" fmla="*/ 240205 h 601217"/>
              <a:gd name="connsiteX107" fmla="*/ 224927 w 607639"/>
              <a:gd name="connsiteY107" fmla="*/ 240205 h 601217"/>
              <a:gd name="connsiteX108" fmla="*/ 250931 w 607639"/>
              <a:gd name="connsiteY108" fmla="*/ 266194 h 601217"/>
              <a:gd name="connsiteX109" fmla="*/ 241580 w 607639"/>
              <a:gd name="connsiteY109" fmla="*/ 275629 h 601217"/>
              <a:gd name="connsiteX110" fmla="*/ 232141 w 607639"/>
              <a:gd name="connsiteY110" fmla="*/ 266194 h 601217"/>
              <a:gd name="connsiteX111" fmla="*/ 224927 w 607639"/>
              <a:gd name="connsiteY111" fmla="*/ 258985 h 601217"/>
              <a:gd name="connsiteX112" fmla="*/ 217714 w 607639"/>
              <a:gd name="connsiteY112" fmla="*/ 266194 h 601217"/>
              <a:gd name="connsiteX113" fmla="*/ 208363 w 607639"/>
              <a:gd name="connsiteY113" fmla="*/ 275629 h 601217"/>
              <a:gd name="connsiteX114" fmla="*/ 198924 w 607639"/>
              <a:gd name="connsiteY114" fmla="*/ 266194 h 601217"/>
              <a:gd name="connsiteX115" fmla="*/ 224927 w 607639"/>
              <a:gd name="connsiteY115" fmla="*/ 240205 h 601217"/>
              <a:gd name="connsiteX116" fmla="*/ 303775 w 607639"/>
              <a:gd name="connsiteY116" fmla="*/ 93582 h 601217"/>
              <a:gd name="connsiteX117" fmla="*/ 118911 w 607639"/>
              <a:gd name="connsiteY117" fmla="*/ 278168 h 601217"/>
              <a:gd name="connsiteX118" fmla="*/ 303775 w 607639"/>
              <a:gd name="connsiteY118" fmla="*/ 416897 h 601217"/>
              <a:gd name="connsiteX119" fmla="*/ 488639 w 607639"/>
              <a:gd name="connsiteY119" fmla="*/ 278168 h 601217"/>
              <a:gd name="connsiteX120" fmla="*/ 303775 w 607639"/>
              <a:gd name="connsiteY120" fmla="*/ 93582 h 601217"/>
              <a:gd name="connsiteX121" fmla="*/ 476089 w 607639"/>
              <a:gd name="connsiteY121" fmla="*/ 76607 h 601217"/>
              <a:gd name="connsiteX122" fmla="*/ 424110 w 607639"/>
              <a:gd name="connsiteY122" fmla="*/ 114200 h 601217"/>
              <a:gd name="connsiteX123" fmla="*/ 484901 w 607639"/>
              <a:gd name="connsiteY123" fmla="*/ 185209 h 601217"/>
              <a:gd name="connsiteX124" fmla="*/ 530828 w 607639"/>
              <a:gd name="connsiteY124" fmla="*/ 131263 h 601217"/>
              <a:gd name="connsiteX125" fmla="*/ 476089 w 607639"/>
              <a:gd name="connsiteY125" fmla="*/ 76607 h 601217"/>
              <a:gd name="connsiteX126" fmla="*/ 131461 w 607639"/>
              <a:gd name="connsiteY126" fmla="*/ 76607 h 601217"/>
              <a:gd name="connsiteX127" fmla="*/ 76811 w 607639"/>
              <a:gd name="connsiteY127" fmla="*/ 131263 h 601217"/>
              <a:gd name="connsiteX128" fmla="*/ 122738 w 607639"/>
              <a:gd name="connsiteY128" fmla="*/ 185209 h 601217"/>
              <a:gd name="connsiteX129" fmla="*/ 183440 w 607639"/>
              <a:gd name="connsiteY129" fmla="*/ 114200 h 601217"/>
              <a:gd name="connsiteX130" fmla="*/ 131461 w 607639"/>
              <a:gd name="connsiteY130" fmla="*/ 76607 h 601217"/>
              <a:gd name="connsiteX131" fmla="*/ 476089 w 607639"/>
              <a:gd name="connsiteY131" fmla="*/ 18752 h 601217"/>
              <a:gd name="connsiteX132" fmla="*/ 372576 w 607639"/>
              <a:gd name="connsiteY132" fmla="*/ 86739 h 601217"/>
              <a:gd name="connsiteX133" fmla="*/ 408089 w 607639"/>
              <a:gd name="connsiteY133" fmla="*/ 103535 h 601217"/>
              <a:gd name="connsiteX134" fmla="*/ 476089 w 607639"/>
              <a:gd name="connsiteY134" fmla="*/ 57855 h 601217"/>
              <a:gd name="connsiteX135" fmla="*/ 549608 w 607639"/>
              <a:gd name="connsiteY135" fmla="*/ 131263 h 601217"/>
              <a:gd name="connsiteX136" fmla="*/ 492911 w 607639"/>
              <a:gd name="connsiteY136" fmla="*/ 202716 h 601217"/>
              <a:gd name="connsiteX137" fmla="*/ 503948 w 607639"/>
              <a:gd name="connsiteY137" fmla="*/ 240309 h 601217"/>
              <a:gd name="connsiteX138" fmla="*/ 561802 w 607639"/>
              <a:gd name="connsiteY138" fmla="*/ 204405 h 601217"/>
              <a:gd name="connsiteX139" fmla="*/ 588859 w 607639"/>
              <a:gd name="connsiteY139" fmla="*/ 131263 h 601217"/>
              <a:gd name="connsiteX140" fmla="*/ 476089 w 607639"/>
              <a:gd name="connsiteY140" fmla="*/ 18752 h 601217"/>
              <a:gd name="connsiteX141" fmla="*/ 131461 w 607639"/>
              <a:gd name="connsiteY141" fmla="*/ 18752 h 601217"/>
              <a:gd name="connsiteX142" fmla="*/ 18780 w 607639"/>
              <a:gd name="connsiteY142" fmla="*/ 131263 h 601217"/>
              <a:gd name="connsiteX143" fmla="*/ 45837 w 607639"/>
              <a:gd name="connsiteY143" fmla="*/ 204405 h 601217"/>
              <a:gd name="connsiteX144" fmla="*/ 103691 w 607639"/>
              <a:gd name="connsiteY144" fmla="*/ 240309 h 601217"/>
              <a:gd name="connsiteX145" fmla="*/ 114728 w 607639"/>
              <a:gd name="connsiteY145" fmla="*/ 202716 h 601217"/>
              <a:gd name="connsiteX146" fmla="*/ 58031 w 607639"/>
              <a:gd name="connsiteY146" fmla="*/ 131263 h 601217"/>
              <a:gd name="connsiteX147" fmla="*/ 131461 w 607639"/>
              <a:gd name="connsiteY147" fmla="*/ 57855 h 601217"/>
              <a:gd name="connsiteX148" fmla="*/ 199550 w 607639"/>
              <a:gd name="connsiteY148" fmla="*/ 103535 h 601217"/>
              <a:gd name="connsiteX149" fmla="*/ 235063 w 607639"/>
              <a:gd name="connsiteY149" fmla="*/ 86739 h 601217"/>
              <a:gd name="connsiteX150" fmla="*/ 131461 w 607639"/>
              <a:gd name="connsiteY150" fmla="*/ 18752 h 601217"/>
              <a:gd name="connsiteX151" fmla="*/ 131461 w 607639"/>
              <a:gd name="connsiteY151" fmla="*/ 0 h 601217"/>
              <a:gd name="connsiteX152" fmla="*/ 253042 w 607639"/>
              <a:gd name="connsiteY152" fmla="*/ 81229 h 601217"/>
              <a:gd name="connsiteX153" fmla="*/ 303775 w 607639"/>
              <a:gd name="connsiteY153" fmla="*/ 74830 h 601217"/>
              <a:gd name="connsiteX154" fmla="*/ 354508 w 607639"/>
              <a:gd name="connsiteY154" fmla="*/ 81229 h 601217"/>
              <a:gd name="connsiteX155" fmla="*/ 476089 w 607639"/>
              <a:gd name="connsiteY155" fmla="*/ 0 h 601217"/>
              <a:gd name="connsiteX156" fmla="*/ 607639 w 607639"/>
              <a:gd name="connsiteY156" fmla="*/ 131263 h 601217"/>
              <a:gd name="connsiteX157" fmla="*/ 576042 w 607639"/>
              <a:gd name="connsiteY157" fmla="*/ 216580 h 601217"/>
              <a:gd name="connsiteX158" fmla="*/ 506529 w 607639"/>
              <a:gd name="connsiteY158" fmla="*/ 258972 h 601217"/>
              <a:gd name="connsiteX159" fmla="*/ 507508 w 607639"/>
              <a:gd name="connsiteY159" fmla="*/ 278168 h 601217"/>
              <a:gd name="connsiteX160" fmla="*/ 446451 w 607639"/>
              <a:gd name="connsiteY160" fmla="*/ 400189 h 601217"/>
              <a:gd name="connsiteX161" fmla="*/ 424644 w 607639"/>
              <a:gd name="connsiteY161" fmla="*/ 412454 h 601217"/>
              <a:gd name="connsiteX162" fmla="*/ 445472 w 607639"/>
              <a:gd name="connsiteY162" fmla="*/ 486306 h 601217"/>
              <a:gd name="connsiteX163" fmla="*/ 429985 w 607639"/>
              <a:gd name="connsiteY163" fmla="*/ 544073 h 601217"/>
              <a:gd name="connsiteX164" fmla="*/ 444671 w 607639"/>
              <a:gd name="connsiteY164" fmla="*/ 570379 h 601217"/>
              <a:gd name="connsiteX165" fmla="*/ 413786 w 607639"/>
              <a:gd name="connsiteY165" fmla="*/ 601217 h 601217"/>
              <a:gd name="connsiteX166" fmla="*/ 351571 w 607639"/>
              <a:gd name="connsiteY166" fmla="*/ 601217 h 601217"/>
              <a:gd name="connsiteX167" fmla="*/ 332968 w 607639"/>
              <a:gd name="connsiteY167" fmla="*/ 594907 h 601217"/>
              <a:gd name="connsiteX168" fmla="*/ 303775 w 607639"/>
              <a:gd name="connsiteY168" fmla="*/ 596507 h 601217"/>
              <a:gd name="connsiteX169" fmla="*/ 274670 w 607639"/>
              <a:gd name="connsiteY169" fmla="*/ 594907 h 601217"/>
              <a:gd name="connsiteX170" fmla="*/ 255979 w 607639"/>
              <a:gd name="connsiteY170" fmla="*/ 601217 h 601217"/>
              <a:gd name="connsiteX171" fmla="*/ 193853 w 607639"/>
              <a:gd name="connsiteY171" fmla="*/ 601217 h 601217"/>
              <a:gd name="connsiteX172" fmla="*/ 162968 w 607639"/>
              <a:gd name="connsiteY172" fmla="*/ 570379 h 601217"/>
              <a:gd name="connsiteX173" fmla="*/ 177654 w 607639"/>
              <a:gd name="connsiteY173" fmla="*/ 544073 h 601217"/>
              <a:gd name="connsiteX174" fmla="*/ 171068 w 607639"/>
              <a:gd name="connsiteY174" fmla="*/ 531808 h 601217"/>
              <a:gd name="connsiteX175" fmla="*/ 80550 w 607639"/>
              <a:gd name="connsiteY175" fmla="*/ 466488 h 601217"/>
              <a:gd name="connsiteX176" fmla="*/ 43434 w 607639"/>
              <a:gd name="connsiteY176" fmla="*/ 354954 h 601217"/>
              <a:gd name="connsiteX177" fmla="*/ 43434 w 607639"/>
              <a:gd name="connsiteY177" fmla="*/ 317716 h 601217"/>
              <a:gd name="connsiteX178" fmla="*/ 52869 w 607639"/>
              <a:gd name="connsiteY178" fmla="*/ 308296 h 601217"/>
              <a:gd name="connsiteX179" fmla="*/ 62214 w 607639"/>
              <a:gd name="connsiteY179" fmla="*/ 317716 h 601217"/>
              <a:gd name="connsiteX180" fmla="*/ 62214 w 607639"/>
              <a:gd name="connsiteY180" fmla="*/ 354954 h 601217"/>
              <a:gd name="connsiteX181" fmla="*/ 95591 w 607639"/>
              <a:gd name="connsiteY181" fmla="*/ 455201 h 601217"/>
              <a:gd name="connsiteX182" fmla="*/ 164125 w 607639"/>
              <a:gd name="connsiteY182" fmla="*/ 509057 h 601217"/>
              <a:gd name="connsiteX183" fmla="*/ 162167 w 607639"/>
              <a:gd name="connsiteY183" fmla="*/ 486306 h 601217"/>
              <a:gd name="connsiteX184" fmla="*/ 182995 w 607639"/>
              <a:gd name="connsiteY184" fmla="*/ 412454 h 601217"/>
              <a:gd name="connsiteX185" fmla="*/ 161188 w 607639"/>
              <a:gd name="connsiteY185" fmla="*/ 400189 h 601217"/>
              <a:gd name="connsiteX186" fmla="*/ 100131 w 607639"/>
              <a:gd name="connsiteY186" fmla="*/ 278168 h 601217"/>
              <a:gd name="connsiteX187" fmla="*/ 101021 w 607639"/>
              <a:gd name="connsiteY187" fmla="*/ 258972 h 601217"/>
              <a:gd name="connsiteX188" fmla="*/ 31508 w 607639"/>
              <a:gd name="connsiteY188" fmla="*/ 216580 h 601217"/>
              <a:gd name="connsiteX189" fmla="*/ 0 w 607639"/>
              <a:gd name="connsiteY189" fmla="*/ 131263 h 601217"/>
              <a:gd name="connsiteX190" fmla="*/ 131461 w 607639"/>
              <a:gd name="connsiteY190" fmla="*/ 0 h 60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07639" h="601217">
                <a:moveTo>
                  <a:pt x="418058" y="559003"/>
                </a:moveTo>
                <a:cubicBezTo>
                  <a:pt x="408623" y="568601"/>
                  <a:pt x="396875" y="576511"/>
                  <a:pt x="382990" y="582465"/>
                </a:cubicBezTo>
                <a:lnTo>
                  <a:pt x="413786" y="582465"/>
                </a:lnTo>
                <a:cubicBezTo>
                  <a:pt x="420461" y="582465"/>
                  <a:pt x="425890" y="577044"/>
                  <a:pt x="425890" y="570379"/>
                </a:cubicBezTo>
                <a:cubicBezTo>
                  <a:pt x="425890" y="565135"/>
                  <a:pt x="422686" y="560780"/>
                  <a:pt x="418058" y="559003"/>
                </a:cubicBezTo>
                <a:close/>
                <a:moveTo>
                  <a:pt x="189581" y="559003"/>
                </a:moveTo>
                <a:cubicBezTo>
                  <a:pt x="184953" y="560780"/>
                  <a:pt x="181749" y="565135"/>
                  <a:pt x="181749" y="570379"/>
                </a:cubicBezTo>
                <a:cubicBezTo>
                  <a:pt x="181749" y="577044"/>
                  <a:pt x="187178" y="582465"/>
                  <a:pt x="193853" y="582465"/>
                </a:cubicBezTo>
                <a:lnTo>
                  <a:pt x="224649" y="582465"/>
                </a:lnTo>
                <a:cubicBezTo>
                  <a:pt x="210675" y="576511"/>
                  <a:pt x="198927" y="568601"/>
                  <a:pt x="189581" y="559003"/>
                </a:cubicBezTo>
                <a:close/>
                <a:moveTo>
                  <a:pt x="237902" y="459380"/>
                </a:moveTo>
                <a:cubicBezTo>
                  <a:pt x="231224" y="459558"/>
                  <a:pt x="225882" y="465156"/>
                  <a:pt x="226060" y="471820"/>
                </a:cubicBezTo>
                <a:cubicBezTo>
                  <a:pt x="226416" y="483460"/>
                  <a:pt x="234163" y="502031"/>
                  <a:pt x="248320" y="515004"/>
                </a:cubicBezTo>
                <a:cubicBezTo>
                  <a:pt x="250546" y="517047"/>
                  <a:pt x="253485" y="518114"/>
                  <a:pt x="256512" y="518114"/>
                </a:cubicBezTo>
                <a:cubicBezTo>
                  <a:pt x="259985" y="518114"/>
                  <a:pt x="263190" y="516692"/>
                  <a:pt x="265505" y="514204"/>
                </a:cubicBezTo>
                <a:cubicBezTo>
                  <a:pt x="267642" y="511805"/>
                  <a:pt x="268800" y="508695"/>
                  <a:pt x="268622" y="505496"/>
                </a:cubicBezTo>
                <a:cubicBezTo>
                  <a:pt x="268533" y="502208"/>
                  <a:pt x="267108" y="499276"/>
                  <a:pt x="264704" y="497055"/>
                </a:cubicBezTo>
                <a:cubicBezTo>
                  <a:pt x="255711" y="488880"/>
                  <a:pt x="250902" y="477329"/>
                  <a:pt x="250368" y="471731"/>
                </a:cubicBezTo>
                <a:cubicBezTo>
                  <a:pt x="250368" y="471553"/>
                  <a:pt x="250368" y="471375"/>
                  <a:pt x="250368" y="471109"/>
                </a:cubicBezTo>
                <a:cubicBezTo>
                  <a:pt x="250190" y="464622"/>
                  <a:pt x="244759" y="459380"/>
                  <a:pt x="238259" y="459380"/>
                </a:cubicBezTo>
                <a:cubicBezTo>
                  <a:pt x="238169" y="459380"/>
                  <a:pt x="238080" y="459380"/>
                  <a:pt x="237902" y="459380"/>
                </a:cubicBezTo>
                <a:close/>
                <a:moveTo>
                  <a:pt x="369375" y="459319"/>
                </a:moveTo>
                <a:cubicBezTo>
                  <a:pt x="366170" y="459319"/>
                  <a:pt x="363233" y="460562"/>
                  <a:pt x="361008" y="462694"/>
                </a:cubicBezTo>
                <a:cubicBezTo>
                  <a:pt x="358693" y="464826"/>
                  <a:pt x="357358" y="467846"/>
                  <a:pt x="357269" y="471043"/>
                </a:cubicBezTo>
                <a:cubicBezTo>
                  <a:pt x="357269" y="471310"/>
                  <a:pt x="357269" y="471488"/>
                  <a:pt x="357269" y="471665"/>
                </a:cubicBezTo>
                <a:cubicBezTo>
                  <a:pt x="356734" y="477083"/>
                  <a:pt x="351928" y="488897"/>
                  <a:pt x="342938" y="497069"/>
                </a:cubicBezTo>
                <a:cubicBezTo>
                  <a:pt x="337953" y="501599"/>
                  <a:pt x="337597" y="509238"/>
                  <a:pt x="342136" y="514212"/>
                </a:cubicBezTo>
                <a:cubicBezTo>
                  <a:pt x="344451" y="516699"/>
                  <a:pt x="347655" y="518120"/>
                  <a:pt x="351127" y="518120"/>
                </a:cubicBezTo>
                <a:cubicBezTo>
                  <a:pt x="354153" y="518120"/>
                  <a:pt x="357002" y="517054"/>
                  <a:pt x="359316" y="515011"/>
                </a:cubicBezTo>
                <a:cubicBezTo>
                  <a:pt x="373469" y="502043"/>
                  <a:pt x="381213" y="483479"/>
                  <a:pt x="381481" y="471843"/>
                </a:cubicBezTo>
                <a:cubicBezTo>
                  <a:pt x="381570" y="468556"/>
                  <a:pt x="380412" y="465536"/>
                  <a:pt x="378187" y="463138"/>
                </a:cubicBezTo>
                <a:cubicBezTo>
                  <a:pt x="375962" y="460740"/>
                  <a:pt x="372935" y="459407"/>
                  <a:pt x="369731" y="459319"/>
                </a:cubicBezTo>
                <a:cubicBezTo>
                  <a:pt x="369553" y="459319"/>
                  <a:pt x="369464" y="459319"/>
                  <a:pt x="369375" y="459319"/>
                </a:cubicBezTo>
                <a:close/>
                <a:moveTo>
                  <a:pt x="237457" y="440631"/>
                </a:moveTo>
                <a:cubicBezTo>
                  <a:pt x="254197" y="440187"/>
                  <a:pt x="268266" y="453249"/>
                  <a:pt x="269156" y="469954"/>
                </a:cubicBezTo>
                <a:cubicBezTo>
                  <a:pt x="269512" y="471820"/>
                  <a:pt x="272183" y="478484"/>
                  <a:pt x="277348" y="483193"/>
                </a:cubicBezTo>
                <a:cubicBezTo>
                  <a:pt x="283492" y="488791"/>
                  <a:pt x="287053" y="496344"/>
                  <a:pt x="287410" y="504607"/>
                </a:cubicBezTo>
                <a:cubicBezTo>
                  <a:pt x="287766" y="512871"/>
                  <a:pt x="284916" y="520779"/>
                  <a:pt x="279396" y="526821"/>
                </a:cubicBezTo>
                <a:cubicBezTo>
                  <a:pt x="273519" y="533219"/>
                  <a:pt x="265149" y="536862"/>
                  <a:pt x="256512" y="536862"/>
                </a:cubicBezTo>
                <a:cubicBezTo>
                  <a:pt x="248765" y="536862"/>
                  <a:pt x="241375" y="534019"/>
                  <a:pt x="235676" y="528776"/>
                </a:cubicBezTo>
                <a:cubicBezTo>
                  <a:pt x="216621" y="511449"/>
                  <a:pt x="207717" y="487903"/>
                  <a:pt x="207272" y="472264"/>
                </a:cubicBezTo>
                <a:cubicBezTo>
                  <a:pt x="206827" y="455293"/>
                  <a:pt x="220361" y="441076"/>
                  <a:pt x="237457" y="440631"/>
                </a:cubicBezTo>
                <a:close/>
                <a:moveTo>
                  <a:pt x="370176" y="440577"/>
                </a:moveTo>
                <a:cubicBezTo>
                  <a:pt x="378454" y="440843"/>
                  <a:pt x="386109" y="444219"/>
                  <a:pt x="391806" y="450259"/>
                </a:cubicBezTo>
                <a:cubicBezTo>
                  <a:pt x="397503" y="456210"/>
                  <a:pt x="400529" y="464026"/>
                  <a:pt x="400262" y="472287"/>
                </a:cubicBezTo>
                <a:cubicBezTo>
                  <a:pt x="399906" y="487920"/>
                  <a:pt x="391005" y="511458"/>
                  <a:pt x="371956" y="528779"/>
                </a:cubicBezTo>
                <a:cubicBezTo>
                  <a:pt x="366259" y="534020"/>
                  <a:pt x="358871" y="536862"/>
                  <a:pt x="351127" y="536862"/>
                </a:cubicBezTo>
                <a:cubicBezTo>
                  <a:pt x="342403" y="536862"/>
                  <a:pt x="334125" y="533220"/>
                  <a:pt x="328250" y="526825"/>
                </a:cubicBezTo>
                <a:cubicBezTo>
                  <a:pt x="316768" y="514301"/>
                  <a:pt x="317658" y="494671"/>
                  <a:pt x="330209" y="483212"/>
                </a:cubicBezTo>
                <a:cubicBezTo>
                  <a:pt x="335371" y="478505"/>
                  <a:pt x="338042" y="471843"/>
                  <a:pt x="338487" y="469977"/>
                </a:cubicBezTo>
                <a:cubicBezTo>
                  <a:pt x="338843" y="461983"/>
                  <a:pt x="342225" y="454611"/>
                  <a:pt x="348100" y="449104"/>
                </a:cubicBezTo>
                <a:cubicBezTo>
                  <a:pt x="354064" y="443419"/>
                  <a:pt x="361898" y="440399"/>
                  <a:pt x="370176" y="440577"/>
                </a:cubicBezTo>
                <a:close/>
                <a:moveTo>
                  <a:pt x="200618" y="419741"/>
                </a:moveTo>
                <a:cubicBezTo>
                  <a:pt x="187712" y="439559"/>
                  <a:pt x="180947" y="462399"/>
                  <a:pt x="180947" y="486306"/>
                </a:cubicBezTo>
                <a:cubicBezTo>
                  <a:pt x="180947" y="565846"/>
                  <a:pt x="257937" y="577755"/>
                  <a:pt x="303775" y="577755"/>
                </a:cubicBezTo>
                <a:cubicBezTo>
                  <a:pt x="349701" y="577755"/>
                  <a:pt x="426692" y="565846"/>
                  <a:pt x="426692" y="486306"/>
                </a:cubicBezTo>
                <a:cubicBezTo>
                  <a:pt x="426692" y="462399"/>
                  <a:pt x="419838" y="439559"/>
                  <a:pt x="407021" y="419741"/>
                </a:cubicBezTo>
                <a:cubicBezTo>
                  <a:pt x="377828" y="430228"/>
                  <a:pt x="342937" y="435649"/>
                  <a:pt x="303775" y="435649"/>
                </a:cubicBezTo>
                <a:cubicBezTo>
                  <a:pt x="264701" y="435649"/>
                  <a:pt x="229811" y="430228"/>
                  <a:pt x="200618" y="419741"/>
                </a:cubicBezTo>
                <a:close/>
                <a:moveTo>
                  <a:pt x="366236" y="339140"/>
                </a:moveTo>
                <a:lnTo>
                  <a:pt x="406828" y="364731"/>
                </a:lnTo>
                <a:cubicBezTo>
                  <a:pt x="411279" y="367486"/>
                  <a:pt x="412525" y="373262"/>
                  <a:pt x="409766" y="377616"/>
                </a:cubicBezTo>
                <a:cubicBezTo>
                  <a:pt x="407985" y="380459"/>
                  <a:pt x="404959" y="381970"/>
                  <a:pt x="401843" y="381970"/>
                </a:cubicBezTo>
                <a:cubicBezTo>
                  <a:pt x="400152" y="381970"/>
                  <a:pt x="398372" y="381526"/>
                  <a:pt x="396858" y="380548"/>
                </a:cubicBezTo>
                <a:lnTo>
                  <a:pt x="356266" y="355046"/>
                </a:lnTo>
                <a:cubicBezTo>
                  <a:pt x="351815" y="352291"/>
                  <a:pt x="350569" y="346426"/>
                  <a:pt x="353328" y="342072"/>
                </a:cubicBezTo>
                <a:cubicBezTo>
                  <a:pt x="356088" y="337718"/>
                  <a:pt x="361874" y="336385"/>
                  <a:pt x="366236" y="339140"/>
                </a:cubicBezTo>
                <a:close/>
                <a:moveTo>
                  <a:pt x="241300" y="339140"/>
                </a:moveTo>
                <a:cubicBezTo>
                  <a:pt x="245755" y="336385"/>
                  <a:pt x="251546" y="337718"/>
                  <a:pt x="254308" y="342072"/>
                </a:cubicBezTo>
                <a:cubicBezTo>
                  <a:pt x="257070" y="346426"/>
                  <a:pt x="255733" y="352291"/>
                  <a:pt x="251368" y="355046"/>
                </a:cubicBezTo>
                <a:lnTo>
                  <a:pt x="210741" y="380548"/>
                </a:lnTo>
                <a:cubicBezTo>
                  <a:pt x="209227" y="381526"/>
                  <a:pt x="207445" y="381970"/>
                  <a:pt x="205752" y="381970"/>
                </a:cubicBezTo>
                <a:cubicBezTo>
                  <a:pt x="202634" y="381970"/>
                  <a:pt x="199605" y="380459"/>
                  <a:pt x="197734" y="377616"/>
                </a:cubicBezTo>
                <a:cubicBezTo>
                  <a:pt x="194972" y="373262"/>
                  <a:pt x="196308" y="367486"/>
                  <a:pt x="200674" y="364731"/>
                </a:cubicBezTo>
                <a:close/>
                <a:moveTo>
                  <a:pt x="193829" y="307806"/>
                </a:moveTo>
                <a:lnTo>
                  <a:pt x="240147" y="307806"/>
                </a:lnTo>
                <a:cubicBezTo>
                  <a:pt x="245313" y="307806"/>
                  <a:pt x="249589" y="312060"/>
                  <a:pt x="249589" y="317200"/>
                </a:cubicBezTo>
                <a:cubicBezTo>
                  <a:pt x="249589" y="322341"/>
                  <a:pt x="245313" y="326506"/>
                  <a:pt x="240147" y="326506"/>
                </a:cubicBezTo>
                <a:lnTo>
                  <a:pt x="193829" y="326506"/>
                </a:lnTo>
                <a:cubicBezTo>
                  <a:pt x="188662" y="326506"/>
                  <a:pt x="184387" y="322341"/>
                  <a:pt x="184387" y="317200"/>
                </a:cubicBezTo>
                <a:cubicBezTo>
                  <a:pt x="184387" y="312060"/>
                  <a:pt x="188662" y="307806"/>
                  <a:pt x="193829" y="307806"/>
                </a:cubicBezTo>
                <a:close/>
                <a:moveTo>
                  <a:pt x="367484" y="307736"/>
                </a:moveTo>
                <a:lnTo>
                  <a:pt x="413765" y="307736"/>
                </a:lnTo>
                <a:cubicBezTo>
                  <a:pt x="418927" y="307736"/>
                  <a:pt x="423110" y="312006"/>
                  <a:pt x="423110" y="317166"/>
                </a:cubicBezTo>
                <a:cubicBezTo>
                  <a:pt x="423110" y="322325"/>
                  <a:pt x="418927" y="326506"/>
                  <a:pt x="413765" y="326506"/>
                </a:cubicBezTo>
                <a:lnTo>
                  <a:pt x="367484" y="326506"/>
                </a:lnTo>
                <a:cubicBezTo>
                  <a:pt x="362232" y="326506"/>
                  <a:pt x="358049" y="322325"/>
                  <a:pt x="358049" y="317166"/>
                </a:cubicBezTo>
                <a:cubicBezTo>
                  <a:pt x="358049" y="312006"/>
                  <a:pt x="362232" y="307736"/>
                  <a:pt x="367484" y="307736"/>
                </a:cubicBezTo>
                <a:close/>
                <a:moveTo>
                  <a:pt x="303748" y="291850"/>
                </a:moveTo>
                <a:cubicBezTo>
                  <a:pt x="289777" y="291850"/>
                  <a:pt x="278386" y="303231"/>
                  <a:pt x="278386" y="317192"/>
                </a:cubicBezTo>
                <a:cubicBezTo>
                  <a:pt x="278386" y="331152"/>
                  <a:pt x="289777" y="342533"/>
                  <a:pt x="303748" y="342533"/>
                </a:cubicBezTo>
                <a:cubicBezTo>
                  <a:pt x="317808" y="342533"/>
                  <a:pt x="329110" y="331152"/>
                  <a:pt x="329110" y="317192"/>
                </a:cubicBezTo>
                <a:cubicBezTo>
                  <a:pt x="329110" y="303231"/>
                  <a:pt x="317720" y="291850"/>
                  <a:pt x="303748" y="291850"/>
                </a:cubicBezTo>
                <a:close/>
                <a:moveTo>
                  <a:pt x="303748" y="273088"/>
                </a:moveTo>
                <a:cubicBezTo>
                  <a:pt x="328131" y="273088"/>
                  <a:pt x="347887" y="292828"/>
                  <a:pt x="347887" y="317192"/>
                </a:cubicBezTo>
                <a:cubicBezTo>
                  <a:pt x="347887" y="341466"/>
                  <a:pt x="328131" y="361295"/>
                  <a:pt x="303748" y="361295"/>
                </a:cubicBezTo>
                <a:cubicBezTo>
                  <a:pt x="279454" y="361295"/>
                  <a:pt x="259610" y="341466"/>
                  <a:pt x="259610" y="317192"/>
                </a:cubicBezTo>
                <a:cubicBezTo>
                  <a:pt x="259610" y="292828"/>
                  <a:pt x="279454" y="273088"/>
                  <a:pt x="303748" y="273088"/>
                </a:cubicBezTo>
                <a:close/>
                <a:moveTo>
                  <a:pt x="382721" y="240205"/>
                </a:moveTo>
                <a:cubicBezTo>
                  <a:pt x="397054" y="240205"/>
                  <a:pt x="408715" y="251865"/>
                  <a:pt x="408715" y="266194"/>
                </a:cubicBezTo>
                <a:cubicBezTo>
                  <a:pt x="408715" y="271357"/>
                  <a:pt x="404442" y="275629"/>
                  <a:pt x="399279" y="275629"/>
                </a:cubicBezTo>
                <a:cubicBezTo>
                  <a:pt x="394116" y="275629"/>
                  <a:pt x="389932" y="271357"/>
                  <a:pt x="389932" y="266194"/>
                </a:cubicBezTo>
                <a:cubicBezTo>
                  <a:pt x="389932" y="262189"/>
                  <a:pt x="386638" y="258985"/>
                  <a:pt x="382721" y="258985"/>
                </a:cubicBezTo>
                <a:cubicBezTo>
                  <a:pt x="378715" y="258985"/>
                  <a:pt x="375422" y="262189"/>
                  <a:pt x="375422" y="266194"/>
                </a:cubicBezTo>
                <a:cubicBezTo>
                  <a:pt x="375422" y="271357"/>
                  <a:pt x="371238" y="275629"/>
                  <a:pt x="366074" y="275629"/>
                </a:cubicBezTo>
                <a:cubicBezTo>
                  <a:pt x="360911" y="275629"/>
                  <a:pt x="356638" y="271357"/>
                  <a:pt x="356638" y="266194"/>
                </a:cubicBezTo>
                <a:cubicBezTo>
                  <a:pt x="356638" y="251865"/>
                  <a:pt x="368300" y="240205"/>
                  <a:pt x="382721" y="240205"/>
                </a:cubicBezTo>
                <a:close/>
                <a:moveTo>
                  <a:pt x="224927" y="240205"/>
                </a:moveTo>
                <a:cubicBezTo>
                  <a:pt x="239265" y="240205"/>
                  <a:pt x="250931" y="251865"/>
                  <a:pt x="250931" y="266194"/>
                </a:cubicBezTo>
                <a:cubicBezTo>
                  <a:pt x="250931" y="271357"/>
                  <a:pt x="246745" y="275629"/>
                  <a:pt x="241580" y="275629"/>
                </a:cubicBezTo>
                <a:cubicBezTo>
                  <a:pt x="236415" y="275629"/>
                  <a:pt x="232141" y="271357"/>
                  <a:pt x="232141" y="266194"/>
                </a:cubicBezTo>
                <a:cubicBezTo>
                  <a:pt x="232141" y="262189"/>
                  <a:pt x="228935" y="258985"/>
                  <a:pt x="224927" y="258985"/>
                </a:cubicBezTo>
                <a:cubicBezTo>
                  <a:pt x="220920" y="258985"/>
                  <a:pt x="217714" y="262189"/>
                  <a:pt x="217714" y="266194"/>
                </a:cubicBezTo>
                <a:cubicBezTo>
                  <a:pt x="217714" y="271357"/>
                  <a:pt x="213528" y="275629"/>
                  <a:pt x="208363" y="275629"/>
                </a:cubicBezTo>
                <a:cubicBezTo>
                  <a:pt x="203109" y="275629"/>
                  <a:pt x="198924" y="271357"/>
                  <a:pt x="198924" y="266194"/>
                </a:cubicBezTo>
                <a:cubicBezTo>
                  <a:pt x="198924" y="251865"/>
                  <a:pt x="210590" y="240205"/>
                  <a:pt x="224927" y="240205"/>
                </a:cubicBezTo>
                <a:close/>
                <a:moveTo>
                  <a:pt x="303775" y="93582"/>
                </a:moveTo>
                <a:cubicBezTo>
                  <a:pt x="201864" y="93582"/>
                  <a:pt x="118911" y="176410"/>
                  <a:pt x="118911" y="278168"/>
                </a:cubicBezTo>
                <a:cubicBezTo>
                  <a:pt x="118911" y="398856"/>
                  <a:pt x="234796" y="416897"/>
                  <a:pt x="303775" y="416897"/>
                </a:cubicBezTo>
                <a:cubicBezTo>
                  <a:pt x="372843" y="416897"/>
                  <a:pt x="488639" y="398856"/>
                  <a:pt x="488639" y="278168"/>
                </a:cubicBezTo>
                <a:cubicBezTo>
                  <a:pt x="488639" y="176410"/>
                  <a:pt x="405775" y="93582"/>
                  <a:pt x="303775" y="93582"/>
                </a:cubicBezTo>
                <a:close/>
                <a:moveTo>
                  <a:pt x="476089" y="76607"/>
                </a:moveTo>
                <a:cubicBezTo>
                  <a:pt x="452414" y="76607"/>
                  <a:pt x="431409" y="92160"/>
                  <a:pt x="424110" y="114200"/>
                </a:cubicBezTo>
                <a:cubicBezTo>
                  <a:pt x="449477" y="132774"/>
                  <a:pt x="470393" y="157125"/>
                  <a:pt x="484901" y="185209"/>
                </a:cubicBezTo>
                <a:cubicBezTo>
                  <a:pt x="511069" y="180943"/>
                  <a:pt x="530828" y="158369"/>
                  <a:pt x="530828" y="131263"/>
                </a:cubicBezTo>
                <a:cubicBezTo>
                  <a:pt x="530828" y="101136"/>
                  <a:pt x="506262" y="76607"/>
                  <a:pt x="476089" y="76607"/>
                </a:cubicBezTo>
                <a:close/>
                <a:moveTo>
                  <a:pt x="131461" y="76607"/>
                </a:moveTo>
                <a:cubicBezTo>
                  <a:pt x="101288" y="76607"/>
                  <a:pt x="76811" y="101136"/>
                  <a:pt x="76811" y="131263"/>
                </a:cubicBezTo>
                <a:cubicBezTo>
                  <a:pt x="76811" y="158369"/>
                  <a:pt x="96570" y="180943"/>
                  <a:pt x="122738" y="185209"/>
                </a:cubicBezTo>
                <a:cubicBezTo>
                  <a:pt x="137246" y="157125"/>
                  <a:pt x="158162" y="132774"/>
                  <a:pt x="183440" y="114200"/>
                </a:cubicBezTo>
                <a:cubicBezTo>
                  <a:pt x="176230" y="92160"/>
                  <a:pt x="155225" y="76607"/>
                  <a:pt x="131461" y="76607"/>
                </a:cubicBezTo>
                <a:close/>
                <a:moveTo>
                  <a:pt x="476089" y="18752"/>
                </a:moveTo>
                <a:cubicBezTo>
                  <a:pt x="430697" y="18752"/>
                  <a:pt x="390199" y="45680"/>
                  <a:pt x="372576" y="86739"/>
                </a:cubicBezTo>
                <a:cubicBezTo>
                  <a:pt x="385037" y="91271"/>
                  <a:pt x="396875" y="96870"/>
                  <a:pt x="408089" y="103535"/>
                </a:cubicBezTo>
                <a:cubicBezTo>
                  <a:pt x="419215" y="76430"/>
                  <a:pt x="446006" y="57855"/>
                  <a:pt x="476089" y="57855"/>
                </a:cubicBezTo>
                <a:cubicBezTo>
                  <a:pt x="516676" y="57855"/>
                  <a:pt x="549608" y="90827"/>
                  <a:pt x="549608" y="131263"/>
                </a:cubicBezTo>
                <a:cubicBezTo>
                  <a:pt x="549608" y="165923"/>
                  <a:pt x="525576" y="195073"/>
                  <a:pt x="492911" y="202716"/>
                </a:cubicBezTo>
                <a:cubicBezTo>
                  <a:pt x="497718" y="214714"/>
                  <a:pt x="501456" y="227334"/>
                  <a:pt x="503948" y="240309"/>
                </a:cubicBezTo>
                <a:cubicBezTo>
                  <a:pt x="526288" y="234621"/>
                  <a:pt x="546582" y="222090"/>
                  <a:pt x="561802" y="204405"/>
                </a:cubicBezTo>
                <a:cubicBezTo>
                  <a:pt x="579247" y="184053"/>
                  <a:pt x="588859" y="158103"/>
                  <a:pt x="588859" y="131263"/>
                </a:cubicBezTo>
                <a:cubicBezTo>
                  <a:pt x="588859" y="69231"/>
                  <a:pt x="538215" y="18752"/>
                  <a:pt x="476089" y="18752"/>
                </a:cubicBezTo>
                <a:close/>
                <a:moveTo>
                  <a:pt x="131461" y="18752"/>
                </a:moveTo>
                <a:cubicBezTo>
                  <a:pt x="69335" y="18752"/>
                  <a:pt x="18780" y="69231"/>
                  <a:pt x="18780" y="131263"/>
                </a:cubicBezTo>
                <a:cubicBezTo>
                  <a:pt x="18780" y="158103"/>
                  <a:pt x="28392" y="184053"/>
                  <a:pt x="45837" y="204405"/>
                </a:cubicBezTo>
                <a:cubicBezTo>
                  <a:pt x="61057" y="222090"/>
                  <a:pt x="81262" y="234621"/>
                  <a:pt x="103691" y="240309"/>
                </a:cubicBezTo>
                <a:cubicBezTo>
                  <a:pt x="106183" y="227334"/>
                  <a:pt x="109832" y="214714"/>
                  <a:pt x="114728" y="202716"/>
                </a:cubicBezTo>
                <a:cubicBezTo>
                  <a:pt x="82063" y="195073"/>
                  <a:pt x="58031" y="165923"/>
                  <a:pt x="58031" y="131263"/>
                </a:cubicBezTo>
                <a:cubicBezTo>
                  <a:pt x="58031" y="90827"/>
                  <a:pt x="90963" y="57855"/>
                  <a:pt x="131461" y="57855"/>
                </a:cubicBezTo>
                <a:cubicBezTo>
                  <a:pt x="161633" y="57855"/>
                  <a:pt x="188424" y="76430"/>
                  <a:pt x="199550" y="103535"/>
                </a:cubicBezTo>
                <a:cubicBezTo>
                  <a:pt x="210764" y="96870"/>
                  <a:pt x="222602" y="91271"/>
                  <a:pt x="235063" y="86739"/>
                </a:cubicBezTo>
                <a:cubicBezTo>
                  <a:pt x="217351" y="45680"/>
                  <a:pt x="176853" y="18752"/>
                  <a:pt x="131461" y="18752"/>
                </a:cubicBezTo>
                <a:close/>
                <a:moveTo>
                  <a:pt x="131461" y="0"/>
                </a:moveTo>
                <a:cubicBezTo>
                  <a:pt x="185131" y="0"/>
                  <a:pt x="232927" y="32260"/>
                  <a:pt x="253042" y="81229"/>
                </a:cubicBezTo>
                <a:cubicBezTo>
                  <a:pt x="269330" y="77052"/>
                  <a:pt x="286330" y="74830"/>
                  <a:pt x="303775" y="74830"/>
                </a:cubicBezTo>
                <a:cubicBezTo>
                  <a:pt x="321309" y="74830"/>
                  <a:pt x="338309" y="77052"/>
                  <a:pt x="354508" y="81229"/>
                </a:cubicBezTo>
                <a:cubicBezTo>
                  <a:pt x="374712" y="32260"/>
                  <a:pt x="422508" y="0"/>
                  <a:pt x="476089" y="0"/>
                </a:cubicBezTo>
                <a:cubicBezTo>
                  <a:pt x="548629" y="0"/>
                  <a:pt x="607639" y="58833"/>
                  <a:pt x="607639" y="131263"/>
                </a:cubicBezTo>
                <a:cubicBezTo>
                  <a:pt x="607639" y="162546"/>
                  <a:pt x="596425" y="192852"/>
                  <a:pt x="576042" y="216580"/>
                </a:cubicBezTo>
                <a:cubicBezTo>
                  <a:pt x="557885" y="237732"/>
                  <a:pt x="533498" y="252573"/>
                  <a:pt x="506529" y="258972"/>
                </a:cubicBezTo>
                <a:cubicBezTo>
                  <a:pt x="507152" y="265282"/>
                  <a:pt x="507508" y="271681"/>
                  <a:pt x="507508" y="278168"/>
                </a:cubicBezTo>
                <a:cubicBezTo>
                  <a:pt x="507508" y="331936"/>
                  <a:pt x="486948" y="372906"/>
                  <a:pt x="446451" y="400189"/>
                </a:cubicBezTo>
                <a:cubicBezTo>
                  <a:pt x="439686" y="404722"/>
                  <a:pt x="432388" y="408810"/>
                  <a:pt x="424644" y="412454"/>
                </a:cubicBezTo>
                <a:cubicBezTo>
                  <a:pt x="438262" y="434672"/>
                  <a:pt x="445472" y="459911"/>
                  <a:pt x="445472" y="486306"/>
                </a:cubicBezTo>
                <a:cubicBezTo>
                  <a:pt x="445472" y="508702"/>
                  <a:pt x="440131" y="528076"/>
                  <a:pt x="429985" y="544073"/>
                </a:cubicBezTo>
                <a:cubicBezTo>
                  <a:pt x="438796" y="549494"/>
                  <a:pt x="444671" y="559270"/>
                  <a:pt x="444671" y="570379"/>
                </a:cubicBezTo>
                <a:cubicBezTo>
                  <a:pt x="444671" y="587353"/>
                  <a:pt x="430786" y="601217"/>
                  <a:pt x="413786" y="601217"/>
                </a:cubicBezTo>
                <a:lnTo>
                  <a:pt x="351571" y="601217"/>
                </a:lnTo>
                <a:cubicBezTo>
                  <a:pt x="344895" y="601217"/>
                  <a:pt x="338309" y="598995"/>
                  <a:pt x="332968" y="594907"/>
                </a:cubicBezTo>
                <a:cubicBezTo>
                  <a:pt x="323712" y="595974"/>
                  <a:pt x="314010" y="596507"/>
                  <a:pt x="303775" y="596507"/>
                </a:cubicBezTo>
                <a:cubicBezTo>
                  <a:pt x="293539" y="596507"/>
                  <a:pt x="283838" y="595974"/>
                  <a:pt x="274670" y="594907"/>
                </a:cubicBezTo>
                <a:cubicBezTo>
                  <a:pt x="269330" y="598995"/>
                  <a:pt x="262743" y="601217"/>
                  <a:pt x="255979" y="601217"/>
                </a:cubicBezTo>
                <a:lnTo>
                  <a:pt x="193853" y="601217"/>
                </a:lnTo>
                <a:cubicBezTo>
                  <a:pt x="176764" y="601217"/>
                  <a:pt x="162968" y="587353"/>
                  <a:pt x="162968" y="570379"/>
                </a:cubicBezTo>
                <a:cubicBezTo>
                  <a:pt x="162968" y="559270"/>
                  <a:pt x="168754" y="549494"/>
                  <a:pt x="177654" y="544073"/>
                </a:cubicBezTo>
                <a:cubicBezTo>
                  <a:pt x="175162" y="540162"/>
                  <a:pt x="172937" y="536074"/>
                  <a:pt x="171068" y="531808"/>
                </a:cubicBezTo>
                <a:cubicBezTo>
                  <a:pt x="135288" y="519811"/>
                  <a:pt x="103246" y="496793"/>
                  <a:pt x="80550" y="466488"/>
                </a:cubicBezTo>
                <a:cubicBezTo>
                  <a:pt x="56251" y="434049"/>
                  <a:pt x="43434" y="395568"/>
                  <a:pt x="43434" y="354954"/>
                </a:cubicBezTo>
                <a:lnTo>
                  <a:pt x="43434" y="317716"/>
                </a:lnTo>
                <a:cubicBezTo>
                  <a:pt x="43434" y="312562"/>
                  <a:pt x="47618" y="308296"/>
                  <a:pt x="52869" y="308296"/>
                </a:cubicBezTo>
                <a:cubicBezTo>
                  <a:pt x="58031" y="308296"/>
                  <a:pt x="62214" y="312562"/>
                  <a:pt x="62214" y="317716"/>
                </a:cubicBezTo>
                <a:lnTo>
                  <a:pt x="62214" y="354954"/>
                </a:lnTo>
                <a:cubicBezTo>
                  <a:pt x="62214" y="391480"/>
                  <a:pt x="73785" y="426140"/>
                  <a:pt x="95591" y="455201"/>
                </a:cubicBezTo>
                <a:cubicBezTo>
                  <a:pt x="113214" y="478841"/>
                  <a:pt x="137157" y="497504"/>
                  <a:pt x="164125" y="509057"/>
                </a:cubicBezTo>
                <a:cubicBezTo>
                  <a:pt x="162879" y="501859"/>
                  <a:pt x="162167" y="494304"/>
                  <a:pt x="162167" y="486306"/>
                </a:cubicBezTo>
                <a:cubicBezTo>
                  <a:pt x="162167" y="459911"/>
                  <a:pt x="169288" y="434672"/>
                  <a:pt x="182995" y="412454"/>
                </a:cubicBezTo>
                <a:cubicBezTo>
                  <a:pt x="175162" y="408810"/>
                  <a:pt x="167864" y="404722"/>
                  <a:pt x="161188" y="400189"/>
                </a:cubicBezTo>
                <a:cubicBezTo>
                  <a:pt x="120691" y="372906"/>
                  <a:pt x="100131" y="331936"/>
                  <a:pt x="100131" y="278168"/>
                </a:cubicBezTo>
                <a:cubicBezTo>
                  <a:pt x="100131" y="271681"/>
                  <a:pt x="100487" y="265282"/>
                  <a:pt x="101021" y="258972"/>
                </a:cubicBezTo>
                <a:cubicBezTo>
                  <a:pt x="74141" y="252573"/>
                  <a:pt x="49665" y="237732"/>
                  <a:pt x="31508" y="216580"/>
                </a:cubicBezTo>
                <a:cubicBezTo>
                  <a:pt x="11214" y="192852"/>
                  <a:pt x="0" y="162546"/>
                  <a:pt x="0" y="131263"/>
                </a:cubicBezTo>
                <a:cubicBezTo>
                  <a:pt x="0" y="58833"/>
                  <a:pt x="59010" y="0"/>
                  <a:pt x="131461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27" name="2b2b11df-ef91-4c70-8525-982d4c813e8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7752184" y="3762108"/>
            <a:ext cx="1302188" cy="930383"/>
            <a:chOff x="3124200" y="1157288"/>
            <a:chExt cx="5943600" cy="4246563"/>
          </a:xfrm>
        </p:grpSpPr>
        <p:sp>
          <p:nvSpPr>
            <p:cNvPr id="28" name="í$1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B7F6CC0-83FF-47D1-91E9-743AB7E81AB8}"/>
                </a:ext>
              </a:extLst>
            </p:cNvPr>
            <p:cNvSpPr/>
            <p:nvPr/>
          </p:nvSpPr>
          <p:spPr bwMode="auto">
            <a:xfrm>
              <a:off x="7018338" y="1392238"/>
              <a:ext cx="1700213" cy="565150"/>
            </a:xfrm>
            <a:custGeom>
              <a:avLst/>
              <a:gdLst>
                <a:gd name="T0" fmla="*/ 529 w 544"/>
                <a:gd name="T1" fmla="*/ 181 h 181"/>
                <a:gd name="T2" fmla="*/ 542 w 544"/>
                <a:gd name="T3" fmla="*/ 149 h 181"/>
                <a:gd name="T4" fmla="*/ 542 w 544"/>
                <a:gd name="T5" fmla="*/ 136 h 181"/>
                <a:gd name="T6" fmla="*/ 520 w 544"/>
                <a:gd name="T7" fmla="*/ 127 h 181"/>
                <a:gd name="T8" fmla="*/ 499 w 544"/>
                <a:gd name="T9" fmla="*/ 144 h 181"/>
                <a:gd name="T10" fmla="*/ 530 w 544"/>
                <a:gd name="T11" fmla="*/ 75 h 181"/>
                <a:gd name="T12" fmla="*/ 525 w 544"/>
                <a:gd name="T13" fmla="*/ 41 h 181"/>
                <a:gd name="T14" fmla="*/ 487 w 544"/>
                <a:gd name="T15" fmla="*/ 31 h 181"/>
                <a:gd name="T16" fmla="*/ 381 w 544"/>
                <a:gd name="T17" fmla="*/ 95 h 181"/>
                <a:gd name="T18" fmla="*/ 366 w 544"/>
                <a:gd name="T19" fmla="*/ 78 h 181"/>
                <a:gd name="T20" fmla="*/ 348 w 544"/>
                <a:gd name="T21" fmla="*/ 92 h 181"/>
                <a:gd name="T22" fmla="*/ 347 w 544"/>
                <a:gd name="T23" fmla="*/ 17 h 181"/>
                <a:gd name="T24" fmla="*/ 296 w 544"/>
                <a:gd name="T25" fmla="*/ 3 h 181"/>
                <a:gd name="T26" fmla="*/ 169 w 544"/>
                <a:gd name="T27" fmla="*/ 113 h 181"/>
                <a:gd name="T28" fmla="*/ 147 w 544"/>
                <a:gd name="T29" fmla="*/ 79 h 181"/>
                <a:gd name="T30" fmla="*/ 99 w 544"/>
                <a:gd name="T31" fmla="*/ 96 h 181"/>
                <a:gd name="T32" fmla="*/ 47 w 544"/>
                <a:gd name="T33" fmla="*/ 164 h 181"/>
                <a:gd name="T34" fmla="*/ 18 w 544"/>
                <a:gd name="T35" fmla="*/ 152 h 181"/>
                <a:gd name="T36" fmla="*/ 0 w 544"/>
                <a:gd name="T37" fmla="*/ 181 h 181"/>
                <a:gd name="T38" fmla="*/ 529 w 544"/>
                <a:gd name="T3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4" h="181">
                  <a:moveTo>
                    <a:pt x="529" y="181"/>
                  </a:moveTo>
                  <a:cubicBezTo>
                    <a:pt x="535" y="171"/>
                    <a:pt x="539" y="160"/>
                    <a:pt x="542" y="149"/>
                  </a:cubicBezTo>
                  <a:cubicBezTo>
                    <a:pt x="543" y="145"/>
                    <a:pt x="544" y="140"/>
                    <a:pt x="542" y="136"/>
                  </a:cubicBezTo>
                  <a:cubicBezTo>
                    <a:pt x="540" y="128"/>
                    <a:pt x="529" y="125"/>
                    <a:pt x="520" y="127"/>
                  </a:cubicBezTo>
                  <a:cubicBezTo>
                    <a:pt x="512" y="130"/>
                    <a:pt x="505" y="137"/>
                    <a:pt x="499" y="144"/>
                  </a:cubicBezTo>
                  <a:cubicBezTo>
                    <a:pt x="514" y="123"/>
                    <a:pt x="525" y="100"/>
                    <a:pt x="530" y="75"/>
                  </a:cubicBezTo>
                  <a:cubicBezTo>
                    <a:pt x="532" y="63"/>
                    <a:pt x="532" y="50"/>
                    <a:pt x="525" y="41"/>
                  </a:cubicBezTo>
                  <a:cubicBezTo>
                    <a:pt x="516" y="31"/>
                    <a:pt x="501" y="30"/>
                    <a:pt x="487" y="31"/>
                  </a:cubicBezTo>
                  <a:cubicBezTo>
                    <a:pt x="444" y="35"/>
                    <a:pt x="395" y="54"/>
                    <a:pt x="381" y="95"/>
                  </a:cubicBezTo>
                  <a:cubicBezTo>
                    <a:pt x="384" y="87"/>
                    <a:pt x="374" y="78"/>
                    <a:pt x="366" y="78"/>
                  </a:cubicBezTo>
                  <a:cubicBezTo>
                    <a:pt x="358" y="79"/>
                    <a:pt x="351" y="85"/>
                    <a:pt x="348" y="92"/>
                  </a:cubicBezTo>
                  <a:cubicBezTo>
                    <a:pt x="358" y="67"/>
                    <a:pt x="365" y="37"/>
                    <a:pt x="347" y="17"/>
                  </a:cubicBezTo>
                  <a:cubicBezTo>
                    <a:pt x="335" y="3"/>
                    <a:pt x="314" y="0"/>
                    <a:pt x="296" y="3"/>
                  </a:cubicBezTo>
                  <a:cubicBezTo>
                    <a:pt x="238" y="11"/>
                    <a:pt x="197" y="62"/>
                    <a:pt x="169" y="113"/>
                  </a:cubicBezTo>
                  <a:cubicBezTo>
                    <a:pt x="174" y="100"/>
                    <a:pt x="162" y="82"/>
                    <a:pt x="147" y="79"/>
                  </a:cubicBezTo>
                  <a:cubicBezTo>
                    <a:pt x="130" y="76"/>
                    <a:pt x="113" y="85"/>
                    <a:pt x="99" y="96"/>
                  </a:cubicBezTo>
                  <a:cubicBezTo>
                    <a:pt x="77" y="114"/>
                    <a:pt x="59" y="138"/>
                    <a:pt x="47" y="164"/>
                  </a:cubicBezTo>
                  <a:cubicBezTo>
                    <a:pt x="48" y="151"/>
                    <a:pt x="29" y="145"/>
                    <a:pt x="18" y="152"/>
                  </a:cubicBezTo>
                  <a:cubicBezTo>
                    <a:pt x="8" y="158"/>
                    <a:pt x="4" y="170"/>
                    <a:pt x="0" y="181"/>
                  </a:cubicBezTo>
                  <a:lnTo>
                    <a:pt x="529" y="18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" name="îŝḻi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E1BAA27-54E5-4C51-A9D1-77E53020A5D5}"/>
                </a:ext>
              </a:extLst>
            </p:cNvPr>
            <p:cNvSpPr/>
            <p:nvPr/>
          </p:nvSpPr>
          <p:spPr bwMode="auto">
            <a:xfrm>
              <a:off x="3976688" y="1503363"/>
              <a:ext cx="1350963" cy="565150"/>
            </a:xfrm>
            <a:custGeom>
              <a:avLst/>
              <a:gdLst>
                <a:gd name="T0" fmla="*/ 423 w 432"/>
                <a:gd name="T1" fmla="*/ 181 h 181"/>
                <a:gd name="T2" fmla="*/ 427 w 432"/>
                <a:gd name="T3" fmla="*/ 174 h 181"/>
                <a:gd name="T4" fmla="*/ 412 w 432"/>
                <a:gd name="T5" fmla="*/ 159 h 181"/>
                <a:gd name="T6" fmla="*/ 400 w 432"/>
                <a:gd name="T7" fmla="*/ 166 h 181"/>
                <a:gd name="T8" fmla="*/ 426 w 432"/>
                <a:gd name="T9" fmla="*/ 105 h 181"/>
                <a:gd name="T10" fmla="*/ 425 w 432"/>
                <a:gd name="T11" fmla="*/ 92 h 181"/>
                <a:gd name="T12" fmla="*/ 388 w 432"/>
                <a:gd name="T13" fmla="*/ 80 h 181"/>
                <a:gd name="T14" fmla="*/ 336 w 432"/>
                <a:gd name="T15" fmla="*/ 108 h 181"/>
                <a:gd name="T16" fmla="*/ 335 w 432"/>
                <a:gd name="T17" fmla="*/ 92 h 181"/>
                <a:gd name="T18" fmla="*/ 314 w 432"/>
                <a:gd name="T19" fmla="*/ 90 h 181"/>
                <a:gd name="T20" fmla="*/ 297 w 432"/>
                <a:gd name="T21" fmla="*/ 103 h 181"/>
                <a:gd name="T22" fmla="*/ 330 w 432"/>
                <a:gd name="T23" fmla="*/ 26 h 181"/>
                <a:gd name="T24" fmla="*/ 330 w 432"/>
                <a:gd name="T25" fmla="*/ 14 h 181"/>
                <a:gd name="T26" fmla="*/ 300 w 432"/>
                <a:gd name="T27" fmla="*/ 4 h 181"/>
                <a:gd name="T28" fmla="*/ 156 w 432"/>
                <a:gd name="T29" fmla="*/ 109 h 181"/>
                <a:gd name="T30" fmla="*/ 144 w 432"/>
                <a:gd name="T31" fmla="*/ 94 h 181"/>
                <a:gd name="T32" fmla="*/ 122 w 432"/>
                <a:gd name="T33" fmla="*/ 109 h 181"/>
                <a:gd name="T34" fmla="*/ 105 w 432"/>
                <a:gd name="T35" fmla="*/ 131 h 181"/>
                <a:gd name="T36" fmla="*/ 110 w 432"/>
                <a:gd name="T37" fmla="*/ 107 h 181"/>
                <a:gd name="T38" fmla="*/ 103 w 432"/>
                <a:gd name="T39" fmla="*/ 95 h 181"/>
                <a:gd name="T40" fmla="*/ 79 w 432"/>
                <a:gd name="T41" fmla="*/ 97 h 181"/>
                <a:gd name="T42" fmla="*/ 0 w 432"/>
                <a:gd name="T43" fmla="*/ 181 h 181"/>
                <a:gd name="T44" fmla="*/ 423 w 432"/>
                <a:gd name="T45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2" h="181">
                  <a:moveTo>
                    <a:pt x="423" y="181"/>
                  </a:moveTo>
                  <a:cubicBezTo>
                    <a:pt x="425" y="178"/>
                    <a:pt x="426" y="176"/>
                    <a:pt x="427" y="174"/>
                  </a:cubicBezTo>
                  <a:cubicBezTo>
                    <a:pt x="432" y="164"/>
                    <a:pt x="422" y="154"/>
                    <a:pt x="412" y="159"/>
                  </a:cubicBezTo>
                  <a:cubicBezTo>
                    <a:pt x="408" y="161"/>
                    <a:pt x="404" y="163"/>
                    <a:pt x="400" y="166"/>
                  </a:cubicBezTo>
                  <a:cubicBezTo>
                    <a:pt x="415" y="149"/>
                    <a:pt x="424" y="127"/>
                    <a:pt x="426" y="105"/>
                  </a:cubicBezTo>
                  <a:cubicBezTo>
                    <a:pt x="427" y="101"/>
                    <a:pt x="427" y="96"/>
                    <a:pt x="425" y="92"/>
                  </a:cubicBezTo>
                  <a:cubicBezTo>
                    <a:pt x="420" y="79"/>
                    <a:pt x="402" y="77"/>
                    <a:pt x="388" y="80"/>
                  </a:cubicBezTo>
                  <a:cubicBezTo>
                    <a:pt x="369" y="85"/>
                    <a:pt x="351" y="94"/>
                    <a:pt x="336" y="108"/>
                  </a:cubicBezTo>
                  <a:cubicBezTo>
                    <a:pt x="340" y="104"/>
                    <a:pt x="339" y="96"/>
                    <a:pt x="335" y="92"/>
                  </a:cubicBezTo>
                  <a:cubicBezTo>
                    <a:pt x="329" y="87"/>
                    <a:pt x="321" y="87"/>
                    <a:pt x="314" y="90"/>
                  </a:cubicBezTo>
                  <a:cubicBezTo>
                    <a:pt x="308" y="93"/>
                    <a:pt x="303" y="98"/>
                    <a:pt x="297" y="103"/>
                  </a:cubicBezTo>
                  <a:cubicBezTo>
                    <a:pt x="310" y="78"/>
                    <a:pt x="321" y="52"/>
                    <a:pt x="330" y="26"/>
                  </a:cubicBezTo>
                  <a:cubicBezTo>
                    <a:pt x="331" y="22"/>
                    <a:pt x="331" y="18"/>
                    <a:pt x="330" y="14"/>
                  </a:cubicBezTo>
                  <a:cubicBezTo>
                    <a:pt x="326" y="0"/>
                    <a:pt x="311" y="1"/>
                    <a:pt x="300" y="4"/>
                  </a:cubicBezTo>
                  <a:cubicBezTo>
                    <a:pt x="240" y="18"/>
                    <a:pt x="188" y="57"/>
                    <a:pt x="156" y="109"/>
                  </a:cubicBezTo>
                  <a:cubicBezTo>
                    <a:pt x="157" y="103"/>
                    <a:pt x="151" y="95"/>
                    <a:pt x="144" y="94"/>
                  </a:cubicBezTo>
                  <a:cubicBezTo>
                    <a:pt x="135" y="94"/>
                    <a:pt x="127" y="102"/>
                    <a:pt x="122" y="109"/>
                  </a:cubicBezTo>
                  <a:cubicBezTo>
                    <a:pt x="117" y="117"/>
                    <a:pt x="112" y="126"/>
                    <a:pt x="105" y="131"/>
                  </a:cubicBezTo>
                  <a:cubicBezTo>
                    <a:pt x="108" y="123"/>
                    <a:pt x="111" y="115"/>
                    <a:pt x="110" y="107"/>
                  </a:cubicBezTo>
                  <a:cubicBezTo>
                    <a:pt x="109" y="102"/>
                    <a:pt x="107" y="98"/>
                    <a:pt x="103" y="95"/>
                  </a:cubicBezTo>
                  <a:cubicBezTo>
                    <a:pt x="96" y="89"/>
                    <a:pt x="87" y="93"/>
                    <a:pt x="79" y="97"/>
                  </a:cubicBezTo>
                  <a:cubicBezTo>
                    <a:pt x="45" y="115"/>
                    <a:pt x="16" y="145"/>
                    <a:pt x="0" y="181"/>
                  </a:cubicBezTo>
                  <a:lnTo>
                    <a:pt x="423" y="18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" name="íŝ1ï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86E68F2-FAFF-4E20-B92C-3DC141A22544}"/>
                </a:ext>
              </a:extLst>
            </p:cNvPr>
            <p:cNvSpPr/>
            <p:nvPr/>
          </p:nvSpPr>
          <p:spPr bwMode="auto">
            <a:xfrm>
              <a:off x="6302375" y="1157288"/>
              <a:ext cx="800100" cy="334963"/>
            </a:xfrm>
            <a:custGeom>
              <a:avLst/>
              <a:gdLst>
                <a:gd name="T0" fmla="*/ 251 w 256"/>
                <a:gd name="T1" fmla="*/ 107 h 107"/>
                <a:gd name="T2" fmla="*/ 253 w 256"/>
                <a:gd name="T3" fmla="*/ 103 h 107"/>
                <a:gd name="T4" fmla="*/ 244 w 256"/>
                <a:gd name="T5" fmla="*/ 94 h 107"/>
                <a:gd name="T6" fmla="*/ 237 w 256"/>
                <a:gd name="T7" fmla="*/ 99 h 107"/>
                <a:gd name="T8" fmla="*/ 253 w 256"/>
                <a:gd name="T9" fmla="*/ 63 h 107"/>
                <a:gd name="T10" fmla="*/ 252 w 256"/>
                <a:gd name="T11" fmla="*/ 55 h 107"/>
                <a:gd name="T12" fmla="*/ 230 w 256"/>
                <a:gd name="T13" fmla="*/ 48 h 107"/>
                <a:gd name="T14" fmla="*/ 199 w 256"/>
                <a:gd name="T15" fmla="*/ 64 h 107"/>
                <a:gd name="T16" fmla="*/ 198 w 256"/>
                <a:gd name="T17" fmla="*/ 55 h 107"/>
                <a:gd name="T18" fmla="*/ 186 w 256"/>
                <a:gd name="T19" fmla="*/ 53 h 107"/>
                <a:gd name="T20" fmla="*/ 176 w 256"/>
                <a:gd name="T21" fmla="*/ 61 h 107"/>
                <a:gd name="T22" fmla="*/ 195 w 256"/>
                <a:gd name="T23" fmla="*/ 16 h 107"/>
                <a:gd name="T24" fmla="*/ 196 w 256"/>
                <a:gd name="T25" fmla="*/ 8 h 107"/>
                <a:gd name="T26" fmla="*/ 177 w 256"/>
                <a:gd name="T27" fmla="*/ 2 h 107"/>
                <a:gd name="T28" fmla="*/ 92 w 256"/>
                <a:gd name="T29" fmla="*/ 65 h 107"/>
                <a:gd name="T30" fmla="*/ 85 w 256"/>
                <a:gd name="T31" fmla="*/ 56 h 107"/>
                <a:gd name="T32" fmla="*/ 72 w 256"/>
                <a:gd name="T33" fmla="*/ 65 h 107"/>
                <a:gd name="T34" fmla="*/ 62 w 256"/>
                <a:gd name="T35" fmla="*/ 78 h 107"/>
                <a:gd name="T36" fmla="*/ 65 w 256"/>
                <a:gd name="T37" fmla="*/ 63 h 107"/>
                <a:gd name="T38" fmla="*/ 61 w 256"/>
                <a:gd name="T39" fmla="*/ 57 h 107"/>
                <a:gd name="T40" fmla="*/ 47 w 256"/>
                <a:gd name="T41" fmla="*/ 58 h 107"/>
                <a:gd name="T42" fmla="*/ 0 w 256"/>
                <a:gd name="T43" fmla="*/ 107 h 107"/>
                <a:gd name="T44" fmla="*/ 251 w 256"/>
                <a:gd name="T45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6" h="107">
                  <a:moveTo>
                    <a:pt x="251" y="107"/>
                  </a:moveTo>
                  <a:cubicBezTo>
                    <a:pt x="252" y="106"/>
                    <a:pt x="252" y="105"/>
                    <a:pt x="253" y="103"/>
                  </a:cubicBezTo>
                  <a:cubicBezTo>
                    <a:pt x="256" y="97"/>
                    <a:pt x="250" y="92"/>
                    <a:pt x="244" y="94"/>
                  </a:cubicBezTo>
                  <a:cubicBezTo>
                    <a:pt x="242" y="95"/>
                    <a:pt x="239" y="97"/>
                    <a:pt x="237" y="99"/>
                  </a:cubicBezTo>
                  <a:cubicBezTo>
                    <a:pt x="246" y="88"/>
                    <a:pt x="251" y="76"/>
                    <a:pt x="253" y="63"/>
                  </a:cubicBezTo>
                  <a:cubicBezTo>
                    <a:pt x="253" y="60"/>
                    <a:pt x="253" y="57"/>
                    <a:pt x="252" y="55"/>
                  </a:cubicBezTo>
                  <a:cubicBezTo>
                    <a:pt x="249" y="47"/>
                    <a:pt x="238" y="46"/>
                    <a:pt x="230" y="48"/>
                  </a:cubicBezTo>
                  <a:cubicBezTo>
                    <a:pt x="219" y="50"/>
                    <a:pt x="208" y="56"/>
                    <a:pt x="199" y="64"/>
                  </a:cubicBezTo>
                  <a:cubicBezTo>
                    <a:pt x="201" y="62"/>
                    <a:pt x="201" y="57"/>
                    <a:pt x="198" y="55"/>
                  </a:cubicBezTo>
                  <a:cubicBezTo>
                    <a:pt x="195" y="52"/>
                    <a:pt x="190" y="52"/>
                    <a:pt x="186" y="53"/>
                  </a:cubicBezTo>
                  <a:cubicBezTo>
                    <a:pt x="182" y="55"/>
                    <a:pt x="179" y="58"/>
                    <a:pt x="176" y="61"/>
                  </a:cubicBezTo>
                  <a:cubicBezTo>
                    <a:pt x="183" y="46"/>
                    <a:pt x="190" y="31"/>
                    <a:pt x="195" y="16"/>
                  </a:cubicBezTo>
                  <a:cubicBezTo>
                    <a:pt x="196" y="13"/>
                    <a:pt x="196" y="11"/>
                    <a:pt x="196" y="8"/>
                  </a:cubicBezTo>
                  <a:cubicBezTo>
                    <a:pt x="193" y="0"/>
                    <a:pt x="184" y="1"/>
                    <a:pt x="177" y="2"/>
                  </a:cubicBezTo>
                  <a:cubicBezTo>
                    <a:pt x="142" y="11"/>
                    <a:pt x="111" y="34"/>
                    <a:pt x="92" y="65"/>
                  </a:cubicBezTo>
                  <a:cubicBezTo>
                    <a:pt x="93" y="61"/>
                    <a:pt x="89" y="56"/>
                    <a:pt x="85" y="56"/>
                  </a:cubicBezTo>
                  <a:cubicBezTo>
                    <a:pt x="79" y="56"/>
                    <a:pt x="75" y="60"/>
                    <a:pt x="72" y="65"/>
                  </a:cubicBezTo>
                  <a:cubicBezTo>
                    <a:pt x="69" y="70"/>
                    <a:pt x="66" y="75"/>
                    <a:pt x="62" y="78"/>
                  </a:cubicBezTo>
                  <a:cubicBezTo>
                    <a:pt x="64" y="73"/>
                    <a:pt x="65" y="68"/>
                    <a:pt x="65" y="63"/>
                  </a:cubicBezTo>
                  <a:cubicBezTo>
                    <a:pt x="64" y="61"/>
                    <a:pt x="63" y="58"/>
                    <a:pt x="61" y="57"/>
                  </a:cubicBezTo>
                  <a:cubicBezTo>
                    <a:pt x="57" y="53"/>
                    <a:pt x="51" y="55"/>
                    <a:pt x="47" y="58"/>
                  </a:cubicBezTo>
                  <a:cubicBezTo>
                    <a:pt x="26" y="68"/>
                    <a:pt x="9" y="86"/>
                    <a:pt x="0" y="107"/>
                  </a:cubicBezTo>
                  <a:lnTo>
                    <a:pt x="251" y="10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" name="íṡḻi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824E14F-4568-4516-A5C3-6E73F67236AF}"/>
                </a:ext>
              </a:extLst>
            </p:cNvPr>
            <p:cNvSpPr/>
            <p:nvPr/>
          </p:nvSpPr>
          <p:spPr bwMode="auto">
            <a:xfrm>
              <a:off x="3582988" y="1870076"/>
              <a:ext cx="4953000" cy="2762250"/>
            </a:xfrm>
            <a:custGeom>
              <a:avLst/>
              <a:gdLst>
                <a:gd name="T0" fmla="*/ 3004 w 3120"/>
                <a:gd name="T1" fmla="*/ 1123 h 1740"/>
                <a:gd name="T2" fmla="*/ 3004 w 3120"/>
                <a:gd name="T3" fmla="*/ 613 h 1740"/>
                <a:gd name="T4" fmla="*/ 2874 w 3120"/>
                <a:gd name="T5" fmla="*/ 613 h 1740"/>
                <a:gd name="T6" fmla="*/ 2874 w 3120"/>
                <a:gd name="T7" fmla="*/ 220 h 1740"/>
                <a:gd name="T8" fmla="*/ 2654 w 3120"/>
                <a:gd name="T9" fmla="*/ 220 h 1740"/>
                <a:gd name="T10" fmla="*/ 2654 w 3120"/>
                <a:gd name="T11" fmla="*/ 0 h 1740"/>
                <a:gd name="T12" fmla="*/ 2603 w 3120"/>
                <a:gd name="T13" fmla="*/ 0 h 1740"/>
                <a:gd name="T14" fmla="*/ 2603 w 3120"/>
                <a:gd name="T15" fmla="*/ 216 h 1740"/>
                <a:gd name="T16" fmla="*/ 2449 w 3120"/>
                <a:gd name="T17" fmla="*/ 216 h 1740"/>
                <a:gd name="T18" fmla="*/ 2449 w 3120"/>
                <a:gd name="T19" fmla="*/ 285 h 1740"/>
                <a:gd name="T20" fmla="*/ 2290 w 3120"/>
                <a:gd name="T21" fmla="*/ 285 h 1740"/>
                <a:gd name="T22" fmla="*/ 2290 w 3120"/>
                <a:gd name="T23" fmla="*/ 1294 h 1740"/>
                <a:gd name="T24" fmla="*/ 2052 w 3120"/>
                <a:gd name="T25" fmla="*/ 1294 h 1740"/>
                <a:gd name="T26" fmla="*/ 2052 w 3120"/>
                <a:gd name="T27" fmla="*/ 529 h 1740"/>
                <a:gd name="T28" fmla="*/ 1969 w 3120"/>
                <a:gd name="T29" fmla="*/ 529 h 1740"/>
                <a:gd name="T30" fmla="*/ 1969 w 3120"/>
                <a:gd name="T31" fmla="*/ 277 h 1740"/>
                <a:gd name="T32" fmla="*/ 1831 w 3120"/>
                <a:gd name="T33" fmla="*/ 277 h 1740"/>
                <a:gd name="T34" fmla="*/ 1831 w 3120"/>
                <a:gd name="T35" fmla="*/ 55 h 1740"/>
                <a:gd name="T36" fmla="*/ 1428 w 3120"/>
                <a:gd name="T37" fmla="*/ 55 h 1740"/>
                <a:gd name="T38" fmla="*/ 1428 w 3120"/>
                <a:gd name="T39" fmla="*/ 1135 h 1740"/>
                <a:gd name="T40" fmla="*/ 1313 w 3120"/>
                <a:gd name="T41" fmla="*/ 1135 h 1740"/>
                <a:gd name="T42" fmla="*/ 1313 w 3120"/>
                <a:gd name="T43" fmla="*/ 877 h 1740"/>
                <a:gd name="T44" fmla="*/ 1351 w 3120"/>
                <a:gd name="T45" fmla="*/ 877 h 1740"/>
                <a:gd name="T46" fmla="*/ 1351 w 3120"/>
                <a:gd name="T47" fmla="*/ 826 h 1740"/>
                <a:gd name="T48" fmla="*/ 1317 w 3120"/>
                <a:gd name="T49" fmla="*/ 826 h 1740"/>
                <a:gd name="T50" fmla="*/ 1317 w 3120"/>
                <a:gd name="T51" fmla="*/ 564 h 1740"/>
                <a:gd name="T52" fmla="*/ 1235 w 3120"/>
                <a:gd name="T53" fmla="*/ 564 h 1740"/>
                <a:gd name="T54" fmla="*/ 1235 w 3120"/>
                <a:gd name="T55" fmla="*/ 493 h 1740"/>
                <a:gd name="T56" fmla="*/ 1089 w 3120"/>
                <a:gd name="T57" fmla="*/ 493 h 1740"/>
                <a:gd name="T58" fmla="*/ 1089 w 3120"/>
                <a:gd name="T59" fmla="*/ 417 h 1740"/>
                <a:gd name="T60" fmla="*/ 1038 w 3120"/>
                <a:gd name="T61" fmla="*/ 417 h 1740"/>
                <a:gd name="T62" fmla="*/ 1038 w 3120"/>
                <a:gd name="T63" fmla="*/ 489 h 1740"/>
                <a:gd name="T64" fmla="*/ 953 w 3120"/>
                <a:gd name="T65" fmla="*/ 489 h 1740"/>
                <a:gd name="T66" fmla="*/ 953 w 3120"/>
                <a:gd name="T67" fmla="*/ 576 h 1740"/>
                <a:gd name="T68" fmla="*/ 729 w 3120"/>
                <a:gd name="T69" fmla="*/ 576 h 1740"/>
                <a:gd name="T70" fmla="*/ 729 w 3120"/>
                <a:gd name="T71" fmla="*/ 1367 h 1740"/>
                <a:gd name="T72" fmla="*/ 548 w 3120"/>
                <a:gd name="T73" fmla="*/ 1367 h 1740"/>
                <a:gd name="T74" fmla="*/ 548 w 3120"/>
                <a:gd name="T75" fmla="*/ 350 h 1740"/>
                <a:gd name="T76" fmla="*/ 384 w 3120"/>
                <a:gd name="T77" fmla="*/ 273 h 1740"/>
                <a:gd name="T78" fmla="*/ 384 w 3120"/>
                <a:gd name="T79" fmla="*/ 68 h 1740"/>
                <a:gd name="T80" fmla="*/ 0 w 3120"/>
                <a:gd name="T81" fmla="*/ 242 h 1740"/>
                <a:gd name="T82" fmla="*/ 0 w 3120"/>
                <a:gd name="T83" fmla="*/ 1740 h 1740"/>
                <a:gd name="T84" fmla="*/ 3120 w 3120"/>
                <a:gd name="T85" fmla="*/ 1740 h 1740"/>
                <a:gd name="T86" fmla="*/ 3120 w 3120"/>
                <a:gd name="T87" fmla="*/ 1123 h 1740"/>
                <a:gd name="T88" fmla="*/ 3004 w 3120"/>
                <a:gd name="T89" fmla="*/ 1123 h 1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20" h="1740">
                  <a:moveTo>
                    <a:pt x="3004" y="1123"/>
                  </a:moveTo>
                  <a:lnTo>
                    <a:pt x="3004" y="613"/>
                  </a:lnTo>
                  <a:lnTo>
                    <a:pt x="2874" y="613"/>
                  </a:lnTo>
                  <a:lnTo>
                    <a:pt x="2874" y="220"/>
                  </a:lnTo>
                  <a:lnTo>
                    <a:pt x="2654" y="220"/>
                  </a:lnTo>
                  <a:lnTo>
                    <a:pt x="2654" y="0"/>
                  </a:lnTo>
                  <a:lnTo>
                    <a:pt x="2603" y="0"/>
                  </a:lnTo>
                  <a:lnTo>
                    <a:pt x="2603" y="216"/>
                  </a:lnTo>
                  <a:lnTo>
                    <a:pt x="2449" y="216"/>
                  </a:lnTo>
                  <a:lnTo>
                    <a:pt x="2449" y="285"/>
                  </a:lnTo>
                  <a:lnTo>
                    <a:pt x="2290" y="285"/>
                  </a:lnTo>
                  <a:lnTo>
                    <a:pt x="2290" y="1294"/>
                  </a:lnTo>
                  <a:lnTo>
                    <a:pt x="2052" y="1294"/>
                  </a:lnTo>
                  <a:lnTo>
                    <a:pt x="2052" y="529"/>
                  </a:lnTo>
                  <a:lnTo>
                    <a:pt x="1969" y="529"/>
                  </a:lnTo>
                  <a:lnTo>
                    <a:pt x="1969" y="277"/>
                  </a:lnTo>
                  <a:lnTo>
                    <a:pt x="1831" y="277"/>
                  </a:lnTo>
                  <a:lnTo>
                    <a:pt x="1831" y="55"/>
                  </a:lnTo>
                  <a:lnTo>
                    <a:pt x="1428" y="55"/>
                  </a:lnTo>
                  <a:lnTo>
                    <a:pt x="1428" y="1135"/>
                  </a:lnTo>
                  <a:lnTo>
                    <a:pt x="1313" y="1135"/>
                  </a:lnTo>
                  <a:lnTo>
                    <a:pt x="1313" y="877"/>
                  </a:lnTo>
                  <a:lnTo>
                    <a:pt x="1351" y="877"/>
                  </a:lnTo>
                  <a:lnTo>
                    <a:pt x="1351" y="826"/>
                  </a:lnTo>
                  <a:lnTo>
                    <a:pt x="1317" y="826"/>
                  </a:lnTo>
                  <a:lnTo>
                    <a:pt x="1317" y="564"/>
                  </a:lnTo>
                  <a:lnTo>
                    <a:pt x="1235" y="564"/>
                  </a:lnTo>
                  <a:lnTo>
                    <a:pt x="1235" y="493"/>
                  </a:lnTo>
                  <a:lnTo>
                    <a:pt x="1089" y="493"/>
                  </a:lnTo>
                  <a:lnTo>
                    <a:pt x="1089" y="417"/>
                  </a:lnTo>
                  <a:lnTo>
                    <a:pt x="1038" y="417"/>
                  </a:lnTo>
                  <a:lnTo>
                    <a:pt x="1038" y="489"/>
                  </a:lnTo>
                  <a:lnTo>
                    <a:pt x="953" y="489"/>
                  </a:lnTo>
                  <a:lnTo>
                    <a:pt x="953" y="576"/>
                  </a:lnTo>
                  <a:lnTo>
                    <a:pt x="729" y="576"/>
                  </a:lnTo>
                  <a:lnTo>
                    <a:pt x="729" y="1367"/>
                  </a:lnTo>
                  <a:lnTo>
                    <a:pt x="548" y="1367"/>
                  </a:lnTo>
                  <a:lnTo>
                    <a:pt x="548" y="350"/>
                  </a:lnTo>
                  <a:lnTo>
                    <a:pt x="384" y="273"/>
                  </a:lnTo>
                  <a:lnTo>
                    <a:pt x="384" y="68"/>
                  </a:lnTo>
                  <a:lnTo>
                    <a:pt x="0" y="242"/>
                  </a:lnTo>
                  <a:lnTo>
                    <a:pt x="0" y="1740"/>
                  </a:lnTo>
                  <a:lnTo>
                    <a:pt x="3120" y="1740"/>
                  </a:lnTo>
                  <a:lnTo>
                    <a:pt x="3120" y="1123"/>
                  </a:lnTo>
                  <a:lnTo>
                    <a:pt x="3004" y="1123"/>
                  </a:lnTo>
                  <a:close/>
                </a:path>
              </a:pathLst>
            </a:custGeom>
            <a:solidFill>
              <a:srgbClr val="D0D0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" name="íṡľï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06E0FFA-935E-456C-914A-1B42F4819671}"/>
                </a:ext>
              </a:extLst>
            </p:cNvPr>
            <p:cNvSpPr/>
            <p:nvPr/>
          </p:nvSpPr>
          <p:spPr bwMode="auto">
            <a:xfrm>
              <a:off x="3582988" y="1787526"/>
              <a:ext cx="4953000" cy="3095625"/>
            </a:xfrm>
            <a:custGeom>
              <a:avLst/>
              <a:gdLst>
                <a:gd name="T0" fmla="*/ 3120 w 3120"/>
                <a:gd name="T1" fmla="*/ 659 h 1950"/>
                <a:gd name="T2" fmla="*/ 2538 w 3120"/>
                <a:gd name="T3" fmla="*/ 929 h 1950"/>
                <a:gd name="T4" fmla="*/ 2538 w 3120"/>
                <a:gd name="T5" fmla="*/ 1393 h 1950"/>
                <a:gd name="T6" fmla="*/ 2496 w 3120"/>
                <a:gd name="T7" fmla="*/ 1393 h 1950"/>
                <a:gd name="T8" fmla="*/ 2496 w 3120"/>
                <a:gd name="T9" fmla="*/ 272 h 1950"/>
                <a:gd name="T10" fmla="*/ 1758 w 3120"/>
                <a:gd name="T11" fmla="*/ 0 h 1950"/>
                <a:gd name="T12" fmla="*/ 1758 w 3120"/>
                <a:gd name="T13" fmla="*/ 884 h 1950"/>
                <a:gd name="T14" fmla="*/ 1494 w 3120"/>
                <a:gd name="T15" fmla="*/ 884 h 1950"/>
                <a:gd name="T16" fmla="*/ 1494 w 3120"/>
                <a:gd name="T17" fmla="*/ 829 h 1950"/>
                <a:gd name="T18" fmla="*/ 1227 w 3120"/>
                <a:gd name="T19" fmla="*/ 829 h 1950"/>
                <a:gd name="T20" fmla="*/ 1227 w 3120"/>
                <a:gd name="T21" fmla="*/ 897 h 1950"/>
                <a:gd name="T22" fmla="*/ 1160 w 3120"/>
                <a:gd name="T23" fmla="*/ 897 h 1950"/>
                <a:gd name="T24" fmla="*/ 1160 w 3120"/>
                <a:gd name="T25" fmla="*/ 966 h 1950"/>
                <a:gd name="T26" fmla="*/ 1205 w 3120"/>
                <a:gd name="T27" fmla="*/ 966 h 1950"/>
                <a:gd name="T28" fmla="*/ 1205 w 3120"/>
                <a:gd name="T29" fmla="*/ 1096 h 1950"/>
                <a:gd name="T30" fmla="*/ 1115 w 3120"/>
                <a:gd name="T31" fmla="*/ 1096 h 1950"/>
                <a:gd name="T32" fmla="*/ 1115 w 3120"/>
                <a:gd name="T33" fmla="*/ 559 h 1950"/>
                <a:gd name="T34" fmla="*/ 1069 w 3120"/>
                <a:gd name="T35" fmla="*/ 559 h 1950"/>
                <a:gd name="T36" fmla="*/ 1069 w 3120"/>
                <a:gd name="T37" fmla="*/ 528 h 1950"/>
                <a:gd name="T38" fmla="*/ 902 w 3120"/>
                <a:gd name="T39" fmla="*/ 528 h 1950"/>
                <a:gd name="T40" fmla="*/ 902 w 3120"/>
                <a:gd name="T41" fmla="*/ 382 h 1950"/>
                <a:gd name="T42" fmla="*/ 809 w 3120"/>
                <a:gd name="T43" fmla="*/ 382 h 1950"/>
                <a:gd name="T44" fmla="*/ 809 w 3120"/>
                <a:gd name="T45" fmla="*/ 115 h 1950"/>
                <a:gd name="T46" fmla="*/ 776 w 3120"/>
                <a:gd name="T47" fmla="*/ 115 h 1950"/>
                <a:gd name="T48" fmla="*/ 776 w 3120"/>
                <a:gd name="T49" fmla="*/ 378 h 1950"/>
                <a:gd name="T50" fmla="*/ 685 w 3120"/>
                <a:gd name="T51" fmla="*/ 378 h 1950"/>
                <a:gd name="T52" fmla="*/ 685 w 3120"/>
                <a:gd name="T53" fmla="*/ 512 h 1950"/>
                <a:gd name="T54" fmla="*/ 522 w 3120"/>
                <a:gd name="T55" fmla="*/ 512 h 1950"/>
                <a:gd name="T56" fmla="*/ 522 w 3120"/>
                <a:gd name="T57" fmla="*/ 561 h 1950"/>
                <a:gd name="T58" fmla="*/ 437 w 3120"/>
                <a:gd name="T59" fmla="*/ 561 h 1950"/>
                <a:gd name="T60" fmla="*/ 437 w 3120"/>
                <a:gd name="T61" fmla="*/ 805 h 1950"/>
                <a:gd name="T62" fmla="*/ 341 w 3120"/>
                <a:gd name="T63" fmla="*/ 805 h 1950"/>
                <a:gd name="T64" fmla="*/ 341 w 3120"/>
                <a:gd name="T65" fmla="*/ 730 h 1950"/>
                <a:gd name="T66" fmla="*/ 150 w 3120"/>
                <a:gd name="T67" fmla="*/ 730 h 1950"/>
                <a:gd name="T68" fmla="*/ 150 w 3120"/>
                <a:gd name="T69" fmla="*/ 773 h 1950"/>
                <a:gd name="T70" fmla="*/ 87 w 3120"/>
                <a:gd name="T71" fmla="*/ 773 h 1950"/>
                <a:gd name="T72" fmla="*/ 87 w 3120"/>
                <a:gd name="T73" fmla="*/ 1310 h 1950"/>
                <a:gd name="T74" fmla="*/ 0 w 3120"/>
                <a:gd name="T75" fmla="*/ 1310 h 1950"/>
                <a:gd name="T76" fmla="*/ 0 w 3120"/>
                <a:gd name="T77" fmla="*/ 1950 h 1950"/>
                <a:gd name="T78" fmla="*/ 3120 w 3120"/>
                <a:gd name="T79" fmla="*/ 1950 h 1950"/>
                <a:gd name="T80" fmla="*/ 3120 w 3120"/>
                <a:gd name="T81" fmla="*/ 659 h 1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120" h="1950">
                  <a:moveTo>
                    <a:pt x="3120" y="659"/>
                  </a:moveTo>
                  <a:lnTo>
                    <a:pt x="2538" y="929"/>
                  </a:lnTo>
                  <a:lnTo>
                    <a:pt x="2538" y="1393"/>
                  </a:lnTo>
                  <a:lnTo>
                    <a:pt x="2496" y="1393"/>
                  </a:lnTo>
                  <a:lnTo>
                    <a:pt x="2496" y="272"/>
                  </a:lnTo>
                  <a:lnTo>
                    <a:pt x="1758" y="0"/>
                  </a:lnTo>
                  <a:lnTo>
                    <a:pt x="1758" y="884"/>
                  </a:lnTo>
                  <a:lnTo>
                    <a:pt x="1494" y="884"/>
                  </a:lnTo>
                  <a:lnTo>
                    <a:pt x="1494" y="829"/>
                  </a:lnTo>
                  <a:lnTo>
                    <a:pt x="1227" y="829"/>
                  </a:lnTo>
                  <a:lnTo>
                    <a:pt x="1227" y="897"/>
                  </a:lnTo>
                  <a:lnTo>
                    <a:pt x="1160" y="897"/>
                  </a:lnTo>
                  <a:lnTo>
                    <a:pt x="1160" y="966"/>
                  </a:lnTo>
                  <a:lnTo>
                    <a:pt x="1205" y="966"/>
                  </a:lnTo>
                  <a:lnTo>
                    <a:pt x="1205" y="1096"/>
                  </a:lnTo>
                  <a:lnTo>
                    <a:pt x="1115" y="1096"/>
                  </a:lnTo>
                  <a:lnTo>
                    <a:pt x="1115" y="559"/>
                  </a:lnTo>
                  <a:lnTo>
                    <a:pt x="1069" y="559"/>
                  </a:lnTo>
                  <a:lnTo>
                    <a:pt x="1069" y="528"/>
                  </a:lnTo>
                  <a:lnTo>
                    <a:pt x="902" y="528"/>
                  </a:lnTo>
                  <a:lnTo>
                    <a:pt x="902" y="382"/>
                  </a:lnTo>
                  <a:lnTo>
                    <a:pt x="809" y="382"/>
                  </a:lnTo>
                  <a:lnTo>
                    <a:pt x="809" y="115"/>
                  </a:lnTo>
                  <a:lnTo>
                    <a:pt x="776" y="115"/>
                  </a:lnTo>
                  <a:lnTo>
                    <a:pt x="776" y="378"/>
                  </a:lnTo>
                  <a:lnTo>
                    <a:pt x="685" y="378"/>
                  </a:lnTo>
                  <a:lnTo>
                    <a:pt x="685" y="512"/>
                  </a:lnTo>
                  <a:lnTo>
                    <a:pt x="522" y="512"/>
                  </a:lnTo>
                  <a:lnTo>
                    <a:pt x="522" y="561"/>
                  </a:lnTo>
                  <a:lnTo>
                    <a:pt x="437" y="561"/>
                  </a:lnTo>
                  <a:lnTo>
                    <a:pt x="437" y="805"/>
                  </a:lnTo>
                  <a:lnTo>
                    <a:pt x="341" y="805"/>
                  </a:lnTo>
                  <a:lnTo>
                    <a:pt x="341" y="730"/>
                  </a:lnTo>
                  <a:lnTo>
                    <a:pt x="150" y="730"/>
                  </a:lnTo>
                  <a:lnTo>
                    <a:pt x="150" y="773"/>
                  </a:lnTo>
                  <a:lnTo>
                    <a:pt x="87" y="773"/>
                  </a:lnTo>
                  <a:lnTo>
                    <a:pt x="87" y="1310"/>
                  </a:lnTo>
                  <a:lnTo>
                    <a:pt x="0" y="1310"/>
                  </a:lnTo>
                  <a:lnTo>
                    <a:pt x="0" y="1950"/>
                  </a:lnTo>
                  <a:lnTo>
                    <a:pt x="3120" y="1950"/>
                  </a:lnTo>
                  <a:lnTo>
                    <a:pt x="3120" y="659"/>
                  </a:lnTo>
                  <a:close/>
                </a:path>
              </a:pathLst>
            </a:custGeom>
            <a:solidFill>
              <a:srgbClr val="DDDD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" name="iŝ1î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5681C73-8180-4746-95D3-C4A5F85E5CF7}"/>
                </a:ext>
              </a:extLst>
            </p:cNvPr>
            <p:cNvSpPr/>
            <p:nvPr/>
          </p:nvSpPr>
          <p:spPr bwMode="auto">
            <a:xfrm>
              <a:off x="3265488" y="4037013"/>
              <a:ext cx="5589588" cy="917575"/>
            </a:xfrm>
            <a:custGeom>
              <a:avLst/>
              <a:gdLst>
                <a:gd name="T0" fmla="*/ 1725 w 1789"/>
                <a:gd name="T1" fmla="*/ 237 h 294"/>
                <a:gd name="T2" fmla="*/ 1699 w 1789"/>
                <a:gd name="T3" fmla="*/ 242 h 294"/>
                <a:gd name="T4" fmla="*/ 1699 w 1789"/>
                <a:gd name="T5" fmla="*/ 235 h 294"/>
                <a:gd name="T6" fmla="*/ 1606 w 1789"/>
                <a:gd name="T7" fmla="*/ 141 h 294"/>
                <a:gd name="T8" fmla="*/ 1543 w 1789"/>
                <a:gd name="T9" fmla="*/ 165 h 294"/>
                <a:gd name="T10" fmla="*/ 1500 w 1789"/>
                <a:gd name="T11" fmla="*/ 150 h 294"/>
                <a:gd name="T12" fmla="*/ 1500 w 1789"/>
                <a:gd name="T13" fmla="*/ 100 h 294"/>
                <a:gd name="T14" fmla="*/ 1400 w 1789"/>
                <a:gd name="T15" fmla="*/ 0 h 294"/>
                <a:gd name="T16" fmla="*/ 1301 w 1789"/>
                <a:gd name="T17" fmla="*/ 87 h 294"/>
                <a:gd name="T18" fmla="*/ 1262 w 1789"/>
                <a:gd name="T19" fmla="*/ 81 h 294"/>
                <a:gd name="T20" fmla="*/ 1186 w 1789"/>
                <a:gd name="T21" fmla="*/ 104 h 294"/>
                <a:gd name="T22" fmla="*/ 1094 w 1789"/>
                <a:gd name="T23" fmla="*/ 69 h 294"/>
                <a:gd name="T24" fmla="*/ 956 w 1789"/>
                <a:gd name="T25" fmla="*/ 207 h 294"/>
                <a:gd name="T26" fmla="*/ 956 w 1789"/>
                <a:gd name="T27" fmla="*/ 217 h 294"/>
                <a:gd name="T28" fmla="*/ 918 w 1789"/>
                <a:gd name="T29" fmla="*/ 209 h 294"/>
                <a:gd name="T30" fmla="*/ 874 w 1789"/>
                <a:gd name="T31" fmla="*/ 220 h 294"/>
                <a:gd name="T32" fmla="*/ 782 w 1789"/>
                <a:gd name="T33" fmla="*/ 141 h 294"/>
                <a:gd name="T34" fmla="*/ 719 w 1789"/>
                <a:gd name="T35" fmla="*/ 165 h 294"/>
                <a:gd name="T36" fmla="*/ 676 w 1789"/>
                <a:gd name="T37" fmla="*/ 150 h 294"/>
                <a:gd name="T38" fmla="*/ 676 w 1789"/>
                <a:gd name="T39" fmla="*/ 100 h 294"/>
                <a:gd name="T40" fmla="*/ 576 w 1789"/>
                <a:gd name="T41" fmla="*/ 0 h 294"/>
                <a:gd name="T42" fmla="*/ 478 w 1789"/>
                <a:gd name="T43" fmla="*/ 87 h 294"/>
                <a:gd name="T44" fmla="*/ 439 w 1789"/>
                <a:gd name="T45" fmla="*/ 81 h 294"/>
                <a:gd name="T46" fmla="*/ 362 w 1789"/>
                <a:gd name="T47" fmla="*/ 104 h 294"/>
                <a:gd name="T48" fmla="*/ 270 w 1789"/>
                <a:gd name="T49" fmla="*/ 69 h 294"/>
                <a:gd name="T50" fmla="*/ 132 w 1789"/>
                <a:gd name="T51" fmla="*/ 207 h 294"/>
                <a:gd name="T52" fmla="*/ 132 w 1789"/>
                <a:gd name="T53" fmla="*/ 217 h 294"/>
                <a:gd name="T54" fmla="*/ 94 w 1789"/>
                <a:gd name="T55" fmla="*/ 209 h 294"/>
                <a:gd name="T56" fmla="*/ 0 w 1789"/>
                <a:gd name="T57" fmla="*/ 294 h 294"/>
                <a:gd name="T58" fmla="*/ 824 w 1789"/>
                <a:gd name="T59" fmla="*/ 294 h 294"/>
                <a:gd name="T60" fmla="*/ 966 w 1789"/>
                <a:gd name="T61" fmla="*/ 294 h 294"/>
                <a:gd name="T62" fmla="*/ 1789 w 1789"/>
                <a:gd name="T63" fmla="*/ 294 h 294"/>
                <a:gd name="T64" fmla="*/ 1725 w 1789"/>
                <a:gd name="T65" fmla="*/ 237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89" h="294">
                  <a:moveTo>
                    <a:pt x="1725" y="237"/>
                  </a:moveTo>
                  <a:cubicBezTo>
                    <a:pt x="1716" y="237"/>
                    <a:pt x="1707" y="239"/>
                    <a:pt x="1699" y="242"/>
                  </a:cubicBezTo>
                  <a:cubicBezTo>
                    <a:pt x="1699" y="240"/>
                    <a:pt x="1699" y="237"/>
                    <a:pt x="1699" y="235"/>
                  </a:cubicBezTo>
                  <a:cubicBezTo>
                    <a:pt x="1699" y="183"/>
                    <a:pt x="1657" y="141"/>
                    <a:pt x="1606" y="141"/>
                  </a:cubicBezTo>
                  <a:cubicBezTo>
                    <a:pt x="1582" y="141"/>
                    <a:pt x="1560" y="150"/>
                    <a:pt x="1543" y="165"/>
                  </a:cubicBezTo>
                  <a:cubicBezTo>
                    <a:pt x="1530" y="157"/>
                    <a:pt x="1516" y="151"/>
                    <a:pt x="1500" y="150"/>
                  </a:cubicBezTo>
                  <a:cubicBezTo>
                    <a:pt x="1500" y="100"/>
                    <a:pt x="1500" y="100"/>
                    <a:pt x="1500" y="100"/>
                  </a:cubicBezTo>
                  <a:cubicBezTo>
                    <a:pt x="1500" y="45"/>
                    <a:pt x="1455" y="0"/>
                    <a:pt x="1400" y="0"/>
                  </a:cubicBezTo>
                  <a:cubicBezTo>
                    <a:pt x="1350" y="0"/>
                    <a:pt x="1308" y="38"/>
                    <a:pt x="1301" y="87"/>
                  </a:cubicBezTo>
                  <a:cubicBezTo>
                    <a:pt x="1289" y="83"/>
                    <a:pt x="1276" y="81"/>
                    <a:pt x="1262" y="81"/>
                  </a:cubicBezTo>
                  <a:cubicBezTo>
                    <a:pt x="1234" y="81"/>
                    <a:pt x="1208" y="90"/>
                    <a:pt x="1186" y="104"/>
                  </a:cubicBezTo>
                  <a:cubicBezTo>
                    <a:pt x="1161" y="82"/>
                    <a:pt x="1129" y="69"/>
                    <a:pt x="1094" y="69"/>
                  </a:cubicBezTo>
                  <a:cubicBezTo>
                    <a:pt x="1017" y="69"/>
                    <a:pt x="956" y="131"/>
                    <a:pt x="956" y="207"/>
                  </a:cubicBezTo>
                  <a:cubicBezTo>
                    <a:pt x="956" y="210"/>
                    <a:pt x="956" y="214"/>
                    <a:pt x="956" y="217"/>
                  </a:cubicBezTo>
                  <a:cubicBezTo>
                    <a:pt x="944" y="212"/>
                    <a:pt x="932" y="209"/>
                    <a:pt x="918" y="209"/>
                  </a:cubicBezTo>
                  <a:cubicBezTo>
                    <a:pt x="902" y="209"/>
                    <a:pt x="887" y="213"/>
                    <a:pt x="874" y="220"/>
                  </a:cubicBezTo>
                  <a:cubicBezTo>
                    <a:pt x="867" y="175"/>
                    <a:pt x="829" y="141"/>
                    <a:pt x="782" y="141"/>
                  </a:cubicBezTo>
                  <a:cubicBezTo>
                    <a:pt x="758" y="141"/>
                    <a:pt x="736" y="150"/>
                    <a:pt x="719" y="165"/>
                  </a:cubicBezTo>
                  <a:cubicBezTo>
                    <a:pt x="707" y="157"/>
                    <a:pt x="692" y="151"/>
                    <a:pt x="676" y="150"/>
                  </a:cubicBezTo>
                  <a:cubicBezTo>
                    <a:pt x="676" y="100"/>
                    <a:pt x="676" y="100"/>
                    <a:pt x="676" y="100"/>
                  </a:cubicBezTo>
                  <a:cubicBezTo>
                    <a:pt x="676" y="45"/>
                    <a:pt x="631" y="0"/>
                    <a:pt x="576" y="0"/>
                  </a:cubicBezTo>
                  <a:cubicBezTo>
                    <a:pt x="526" y="0"/>
                    <a:pt x="484" y="38"/>
                    <a:pt x="478" y="87"/>
                  </a:cubicBezTo>
                  <a:cubicBezTo>
                    <a:pt x="465" y="83"/>
                    <a:pt x="452" y="81"/>
                    <a:pt x="439" y="81"/>
                  </a:cubicBezTo>
                  <a:cubicBezTo>
                    <a:pt x="410" y="81"/>
                    <a:pt x="384" y="90"/>
                    <a:pt x="362" y="104"/>
                  </a:cubicBezTo>
                  <a:cubicBezTo>
                    <a:pt x="338" y="82"/>
                    <a:pt x="305" y="69"/>
                    <a:pt x="270" y="69"/>
                  </a:cubicBezTo>
                  <a:cubicBezTo>
                    <a:pt x="194" y="69"/>
                    <a:pt x="132" y="131"/>
                    <a:pt x="132" y="207"/>
                  </a:cubicBezTo>
                  <a:cubicBezTo>
                    <a:pt x="132" y="210"/>
                    <a:pt x="132" y="214"/>
                    <a:pt x="132" y="217"/>
                  </a:cubicBezTo>
                  <a:cubicBezTo>
                    <a:pt x="121" y="212"/>
                    <a:pt x="108" y="209"/>
                    <a:pt x="94" y="209"/>
                  </a:cubicBezTo>
                  <a:cubicBezTo>
                    <a:pt x="45" y="209"/>
                    <a:pt x="5" y="247"/>
                    <a:pt x="0" y="294"/>
                  </a:cubicBezTo>
                  <a:cubicBezTo>
                    <a:pt x="824" y="294"/>
                    <a:pt x="824" y="294"/>
                    <a:pt x="824" y="294"/>
                  </a:cubicBezTo>
                  <a:cubicBezTo>
                    <a:pt x="966" y="294"/>
                    <a:pt x="966" y="294"/>
                    <a:pt x="966" y="294"/>
                  </a:cubicBezTo>
                  <a:cubicBezTo>
                    <a:pt x="1789" y="294"/>
                    <a:pt x="1789" y="294"/>
                    <a:pt x="1789" y="294"/>
                  </a:cubicBezTo>
                  <a:cubicBezTo>
                    <a:pt x="1786" y="262"/>
                    <a:pt x="1759" y="237"/>
                    <a:pt x="1725" y="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" name="ïṩḻî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7420157-603C-4722-AE44-440F802E1603}"/>
                </a:ext>
              </a:extLst>
            </p:cNvPr>
            <p:cNvSpPr/>
            <p:nvPr/>
          </p:nvSpPr>
          <p:spPr bwMode="auto">
            <a:xfrm>
              <a:off x="3533775" y="5226051"/>
              <a:ext cx="5534025" cy="177800"/>
            </a:xfrm>
            <a:custGeom>
              <a:avLst/>
              <a:gdLst>
                <a:gd name="T0" fmla="*/ 1131 w 1771"/>
                <a:gd name="T1" fmla="*/ 8 h 57"/>
                <a:gd name="T2" fmla="*/ 956 w 1771"/>
                <a:gd name="T3" fmla="*/ 10 h 57"/>
                <a:gd name="T4" fmla="*/ 533 w 1771"/>
                <a:gd name="T5" fmla="*/ 0 h 57"/>
                <a:gd name="T6" fmla="*/ 0 w 1771"/>
                <a:gd name="T7" fmla="*/ 16 h 57"/>
                <a:gd name="T8" fmla="*/ 493 w 1771"/>
                <a:gd name="T9" fmla="*/ 32 h 57"/>
                <a:gd name="T10" fmla="*/ 492 w 1771"/>
                <a:gd name="T11" fmla="*/ 33 h 57"/>
                <a:gd name="T12" fmla="*/ 1131 w 1771"/>
                <a:gd name="T13" fmla="*/ 57 h 57"/>
                <a:gd name="T14" fmla="*/ 1771 w 1771"/>
                <a:gd name="T15" fmla="*/ 33 h 57"/>
                <a:gd name="T16" fmla="*/ 1131 w 1771"/>
                <a:gd name="T17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71" h="57">
                  <a:moveTo>
                    <a:pt x="1131" y="8"/>
                  </a:moveTo>
                  <a:cubicBezTo>
                    <a:pt x="1071" y="8"/>
                    <a:pt x="1012" y="9"/>
                    <a:pt x="956" y="10"/>
                  </a:cubicBezTo>
                  <a:cubicBezTo>
                    <a:pt x="859" y="6"/>
                    <a:pt x="705" y="0"/>
                    <a:pt x="533" y="0"/>
                  </a:cubicBezTo>
                  <a:cubicBezTo>
                    <a:pt x="239" y="0"/>
                    <a:pt x="0" y="16"/>
                    <a:pt x="0" y="16"/>
                  </a:cubicBezTo>
                  <a:cubicBezTo>
                    <a:pt x="0" y="16"/>
                    <a:pt x="218" y="31"/>
                    <a:pt x="493" y="32"/>
                  </a:cubicBezTo>
                  <a:cubicBezTo>
                    <a:pt x="493" y="32"/>
                    <a:pt x="492" y="33"/>
                    <a:pt x="492" y="33"/>
                  </a:cubicBezTo>
                  <a:cubicBezTo>
                    <a:pt x="492" y="33"/>
                    <a:pt x="778" y="57"/>
                    <a:pt x="1131" y="57"/>
                  </a:cubicBezTo>
                  <a:cubicBezTo>
                    <a:pt x="1485" y="57"/>
                    <a:pt x="1771" y="33"/>
                    <a:pt x="1771" y="33"/>
                  </a:cubicBezTo>
                  <a:cubicBezTo>
                    <a:pt x="1771" y="33"/>
                    <a:pt x="1485" y="8"/>
                    <a:pt x="1131" y="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" name="îsļî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2F9B871-969C-4E3F-9644-396D3345C35A}"/>
                </a:ext>
              </a:extLst>
            </p:cNvPr>
            <p:cNvSpPr/>
            <p:nvPr/>
          </p:nvSpPr>
          <p:spPr bwMode="auto">
            <a:xfrm>
              <a:off x="4683125" y="2555876"/>
              <a:ext cx="728663" cy="612775"/>
            </a:xfrm>
            <a:custGeom>
              <a:avLst/>
              <a:gdLst>
                <a:gd name="T0" fmla="*/ 459 w 459"/>
                <a:gd name="T1" fmla="*/ 0 h 386"/>
                <a:gd name="T2" fmla="*/ 455 w 459"/>
                <a:gd name="T3" fmla="*/ 26 h 386"/>
                <a:gd name="T4" fmla="*/ 449 w 459"/>
                <a:gd name="T5" fmla="*/ 59 h 386"/>
                <a:gd name="T6" fmla="*/ 443 w 459"/>
                <a:gd name="T7" fmla="*/ 93 h 386"/>
                <a:gd name="T8" fmla="*/ 0 w 459"/>
                <a:gd name="T9" fmla="*/ 386 h 386"/>
                <a:gd name="T10" fmla="*/ 10 w 459"/>
                <a:gd name="T11" fmla="*/ 350 h 386"/>
                <a:gd name="T12" fmla="*/ 22 w 459"/>
                <a:gd name="T13" fmla="*/ 313 h 386"/>
                <a:gd name="T14" fmla="*/ 28 w 459"/>
                <a:gd name="T15" fmla="*/ 287 h 386"/>
                <a:gd name="T16" fmla="*/ 459 w 459"/>
                <a:gd name="T17" fmla="*/ 0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9" h="386">
                  <a:moveTo>
                    <a:pt x="459" y="0"/>
                  </a:moveTo>
                  <a:lnTo>
                    <a:pt x="455" y="26"/>
                  </a:lnTo>
                  <a:lnTo>
                    <a:pt x="449" y="59"/>
                  </a:lnTo>
                  <a:lnTo>
                    <a:pt x="443" y="93"/>
                  </a:lnTo>
                  <a:lnTo>
                    <a:pt x="0" y="386"/>
                  </a:lnTo>
                  <a:lnTo>
                    <a:pt x="10" y="350"/>
                  </a:lnTo>
                  <a:lnTo>
                    <a:pt x="22" y="313"/>
                  </a:lnTo>
                  <a:lnTo>
                    <a:pt x="28" y="287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rgbClr val="BC8D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" name="iṥḷ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B0A7FC4-6CEF-4E98-974A-7A7EE6B73B44}"/>
                </a:ext>
              </a:extLst>
            </p:cNvPr>
            <p:cNvSpPr/>
            <p:nvPr/>
          </p:nvSpPr>
          <p:spPr bwMode="auto">
            <a:xfrm>
              <a:off x="4683125" y="2703513"/>
              <a:ext cx="1003300" cy="914400"/>
            </a:xfrm>
            <a:custGeom>
              <a:avLst/>
              <a:gdLst>
                <a:gd name="T0" fmla="*/ 632 w 632"/>
                <a:gd name="T1" fmla="*/ 283 h 576"/>
                <a:gd name="T2" fmla="*/ 187 w 632"/>
                <a:gd name="T3" fmla="*/ 576 h 576"/>
                <a:gd name="T4" fmla="*/ 0 w 632"/>
                <a:gd name="T5" fmla="*/ 293 h 576"/>
                <a:gd name="T6" fmla="*/ 443 w 632"/>
                <a:gd name="T7" fmla="*/ 0 h 576"/>
                <a:gd name="T8" fmla="*/ 632 w 632"/>
                <a:gd name="T9" fmla="*/ 283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2" h="576">
                  <a:moveTo>
                    <a:pt x="632" y="283"/>
                  </a:moveTo>
                  <a:lnTo>
                    <a:pt x="187" y="576"/>
                  </a:lnTo>
                  <a:lnTo>
                    <a:pt x="0" y="293"/>
                  </a:lnTo>
                  <a:lnTo>
                    <a:pt x="443" y="0"/>
                  </a:lnTo>
                  <a:lnTo>
                    <a:pt x="632" y="283"/>
                  </a:lnTo>
                  <a:close/>
                </a:path>
              </a:pathLst>
            </a:custGeom>
            <a:solidFill>
              <a:srgbClr val="AE8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" name="í$1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9227021-147E-420F-BD74-1731DF35D541}"/>
                </a:ext>
              </a:extLst>
            </p:cNvPr>
            <p:cNvSpPr/>
            <p:nvPr/>
          </p:nvSpPr>
          <p:spPr bwMode="auto">
            <a:xfrm>
              <a:off x="4960938" y="3433763"/>
              <a:ext cx="147638" cy="125413"/>
            </a:xfrm>
            <a:custGeom>
              <a:avLst/>
              <a:gdLst>
                <a:gd name="T0" fmla="*/ 93 w 93"/>
                <a:gd name="T1" fmla="*/ 32 h 79"/>
                <a:gd name="T2" fmla="*/ 22 w 93"/>
                <a:gd name="T3" fmla="*/ 79 h 79"/>
                <a:gd name="T4" fmla="*/ 0 w 93"/>
                <a:gd name="T5" fmla="*/ 47 h 79"/>
                <a:gd name="T6" fmla="*/ 71 w 93"/>
                <a:gd name="T7" fmla="*/ 0 h 79"/>
                <a:gd name="T8" fmla="*/ 93 w 93"/>
                <a:gd name="T9" fmla="*/ 32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79">
                  <a:moveTo>
                    <a:pt x="93" y="32"/>
                  </a:moveTo>
                  <a:lnTo>
                    <a:pt x="22" y="79"/>
                  </a:lnTo>
                  <a:lnTo>
                    <a:pt x="0" y="47"/>
                  </a:lnTo>
                  <a:lnTo>
                    <a:pt x="71" y="0"/>
                  </a:lnTo>
                  <a:lnTo>
                    <a:pt x="93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" name="îšḻï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420032E-DB81-4336-B2FB-B50ECB021C20}"/>
                </a:ext>
              </a:extLst>
            </p:cNvPr>
            <p:cNvSpPr/>
            <p:nvPr/>
          </p:nvSpPr>
          <p:spPr bwMode="auto">
            <a:xfrm>
              <a:off x="5386388" y="2555876"/>
              <a:ext cx="319088" cy="596900"/>
            </a:xfrm>
            <a:custGeom>
              <a:avLst/>
              <a:gdLst>
                <a:gd name="T0" fmla="*/ 16 w 201"/>
                <a:gd name="T1" fmla="*/ 0 h 376"/>
                <a:gd name="T2" fmla="*/ 201 w 201"/>
                <a:gd name="T3" fmla="*/ 272 h 376"/>
                <a:gd name="T4" fmla="*/ 189 w 201"/>
                <a:gd name="T5" fmla="*/ 376 h 376"/>
                <a:gd name="T6" fmla="*/ 0 w 201"/>
                <a:gd name="T7" fmla="*/ 93 h 376"/>
                <a:gd name="T8" fmla="*/ 16 w 201"/>
                <a:gd name="T9" fmla="*/ 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" h="376">
                  <a:moveTo>
                    <a:pt x="16" y="0"/>
                  </a:moveTo>
                  <a:lnTo>
                    <a:pt x="201" y="272"/>
                  </a:lnTo>
                  <a:lnTo>
                    <a:pt x="189" y="376"/>
                  </a:lnTo>
                  <a:lnTo>
                    <a:pt x="0" y="9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D49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" name="ïṧļî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824321-10A2-416B-B03D-F0FDC313A62D}"/>
                </a:ext>
              </a:extLst>
            </p:cNvPr>
            <p:cNvSpPr/>
            <p:nvPr/>
          </p:nvSpPr>
          <p:spPr bwMode="auto">
            <a:xfrm>
              <a:off x="5286375" y="2878138"/>
              <a:ext cx="203200" cy="265113"/>
            </a:xfrm>
            <a:custGeom>
              <a:avLst/>
              <a:gdLst>
                <a:gd name="T0" fmla="*/ 53 w 65"/>
                <a:gd name="T1" fmla="*/ 25 h 85"/>
                <a:gd name="T2" fmla="*/ 5 w 65"/>
                <a:gd name="T3" fmla="*/ 1 h 85"/>
                <a:gd name="T4" fmla="*/ 0 w 65"/>
                <a:gd name="T5" fmla="*/ 4 h 85"/>
                <a:gd name="T6" fmla="*/ 3 w 65"/>
                <a:gd name="T7" fmla="*/ 58 h 85"/>
                <a:gd name="T8" fmla="*/ 9 w 65"/>
                <a:gd name="T9" fmla="*/ 60 h 85"/>
                <a:gd name="T10" fmla="*/ 14 w 65"/>
                <a:gd name="T11" fmla="*/ 57 h 85"/>
                <a:gd name="T12" fmla="*/ 18 w 65"/>
                <a:gd name="T13" fmla="*/ 58 h 85"/>
                <a:gd name="T14" fmla="*/ 35 w 65"/>
                <a:gd name="T15" fmla="*/ 83 h 85"/>
                <a:gd name="T16" fmla="*/ 40 w 65"/>
                <a:gd name="T17" fmla="*/ 84 h 85"/>
                <a:gd name="T18" fmla="*/ 63 w 65"/>
                <a:gd name="T19" fmla="*/ 69 h 85"/>
                <a:gd name="T20" fmla="*/ 64 w 65"/>
                <a:gd name="T21" fmla="*/ 64 h 85"/>
                <a:gd name="T22" fmla="*/ 47 w 65"/>
                <a:gd name="T23" fmla="*/ 39 h 85"/>
                <a:gd name="T24" fmla="*/ 48 w 65"/>
                <a:gd name="T25" fmla="*/ 34 h 85"/>
                <a:gd name="T26" fmla="*/ 53 w 65"/>
                <a:gd name="T27" fmla="*/ 31 h 85"/>
                <a:gd name="T28" fmla="*/ 53 w 65"/>
                <a:gd name="T29" fmla="*/ 2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85">
                  <a:moveTo>
                    <a:pt x="53" y="25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3" y="0"/>
                    <a:pt x="0" y="2"/>
                    <a:pt x="0" y="4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4" y="60"/>
                    <a:pt x="6" y="62"/>
                    <a:pt x="9" y="60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5" y="56"/>
                    <a:pt x="17" y="56"/>
                    <a:pt x="18" y="58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36" y="85"/>
                    <a:pt x="38" y="85"/>
                    <a:pt x="40" y="84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5" y="68"/>
                    <a:pt x="65" y="66"/>
                    <a:pt x="64" y="64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6" y="37"/>
                    <a:pt x="46" y="35"/>
                    <a:pt x="48" y="34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5" y="29"/>
                    <a:pt x="55" y="26"/>
                    <a:pt x="53" y="25"/>
                  </a:cubicBezTo>
                  <a:close/>
                </a:path>
              </a:pathLst>
            </a:custGeom>
            <a:solidFill>
              <a:srgbClr val="946A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" name="îšli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4B19987-9C1D-4CE8-8925-2E986A68658C}"/>
                </a:ext>
              </a:extLst>
            </p:cNvPr>
            <p:cNvSpPr/>
            <p:nvPr/>
          </p:nvSpPr>
          <p:spPr bwMode="auto">
            <a:xfrm>
              <a:off x="4699000" y="2597151"/>
              <a:ext cx="784225" cy="514350"/>
            </a:xfrm>
            <a:custGeom>
              <a:avLst/>
              <a:gdLst>
                <a:gd name="T0" fmla="*/ 494 w 494"/>
                <a:gd name="T1" fmla="*/ 69 h 324"/>
                <a:gd name="T2" fmla="*/ 488 w 494"/>
                <a:gd name="T3" fmla="*/ 96 h 324"/>
                <a:gd name="T4" fmla="*/ 439 w 494"/>
                <a:gd name="T5" fmla="*/ 33 h 324"/>
                <a:gd name="T6" fmla="*/ 439 w 494"/>
                <a:gd name="T7" fmla="*/ 33 h 324"/>
                <a:gd name="T8" fmla="*/ 0 w 494"/>
                <a:gd name="T9" fmla="*/ 324 h 324"/>
                <a:gd name="T10" fmla="*/ 12 w 494"/>
                <a:gd name="T11" fmla="*/ 287 h 324"/>
                <a:gd name="T12" fmla="*/ 445 w 494"/>
                <a:gd name="T13" fmla="*/ 0 h 324"/>
                <a:gd name="T14" fmla="*/ 494 w 494"/>
                <a:gd name="T15" fmla="*/ 6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4" h="324">
                  <a:moveTo>
                    <a:pt x="494" y="69"/>
                  </a:moveTo>
                  <a:lnTo>
                    <a:pt x="488" y="96"/>
                  </a:lnTo>
                  <a:lnTo>
                    <a:pt x="439" y="33"/>
                  </a:lnTo>
                  <a:lnTo>
                    <a:pt x="439" y="33"/>
                  </a:lnTo>
                  <a:lnTo>
                    <a:pt x="0" y="324"/>
                  </a:lnTo>
                  <a:lnTo>
                    <a:pt x="12" y="287"/>
                  </a:lnTo>
                  <a:lnTo>
                    <a:pt x="445" y="0"/>
                  </a:lnTo>
                  <a:lnTo>
                    <a:pt x="494" y="69"/>
                  </a:lnTo>
                  <a:close/>
                </a:path>
              </a:pathLst>
            </a:custGeom>
            <a:solidFill>
              <a:srgbClr val="F2D7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" name="íṧḻi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C220A0A-3396-4F9A-AA56-4ECD21A59EAF}"/>
                </a:ext>
              </a:extLst>
            </p:cNvPr>
            <p:cNvSpPr/>
            <p:nvPr/>
          </p:nvSpPr>
          <p:spPr bwMode="auto">
            <a:xfrm>
              <a:off x="4699000" y="2597151"/>
              <a:ext cx="706438" cy="514350"/>
            </a:xfrm>
            <a:custGeom>
              <a:avLst/>
              <a:gdLst>
                <a:gd name="T0" fmla="*/ 445 w 445"/>
                <a:gd name="T1" fmla="*/ 0 h 324"/>
                <a:gd name="T2" fmla="*/ 439 w 445"/>
                <a:gd name="T3" fmla="*/ 33 h 324"/>
                <a:gd name="T4" fmla="*/ 439 w 445"/>
                <a:gd name="T5" fmla="*/ 33 h 324"/>
                <a:gd name="T6" fmla="*/ 0 w 445"/>
                <a:gd name="T7" fmla="*/ 324 h 324"/>
                <a:gd name="T8" fmla="*/ 12 w 445"/>
                <a:gd name="T9" fmla="*/ 287 h 324"/>
                <a:gd name="T10" fmla="*/ 445 w 445"/>
                <a:gd name="T11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5" h="324">
                  <a:moveTo>
                    <a:pt x="445" y="0"/>
                  </a:moveTo>
                  <a:lnTo>
                    <a:pt x="439" y="33"/>
                  </a:lnTo>
                  <a:lnTo>
                    <a:pt x="439" y="33"/>
                  </a:lnTo>
                  <a:lnTo>
                    <a:pt x="0" y="324"/>
                  </a:lnTo>
                  <a:lnTo>
                    <a:pt x="12" y="287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rgbClr val="DEC7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" name="iSḻi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6A20976-4FA6-4B37-99A5-10679108D27C}"/>
                </a:ext>
              </a:extLst>
            </p:cNvPr>
            <p:cNvSpPr/>
            <p:nvPr/>
          </p:nvSpPr>
          <p:spPr bwMode="auto">
            <a:xfrm>
              <a:off x="5002213" y="3556001"/>
              <a:ext cx="487363" cy="30163"/>
            </a:xfrm>
            <a:custGeom>
              <a:avLst/>
              <a:gdLst>
                <a:gd name="T0" fmla="*/ 22 w 307"/>
                <a:gd name="T1" fmla="*/ 0 h 19"/>
                <a:gd name="T2" fmla="*/ 307 w 307"/>
                <a:gd name="T3" fmla="*/ 12 h 19"/>
                <a:gd name="T4" fmla="*/ 0 w 307"/>
                <a:gd name="T5" fmla="*/ 19 h 19"/>
                <a:gd name="T6" fmla="*/ 22 w 307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7" h="19">
                  <a:moveTo>
                    <a:pt x="22" y="0"/>
                  </a:moveTo>
                  <a:lnTo>
                    <a:pt x="307" y="12"/>
                  </a:lnTo>
                  <a:lnTo>
                    <a:pt x="0" y="1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AE8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" name="íṣḻi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7D01FBF-B60A-4389-B46B-BA02C81E582E}"/>
                </a:ext>
              </a:extLst>
            </p:cNvPr>
            <p:cNvSpPr/>
            <p:nvPr/>
          </p:nvSpPr>
          <p:spPr bwMode="auto">
            <a:xfrm>
              <a:off x="5086350" y="3524251"/>
              <a:ext cx="284163" cy="19050"/>
            </a:xfrm>
            <a:custGeom>
              <a:avLst/>
              <a:gdLst>
                <a:gd name="T0" fmla="*/ 0 w 179"/>
                <a:gd name="T1" fmla="*/ 0 h 12"/>
                <a:gd name="T2" fmla="*/ 0 w 179"/>
                <a:gd name="T3" fmla="*/ 12 h 12"/>
                <a:gd name="T4" fmla="*/ 179 w 179"/>
                <a:gd name="T5" fmla="*/ 8 h 12"/>
                <a:gd name="T6" fmla="*/ 0 w 179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9" h="12">
                  <a:moveTo>
                    <a:pt x="0" y="0"/>
                  </a:moveTo>
                  <a:lnTo>
                    <a:pt x="0" y="12"/>
                  </a:lnTo>
                  <a:lnTo>
                    <a:pt x="179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E8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" name="ïŝ1i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7921885-4455-4764-B20E-FB7D8256E994}"/>
                </a:ext>
              </a:extLst>
            </p:cNvPr>
            <p:cNvSpPr/>
            <p:nvPr/>
          </p:nvSpPr>
          <p:spPr bwMode="auto">
            <a:xfrm>
              <a:off x="5570538" y="3165476"/>
              <a:ext cx="525463" cy="46038"/>
            </a:xfrm>
            <a:custGeom>
              <a:avLst/>
              <a:gdLst>
                <a:gd name="T0" fmla="*/ 24 w 331"/>
                <a:gd name="T1" fmla="*/ 0 h 29"/>
                <a:gd name="T2" fmla="*/ 331 w 331"/>
                <a:gd name="T3" fmla="*/ 18 h 29"/>
                <a:gd name="T4" fmla="*/ 0 w 331"/>
                <a:gd name="T5" fmla="*/ 29 h 29"/>
                <a:gd name="T6" fmla="*/ 24 w 331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1" h="29">
                  <a:moveTo>
                    <a:pt x="24" y="0"/>
                  </a:moveTo>
                  <a:lnTo>
                    <a:pt x="331" y="18"/>
                  </a:lnTo>
                  <a:lnTo>
                    <a:pt x="0" y="29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AE83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" name="ïṥļí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A0C6FB1-F3E8-44D9-8815-1E6953D499B3}"/>
                </a:ext>
              </a:extLst>
            </p:cNvPr>
            <p:cNvSpPr/>
            <p:nvPr/>
          </p:nvSpPr>
          <p:spPr bwMode="auto">
            <a:xfrm>
              <a:off x="5489575" y="2749551"/>
              <a:ext cx="481013" cy="28575"/>
            </a:xfrm>
            <a:custGeom>
              <a:avLst/>
              <a:gdLst>
                <a:gd name="T0" fmla="*/ 22 w 303"/>
                <a:gd name="T1" fmla="*/ 0 h 18"/>
                <a:gd name="T2" fmla="*/ 303 w 303"/>
                <a:gd name="T3" fmla="*/ 0 h 18"/>
                <a:gd name="T4" fmla="*/ 0 w 303"/>
                <a:gd name="T5" fmla="*/ 18 h 18"/>
                <a:gd name="T6" fmla="*/ 22 w 303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" h="18">
                  <a:moveTo>
                    <a:pt x="22" y="0"/>
                  </a:moveTo>
                  <a:lnTo>
                    <a:pt x="303" y="0"/>
                  </a:lnTo>
                  <a:lnTo>
                    <a:pt x="0" y="1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49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" name="ï$ļi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1EB7B8-AEB7-4F32-9650-5E1BB728BE8A}"/>
                </a:ext>
              </a:extLst>
            </p:cNvPr>
            <p:cNvSpPr/>
            <p:nvPr/>
          </p:nvSpPr>
          <p:spPr bwMode="auto">
            <a:xfrm>
              <a:off x="5586413" y="2906713"/>
              <a:ext cx="484188" cy="30163"/>
            </a:xfrm>
            <a:custGeom>
              <a:avLst/>
              <a:gdLst>
                <a:gd name="T0" fmla="*/ 22 w 305"/>
                <a:gd name="T1" fmla="*/ 0 h 19"/>
                <a:gd name="T2" fmla="*/ 305 w 305"/>
                <a:gd name="T3" fmla="*/ 0 h 19"/>
                <a:gd name="T4" fmla="*/ 0 w 305"/>
                <a:gd name="T5" fmla="*/ 19 h 19"/>
                <a:gd name="T6" fmla="*/ 22 w 305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5" h="19">
                  <a:moveTo>
                    <a:pt x="22" y="0"/>
                  </a:moveTo>
                  <a:lnTo>
                    <a:pt x="305" y="0"/>
                  </a:lnTo>
                  <a:lnTo>
                    <a:pt x="0" y="1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D49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" name="ïṣlî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CC4426D-0457-4A06-A4DA-D8A267C4BF1F}"/>
                </a:ext>
              </a:extLst>
            </p:cNvPr>
            <p:cNvSpPr/>
            <p:nvPr/>
          </p:nvSpPr>
          <p:spPr bwMode="auto">
            <a:xfrm>
              <a:off x="5621338" y="2971801"/>
              <a:ext cx="312738" cy="19050"/>
            </a:xfrm>
            <a:custGeom>
              <a:avLst/>
              <a:gdLst>
                <a:gd name="T0" fmla="*/ 0 w 197"/>
                <a:gd name="T1" fmla="*/ 0 h 12"/>
                <a:gd name="T2" fmla="*/ 0 w 197"/>
                <a:gd name="T3" fmla="*/ 12 h 12"/>
                <a:gd name="T4" fmla="*/ 197 w 197"/>
                <a:gd name="T5" fmla="*/ 0 h 12"/>
                <a:gd name="T6" fmla="*/ 0 w 197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7" h="12">
                  <a:moveTo>
                    <a:pt x="0" y="0"/>
                  </a:moveTo>
                  <a:lnTo>
                    <a:pt x="0" y="12"/>
                  </a:lnTo>
                  <a:lnTo>
                    <a:pt x="1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9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" name="íṧļî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B5FBF7E-C93F-490E-B123-8415C9A4322B}"/>
                </a:ext>
              </a:extLst>
            </p:cNvPr>
            <p:cNvSpPr/>
            <p:nvPr/>
          </p:nvSpPr>
          <p:spPr bwMode="auto">
            <a:xfrm>
              <a:off x="3124200" y="2868613"/>
              <a:ext cx="822325" cy="706438"/>
            </a:xfrm>
            <a:custGeom>
              <a:avLst/>
              <a:gdLst>
                <a:gd name="T0" fmla="*/ 439 w 518"/>
                <a:gd name="T1" fmla="*/ 0 h 445"/>
                <a:gd name="T2" fmla="*/ 161 w 518"/>
                <a:gd name="T3" fmla="*/ 293 h 445"/>
                <a:gd name="T4" fmla="*/ 94 w 518"/>
                <a:gd name="T5" fmla="*/ 238 h 445"/>
                <a:gd name="T6" fmla="*/ 177 w 518"/>
                <a:gd name="T7" fmla="*/ 185 h 445"/>
                <a:gd name="T8" fmla="*/ 171 w 518"/>
                <a:gd name="T9" fmla="*/ 153 h 445"/>
                <a:gd name="T10" fmla="*/ 146 w 518"/>
                <a:gd name="T11" fmla="*/ 153 h 445"/>
                <a:gd name="T12" fmla="*/ 130 w 518"/>
                <a:gd name="T13" fmla="*/ 90 h 445"/>
                <a:gd name="T14" fmla="*/ 77 w 518"/>
                <a:gd name="T15" fmla="*/ 90 h 445"/>
                <a:gd name="T16" fmla="*/ 0 w 518"/>
                <a:gd name="T17" fmla="*/ 157 h 445"/>
                <a:gd name="T18" fmla="*/ 69 w 518"/>
                <a:gd name="T19" fmla="*/ 405 h 445"/>
                <a:gd name="T20" fmla="*/ 157 w 518"/>
                <a:gd name="T21" fmla="*/ 445 h 445"/>
                <a:gd name="T22" fmla="*/ 518 w 518"/>
                <a:gd name="T23" fmla="*/ 232 h 445"/>
                <a:gd name="T24" fmla="*/ 439 w 518"/>
                <a:gd name="T25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8" h="445">
                  <a:moveTo>
                    <a:pt x="439" y="0"/>
                  </a:moveTo>
                  <a:lnTo>
                    <a:pt x="161" y="293"/>
                  </a:lnTo>
                  <a:lnTo>
                    <a:pt x="94" y="238"/>
                  </a:lnTo>
                  <a:lnTo>
                    <a:pt x="177" y="185"/>
                  </a:lnTo>
                  <a:lnTo>
                    <a:pt x="171" y="153"/>
                  </a:lnTo>
                  <a:lnTo>
                    <a:pt x="146" y="153"/>
                  </a:lnTo>
                  <a:lnTo>
                    <a:pt x="130" y="90"/>
                  </a:lnTo>
                  <a:lnTo>
                    <a:pt x="77" y="90"/>
                  </a:lnTo>
                  <a:lnTo>
                    <a:pt x="0" y="157"/>
                  </a:lnTo>
                  <a:lnTo>
                    <a:pt x="69" y="405"/>
                  </a:lnTo>
                  <a:lnTo>
                    <a:pt x="157" y="445"/>
                  </a:lnTo>
                  <a:lnTo>
                    <a:pt x="518" y="232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3B41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" name="íṩḻï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6A3C069-96EB-46DE-BE78-02F50226A463}"/>
                </a:ext>
              </a:extLst>
            </p:cNvPr>
            <p:cNvSpPr/>
            <p:nvPr/>
          </p:nvSpPr>
          <p:spPr bwMode="auto">
            <a:xfrm>
              <a:off x="3124200" y="3011488"/>
              <a:ext cx="280988" cy="560388"/>
            </a:xfrm>
            <a:custGeom>
              <a:avLst/>
              <a:gdLst>
                <a:gd name="T0" fmla="*/ 161 w 177"/>
                <a:gd name="T1" fmla="*/ 203 h 353"/>
                <a:gd name="T2" fmla="*/ 94 w 177"/>
                <a:gd name="T3" fmla="*/ 148 h 353"/>
                <a:gd name="T4" fmla="*/ 177 w 177"/>
                <a:gd name="T5" fmla="*/ 95 h 353"/>
                <a:gd name="T6" fmla="*/ 171 w 177"/>
                <a:gd name="T7" fmla="*/ 63 h 353"/>
                <a:gd name="T8" fmla="*/ 146 w 177"/>
                <a:gd name="T9" fmla="*/ 63 h 353"/>
                <a:gd name="T10" fmla="*/ 130 w 177"/>
                <a:gd name="T11" fmla="*/ 0 h 353"/>
                <a:gd name="T12" fmla="*/ 77 w 177"/>
                <a:gd name="T13" fmla="*/ 0 h 353"/>
                <a:gd name="T14" fmla="*/ 0 w 177"/>
                <a:gd name="T15" fmla="*/ 67 h 353"/>
                <a:gd name="T16" fmla="*/ 69 w 177"/>
                <a:gd name="T17" fmla="*/ 315 h 353"/>
                <a:gd name="T18" fmla="*/ 152 w 177"/>
                <a:gd name="T19" fmla="*/ 353 h 353"/>
                <a:gd name="T20" fmla="*/ 167 w 177"/>
                <a:gd name="T21" fmla="*/ 197 h 353"/>
                <a:gd name="T22" fmla="*/ 161 w 177"/>
                <a:gd name="T23" fmla="*/ 20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" h="353">
                  <a:moveTo>
                    <a:pt x="161" y="203"/>
                  </a:moveTo>
                  <a:lnTo>
                    <a:pt x="94" y="148"/>
                  </a:lnTo>
                  <a:lnTo>
                    <a:pt x="177" y="95"/>
                  </a:lnTo>
                  <a:lnTo>
                    <a:pt x="171" y="63"/>
                  </a:lnTo>
                  <a:lnTo>
                    <a:pt x="146" y="63"/>
                  </a:lnTo>
                  <a:lnTo>
                    <a:pt x="130" y="0"/>
                  </a:lnTo>
                  <a:lnTo>
                    <a:pt x="77" y="0"/>
                  </a:lnTo>
                  <a:lnTo>
                    <a:pt x="0" y="67"/>
                  </a:lnTo>
                  <a:lnTo>
                    <a:pt x="69" y="315"/>
                  </a:lnTo>
                  <a:lnTo>
                    <a:pt x="152" y="353"/>
                  </a:lnTo>
                  <a:lnTo>
                    <a:pt x="167" y="197"/>
                  </a:lnTo>
                  <a:lnTo>
                    <a:pt x="161" y="203"/>
                  </a:lnTo>
                  <a:close/>
                </a:path>
              </a:pathLst>
            </a:custGeom>
            <a:solidFill>
              <a:srgbClr val="F0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" name="ïSḻi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E132D36-FD9B-44AA-B847-C0BCC22B0991}"/>
                </a:ext>
              </a:extLst>
            </p:cNvPr>
            <p:cNvSpPr/>
            <p:nvPr/>
          </p:nvSpPr>
          <p:spPr bwMode="auto">
            <a:xfrm>
              <a:off x="3821113" y="2590801"/>
              <a:ext cx="2028825" cy="1065213"/>
            </a:xfrm>
            <a:custGeom>
              <a:avLst/>
              <a:gdLst>
                <a:gd name="T0" fmla="*/ 412 w 649"/>
                <a:gd name="T1" fmla="*/ 91 h 341"/>
                <a:gd name="T2" fmla="*/ 405 w 649"/>
                <a:gd name="T3" fmla="*/ 81 h 341"/>
                <a:gd name="T4" fmla="*/ 649 w 649"/>
                <a:gd name="T5" fmla="*/ 66 h 341"/>
                <a:gd name="T6" fmla="*/ 395 w 649"/>
                <a:gd name="T7" fmla="*/ 66 h 341"/>
                <a:gd name="T8" fmla="*/ 389 w 649"/>
                <a:gd name="T9" fmla="*/ 58 h 341"/>
                <a:gd name="T10" fmla="*/ 102 w 649"/>
                <a:gd name="T11" fmla="*/ 40 h 341"/>
                <a:gd name="T12" fmla="*/ 59 w 649"/>
                <a:gd name="T13" fmla="*/ 0 h 341"/>
                <a:gd name="T14" fmla="*/ 15 w 649"/>
                <a:gd name="T15" fmla="*/ 49 h 341"/>
                <a:gd name="T16" fmla="*/ 15 w 649"/>
                <a:gd name="T17" fmla="*/ 82 h 341"/>
                <a:gd name="T18" fmla="*/ 0 w 649"/>
                <a:gd name="T19" fmla="*/ 89 h 341"/>
                <a:gd name="T20" fmla="*/ 3 w 649"/>
                <a:gd name="T21" fmla="*/ 216 h 341"/>
                <a:gd name="T22" fmla="*/ 174 w 649"/>
                <a:gd name="T23" fmla="*/ 341 h 341"/>
                <a:gd name="T24" fmla="*/ 320 w 649"/>
                <a:gd name="T25" fmla="*/ 281 h 341"/>
                <a:gd name="T26" fmla="*/ 233 w 649"/>
                <a:gd name="T27" fmla="*/ 141 h 341"/>
                <a:gd name="T28" fmla="*/ 331 w 649"/>
                <a:gd name="T29" fmla="*/ 132 h 341"/>
                <a:gd name="T30" fmla="*/ 383 w 649"/>
                <a:gd name="T31" fmla="*/ 173 h 341"/>
                <a:gd name="T32" fmla="*/ 438 w 649"/>
                <a:gd name="T33" fmla="*/ 127 h 341"/>
                <a:gd name="T34" fmla="*/ 417 w 649"/>
                <a:gd name="T35" fmla="*/ 98 h 341"/>
                <a:gd name="T36" fmla="*/ 563 w 649"/>
                <a:gd name="T37" fmla="*/ 91 h 341"/>
                <a:gd name="T38" fmla="*/ 412 w 649"/>
                <a:gd name="T39" fmla="*/ 9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9" h="341">
                  <a:moveTo>
                    <a:pt x="412" y="91"/>
                  </a:moveTo>
                  <a:cubicBezTo>
                    <a:pt x="405" y="81"/>
                    <a:pt x="405" y="81"/>
                    <a:pt x="405" y="81"/>
                  </a:cubicBezTo>
                  <a:cubicBezTo>
                    <a:pt x="649" y="66"/>
                    <a:pt x="649" y="66"/>
                    <a:pt x="649" y="66"/>
                  </a:cubicBezTo>
                  <a:cubicBezTo>
                    <a:pt x="395" y="66"/>
                    <a:pt x="395" y="66"/>
                    <a:pt x="395" y="66"/>
                  </a:cubicBezTo>
                  <a:cubicBezTo>
                    <a:pt x="389" y="58"/>
                    <a:pt x="389" y="58"/>
                    <a:pt x="389" y="58"/>
                  </a:cubicBezTo>
                  <a:cubicBezTo>
                    <a:pt x="389" y="58"/>
                    <a:pt x="339" y="38"/>
                    <a:pt x="102" y="4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3" y="216"/>
                    <a:pt x="3" y="216"/>
                    <a:pt x="3" y="216"/>
                  </a:cubicBezTo>
                  <a:cubicBezTo>
                    <a:pt x="174" y="341"/>
                    <a:pt x="174" y="341"/>
                    <a:pt x="174" y="341"/>
                  </a:cubicBezTo>
                  <a:cubicBezTo>
                    <a:pt x="320" y="281"/>
                    <a:pt x="320" y="281"/>
                    <a:pt x="320" y="281"/>
                  </a:cubicBezTo>
                  <a:cubicBezTo>
                    <a:pt x="233" y="141"/>
                    <a:pt x="233" y="141"/>
                    <a:pt x="233" y="141"/>
                  </a:cubicBezTo>
                  <a:cubicBezTo>
                    <a:pt x="331" y="132"/>
                    <a:pt x="331" y="132"/>
                    <a:pt x="331" y="132"/>
                  </a:cubicBezTo>
                  <a:cubicBezTo>
                    <a:pt x="383" y="173"/>
                    <a:pt x="383" y="173"/>
                    <a:pt x="383" y="173"/>
                  </a:cubicBezTo>
                  <a:cubicBezTo>
                    <a:pt x="438" y="127"/>
                    <a:pt x="438" y="127"/>
                    <a:pt x="438" y="12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563" y="91"/>
                    <a:pt x="563" y="91"/>
                    <a:pt x="563" y="91"/>
                  </a:cubicBezTo>
                  <a:lnTo>
                    <a:pt x="412" y="91"/>
                  </a:lnTo>
                  <a:close/>
                </a:path>
              </a:pathLst>
            </a:custGeom>
            <a:solidFill>
              <a:srgbClr val="444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" name="ïṧļï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14652B-B2EA-4B29-A6E2-0AD9A252589D}"/>
                </a:ext>
              </a:extLst>
            </p:cNvPr>
            <p:cNvSpPr/>
            <p:nvPr/>
          </p:nvSpPr>
          <p:spPr bwMode="auto">
            <a:xfrm>
              <a:off x="4298950" y="3381376"/>
              <a:ext cx="522288" cy="271463"/>
            </a:xfrm>
            <a:custGeom>
              <a:avLst/>
              <a:gdLst>
                <a:gd name="T0" fmla="*/ 0 w 329"/>
                <a:gd name="T1" fmla="*/ 143 h 171"/>
                <a:gd name="T2" fmla="*/ 130 w 329"/>
                <a:gd name="T3" fmla="*/ 110 h 171"/>
                <a:gd name="T4" fmla="*/ 295 w 329"/>
                <a:gd name="T5" fmla="*/ 0 h 171"/>
                <a:gd name="T6" fmla="*/ 329 w 329"/>
                <a:gd name="T7" fmla="*/ 55 h 171"/>
                <a:gd name="T8" fmla="*/ 38 w 329"/>
                <a:gd name="T9" fmla="*/ 171 h 171"/>
                <a:gd name="T10" fmla="*/ 0 w 329"/>
                <a:gd name="T11" fmla="*/ 143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9" h="171">
                  <a:moveTo>
                    <a:pt x="0" y="143"/>
                  </a:moveTo>
                  <a:lnTo>
                    <a:pt x="130" y="110"/>
                  </a:lnTo>
                  <a:lnTo>
                    <a:pt x="295" y="0"/>
                  </a:lnTo>
                  <a:lnTo>
                    <a:pt x="329" y="55"/>
                  </a:lnTo>
                  <a:lnTo>
                    <a:pt x="38" y="171"/>
                  </a:lnTo>
                  <a:lnTo>
                    <a:pt x="0" y="143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" name="íṡḷ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C0E13D2-3EAC-4DD7-870A-B50EE9E9EB7C}"/>
                </a:ext>
              </a:extLst>
            </p:cNvPr>
            <p:cNvSpPr/>
            <p:nvPr/>
          </p:nvSpPr>
          <p:spPr bwMode="auto">
            <a:xfrm>
              <a:off x="3868738" y="2584451"/>
              <a:ext cx="1301750" cy="706438"/>
            </a:xfrm>
            <a:custGeom>
              <a:avLst/>
              <a:gdLst>
                <a:gd name="T0" fmla="*/ 692 w 820"/>
                <a:gd name="T1" fmla="*/ 138 h 445"/>
                <a:gd name="T2" fmla="*/ 251 w 820"/>
                <a:gd name="T3" fmla="*/ 118 h 445"/>
                <a:gd name="T4" fmla="*/ 163 w 820"/>
                <a:gd name="T5" fmla="*/ 90 h 445"/>
                <a:gd name="T6" fmla="*/ 171 w 820"/>
                <a:gd name="T7" fmla="*/ 83 h 445"/>
                <a:gd name="T8" fmla="*/ 86 w 820"/>
                <a:gd name="T9" fmla="*/ 0 h 445"/>
                <a:gd name="T10" fmla="*/ 0 w 820"/>
                <a:gd name="T11" fmla="*/ 100 h 445"/>
                <a:gd name="T12" fmla="*/ 0 w 820"/>
                <a:gd name="T13" fmla="*/ 165 h 445"/>
                <a:gd name="T14" fmla="*/ 21 w 820"/>
                <a:gd name="T15" fmla="*/ 193 h 445"/>
                <a:gd name="T16" fmla="*/ 15 w 820"/>
                <a:gd name="T17" fmla="*/ 329 h 445"/>
                <a:gd name="T18" fmla="*/ 55 w 820"/>
                <a:gd name="T19" fmla="*/ 305 h 445"/>
                <a:gd name="T20" fmla="*/ 49 w 820"/>
                <a:gd name="T21" fmla="*/ 411 h 445"/>
                <a:gd name="T22" fmla="*/ 86 w 820"/>
                <a:gd name="T23" fmla="*/ 378 h 445"/>
                <a:gd name="T24" fmla="*/ 78 w 820"/>
                <a:gd name="T25" fmla="*/ 445 h 445"/>
                <a:gd name="T26" fmla="*/ 151 w 820"/>
                <a:gd name="T27" fmla="*/ 313 h 445"/>
                <a:gd name="T28" fmla="*/ 86 w 820"/>
                <a:gd name="T29" fmla="*/ 346 h 445"/>
                <a:gd name="T30" fmla="*/ 124 w 820"/>
                <a:gd name="T31" fmla="*/ 212 h 445"/>
                <a:gd name="T32" fmla="*/ 59 w 820"/>
                <a:gd name="T33" fmla="*/ 264 h 445"/>
                <a:gd name="T34" fmla="*/ 70 w 820"/>
                <a:gd name="T35" fmla="*/ 179 h 445"/>
                <a:gd name="T36" fmla="*/ 141 w 820"/>
                <a:gd name="T37" fmla="*/ 112 h 445"/>
                <a:gd name="T38" fmla="*/ 259 w 820"/>
                <a:gd name="T39" fmla="*/ 150 h 445"/>
                <a:gd name="T40" fmla="*/ 683 w 820"/>
                <a:gd name="T41" fmla="*/ 173 h 445"/>
                <a:gd name="T42" fmla="*/ 811 w 820"/>
                <a:gd name="T43" fmla="*/ 297 h 445"/>
                <a:gd name="T44" fmla="*/ 820 w 820"/>
                <a:gd name="T45" fmla="*/ 289 h 445"/>
                <a:gd name="T46" fmla="*/ 692 w 820"/>
                <a:gd name="T47" fmla="*/ 138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20" h="445">
                  <a:moveTo>
                    <a:pt x="692" y="138"/>
                  </a:moveTo>
                  <a:lnTo>
                    <a:pt x="251" y="118"/>
                  </a:lnTo>
                  <a:lnTo>
                    <a:pt x="163" y="90"/>
                  </a:lnTo>
                  <a:lnTo>
                    <a:pt x="171" y="83"/>
                  </a:lnTo>
                  <a:lnTo>
                    <a:pt x="86" y="0"/>
                  </a:lnTo>
                  <a:lnTo>
                    <a:pt x="0" y="100"/>
                  </a:lnTo>
                  <a:lnTo>
                    <a:pt x="0" y="165"/>
                  </a:lnTo>
                  <a:lnTo>
                    <a:pt x="21" y="193"/>
                  </a:lnTo>
                  <a:lnTo>
                    <a:pt x="15" y="329"/>
                  </a:lnTo>
                  <a:lnTo>
                    <a:pt x="55" y="305"/>
                  </a:lnTo>
                  <a:lnTo>
                    <a:pt x="49" y="411"/>
                  </a:lnTo>
                  <a:lnTo>
                    <a:pt x="86" y="378"/>
                  </a:lnTo>
                  <a:lnTo>
                    <a:pt x="78" y="445"/>
                  </a:lnTo>
                  <a:lnTo>
                    <a:pt x="151" y="313"/>
                  </a:lnTo>
                  <a:lnTo>
                    <a:pt x="86" y="346"/>
                  </a:lnTo>
                  <a:lnTo>
                    <a:pt x="124" y="212"/>
                  </a:lnTo>
                  <a:lnTo>
                    <a:pt x="59" y="264"/>
                  </a:lnTo>
                  <a:lnTo>
                    <a:pt x="70" y="179"/>
                  </a:lnTo>
                  <a:lnTo>
                    <a:pt x="141" y="112"/>
                  </a:lnTo>
                  <a:lnTo>
                    <a:pt x="259" y="150"/>
                  </a:lnTo>
                  <a:lnTo>
                    <a:pt x="683" y="173"/>
                  </a:lnTo>
                  <a:lnTo>
                    <a:pt x="811" y="297"/>
                  </a:lnTo>
                  <a:lnTo>
                    <a:pt x="820" y="289"/>
                  </a:lnTo>
                  <a:lnTo>
                    <a:pt x="692" y="138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" name="iśḻi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DB0A7E9-FE72-4DA3-9847-6B08063CA704}"/>
                </a:ext>
              </a:extLst>
            </p:cNvPr>
            <p:cNvSpPr/>
            <p:nvPr/>
          </p:nvSpPr>
          <p:spPr bwMode="auto">
            <a:xfrm>
              <a:off x="5018088" y="2987676"/>
              <a:ext cx="842963" cy="517525"/>
            </a:xfrm>
            <a:custGeom>
              <a:avLst/>
              <a:gdLst>
                <a:gd name="T0" fmla="*/ 270 w 270"/>
                <a:gd name="T1" fmla="*/ 87 h 166"/>
                <a:gd name="T2" fmla="*/ 126 w 270"/>
                <a:gd name="T3" fmla="*/ 87 h 166"/>
                <a:gd name="T4" fmla="*/ 120 w 270"/>
                <a:gd name="T5" fmla="*/ 83 h 166"/>
                <a:gd name="T6" fmla="*/ 201 w 270"/>
                <a:gd name="T7" fmla="*/ 78 h 166"/>
                <a:gd name="T8" fmla="*/ 112 w 270"/>
                <a:gd name="T9" fmla="*/ 78 h 166"/>
                <a:gd name="T10" fmla="*/ 108 w 270"/>
                <a:gd name="T11" fmla="*/ 76 h 166"/>
                <a:gd name="T12" fmla="*/ 55 w 270"/>
                <a:gd name="T13" fmla="*/ 0 h 166"/>
                <a:gd name="T14" fmla="*/ 0 w 270"/>
                <a:gd name="T15" fmla="*/ 46 h 166"/>
                <a:gd name="T16" fmla="*/ 68 w 270"/>
                <a:gd name="T17" fmla="*/ 98 h 166"/>
                <a:gd name="T18" fmla="*/ 66 w 270"/>
                <a:gd name="T19" fmla="*/ 115 h 166"/>
                <a:gd name="T20" fmla="*/ 59 w 270"/>
                <a:gd name="T21" fmla="*/ 134 h 166"/>
                <a:gd name="T22" fmla="*/ 80 w 270"/>
                <a:gd name="T23" fmla="*/ 157 h 166"/>
                <a:gd name="T24" fmla="*/ 94 w 270"/>
                <a:gd name="T25" fmla="*/ 155 h 166"/>
                <a:gd name="T26" fmla="*/ 114 w 270"/>
                <a:gd name="T27" fmla="*/ 166 h 166"/>
                <a:gd name="T28" fmla="*/ 126 w 270"/>
                <a:gd name="T29" fmla="*/ 159 h 166"/>
                <a:gd name="T30" fmla="*/ 126 w 270"/>
                <a:gd name="T31" fmla="*/ 140 h 166"/>
                <a:gd name="T32" fmla="*/ 144 w 270"/>
                <a:gd name="T33" fmla="*/ 125 h 166"/>
                <a:gd name="T34" fmla="*/ 144 w 270"/>
                <a:gd name="T35" fmla="*/ 110 h 166"/>
                <a:gd name="T36" fmla="*/ 135 w 270"/>
                <a:gd name="T37" fmla="*/ 96 h 166"/>
                <a:gd name="T38" fmla="*/ 270 w 270"/>
                <a:gd name="T39" fmla="*/ 8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0" h="166">
                  <a:moveTo>
                    <a:pt x="270" y="87"/>
                  </a:moveTo>
                  <a:cubicBezTo>
                    <a:pt x="126" y="87"/>
                    <a:pt x="126" y="87"/>
                    <a:pt x="126" y="87"/>
                  </a:cubicBezTo>
                  <a:cubicBezTo>
                    <a:pt x="124" y="86"/>
                    <a:pt x="122" y="84"/>
                    <a:pt x="120" y="83"/>
                  </a:cubicBezTo>
                  <a:cubicBezTo>
                    <a:pt x="201" y="78"/>
                    <a:pt x="201" y="78"/>
                    <a:pt x="201" y="78"/>
                  </a:cubicBezTo>
                  <a:cubicBezTo>
                    <a:pt x="112" y="78"/>
                    <a:pt x="112" y="78"/>
                    <a:pt x="112" y="78"/>
                  </a:cubicBezTo>
                  <a:cubicBezTo>
                    <a:pt x="110" y="76"/>
                    <a:pt x="108" y="76"/>
                    <a:pt x="108" y="76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8" y="98"/>
                    <a:pt x="68" y="98"/>
                    <a:pt x="68" y="98"/>
                  </a:cubicBezTo>
                  <a:cubicBezTo>
                    <a:pt x="66" y="115"/>
                    <a:pt x="66" y="115"/>
                    <a:pt x="66" y="115"/>
                  </a:cubicBezTo>
                  <a:cubicBezTo>
                    <a:pt x="59" y="134"/>
                    <a:pt x="59" y="134"/>
                    <a:pt x="59" y="134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94" y="155"/>
                    <a:pt x="94" y="155"/>
                    <a:pt x="94" y="155"/>
                  </a:cubicBezTo>
                  <a:cubicBezTo>
                    <a:pt x="114" y="166"/>
                    <a:pt x="114" y="166"/>
                    <a:pt x="114" y="166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44" y="125"/>
                    <a:pt x="144" y="125"/>
                    <a:pt x="144" y="125"/>
                  </a:cubicBezTo>
                  <a:cubicBezTo>
                    <a:pt x="144" y="110"/>
                    <a:pt x="144" y="110"/>
                    <a:pt x="144" y="110"/>
                  </a:cubicBezTo>
                  <a:cubicBezTo>
                    <a:pt x="142" y="105"/>
                    <a:pt x="139" y="100"/>
                    <a:pt x="135" y="96"/>
                  </a:cubicBezTo>
                  <a:lnTo>
                    <a:pt x="270" y="87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" name="iśli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9F3C00F-3648-4B2D-B270-8C70B847DB68}"/>
                </a:ext>
              </a:extLst>
            </p:cNvPr>
            <p:cNvSpPr/>
            <p:nvPr/>
          </p:nvSpPr>
          <p:spPr bwMode="auto">
            <a:xfrm>
              <a:off x="4214813" y="3006726"/>
              <a:ext cx="219075" cy="239713"/>
            </a:xfrm>
            <a:custGeom>
              <a:avLst/>
              <a:gdLst>
                <a:gd name="T0" fmla="*/ 58 w 70"/>
                <a:gd name="T1" fmla="*/ 26 h 77"/>
                <a:gd name="T2" fmla="*/ 0 w 70"/>
                <a:gd name="T3" fmla="*/ 26 h 77"/>
                <a:gd name="T4" fmla="*/ 38 w 70"/>
                <a:gd name="T5" fmla="*/ 77 h 77"/>
                <a:gd name="T6" fmla="*/ 58 w 70"/>
                <a:gd name="T7" fmla="*/ 26 h 77"/>
                <a:gd name="T8" fmla="*/ 34 w 70"/>
                <a:gd name="T9" fmla="*/ 56 h 77"/>
                <a:gd name="T10" fmla="*/ 16 w 70"/>
                <a:gd name="T11" fmla="*/ 31 h 77"/>
                <a:gd name="T12" fmla="*/ 44 w 70"/>
                <a:gd name="T13" fmla="*/ 31 h 77"/>
                <a:gd name="T14" fmla="*/ 34 w 70"/>
                <a:gd name="T15" fmla="*/ 5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77">
                  <a:moveTo>
                    <a:pt x="58" y="26"/>
                  </a:moveTo>
                  <a:cubicBezTo>
                    <a:pt x="45" y="0"/>
                    <a:pt x="0" y="26"/>
                    <a:pt x="0" y="26"/>
                  </a:cubicBezTo>
                  <a:cubicBezTo>
                    <a:pt x="38" y="77"/>
                    <a:pt x="38" y="77"/>
                    <a:pt x="38" y="77"/>
                  </a:cubicBezTo>
                  <a:cubicBezTo>
                    <a:pt x="38" y="77"/>
                    <a:pt x="70" y="51"/>
                    <a:pt x="58" y="26"/>
                  </a:cubicBezTo>
                  <a:close/>
                  <a:moveTo>
                    <a:pt x="34" y="56"/>
                  </a:move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37" y="19"/>
                    <a:pt x="44" y="31"/>
                  </a:cubicBezTo>
                  <a:cubicBezTo>
                    <a:pt x="50" y="44"/>
                    <a:pt x="34" y="56"/>
                    <a:pt x="34" y="56"/>
                  </a:cubicBez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" name="isḻï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6B7D00E-BDDF-448C-8974-A6D63729BE75}"/>
                </a:ext>
              </a:extLst>
            </p:cNvPr>
            <p:cNvSpPr/>
            <p:nvPr/>
          </p:nvSpPr>
          <p:spPr bwMode="auto">
            <a:xfrm>
              <a:off x="3611563" y="2378076"/>
              <a:ext cx="390525" cy="619125"/>
            </a:xfrm>
            <a:custGeom>
              <a:avLst/>
              <a:gdLst>
                <a:gd name="T0" fmla="*/ 13 w 125"/>
                <a:gd name="T1" fmla="*/ 27 h 198"/>
                <a:gd name="T2" fmla="*/ 3 w 125"/>
                <a:gd name="T3" fmla="*/ 102 h 198"/>
                <a:gd name="T4" fmla="*/ 22 w 125"/>
                <a:gd name="T5" fmla="*/ 106 h 198"/>
                <a:gd name="T6" fmla="*/ 79 w 125"/>
                <a:gd name="T7" fmla="*/ 147 h 198"/>
                <a:gd name="T8" fmla="*/ 108 w 125"/>
                <a:gd name="T9" fmla="*/ 86 h 198"/>
                <a:gd name="T10" fmla="*/ 124 w 125"/>
                <a:gd name="T11" fmla="*/ 68 h 198"/>
                <a:gd name="T12" fmla="*/ 100 w 125"/>
                <a:gd name="T13" fmla="*/ 54 h 198"/>
                <a:gd name="T14" fmla="*/ 80 w 125"/>
                <a:gd name="T15" fmla="*/ 36 h 198"/>
                <a:gd name="T16" fmla="*/ 52 w 125"/>
                <a:gd name="T17" fmla="*/ 8 h 198"/>
                <a:gd name="T18" fmla="*/ 13 w 125"/>
                <a:gd name="T19" fmla="*/ 27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5" h="198">
                  <a:moveTo>
                    <a:pt x="13" y="27"/>
                  </a:moveTo>
                  <a:cubicBezTo>
                    <a:pt x="13" y="27"/>
                    <a:pt x="9" y="85"/>
                    <a:pt x="3" y="102"/>
                  </a:cubicBezTo>
                  <a:cubicBezTo>
                    <a:pt x="0" y="113"/>
                    <a:pt x="22" y="106"/>
                    <a:pt x="22" y="106"/>
                  </a:cubicBezTo>
                  <a:cubicBezTo>
                    <a:pt x="22" y="106"/>
                    <a:pt x="47" y="198"/>
                    <a:pt x="79" y="147"/>
                  </a:cubicBezTo>
                  <a:cubicBezTo>
                    <a:pt x="108" y="101"/>
                    <a:pt x="108" y="86"/>
                    <a:pt x="108" y="86"/>
                  </a:cubicBezTo>
                  <a:cubicBezTo>
                    <a:pt x="108" y="86"/>
                    <a:pt x="125" y="80"/>
                    <a:pt x="124" y="68"/>
                  </a:cubicBezTo>
                  <a:cubicBezTo>
                    <a:pt x="123" y="55"/>
                    <a:pt x="113" y="40"/>
                    <a:pt x="100" y="54"/>
                  </a:cubicBezTo>
                  <a:cubicBezTo>
                    <a:pt x="100" y="54"/>
                    <a:pt x="85" y="47"/>
                    <a:pt x="80" y="36"/>
                  </a:cubicBezTo>
                  <a:cubicBezTo>
                    <a:pt x="74" y="24"/>
                    <a:pt x="70" y="0"/>
                    <a:pt x="52" y="8"/>
                  </a:cubicBezTo>
                  <a:cubicBezTo>
                    <a:pt x="35" y="15"/>
                    <a:pt x="13" y="27"/>
                    <a:pt x="13" y="27"/>
                  </a:cubicBezTo>
                  <a:close/>
                </a:path>
              </a:pathLst>
            </a:custGeom>
            <a:solidFill>
              <a:srgbClr val="FFDF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" name="îŝľi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5603965-8350-4957-94FA-A1ACDA0ECCEC}"/>
                </a:ext>
              </a:extLst>
            </p:cNvPr>
            <p:cNvSpPr/>
            <p:nvPr/>
          </p:nvSpPr>
          <p:spPr bwMode="auto">
            <a:xfrm>
              <a:off x="3786188" y="2600326"/>
              <a:ext cx="82550" cy="77788"/>
            </a:xfrm>
            <a:custGeom>
              <a:avLst/>
              <a:gdLst>
                <a:gd name="T0" fmla="*/ 25 w 26"/>
                <a:gd name="T1" fmla="*/ 12 h 25"/>
                <a:gd name="T2" fmla="*/ 14 w 26"/>
                <a:gd name="T3" fmla="*/ 25 h 25"/>
                <a:gd name="T4" fmla="*/ 1 w 26"/>
                <a:gd name="T5" fmla="*/ 13 h 25"/>
                <a:gd name="T6" fmla="*/ 13 w 26"/>
                <a:gd name="T7" fmla="*/ 0 h 25"/>
                <a:gd name="T8" fmla="*/ 25 w 26"/>
                <a:gd name="T9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5">
                  <a:moveTo>
                    <a:pt x="25" y="12"/>
                  </a:moveTo>
                  <a:cubicBezTo>
                    <a:pt x="26" y="19"/>
                    <a:pt x="20" y="25"/>
                    <a:pt x="14" y="25"/>
                  </a:cubicBezTo>
                  <a:cubicBezTo>
                    <a:pt x="7" y="25"/>
                    <a:pt x="1" y="20"/>
                    <a:pt x="1" y="13"/>
                  </a:cubicBezTo>
                  <a:cubicBezTo>
                    <a:pt x="0" y="6"/>
                    <a:pt x="6" y="1"/>
                    <a:pt x="13" y="0"/>
                  </a:cubicBezTo>
                  <a:cubicBezTo>
                    <a:pt x="19" y="0"/>
                    <a:pt x="25" y="5"/>
                    <a:pt x="25" y="12"/>
                  </a:cubicBezTo>
                  <a:close/>
                </a:path>
              </a:pathLst>
            </a:custGeom>
            <a:solidFill>
              <a:srgbClr val="FFC1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" name="íṥḷî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245166A-01A2-421C-801A-47224D82CABA}"/>
                </a:ext>
              </a:extLst>
            </p:cNvPr>
            <p:cNvSpPr/>
            <p:nvPr/>
          </p:nvSpPr>
          <p:spPr bwMode="auto">
            <a:xfrm>
              <a:off x="3570288" y="2278063"/>
              <a:ext cx="1225550" cy="638175"/>
            </a:xfrm>
            <a:custGeom>
              <a:avLst/>
              <a:gdLst>
                <a:gd name="T0" fmla="*/ 366 w 392"/>
                <a:gd name="T1" fmla="*/ 70 h 204"/>
                <a:gd name="T2" fmla="*/ 161 w 392"/>
                <a:gd name="T3" fmla="*/ 79 h 204"/>
                <a:gd name="T4" fmla="*/ 161 w 392"/>
                <a:gd name="T5" fmla="*/ 66 h 204"/>
                <a:gd name="T6" fmla="*/ 161 w 392"/>
                <a:gd name="T7" fmla="*/ 62 h 204"/>
                <a:gd name="T8" fmla="*/ 301 w 392"/>
                <a:gd name="T9" fmla="*/ 44 h 204"/>
                <a:gd name="T10" fmla="*/ 159 w 392"/>
                <a:gd name="T11" fmla="*/ 49 h 204"/>
                <a:gd name="T12" fmla="*/ 155 w 392"/>
                <a:gd name="T13" fmla="*/ 36 h 204"/>
                <a:gd name="T14" fmla="*/ 392 w 392"/>
                <a:gd name="T15" fmla="*/ 13 h 204"/>
                <a:gd name="T16" fmla="*/ 147 w 392"/>
                <a:gd name="T17" fmla="*/ 22 h 204"/>
                <a:gd name="T18" fmla="*/ 142 w 392"/>
                <a:gd name="T19" fmla="*/ 17 h 204"/>
                <a:gd name="T20" fmla="*/ 283 w 392"/>
                <a:gd name="T21" fmla="*/ 5 h 204"/>
                <a:gd name="T22" fmla="*/ 133 w 392"/>
                <a:gd name="T23" fmla="*/ 11 h 204"/>
                <a:gd name="T24" fmla="*/ 125 w 392"/>
                <a:gd name="T25" fmla="*/ 7 h 204"/>
                <a:gd name="T26" fmla="*/ 112 w 392"/>
                <a:gd name="T27" fmla="*/ 3 h 204"/>
                <a:gd name="T28" fmla="*/ 78 w 392"/>
                <a:gd name="T29" fmla="*/ 1 h 204"/>
                <a:gd name="T30" fmla="*/ 15 w 392"/>
                <a:gd name="T31" fmla="*/ 79 h 204"/>
                <a:gd name="T32" fmla="*/ 23 w 392"/>
                <a:gd name="T33" fmla="*/ 95 h 204"/>
                <a:gd name="T34" fmla="*/ 23 w 392"/>
                <a:gd name="T35" fmla="*/ 95 h 204"/>
                <a:gd name="T36" fmla="*/ 48 w 392"/>
                <a:gd name="T37" fmla="*/ 117 h 204"/>
                <a:gd name="T38" fmla="*/ 90 w 392"/>
                <a:gd name="T39" fmla="*/ 91 h 204"/>
                <a:gd name="T40" fmla="*/ 119 w 392"/>
                <a:gd name="T41" fmla="*/ 121 h 204"/>
                <a:gd name="T42" fmla="*/ 70 w 392"/>
                <a:gd name="T43" fmla="*/ 194 h 204"/>
                <a:gd name="T44" fmla="*/ 130 w 392"/>
                <a:gd name="T45" fmla="*/ 137 h 204"/>
                <a:gd name="T46" fmla="*/ 144 w 392"/>
                <a:gd name="T47" fmla="*/ 127 h 204"/>
                <a:gd name="T48" fmla="*/ 159 w 392"/>
                <a:gd name="T49" fmla="*/ 99 h 204"/>
                <a:gd name="T50" fmla="*/ 303 w 392"/>
                <a:gd name="T51" fmla="*/ 87 h 204"/>
                <a:gd name="T52" fmla="*/ 160 w 392"/>
                <a:gd name="T53" fmla="*/ 93 h 204"/>
                <a:gd name="T54" fmla="*/ 161 w 392"/>
                <a:gd name="T55" fmla="*/ 88 h 204"/>
                <a:gd name="T56" fmla="*/ 366 w 392"/>
                <a:gd name="T57" fmla="*/ 70 h 204"/>
                <a:gd name="T58" fmla="*/ 51 w 392"/>
                <a:gd name="T59" fmla="*/ 102 h 204"/>
                <a:gd name="T60" fmla="*/ 40 w 392"/>
                <a:gd name="T61" fmla="*/ 89 h 204"/>
                <a:gd name="T62" fmla="*/ 75 w 392"/>
                <a:gd name="T63" fmla="*/ 76 h 204"/>
                <a:gd name="T64" fmla="*/ 83 w 392"/>
                <a:gd name="T65" fmla="*/ 84 h 204"/>
                <a:gd name="T66" fmla="*/ 51 w 392"/>
                <a:gd name="T67" fmla="*/ 10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92" h="204">
                  <a:moveTo>
                    <a:pt x="366" y="70"/>
                  </a:moveTo>
                  <a:cubicBezTo>
                    <a:pt x="161" y="79"/>
                    <a:pt x="161" y="79"/>
                    <a:pt x="161" y="79"/>
                  </a:cubicBezTo>
                  <a:cubicBezTo>
                    <a:pt x="161" y="75"/>
                    <a:pt x="161" y="70"/>
                    <a:pt x="161" y="66"/>
                  </a:cubicBezTo>
                  <a:cubicBezTo>
                    <a:pt x="161" y="65"/>
                    <a:pt x="161" y="63"/>
                    <a:pt x="161" y="62"/>
                  </a:cubicBezTo>
                  <a:cubicBezTo>
                    <a:pt x="301" y="44"/>
                    <a:pt x="301" y="44"/>
                    <a:pt x="301" y="44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8" y="45"/>
                    <a:pt x="157" y="41"/>
                    <a:pt x="155" y="36"/>
                  </a:cubicBezTo>
                  <a:cubicBezTo>
                    <a:pt x="392" y="13"/>
                    <a:pt x="392" y="13"/>
                    <a:pt x="392" y="13"/>
                  </a:cubicBezTo>
                  <a:cubicBezTo>
                    <a:pt x="147" y="22"/>
                    <a:pt x="147" y="22"/>
                    <a:pt x="147" y="22"/>
                  </a:cubicBezTo>
                  <a:cubicBezTo>
                    <a:pt x="146" y="20"/>
                    <a:pt x="144" y="19"/>
                    <a:pt x="142" y="17"/>
                  </a:cubicBezTo>
                  <a:cubicBezTo>
                    <a:pt x="283" y="5"/>
                    <a:pt x="283" y="5"/>
                    <a:pt x="283" y="5"/>
                  </a:cubicBezTo>
                  <a:cubicBezTo>
                    <a:pt x="133" y="11"/>
                    <a:pt x="133" y="11"/>
                    <a:pt x="133" y="11"/>
                  </a:cubicBezTo>
                  <a:cubicBezTo>
                    <a:pt x="130" y="9"/>
                    <a:pt x="128" y="8"/>
                    <a:pt x="125" y="7"/>
                  </a:cubicBezTo>
                  <a:cubicBezTo>
                    <a:pt x="121" y="5"/>
                    <a:pt x="116" y="4"/>
                    <a:pt x="112" y="3"/>
                  </a:cubicBezTo>
                  <a:cubicBezTo>
                    <a:pt x="101" y="0"/>
                    <a:pt x="89" y="0"/>
                    <a:pt x="78" y="1"/>
                  </a:cubicBezTo>
                  <a:cubicBezTo>
                    <a:pt x="40" y="5"/>
                    <a:pt x="0" y="38"/>
                    <a:pt x="15" y="79"/>
                  </a:cubicBezTo>
                  <a:cubicBezTo>
                    <a:pt x="15" y="81"/>
                    <a:pt x="21" y="95"/>
                    <a:pt x="23" y="95"/>
                  </a:cubicBezTo>
                  <a:cubicBezTo>
                    <a:pt x="23" y="95"/>
                    <a:pt x="23" y="95"/>
                    <a:pt x="23" y="95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3" y="135"/>
                    <a:pt x="87" y="189"/>
                    <a:pt x="70" y="194"/>
                  </a:cubicBezTo>
                  <a:cubicBezTo>
                    <a:pt x="70" y="194"/>
                    <a:pt x="84" y="204"/>
                    <a:pt x="130" y="137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54" y="121"/>
                    <a:pt x="158" y="110"/>
                    <a:pt x="159" y="99"/>
                  </a:cubicBezTo>
                  <a:cubicBezTo>
                    <a:pt x="303" y="87"/>
                    <a:pt x="303" y="87"/>
                    <a:pt x="303" y="87"/>
                  </a:cubicBezTo>
                  <a:cubicBezTo>
                    <a:pt x="160" y="93"/>
                    <a:pt x="160" y="93"/>
                    <a:pt x="160" y="93"/>
                  </a:cubicBezTo>
                  <a:cubicBezTo>
                    <a:pt x="160" y="91"/>
                    <a:pt x="161" y="90"/>
                    <a:pt x="161" y="88"/>
                  </a:cubicBezTo>
                  <a:lnTo>
                    <a:pt x="366" y="70"/>
                  </a:lnTo>
                  <a:close/>
                  <a:moveTo>
                    <a:pt x="51" y="102"/>
                  </a:moveTo>
                  <a:cubicBezTo>
                    <a:pt x="40" y="89"/>
                    <a:pt x="40" y="89"/>
                    <a:pt x="40" y="89"/>
                  </a:cubicBezTo>
                  <a:cubicBezTo>
                    <a:pt x="55" y="83"/>
                    <a:pt x="75" y="76"/>
                    <a:pt x="75" y="76"/>
                  </a:cubicBezTo>
                  <a:cubicBezTo>
                    <a:pt x="83" y="84"/>
                    <a:pt x="83" y="84"/>
                    <a:pt x="83" y="84"/>
                  </a:cubicBezTo>
                  <a:lnTo>
                    <a:pt x="51" y="102"/>
                  </a:lnTo>
                  <a:close/>
                </a:path>
              </a:pathLst>
            </a:custGeom>
            <a:solidFill>
              <a:srgbClr val="444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" name="îślî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8952519-6EAD-4F68-A8E6-0678AB328163}"/>
                </a:ext>
              </a:extLst>
            </p:cNvPr>
            <p:cNvSpPr/>
            <p:nvPr/>
          </p:nvSpPr>
          <p:spPr bwMode="auto">
            <a:xfrm>
              <a:off x="3643313" y="2287588"/>
              <a:ext cx="319088" cy="287338"/>
            </a:xfrm>
            <a:custGeom>
              <a:avLst/>
              <a:gdLst>
                <a:gd name="T0" fmla="*/ 102 w 102"/>
                <a:gd name="T1" fmla="*/ 4 h 92"/>
                <a:gd name="T2" fmla="*/ 33 w 102"/>
                <a:gd name="T3" fmla="*/ 61 h 92"/>
                <a:gd name="T4" fmla="*/ 25 w 102"/>
                <a:gd name="T5" fmla="*/ 52 h 92"/>
                <a:gd name="T6" fmla="*/ 0 w 102"/>
                <a:gd name="T7" fmla="*/ 92 h 92"/>
                <a:gd name="T8" fmla="*/ 24 w 102"/>
                <a:gd name="T9" fmla="*/ 42 h 92"/>
                <a:gd name="T10" fmla="*/ 33 w 102"/>
                <a:gd name="T11" fmla="*/ 52 h 92"/>
                <a:gd name="T12" fmla="*/ 89 w 102"/>
                <a:gd name="T13" fmla="*/ 0 h 92"/>
                <a:gd name="T14" fmla="*/ 102 w 102"/>
                <a:gd name="T15" fmla="*/ 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2">
                  <a:moveTo>
                    <a:pt x="102" y="4"/>
                  </a:moveTo>
                  <a:cubicBezTo>
                    <a:pt x="33" y="61"/>
                    <a:pt x="33" y="61"/>
                    <a:pt x="33" y="61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3" y="1"/>
                    <a:pt x="98" y="2"/>
                    <a:pt x="102" y="4"/>
                  </a:cubicBez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" name="ïŝli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4BF2321-AF02-4FE8-B297-E6F9A641C542}"/>
                </a:ext>
              </a:extLst>
            </p:cNvPr>
            <p:cNvSpPr/>
            <p:nvPr/>
          </p:nvSpPr>
          <p:spPr bwMode="auto">
            <a:xfrm>
              <a:off x="5821363" y="4648201"/>
              <a:ext cx="993775" cy="606425"/>
            </a:xfrm>
            <a:custGeom>
              <a:avLst/>
              <a:gdLst>
                <a:gd name="T0" fmla="*/ 238 w 626"/>
                <a:gd name="T1" fmla="*/ 150 h 382"/>
                <a:gd name="T2" fmla="*/ 626 w 626"/>
                <a:gd name="T3" fmla="*/ 118 h 382"/>
                <a:gd name="T4" fmla="*/ 208 w 626"/>
                <a:gd name="T5" fmla="*/ 118 h 382"/>
                <a:gd name="T6" fmla="*/ 197 w 626"/>
                <a:gd name="T7" fmla="*/ 106 h 382"/>
                <a:gd name="T8" fmla="*/ 521 w 626"/>
                <a:gd name="T9" fmla="*/ 85 h 382"/>
                <a:gd name="T10" fmla="*/ 177 w 626"/>
                <a:gd name="T11" fmla="*/ 85 h 382"/>
                <a:gd name="T12" fmla="*/ 100 w 626"/>
                <a:gd name="T13" fmla="*/ 0 h 382"/>
                <a:gd name="T14" fmla="*/ 0 w 626"/>
                <a:gd name="T15" fmla="*/ 85 h 382"/>
                <a:gd name="T16" fmla="*/ 218 w 626"/>
                <a:gd name="T17" fmla="*/ 217 h 382"/>
                <a:gd name="T18" fmla="*/ 210 w 626"/>
                <a:gd name="T19" fmla="*/ 301 h 382"/>
                <a:gd name="T20" fmla="*/ 102 w 626"/>
                <a:gd name="T21" fmla="*/ 346 h 382"/>
                <a:gd name="T22" fmla="*/ 86 w 626"/>
                <a:gd name="T23" fmla="*/ 382 h 382"/>
                <a:gd name="T24" fmla="*/ 277 w 626"/>
                <a:gd name="T25" fmla="*/ 382 h 382"/>
                <a:gd name="T26" fmla="*/ 334 w 626"/>
                <a:gd name="T27" fmla="*/ 217 h 382"/>
                <a:gd name="T28" fmla="*/ 264 w 626"/>
                <a:gd name="T29" fmla="*/ 177 h 382"/>
                <a:gd name="T30" fmla="*/ 238 w 626"/>
                <a:gd name="T31" fmla="*/ 15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26" h="382">
                  <a:moveTo>
                    <a:pt x="238" y="150"/>
                  </a:moveTo>
                  <a:lnTo>
                    <a:pt x="626" y="118"/>
                  </a:lnTo>
                  <a:lnTo>
                    <a:pt x="208" y="118"/>
                  </a:lnTo>
                  <a:lnTo>
                    <a:pt x="197" y="106"/>
                  </a:lnTo>
                  <a:lnTo>
                    <a:pt x="521" y="85"/>
                  </a:lnTo>
                  <a:lnTo>
                    <a:pt x="177" y="85"/>
                  </a:lnTo>
                  <a:lnTo>
                    <a:pt x="100" y="0"/>
                  </a:lnTo>
                  <a:lnTo>
                    <a:pt x="0" y="85"/>
                  </a:lnTo>
                  <a:lnTo>
                    <a:pt x="218" y="217"/>
                  </a:lnTo>
                  <a:lnTo>
                    <a:pt x="210" y="301"/>
                  </a:lnTo>
                  <a:lnTo>
                    <a:pt x="102" y="346"/>
                  </a:lnTo>
                  <a:lnTo>
                    <a:pt x="86" y="382"/>
                  </a:lnTo>
                  <a:lnTo>
                    <a:pt x="277" y="382"/>
                  </a:lnTo>
                  <a:lnTo>
                    <a:pt x="334" y="217"/>
                  </a:lnTo>
                  <a:lnTo>
                    <a:pt x="264" y="177"/>
                  </a:lnTo>
                  <a:lnTo>
                    <a:pt x="238" y="150"/>
                  </a:lnTo>
                  <a:close/>
                </a:path>
              </a:pathLst>
            </a:custGeom>
            <a:solidFill>
              <a:srgbClr val="F0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" name="ïṥḻî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1124331-2166-4199-B600-67C32B564FBD}"/>
                </a:ext>
              </a:extLst>
            </p:cNvPr>
            <p:cNvSpPr/>
            <p:nvPr/>
          </p:nvSpPr>
          <p:spPr bwMode="auto">
            <a:xfrm>
              <a:off x="4364038" y="3468688"/>
              <a:ext cx="1876425" cy="1314450"/>
            </a:xfrm>
            <a:custGeom>
              <a:avLst/>
              <a:gdLst>
                <a:gd name="T0" fmla="*/ 1182 w 1182"/>
                <a:gd name="T1" fmla="*/ 667 h 828"/>
                <a:gd name="T2" fmla="*/ 949 w 1182"/>
                <a:gd name="T3" fmla="*/ 667 h 828"/>
                <a:gd name="T4" fmla="*/ 863 w 1182"/>
                <a:gd name="T5" fmla="*/ 572 h 828"/>
                <a:gd name="T6" fmla="*/ 1062 w 1182"/>
                <a:gd name="T7" fmla="*/ 558 h 828"/>
                <a:gd name="T8" fmla="*/ 851 w 1182"/>
                <a:gd name="T9" fmla="*/ 558 h 828"/>
                <a:gd name="T10" fmla="*/ 845 w 1182"/>
                <a:gd name="T11" fmla="*/ 550 h 828"/>
                <a:gd name="T12" fmla="*/ 806 w 1182"/>
                <a:gd name="T13" fmla="*/ 535 h 828"/>
                <a:gd name="T14" fmla="*/ 1172 w 1182"/>
                <a:gd name="T15" fmla="*/ 513 h 828"/>
                <a:gd name="T16" fmla="*/ 754 w 1182"/>
                <a:gd name="T17" fmla="*/ 513 h 828"/>
                <a:gd name="T18" fmla="*/ 650 w 1182"/>
                <a:gd name="T19" fmla="*/ 466 h 828"/>
                <a:gd name="T20" fmla="*/ 597 w 1182"/>
                <a:gd name="T21" fmla="*/ 399 h 828"/>
                <a:gd name="T22" fmla="*/ 1062 w 1182"/>
                <a:gd name="T23" fmla="*/ 369 h 828"/>
                <a:gd name="T24" fmla="*/ 575 w 1182"/>
                <a:gd name="T25" fmla="*/ 369 h 828"/>
                <a:gd name="T26" fmla="*/ 567 w 1182"/>
                <a:gd name="T27" fmla="*/ 360 h 828"/>
                <a:gd name="T28" fmla="*/ 1136 w 1182"/>
                <a:gd name="T29" fmla="*/ 326 h 828"/>
                <a:gd name="T30" fmla="*/ 540 w 1182"/>
                <a:gd name="T31" fmla="*/ 326 h 828"/>
                <a:gd name="T32" fmla="*/ 526 w 1182"/>
                <a:gd name="T33" fmla="*/ 307 h 828"/>
                <a:gd name="T34" fmla="*/ 963 w 1182"/>
                <a:gd name="T35" fmla="*/ 281 h 828"/>
                <a:gd name="T36" fmla="*/ 506 w 1182"/>
                <a:gd name="T37" fmla="*/ 281 h 828"/>
                <a:gd name="T38" fmla="*/ 288 w 1182"/>
                <a:gd name="T39" fmla="*/ 0 h 828"/>
                <a:gd name="T40" fmla="*/ 0 w 1182"/>
                <a:gd name="T41" fmla="*/ 118 h 828"/>
                <a:gd name="T42" fmla="*/ 569 w 1182"/>
                <a:gd name="T43" fmla="*/ 615 h 828"/>
                <a:gd name="T44" fmla="*/ 918 w 1182"/>
                <a:gd name="T45" fmla="*/ 828 h 828"/>
                <a:gd name="T46" fmla="*/ 1018 w 1182"/>
                <a:gd name="T47" fmla="*/ 743 h 828"/>
                <a:gd name="T48" fmla="*/ 961 w 1182"/>
                <a:gd name="T49" fmla="*/ 680 h 828"/>
                <a:gd name="T50" fmla="*/ 1182 w 1182"/>
                <a:gd name="T51" fmla="*/ 667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82" h="828">
                  <a:moveTo>
                    <a:pt x="1182" y="667"/>
                  </a:moveTo>
                  <a:lnTo>
                    <a:pt x="949" y="667"/>
                  </a:lnTo>
                  <a:lnTo>
                    <a:pt x="863" y="572"/>
                  </a:lnTo>
                  <a:lnTo>
                    <a:pt x="1062" y="558"/>
                  </a:lnTo>
                  <a:lnTo>
                    <a:pt x="851" y="558"/>
                  </a:lnTo>
                  <a:lnTo>
                    <a:pt x="845" y="550"/>
                  </a:lnTo>
                  <a:lnTo>
                    <a:pt x="806" y="535"/>
                  </a:lnTo>
                  <a:lnTo>
                    <a:pt x="1172" y="513"/>
                  </a:lnTo>
                  <a:lnTo>
                    <a:pt x="754" y="513"/>
                  </a:lnTo>
                  <a:lnTo>
                    <a:pt x="650" y="466"/>
                  </a:lnTo>
                  <a:lnTo>
                    <a:pt x="597" y="399"/>
                  </a:lnTo>
                  <a:lnTo>
                    <a:pt x="1062" y="369"/>
                  </a:lnTo>
                  <a:lnTo>
                    <a:pt x="575" y="369"/>
                  </a:lnTo>
                  <a:lnTo>
                    <a:pt x="567" y="360"/>
                  </a:lnTo>
                  <a:lnTo>
                    <a:pt x="1136" y="326"/>
                  </a:lnTo>
                  <a:lnTo>
                    <a:pt x="540" y="326"/>
                  </a:lnTo>
                  <a:lnTo>
                    <a:pt x="526" y="307"/>
                  </a:lnTo>
                  <a:lnTo>
                    <a:pt x="963" y="281"/>
                  </a:lnTo>
                  <a:lnTo>
                    <a:pt x="506" y="281"/>
                  </a:lnTo>
                  <a:lnTo>
                    <a:pt x="288" y="0"/>
                  </a:lnTo>
                  <a:lnTo>
                    <a:pt x="0" y="118"/>
                  </a:lnTo>
                  <a:lnTo>
                    <a:pt x="569" y="615"/>
                  </a:lnTo>
                  <a:lnTo>
                    <a:pt x="918" y="828"/>
                  </a:lnTo>
                  <a:lnTo>
                    <a:pt x="1018" y="743"/>
                  </a:lnTo>
                  <a:lnTo>
                    <a:pt x="961" y="680"/>
                  </a:lnTo>
                  <a:lnTo>
                    <a:pt x="1182" y="667"/>
                  </a:lnTo>
                  <a:close/>
                </a:path>
              </a:pathLst>
            </a:custGeom>
            <a:solidFill>
              <a:srgbClr val="3B41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1" name="iṥl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8232B14-ABCD-437C-AE2C-076636BD1291}"/>
                </a:ext>
              </a:extLst>
            </p:cNvPr>
            <p:cNvSpPr/>
            <p:nvPr/>
          </p:nvSpPr>
          <p:spPr bwMode="auto">
            <a:xfrm>
              <a:off x="3821113" y="3468688"/>
              <a:ext cx="1231900" cy="942975"/>
            </a:xfrm>
            <a:custGeom>
              <a:avLst/>
              <a:gdLst>
                <a:gd name="T0" fmla="*/ 358 w 776"/>
                <a:gd name="T1" fmla="*/ 360 h 594"/>
                <a:gd name="T2" fmla="*/ 478 w 776"/>
                <a:gd name="T3" fmla="*/ 491 h 594"/>
                <a:gd name="T4" fmla="*/ 439 w 776"/>
                <a:gd name="T5" fmla="*/ 541 h 594"/>
                <a:gd name="T6" fmla="*/ 421 w 776"/>
                <a:gd name="T7" fmla="*/ 564 h 594"/>
                <a:gd name="T8" fmla="*/ 400 w 776"/>
                <a:gd name="T9" fmla="*/ 594 h 594"/>
                <a:gd name="T10" fmla="*/ 0 w 776"/>
                <a:gd name="T11" fmla="*/ 375 h 594"/>
                <a:gd name="T12" fmla="*/ 24 w 776"/>
                <a:gd name="T13" fmla="*/ 240 h 594"/>
                <a:gd name="T14" fmla="*/ 510 w 776"/>
                <a:gd name="T15" fmla="*/ 47 h 594"/>
                <a:gd name="T16" fmla="*/ 541 w 776"/>
                <a:gd name="T17" fmla="*/ 33 h 594"/>
                <a:gd name="T18" fmla="*/ 630 w 776"/>
                <a:gd name="T19" fmla="*/ 0 h 594"/>
                <a:gd name="T20" fmla="*/ 776 w 776"/>
                <a:gd name="T21" fmla="*/ 189 h 594"/>
                <a:gd name="T22" fmla="*/ 467 w 776"/>
                <a:gd name="T23" fmla="*/ 307 h 594"/>
                <a:gd name="T24" fmla="*/ 378 w 776"/>
                <a:gd name="T25" fmla="*/ 320 h 594"/>
                <a:gd name="T26" fmla="*/ 222 w 776"/>
                <a:gd name="T27" fmla="*/ 344 h 594"/>
                <a:gd name="T28" fmla="*/ 358 w 776"/>
                <a:gd name="T29" fmla="*/ 36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76" h="594">
                  <a:moveTo>
                    <a:pt x="358" y="360"/>
                  </a:moveTo>
                  <a:lnTo>
                    <a:pt x="478" y="491"/>
                  </a:lnTo>
                  <a:lnTo>
                    <a:pt x="439" y="541"/>
                  </a:lnTo>
                  <a:lnTo>
                    <a:pt x="421" y="564"/>
                  </a:lnTo>
                  <a:lnTo>
                    <a:pt x="400" y="594"/>
                  </a:lnTo>
                  <a:lnTo>
                    <a:pt x="0" y="375"/>
                  </a:lnTo>
                  <a:lnTo>
                    <a:pt x="24" y="240"/>
                  </a:lnTo>
                  <a:lnTo>
                    <a:pt x="510" y="47"/>
                  </a:lnTo>
                  <a:lnTo>
                    <a:pt x="541" y="33"/>
                  </a:lnTo>
                  <a:lnTo>
                    <a:pt x="630" y="0"/>
                  </a:lnTo>
                  <a:lnTo>
                    <a:pt x="776" y="189"/>
                  </a:lnTo>
                  <a:lnTo>
                    <a:pt x="467" y="307"/>
                  </a:lnTo>
                  <a:lnTo>
                    <a:pt x="378" y="320"/>
                  </a:lnTo>
                  <a:lnTo>
                    <a:pt x="222" y="344"/>
                  </a:lnTo>
                  <a:lnTo>
                    <a:pt x="358" y="360"/>
                  </a:lnTo>
                  <a:close/>
                </a:path>
              </a:pathLst>
            </a:custGeom>
            <a:solidFill>
              <a:srgbClr val="444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2" name="ïşļï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DD68BFB-325B-4F66-A08E-8B5D8C1C6487}"/>
                </a:ext>
              </a:extLst>
            </p:cNvPr>
            <p:cNvSpPr/>
            <p:nvPr/>
          </p:nvSpPr>
          <p:spPr bwMode="auto">
            <a:xfrm>
              <a:off x="4456113" y="4248151"/>
              <a:ext cx="587375" cy="515938"/>
            </a:xfrm>
            <a:custGeom>
              <a:avLst/>
              <a:gdLst>
                <a:gd name="T0" fmla="*/ 78 w 370"/>
                <a:gd name="T1" fmla="*/ 0 h 325"/>
                <a:gd name="T2" fmla="*/ 0 w 370"/>
                <a:gd name="T3" fmla="*/ 103 h 325"/>
                <a:gd name="T4" fmla="*/ 169 w 370"/>
                <a:gd name="T5" fmla="*/ 195 h 325"/>
                <a:gd name="T6" fmla="*/ 346 w 370"/>
                <a:gd name="T7" fmla="*/ 325 h 325"/>
                <a:gd name="T8" fmla="*/ 370 w 370"/>
                <a:gd name="T9" fmla="*/ 301 h 325"/>
                <a:gd name="T10" fmla="*/ 228 w 370"/>
                <a:gd name="T11" fmla="*/ 115 h 325"/>
                <a:gd name="T12" fmla="*/ 194 w 370"/>
                <a:gd name="T13" fmla="*/ 128 h 325"/>
                <a:gd name="T14" fmla="*/ 78 w 370"/>
                <a:gd name="T15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0" h="325">
                  <a:moveTo>
                    <a:pt x="78" y="0"/>
                  </a:moveTo>
                  <a:lnTo>
                    <a:pt x="0" y="103"/>
                  </a:lnTo>
                  <a:lnTo>
                    <a:pt x="169" y="195"/>
                  </a:lnTo>
                  <a:lnTo>
                    <a:pt x="346" y="325"/>
                  </a:lnTo>
                  <a:lnTo>
                    <a:pt x="370" y="301"/>
                  </a:lnTo>
                  <a:lnTo>
                    <a:pt x="228" y="115"/>
                  </a:lnTo>
                  <a:lnTo>
                    <a:pt x="194" y="128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3" name="iŝ1í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A8230C-6383-4A23-8341-61C153D62A55}"/>
                </a:ext>
              </a:extLst>
            </p:cNvPr>
            <p:cNvSpPr/>
            <p:nvPr/>
          </p:nvSpPr>
          <p:spPr bwMode="auto">
            <a:xfrm>
              <a:off x="3959225" y="3521076"/>
              <a:ext cx="881063" cy="881063"/>
            </a:xfrm>
            <a:custGeom>
              <a:avLst/>
              <a:gdLst>
                <a:gd name="T0" fmla="*/ 352 w 555"/>
                <a:gd name="T1" fmla="*/ 508 h 555"/>
                <a:gd name="T2" fmla="*/ 387 w 555"/>
                <a:gd name="T3" fmla="*/ 529 h 555"/>
                <a:gd name="T4" fmla="*/ 370 w 555"/>
                <a:gd name="T5" fmla="*/ 555 h 555"/>
                <a:gd name="T6" fmla="*/ 334 w 555"/>
                <a:gd name="T7" fmla="*/ 531 h 555"/>
                <a:gd name="T8" fmla="*/ 0 w 555"/>
                <a:gd name="T9" fmla="*/ 323 h 555"/>
                <a:gd name="T10" fmla="*/ 13 w 555"/>
                <a:gd name="T11" fmla="*/ 234 h 555"/>
                <a:gd name="T12" fmla="*/ 494 w 555"/>
                <a:gd name="T13" fmla="*/ 77 h 555"/>
                <a:gd name="T14" fmla="*/ 423 w 555"/>
                <a:gd name="T15" fmla="*/ 14 h 555"/>
                <a:gd name="T16" fmla="*/ 454 w 555"/>
                <a:gd name="T17" fmla="*/ 0 h 555"/>
                <a:gd name="T18" fmla="*/ 555 w 555"/>
                <a:gd name="T19" fmla="*/ 89 h 555"/>
                <a:gd name="T20" fmla="*/ 41 w 555"/>
                <a:gd name="T21" fmla="*/ 258 h 555"/>
                <a:gd name="T22" fmla="*/ 33 w 555"/>
                <a:gd name="T23" fmla="*/ 307 h 555"/>
                <a:gd name="T24" fmla="*/ 352 w 555"/>
                <a:gd name="T25" fmla="*/ 508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55" h="555">
                  <a:moveTo>
                    <a:pt x="352" y="508"/>
                  </a:moveTo>
                  <a:lnTo>
                    <a:pt x="387" y="529"/>
                  </a:lnTo>
                  <a:lnTo>
                    <a:pt x="370" y="555"/>
                  </a:lnTo>
                  <a:lnTo>
                    <a:pt x="334" y="531"/>
                  </a:lnTo>
                  <a:lnTo>
                    <a:pt x="0" y="323"/>
                  </a:lnTo>
                  <a:lnTo>
                    <a:pt x="13" y="234"/>
                  </a:lnTo>
                  <a:lnTo>
                    <a:pt x="494" y="77"/>
                  </a:lnTo>
                  <a:lnTo>
                    <a:pt x="423" y="14"/>
                  </a:lnTo>
                  <a:lnTo>
                    <a:pt x="454" y="0"/>
                  </a:lnTo>
                  <a:lnTo>
                    <a:pt x="555" y="89"/>
                  </a:lnTo>
                  <a:lnTo>
                    <a:pt x="41" y="258"/>
                  </a:lnTo>
                  <a:lnTo>
                    <a:pt x="33" y="307"/>
                  </a:lnTo>
                  <a:lnTo>
                    <a:pt x="352" y="508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4" name="ïṥľï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DD86818-CCC6-48F1-B1A8-13DAC20C0F15}"/>
                </a:ext>
              </a:extLst>
            </p:cNvPr>
            <p:cNvSpPr/>
            <p:nvPr/>
          </p:nvSpPr>
          <p:spPr bwMode="auto">
            <a:xfrm>
              <a:off x="4918075" y="3611563"/>
              <a:ext cx="171450" cy="109538"/>
            </a:xfrm>
            <a:custGeom>
              <a:avLst/>
              <a:gdLst>
                <a:gd name="T0" fmla="*/ 0 w 55"/>
                <a:gd name="T1" fmla="*/ 26 h 35"/>
                <a:gd name="T2" fmla="*/ 55 w 55"/>
                <a:gd name="T3" fmla="*/ 0 h 35"/>
                <a:gd name="T4" fmla="*/ 32 w 55"/>
                <a:gd name="T5" fmla="*/ 35 h 35"/>
                <a:gd name="T6" fmla="*/ 0 w 55"/>
                <a:gd name="T7" fmla="*/ 26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" h="35">
                  <a:moveTo>
                    <a:pt x="0" y="26"/>
                  </a:moveTo>
                  <a:cubicBezTo>
                    <a:pt x="0" y="26"/>
                    <a:pt x="28" y="3"/>
                    <a:pt x="55" y="0"/>
                  </a:cubicBezTo>
                  <a:cubicBezTo>
                    <a:pt x="32" y="35"/>
                    <a:pt x="32" y="35"/>
                    <a:pt x="32" y="35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F0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5" name="îŝḷî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5A23009-D45B-4F32-BDF0-6A09018C293D}"/>
                </a:ext>
              </a:extLst>
            </p:cNvPr>
            <p:cNvSpPr/>
            <p:nvPr/>
          </p:nvSpPr>
          <p:spPr bwMode="auto">
            <a:xfrm>
              <a:off x="5773738" y="3905251"/>
              <a:ext cx="1728788" cy="939800"/>
            </a:xfrm>
            <a:custGeom>
              <a:avLst/>
              <a:gdLst>
                <a:gd name="T0" fmla="*/ 550 w 553"/>
                <a:gd name="T1" fmla="*/ 100 h 301"/>
                <a:gd name="T2" fmla="*/ 528 w 553"/>
                <a:gd name="T3" fmla="*/ 155 h 301"/>
                <a:gd name="T4" fmla="*/ 527 w 553"/>
                <a:gd name="T5" fmla="*/ 156 h 301"/>
                <a:gd name="T6" fmla="*/ 484 w 553"/>
                <a:gd name="T7" fmla="*/ 172 h 301"/>
                <a:gd name="T8" fmla="*/ 368 w 553"/>
                <a:gd name="T9" fmla="*/ 180 h 301"/>
                <a:gd name="T10" fmla="*/ 321 w 553"/>
                <a:gd name="T11" fmla="*/ 284 h 301"/>
                <a:gd name="T12" fmla="*/ 291 w 553"/>
                <a:gd name="T13" fmla="*/ 301 h 301"/>
                <a:gd name="T14" fmla="*/ 0 w 553"/>
                <a:gd name="T15" fmla="*/ 276 h 301"/>
                <a:gd name="T16" fmla="*/ 1 w 553"/>
                <a:gd name="T17" fmla="*/ 264 h 301"/>
                <a:gd name="T18" fmla="*/ 47 w 553"/>
                <a:gd name="T19" fmla="*/ 234 h 301"/>
                <a:gd name="T20" fmla="*/ 103 w 553"/>
                <a:gd name="T21" fmla="*/ 258 h 301"/>
                <a:gd name="T22" fmla="*/ 255 w 553"/>
                <a:gd name="T23" fmla="*/ 256 h 301"/>
                <a:gd name="T24" fmla="*/ 278 w 553"/>
                <a:gd name="T25" fmla="*/ 207 h 301"/>
                <a:gd name="T26" fmla="*/ 288 w 553"/>
                <a:gd name="T27" fmla="*/ 131 h 301"/>
                <a:gd name="T28" fmla="*/ 301 w 553"/>
                <a:gd name="T29" fmla="*/ 85 h 301"/>
                <a:gd name="T30" fmla="*/ 437 w 553"/>
                <a:gd name="T31" fmla="*/ 0 h 301"/>
                <a:gd name="T32" fmla="*/ 544 w 553"/>
                <a:gd name="T33" fmla="*/ 74 h 301"/>
                <a:gd name="T34" fmla="*/ 550 w 553"/>
                <a:gd name="T35" fmla="*/ 10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3" h="301">
                  <a:moveTo>
                    <a:pt x="550" y="100"/>
                  </a:moveTo>
                  <a:cubicBezTo>
                    <a:pt x="553" y="121"/>
                    <a:pt x="545" y="142"/>
                    <a:pt x="528" y="155"/>
                  </a:cubicBezTo>
                  <a:cubicBezTo>
                    <a:pt x="528" y="155"/>
                    <a:pt x="527" y="156"/>
                    <a:pt x="527" y="156"/>
                  </a:cubicBezTo>
                  <a:cubicBezTo>
                    <a:pt x="513" y="167"/>
                    <a:pt x="498" y="171"/>
                    <a:pt x="484" y="172"/>
                  </a:cubicBezTo>
                  <a:cubicBezTo>
                    <a:pt x="447" y="176"/>
                    <a:pt x="409" y="158"/>
                    <a:pt x="368" y="180"/>
                  </a:cubicBezTo>
                  <a:cubicBezTo>
                    <a:pt x="311" y="210"/>
                    <a:pt x="321" y="284"/>
                    <a:pt x="321" y="284"/>
                  </a:cubicBezTo>
                  <a:cubicBezTo>
                    <a:pt x="291" y="301"/>
                    <a:pt x="291" y="301"/>
                    <a:pt x="291" y="301"/>
                  </a:cubicBezTo>
                  <a:cubicBezTo>
                    <a:pt x="244" y="300"/>
                    <a:pt x="0" y="276"/>
                    <a:pt x="0" y="276"/>
                  </a:cubicBezTo>
                  <a:cubicBezTo>
                    <a:pt x="1" y="264"/>
                    <a:pt x="1" y="264"/>
                    <a:pt x="1" y="264"/>
                  </a:cubicBezTo>
                  <a:cubicBezTo>
                    <a:pt x="1" y="264"/>
                    <a:pt x="19" y="237"/>
                    <a:pt x="47" y="234"/>
                  </a:cubicBezTo>
                  <a:cubicBezTo>
                    <a:pt x="75" y="232"/>
                    <a:pt x="103" y="258"/>
                    <a:pt x="103" y="258"/>
                  </a:cubicBezTo>
                  <a:cubicBezTo>
                    <a:pt x="151" y="265"/>
                    <a:pt x="255" y="256"/>
                    <a:pt x="255" y="256"/>
                  </a:cubicBezTo>
                  <a:cubicBezTo>
                    <a:pt x="278" y="207"/>
                    <a:pt x="278" y="207"/>
                    <a:pt x="278" y="207"/>
                  </a:cubicBezTo>
                  <a:cubicBezTo>
                    <a:pt x="278" y="207"/>
                    <a:pt x="282" y="166"/>
                    <a:pt x="288" y="131"/>
                  </a:cubicBezTo>
                  <a:cubicBezTo>
                    <a:pt x="292" y="109"/>
                    <a:pt x="297" y="89"/>
                    <a:pt x="301" y="85"/>
                  </a:cubicBezTo>
                  <a:cubicBezTo>
                    <a:pt x="311" y="74"/>
                    <a:pt x="437" y="0"/>
                    <a:pt x="437" y="0"/>
                  </a:cubicBezTo>
                  <a:cubicBezTo>
                    <a:pt x="544" y="74"/>
                    <a:pt x="544" y="74"/>
                    <a:pt x="544" y="74"/>
                  </a:cubicBezTo>
                  <a:cubicBezTo>
                    <a:pt x="546" y="82"/>
                    <a:pt x="548" y="91"/>
                    <a:pt x="550" y="100"/>
                  </a:cubicBezTo>
                  <a:close/>
                </a:path>
              </a:pathLst>
            </a:custGeom>
            <a:solidFill>
              <a:srgbClr val="F0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6" name="išḷ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39A3DB1-FD36-42BA-BDFC-5FA7B31C353D}"/>
                </a:ext>
              </a:extLst>
            </p:cNvPr>
            <p:cNvSpPr/>
            <p:nvPr/>
          </p:nvSpPr>
          <p:spPr bwMode="auto">
            <a:xfrm>
              <a:off x="5799138" y="3946526"/>
              <a:ext cx="1890713" cy="1027113"/>
            </a:xfrm>
            <a:custGeom>
              <a:avLst/>
              <a:gdLst>
                <a:gd name="T0" fmla="*/ 601 w 605"/>
                <a:gd name="T1" fmla="*/ 109 h 329"/>
                <a:gd name="T2" fmla="*/ 577 w 605"/>
                <a:gd name="T3" fmla="*/ 169 h 329"/>
                <a:gd name="T4" fmla="*/ 577 w 605"/>
                <a:gd name="T5" fmla="*/ 170 h 329"/>
                <a:gd name="T6" fmla="*/ 530 w 605"/>
                <a:gd name="T7" fmla="*/ 188 h 329"/>
                <a:gd name="T8" fmla="*/ 403 w 605"/>
                <a:gd name="T9" fmla="*/ 196 h 329"/>
                <a:gd name="T10" fmla="*/ 352 w 605"/>
                <a:gd name="T11" fmla="*/ 310 h 329"/>
                <a:gd name="T12" fmla="*/ 318 w 605"/>
                <a:gd name="T13" fmla="*/ 329 h 329"/>
                <a:gd name="T14" fmla="*/ 0 w 605"/>
                <a:gd name="T15" fmla="*/ 301 h 329"/>
                <a:gd name="T16" fmla="*/ 1 w 605"/>
                <a:gd name="T17" fmla="*/ 288 h 329"/>
                <a:gd name="T18" fmla="*/ 52 w 605"/>
                <a:gd name="T19" fmla="*/ 256 h 329"/>
                <a:gd name="T20" fmla="*/ 113 w 605"/>
                <a:gd name="T21" fmla="*/ 282 h 329"/>
                <a:gd name="T22" fmla="*/ 279 w 605"/>
                <a:gd name="T23" fmla="*/ 280 h 329"/>
                <a:gd name="T24" fmla="*/ 304 w 605"/>
                <a:gd name="T25" fmla="*/ 226 h 329"/>
                <a:gd name="T26" fmla="*/ 315 w 605"/>
                <a:gd name="T27" fmla="*/ 143 h 329"/>
                <a:gd name="T28" fmla="*/ 329 w 605"/>
                <a:gd name="T29" fmla="*/ 92 h 329"/>
                <a:gd name="T30" fmla="*/ 478 w 605"/>
                <a:gd name="T31" fmla="*/ 0 h 329"/>
                <a:gd name="T32" fmla="*/ 596 w 605"/>
                <a:gd name="T33" fmla="*/ 80 h 329"/>
                <a:gd name="T34" fmla="*/ 601 w 605"/>
                <a:gd name="T35" fmla="*/ 10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5" h="329">
                  <a:moveTo>
                    <a:pt x="601" y="109"/>
                  </a:moveTo>
                  <a:cubicBezTo>
                    <a:pt x="605" y="132"/>
                    <a:pt x="596" y="155"/>
                    <a:pt x="577" y="169"/>
                  </a:cubicBezTo>
                  <a:cubicBezTo>
                    <a:pt x="577" y="170"/>
                    <a:pt x="577" y="170"/>
                    <a:pt x="577" y="170"/>
                  </a:cubicBezTo>
                  <a:cubicBezTo>
                    <a:pt x="561" y="182"/>
                    <a:pt x="545" y="187"/>
                    <a:pt x="530" y="188"/>
                  </a:cubicBezTo>
                  <a:cubicBezTo>
                    <a:pt x="489" y="192"/>
                    <a:pt x="448" y="172"/>
                    <a:pt x="403" y="196"/>
                  </a:cubicBezTo>
                  <a:cubicBezTo>
                    <a:pt x="340" y="230"/>
                    <a:pt x="352" y="310"/>
                    <a:pt x="352" y="310"/>
                  </a:cubicBezTo>
                  <a:cubicBezTo>
                    <a:pt x="318" y="329"/>
                    <a:pt x="318" y="329"/>
                    <a:pt x="318" y="329"/>
                  </a:cubicBezTo>
                  <a:cubicBezTo>
                    <a:pt x="267" y="328"/>
                    <a:pt x="0" y="301"/>
                    <a:pt x="0" y="301"/>
                  </a:cubicBezTo>
                  <a:cubicBezTo>
                    <a:pt x="1" y="288"/>
                    <a:pt x="1" y="288"/>
                    <a:pt x="1" y="288"/>
                  </a:cubicBezTo>
                  <a:cubicBezTo>
                    <a:pt x="1" y="288"/>
                    <a:pt x="21" y="259"/>
                    <a:pt x="52" y="256"/>
                  </a:cubicBezTo>
                  <a:cubicBezTo>
                    <a:pt x="82" y="253"/>
                    <a:pt x="113" y="282"/>
                    <a:pt x="113" y="282"/>
                  </a:cubicBezTo>
                  <a:cubicBezTo>
                    <a:pt x="165" y="289"/>
                    <a:pt x="279" y="280"/>
                    <a:pt x="279" y="280"/>
                  </a:cubicBezTo>
                  <a:cubicBezTo>
                    <a:pt x="304" y="226"/>
                    <a:pt x="304" y="226"/>
                    <a:pt x="304" y="226"/>
                  </a:cubicBezTo>
                  <a:cubicBezTo>
                    <a:pt x="304" y="226"/>
                    <a:pt x="309" y="181"/>
                    <a:pt x="315" y="143"/>
                  </a:cubicBezTo>
                  <a:cubicBezTo>
                    <a:pt x="320" y="119"/>
                    <a:pt x="325" y="97"/>
                    <a:pt x="329" y="92"/>
                  </a:cubicBezTo>
                  <a:cubicBezTo>
                    <a:pt x="341" y="80"/>
                    <a:pt x="478" y="0"/>
                    <a:pt x="478" y="0"/>
                  </a:cubicBezTo>
                  <a:cubicBezTo>
                    <a:pt x="596" y="80"/>
                    <a:pt x="596" y="80"/>
                    <a:pt x="596" y="80"/>
                  </a:cubicBezTo>
                  <a:cubicBezTo>
                    <a:pt x="598" y="90"/>
                    <a:pt x="600" y="99"/>
                    <a:pt x="601" y="109"/>
                  </a:cubicBez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7" name="îŝḻî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7EFA73F-C054-4D0A-BC58-CB1FAA86B76A}"/>
                </a:ext>
              </a:extLst>
            </p:cNvPr>
            <p:cNvSpPr/>
            <p:nvPr/>
          </p:nvSpPr>
          <p:spPr bwMode="auto">
            <a:xfrm>
              <a:off x="4708525" y="3546476"/>
              <a:ext cx="2981325" cy="995363"/>
            </a:xfrm>
            <a:custGeom>
              <a:avLst/>
              <a:gdLst>
                <a:gd name="T0" fmla="*/ 926 w 954"/>
                <a:gd name="T1" fmla="*/ 297 h 319"/>
                <a:gd name="T2" fmla="*/ 926 w 954"/>
                <a:gd name="T3" fmla="*/ 298 h 319"/>
                <a:gd name="T4" fmla="*/ 879 w 954"/>
                <a:gd name="T5" fmla="*/ 316 h 319"/>
                <a:gd name="T6" fmla="*/ 820 w 954"/>
                <a:gd name="T7" fmla="*/ 283 h 319"/>
                <a:gd name="T8" fmla="*/ 765 w 954"/>
                <a:gd name="T9" fmla="*/ 261 h 319"/>
                <a:gd name="T10" fmla="*/ 664 w 954"/>
                <a:gd name="T11" fmla="*/ 271 h 319"/>
                <a:gd name="T12" fmla="*/ 560 w 954"/>
                <a:gd name="T13" fmla="*/ 298 h 319"/>
                <a:gd name="T14" fmla="*/ 327 w 954"/>
                <a:gd name="T15" fmla="*/ 288 h 319"/>
                <a:gd name="T16" fmla="*/ 237 w 954"/>
                <a:gd name="T17" fmla="*/ 236 h 319"/>
                <a:gd name="T18" fmla="*/ 194 w 954"/>
                <a:gd name="T19" fmla="*/ 199 h 319"/>
                <a:gd name="T20" fmla="*/ 155 w 954"/>
                <a:gd name="T21" fmla="*/ 161 h 319"/>
                <a:gd name="T22" fmla="*/ 109 w 954"/>
                <a:gd name="T23" fmla="*/ 138 h 319"/>
                <a:gd name="T24" fmla="*/ 24 w 954"/>
                <a:gd name="T25" fmla="*/ 138 h 319"/>
                <a:gd name="T26" fmla="*/ 11 w 954"/>
                <a:gd name="T27" fmla="*/ 114 h 319"/>
                <a:gd name="T28" fmla="*/ 0 w 954"/>
                <a:gd name="T29" fmla="*/ 94 h 319"/>
                <a:gd name="T30" fmla="*/ 21 w 954"/>
                <a:gd name="T31" fmla="*/ 86 h 319"/>
                <a:gd name="T32" fmla="*/ 33 w 954"/>
                <a:gd name="T33" fmla="*/ 82 h 319"/>
                <a:gd name="T34" fmla="*/ 45 w 954"/>
                <a:gd name="T35" fmla="*/ 50 h 319"/>
                <a:gd name="T36" fmla="*/ 428 w 954"/>
                <a:gd name="T37" fmla="*/ 110 h 319"/>
                <a:gd name="T38" fmla="*/ 881 w 954"/>
                <a:gd name="T39" fmla="*/ 95 h 319"/>
                <a:gd name="T40" fmla="*/ 945 w 954"/>
                <a:gd name="T41" fmla="*/ 208 h 319"/>
                <a:gd name="T42" fmla="*/ 950 w 954"/>
                <a:gd name="T43" fmla="*/ 237 h 319"/>
                <a:gd name="T44" fmla="*/ 926 w 954"/>
                <a:gd name="T45" fmla="*/ 29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54" h="319">
                  <a:moveTo>
                    <a:pt x="926" y="297"/>
                  </a:moveTo>
                  <a:cubicBezTo>
                    <a:pt x="926" y="298"/>
                    <a:pt x="926" y="298"/>
                    <a:pt x="926" y="298"/>
                  </a:cubicBezTo>
                  <a:cubicBezTo>
                    <a:pt x="910" y="310"/>
                    <a:pt x="894" y="315"/>
                    <a:pt x="879" y="316"/>
                  </a:cubicBezTo>
                  <a:cubicBezTo>
                    <a:pt x="820" y="283"/>
                    <a:pt x="820" y="283"/>
                    <a:pt x="820" y="283"/>
                  </a:cubicBezTo>
                  <a:cubicBezTo>
                    <a:pt x="806" y="267"/>
                    <a:pt x="785" y="262"/>
                    <a:pt x="765" y="261"/>
                  </a:cubicBezTo>
                  <a:cubicBezTo>
                    <a:pt x="732" y="258"/>
                    <a:pt x="698" y="263"/>
                    <a:pt x="664" y="271"/>
                  </a:cubicBezTo>
                  <a:cubicBezTo>
                    <a:pt x="629" y="279"/>
                    <a:pt x="594" y="290"/>
                    <a:pt x="560" y="298"/>
                  </a:cubicBezTo>
                  <a:cubicBezTo>
                    <a:pt x="482" y="317"/>
                    <a:pt x="404" y="319"/>
                    <a:pt x="327" y="288"/>
                  </a:cubicBezTo>
                  <a:cubicBezTo>
                    <a:pt x="295" y="276"/>
                    <a:pt x="264" y="258"/>
                    <a:pt x="237" y="236"/>
                  </a:cubicBezTo>
                  <a:cubicBezTo>
                    <a:pt x="222" y="224"/>
                    <a:pt x="208" y="212"/>
                    <a:pt x="194" y="199"/>
                  </a:cubicBezTo>
                  <a:cubicBezTo>
                    <a:pt x="189" y="193"/>
                    <a:pt x="161" y="160"/>
                    <a:pt x="155" y="161"/>
                  </a:cubicBezTo>
                  <a:cubicBezTo>
                    <a:pt x="155" y="161"/>
                    <a:pt x="109" y="138"/>
                    <a:pt x="109" y="138"/>
                  </a:cubicBezTo>
                  <a:cubicBezTo>
                    <a:pt x="24" y="138"/>
                    <a:pt x="24" y="138"/>
                    <a:pt x="24" y="138"/>
                  </a:cubicBezTo>
                  <a:cubicBezTo>
                    <a:pt x="11" y="114"/>
                    <a:pt x="11" y="114"/>
                    <a:pt x="11" y="11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33" y="82"/>
                    <a:pt x="33" y="82"/>
                    <a:pt x="33" y="82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159" y="0"/>
                    <a:pt x="231" y="65"/>
                    <a:pt x="428" y="110"/>
                  </a:cubicBezTo>
                  <a:cubicBezTo>
                    <a:pt x="625" y="155"/>
                    <a:pt x="802" y="63"/>
                    <a:pt x="881" y="95"/>
                  </a:cubicBezTo>
                  <a:cubicBezTo>
                    <a:pt x="914" y="108"/>
                    <a:pt x="933" y="156"/>
                    <a:pt x="945" y="208"/>
                  </a:cubicBezTo>
                  <a:cubicBezTo>
                    <a:pt x="947" y="218"/>
                    <a:pt x="949" y="227"/>
                    <a:pt x="950" y="237"/>
                  </a:cubicBezTo>
                  <a:cubicBezTo>
                    <a:pt x="954" y="260"/>
                    <a:pt x="945" y="283"/>
                    <a:pt x="926" y="297"/>
                  </a:cubicBez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8" name="îsḻï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0171DE2-91C5-446E-9479-3477B30C6058}"/>
                </a:ext>
              </a:extLst>
            </p:cNvPr>
            <p:cNvSpPr/>
            <p:nvPr/>
          </p:nvSpPr>
          <p:spPr bwMode="auto">
            <a:xfrm>
              <a:off x="4708525" y="3814763"/>
              <a:ext cx="65088" cy="87313"/>
            </a:xfrm>
            <a:custGeom>
              <a:avLst/>
              <a:gdLst>
                <a:gd name="T0" fmla="*/ 21 w 21"/>
                <a:gd name="T1" fmla="*/ 0 h 28"/>
                <a:gd name="T2" fmla="*/ 11 w 21"/>
                <a:gd name="T3" fmla="*/ 28 h 28"/>
                <a:gd name="T4" fmla="*/ 0 w 21"/>
                <a:gd name="T5" fmla="*/ 8 h 28"/>
                <a:gd name="T6" fmla="*/ 21 w 21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8">
                  <a:moveTo>
                    <a:pt x="21" y="0"/>
                  </a:moveTo>
                  <a:cubicBezTo>
                    <a:pt x="20" y="8"/>
                    <a:pt x="18" y="19"/>
                    <a:pt x="11" y="28"/>
                  </a:cubicBezTo>
                  <a:cubicBezTo>
                    <a:pt x="0" y="8"/>
                    <a:pt x="0" y="8"/>
                    <a:pt x="0" y="8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9" name="ïṥḻi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0B3937B-3A27-413F-AF77-1E8312CE7D94}"/>
                </a:ext>
              </a:extLst>
            </p:cNvPr>
            <p:cNvSpPr/>
            <p:nvPr/>
          </p:nvSpPr>
          <p:spPr bwMode="auto">
            <a:xfrm>
              <a:off x="4833938" y="3776663"/>
              <a:ext cx="96838" cy="153988"/>
            </a:xfrm>
            <a:custGeom>
              <a:avLst/>
              <a:gdLst>
                <a:gd name="T0" fmla="*/ 0 w 31"/>
                <a:gd name="T1" fmla="*/ 5 h 49"/>
                <a:gd name="T2" fmla="*/ 31 w 31"/>
                <a:gd name="T3" fmla="*/ 0 h 49"/>
                <a:gd name="T4" fmla="*/ 31 w 31"/>
                <a:gd name="T5" fmla="*/ 49 h 49"/>
                <a:gd name="T6" fmla="*/ 16 w 31"/>
                <a:gd name="T7" fmla="*/ 11 h 49"/>
                <a:gd name="T8" fmla="*/ 0 w 31"/>
                <a:gd name="T9" fmla="*/ 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49">
                  <a:moveTo>
                    <a:pt x="0" y="5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14" y="36"/>
                    <a:pt x="31" y="49"/>
                  </a:cubicBezTo>
                  <a:cubicBezTo>
                    <a:pt x="31" y="49"/>
                    <a:pt x="8" y="39"/>
                    <a:pt x="16" y="11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0" name="íṩļ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75E4BFD-3370-468A-95AA-C60A18E9E4F9}"/>
                </a:ext>
              </a:extLst>
            </p:cNvPr>
            <p:cNvSpPr/>
            <p:nvPr/>
          </p:nvSpPr>
          <p:spPr bwMode="auto">
            <a:xfrm>
              <a:off x="5434013" y="4173538"/>
              <a:ext cx="1536700" cy="1081088"/>
            </a:xfrm>
            <a:custGeom>
              <a:avLst/>
              <a:gdLst>
                <a:gd name="T0" fmla="*/ 0 w 492"/>
                <a:gd name="T1" fmla="*/ 0 h 346"/>
                <a:gd name="T2" fmla="*/ 184 w 492"/>
                <a:gd name="T3" fmla="*/ 196 h 346"/>
                <a:gd name="T4" fmla="*/ 411 w 492"/>
                <a:gd name="T5" fmla="*/ 292 h 346"/>
                <a:gd name="T6" fmla="*/ 492 w 492"/>
                <a:gd name="T7" fmla="*/ 346 h 346"/>
                <a:gd name="T8" fmla="*/ 456 w 492"/>
                <a:gd name="T9" fmla="*/ 271 h 346"/>
                <a:gd name="T10" fmla="*/ 269 w 492"/>
                <a:gd name="T11" fmla="*/ 176 h 346"/>
                <a:gd name="T12" fmla="*/ 204 w 492"/>
                <a:gd name="T13" fmla="*/ 16 h 346"/>
                <a:gd name="T14" fmla="*/ 0 w 492"/>
                <a:gd name="T15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2" h="346">
                  <a:moveTo>
                    <a:pt x="0" y="0"/>
                  </a:moveTo>
                  <a:cubicBezTo>
                    <a:pt x="184" y="196"/>
                    <a:pt x="184" y="196"/>
                    <a:pt x="184" y="196"/>
                  </a:cubicBezTo>
                  <a:cubicBezTo>
                    <a:pt x="411" y="292"/>
                    <a:pt x="411" y="292"/>
                    <a:pt x="411" y="292"/>
                  </a:cubicBezTo>
                  <a:cubicBezTo>
                    <a:pt x="411" y="292"/>
                    <a:pt x="420" y="341"/>
                    <a:pt x="492" y="346"/>
                  </a:cubicBezTo>
                  <a:cubicBezTo>
                    <a:pt x="456" y="271"/>
                    <a:pt x="456" y="271"/>
                    <a:pt x="456" y="271"/>
                  </a:cubicBezTo>
                  <a:cubicBezTo>
                    <a:pt x="269" y="176"/>
                    <a:pt x="269" y="176"/>
                    <a:pt x="269" y="176"/>
                  </a:cubicBezTo>
                  <a:cubicBezTo>
                    <a:pt x="204" y="16"/>
                    <a:pt x="204" y="16"/>
                    <a:pt x="204" y="1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1" name="îṡļí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91768F6-E546-43EB-B1E5-B262ED507A89}"/>
                </a:ext>
              </a:extLst>
            </p:cNvPr>
            <p:cNvSpPr/>
            <p:nvPr/>
          </p:nvSpPr>
          <p:spPr bwMode="auto">
            <a:xfrm>
              <a:off x="7158038" y="3762376"/>
              <a:ext cx="1838325" cy="889000"/>
            </a:xfrm>
            <a:custGeom>
              <a:avLst/>
              <a:gdLst>
                <a:gd name="T0" fmla="*/ 588 w 588"/>
                <a:gd name="T1" fmla="*/ 261 h 285"/>
                <a:gd name="T2" fmla="*/ 565 w 588"/>
                <a:gd name="T3" fmla="*/ 284 h 285"/>
                <a:gd name="T4" fmla="*/ 440 w 588"/>
                <a:gd name="T5" fmla="*/ 255 h 285"/>
                <a:gd name="T6" fmla="*/ 406 w 588"/>
                <a:gd name="T7" fmla="*/ 240 h 285"/>
                <a:gd name="T8" fmla="*/ 236 w 588"/>
                <a:gd name="T9" fmla="*/ 123 h 285"/>
                <a:gd name="T10" fmla="*/ 197 w 588"/>
                <a:gd name="T11" fmla="*/ 93 h 285"/>
                <a:gd name="T12" fmla="*/ 8 w 588"/>
                <a:gd name="T13" fmla="*/ 59 h 285"/>
                <a:gd name="T14" fmla="*/ 0 w 588"/>
                <a:gd name="T15" fmla="*/ 24 h 285"/>
                <a:gd name="T16" fmla="*/ 222 w 588"/>
                <a:gd name="T17" fmla="*/ 57 h 285"/>
                <a:gd name="T18" fmla="*/ 263 w 588"/>
                <a:gd name="T19" fmla="*/ 89 h 285"/>
                <a:gd name="T20" fmla="*/ 446 w 588"/>
                <a:gd name="T21" fmla="*/ 210 h 285"/>
                <a:gd name="T22" fmla="*/ 567 w 588"/>
                <a:gd name="T23" fmla="*/ 240 h 285"/>
                <a:gd name="T24" fmla="*/ 588 w 588"/>
                <a:gd name="T25" fmla="*/ 261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8" h="285">
                  <a:moveTo>
                    <a:pt x="588" y="261"/>
                  </a:moveTo>
                  <a:cubicBezTo>
                    <a:pt x="588" y="274"/>
                    <a:pt x="578" y="285"/>
                    <a:pt x="565" y="284"/>
                  </a:cubicBezTo>
                  <a:cubicBezTo>
                    <a:pt x="525" y="283"/>
                    <a:pt x="483" y="273"/>
                    <a:pt x="440" y="255"/>
                  </a:cubicBezTo>
                  <a:cubicBezTo>
                    <a:pt x="428" y="250"/>
                    <a:pt x="417" y="245"/>
                    <a:pt x="406" y="240"/>
                  </a:cubicBezTo>
                  <a:cubicBezTo>
                    <a:pt x="336" y="205"/>
                    <a:pt x="277" y="156"/>
                    <a:pt x="236" y="123"/>
                  </a:cubicBezTo>
                  <a:cubicBezTo>
                    <a:pt x="220" y="110"/>
                    <a:pt x="207" y="100"/>
                    <a:pt x="197" y="93"/>
                  </a:cubicBezTo>
                  <a:cubicBezTo>
                    <a:pt x="130" y="46"/>
                    <a:pt x="9" y="59"/>
                    <a:pt x="8" y="59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6" y="24"/>
                    <a:pt x="142" y="0"/>
                    <a:pt x="222" y="57"/>
                  </a:cubicBezTo>
                  <a:cubicBezTo>
                    <a:pt x="233" y="64"/>
                    <a:pt x="247" y="76"/>
                    <a:pt x="263" y="89"/>
                  </a:cubicBezTo>
                  <a:cubicBezTo>
                    <a:pt x="308" y="125"/>
                    <a:pt x="372" y="177"/>
                    <a:pt x="446" y="210"/>
                  </a:cubicBezTo>
                  <a:cubicBezTo>
                    <a:pt x="484" y="227"/>
                    <a:pt x="525" y="238"/>
                    <a:pt x="567" y="240"/>
                  </a:cubicBezTo>
                  <a:cubicBezTo>
                    <a:pt x="578" y="240"/>
                    <a:pt x="587" y="250"/>
                    <a:pt x="588" y="261"/>
                  </a:cubicBez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2" name="íṡľí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BEF0962-A938-4A31-8EDF-BAFECD3D50C7}"/>
                </a:ext>
              </a:extLst>
            </p:cNvPr>
            <p:cNvSpPr/>
            <p:nvPr/>
          </p:nvSpPr>
          <p:spPr bwMode="auto">
            <a:xfrm>
              <a:off x="8428038" y="4418013"/>
              <a:ext cx="568325" cy="233363"/>
            </a:xfrm>
            <a:custGeom>
              <a:avLst/>
              <a:gdLst>
                <a:gd name="T0" fmla="*/ 182 w 182"/>
                <a:gd name="T1" fmla="*/ 51 h 75"/>
                <a:gd name="T2" fmla="*/ 159 w 182"/>
                <a:gd name="T3" fmla="*/ 74 h 75"/>
                <a:gd name="T4" fmla="*/ 34 w 182"/>
                <a:gd name="T5" fmla="*/ 45 h 75"/>
                <a:gd name="T6" fmla="*/ 0 w 182"/>
                <a:gd name="T7" fmla="*/ 30 h 75"/>
                <a:gd name="T8" fmla="*/ 40 w 182"/>
                <a:gd name="T9" fmla="*/ 0 h 75"/>
                <a:gd name="T10" fmla="*/ 161 w 182"/>
                <a:gd name="T11" fmla="*/ 30 h 75"/>
                <a:gd name="T12" fmla="*/ 182 w 182"/>
                <a:gd name="T13" fmla="*/ 5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2" h="75">
                  <a:moveTo>
                    <a:pt x="182" y="51"/>
                  </a:moveTo>
                  <a:cubicBezTo>
                    <a:pt x="182" y="64"/>
                    <a:pt x="172" y="75"/>
                    <a:pt x="159" y="74"/>
                  </a:cubicBezTo>
                  <a:cubicBezTo>
                    <a:pt x="119" y="73"/>
                    <a:pt x="77" y="63"/>
                    <a:pt x="34" y="45"/>
                  </a:cubicBezTo>
                  <a:cubicBezTo>
                    <a:pt x="22" y="40"/>
                    <a:pt x="11" y="35"/>
                    <a:pt x="0" y="3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78" y="17"/>
                    <a:pt x="119" y="28"/>
                    <a:pt x="161" y="30"/>
                  </a:cubicBezTo>
                  <a:cubicBezTo>
                    <a:pt x="172" y="30"/>
                    <a:pt x="181" y="40"/>
                    <a:pt x="182" y="5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3" name="ïsḻî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CC51FC7-F7BC-413E-85C7-8DB30D2E101C}"/>
                </a:ext>
              </a:extLst>
            </p:cNvPr>
            <p:cNvSpPr/>
            <p:nvPr/>
          </p:nvSpPr>
          <p:spPr bwMode="auto">
            <a:xfrm>
              <a:off x="5961063" y="4725988"/>
              <a:ext cx="522288" cy="115888"/>
            </a:xfrm>
            <a:custGeom>
              <a:avLst/>
              <a:gdLst>
                <a:gd name="T0" fmla="*/ 0 w 167"/>
                <a:gd name="T1" fmla="*/ 6 h 37"/>
                <a:gd name="T2" fmla="*/ 65 w 167"/>
                <a:gd name="T3" fmla="*/ 32 h 37"/>
                <a:gd name="T4" fmla="*/ 167 w 167"/>
                <a:gd name="T5" fmla="*/ 33 h 37"/>
                <a:gd name="T6" fmla="*/ 68 w 167"/>
                <a:gd name="T7" fmla="*/ 28 h 37"/>
                <a:gd name="T8" fmla="*/ 0 w 167"/>
                <a:gd name="T9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" h="37">
                  <a:moveTo>
                    <a:pt x="0" y="6"/>
                  </a:moveTo>
                  <a:cubicBezTo>
                    <a:pt x="0" y="6"/>
                    <a:pt x="57" y="9"/>
                    <a:pt x="65" y="32"/>
                  </a:cubicBezTo>
                  <a:cubicBezTo>
                    <a:pt x="65" y="32"/>
                    <a:pt x="153" y="37"/>
                    <a:pt x="167" y="33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8"/>
                    <a:pt x="50" y="0"/>
                    <a:pt x="0" y="6"/>
                  </a:cubicBezTo>
                  <a:close/>
                </a:path>
              </a:pathLst>
            </a:custGeom>
            <a:solidFill>
              <a:srgbClr val="F0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4" name="îṣḻí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66C97DB-4F0C-4052-A81A-6079A661C4C1}"/>
                </a:ext>
              </a:extLst>
            </p:cNvPr>
            <p:cNvSpPr/>
            <p:nvPr/>
          </p:nvSpPr>
          <p:spPr bwMode="auto">
            <a:xfrm>
              <a:off x="6796088" y="4027488"/>
              <a:ext cx="287338" cy="311150"/>
            </a:xfrm>
            <a:custGeom>
              <a:avLst/>
              <a:gdLst>
                <a:gd name="T0" fmla="*/ 0 w 92"/>
                <a:gd name="T1" fmla="*/ 100 h 100"/>
                <a:gd name="T2" fmla="*/ 92 w 92"/>
                <a:gd name="T3" fmla="*/ 6 h 100"/>
                <a:gd name="T4" fmla="*/ 0 w 92"/>
                <a:gd name="T5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2" h="100">
                  <a:moveTo>
                    <a:pt x="0" y="100"/>
                  </a:moveTo>
                  <a:cubicBezTo>
                    <a:pt x="0" y="100"/>
                    <a:pt x="11" y="30"/>
                    <a:pt x="92" y="6"/>
                  </a:cubicBezTo>
                  <a:cubicBezTo>
                    <a:pt x="92" y="6"/>
                    <a:pt x="15" y="0"/>
                    <a:pt x="0" y="100"/>
                  </a:cubicBezTo>
                  <a:close/>
                </a:path>
              </a:pathLst>
            </a:custGeom>
            <a:solidFill>
              <a:srgbClr val="F0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5" name="íş1î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966ED34-E01A-466C-A731-A0959736FBD2}"/>
                </a:ext>
              </a:extLst>
            </p:cNvPr>
            <p:cNvSpPr/>
            <p:nvPr/>
          </p:nvSpPr>
          <p:spPr bwMode="auto">
            <a:xfrm>
              <a:off x="5843588" y="4227513"/>
              <a:ext cx="320675" cy="265113"/>
            </a:xfrm>
            <a:custGeom>
              <a:avLst/>
              <a:gdLst>
                <a:gd name="T0" fmla="*/ 103 w 103"/>
                <a:gd name="T1" fmla="*/ 85 h 85"/>
                <a:gd name="T2" fmla="*/ 0 w 103"/>
                <a:gd name="T3" fmla="*/ 2 h 85"/>
                <a:gd name="T4" fmla="*/ 103 w 103"/>
                <a:gd name="T5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3" h="85">
                  <a:moveTo>
                    <a:pt x="103" y="85"/>
                  </a:moveTo>
                  <a:cubicBezTo>
                    <a:pt x="103" y="85"/>
                    <a:pt x="41" y="15"/>
                    <a:pt x="0" y="2"/>
                  </a:cubicBezTo>
                  <a:cubicBezTo>
                    <a:pt x="0" y="2"/>
                    <a:pt x="68" y="0"/>
                    <a:pt x="103" y="85"/>
                  </a:cubicBezTo>
                  <a:close/>
                </a:path>
              </a:pathLst>
            </a:custGeom>
            <a:solidFill>
              <a:srgbClr val="F0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6" name="işľi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F746504-45D0-456E-9126-A7E2A58C57FC}"/>
                </a:ext>
              </a:extLst>
            </p:cNvPr>
            <p:cNvSpPr/>
            <p:nvPr/>
          </p:nvSpPr>
          <p:spPr bwMode="auto">
            <a:xfrm>
              <a:off x="5305425" y="3768726"/>
              <a:ext cx="90488" cy="71438"/>
            </a:xfrm>
            <a:custGeom>
              <a:avLst/>
              <a:gdLst>
                <a:gd name="T0" fmla="*/ 15 w 29"/>
                <a:gd name="T1" fmla="*/ 0 h 23"/>
                <a:gd name="T2" fmla="*/ 14 w 29"/>
                <a:gd name="T3" fmla="*/ 22 h 23"/>
                <a:gd name="T4" fmla="*/ 15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5" y="0"/>
                  </a:moveTo>
                  <a:cubicBezTo>
                    <a:pt x="1" y="0"/>
                    <a:pt x="0" y="22"/>
                    <a:pt x="14" y="22"/>
                  </a:cubicBezTo>
                  <a:cubicBezTo>
                    <a:pt x="28" y="23"/>
                    <a:pt x="29" y="1"/>
                    <a:pt x="15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7" name="i$ľï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14A947E-B430-48AF-A1CD-78B13D16C51E}"/>
                </a:ext>
              </a:extLst>
            </p:cNvPr>
            <p:cNvSpPr/>
            <p:nvPr/>
          </p:nvSpPr>
          <p:spPr bwMode="auto">
            <a:xfrm>
              <a:off x="5399088" y="4033838"/>
              <a:ext cx="90488" cy="71438"/>
            </a:xfrm>
            <a:custGeom>
              <a:avLst/>
              <a:gdLst>
                <a:gd name="T0" fmla="*/ 15 w 29"/>
                <a:gd name="T1" fmla="*/ 1 h 23"/>
                <a:gd name="T2" fmla="*/ 14 w 29"/>
                <a:gd name="T3" fmla="*/ 23 h 23"/>
                <a:gd name="T4" fmla="*/ 15 w 29"/>
                <a:gd name="T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5" y="1"/>
                  </a:moveTo>
                  <a:cubicBezTo>
                    <a:pt x="1" y="0"/>
                    <a:pt x="0" y="22"/>
                    <a:pt x="14" y="23"/>
                  </a:cubicBezTo>
                  <a:cubicBezTo>
                    <a:pt x="29" y="23"/>
                    <a:pt x="29" y="1"/>
                    <a:pt x="15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8" name="ïṩ1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4CFCBAF-75EB-4453-8958-32BEB979150B}"/>
                </a:ext>
              </a:extLst>
            </p:cNvPr>
            <p:cNvSpPr/>
            <p:nvPr/>
          </p:nvSpPr>
          <p:spPr bwMode="auto">
            <a:xfrm>
              <a:off x="5749925" y="3952876"/>
              <a:ext cx="90488" cy="71438"/>
            </a:xfrm>
            <a:custGeom>
              <a:avLst/>
              <a:gdLst>
                <a:gd name="T0" fmla="*/ 15 w 29"/>
                <a:gd name="T1" fmla="*/ 1 h 23"/>
                <a:gd name="T2" fmla="*/ 14 w 29"/>
                <a:gd name="T3" fmla="*/ 23 h 23"/>
                <a:gd name="T4" fmla="*/ 15 w 29"/>
                <a:gd name="T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5" y="1"/>
                  </a:moveTo>
                  <a:cubicBezTo>
                    <a:pt x="1" y="0"/>
                    <a:pt x="0" y="22"/>
                    <a:pt x="14" y="23"/>
                  </a:cubicBezTo>
                  <a:cubicBezTo>
                    <a:pt x="28" y="23"/>
                    <a:pt x="29" y="1"/>
                    <a:pt x="15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9" name="íṧl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EBB922F-D8EE-4DBE-9261-ADBE19D00362}"/>
                </a:ext>
              </a:extLst>
            </p:cNvPr>
            <p:cNvSpPr/>
            <p:nvPr/>
          </p:nvSpPr>
          <p:spPr bwMode="auto">
            <a:xfrm>
              <a:off x="6137275" y="4198938"/>
              <a:ext cx="90488" cy="71438"/>
            </a:xfrm>
            <a:custGeom>
              <a:avLst/>
              <a:gdLst>
                <a:gd name="T0" fmla="*/ 15 w 29"/>
                <a:gd name="T1" fmla="*/ 0 h 23"/>
                <a:gd name="T2" fmla="*/ 14 w 29"/>
                <a:gd name="T3" fmla="*/ 22 h 23"/>
                <a:gd name="T4" fmla="*/ 15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5" y="0"/>
                  </a:moveTo>
                  <a:cubicBezTo>
                    <a:pt x="1" y="0"/>
                    <a:pt x="0" y="22"/>
                    <a:pt x="14" y="22"/>
                  </a:cubicBezTo>
                  <a:cubicBezTo>
                    <a:pt x="28" y="23"/>
                    <a:pt x="29" y="1"/>
                    <a:pt x="15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0" name="îśḷï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E8CAFA1-AD2E-4014-9867-A7A0E5A4F799}"/>
                </a:ext>
              </a:extLst>
            </p:cNvPr>
            <p:cNvSpPr/>
            <p:nvPr/>
          </p:nvSpPr>
          <p:spPr bwMode="auto">
            <a:xfrm>
              <a:off x="7283450" y="3933826"/>
              <a:ext cx="90488" cy="71438"/>
            </a:xfrm>
            <a:custGeom>
              <a:avLst/>
              <a:gdLst>
                <a:gd name="T0" fmla="*/ 15 w 29"/>
                <a:gd name="T1" fmla="*/ 1 h 23"/>
                <a:gd name="T2" fmla="*/ 14 w 29"/>
                <a:gd name="T3" fmla="*/ 23 h 23"/>
                <a:gd name="T4" fmla="*/ 15 w 29"/>
                <a:gd name="T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5" y="1"/>
                  </a:moveTo>
                  <a:cubicBezTo>
                    <a:pt x="1" y="0"/>
                    <a:pt x="0" y="22"/>
                    <a:pt x="14" y="23"/>
                  </a:cubicBezTo>
                  <a:cubicBezTo>
                    <a:pt x="28" y="23"/>
                    <a:pt x="29" y="1"/>
                    <a:pt x="15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1" name="ïšḻí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72A22C6-24AB-490B-8FC3-4D918F1453C8}"/>
                </a:ext>
              </a:extLst>
            </p:cNvPr>
            <p:cNvSpPr/>
            <p:nvPr/>
          </p:nvSpPr>
          <p:spPr bwMode="auto">
            <a:xfrm>
              <a:off x="7354888" y="4154488"/>
              <a:ext cx="90488" cy="73025"/>
            </a:xfrm>
            <a:custGeom>
              <a:avLst/>
              <a:gdLst>
                <a:gd name="T0" fmla="*/ 15 w 29"/>
                <a:gd name="T1" fmla="*/ 1 h 23"/>
                <a:gd name="T2" fmla="*/ 14 w 29"/>
                <a:gd name="T3" fmla="*/ 23 h 23"/>
                <a:gd name="T4" fmla="*/ 15 w 29"/>
                <a:gd name="T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5" y="1"/>
                  </a:moveTo>
                  <a:cubicBezTo>
                    <a:pt x="1" y="0"/>
                    <a:pt x="0" y="22"/>
                    <a:pt x="14" y="23"/>
                  </a:cubicBezTo>
                  <a:cubicBezTo>
                    <a:pt x="28" y="23"/>
                    <a:pt x="29" y="1"/>
                    <a:pt x="15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2" name="íṣ1î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5B44EB6-F07D-491E-952E-3D0E115E4BFF}"/>
                </a:ext>
              </a:extLst>
            </p:cNvPr>
            <p:cNvSpPr/>
            <p:nvPr/>
          </p:nvSpPr>
          <p:spPr bwMode="auto">
            <a:xfrm>
              <a:off x="6989763" y="4295776"/>
              <a:ext cx="90488" cy="71438"/>
            </a:xfrm>
            <a:custGeom>
              <a:avLst/>
              <a:gdLst>
                <a:gd name="T0" fmla="*/ 15 w 29"/>
                <a:gd name="T1" fmla="*/ 0 h 23"/>
                <a:gd name="T2" fmla="*/ 14 w 29"/>
                <a:gd name="T3" fmla="*/ 22 h 23"/>
                <a:gd name="T4" fmla="*/ 15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5" y="0"/>
                  </a:moveTo>
                  <a:cubicBezTo>
                    <a:pt x="1" y="0"/>
                    <a:pt x="0" y="22"/>
                    <a:pt x="14" y="22"/>
                  </a:cubicBezTo>
                  <a:cubicBezTo>
                    <a:pt x="29" y="23"/>
                    <a:pt x="29" y="1"/>
                    <a:pt x="15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3" name="íŝ1î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596E3DE-DBE0-49DB-9FC2-2A3D05C156F5}"/>
                </a:ext>
              </a:extLst>
            </p:cNvPr>
            <p:cNvSpPr/>
            <p:nvPr/>
          </p:nvSpPr>
          <p:spPr bwMode="auto">
            <a:xfrm>
              <a:off x="6783388" y="4651376"/>
              <a:ext cx="61913" cy="50800"/>
            </a:xfrm>
            <a:custGeom>
              <a:avLst/>
              <a:gdLst>
                <a:gd name="T0" fmla="*/ 10 w 20"/>
                <a:gd name="T1" fmla="*/ 0 h 16"/>
                <a:gd name="T2" fmla="*/ 10 w 20"/>
                <a:gd name="T3" fmla="*/ 16 h 16"/>
                <a:gd name="T4" fmla="*/ 10 w 20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6">
                  <a:moveTo>
                    <a:pt x="10" y="0"/>
                  </a:moveTo>
                  <a:cubicBezTo>
                    <a:pt x="1" y="0"/>
                    <a:pt x="0" y="15"/>
                    <a:pt x="10" y="16"/>
                  </a:cubicBezTo>
                  <a:cubicBezTo>
                    <a:pt x="20" y="16"/>
                    <a:pt x="20" y="1"/>
                    <a:pt x="10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4" name="îśļí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EF07D1B-1B24-42C1-8C36-3FAC3ED4429E}"/>
                </a:ext>
              </a:extLst>
            </p:cNvPr>
            <p:cNvSpPr/>
            <p:nvPr/>
          </p:nvSpPr>
          <p:spPr bwMode="auto">
            <a:xfrm>
              <a:off x="6831013" y="4424363"/>
              <a:ext cx="61913" cy="49213"/>
            </a:xfrm>
            <a:custGeom>
              <a:avLst/>
              <a:gdLst>
                <a:gd name="T0" fmla="*/ 10 w 20"/>
                <a:gd name="T1" fmla="*/ 0 h 16"/>
                <a:gd name="T2" fmla="*/ 9 w 20"/>
                <a:gd name="T3" fmla="*/ 16 h 16"/>
                <a:gd name="T4" fmla="*/ 10 w 20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6">
                  <a:moveTo>
                    <a:pt x="10" y="0"/>
                  </a:moveTo>
                  <a:cubicBezTo>
                    <a:pt x="0" y="0"/>
                    <a:pt x="0" y="15"/>
                    <a:pt x="9" y="16"/>
                  </a:cubicBezTo>
                  <a:cubicBezTo>
                    <a:pt x="19" y="16"/>
                    <a:pt x="20" y="1"/>
                    <a:pt x="10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5" name="îsḷ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B291D86-5128-4D10-89D3-6D72A2246687}"/>
                </a:ext>
              </a:extLst>
            </p:cNvPr>
            <p:cNvSpPr/>
            <p:nvPr/>
          </p:nvSpPr>
          <p:spPr bwMode="auto">
            <a:xfrm>
              <a:off x="7340600" y="4398963"/>
              <a:ext cx="52388" cy="42863"/>
            </a:xfrm>
            <a:custGeom>
              <a:avLst/>
              <a:gdLst>
                <a:gd name="T0" fmla="*/ 9 w 17"/>
                <a:gd name="T1" fmla="*/ 0 h 14"/>
                <a:gd name="T2" fmla="*/ 8 w 17"/>
                <a:gd name="T3" fmla="*/ 14 h 14"/>
                <a:gd name="T4" fmla="*/ 9 w 17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cubicBezTo>
                    <a:pt x="0" y="0"/>
                    <a:pt x="0" y="13"/>
                    <a:pt x="8" y="14"/>
                  </a:cubicBezTo>
                  <a:cubicBezTo>
                    <a:pt x="17" y="14"/>
                    <a:pt x="17" y="1"/>
                    <a:pt x="9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6" name="î$lî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A4E4A7E-9F56-40AB-BE8B-067AD614692B}"/>
                </a:ext>
              </a:extLst>
            </p:cNvPr>
            <p:cNvSpPr/>
            <p:nvPr/>
          </p:nvSpPr>
          <p:spPr bwMode="auto">
            <a:xfrm>
              <a:off x="7137400" y="4157663"/>
              <a:ext cx="55563" cy="44450"/>
            </a:xfrm>
            <a:custGeom>
              <a:avLst/>
              <a:gdLst>
                <a:gd name="T0" fmla="*/ 9 w 18"/>
                <a:gd name="T1" fmla="*/ 1 h 14"/>
                <a:gd name="T2" fmla="*/ 9 w 18"/>
                <a:gd name="T3" fmla="*/ 14 h 14"/>
                <a:gd name="T4" fmla="*/ 9 w 18"/>
                <a:gd name="T5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4">
                  <a:moveTo>
                    <a:pt x="9" y="1"/>
                  </a:moveTo>
                  <a:cubicBezTo>
                    <a:pt x="1" y="0"/>
                    <a:pt x="0" y="14"/>
                    <a:pt x="9" y="14"/>
                  </a:cubicBezTo>
                  <a:cubicBezTo>
                    <a:pt x="17" y="14"/>
                    <a:pt x="18" y="1"/>
                    <a:pt x="9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7" name="íṩ1í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BAD45E3-C3F0-4D94-ADD2-506C7591CD2A}"/>
                </a:ext>
              </a:extLst>
            </p:cNvPr>
            <p:cNvSpPr/>
            <p:nvPr/>
          </p:nvSpPr>
          <p:spPr bwMode="auto">
            <a:xfrm>
              <a:off x="6570663" y="4021138"/>
              <a:ext cx="57150" cy="42863"/>
            </a:xfrm>
            <a:custGeom>
              <a:avLst/>
              <a:gdLst>
                <a:gd name="T0" fmla="*/ 9 w 18"/>
                <a:gd name="T1" fmla="*/ 0 h 14"/>
                <a:gd name="T2" fmla="*/ 9 w 18"/>
                <a:gd name="T3" fmla="*/ 13 h 14"/>
                <a:gd name="T4" fmla="*/ 9 w 18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4">
                  <a:moveTo>
                    <a:pt x="9" y="0"/>
                  </a:moveTo>
                  <a:cubicBezTo>
                    <a:pt x="1" y="0"/>
                    <a:pt x="0" y="13"/>
                    <a:pt x="9" y="13"/>
                  </a:cubicBezTo>
                  <a:cubicBezTo>
                    <a:pt x="17" y="14"/>
                    <a:pt x="18" y="1"/>
                    <a:pt x="9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8" name="îŝ1i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83006BA-538E-44AD-8675-66920008F372}"/>
                </a:ext>
              </a:extLst>
            </p:cNvPr>
            <p:cNvSpPr/>
            <p:nvPr/>
          </p:nvSpPr>
          <p:spPr bwMode="auto">
            <a:xfrm>
              <a:off x="6402388" y="4273551"/>
              <a:ext cx="55563" cy="41275"/>
            </a:xfrm>
            <a:custGeom>
              <a:avLst/>
              <a:gdLst>
                <a:gd name="T0" fmla="*/ 9 w 18"/>
                <a:gd name="T1" fmla="*/ 0 h 13"/>
                <a:gd name="T2" fmla="*/ 9 w 18"/>
                <a:gd name="T3" fmla="*/ 13 h 13"/>
                <a:gd name="T4" fmla="*/ 9 w 1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cubicBezTo>
                    <a:pt x="1" y="0"/>
                    <a:pt x="0" y="13"/>
                    <a:pt x="9" y="13"/>
                  </a:cubicBezTo>
                  <a:cubicBezTo>
                    <a:pt x="17" y="13"/>
                    <a:pt x="18" y="0"/>
                    <a:pt x="9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9" name="í$ḷí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4B28A2-99AD-457D-9053-259F7DAEF97D}"/>
                </a:ext>
              </a:extLst>
            </p:cNvPr>
            <p:cNvSpPr/>
            <p:nvPr/>
          </p:nvSpPr>
          <p:spPr bwMode="auto">
            <a:xfrm>
              <a:off x="6018213" y="3973513"/>
              <a:ext cx="52388" cy="44450"/>
            </a:xfrm>
            <a:custGeom>
              <a:avLst/>
              <a:gdLst>
                <a:gd name="T0" fmla="*/ 9 w 17"/>
                <a:gd name="T1" fmla="*/ 1 h 14"/>
                <a:gd name="T2" fmla="*/ 8 w 17"/>
                <a:gd name="T3" fmla="*/ 14 h 14"/>
                <a:gd name="T4" fmla="*/ 9 w 17"/>
                <a:gd name="T5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4">
                  <a:moveTo>
                    <a:pt x="9" y="1"/>
                  </a:moveTo>
                  <a:cubicBezTo>
                    <a:pt x="0" y="0"/>
                    <a:pt x="0" y="14"/>
                    <a:pt x="8" y="14"/>
                  </a:cubicBezTo>
                  <a:cubicBezTo>
                    <a:pt x="17" y="14"/>
                    <a:pt x="17" y="1"/>
                    <a:pt x="9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0" name="íṥļí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2A8F1C5-782F-473E-B83F-8979BEF5D7C4}"/>
                </a:ext>
              </a:extLst>
            </p:cNvPr>
            <p:cNvSpPr/>
            <p:nvPr/>
          </p:nvSpPr>
          <p:spPr bwMode="auto">
            <a:xfrm>
              <a:off x="5570538" y="4179888"/>
              <a:ext cx="57150" cy="44450"/>
            </a:xfrm>
            <a:custGeom>
              <a:avLst/>
              <a:gdLst>
                <a:gd name="T0" fmla="*/ 9 w 18"/>
                <a:gd name="T1" fmla="*/ 0 h 14"/>
                <a:gd name="T2" fmla="*/ 9 w 18"/>
                <a:gd name="T3" fmla="*/ 14 h 14"/>
                <a:gd name="T4" fmla="*/ 9 w 18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4">
                  <a:moveTo>
                    <a:pt x="9" y="0"/>
                  </a:moveTo>
                  <a:cubicBezTo>
                    <a:pt x="1" y="0"/>
                    <a:pt x="0" y="13"/>
                    <a:pt x="9" y="14"/>
                  </a:cubicBezTo>
                  <a:cubicBezTo>
                    <a:pt x="17" y="14"/>
                    <a:pt x="18" y="1"/>
                    <a:pt x="9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1" name="ïṣ1í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847B4FE-0AE7-4AAF-8F05-5849059109B2}"/>
                </a:ext>
              </a:extLst>
            </p:cNvPr>
            <p:cNvSpPr/>
            <p:nvPr/>
          </p:nvSpPr>
          <p:spPr bwMode="auto">
            <a:xfrm>
              <a:off x="5767388" y="4438651"/>
              <a:ext cx="57150" cy="44450"/>
            </a:xfrm>
            <a:custGeom>
              <a:avLst/>
              <a:gdLst>
                <a:gd name="T0" fmla="*/ 9 w 18"/>
                <a:gd name="T1" fmla="*/ 1 h 14"/>
                <a:gd name="T2" fmla="*/ 9 w 18"/>
                <a:gd name="T3" fmla="*/ 14 h 14"/>
                <a:gd name="T4" fmla="*/ 9 w 18"/>
                <a:gd name="T5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4">
                  <a:moveTo>
                    <a:pt x="9" y="1"/>
                  </a:moveTo>
                  <a:cubicBezTo>
                    <a:pt x="1" y="0"/>
                    <a:pt x="0" y="14"/>
                    <a:pt x="9" y="14"/>
                  </a:cubicBezTo>
                  <a:cubicBezTo>
                    <a:pt x="17" y="14"/>
                    <a:pt x="18" y="1"/>
                    <a:pt x="9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2" name="ïṧḷî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95ED49D-675D-4218-B049-E715A2E5F9E3}"/>
                </a:ext>
              </a:extLst>
            </p:cNvPr>
            <p:cNvSpPr/>
            <p:nvPr/>
          </p:nvSpPr>
          <p:spPr bwMode="auto">
            <a:xfrm>
              <a:off x="5908675" y="4405313"/>
              <a:ext cx="52388" cy="39688"/>
            </a:xfrm>
            <a:custGeom>
              <a:avLst/>
              <a:gdLst>
                <a:gd name="T0" fmla="*/ 9 w 17"/>
                <a:gd name="T1" fmla="*/ 0 h 13"/>
                <a:gd name="T2" fmla="*/ 8 w 17"/>
                <a:gd name="T3" fmla="*/ 13 h 13"/>
                <a:gd name="T4" fmla="*/ 9 w 17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3">
                  <a:moveTo>
                    <a:pt x="9" y="0"/>
                  </a:moveTo>
                  <a:cubicBezTo>
                    <a:pt x="0" y="0"/>
                    <a:pt x="0" y="13"/>
                    <a:pt x="8" y="13"/>
                  </a:cubicBezTo>
                  <a:cubicBezTo>
                    <a:pt x="17" y="13"/>
                    <a:pt x="17" y="0"/>
                    <a:pt x="9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3" name="iṡḷî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839FD0F-5FE0-4DD1-9519-1683354D96C8}"/>
                </a:ext>
              </a:extLst>
            </p:cNvPr>
            <p:cNvSpPr/>
            <p:nvPr/>
          </p:nvSpPr>
          <p:spPr bwMode="auto">
            <a:xfrm>
              <a:off x="6051550" y="4598988"/>
              <a:ext cx="53975" cy="39688"/>
            </a:xfrm>
            <a:custGeom>
              <a:avLst/>
              <a:gdLst>
                <a:gd name="T0" fmla="*/ 9 w 17"/>
                <a:gd name="T1" fmla="*/ 0 h 13"/>
                <a:gd name="T2" fmla="*/ 9 w 17"/>
                <a:gd name="T3" fmla="*/ 13 h 13"/>
                <a:gd name="T4" fmla="*/ 9 w 17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3">
                  <a:moveTo>
                    <a:pt x="9" y="0"/>
                  </a:moveTo>
                  <a:cubicBezTo>
                    <a:pt x="0" y="0"/>
                    <a:pt x="0" y="13"/>
                    <a:pt x="9" y="13"/>
                  </a:cubicBezTo>
                  <a:cubicBezTo>
                    <a:pt x="17" y="13"/>
                    <a:pt x="17" y="0"/>
                    <a:pt x="9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4" name="íṩļ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1B53B81-9F7A-4010-B8C1-E21DCCBFD49D}"/>
                </a:ext>
              </a:extLst>
            </p:cNvPr>
            <p:cNvSpPr/>
            <p:nvPr/>
          </p:nvSpPr>
          <p:spPr bwMode="auto">
            <a:xfrm>
              <a:off x="6330950" y="4102101"/>
              <a:ext cx="52388" cy="44450"/>
            </a:xfrm>
            <a:custGeom>
              <a:avLst/>
              <a:gdLst>
                <a:gd name="T0" fmla="*/ 9 w 17"/>
                <a:gd name="T1" fmla="*/ 0 h 14"/>
                <a:gd name="T2" fmla="*/ 8 w 17"/>
                <a:gd name="T3" fmla="*/ 14 h 14"/>
                <a:gd name="T4" fmla="*/ 9 w 17"/>
                <a:gd name="T5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cubicBezTo>
                    <a:pt x="0" y="0"/>
                    <a:pt x="0" y="13"/>
                    <a:pt x="8" y="14"/>
                  </a:cubicBezTo>
                  <a:cubicBezTo>
                    <a:pt x="17" y="14"/>
                    <a:pt x="17" y="1"/>
                    <a:pt x="9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5" name="ïs1í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6313313-23A4-4759-8CBD-6B07B0789B91}"/>
                </a:ext>
              </a:extLst>
            </p:cNvPr>
            <p:cNvSpPr/>
            <p:nvPr/>
          </p:nvSpPr>
          <p:spPr bwMode="auto">
            <a:xfrm>
              <a:off x="6702425" y="4164013"/>
              <a:ext cx="52388" cy="44450"/>
            </a:xfrm>
            <a:custGeom>
              <a:avLst/>
              <a:gdLst>
                <a:gd name="T0" fmla="*/ 9 w 17"/>
                <a:gd name="T1" fmla="*/ 1 h 14"/>
                <a:gd name="T2" fmla="*/ 8 w 17"/>
                <a:gd name="T3" fmla="*/ 14 h 14"/>
                <a:gd name="T4" fmla="*/ 9 w 17"/>
                <a:gd name="T5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4">
                  <a:moveTo>
                    <a:pt x="9" y="1"/>
                  </a:moveTo>
                  <a:cubicBezTo>
                    <a:pt x="0" y="0"/>
                    <a:pt x="0" y="14"/>
                    <a:pt x="8" y="14"/>
                  </a:cubicBezTo>
                  <a:cubicBezTo>
                    <a:pt x="17" y="14"/>
                    <a:pt x="17" y="1"/>
                    <a:pt x="9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6" name="ïsḷï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FAA95D5-44A3-4A65-87CA-758E9E77FE12}"/>
                </a:ext>
              </a:extLst>
            </p:cNvPr>
            <p:cNvSpPr/>
            <p:nvPr/>
          </p:nvSpPr>
          <p:spPr bwMode="auto">
            <a:xfrm>
              <a:off x="6848475" y="3952876"/>
              <a:ext cx="100013" cy="77788"/>
            </a:xfrm>
            <a:custGeom>
              <a:avLst/>
              <a:gdLst>
                <a:gd name="T0" fmla="*/ 17 w 32"/>
                <a:gd name="T1" fmla="*/ 0 h 25"/>
                <a:gd name="T2" fmla="*/ 16 w 32"/>
                <a:gd name="T3" fmla="*/ 24 h 25"/>
                <a:gd name="T4" fmla="*/ 17 w 32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" h="25">
                  <a:moveTo>
                    <a:pt x="17" y="0"/>
                  </a:moveTo>
                  <a:cubicBezTo>
                    <a:pt x="1" y="0"/>
                    <a:pt x="0" y="24"/>
                    <a:pt x="16" y="24"/>
                  </a:cubicBezTo>
                  <a:cubicBezTo>
                    <a:pt x="31" y="25"/>
                    <a:pt x="32" y="1"/>
                    <a:pt x="17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7" name="îSḷ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BC59CEE-19BC-4BF3-9369-968E029645B2}"/>
                </a:ext>
              </a:extLst>
            </p:cNvPr>
            <p:cNvSpPr/>
            <p:nvPr/>
          </p:nvSpPr>
          <p:spPr bwMode="auto">
            <a:xfrm>
              <a:off x="5911850" y="4086226"/>
              <a:ext cx="100013" cy="77788"/>
            </a:xfrm>
            <a:custGeom>
              <a:avLst/>
              <a:gdLst>
                <a:gd name="T0" fmla="*/ 16 w 32"/>
                <a:gd name="T1" fmla="*/ 0 h 25"/>
                <a:gd name="T2" fmla="*/ 16 w 32"/>
                <a:gd name="T3" fmla="*/ 24 h 25"/>
                <a:gd name="T4" fmla="*/ 16 w 32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" h="25">
                  <a:moveTo>
                    <a:pt x="16" y="0"/>
                  </a:moveTo>
                  <a:cubicBezTo>
                    <a:pt x="1" y="0"/>
                    <a:pt x="0" y="24"/>
                    <a:pt x="16" y="24"/>
                  </a:cubicBezTo>
                  <a:cubicBezTo>
                    <a:pt x="31" y="25"/>
                    <a:pt x="32" y="1"/>
                    <a:pt x="16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8" name="ïş1î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7CE850-980C-476F-B473-E424576B2E73}"/>
                </a:ext>
              </a:extLst>
            </p:cNvPr>
            <p:cNvSpPr/>
            <p:nvPr/>
          </p:nvSpPr>
          <p:spPr bwMode="auto">
            <a:xfrm>
              <a:off x="5511800" y="3862388"/>
              <a:ext cx="100013" cy="80963"/>
            </a:xfrm>
            <a:custGeom>
              <a:avLst/>
              <a:gdLst>
                <a:gd name="T0" fmla="*/ 16 w 32"/>
                <a:gd name="T1" fmla="*/ 1 h 26"/>
                <a:gd name="T2" fmla="*/ 15 w 32"/>
                <a:gd name="T3" fmla="*/ 25 h 26"/>
                <a:gd name="T4" fmla="*/ 16 w 32"/>
                <a:gd name="T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" h="26">
                  <a:moveTo>
                    <a:pt x="16" y="1"/>
                  </a:moveTo>
                  <a:cubicBezTo>
                    <a:pt x="1" y="0"/>
                    <a:pt x="0" y="25"/>
                    <a:pt x="15" y="25"/>
                  </a:cubicBezTo>
                  <a:cubicBezTo>
                    <a:pt x="31" y="26"/>
                    <a:pt x="32" y="1"/>
                    <a:pt x="16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9" name="ïṣļi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152386A-3FC7-4E10-9587-19443D2C584E}"/>
                </a:ext>
              </a:extLst>
            </p:cNvPr>
            <p:cNvSpPr/>
            <p:nvPr/>
          </p:nvSpPr>
          <p:spPr bwMode="auto">
            <a:xfrm>
              <a:off x="5224463" y="3911601"/>
              <a:ext cx="71438" cy="55563"/>
            </a:xfrm>
            <a:custGeom>
              <a:avLst/>
              <a:gdLst>
                <a:gd name="T0" fmla="*/ 12 w 23"/>
                <a:gd name="T1" fmla="*/ 0 h 18"/>
                <a:gd name="T2" fmla="*/ 11 w 23"/>
                <a:gd name="T3" fmla="*/ 18 h 18"/>
                <a:gd name="T4" fmla="*/ 12 w 23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18">
                  <a:moveTo>
                    <a:pt x="12" y="0"/>
                  </a:moveTo>
                  <a:cubicBezTo>
                    <a:pt x="1" y="0"/>
                    <a:pt x="0" y="18"/>
                    <a:pt x="11" y="18"/>
                  </a:cubicBezTo>
                  <a:cubicBezTo>
                    <a:pt x="23" y="18"/>
                    <a:pt x="23" y="1"/>
                    <a:pt x="12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0" name="îṧlï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6479AB1-5F5B-4F57-B8F9-98C1F731D4A8}"/>
                </a:ext>
              </a:extLst>
            </p:cNvPr>
            <p:cNvSpPr/>
            <p:nvPr/>
          </p:nvSpPr>
          <p:spPr bwMode="auto">
            <a:xfrm>
              <a:off x="5661025" y="4076701"/>
              <a:ext cx="66675" cy="50800"/>
            </a:xfrm>
            <a:custGeom>
              <a:avLst/>
              <a:gdLst>
                <a:gd name="T0" fmla="*/ 11 w 21"/>
                <a:gd name="T1" fmla="*/ 0 h 16"/>
                <a:gd name="T2" fmla="*/ 10 w 21"/>
                <a:gd name="T3" fmla="*/ 16 h 16"/>
                <a:gd name="T4" fmla="*/ 11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11" y="0"/>
                  </a:moveTo>
                  <a:cubicBezTo>
                    <a:pt x="1" y="0"/>
                    <a:pt x="0" y="15"/>
                    <a:pt x="10" y="16"/>
                  </a:cubicBezTo>
                  <a:cubicBezTo>
                    <a:pt x="20" y="16"/>
                    <a:pt x="21" y="1"/>
                    <a:pt x="11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1" name="íṡļí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DEF11DD-04F8-498F-BB42-68A55839B5FC}"/>
                </a:ext>
              </a:extLst>
            </p:cNvPr>
            <p:cNvSpPr/>
            <p:nvPr/>
          </p:nvSpPr>
          <p:spPr bwMode="auto">
            <a:xfrm>
              <a:off x="5699125" y="4305301"/>
              <a:ext cx="65088" cy="49213"/>
            </a:xfrm>
            <a:custGeom>
              <a:avLst/>
              <a:gdLst>
                <a:gd name="T0" fmla="*/ 11 w 21"/>
                <a:gd name="T1" fmla="*/ 0 h 16"/>
                <a:gd name="T2" fmla="*/ 10 w 21"/>
                <a:gd name="T3" fmla="*/ 16 h 16"/>
                <a:gd name="T4" fmla="*/ 11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11" y="0"/>
                  </a:moveTo>
                  <a:cubicBezTo>
                    <a:pt x="1" y="0"/>
                    <a:pt x="0" y="15"/>
                    <a:pt x="10" y="16"/>
                  </a:cubicBezTo>
                  <a:cubicBezTo>
                    <a:pt x="20" y="16"/>
                    <a:pt x="21" y="1"/>
                    <a:pt x="11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2" name="íSḻï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761F744-418A-4530-8F76-9682A5C7275A}"/>
                </a:ext>
              </a:extLst>
            </p:cNvPr>
            <p:cNvSpPr/>
            <p:nvPr/>
          </p:nvSpPr>
          <p:spPr bwMode="auto">
            <a:xfrm>
              <a:off x="7545388" y="3886201"/>
              <a:ext cx="66675" cy="50800"/>
            </a:xfrm>
            <a:custGeom>
              <a:avLst/>
              <a:gdLst>
                <a:gd name="T0" fmla="*/ 11 w 21"/>
                <a:gd name="T1" fmla="*/ 0 h 16"/>
                <a:gd name="T2" fmla="*/ 10 w 21"/>
                <a:gd name="T3" fmla="*/ 15 h 16"/>
                <a:gd name="T4" fmla="*/ 11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11" y="0"/>
                  </a:moveTo>
                  <a:cubicBezTo>
                    <a:pt x="1" y="0"/>
                    <a:pt x="0" y="15"/>
                    <a:pt x="10" y="15"/>
                  </a:cubicBezTo>
                  <a:cubicBezTo>
                    <a:pt x="20" y="16"/>
                    <a:pt x="21" y="0"/>
                    <a:pt x="11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3" name="ïŝḻï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09E4A15-A975-4438-A32F-9820701ED676}"/>
                </a:ext>
              </a:extLst>
            </p:cNvPr>
            <p:cNvSpPr/>
            <p:nvPr/>
          </p:nvSpPr>
          <p:spPr bwMode="auto">
            <a:xfrm>
              <a:off x="7912100" y="4070351"/>
              <a:ext cx="61913" cy="50800"/>
            </a:xfrm>
            <a:custGeom>
              <a:avLst/>
              <a:gdLst>
                <a:gd name="T0" fmla="*/ 10 w 20"/>
                <a:gd name="T1" fmla="*/ 1 h 16"/>
                <a:gd name="T2" fmla="*/ 10 w 20"/>
                <a:gd name="T3" fmla="*/ 16 h 16"/>
                <a:gd name="T4" fmla="*/ 10 w 20"/>
                <a:gd name="T5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6">
                  <a:moveTo>
                    <a:pt x="10" y="1"/>
                  </a:moveTo>
                  <a:cubicBezTo>
                    <a:pt x="0" y="0"/>
                    <a:pt x="0" y="16"/>
                    <a:pt x="10" y="16"/>
                  </a:cubicBezTo>
                  <a:cubicBezTo>
                    <a:pt x="20" y="16"/>
                    <a:pt x="20" y="1"/>
                    <a:pt x="10" y="1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4" name="i$ļí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CB3C73-4F75-49C8-8BFB-AED349D42858}"/>
                </a:ext>
              </a:extLst>
            </p:cNvPr>
            <p:cNvSpPr/>
            <p:nvPr/>
          </p:nvSpPr>
          <p:spPr bwMode="auto">
            <a:xfrm>
              <a:off x="7986713" y="4154488"/>
              <a:ext cx="34925" cy="28575"/>
            </a:xfrm>
            <a:custGeom>
              <a:avLst/>
              <a:gdLst>
                <a:gd name="T0" fmla="*/ 6 w 11"/>
                <a:gd name="T1" fmla="*/ 0 h 9"/>
                <a:gd name="T2" fmla="*/ 5 w 11"/>
                <a:gd name="T3" fmla="*/ 9 h 9"/>
                <a:gd name="T4" fmla="*/ 6 w 11"/>
                <a:gd name="T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0" y="0"/>
                    <a:pt x="0" y="9"/>
                    <a:pt x="5" y="9"/>
                  </a:cubicBezTo>
                  <a:cubicBezTo>
                    <a:pt x="11" y="9"/>
                    <a:pt x="11" y="0"/>
                    <a:pt x="6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5" name="ïšlí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9FAD0CB-F2C1-4338-85CE-691C3DFAAF80}"/>
                </a:ext>
              </a:extLst>
            </p:cNvPr>
            <p:cNvSpPr/>
            <p:nvPr/>
          </p:nvSpPr>
          <p:spPr bwMode="auto">
            <a:xfrm>
              <a:off x="8283575" y="4354513"/>
              <a:ext cx="65088" cy="50800"/>
            </a:xfrm>
            <a:custGeom>
              <a:avLst/>
              <a:gdLst>
                <a:gd name="T0" fmla="*/ 11 w 21"/>
                <a:gd name="T1" fmla="*/ 0 h 16"/>
                <a:gd name="T2" fmla="*/ 10 w 21"/>
                <a:gd name="T3" fmla="*/ 16 h 16"/>
                <a:gd name="T4" fmla="*/ 11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11" y="0"/>
                  </a:moveTo>
                  <a:cubicBezTo>
                    <a:pt x="1" y="0"/>
                    <a:pt x="0" y="15"/>
                    <a:pt x="10" y="16"/>
                  </a:cubicBezTo>
                  <a:cubicBezTo>
                    <a:pt x="20" y="16"/>
                    <a:pt x="21" y="1"/>
                    <a:pt x="11" y="0"/>
                  </a:cubicBezTo>
                  <a:close/>
                </a:path>
              </a:pathLst>
            </a:custGeom>
            <a:solidFill>
              <a:srgbClr val="3A37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6" name="îšľï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8B18A3B-D664-4F6E-8601-FCB9AE21B673}"/>
                </a:ext>
              </a:extLst>
            </p:cNvPr>
            <p:cNvSpPr/>
            <p:nvPr/>
          </p:nvSpPr>
          <p:spPr bwMode="auto">
            <a:xfrm>
              <a:off x="4973638" y="3605213"/>
              <a:ext cx="215900" cy="138113"/>
            </a:xfrm>
            <a:custGeom>
              <a:avLst/>
              <a:gdLst>
                <a:gd name="T0" fmla="*/ 0 w 69"/>
                <a:gd name="T1" fmla="*/ 32 h 44"/>
                <a:gd name="T2" fmla="*/ 69 w 69"/>
                <a:gd name="T3" fmla="*/ 0 h 44"/>
                <a:gd name="T4" fmla="*/ 40 w 69"/>
                <a:gd name="T5" fmla="*/ 44 h 44"/>
                <a:gd name="T6" fmla="*/ 0 w 69"/>
                <a:gd name="T7" fmla="*/ 3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44">
                  <a:moveTo>
                    <a:pt x="0" y="32"/>
                  </a:moveTo>
                  <a:cubicBezTo>
                    <a:pt x="0" y="32"/>
                    <a:pt x="35" y="4"/>
                    <a:pt x="69" y="0"/>
                  </a:cubicBezTo>
                  <a:cubicBezTo>
                    <a:pt x="40" y="44"/>
                    <a:pt x="40" y="44"/>
                    <a:pt x="40" y="44"/>
                  </a:cubicBezTo>
                  <a:lnTo>
                    <a:pt x="0" y="32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7" name="iṥľ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85B151B-813C-4691-A8C6-8B73D7B14B56}"/>
                </a:ext>
              </a:extLst>
            </p:cNvPr>
            <p:cNvSpPr/>
            <p:nvPr/>
          </p:nvSpPr>
          <p:spPr bwMode="auto">
            <a:xfrm>
              <a:off x="5024438" y="3649663"/>
              <a:ext cx="125413" cy="77788"/>
            </a:xfrm>
            <a:custGeom>
              <a:avLst/>
              <a:gdLst>
                <a:gd name="T0" fmla="*/ 0 w 40"/>
                <a:gd name="T1" fmla="*/ 18 h 25"/>
                <a:gd name="T2" fmla="*/ 40 w 40"/>
                <a:gd name="T3" fmla="*/ 0 h 25"/>
                <a:gd name="T4" fmla="*/ 23 w 40"/>
                <a:gd name="T5" fmla="*/ 25 h 25"/>
                <a:gd name="T6" fmla="*/ 0 w 40"/>
                <a:gd name="T7" fmla="*/ 1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5">
                  <a:moveTo>
                    <a:pt x="0" y="18"/>
                  </a:moveTo>
                  <a:cubicBezTo>
                    <a:pt x="0" y="18"/>
                    <a:pt x="20" y="2"/>
                    <a:pt x="40" y="0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8" name="ïsļï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AA1EBA5-520E-4A7A-A2CC-37AB9D4620E6}"/>
                </a:ext>
              </a:extLst>
            </p:cNvPr>
            <p:cNvSpPr/>
            <p:nvPr/>
          </p:nvSpPr>
          <p:spPr bwMode="auto">
            <a:xfrm>
              <a:off x="6837363" y="4845051"/>
              <a:ext cx="739775" cy="53975"/>
            </a:xfrm>
            <a:custGeom>
              <a:avLst/>
              <a:gdLst>
                <a:gd name="T0" fmla="*/ 0 w 466"/>
                <a:gd name="T1" fmla="*/ 34 h 34"/>
                <a:gd name="T2" fmla="*/ 466 w 466"/>
                <a:gd name="T3" fmla="*/ 18 h 34"/>
                <a:gd name="T4" fmla="*/ 2 w 466"/>
                <a:gd name="T5" fmla="*/ 0 h 34"/>
                <a:gd name="T6" fmla="*/ 0 w 466"/>
                <a:gd name="T7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6" h="34">
                  <a:moveTo>
                    <a:pt x="0" y="34"/>
                  </a:moveTo>
                  <a:lnTo>
                    <a:pt x="466" y="18"/>
                  </a:lnTo>
                  <a:lnTo>
                    <a:pt x="2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9" name="íŝļï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D9D33FB-72B3-4A0E-9C95-C3387BE59921}"/>
                </a:ext>
              </a:extLst>
            </p:cNvPr>
            <p:cNvSpPr/>
            <p:nvPr/>
          </p:nvSpPr>
          <p:spPr bwMode="auto">
            <a:xfrm>
              <a:off x="5476875" y="3752851"/>
              <a:ext cx="741363" cy="52388"/>
            </a:xfrm>
            <a:custGeom>
              <a:avLst/>
              <a:gdLst>
                <a:gd name="T0" fmla="*/ 0 w 467"/>
                <a:gd name="T1" fmla="*/ 33 h 33"/>
                <a:gd name="T2" fmla="*/ 467 w 467"/>
                <a:gd name="T3" fmla="*/ 17 h 33"/>
                <a:gd name="T4" fmla="*/ 2 w 467"/>
                <a:gd name="T5" fmla="*/ 0 h 33"/>
                <a:gd name="T6" fmla="*/ 0 w 467"/>
                <a:gd name="T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7" h="33">
                  <a:moveTo>
                    <a:pt x="0" y="33"/>
                  </a:moveTo>
                  <a:lnTo>
                    <a:pt x="467" y="17"/>
                  </a:lnTo>
                  <a:lnTo>
                    <a:pt x="2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0" name="iSḻ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FC20830-268A-43F3-8E56-A53C0335F667}"/>
                </a:ext>
              </a:extLst>
            </p:cNvPr>
            <p:cNvSpPr/>
            <p:nvPr/>
          </p:nvSpPr>
          <p:spPr bwMode="auto">
            <a:xfrm>
              <a:off x="5776913" y="3830638"/>
              <a:ext cx="741363" cy="52388"/>
            </a:xfrm>
            <a:custGeom>
              <a:avLst/>
              <a:gdLst>
                <a:gd name="T0" fmla="*/ 0 w 467"/>
                <a:gd name="T1" fmla="*/ 33 h 33"/>
                <a:gd name="T2" fmla="*/ 467 w 467"/>
                <a:gd name="T3" fmla="*/ 18 h 33"/>
                <a:gd name="T4" fmla="*/ 2 w 467"/>
                <a:gd name="T5" fmla="*/ 0 h 33"/>
                <a:gd name="T6" fmla="*/ 0 w 467"/>
                <a:gd name="T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7" h="33">
                  <a:moveTo>
                    <a:pt x="0" y="33"/>
                  </a:moveTo>
                  <a:lnTo>
                    <a:pt x="467" y="18"/>
                  </a:lnTo>
                  <a:lnTo>
                    <a:pt x="2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1" name="îşļi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1EFC8B7-610C-4B5A-8C91-600D0ED9A23F}"/>
                </a:ext>
              </a:extLst>
            </p:cNvPr>
            <p:cNvSpPr/>
            <p:nvPr/>
          </p:nvSpPr>
          <p:spPr bwMode="auto">
            <a:xfrm>
              <a:off x="7758113" y="3914776"/>
              <a:ext cx="744538" cy="52388"/>
            </a:xfrm>
            <a:custGeom>
              <a:avLst/>
              <a:gdLst>
                <a:gd name="T0" fmla="*/ 0 w 469"/>
                <a:gd name="T1" fmla="*/ 33 h 33"/>
                <a:gd name="T2" fmla="*/ 469 w 469"/>
                <a:gd name="T3" fmla="*/ 18 h 33"/>
                <a:gd name="T4" fmla="*/ 2 w 469"/>
                <a:gd name="T5" fmla="*/ 0 h 33"/>
                <a:gd name="T6" fmla="*/ 0 w 469"/>
                <a:gd name="T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9" h="33">
                  <a:moveTo>
                    <a:pt x="0" y="33"/>
                  </a:moveTo>
                  <a:lnTo>
                    <a:pt x="469" y="18"/>
                  </a:lnTo>
                  <a:lnTo>
                    <a:pt x="2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2" name="íşlï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E652E8A-044A-4131-B442-70DEB21FB4EC}"/>
                </a:ext>
              </a:extLst>
            </p:cNvPr>
            <p:cNvSpPr/>
            <p:nvPr/>
          </p:nvSpPr>
          <p:spPr bwMode="auto">
            <a:xfrm>
              <a:off x="6780213" y="4792663"/>
              <a:ext cx="625475" cy="46038"/>
            </a:xfrm>
            <a:custGeom>
              <a:avLst/>
              <a:gdLst>
                <a:gd name="T0" fmla="*/ 0 w 394"/>
                <a:gd name="T1" fmla="*/ 0 h 29"/>
                <a:gd name="T2" fmla="*/ 0 w 394"/>
                <a:gd name="T3" fmla="*/ 29 h 29"/>
                <a:gd name="T4" fmla="*/ 394 w 394"/>
                <a:gd name="T5" fmla="*/ 15 h 29"/>
                <a:gd name="T6" fmla="*/ 0 w 394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4" h="29">
                  <a:moveTo>
                    <a:pt x="0" y="0"/>
                  </a:moveTo>
                  <a:lnTo>
                    <a:pt x="0" y="29"/>
                  </a:lnTo>
                  <a:lnTo>
                    <a:pt x="394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3" name="işḷ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4A9E2F9-8A6E-4E80-82A7-874973F379D9}"/>
                </a:ext>
              </a:extLst>
            </p:cNvPr>
            <p:cNvSpPr/>
            <p:nvPr/>
          </p:nvSpPr>
          <p:spPr bwMode="auto">
            <a:xfrm>
              <a:off x="6927850" y="4605338"/>
              <a:ext cx="627063" cy="33338"/>
            </a:xfrm>
            <a:custGeom>
              <a:avLst/>
              <a:gdLst>
                <a:gd name="T0" fmla="*/ 0 w 395"/>
                <a:gd name="T1" fmla="*/ 0 h 21"/>
                <a:gd name="T2" fmla="*/ 0 w 395"/>
                <a:gd name="T3" fmla="*/ 21 h 21"/>
                <a:gd name="T4" fmla="*/ 395 w 395"/>
                <a:gd name="T5" fmla="*/ 11 h 21"/>
                <a:gd name="T6" fmla="*/ 0 w 395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5" h="21">
                  <a:moveTo>
                    <a:pt x="0" y="0"/>
                  </a:moveTo>
                  <a:lnTo>
                    <a:pt x="0" y="21"/>
                  </a:lnTo>
                  <a:lnTo>
                    <a:pt x="395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4" name="işḷi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CF5BED8-E61B-4461-99FD-1A3B5305F15A}"/>
                </a:ext>
              </a:extLst>
            </p:cNvPr>
            <p:cNvSpPr/>
            <p:nvPr/>
          </p:nvSpPr>
          <p:spPr bwMode="auto">
            <a:xfrm>
              <a:off x="7448550" y="4473576"/>
              <a:ext cx="628650" cy="34925"/>
            </a:xfrm>
            <a:custGeom>
              <a:avLst/>
              <a:gdLst>
                <a:gd name="T0" fmla="*/ 0 w 396"/>
                <a:gd name="T1" fmla="*/ 0 h 22"/>
                <a:gd name="T2" fmla="*/ 0 w 396"/>
                <a:gd name="T3" fmla="*/ 22 h 22"/>
                <a:gd name="T4" fmla="*/ 396 w 396"/>
                <a:gd name="T5" fmla="*/ 12 h 22"/>
                <a:gd name="T6" fmla="*/ 0 w 396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6" h="22">
                  <a:moveTo>
                    <a:pt x="0" y="0"/>
                  </a:moveTo>
                  <a:lnTo>
                    <a:pt x="0" y="22"/>
                  </a:lnTo>
                  <a:lnTo>
                    <a:pt x="396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5" name="iŝli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254A520-B05B-4D9D-A10D-8858928A0790}"/>
                </a:ext>
              </a:extLst>
            </p:cNvPr>
            <p:cNvSpPr/>
            <p:nvPr/>
          </p:nvSpPr>
          <p:spPr bwMode="auto">
            <a:xfrm>
              <a:off x="7505700" y="4337051"/>
              <a:ext cx="625475" cy="33338"/>
            </a:xfrm>
            <a:custGeom>
              <a:avLst/>
              <a:gdLst>
                <a:gd name="T0" fmla="*/ 0 w 394"/>
                <a:gd name="T1" fmla="*/ 0 h 21"/>
                <a:gd name="T2" fmla="*/ 0 w 394"/>
                <a:gd name="T3" fmla="*/ 21 h 21"/>
                <a:gd name="T4" fmla="*/ 394 w 394"/>
                <a:gd name="T5" fmla="*/ 11 h 21"/>
                <a:gd name="T6" fmla="*/ 0 w 394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4" h="21">
                  <a:moveTo>
                    <a:pt x="0" y="0"/>
                  </a:moveTo>
                  <a:lnTo>
                    <a:pt x="0" y="21"/>
                  </a:lnTo>
                  <a:lnTo>
                    <a:pt x="394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6" name="iṡ1î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4FD8F86-5EEB-44BA-9FC8-4B56AE5A6D3E}"/>
                </a:ext>
              </a:extLst>
            </p:cNvPr>
            <p:cNvSpPr/>
            <p:nvPr/>
          </p:nvSpPr>
          <p:spPr bwMode="auto">
            <a:xfrm>
              <a:off x="8151813" y="4208463"/>
              <a:ext cx="625475" cy="34925"/>
            </a:xfrm>
            <a:custGeom>
              <a:avLst/>
              <a:gdLst>
                <a:gd name="T0" fmla="*/ 0 w 394"/>
                <a:gd name="T1" fmla="*/ 0 h 22"/>
                <a:gd name="T2" fmla="*/ 0 w 394"/>
                <a:gd name="T3" fmla="*/ 22 h 22"/>
                <a:gd name="T4" fmla="*/ 394 w 394"/>
                <a:gd name="T5" fmla="*/ 12 h 22"/>
                <a:gd name="T6" fmla="*/ 0 w 394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4" h="22">
                  <a:moveTo>
                    <a:pt x="0" y="0"/>
                  </a:moveTo>
                  <a:lnTo>
                    <a:pt x="0" y="22"/>
                  </a:lnTo>
                  <a:lnTo>
                    <a:pt x="394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7" name="ïŝḷí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6DC4F7A-AD1C-4EC8-AAAA-314F8815652A}"/>
                </a:ext>
              </a:extLst>
            </p:cNvPr>
            <p:cNvSpPr/>
            <p:nvPr/>
          </p:nvSpPr>
          <p:spPr bwMode="auto">
            <a:xfrm>
              <a:off x="7402513" y="4448176"/>
              <a:ext cx="477838" cy="25400"/>
            </a:xfrm>
            <a:custGeom>
              <a:avLst/>
              <a:gdLst>
                <a:gd name="T0" fmla="*/ 0 w 301"/>
                <a:gd name="T1" fmla="*/ 0 h 16"/>
                <a:gd name="T2" fmla="*/ 0 w 301"/>
                <a:gd name="T3" fmla="*/ 16 h 16"/>
                <a:gd name="T4" fmla="*/ 301 w 301"/>
                <a:gd name="T5" fmla="*/ 10 h 16"/>
                <a:gd name="T6" fmla="*/ 0 w 301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" h="16">
                  <a:moveTo>
                    <a:pt x="0" y="0"/>
                  </a:moveTo>
                  <a:lnTo>
                    <a:pt x="0" y="16"/>
                  </a:lnTo>
                  <a:lnTo>
                    <a:pt x="301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8" name="ïṩ1ï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0CA3575-F007-4163-B126-BCEEF2F0DB58}"/>
                </a:ext>
              </a:extLst>
            </p:cNvPr>
            <p:cNvSpPr/>
            <p:nvPr/>
          </p:nvSpPr>
          <p:spPr bwMode="auto">
            <a:xfrm>
              <a:off x="8118475" y="4179888"/>
              <a:ext cx="477838" cy="25400"/>
            </a:xfrm>
            <a:custGeom>
              <a:avLst/>
              <a:gdLst>
                <a:gd name="T0" fmla="*/ 0 w 301"/>
                <a:gd name="T1" fmla="*/ 0 h 16"/>
                <a:gd name="T2" fmla="*/ 0 w 301"/>
                <a:gd name="T3" fmla="*/ 16 h 16"/>
                <a:gd name="T4" fmla="*/ 301 w 301"/>
                <a:gd name="T5" fmla="*/ 8 h 16"/>
                <a:gd name="T6" fmla="*/ 0 w 301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" h="16">
                  <a:moveTo>
                    <a:pt x="0" y="0"/>
                  </a:moveTo>
                  <a:lnTo>
                    <a:pt x="0" y="16"/>
                  </a:lnTo>
                  <a:lnTo>
                    <a:pt x="301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9" name="îşḷî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A8E0F19-60EB-4686-AD47-5B80C7A52D4A}"/>
                </a:ext>
              </a:extLst>
            </p:cNvPr>
            <p:cNvSpPr/>
            <p:nvPr/>
          </p:nvSpPr>
          <p:spPr bwMode="auto">
            <a:xfrm>
              <a:off x="7493000" y="4302126"/>
              <a:ext cx="477838" cy="25400"/>
            </a:xfrm>
            <a:custGeom>
              <a:avLst/>
              <a:gdLst>
                <a:gd name="T0" fmla="*/ 0 w 301"/>
                <a:gd name="T1" fmla="*/ 0 h 16"/>
                <a:gd name="T2" fmla="*/ 0 w 301"/>
                <a:gd name="T3" fmla="*/ 16 h 16"/>
                <a:gd name="T4" fmla="*/ 301 w 301"/>
                <a:gd name="T5" fmla="*/ 8 h 16"/>
                <a:gd name="T6" fmla="*/ 0 w 301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1" h="16">
                  <a:moveTo>
                    <a:pt x="0" y="0"/>
                  </a:moveTo>
                  <a:lnTo>
                    <a:pt x="0" y="16"/>
                  </a:lnTo>
                  <a:lnTo>
                    <a:pt x="301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B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120" name="turtle_105686"/>
          <p:cNvSpPr>
            <a:spLocks noChangeAspect="1"/>
          </p:cNvSpPr>
          <p:nvPr/>
        </p:nvSpPr>
        <p:spPr bwMode="auto">
          <a:xfrm>
            <a:off x="5201454" y="3902962"/>
            <a:ext cx="756084" cy="565049"/>
          </a:xfrm>
          <a:custGeom>
            <a:avLst/>
            <a:gdLst>
              <a:gd name="T0" fmla="*/ 802 w 5824"/>
              <a:gd name="T1" fmla="*/ 441 h 4359"/>
              <a:gd name="T2" fmla="*/ 1037 w 5824"/>
              <a:gd name="T3" fmla="*/ 681 h 4359"/>
              <a:gd name="T4" fmla="*/ 2605 w 5824"/>
              <a:gd name="T5" fmla="*/ 3443 h 4359"/>
              <a:gd name="T6" fmla="*/ 1269 w 5824"/>
              <a:gd name="T7" fmla="*/ 2638 h 4359"/>
              <a:gd name="T8" fmla="*/ 1607 w 5824"/>
              <a:gd name="T9" fmla="*/ 2784 h 4359"/>
              <a:gd name="T10" fmla="*/ 2722 w 5824"/>
              <a:gd name="T11" fmla="*/ 4112 h 4359"/>
              <a:gd name="T12" fmla="*/ 1421 w 5824"/>
              <a:gd name="T13" fmla="*/ 3641 h 4359"/>
              <a:gd name="T14" fmla="*/ 1274 w 5824"/>
              <a:gd name="T15" fmla="*/ 2954 h 4359"/>
              <a:gd name="T16" fmla="*/ 877 w 5824"/>
              <a:gd name="T17" fmla="*/ 2250 h 4359"/>
              <a:gd name="T18" fmla="*/ 752 w 5824"/>
              <a:gd name="T19" fmla="*/ 1264 h 4359"/>
              <a:gd name="T20" fmla="*/ 752 w 5824"/>
              <a:gd name="T21" fmla="*/ 240 h 4359"/>
              <a:gd name="T22" fmla="*/ 1265 w 5824"/>
              <a:gd name="T23" fmla="*/ 446 h 4359"/>
              <a:gd name="T24" fmla="*/ 1372 w 5824"/>
              <a:gd name="T25" fmla="*/ 1005 h 4359"/>
              <a:gd name="T26" fmla="*/ 1506 w 5824"/>
              <a:gd name="T27" fmla="*/ 527 h 4359"/>
              <a:gd name="T28" fmla="*/ 1068 w 5824"/>
              <a:gd name="T29" fmla="*/ 0 h 4359"/>
              <a:gd name="T30" fmla="*/ 0 w 5824"/>
              <a:gd name="T31" fmla="*/ 752 h 4359"/>
              <a:gd name="T32" fmla="*/ 637 w 5824"/>
              <a:gd name="T33" fmla="*/ 2251 h 4359"/>
              <a:gd name="T34" fmla="*/ 1254 w 5824"/>
              <a:gd name="T35" fmla="*/ 3813 h 4359"/>
              <a:gd name="T36" fmla="*/ 2609 w 5824"/>
              <a:gd name="T37" fmla="*/ 4359 h 4359"/>
              <a:gd name="T38" fmla="*/ 2973 w 5824"/>
              <a:gd name="T39" fmla="*/ 4283 h 4359"/>
              <a:gd name="T40" fmla="*/ 2882 w 5824"/>
              <a:gd name="T41" fmla="*/ 3894 h 4359"/>
              <a:gd name="T42" fmla="*/ 4229 w 5824"/>
              <a:gd name="T43" fmla="*/ 2992 h 4359"/>
              <a:gd name="T44" fmla="*/ 3598 w 5824"/>
              <a:gd name="T45" fmla="*/ 3226 h 4359"/>
              <a:gd name="T46" fmla="*/ 3880 w 5824"/>
              <a:gd name="T47" fmla="*/ 3201 h 4359"/>
              <a:gd name="T48" fmla="*/ 4920 w 5824"/>
              <a:gd name="T49" fmla="*/ 4085 h 4359"/>
              <a:gd name="T50" fmla="*/ 3795 w 5824"/>
              <a:gd name="T51" fmla="*/ 3537 h 4359"/>
              <a:gd name="T52" fmla="*/ 3705 w 5824"/>
              <a:gd name="T53" fmla="*/ 3424 h 4359"/>
              <a:gd name="T54" fmla="*/ 2969 w 5824"/>
              <a:gd name="T55" fmla="*/ 3718 h 4359"/>
              <a:gd name="T56" fmla="*/ 3775 w 5824"/>
              <a:gd name="T57" fmla="*/ 3948 h 4359"/>
              <a:gd name="T58" fmla="*/ 5097 w 5824"/>
              <a:gd name="T59" fmla="*/ 4315 h 4359"/>
              <a:gd name="T60" fmla="*/ 5196 w 5824"/>
              <a:gd name="T61" fmla="*/ 4222 h 4359"/>
              <a:gd name="T62" fmla="*/ 4229 w 5824"/>
              <a:gd name="T63" fmla="*/ 2992 h 4359"/>
              <a:gd name="T64" fmla="*/ 4818 w 5824"/>
              <a:gd name="T65" fmla="*/ 3282 h 4359"/>
              <a:gd name="T66" fmla="*/ 5418 w 5824"/>
              <a:gd name="T67" fmla="*/ 2360 h 4359"/>
              <a:gd name="T68" fmla="*/ 1233 w 5824"/>
              <a:gd name="T69" fmla="*/ 2283 h 4359"/>
              <a:gd name="T70" fmla="*/ 1142 w 5824"/>
              <a:gd name="T71" fmla="*/ 2178 h 4359"/>
              <a:gd name="T72" fmla="*/ 1786 w 5824"/>
              <a:gd name="T73" fmla="*/ 868 h 4359"/>
              <a:gd name="T74" fmla="*/ 5444 w 5824"/>
              <a:gd name="T75" fmla="*/ 1731 h 4359"/>
              <a:gd name="T76" fmla="*/ 5726 w 5824"/>
              <a:gd name="T77" fmla="*/ 2231 h 4359"/>
              <a:gd name="T78" fmla="*/ 1914 w 5824"/>
              <a:gd name="T79" fmla="*/ 1466 h 4359"/>
              <a:gd name="T80" fmla="*/ 2414 w 5824"/>
              <a:gd name="T81" fmla="*/ 795 h 4359"/>
              <a:gd name="T82" fmla="*/ 1376 w 5824"/>
              <a:gd name="T83" fmla="*/ 2070 h 4359"/>
              <a:gd name="T84" fmla="*/ 3191 w 5824"/>
              <a:gd name="T85" fmla="*/ 2277 h 4359"/>
              <a:gd name="T86" fmla="*/ 2538 w 5824"/>
              <a:gd name="T87" fmla="*/ 1208 h 4359"/>
              <a:gd name="T88" fmla="*/ 3191 w 5824"/>
              <a:gd name="T89" fmla="*/ 2277 h 4359"/>
              <a:gd name="T90" fmla="*/ 3967 w 5824"/>
              <a:gd name="T91" fmla="*/ 717 h 4359"/>
              <a:gd name="T92" fmla="*/ 2654 w 5824"/>
              <a:gd name="T93" fmla="*/ 717 h 4359"/>
              <a:gd name="T94" fmla="*/ 3311 w 5824"/>
              <a:gd name="T95" fmla="*/ 1377 h 4359"/>
              <a:gd name="T96" fmla="*/ 4806 w 5824"/>
              <a:gd name="T97" fmla="*/ 2205 h 4359"/>
              <a:gd name="T98" fmla="*/ 3431 w 5824"/>
              <a:gd name="T99" fmla="*/ 1585 h 4359"/>
              <a:gd name="T100" fmla="*/ 4806 w 5824"/>
              <a:gd name="T101" fmla="*/ 2205 h 4359"/>
              <a:gd name="T102" fmla="*/ 5214 w 5824"/>
              <a:gd name="T103" fmla="*/ 1799 h 4359"/>
              <a:gd name="T104" fmla="*/ 4207 w 5824"/>
              <a:gd name="T105" fmla="*/ 795 h 4359"/>
              <a:gd name="T106" fmla="*/ 5044 w 5824"/>
              <a:gd name="T107" fmla="*/ 2176 h 4359"/>
              <a:gd name="T108" fmla="*/ 5397 w 5824"/>
              <a:gd name="T109" fmla="*/ 1980 h 4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824" h="4359">
                <a:moveTo>
                  <a:pt x="802" y="681"/>
                </a:moveTo>
                <a:lnTo>
                  <a:pt x="802" y="441"/>
                </a:lnTo>
                <a:lnTo>
                  <a:pt x="1037" y="441"/>
                </a:lnTo>
                <a:lnTo>
                  <a:pt x="1037" y="681"/>
                </a:lnTo>
                <a:lnTo>
                  <a:pt x="802" y="681"/>
                </a:lnTo>
                <a:close/>
                <a:moveTo>
                  <a:pt x="2605" y="3443"/>
                </a:moveTo>
                <a:cubicBezTo>
                  <a:pt x="2440" y="3206"/>
                  <a:pt x="2118" y="2783"/>
                  <a:pt x="1800" y="2609"/>
                </a:cubicBezTo>
                <a:cubicBezTo>
                  <a:pt x="1518" y="2454"/>
                  <a:pt x="1346" y="2561"/>
                  <a:pt x="1269" y="2638"/>
                </a:cubicBezTo>
                <a:lnTo>
                  <a:pt x="1438" y="2808"/>
                </a:lnTo>
                <a:cubicBezTo>
                  <a:pt x="1468" y="2778"/>
                  <a:pt x="1512" y="2752"/>
                  <a:pt x="1607" y="2784"/>
                </a:cubicBezTo>
                <a:cubicBezTo>
                  <a:pt x="1794" y="2849"/>
                  <a:pt x="2060" y="3102"/>
                  <a:pt x="2336" y="3480"/>
                </a:cubicBezTo>
                <a:cubicBezTo>
                  <a:pt x="2534" y="3749"/>
                  <a:pt x="2667" y="3988"/>
                  <a:pt x="2722" y="4112"/>
                </a:cubicBezTo>
                <a:cubicBezTo>
                  <a:pt x="2582" y="4133"/>
                  <a:pt x="2380" y="4110"/>
                  <a:pt x="2167" y="4048"/>
                </a:cubicBezTo>
                <a:cubicBezTo>
                  <a:pt x="1868" y="3961"/>
                  <a:pt x="1597" y="3812"/>
                  <a:pt x="1421" y="3641"/>
                </a:cubicBezTo>
                <a:cubicBezTo>
                  <a:pt x="1221" y="3446"/>
                  <a:pt x="1162" y="3242"/>
                  <a:pt x="1243" y="3033"/>
                </a:cubicBezTo>
                <a:lnTo>
                  <a:pt x="1274" y="2954"/>
                </a:lnTo>
                <a:lnTo>
                  <a:pt x="1210" y="2899"/>
                </a:lnTo>
                <a:cubicBezTo>
                  <a:pt x="990" y="2708"/>
                  <a:pt x="878" y="2490"/>
                  <a:pt x="877" y="2250"/>
                </a:cubicBezTo>
                <a:lnTo>
                  <a:pt x="871" y="1264"/>
                </a:lnTo>
                <a:lnTo>
                  <a:pt x="752" y="1264"/>
                </a:lnTo>
                <a:cubicBezTo>
                  <a:pt x="470" y="1264"/>
                  <a:pt x="240" y="1034"/>
                  <a:pt x="240" y="752"/>
                </a:cubicBezTo>
                <a:cubicBezTo>
                  <a:pt x="240" y="470"/>
                  <a:pt x="470" y="240"/>
                  <a:pt x="752" y="240"/>
                </a:cubicBezTo>
                <a:lnTo>
                  <a:pt x="1068" y="240"/>
                </a:lnTo>
                <a:cubicBezTo>
                  <a:pt x="1186" y="240"/>
                  <a:pt x="1256" y="343"/>
                  <a:pt x="1265" y="446"/>
                </a:cubicBezTo>
                <a:cubicBezTo>
                  <a:pt x="1266" y="464"/>
                  <a:pt x="1266" y="495"/>
                  <a:pt x="1266" y="528"/>
                </a:cubicBezTo>
                <a:cubicBezTo>
                  <a:pt x="1267" y="680"/>
                  <a:pt x="1268" y="888"/>
                  <a:pt x="1372" y="1005"/>
                </a:cubicBezTo>
                <a:lnTo>
                  <a:pt x="1552" y="846"/>
                </a:lnTo>
                <a:cubicBezTo>
                  <a:pt x="1508" y="796"/>
                  <a:pt x="1507" y="607"/>
                  <a:pt x="1506" y="527"/>
                </a:cubicBezTo>
                <a:cubicBezTo>
                  <a:pt x="1506" y="487"/>
                  <a:pt x="1506" y="454"/>
                  <a:pt x="1504" y="426"/>
                </a:cubicBezTo>
                <a:cubicBezTo>
                  <a:pt x="1484" y="183"/>
                  <a:pt x="1297" y="0"/>
                  <a:pt x="1068" y="0"/>
                </a:cubicBezTo>
                <a:lnTo>
                  <a:pt x="752" y="0"/>
                </a:lnTo>
                <a:cubicBezTo>
                  <a:pt x="337" y="0"/>
                  <a:pt x="0" y="337"/>
                  <a:pt x="0" y="752"/>
                </a:cubicBezTo>
                <a:cubicBezTo>
                  <a:pt x="0" y="1126"/>
                  <a:pt x="275" y="1437"/>
                  <a:pt x="633" y="1495"/>
                </a:cubicBezTo>
                <a:lnTo>
                  <a:pt x="637" y="2251"/>
                </a:lnTo>
                <a:cubicBezTo>
                  <a:pt x="638" y="2535"/>
                  <a:pt x="761" y="2802"/>
                  <a:pt x="993" y="3026"/>
                </a:cubicBezTo>
                <a:cubicBezTo>
                  <a:pt x="919" y="3298"/>
                  <a:pt x="1010" y="3575"/>
                  <a:pt x="1254" y="3813"/>
                </a:cubicBezTo>
                <a:cubicBezTo>
                  <a:pt x="1456" y="4011"/>
                  <a:pt x="1765" y="4180"/>
                  <a:pt x="2099" y="4278"/>
                </a:cubicBezTo>
                <a:cubicBezTo>
                  <a:pt x="2284" y="4332"/>
                  <a:pt x="2458" y="4359"/>
                  <a:pt x="2609" y="4359"/>
                </a:cubicBezTo>
                <a:cubicBezTo>
                  <a:pt x="2728" y="4359"/>
                  <a:pt x="2833" y="4342"/>
                  <a:pt x="2915" y="4307"/>
                </a:cubicBezTo>
                <a:lnTo>
                  <a:pt x="2973" y="4283"/>
                </a:lnTo>
                <a:lnTo>
                  <a:pt x="2986" y="4222"/>
                </a:lnTo>
                <a:cubicBezTo>
                  <a:pt x="2996" y="4178"/>
                  <a:pt x="2997" y="4112"/>
                  <a:pt x="2882" y="3894"/>
                </a:cubicBezTo>
                <a:cubicBezTo>
                  <a:pt x="2811" y="3758"/>
                  <a:pt x="2713" y="3598"/>
                  <a:pt x="2605" y="3443"/>
                </a:cubicBezTo>
                <a:close/>
                <a:moveTo>
                  <a:pt x="4229" y="2992"/>
                </a:moveTo>
                <a:cubicBezTo>
                  <a:pt x="4100" y="2939"/>
                  <a:pt x="3911" y="2911"/>
                  <a:pt x="3765" y="2990"/>
                </a:cubicBezTo>
                <a:cubicBezTo>
                  <a:pt x="3675" y="3040"/>
                  <a:pt x="3617" y="3121"/>
                  <a:pt x="3598" y="3226"/>
                </a:cubicBezTo>
                <a:lnTo>
                  <a:pt x="3835" y="3269"/>
                </a:lnTo>
                <a:cubicBezTo>
                  <a:pt x="3841" y="3236"/>
                  <a:pt x="3855" y="3215"/>
                  <a:pt x="3880" y="3201"/>
                </a:cubicBezTo>
                <a:cubicBezTo>
                  <a:pt x="3937" y="3170"/>
                  <a:pt x="4045" y="3175"/>
                  <a:pt x="4137" y="3213"/>
                </a:cubicBezTo>
                <a:cubicBezTo>
                  <a:pt x="4455" y="3345"/>
                  <a:pt x="4803" y="3849"/>
                  <a:pt x="4920" y="4085"/>
                </a:cubicBezTo>
                <a:cubicBezTo>
                  <a:pt x="4629" y="4077"/>
                  <a:pt x="4164" y="3962"/>
                  <a:pt x="3929" y="3764"/>
                </a:cubicBezTo>
                <a:cubicBezTo>
                  <a:pt x="3842" y="3691"/>
                  <a:pt x="3797" y="3614"/>
                  <a:pt x="3795" y="3537"/>
                </a:cubicBezTo>
                <a:lnTo>
                  <a:pt x="3793" y="3446"/>
                </a:lnTo>
                <a:lnTo>
                  <a:pt x="3705" y="3424"/>
                </a:lnTo>
                <a:cubicBezTo>
                  <a:pt x="3562" y="3387"/>
                  <a:pt x="3128" y="3331"/>
                  <a:pt x="2840" y="3516"/>
                </a:cubicBezTo>
                <a:lnTo>
                  <a:pt x="2969" y="3718"/>
                </a:lnTo>
                <a:cubicBezTo>
                  <a:pt x="3135" y="3612"/>
                  <a:pt x="3408" y="3617"/>
                  <a:pt x="3568" y="3641"/>
                </a:cubicBezTo>
                <a:cubicBezTo>
                  <a:pt x="3595" y="3752"/>
                  <a:pt x="3664" y="3855"/>
                  <a:pt x="3775" y="3948"/>
                </a:cubicBezTo>
                <a:cubicBezTo>
                  <a:pt x="4072" y="4198"/>
                  <a:pt x="4622" y="4324"/>
                  <a:pt x="4958" y="4324"/>
                </a:cubicBezTo>
                <a:cubicBezTo>
                  <a:pt x="5010" y="4324"/>
                  <a:pt x="5057" y="4321"/>
                  <a:pt x="5097" y="4315"/>
                </a:cubicBezTo>
                <a:lnTo>
                  <a:pt x="5179" y="4303"/>
                </a:lnTo>
                <a:lnTo>
                  <a:pt x="5196" y="4222"/>
                </a:lnTo>
                <a:cubicBezTo>
                  <a:pt x="5230" y="4067"/>
                  <a:pt x="4981" y="3709"/>
                  <a:pt x="4903" y="3603"/>
                </a:cubicBezTo>
                <a:cubicBezTo>
                  <a:pt x="4773" y="3425"/>
                  <a:pt x="4513" y="3109"/>
                  <a:pt x="4229" y="2992"/>
                </a:cubicBezTo>
                <a:close/>
                <a:moveTo>
                  <a:pt x="5726" y="2231"/>
                </a:moveTo>
                <a:cubicBezTo>
                  <a:pt x="5601" y="2647"/>
                  <a:pt x="5312" y="2981"/>
                  <a:pt x="4818" y="3282"/>
                </a:cubicBezTo>
                <a:lnTo>
                  <a:pt x="4693" y="3077"/>
                </a:lnTo>
                <a:cubicBezTo>
                  <a:pt x="5049" y="2860"/>
                  <a:pt x="5284" y="2629"/>
                  <a:pt x="5418" y="2360"/>
                </a:cubicBezTo>
                <a:cubicBezTo>
                  <a:pt x="4653" y="2505"/>
                  <a:pt x="3629" y="2518"/>
                  <a:pt x="3311" y="2518"/>
                </a:cubicBezTo>
                <a:cubicBezTo>
                  <a:pt x="2575" y="2518"/>
                  <a:pt x="1857" y="2436"/>
                  <a:pt x="1233" y="2283"/>
                </a:cubicBezTo>
                <a:lnTo>
                  <a:pt x="1151" y="2263"/>
                </a:lnTo>
                <a:lnTo>
                  <a:pt x="1142" y="2178"/>
                </a:lnTo>
                <a:cubicBezTo>
                  <a:pt x="1138" y="2136"/>
                  <a:pt x="1136" y="2094"/>
                  <a:pt x="1136" y="2053"/>
                </a:cubicBezTo>
                <a:cubicBezTo>
                  <a:pt x="1136" y="1603"/>
                  <a:pt x="1367" y="1182"/>
                  <a:pt x="1786" y="868"/>
                </a:cubicBezTo>
                <a:cubicBezTo>
                  <a:pt x="2195" y="561"/>
                  <a:pt x="2736" y="392"/>
                  <a:pt x="3311" y="392"/>
                </a:cubicBezTo>
                <a:cubicBezTo>
                  <a:pt x="4351" y="392"/>
                  <a:pt x="5246" y="955"/>
                  <a:pt x="5444" y="1731"/>
                </a:cubicBezTo>
                <a:cubicBezTo>
                  <a:pt x="5457" y="1741"/>
                  <a:pt x="5486" y="1756"/>
                  <a:pt x="5506" y="1766"/>
                </a:cubicBezTo>
                <a:cubicBezTo>
                  <a:pt x="5610" y="1819"/>
                  <a:pt x="5824" y="1929"/>
                  <a:pt x="5726" y="2231"/>
                </a:cubicBezTo>
                <a:close/>
                <a:moveTo>
                  <a:pt x="1652" y="2128"/>
                </a:moveTo>
                <a:cubicBezTo>
                  <a:pt x="1678" y="1907"/>
                  <a:pt x="1768" y="1677"/>
                  <a:pt x="1914" y="1466"/>
                </a:cubicBezTo>
                <a:cubicBezTo>
                  <a:pt x="2056" y="1263"/>
                  <a:pt x="2234" y="1097"/>
                  <a:pt x="2414" y="1002"/>
                </a:cubicBezTo>
                <a:lnTo>
                  <a:pt x="2414" y="795"/>
                </a:lnTo>
                <a:cubicBezTo>
                  <a:pt x="1798" y="1032"/>
                  <a:pt x="1376" y="1507"/>
                  <a:pt x="1376" y="2053"/>
                </a:cubicBezTo>
                <a:cubicBezTo>
                  <a:pt x="1376" y="2059"/>
                  <a:pt x="1376" y="2065"/>
                  <a:pt x="1376" y="2070"/>
                </a:cubicBezTo>
                <a:cubicBezTo>
                  <a:pt x="1467" y="2091"/>
                  <a:pt x="1559" y="2111"/>
                  <a:pt x="1652" y="2128"/>
                </a:cubicBezTo>
                <a:close/>
                <a:moveTo>
                  <a:pt x="3191" y="2277"/>
                </a:moveTo>
                <a:lnTo>
                  <a:pt x="3191" y="1585"/>
                </a:lnTo>
                <a:lnTo>
                  <a:pt x="2538" y="1208"/>
                </a:lnTo>
                <a:cubicBezTo>
                  <a:pt x="2268" y="1348"/>
                  <a:pt x="1930" y="1745"/>
                  <a:pt x="1889" y="2170"/>
                </a:cubicBezTo>
                <a:cubicBezTo>
                  <a:pt x="2302" y="2235"/>
                  <a:pt x="2742" y="2271"/>
                  <a:pt x="3191" y="2277"/>
                </a:cubicBezTo>
                <a:close/>
                <a:moveTo>
                  <a:pt x="3967" y="998"/>
                </a:moveTo>
                <a:lnTo>
                  <a:pt x="3967" y="717"/>
                </a:lnTo>
                <a:cubicBezTo>
                  <a:pt x="3758" y="662"/>
                  <a:pt x="3536" y="632"/>
                  <a:pt x="3311" y="632"/>
                </a:cubicBezTo>
                <a:cubicBezTo>
                  <a:pt x="3080" y="632"/>
                  <a:pt x="2859" y="662"/>
                  <a:pt x="2654" y="717"/>
                </a:cubicBezTo>
                <a:lnTo>
                  <a:pt x="2654" y="998"/>
                </a:lnTo>
                <a:lnTo>
                  <a:pt x="3311" y="1377"/>
                </a:lnTo>
                <a:lnTo>
                  <a:pt x="3967" y="998"/>
                </a:lnTo>
                <a:close/>
                <a:moveTo>
                  <a:pt x="4806" y="2205"/>
                </a:moveTo>
                <a:cubicBezTo>
                  <a:pt x="4754" y="1794"/>
                  <a:pt x="4380" y="1356"/>
                  <a:pt x="4093" y="1203"/>
                </a:cubicBezTo>
                <a:lnTo>
                  <a:pt x="3431" y="1585"/>
                </a:lnTo>
                <a:lnTo>
                  <a:pt x="3431" y="2277"/>
                </a:lnTo>
                <a:cubicBezTo>
                  <a:pt x="3855" y="2274"/>
                  <a:pt x="4354" y="2252"/>
                  <a:pt x="4806" y="2205"/>
                </a:cubicBezTo>
                <a:close/>
                <a:moveTo>
                  <a:pt x="5397" y="1980"/>
                </a:moveTo>
                <a:cubicBezTo>
                  <a:pt x="5326" y="1944"/>
                  <a:pt x="5238" y="1899"/>
                  <a:pt x="5214" y="1799"/>
                </a:cubicBezTo>
                <a:cubicBezTo>
                  <a:pt x="5135" y="1481"/>
                  <a:pt x="4906" y="1188"/>
                  <a:pt x="4567" y="975"/>
                </a:cubicBezTo>
                <a:cubicBezTo>
                  <a:pt x="4456" y="904"/>
                  <a:pt x="4335" y="844"/>
                  <a:pt x="4207" y="795"/>
                </a:cubicBezTo>
                <a:lnTo>
                  <a:pt x="4207" y="992"/>
                </a:lnTo>
                <a:cubicBezTo>
                  <a:pt x="4550" y="1177"/>
                  <a:pt x="4982" y="1671"/>
                  <a:pt x="5044" y="2176"/>
                </a:cubicBezTo>
                <a:cubicBezTo>
                  <a:pt x="5213" y="2154"/>
                  <a:pt x="5371" y="2127"/>
                  <a:pt x="5512" y="2096"/>
                </a:cubicBezTo>
                <a:cubicBezTo>
                  <a:pt x="5515" y="2043"/>
                  <a:pt x="5481" y="2023"/>
                  <a:pt x="5397" y="19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1" name="snail_344278"/>
          <p:cNvSpPr>
            <a:spLocks noChangeAspect="1"/>
          </p:cNvSpPr>
          <p:nvPr/>
        </p:nvSpPr>
        <p:spPr bwMode="auto">
          <a:xfrm>
            <a:off x="5328114" y="4928914"/>
            <a:ext cx="609685" cy="608758"/>
          </a:xfrm>
          <a:custGeom>
            <a:avLst/>
            <a:gdLst>
              <a:gd name="T0" fmla="*/ 771 w 1542"/>
              <a:gd name="T1" fmla="*/ 0 h 1542"/>
              <a:gd name="T2" fmla="*/ 0 w 1542"/>
              <a:gd name="T3" fmla="*/ 771 h 1542"/>
              <a:gd name="T4" fmla="*/ 771 w 1542"/>
              <a:gd name="T5" fmla="*/ 1542 h 1542"/>
              <a:gd name="T6" fmla="*/ 1542 w 1542"/>
              <a:gd name="T7" fmla="*/ 771 h 1542"/>
              <a:gd name="T8" fmla="*/ 771 w 1542"/>
              <a:gd name="T9" fmla="*/ 0 h 1542"/>
              <a:gd name="T10" fmla="*/ 389 w 1542"/>
              <a:gd name="T11" fmla="*/ 883 h 1542"/>
              <a:gd name="T12" fmla="*/ 199 w 1542"/>
              <a:gd name="T13" fmla="*/ 671 h 1542"/>
              <a:gd name="T14" fmla="*/ 279 w 1542"/>
              <a:gd name="T15" fmla="*/ 671 h 1542"/>
              <a:gd name="T16" fmla="*/ 389 w 1542"/>
              <a:gd name="T17" fmla="*/ 803 h 1542"/>
              <a:gd name="T18" fmla="*/ 498 w 1542"/>
              <a:gd name="T19" fmla="*/ 671 h 1542"/>
              <a:gd name="T20" fmla="*/ 578 w 1542"/>
              <a:gd name="T21" fmla="*/ 671 h 1542"/>
              <a:gd name="T22" fmla="*/ 389 w 1542"/>
              <a:gd name="T23" fmla="*/ 883 h 1542"/>
              <a:gd name="T24" fmla="*/ 931 w 1542"/>
              <a:gd name="T25" fmla="*/ 1259 h 1542"/>
              <a:gd name="T26" fmla="*/ 768 w 1542"/>
              <a:gd name="T27" fmla="*/ 1123 h 1542"/>
              <a:gd name="T28" fmla="*/ 606 w 1542"/>
              <a:gd name="T29" fmla="*/ 1259 h 1542"/>
              <a:gd name="T30" fmla="*/ 526 w 1542"/>
              <a:gd name="T31" fmla="*/ 1259 h 1542"/>
              <a:gd name="T32" fmla="*/ 768 w 1542"/>
              <a:gd name="T33" fmla="*/ 1043 h 1542"/>
              <a:gd name="T34" fmla="*/ 1011 w 1542"/>
              <a:gd name="T35" fmla="*/ 1259 h 1542"/>
              <a:gd name="T36" fmla="*/ 931 w 1542"/>
              <a:gd name="T37" fmla="*/ 1259 h 1542"/>
              <a:gd name="T38" fmla="*/ 1154 w 1542"/>
              <a:gd name="T39" fmla="*/ 883 h 1542"/>
              <a:gd name="T40" fmla="*/ 964 w 1542"/>
              <a:gd name="T41" fmla="*/ 671 h 1542"/>
              <a:gd name="T42" fmla="*/ 1044 w 1542"/>
              <a:gd name="T43" fmla="*/ 671 h 1542"/>
              <a:gd name="T44" fmla="*/ 1154 w 1542"/>
              <a:gd name="T45" fmla="*/ 803 h 1542"/>
              <a:gd name="T46" fmla="*/ 1264 w 1542"/>
              <a:gd name="T47" fmla="*/ 671 h 1542"/>
              <a:gd name="T48" fmla="*/ 1344 w 1542"/>
              <a:gd name="T49" fmla="*/ 671 h 1542"/>
              <a:gd name="T50" fmla="*/ 1154 w 1542"/>
              <a:gd name="T51" fmla="*/ 883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42" h="1542">
                <a:moveTo>
                  <a:pt x="771" y="0"/>
                </a:moveTo>
                <a:cubicBezTo>
                  <a:pt x="345" y="0"/>
                  <a:pt x="0" y="345"/>
                  <a:pt x="0" y="771"/>
                </a:cubicBezTo>
                <a:cubicBezTo>
                  <a:pt x="0" y="1197"/>
                  <a:pt x="345" y="1542"/>
                  <a:pt x="771" y="1542"/>
                </a:cubicBezTo>
                <a:cubicBezTo>
                  <a:pt x="1197" y="1542"/>
                  <a:pt x="1542" y="1197"/>
                  <a:pt x="1542" y="771"/>
                </a:cubicBezTo>
                <a:cubicBezTo>
                  <a:pt x="1542" y="345"/>
                  <a:pt x="1197" y="0"/>
                  <a:pt x="771" y="0"/>
                </a:cubicBezTo>
                <a:close/>
                <a:moveTo>
                  <a:pt x="389" y="883"/>
                </a:moveTo>
                <a:cubicBezTo>
                  <a:pt x="284" y="883"/>
                  <a:pt x="199" y="788"/>
                  <a:pt x="199" y="671"/>
                </a:cubicBezTo>
                <a:lnTo>
                  <a:pt x="279" y="671"/>
                </a:lnTo>
                <a:cubicBezTo>
                  <a:pt x="279" y="744"/>
                  <a:pt x="328" y="803"/>
                  <a:pt x="389" y="803"/>
                </a:cubicBezTo>
                <a:cubicBezTo>
                  <a:pt x="449" y="803"/>
                  <a:pt x="498" y="744"/>
                  <a:pt x="498" y="671"/>
                </a:cubicBezTo>
                <a:lnTo>
                  <a:pt x="578" y="671"/>
                </a:lnTo>
                <a:cubicBezTo>
                  <a:pt x="578" y="788"/>
                  <a:pt x="493" y="883"/>
                  <a:pt x="389" y="883"/>
                </a:cubicBezTo>
                <a:close/>
                <a:moveTo>
                  <a:pt x="931" y="1259"/>
                </a:moveTo>
                <a:cubicBezTo>
                  <a:pt x="931" y="1184"/>
                  <a:pt x="858" y="1123"/>
                  <a:pt x="768" y="1123"/>
                </a:cubicBezTo>
                <a:cubicBezTo>
                  <a:pt x="679" y="1123"/>
                  <a:pt x="606" y="1184"/>
                  <a:pt x="606" y="1259"/>
                </a:cubicBezTo>
                <a:lnTo>
                  <a:pt x="526" y="1259"/>
                </a:lnTo>
                <a:cubicBezTo>
                  <a:pt x="526" y="1140"/>
                  <a:pt x="635" y="1043"/>
                  <a:pt x="768" y="1043"/>
                </a:cubicBezTo>
                <a:cubicBezTo>
                  <a:pt x="902" y="1043"/>
                  <a:pt x="1011" y="1140"/>
                  <a:pt x="1011" y="1259"/>
                </a:cubicBezTo>
                <a:lnTo>
                  <a:pt x="931" y="1259"/>
                </a:lnTo>
                <a:close/>
                <a:moveTo>
                  <a:pt x="1154" y="883"/>
                </a:moveTo>
                <a:cubicBezTo>
                  <a:pt x="1049" y="883"/>
                  <a:pt x="964" y="788"/>
                  <a:pt x="964" y="671"/>
                </a:cubicBezTo>
                <a:lnTo>
                  <a:pt x="1044" y="671"/>
                </a:lnTo>
                <a:cubicBezTo>
                  <a:pt x="1044" y="744"/>
                  <a:pt x="1093" y="803"/>
                  <a:pt x="1154" y="803"/>
                </a:cubicBezTo>
                <a:cubicBezTo>
                  <a:pt x="1214" y="803"/>
                  <a:pt x="1264" y="744"/>
                  <a:pt x="1264" y="671"/>
                </a:cubicBezTo>
                <a:lnTo>
                  <a:pt x="1344" y="671"/>
                </a:lnTo>
                <a:cubicBezTo>
                  <a:pt x="1344" y="788"/>
                  <a:pt x="1258" y="883"/>
                  <a:pt x="1154" y="88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2" name="happy-face_64523"/>
          <p:cNvSpPr>
            <a:spLocks noChangeAspect="1"/>
          </p:cNvSpPr>
          <p:nvPr/>
        </p:nvSpPr>
        <p:spPr bwMode="auto">
          <a:xfrm>
            <a:off x="8130204" y="4912549"/>
            <a:ext cx="609685" cy="608728"/>
          </a:xfrm>
          <a:custGeom>
            <a:avLst/>
            <a:gdLst>
              <a:gd name="T0" fmla="*/ 307 w 613"/>
              <a:gd name="T1" fmla="*/ 0 h 613"/>
              <a:gd name="T2" fmla="*/ 0 w 613"/>
              <a:gd name="T3" fmla="*/ 307 h 613"/>
              <a:gd name="T4" fmla="*/ 307 w 613"/>
              <a:gd name="T5" fmla="*/ 613 h 613"/>
              <a:gd name="T6" fmla="*/ 613 w 613"/>
              <a:gd name="T7" fmla="*/ 307 h 613"/>
              <a:gd name="T8" fmla="*/ 307 w 613"/>
              <a:gd name="T9" fmla="*/ 0 h 613"/>
              <a:gd name="T10" fmla="*/ 392 w 613"/>
              <a:gd name="T11" fmla="*/ 234 h 613"/>
              <a:gd name="T12" fmla="*/ 429 w 613"/>
              <a:gd name="T13" fmla="*/ 282 h 613"/>
              <a:gd name="T14" fmla="*/ 426 w 613"/>
              <a:gd name="T15" fmla="*/ 296 h 613"/>
              <a:gd name="T16" fmla="*/ 413 w 613"/>
              <a:gd name="T17" fmla="*/ 302 h 613"/>
              <a:gd name="T18" fmla="*/ 372 w 613"/>
              <a:gd name="T19" fmla="*/ 302 h 613"/>
              <a:gd name="T20" fmla="*/ 358 w 613"/>
              <a:gd name="T21" fmla="*/ 296 h 613"/>
              <a:gd name="T22" fmla="*/ 355 w 613"/>
              <a:gd name="T23" fmla="*/ 282 h 613"/>
              <a:gd name="T24" fmla="*/ 392 w 613"/>
              <a:gd name="T25" fmla="*/ 234 h 613"/>
              <a:gd name="T26" fmla="*/ 221 w 613"/>
              <a:gd name="T27" fmla="*/ 234 h 613"/>
              <a:gd name="T28" fmla="*/ 258 w 613"/>
              <a:gd name="T29" fmla="*/ 282 h 613"/>
              <a:gd name="T30" fmla="*/ 255 w 613"/>
              <a:gd name="T31" fmla="*/ 296 h 613"/>
              <a:gd name="T32" fmla="*/ 242 w 613"/>
              <a:gd name="T33" fmla="*/ 302 h 613"/>
              <a:gd name="T34" fmla="*/ 201 w 613"/>
              <a:gd name="T35" fmla="*/ 302 h 613"/>
              <a:gd name="T36" fmla="*/ 188 w 613"/>
              <a:gd name="T37" fmla="*/ 296 h 613"/>
              <a:gd name="T38" fmla="*/ 184 w 613"/>
              <a:gd name="T39" fmla="*/ 282 h 613"/>
              <a:gd name="T40" fmla="*/ 221 w 613"/>
              <a:gd name="T41" fmla="*/ 234 h 613"/>
              <a:gd name="T42" fmla="*/ 307 w 613"/>
              <a:gd name="T43" fmla="*/ 503 h 613"/>
              <a:gd name="T44" fmla="*/ 120 w 613"/>
              <a:gd name="T45" fmla="*/ 395 h 613"/>
              <a:gd name="T46" fmla="*/ 120 w 613"/>
              <a:gd name="T47" fmla="*/ 378 h 613"/>
              <a:gd name="T48" fmla="*/ 134 w 613"/>
              <a:gd name="T49" fmla="*/ 370 h 613"/>
              <a:gd name="T50" fmla="*/ 479 w 613"/>
              <a:gd name="T51" fmla="*/ 370 h 613"/>
              <a:gd name="T52" fmla="*/ 494 w 613"/>
              <a:gd name="T53" fmla="*/ 378 h 613"/>
              <a:gd name="T54" fmla="*/ 494 w 613"/>
              <a:gd name="T55" fmla="*/ 395 h 613"/>
              <a:gd name="T56" fmla="*/ 307 w 613"/>
              <a:gd name="T57" fmla="*/ 50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613" h="613">
                <a:moveTo>
                  <a:pt x="307" y="0"/>
                </a:moveTo>
                <a:cubicBezTo>
                  <a:pt x="137" y="0"/>
                  <a:pt x="0" y="137"/>
                  <a:pt x="0" y="307"/>
                </a:cubicBezTo>
                <a:cubicBezTo>
                  <a:pt x="0" y="476"/>
                  <a:pt x="137" y="613"/>
                  <a:pt x="307" y="613"/>
                </a:cubicBezTo>
                <a:cubicBezTo>
                  <a:pt x="476" y="613"/>
                  <a:pt x="613" y="476"/>
                  <a:pt x="613" y="307"/>
                </a:cubicBezTo>
                <a:cubicBezTo>
                  <a:pt x="613" y="137"/>
                  <a:pt x="476" y="0"/>
                  <a:pt x="307" y="0"/>
                </a:cubicBezTo>
                <a:close/>
                <a:moveTo>
                  <a:pt x="392" y="234"/>
                </a:moveTo>
                <a:cubicBezTo>
                  <a:pt x="409" y="234"/>
                  <a:pt x="423" y="254"/>
                  <a:pt x="429" y="282"/>
                </a:cubicBezTo>
                <a:cubicBezTo>
                  <a:pt x="430" y="287"/>
                  <a:pt x="429" y="292"/>
                  <a:pt x="426" y="296"/>
                </a:cubicBezTo>
                <a:cubicBezTo>
                  <a:pt x="422" y="300"/>
                  <a:pt x="418" y="302"/>
                  <a:pt x="413" y="302"/>
                </a:cubicBezTo>
                <a:lnTo>
                  <a:pt x="372" y="302"/>
                </a:lnTo>
                <a:cubicBezTo>
                  <a:pt x="366" y="302"/>
                  <a:pt x="362" y="300"/>
                  <a:pt x="358" y="296"/>
                </a:cubicBezTo>
                <a:cubicBezTo>
                  <a:pt x="355" y="292"/>
                  <a:pt x="354" y="287"/>
                  <a:pt x="355" y="282"/>
                </a:cubicBezTo>
                <a:cubicBezTo>
                  <a:pt x="361" y="254"/>
                  <a:pt x="375" y="234"/>
                  <a:pt x="392" y="234"/>
                </a:cubicBezTo>
                <a:close/>
                <a:moveTo>
                  <a:pt x="221" y="234"/>
                </a:moveTo>
                <a:cubicBezTo>
                  <a:pt x="238" y="234"/>
                  <a:pt x="253" y="254"/>
                  <a:pt x="258" y="282"/>
                </a:cubicBezTo>
                <a:cubicBezTo>
                  <a:pt x="259" y="287"/>
                  <a:pt x="258" y="292"/>
                  <a:pt x="255" y="296"/>
                </a:cubicBezTo>
                <a:cubicBezTo>
                  <a:pt x="252" y="300"/>
                  <a:pt x="247" y="302"/>
                  <a:pt x="242" y="302"/>
                </a:cubicBezTo>
                <a:lnTo>
                  <a:pt x="201" y="302"/>
                </a:lnTo>
                <a:cubicBezTo>
                  <a:pt x="196" y="302"/>
                  <a:pt x="191" y="300"/>
                  <a:pt x="188" y="296"/>
                </a:cubicBezTo>
                <a:cubicBezTo>
                  <a:pt x="184" y="292"/>
                  <a:pt x="183" y="287"/>
                  <a:pt x="184" y="282"/>
                </a:cubicBezTo>
                <a:cubicBezTo>
                  <a:pt x="190" y="254"/>
                  <a:pt x="204" y="234"/>
                  <a:pt x="221" y="234"/>
                </a:cubicBezTo>
                <a:close/>
                <a:moveTo>
                  <a:pt x="307" y="503"/>
                </a:moveTo>
                <a:cubicBezTo>
                  <a:pt x="227" y="503"/>
                  <a:pt x="157" y="460"/>
                  <a:pt x="120" y="395"/>
                </a:cubicBezTo>
                <a:cubicBezTo>
                  <a:pt x="117" y="390"/>
                  <a:pt x="117" y="384"/>
                  <a:pt x="120" y="378"/>
                </a:cubicBezTo>
                <a:cubicBezTo>
                  <a:pt x="123" y="373"/>
                  <a:pt x="128" y="370"/>
                  <a:pt x="134" y="370"/>
                </a:cubicBezTo>
                <a:lnTo>
                  <a:pt x="479" y="370"/>
                </a:lnTo>
                <a:cubicBezTo>
                  <a:pt x="485" y="370"/>
                  <a:pt x="491" y="373"/>
                  <a:pt x="494" y="378"/>
                </a:cubicBezTo>
                <a:cubicBezTo>
                  <a:pt x="497" y="384"/>
                  <a:pt x="497" y="390"/>
                  <a:pt x="494" y="395"/>
                </a:cubicBezTo>
                <a:cubicBezTo>
                  <a:pt x="456" y="460"/>
                  <a:pt x="386" y="503"/>
                  <a:pt x="307" y="503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32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Docker Elements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b="1" dirty="0">
                <a:latin typeface="Arial" panose="020B0604020202020204" pitchFamily="34" charset="0"/>
              </a:rPr>
              <a:t>Image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A Docker image is a read-only template used to create Docker containers. Docker provides a simple mechanism to allow users to create images or update existing ones. Users can also download images created by others and use them without making any changes.</a:t>
            </a:r>
          </a:p>
          <a:p>
            <a:r>
              <a:rPr lang="en-US" sz="2000" b="1" dirty="0">
                <a:latin typeface="Arial" panose="020B0604020202020204" pitchFamily="34" charset="0"/>
              </a:rPr>
              <a:t>Container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Docker uses containers to run applications. A container is a runtime instance of a docker image. A container can be started, started, stopped, and deleted. Each container is an isolated and secure platform.</a:t>
            </a:r>
          </a:p>
          <a:p>
            <a:r>
              <a:rPr lang="en-US" sz="2000" b="1" dirty="0">
                <a:latin typeface="Arial" panose="020B0604020202020204" pitchFamily="34" charset="0"/>
              </a:rPr>
              <a:t>Repository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A repository is a set of Docker images. A Registry is a hosted service containing repositories of images. Each image has a unique tag.</a:t>
            </a:r>
          </a:p>
        </p:txBody>
      </p:sp>
    </p:spTree>
    <p:extLst>
      <p:ext uri="{BB962C8B-B14F-4D97-AF65-F5344CB8AC3E}">
        <p14:creationId xmlns:p14="http://schemas.microsoft.com/office/powerpoint/2010/main" val="136230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Docker Architecture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55440" y="1615075"/>
            <a:ext cx="10334086" cy="3830149"/>
            <a:chOff x="767663" y="1615075"/>
            <a:chExt cx="10334086" cy="3830149"/>
          </a:xfrm>
        </p:grpSpPr>
        <p:sp>
          <p:nvSpPr>
            <p:cNvPr id="5" name="圆角矩形 4"/>
            <p:cNvSpPr/>
            <p:nvPr/>
          </p:nvSpPr>
          <p:spPr bwMode="auto">
            <a:xfrm>
              <a:off x="767663" y="2877069"/>
              <a:ext cx="1764196" cy="576064"/>
            </a:xfrm>
            <a:prstGeom prst="roundRect">
              <a:avLst/>
            </a:prstGeom>
            <a:noFill/>
            <a:ln w="9525" cap="flat" cmpd="sng" algn="ctr">
              <a:solidFill>
                <a:srgbClr val="02CC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Arial" panose="020B0604020202020204" pitchFamily="34" charset="0"/>
                  <a:ea typeface="宋体" pitchFamily="2" charset="-122"/>
                </a:rPr>
                <a:t>D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rPr>
                <a:t>ocker Client</a:t>
              </a:r>
            </a:p>
          </p:txBody>
        </p:sp>
        <p:sp>
          <p:nvSpPr>
            <p:cNvPr id="6" name="圆角矩形 5"/>
            <p:cNvSpPr/>
            <p:nvPr/>
          </p:nvSpPr>
          <p:spPr bwMode="auto">
            <a:xfrm>
              <a:off x="2963652" y="2168860"/>
              <a:ext cx="4680520" cy="3276364"/>
            </a:xfrm>
            <a:prstGeom prst="roundRect">
              <a:avLst/>
            </a:prstGeom>
            <a:noFill/>
            <a:ln w="19050" cap="flat" cmpd="sng" algn="ctr">
              <a:solidFill>
                <a:srgbClr val="02CC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 bwMode="auto">
            <a:xfrm>
              <a:off x="4655840" y="1664804"/>
              <a:ext cx="1296144" cy="470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2400" b="1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Host</a:t>
              </a:r>
            </a:p>
          </p:txBody>
        </p:sp>
        <p:sp>
          <p:nvSpPr>
            <p:cNvPr id="8" name="圆角矩形 7"/>
            <p:cNvSpPr/>
            <p:nvPr/>
          </p:nvSpPr>
          <p:spPr bwMode="auto">
            <a:xfrm>
              <a:off x="3575720" y="2516748"/>
              <a:ext cx="3528392" cy="47256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Docker daemon</a:t>
              </a:r>
            </a:p>
          </p:txBody>
        </p:sp>
        <p:sp>
          <p:nvSpPr>
            <p:cNvPr id="9" name="圆角矩形 8"/>
            <p:cNvSpPr/>
            <p:nvPr/>
          </p:nvSpPr>
          <p:spPr bwMode="auto">
            <a:xfrm>
              <a:off x="3575720" y="3337196"/>
              <a:ext cx="1638182" cy="351558"/>
            </a:xfrm>
            <a:prstGeom prst="roundRect">
              <a:avLst/>
            </a:prstGeom>
            <a:solidFill>
              <a:srgbClr val="41BDC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container 1</a:t>
              </a:r>
            </a:p>
          </p:txBody>
        </p:sp>
        <p:sp>
          <p:nvSpPr>
            <p:cNvPr id="10" name="圆角矩形 9"/>
            <p:cNvSpPr/>
            <p:nvPr/>
          </p:nvSpPr>
          <p:spPr bwMode="auto">
            <a:xfrm>
              <a:off x="3575720" y="3852118"/>
              <a:ext cx="1638182" cy="332965"/>
            </a:xfrm>
            <a:prstGeom prst="roundRect">
              <a:avLst/>
            </a:prstGeom>
            <a:solidFill>
              <a:srgbClr val="41BDC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container 2a</a:t>
              </a:r>
            </a:p>
          </p:txBody>
        </p:sp>
        <p:sp>
          <p:nvSpPr>
            <p:cNvPr id="11" name="圆角矩形 10"/>
            <p:cNvSpPr/>
            <p:nvPr/>
          </p:nvSpPr>
          <p:spPr bwMode="auto">
            <a:xfrm>
              <a:off x="3575720" y="4348446"/>
              <a:ext cx="1638182" cy="348419"/>
            </a:xfrm>
            <a:prstGeom prst="roundRect">
              <a:avLst/>
            </a:prstGeom>
            <a:solidFill>
              <a:srgbClr val="41BDC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container 2b</a:t>
              </a:r>
            </a:p>
          </p:txBody>
        </p:sp>
        <p:sp>
          <p:nvSpPr>
            <p:cNvPr id="12" name="圆角矩形 11"/>
            <p:cNvSpPr/>
            <p:nvPr/>
          </p:nvSpPr>
          <p:spPr bwMode="auto">
            <a:xfrm>
              <a:off x="5503149" y="3337196"/>
              <a:ext cx="1314146" cy="351558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Image 1</a:t>
              </a:r>
            </a:p>
          </p:txBody>
        </p:sp>
        <p:sp>
          <p:nvSpPr>
            <p:cNvPr id="13" name="圆角矩形 12"/>
            <p:cNvSpPr/>
            <p:nvPr/>
          </p:nvSpPr>
          <p:spPr bwMode="auto">
            <a:xfrm>
              <a:off x="5503149" y="3852118"/>
              <a:ext cx="1314146" cy="332965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Image 2</a:t>
              </a:r>
            </a:p>
          </p:txBody>
        </p:sp>
        <p:sp>
          <p:nvSpPr>
            <p:cNvPr id="14" name="圆角矩形 13"/>
            <p:cNvSpPr/>
            <p:nvPr/>
          </p:nvSpPr>
          <p:spPr bwMode="auto">
            <a:xfrm>
              <a:off x="8257433" y="2168860"/>
              <a:ext cx="2844316" cy="3276364"/>
            </a:xfrm>
            <a:prstGeom prst="roundRect">
              <a:avLst/>
            </a:prstGeom>
            <a:noFill/>
            <a:ln w="19050" cap="flat" cmpd="sng" algn="ctr">
              <a:solidFill>
                <a:srgbClr val="02CC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 bwMode="auto">
            <a:xfrm>
              <a:off x="8796300" y="1615075"/>
              <a:ext cx="1692188" cy="470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2400" b="1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Registry</a:t>
              </a:r>
            </a:p>
          </p:txBody>
        </p:sp>
        <p:sp>
          <p:nvSpPr>
            <p:cNvPr id="16" name="圆角矩形 15"/>
            <p:cNvSpPr/>
            <p:nvPr/>
          </p:nvSpPr>
          <p:spPr bwMode="auto">
            <a:xfrm>
              <a:off x="8652284" y="2471672"/>
              <a:ext cx="1980220" cy="1335370"/>
            </a:xfrm>
            <a:prstGeom prst="roundRect">
              <a:avLst/>
            </a:prstGeom>
            <a:solidFill>
              <a:srgbClr val="B2E8D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 bwMode="auto">
            <a:xfrm>
              <a:off x="8652744" y="4018600"/>
              <a:ext cx="1980220" cy="1335370"/>
            </a:xfrm>
            <a:prstGeom prst="roundRect">
              <a:avLst/>
            </a:prstGeom>
            <a:solidFill>
              <a:srgbClr val="B2E8D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 bwMode="auto">
            <a:xfrm>
              <a:off x="8657584" y="2539682"/>
              <a:ext cx="1470864" cy="316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b="1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repository 1</a:t>
              </a:r>
            </a:p>
          </p:txBody>
        </p:sp>
        <p:sp>
          <p:nvSpPr>
            <p:cNvPr id="19" name="文本框 18"/>
            <p:cNvSpPr txBox="1"/>
            <p:nvPr/>
          </p:nvSpPr>
          <p:spPr bwMode="auto">
            <a:xfrm>
              <a:off x="8652284" y="4121206"/>
              <a:ext cx="1470864" cy="316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b="1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repository 2</a:t>
              </a:r>
            </a:p>
          </p:txBody>
        </p:sp>
        <p:sp>
          <p:nvSpPr>
            <p:cNvPr id="20" name="圆角矩形 19"/>
            <p:cNvSpPr/>
            <p:nvPr/>
          </p:nvSpPr>
          <p:spPr bwMode="auto">
            <a:xfrm>
              <a:off x="8895908" y="2877069"/>
              <a:ext cx="1314146" cy="351558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Image 1</a:t>
              </a:r>
            </a:p>
          </p:txBody>
        </p:sp>
        <p:sp>
          <p:nvSpPr>
            <p:cNvPr id="21" name="圆角矩形 20"/>
            <p:cNvSpPr/>
            <p:nvPr/>
          </p:nvSpPr>
          <p:spPr bwMode="auto">
            <a:xfrm>
              <a:off x="8895908" y="3391991"/>
              <a:ext cx="1314146" cy="332965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Image 3</a:t>
              </a:r>
            </a:p>
          </p:txBody>
        </p:sp>
        <p:sp>
          <p:nvSpPr>
            <p:cNvPr id="22" name="圆角矩形 21"/>
            <p:cNvSpPr/>
            <p:nvPr/>
          </p:nvSpPr>
          <p:spPr bwMode="auto">
            <a:xfrm>
              <a:off x="8895908" y="4441352"/>
              <a:ext cx="1314146" cy="351558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Image 2</a:t>
              </a:r>
            </a:p>
          </p:txBody>
        </p:sp>
        <p:sp>
          <p:nvSpPr>
            <p:cNvPr id="23" name="圆角矩形 22"/>
            <p:cNvSpPr/>
            <p:nvPr/>
          </p:nvSpPr>
          <p:spPr bwMode="auto">
            <a:xfrm>
              <a:off x="8895908" y="4956274"/>
              <a:ext cx="1314146" cy="332965"/>
            </a:xfrm>
            <a:prstGeom prst="round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latin typeface="Arial" panose="020B0604020202020204" pitchFamily="34" charset="0"/>
                  <a:ea typeface="宋体" pitchFamily="2" charset="-122"/>
                </a:rPr>
                <a:t>Image 4</a:t>
              </a:r>
            </a:p>
          </p:txBody>
        </p:sp>
        <p:cxnSp>
          <p:nvCxnSpPr>
            <p:cNvPr id="24" name="直接箭头连接符 23"/>
            <p:cNvCxnSpPr>
              <a:stCxn id="5" idx="3"/>
              <a:endCxn id="8" idx="1"/>
            </p:cNvCxnSpPr>
            <p:nvPr/>
          </p:nvCxnSpPr>
          <p:spPr bwMode="auto">
            <a:xfrm flipV="1">
              <a:off x="2531859" y="2753028"/>
              <a:ext cx="1043861" cy="41207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/>
          </p:nvCxnSpPr>
          <p:spPr bwMode="auto">
            <a:xfrm>
              <a:off x="7104112" y="2753028"/>
              <a:ext cx="154817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25"/>
            <p:cNvCxnSpPr>
              <a:stCxn id="8" idx="3"/>
              <a:endCxn id="17" idx="1"/>
            </p:cNvCxnSpPr>
            <p:nvPr/>
          </p:nvCxnSpPr>
          <p:spPr bwMode="auto">
            <a:xfrm>
              <a:off x="7104112" y="2753028"/>
              <a:ext cx="1548632" cy="193325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0235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OpenStack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Began in 2010 as a joint project of Rackspace Hosting and NASA, OpenStack is a </a:t>
            </a:r>
            <a:r>
              <a:rPr lang="en-US" dirty="0" smtClean="0">
                <a:latin typeface="Arial" panose="020B0604020202020204" pitchFamily="34" charset="0"/>
              </a:rPr>
              <a:t>free </a:t>
            </a:r>
            <a:r>
              <a:rPr lang="en-US" dirty="0">
                <a:latin typeface="Arial" panose="020B0604020202020204" pitchFamily="34" charset="0"/>
              </a:rPr>
              <a:t>open-source software platform for cloud computing. OpenStack requires contributions to be released under the Apache 2.0 license.</a:t>
            </a:r>
          </a:p>
          <a:p>
            <a:pPr marL="0" indent="0"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87840" y="2913884"/>
            <a:ext cx="6733621" cy="1523227"/>
            <a:chOff x="2279576" y="3248425"/>
            <a:chExt cx="4326784" cy="1925900"/>
          </a:xfrm>
        </p:grpSpPr>
        <p:sp>
          <p:nvSpPr>
            <p:cNvPr id="5" name="剪去单角的矩形 4"/>
            <p:cNvSpPr/>
            <p:nvPr/>
          </p:nvSpPr>
          <p:spPr bwMode="auto">
            <a:xfrm>
              <a:off x="2279576" y="3248425"/>
              <a:ext cx="4200026" cy="1773500"/>
            </a:xfrm>
            <a:prstGeom prst="snip1Rect">
              <a:avLst/>
            </a:prstGeom>
            <a:solidFill>
              <a:srgbClr val="B4CC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" name="剪去单角的矩形 5"/>
            <p:cNvSpPr/>
            <p:nvPr/>
          </p:nvSpPr>
          <p:spPr bwMode="auto">
            <a:xfrm>
              <a:off x="2431976" y="3400825"/>
              <a:ext cx="4174384" cy="1773500"/>
            </a:xfrm>
            <a:prstGeom prst="snip1Rect">
              <a:avLst/>
            </a:prstGeom>
            <a:solidFill>
              <a:srgbClr val="38ABA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OpenStack is a </a:t>
              </a:r>
              <a:r>
                <a:rPr lang="en-US" sz="2400" b="1" dirty="0" smtClean="0">
                  <a:solidFill>
                    <a:schemeClr val="bg1"/>
                  </a:solidFill>
                  <a:latin typeface="Arial" panose="020B0604020202020204" pitchFamily="34" charset="0"/>
                </a:rPr>
                <a:t>free </a:t>
              </a:r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open-source software platform for cloud computing.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461" y="2564904"/>
            <a:ext cx="3450872" cy="245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OpenStack Components</a:t>
            </a:r>
          </a:p>
        </p:txBody>
      </p:sp>
      <p:sp>
        <p:nvSpPr>
          <p:cNvPr id="4" name="圆角矩形 3"/>
          <p:cNvSpPr/>
          <p:nvPr/>
        </p:nvSpPr>
        <p:spPr bwMode="auto">
          <a:xfrm>
            <a:off x="1703512" y="1644269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latin typeface="Arial" panose="020B0604020202020204" pitchFamily="34" charset="0"/>
                <a:ea typeface="宋体" pitchFamily="2" charset="-122"/>
              </a:rPr>
              <a:t>Nova</a:t>
            </a:r>
          </a:p>
        </p:txBody>
      </p:sp>
      <p:sp>
        <p:nvSpPr>
          <p:cNvPr id="5" name="圆角矩形 4"/>
          <p:cNvSpPr/>
          <p:nvPr/>
        </p:nvSpPr>
        <p:spPr bwMode="auto">
          <a:xfrm>
            <a:off x="5112189" y="1659779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宋体" pitchFamily="2" charset="-122"/>
              </a:rPr>
              <a:t>Swift</a:t>
            </a:r>
          </a:p>
        </p:txBody>
      </p:sp>
      <p:sp>
        <p:nvSpPr>
          <p:cNvPr id="6" name="圆角矩形 5"/>
          <p:cNvSpPr/>
          <p:nvPr/>
        </p:nvSpPr>
        <p:spPr bwMode="auto">
          <a:xfrm>
            <a:off x="8520866" y="1628800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宋体" pitchFamily="2" charset="-122"/>
              </a:rPr>
              <a:t>Cinder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8520866" y="3130809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 smtClean="0">
                <a:latin typeface="Arial" panose="020B0604020202020204" pitchFamily="34" charset="0"/>
                <a:ea typeface="宋体" pitchFamily="2" charset="-122"/>
              </a:rPr>
              <a:t>Ceilometer</a:t>
            </a:r>
            <a:endParaRPr lang="en-US" sz="1600" b="1" dirty="0"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1703512" y="3130809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宋体" pitchFamily="2" charset="-122"/>
              </a:rPr>
              <a:t>Neutron</a:t>
            </a:r>
          </a:p>
        </p:txBody>
      </p:sp>
      <p:sp>
        <p:nvSpPr>
          <p:cNvPr id="9" name="圆角矩形 8"/>
          <p:cNvSpPr/>
          <p:nvPr/>
        </p:nvSpPr>
        <p:spPr bwMode="auto">
          <a:xfrm>
            <a:off x="5112189" y="3146278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宋体" pitchFamily="2" charset="-122"/>
              </a:rPr>
              <a:t>Keystone</a:t>
            </a:r>
          </a:p>
        </p:txBody>
      </p:sp>
      <p:sp>
        <p:nvSpPr>
          <p:cNvPr id="10" name="圆角矩形 9"/>
          <p:cNvSpPr/>
          <p:nvPr/>
        </p:nvSpPr>
        <p:spPr bwMode="auto">
          <a:xfrm>
            <a:off x="1703512" y="4577157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宋体" pitchFamily="2" charset="-122"/>
              </a:rPr>
              <a:t>Glance</a:t>
            </a:r>
          </a:p>
        </p:txBody>
      </p:sp>
      <p:sp>
        <p:nvSpPr>
          <p:cNvPr id="11" name="圆角矩形 10"/>
          <p:cNvSpPr/>
          <p:nvPr/>
        </p:nvSpPr>
        <p:spPr bwMode="auto">
          <a:xfrm>
            <a:off x="5112189" y="4577157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宋体" pitchFamily="2" charset="-122"/>
              </a:rPr>
              <a:t>Heat</a:t>
            </a:r>
          </a:p>
        </p:txBody>
      </p:sp>
      <p:sp>
        <p:nvSpPr>
          <p:cNvPr id="12" name="文本框 11"/>
          <p:cNvSpPr txBox="1"/>
          <p:nvPr/>
        </p:nvSpPr>
        <p:spPr bwMode="auto">
          <a:xfrm>
            <a:off x="1703512" y="2204864"/>
            <a:ext cx="2160240" cy="377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Compute</a:t>
            </a:r>
          </a:p>
        </p:txBody>
      </p:sp>
      <p:sp>
        <p:nvSpPr>
          <p:cNvPr id="13" name="文本框 12"/>
          <p:cNvSpPr txBox="1"/>
          <p:nvPr/>
        </p:nvSpPr>
        <p:spPr bwMode="auto">
          <a:xfrm>
            <a:off x="5123892" y="2204864"/>
            <a:ext cx="2160240" cy="377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Object Storage</a:t>
            </a:r>
          </a:p>
        </p:txBody>
      </p:sp>
      <p:sp>
        <p:nvSpPr>
          <p:cNvPr id="14" name="文本框 13"/>
          <p:cNvSpPr txBox="1"/>
          <p:nvPr/>
        </p:nvSpPr>
        <p:spPr bwMode="auto">
          <a:xfrm>
            <a:off x="8508268" y="2204864"/>
            <a:ext cx="2160240" cy="377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Block Storage</a:t>
            </a:r>
          </a:p>
        </p:txBody>
      </p:sp>
      <p:sp>
        <p:nvSpPr>
          <p:cNvPr id="15" name="文本框 14"/>
          <p:cNvSpPr txBox="1"/>
          <p:nvPr/>
        </p:nvSpPr>
        <p:spPr bwMode="auto">
          <a:xfrm>
            <a:off x="1703512" y="3699125"/>
            <a:ext cx="2160240" cy="377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Network</a:t>
            </a:r>
          </a:p>
        </p:txBody>
      </p:sp>
      <p:sp>
        <p:nvSpPr>
          <p:cNvPr id="16" name="文本框 15"/>
          <p:cNvSpPr txBox="1"/>
          <p:nvPr/>
        </p:nvSpPr>
        <p:spPr bwMode="auto">
          <a:xfrm>
            <a:off x="1703512" y="5150318"/>
            <a:ext cx="2160240" cy="377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Image</a:t>
            </a:r>
          </a:p>
        </p:txBody>
      </p:sp>
      <p:sp>
        <p:nvSpPr>
          <p:cNvPr id="17" name="文本框 16"/>
          <p:cNvSpPr txBox="1"/>
          <p:nvPr/>
        </p:nvSpPr>
        <p:spPr bwMode="auto">
          <a:xfrm>
            <a:off x="5123892" y="3699125"/>
            <a:ext cx="2160240" cy="377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Authentication</a:t>
            </a:r>
          </a:p>
        </p:txBody>
      </p:sp>
      <p:sp>
        <p:nvSpPr>
          <p:cNvPr id="18" name="文本框 17"/>
          <p:cNvSpPr txBox="1"/>
          <p:nvPr/>
        </p:nvSpPr>
        <p:spPr bwMode="auto">
          <a:xfrm>
            <a:off x="8508268" y="3699125"/>
            <a:ext cx="2160240" cy="377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Metering</a:t>
            </a:r>
          </a:p>
        </p:txBody>
      </p:sp>
      <p:sp>
        <p:nvSpPr>
          <p:cNvPr id="19" name="文本框 18"/>
          <p:cNvSpPr txBox="1"/>
          <p:nvPr/>
        </p:nvSpPr>
        <p:spPr bwMode="auto">
          <a:xfrm>
            <a:off x="5123892" y="5150318"/>
            <a:ext cx="2160240" cy="377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Orchestration</a:t>
            </a:r>
          </a:p>
        </p:txBody>
      </p:sp>
      <p:sp>
        <p:nvSpPr>
          <p:cNvPr id="20" name="圆角矩形 19"/>
          <p:cNvSpPr/>
          <p:nvPr/>
        </p:nvSpPr>
        <p:spPr bwMode="auto">
          <a:xfrm>
            <a:off x="8520866" y="4577157"/>
            <a:ext cx="2160240" cy="540060"/>
          </a:xfrm>
          <a:prstGeom prst="roundRect">
            <a:avLst/>
          </a:prstGeom>
          <a:noFill/>
          <a:ln w="28575" cap="flat" cmpd="sng" algn="ctr">
            <a:solidFill>
              <a:srgbClr val="38ABA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ea typeface="宋体" pitchFamily="2" charset="-122"/>
              </a:rPr>
              <a:t>Horizon</a:t>
            </a:r>
          </a:p>
        </p:txBody>
      </p:sp>
      <p:sp>
        <p:nvSpPr>
          <p:cNvPr id="21" name="文本框 20"/>
          <p:cNvSpPr txBox="1"/>
          <p:nvPr/>
        </p:nvSpPr>
        <p:spPr bwMode="auto">
          <a:xfrm>
            <a:off x="8544272" y="5150318"/>
            <a:ext cx="2160240" cy="654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Dashboard</a:t>
            </a:r>
          </a:p>
          <a:p>
            <a:pPr algn="ctr" defTabSz="1001649" eaLnBrk="0" hangingPunct="0"/>
            <a:r>
              <a:rPr lang="en-US" sz="1800" b="1" dirty="0" smtClean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(UI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Console)</a:t>
            </a:r>
          </a:p>
        </p:txBody>
      </p:sp>
    </p:spTree>
    <p:extLst>
      <p:ext uri="{BB962C8B-B14F-4D97-AF65-F5344CB8AC3E}">
        <p14:creationId xmlns:p14="http://schemas.microsoft.com/office/powerpoint/2010/main" val="401876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</a:rPr>
              <a:t>Fields </a:t>
            </a:r>
            <a:r>
              <a:rPr lang="en-US" dirty="0">
                <a:latin typeface="Arial" panose="020B0604020202020204" pitchFamily="34" charset="0"/>
              </a:rPr>
              <a:t>Related to Cloud Computing</a:t>
            </a:r>
            <a:r>
              <a:rPr lang="en-US" b="1" dirty="0">
                <a:latin typeface="Arial" panose="020B0604020202020204" pitchFamily="34" charset="0"/>
              </a:rPr>
              <a:t> </a:t>
            </a:r>
            <a:endParaRPr lang="en-US" b="1" dirty="0" smtClean="0">
              <a:latin typeface="Arial" panose="020B0604020202020204" pitchFamily="34" charset="0"/>
            </a:endParaRP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Cloud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Computing Technologies</a:t>
            </a:r>
          </a:p>
          <a:p>
            <a:r>
              <a:rPr lang="en-US" b="1" dirty="0">
                <a:latin typeface="Arial" panose="020B0604020202020204" pitchFamily="34" charset="0"/>
              </a:rPr>
              <a:t>Cloud Computing Trends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Other Emerging Technologies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62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Cloud Computing Trends</a:t>
            </a:r>
          </a:p>
        </p:txBody>
      </p:sp>
      <p:grpSp>
        <p:nvGrpSpPr>
          <p:cNvPr id="4" name="9bbb6dab-2b45-442a-bd5e-6666f05cb96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284312" y="1772816"/>
            <a:ext cx="1614661" cy="1872208"/>
            <a:chOff x="3914775" y="901700"/>
            <a:chExt cx="4359276" cy="5054601"/>
          </a:xfrm>
        </p:grpSpPr>
        <p:sp>
          <p:nvSpPr>
            <p:cNvPr id="5" name="ïṥḻí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8E1F3CC-2E88-4F66-98FF-1EEE10E90ED1}"/>
                </a:ext>
              </a:extLst>
            </p:cNvPr>
            <p:cNvSpPr/>
            <p:nvPr/>
          </p:nvSpPr>
          <p:spPr bwMode="auto">
            <a:xfrm>
              <a:off x="5792788" y="4629150"/>
              <a:ext cx="1450975" cy="1304925"/>
            </a:xfrm>
            <a:custGeom>
              <a:avLst/>
              <a:gdLst>
                <a:gd name="T0" fmla="*/ 440 w 440"/>
                <a:gd name="T1" fmla="*/ 0 h 396"/>
                <a:gd name="T2" fmla="*/ 279 w 440"/>
                <a:gd name="T3" fmla="*/ 0 h 396"/>
                <a:gd name="T4" fmla="*/ 225 w 440"/>
                <a:gd name="T5" fmla="*/ 11 h 396"/>
                <a:gd name="T6" fmla="*/ 208 w 440"/>
                <a:gd name="T7" fmla="*/ 13 h 396"/>
                <a:gd name="T8" fmla="*/ 179 w 440"/>
                <a:gd name="T9" fmla="*/ 0 h 396"/>
                <a:gd name="T10" fmla="*/ 0 w 440"/>
                <a:gd name="T11" fmla="*/ 0 h 396"/>
                <a:gd name="T12" fmla="*/ 0 w 440"/>
                <a:gd name="T13" fmla="*/ 396 h 396"/>
                <a:gd name="T14" fmla="*/ 440 w 440"/>
                <a:gd name="T15" fmla="*/ 396 h 396"/>
                <a:gd name="T16" fmla="*/ 440 w 440"/>
                <a:gd name="T17" fmla="*/ 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0" h="396">
                  <a:moveTo>
                    <a:pt x="440" y="0"/>
                  </a:moveTo>
                  <a:cubicBezTo>
                    <a:pt x="279" y="0"/>
                    <a:pt x="279" y="0"/>
                    <a:pt x="279" y="0"/>
                  </a:cubicBezTo>
                  <a:cubicBezTo>
                    <a:pt x="261" y="4"/>
                    <a:pt x="243" y="7"/>
                    <a:pt x="225" y="11"/>
                  </a:cubicBezTo>
                  <a:cubicBezTo>
                    <a:pt x="219" y="12"/>
                    <a:pt x="214" y="13"/>
                    <a:pt x="208" y="13"/>
                  </a:cubicBezTo>
                  <a:cubicBezTo>
                    <a:pt x="196" y="13"/>
                    <a:pt x="186" y="10"/>
                    <a:pt x="1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6"/>
                    <a:pt x="0" y="396"/>
                    <a:pt x="0" y="396"/>
                  </a:cubicBezTo>
                  <a:cubicBezTo>
                    <a:pt x="440" y="396"/>
                    <a:pt x="440" y="396"/>
                    <a:pt x="440" y="396"/>
                  </a:cubicBezTo>
                  <a:cubicBezTo>
                    <a:pt x="440" y="0"/>
                    <a:pt x="440" y="0"/>
                    <a:pt x="440" y="0"/>
                  </a:cubicBezTo>
                </a:path>
              </a:pathLst>
            </a:custGeom>
            <a:solidFill>
              <a:srgbClr val="3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" name="íṩ1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075D764-F999-495A-8453-7EB171A6B191}"/>
                </a:ext>
              </a:extLst>
            </p:cNvPr>
            <p:cNvSpPr/>
            <p:nvPr/>
          </p:nvSpPr>
          <p:spPr bwMode="auto">
            <a:xfrm>
              <a:off x="7329488" y="5202238"/>
              <a:ext cx="944563" cy="731838"/>
            </a:xfrm>
            <a:prstGeom prst="rect">
              <a:avLst/>
            </a:prstGeom>
            <a:solidFill>
              <a:srgbClr val="3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" name="isļï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6B1913A-D730-4407-922E-AC36BC8AC053}"/>
                </a:ext>
              </a:extLst>
            </p:cNvPr>
            <p:cNvSpPr/>
            <p:nvPr/>
          </p:nvSpPr>
          <p:spPr bwMode="auto">
            <a:xfrm>
              <a:off x="7329488" y="5202238"/>
              <a:ext cx="944563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" name="i$ļí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84E8C27-5E2D-4448-8EB8-4AB9BE4183D5}"/>
                </a:ext>
              </a:extLst>
            </p:cNvPr>
            <p:cNvSpPr/>
            <p:nvPr/>
          </p:nvSpPr>
          <p:spPr bwMode="auto">
            <a:xfrm>
              <a:off x="3924300" y="2317750"/>
              <a:ext cx="1498600" cy="3616325"/>
            </a:xfrm>
            <a:custGeom>
              <a:avLst/>
              <a:gdLst>
                <a:gd name="T0" fmla="*/ 454 w 454"/>
                <a:gd name="T1" fmla="*/ 467 h 1097"/>
                <a:gd name="T2" fmla="*/ 449 w 454"/>
                <a:gd name="T3" fmla="*/ 470 h 1097"/>
                <a:gd name="T4" fmla="*/ 449 w 454"/>
                <a:gd name="T5" fmla="*/ 472 h 1097"/>
                <a:gd name="T6" fmla="*/ 449 w 454"/>
                <a:gd name="T7" fmla="*/ 478 h 1097"/>
                <a:gd name="T8" fmla="*/ 449 w 454"/>
                <a:gd name="T9" fmla="*/ 478 h 1097"/>
                <a:gd name="T10" fmla="*/ 451 w 454"/>
                <a:gd name="T11" fmla="*/ 505 h 1097"/>
                <a:gd name="T12" fmla="*/ 452 w 454"/>
                <a:gd name="T13" fmla="*/ 505 h 1097"/>
                <a:gd name="T14" fmla="*/ 454 w 454"/>
                <a:gd name="T15" fmla="*/ 504 h 1097"/>
                <a:gd name="T16" fmla="*/ 454 w 454"/>
                <a:gd name="T17" fmla="*/ 467 h 1097"/>
                <a:gd name="T18" fmla="*/ 302 w 454"/>
                <a:gd name="T19" fmla="*/ 0 h 1097"/>
                <a:gd name="T20" fmla="*/ 269 w 454"/>
                <a:gd name="T21" fmla="*/ 0 h 1097"/>
                <a:gd name="T22" fmla="*/ 234 w 454"/>
                <a:gd name="T23" fmla="*/ 21 h 1097"/>
                <a:gd name="T24" fmla="*/ 220 w 454"/>
                <a:gd name="T25" fmla="*/ 20 h 1097"/>
                <a:gd name="T26" fmla="*/ 79 w 454"/>
                <a:gd name="T27" fmla="*/ 0 h 1097"/>
                <a:gd name="T28" fmla="*/ 0 w 454"/>
                <a:gd name="T29" fmla="*/ 0 h 1097"/>
                <a:gd name="T30" fmla="*/ 0 w 454"/>
                <a:gd name="T31" fmla="*/ 1097 h 1097"/>
                <a:gd name="T32" fmla="*/ 454 w 454"/>
                <a:gd name="T33" fmla="*/ 1097 h 1097"/>
                <a:gd name="T34" fmla="*/ 454 w 454"/>
                <a:gd name="T35" fmla="*/ 810 h 1097"/>
                <a:gd name="T36" fmla="*/ 439 w 454"/>
                <a:gd name="T37" fmla="*/ 733 h 1097"/>
                <a:gd name="T38" fmla="*/ 366 w 454"/>
                <a:gd name="T39" fmla="*/ 1086 h 1097"/>
                <a:gd name="T40" fmla="*/ 329 w 454"/>
                <a:gd name="T41" fmla="*/ 1083 h 1097"/>
                <a:gd name="T42" fmla="*/ 335 w 454"/>
                <a:gd name="T43" fmla="*/ 1006 h 1097"/>
                <a:gd name="T44" fmla="*/ 360 w 454"/>
                <a:gd name="T45" fmla="*/ 724 h 1097"/>
                <a:gd name="T46" fmla="*/ 361 w 454"/>
                <a:gd name="T47" fmla="*/ 687 h 1097"/>
                <a:gd name="T48" fmla="*/ 361 w 454"/>
                <a:gd name="T49" fmla="*/ 687 h 1097"/>
                <a:gd name="T50" fmla="*/ 362 w 454"/>
                <a:gd name="T51" fmla="*/ 686 h 1097"/>
                <a:gd name="T52" fmla="*/ 362 w 454"/>
                <a:gd name="T53" fmla="*/ 686 h 1097"/>
                <a:gd name="T54" fmla="*/ 377 w 454"/>
                <a:gd name="T55" fmla="*/ 530 h 1097"/>
                <a:gd name="T56" fmla="*/ 378 w 454"/>
                <a:gd name="T57" fmla="*/ 528 h 1097"/>
                <a:gd name="T58" fmla="*/ 331 w 454"/>
                <a:gd name="T59" fmla="*/ 481 h 1097"/>
                <a:gd name="T60" fmla="*/ 337 w 454"/>
                <a:gd name="T61" fmla="*/ 477 h 1097"/>
                <a:gd name="T62" fmla="*/ 337 w 454"/>
                <a:gd name="T63" fmla="*/ 477 h 1097"/>
                <a:gd name="T64" fmla="*/ 337 w 454"/>
                <a:gd name="T65" fmla="*/ 477 h 1097"/>
                <a:gd name="T66" fmla="*/ 331 w 454"/>
                <a:gd name="T67" fmla="*/ 467 h 1097"/>
                <a:gd name="T68" fmla="*/ 290 w 454"/>
                <a:gd name="T69" fmla="*/ 385 h 1097"/>
                <a:gd name="T70" fmla="*/ 285 w 454"/>
                <a:gd name="T71" fmla="*/ 357 h 1097"/>
                <a:gd name="T72" fmla="*/ 290 w 454"/>
                <a:gd name="T73" fmla="*/ 332 h 1097"/>
                <a:gd name="T74" fmla="*/ 365 w 454"/>
                <a:gd name="T75" fmla="*/ 227 h 1097"/>
                <a:gd name="T76" fmla="*/ 367 w 454"/>
                <a:gd name="T77" fmla="*/ 226 h 1097"/>
                <a:gd name="T78" fmla="*/ 369 w 454"/>
                <a:gd name="T79" fmla="*/ 229 h 1097"/>
                <a:gd name="T80" fmla="*/ 320 w 454"/>
                <a:gd name="T81" fmla="*/ 344 h 1097"/>
                <a:gd name="T82" fmla="*/ 317 w 454"/>
                <a:gd name="T83" fmla="*/ 362 h 1097"/>
                <a:gd name="T84" fmla="*/ 321 w 454"/>
                <a:gd name="T85" fmla="*/ 378 h 1097"/>
                <a:gd name="T86" fmla="*/ 365 w 454"/>
                <a:gd name="T87" fmla="*/ 457 h 1097"/>
                <a:gd name="T88" fmla="*/ 371 w 454"/>
                <a:gd name="T89" fmla="*/ 452 h 1097"/>
                <a:gd name="T90" fmla="*/ 425 w 454"/>
                <a:gd name="T91" fmla="*/ 503 h 1097"/>
                <a:gd name="T92" fmla="*/ 426 w 454"/>
                <a:gd name="T93" fmla="*/ 503 h 1097"/>
                <a:gd name="T94" fmla="*/ 428 w 454"/>
                <a:gd name="T95" fmla="*/ 472 h 1097"/>
                <a:gd name="T96" fmla="*/ 420 w 454"/>
                <a:gd name="T97" fmla="*/ 465 h 1097"/>
                <a:gd name="T98" fmla="*/ 410 w 454"/>
                <a:gd name="T99" fmla="*/ 447 h 1097"/>
                <a:gd name="T100" fmla="*/ 402 w 454"/>
                <a:gd name="T101" fmla="*/ 411 h 1097"/>
                <a:gd name="T102" fmla="*/ 413 w 454"/>
                <a:gd name="T103" fmla="*/ 377 h 1097"/>
                <a:gd name="T104" fmla="*/ 439 w 454"/>
                <a:gd name="T105" fmla="*/ 365 h 1097"/>
                <a:gd name="T106" fmla="*/ 447 w 454"/>
                <a:gd name="T107" fmla="*/ 366 h 1097"/>
                <a:gd name="T108" fmla="*/ 446 w 454"/>
                <a:gd name="T109" fmla="*/ 366 h 1097"/>
                <a:gd name="T110" fmla="*/ 454 w 454"/>
                <a:gd name="T111" fmla="*/ 371 h 1097"/>
                <a:gd name="T112" fmla="*/ 454 w 454"/>
                <a:gd name="T113" fmla="*/ 253 h 1097"/>
                <a:gd name="T114" fmla="*/ 292 w 454"/>
                <a:gd name="T115" fmla="*/ 62 h 1097"/>
                <a:gd name="T116" fmla="*/ 302 w 454"/>
                <a:gd name="T117" fmla="*/ 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54" h="1097">
                  <a:moveTo>
                    <a:pt x="454" y="467"/>
                  </a:moveTo>
                  <a:cubicBezTo>
                    <a:pt x="452" y="468"/>
                    <a:pt x="451" y="469"/>
                    <a:pt x="449" y="470"/>
                  </a:cubicBezTo>
                  <a:cubicBezTo>
                    <a:pt x="449" y="471"/>
                    <a:pt x="449" y="472"/>
                    <a:pt x="449" y="472"/>
                  </a:cubicBezTo>
                  <a:cubicBezTo>
                    <a:pt x="449" y="478"/>
                    <a:pt x="449" y="478"/>
                    <a:pt x="449" y="478"/>
                  </a:cubicBezTo>
                  <a:cubicBezTo>
                    <a:pt x="449" y="478"/>
                    <a:pt x="449" y="478"/>
                    <a:pt x="449" y="478"/>
                  </a:cubicBezTo>
                  <a:cubicBezTo>
                    <a:pt x="448" y="487"/>
                    <a:pt x="449" y="497"/>
                    <a:pt x="451" y="505"/>
                  </a:cubicBezTo>
                  <a:cubicBezTo>
                    <a:pt x="452" y="505"/>
                    <a:pt x="452" y="505"/>
                    <a:pt x="452" y="505"/>
                  </a:cubicBezTo>
                  <a:cubicBezTo>
                    <a:pt x="453" y="504"/>
                    <a:pt x="453" y="504"/>
                    <a:pt x="454" y="504"/>
                  </a:cubicBezTo>
                  <a:cubicBezTo>
                    <a:pt x="454" y="467"/>
                    <a:pt x="454" y="467"/>
                    <a:pt x="454" y="467"/>
                  </a:cubicBezTo>
                  <a:moveTo>
                    <a:pt x="302" y="0"/>
                  </a:moveTo>
                  <a:cubicBezTo>
                    <a:pt x="269" y="0"/>
                    <a:pt x="269" y="0"/>
                    <a:pt x="269" y="0"/>
                  </a:cubicBezTo>
                  <a:cubicBezTo>
                    <a:pt x="265" y="16"/>
                    <a:pt x="251" y="21"/>
                    <a:pt x="234" y="21"/>
                  </a:cubicBezTo>
                  <a:cubicBezTo>
                    <a:pt x="229" y="21"/>
                    <a:pt x="224" y="20"/>
                    <a:pt x="220" y="20"/>
                  </a:cubicBezTo>
                  <a:cubicBezTo>
                    <a:pt x="173" y="13"/>
                    <a:pt x="126" y="7"/>
                    <a:pt x="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097"/>
                    <a:pt x="0" y="1097"/>
                    <a:pt x="0" y="1097"/>
                  </a:cubicBezTo>
                  <a:cubicBezTo>
                    <a:pt x="454" y="1097"/>
                    <a:pt x="454" y="1097"/>
                    <a:pt x="454" y="1097"/>
                  </a:cubicBezTo>
                  <a:cubicBezTo>
                    <a:pt x="454" y="810"/>
                    <a:pt x="454" y="810"/>
                    <a:pt x="454" y="810"/>
                  </a:cubicBezTo>
                  <a:cubicBezTo>
                    <a:pt x="448" y="782"/>
                    <a:pt x="443" y="756"/>
                    <a:pt x="439" y="733"/>
                  </a:cubicBezTo>
                  <a:cubicBezTo>
                    <a:pt x="415" y="857"/>
                    <a:pt x="366" y="1086"/>
                    <a:pt x="366" y="1086"/>
                  </a:cubicBezTo>
                  <a:cubicBezTo>
                    <a:pt x="354" y="1086"/>
                    <a:pt x="329" y="1083"/>
                    <a:pt x="329" y="1083"/>
                  </a:cubicBezTo>
                  <a:cubicBezTo>
                    <a:pt x="331" y="1057"/>
                    <a:pt x="333" y="1032"/>
                    <a:pt x="335" y="1006"/>
                  </a:cubicBezTo>
                  <a:cubicBezTo>
                    <a:pt x="342" y="913"/>
                    <a:pt x="354" y="817"/>
                    <a:pt x="360" y="724"/>
                  </a:cubicBezTo>
                  <a:cubicBezTo>
                    <a:pt x="359" y="716"/>
                    <a:pt x="361" y="687"/>
                    <a:pt x="361" y="687"/>
                  </a:cubicBezTo>
                  <a:cubicBezTo>
                    <a:pt x="361" y="687"/>
                    <a:pt x="361" y="687"/>
                    <a:pt x="361" y="687"/>
                  </a:cubicBezTo>
                  <a:cubicBezTo>
                    <a:pt x="362" y="686"/>
                    <a:pt x="362" y="686"/>
                    <a:pt x="362" y="686"/>
                  </a:cubicBezTo>
                  <a:cubicBezTo>
                    <a:pt x="362" y="686"/>
                    <a:pt x="362" y="686"/>
                    <a:pt x="362" y="686"/>
                  </a:cubicBezTo>
                  <a:cubicBezTo>
                    <a:pt x="370" y="634"/>
                    <a:pt x="376" y="582"/>
                    <a:pt x="377" y="530"/>
                  </a:cubicBezTo>
                  <a:cubicBezTo>
                    <a:pt x="378" y="528"/>
                    <a:pt x="378" y="528"/>
                    <a:pt x="378" y="528"/>
                  </a:cubicBezTo>
                  <a:cubicBezTo>
                    <a:pt x="361" y="519"/>
                    <a:pt x="338" y="499"/>
                    <a:pt x="331" y="481"/>
                  </a:cubicBezTo>
                  <a:cubicBezTo>
                    <a:pt x="331" y="481"/>
                    <a:pt x="333" y="480"/>
                    <a:pt x="337" y="477"/>
                  </a:cubicBezTo>
                  <a:cubicBezTo>
                    <a:pt x="337" y="477"/>
                    <a:pt x="337" y="477"/>
                    <a:pt x="337" y="477"/>
                  </a:cubicBezTo>
                  <a:cubicBezTo>
                    <a:pt x="337" y="477"/>
                    <a:pt x="337" y="477"/>
                    <a:pt x="337" y="477"/>
                  </a:cubicBezTo>
                  <a:cubicBezTo>
                    <a:pt x="331" y="467"/>
                    <a:pt x="331" y="467"/>
                    <a:pt x="331" y="467"/>
                  </a:cubicBezTo>
                  <a:cubicBezTo>
                    <a:pt x="314" y="442"/>
                    <a:pt x="301" y="414"/>
                    <a:pt x="290" y="385"/>
                  </a:cubicBezTo>
                  <a:cubicBezTo>
                    <a:pt x="287" y="376"/>
                    <a:pt x="284" y="367"/>
                    <a:pt x="285" y="357"/>
                  </a:cubicBezTo>
                  <a:cubicBezTo>
                    <a:pt x="285" y="348"/>
                    <a:pt x="287" y="340"/>
                    <a:pt x="290" y="332"/>
                  </a:cubicBezTo>
                  <a:cubicBezTo>
                    <a:pt x="305" y="293"/>
                    <a:pt x="337" y="260"/>
                    <a:pt x="365" y="227"/>
                  </a:cubicBezTo>
                  <a:cubicBezTo>
                    <a:pt x="365" y="226"/>
                    <a:pt x="366" y="226"/>
                    <a:pt x="367" y="226"/>
                  </a:cubicBezTo>
                  <a:cubicBezTo>
                    <a:pt x="368" y="226"/>
                    <a:pt x="370" y="228"/>
                    <a:pt x="369" y="229"/>
                  </a:cubicBezTo>
                  <a:cubicBezTo>
                    <a:pt x="350" y="266"/>
                    <a:pt x="333" y="305"/>
                    <a:pt x="320" y="344"/>
                  </a:cubicBezTo>
                  <a:cubicBezTo>
                    <a:pt x="318" y="350"/>
                    <a:pt x="316" y="356"/>
                    <a:pt x="317" y="362"/>
                  </a:cubicBezTo>
                  <a:cubicBezTo>
                    <a:pt x="317" y="368"/>
                    <a:pt x="319" y="373"/>
                    <a:pt x="321" y="378"/>
                  </a:cubicBezTo>
                  <a:cubicBezTo>
                    <a:pt x="333" y="406"/>
                    <a:pt x="348" y="432"/>
                    <a:pt x="365" y="457"/>
                  </a:cubicBezTo>
                  <a:cubicBezTo>
                    <a:pt x="367" y="455"/>
                    <a:pt x="369" y="454"/>
                    <a:pt x="371" y="452"/>
                  </a:cubicBezTo>
                  <a:cubicBezTo>
                    <a:pt x="386" y="470"/>
                    <a:pt x="404" y="492"/>
                    <a:pt x="425" y="503"/>
                  </a:cubicBezTo>
                  <a:cubicBezTo>
                    <a:pt x="426" y="503"/>
                    <a:pt x="426" y="503"/>
                    <a:pt x="426" y="503"/>
                  </a:cubicBezTo>
                  <a:cubicBezTo>
                    <a:pt x="428" y="494"/>
                    <a:pt x="429" y="483"/>
                    <a:pt x="428" y="472"/>
                  </a:cubicBezTo>
                  <a:cubicBezTo>
                    <a:pt x="425" y="470"/>
                    <a:pt x="422" y="468"/>
                    <a:pt x="420" y="465"/>
                  </a:cubicBezTo>
                  <a:cubicBezTo>
                    <a:pt x="415" y="460"/>
                    <a:pt x="412" y="454"/>
                    <a:pt x="410" y="447"/>
                  </a:cubicBezTo>
                  <a:cubicBezTo>
                    <a:pt x="405" y="436"/>
                    <a:pt x="402" y="423"/>
                    <a:pt x="402" y="411"/>
                  </a:cubicBezTo>
                  <a:cubicBezTo>
                    <a:pt x="402" y="399"/>
                    <a:pt x="405" y="386"/>
                    <a:pt x="413" y="377"/>
                  </a:cubicBezTo>
                  <a:cubicBezTo>
                    <a:pt x="420" y="369"/>
                    <a:pt x="430" y="365"/>
                    <a:pt x="439" y="365"/>
                  </a:cubicBezTo>
                  <a:cubicBezTo>
                    <a:pt x="442" y="365"/>
                    <a:pt x="445" y="365"/>
                    <a:pt x="447" y="366"/>
                  </a:cubicBezTo>
                  <a:cubicBezTo>
                    <a:pt x="446" y="366"/>
                    <a:pt x="446" y="366"/>
                    <a:pt x="446" y="366"/>
                  </a:cubicBezTo>
                  <a:cubicBezTo>
                    <a:pt x="449" y="368"/>
                    <a:pt x="452" y="369"/>
                    <a:pt x="454" y="371"/>
                  </a:cubicBezTo>
                  <a:cubicBezTo>
                    <a:pt x="454" y="253"/>
                    <a:pt x="454" y="253"/>
                    <a:pt x="454" y="253"/>
                  </a:cubicBezTo>
                  <a:cubicBezTo>
                    <a:pt x="363" y="240"/>
                    <a:pt x="292" y="160"/>
                    <a:pt x="292" y="62"/>
                  </a:cubicBezTo>
                  <a:cubicBezTo>
                    <a:pt x="292" y="40"/>
                    <a:pt x="296" y="19"/>
                    <a:pt x="302" y="0"/>
                  </a:cubicBezTo>
                </a:path>
              </a:pathLst>
            </a:custGeom>
            <a:solidFill>
              <a:srgbClr val="3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" name="íŝlî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25B889B-B890-4F26-BCD7-B4FB251E01EA}"/>
                </a:ext>
              </a:extLst>
            </p:cNvPr>
            <p:cNvSpPr/>
            <p:nvPr/>
          </p:nvSpPr>
          <p:spPr bwMode="auto">
            <a:xfrm>
              <a:off x="5957888" y="1781175"/>
              <a:ext cx="211138" cy="174625"/>
            </a:xfrm>
            <a:custGeom>
              <a:avLst/>
              <a:gdLst>
                <a:gd name="T0" fmla="*/ 44 w 64"/>
                <a:gd name="T1" fmla="*/ 4 h 53"/>
                <a:gd name="T2" fmla="*/ 6 w 64"/>
                <a:gd name="T3" fmla="*/ 31 h 53"/>
                <a:gd name="T4" fmla="*/ 4 w 64"/>
                <a:gd name="T5" fmla="*/ 47 h 53"/>
                <a:gd name="T6" fmla="*/ 20 w 64"/>
                <a:gd name="T7" fmla="*/ 50 h 53"/>
                <a:gd name="T8" fmla="*/ 58 w 64"/>
                <a:gd name="T9" fmla="*/ 23 h 53"/>
                <a:gd name="T10" fmla="*/ 60 w 64"/>
                <a:gd name="T11" fmla="*/ 7 h 53"/>
                <a:gd name="T12" fmla="*/ 44 w 64"/>
                <a:gd name="T13" fmla="*/ 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53">
                  <a:moveTo>
                    <a:pt x="44" y="4"/>
                  </a:moveTo>
                  <a:cubicBezTo>
                    <a:pt x="6" y="31"/>
                    <a:pt x="6" y="31"/>
                    <a:pt x="6" y="31"/>
                  </a:cubicBezTo>
                  <a:cubicBezTo>
                    <a:pt x="1" y="35"/>
                    <a:pt x="0" y="42"/>
                    <a:pt x="4" y="47"/>
                  </a:cubicBezTo>
                  <a:cubicBezTo>
                    <a:pt x="8" y="52"/>
                    <a:pt x="15" y="53"/>
                    <a:pt x="20" y="50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63" y="19"/>
                    <a:pt x="64" y="12"/>
                    <a:pt x="60" y="7"/>
                  </a:cubicBezTo>
                  <a:cubicBezTo>
                    <a:pt x="56" y="2"/>
                    <a:pt x="49" y="0"/>
                    <a:pt x="44" y="4"/>
                  </a:cubicBezTo>
                  <a:close/>
                </a:path>
              </a:pathLst>
            </a:custGeom>
            <a:solidFill>
              <a:srgbClr val="E9C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" name="îṩļï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EE8D7BE-DC63-40E4-ACBC-1CE4561365F1}"/>
                </a:ext>
              </a:extLst>
            </p:cNvPr>
            <p:cNvSpPr/>
            <p:nvPr/>
          </p:nvSpPr>
          <p:spPr bwMode="auto">
            <a:xfrm>
              <a:off x="5775325" y="1665288"/>
              <a:ext cx="90488" cy="152400"/>
            </a:xfrm>
            <a:custGeom>
              <a:avLst/>
              <a:gdLst>
                <a:gd name="T0" fmla="*/ 17 w 27"/>
                <a:gd name="T1" fmla="*/ 1 h 46"/>
                <a:gd name="T2" fmla="*/ 4 w 27"/>
                <a:gd name="T3" fmla="*/ 10 h 46"/>
                <a:gd name="T4" fmla="*/ 1 w 27"/>
                <a:gd name="T5" fmla="*/ 32 h 46"/>
                <a:gd name="T6" fmla="*/ 10 w 27"/>
                <a:gd name="T7" fmla="*/ 46 h 46"/>
                <a:gd name="T8" fmla="*/ 19 w 27"/>
                <a:gd name="T9" fmla="*/ 44 h 46"/>
                <a:gd name="T10" fmla="*/ 23 w 27"/>
                <a:gd name="T11" fmla="*/ 36 h 46"/>
                <a:gd name="T12" fmla="*/ 26 w 27"/>
                <a:gd name="T13" fmla="*/ 14 h 46"/>
                <a:gd name="T14" fmla="*/ 17 w 27"/>
                <a:gd name="T15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46">
                  <a:moveTo>
                    <a:pt x="17" y="1"/>
                  </a:moveTo>
                  <a:cubicBezTo>
                    <a:pt x="11" y="0"/>
                    <a:pt x="5" y="4"/>
                    <a:pt x="4" y="10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39"/>
                    <a:pt x="4" y="44"/>
                    <a:pt x="10" y="46"/>
                  </a:cubicBezTo>
                  <a:cubicBezTo>
                    <a:pt x="13" y="46"/>
                    <a:pt x="16" y="45"/>
                    <a:pt x="19" y="44"/>
                  </a:cubicBezTo>
                  <a:cubicBezTo>
                    <a:pt x="21" y="42"/>
                    <a:pt x="23" y="39"/>
                    <a:pt x="23" y="36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8"/>
                    <a:pt x="23" y="2"/>
                    <a:pt x="17" y="1"/>
                  </a:cubicBezTo>
                  <a:close/>
                </a:path>
              </a:pathLst>
            </a:custGeom>
            <a:solidFill>
              <a:srgbClr val="E9C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" name="išļï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BF5CE5E-7154-4941-9C8D-052AA6848DE8}"/>
                </a:ext>
              </a:extLst>
            </p:cNvPr>
            <p:cNvSpPr/>
            <p:nvPr/>
          </p:nvSpPr>
          <p:spPr bwMode="auto">
            <a:xfrm>
              <a:off x="6029325" y="2093913"/>
              <a:ext cx="152400" cy="88900"/>
            </a:xfrm>
            <a:custGeom>
              <a:avLst/>
              <a:gdLst>
                <a:gd name="T0" fmla="*/ 35 w 46"/>
                <a:gd name="T1" fmla="*/ 4 h 27"/>
                <a:gd name="T2" fmla="*/ 14 w 46"/>
                <a:gd name="T3" fmla="*/ 1 h 27"/>
                <a:gd name="T4" fmla="*/ 1 w 46"/>
                <a:gd name="T5" fmla="*/ 10 h 27"/>
                <a:gd name="T6" fmla="*/ 10 w 46"/>
                <a:gd name="T7" fmla="*/ 23 h 27"/>
                <a:gd name="T8" fmla="*/ 32 w 46"/>
                <a:gd name="T9" fmla="*/ 27 h 27"/>
                <a:gd name="T10" fmla="*/ 40 w 46"/>
                <a:gd name="T11" fmla="*/ 25 h 27"/>
                <a:gd name="T12" fmla="*/ 45 w 46"/>
                <a:gd name="T13" fmla="*/ 18 h 27"/>
                <a:gd name="T14" fmla="*/ 35 w 46"/>
                <a:gd name="T15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27">
                  <a:moveTo>
                    <a:pt x="35" y="4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7" y="0"/>
                    <a:pt x="2" y="4"/>
                    <a:pt x="1" y="10"/>
                  </a:cubicBezTo>
                  <a:cubicBezTo>
                    <a:pt x="0" y="16"/>
                    <a:pt x="4" y="22"/>
                    <a:pt x="10" y="23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27"/>
                    <a:pt x="38" y="27"/>
                    <a:pt x="40" y="25"/>
                  </a:cubicBezTo>
                  <a:cubicBezTo>
                    <a:pt x="43" y="23"/>
                    <a:pt x="44" y="21"/>
                    <a:pt x="45" y="18"/>
                  </a:cubicBezTo>
                  <a:cubicBezTo>
                    <a:pt x="46" y="11"/>
                    <a:pt x="42" y="5"/>
                    <a:pt x="35" y="4"/>
                  </a:cubicBezTo>
                  <a:close/>
                </a:path>
              </a:pathLst>
            </a:custGeom>
            <a:solidFill>
              <a:srgbClr val="E9C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" name="iṥlî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AABB280-6CF7-43FF-B523-8ED75844E3D7}"/>
                </a:ext>
              </a:extLst>
            </p:cNvPr>
            <p:cNvSpPr/>
            <p:nvPr/>
          </p:nvSpPr>
          <p:spPr bwMode="auto">
            <a:xfrm>
              <a:off x="5967413" y="2740025"/>
              <a:ext cx="663575" cy="676275"/>
            </a:xfrm>
            <a:custGeom>
              <a:avLst/>
              <a:gdLst>
                <a:gd name="T0" fmla="*/ 171 w 201"/>
                <a:gd name="T1" fmla="*/ 202 h 205"/>
                <a:gd name="T2" fmla="*/ 193 w 201"/>
                <a:gd name="T3" fmla="*/ 188 h 205"/>
                <a:gd name="T4" fmla="*/ 146 w 201"/>
                <a:gd name="T5" fmla="*/ 124 h 205"/>
                <a:gd name="T6" fmla="*/ 25 w 201"/>
                <a:gd name="T7" fmla="*/ 19 h 205"/>
                <a:gd name="T8" fmla="*/ 0 w 201"/>
                <a:gd name="T9" fmla="*/ 0 h 205"/>
                <a:gd name="T10" fmla="*/ 8 w 201"/>
                <a:gd name="T11" fmla="*/ 19 h 205"/>
                <a:gd name="T12" fmla="*/ 56 w 201"/>
                <a:gd name="T13" fmla="*/ 80 h 205"/>
                <a:gd name="T14" fmla="*/ 166 w 201"/>
                <a:gd name="T15" fmla="*/ 199 h 205"/>
                <a:gd name="T16" fmla="*/ 171 w 201"/>
                <a:gd name="T17" fmla="*/ 202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1" h="205">
                  <a:moveTo>
                    <a:pt x="171" y="202"/>
                  </a:moveTo>
                  <a:cubicBezTo>
                    <a:pt x="181" y="205"/>
                    <a:pt x="190" y="197"/>
                    <a:pt x="193" y="188"/>
                  </a:cubicBezTo>
                  <a:cubicBezTo>
                    <a:pt x="201" y="164"/>
                    <a:pt x="162" y="137"/>
                    <a:pt x="146" y="124"/>
                  </a:cubicBezTo>
                  <a:cubicBezTo>
                    <a:pt x="106" y="89"/>
                    <a:pt x="66" y="54"/>
                    <a:pt x="25" y="19"/>
                  </a:cubicBezTo>
                  <a:cubicBezTo>
                    <a:pt x="17" y="12"/>
                    <a:pt x="9" y="5"/>
                    <a:pt x="0" y="0"/>
                  </a:cubicBezTo>
                  <a:cubicBezTo>
                    <a:pt x="0" y="7"/>
                    <a:pt x="4" y="13"/>
                    <a:pt x="8" y="19"/>
                  </a:cubicBezTo>
                  <a:cubicBezTo>
                    <a:pt x="22" y="41"/>
                    <a:pt x="39" y="60"/>
                    <a:pt x="56" y="80"/>
                  </a:cubicBezTo>
                  <a:cubicBezTo>
                    <a:pt x="92" y="120"/>
                    <a:pt x="128" y="160"/>
                    <a:pt x="166" y="199"/>
                  </a:cubicBezTo>
                  <a:cubicBezTo>
                    <a:pt x="167" y="200"/>
                    <a:pt x="169" y="202"/>
                    <a:pt x="171" y="202"/>
                  </a:cubicBezTo>
                </a:path>
              </a:pathLst>
            </a:custGeom>
            <a:solidFill>
              <a:srgbClr val="704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" name="îşļí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A9056F0-2E22-461A-A737-B296E88C5A39}"/>
                </a:ext>
              </a:extLst>
            </p:cNvPr>
            <p:cNvSpPr/>
            <p:nvPr/>
          </p:nvSpPr>
          <p:spPr bwMode="auto">
            <a:xfrm>
              <a:off x="6399213" y="3178175"/>
              <a:ext cx="304800" cy="287338"/>
            </a:xfrm>
            <a:custGeom>
              <a:avLst/>
              <a:gdLst>
                <a:gd name="T0" fmla="*/ 2 w 92"/>
                <a:gd name="T1" fmla="*/ 45 h 87"/>
                <a:gd name="T2" fmla="*/ 51 w 92"/>
                <a:gd name="T3" fmla="*/ 81 h 87"/>
                <a:gd name="T4" fmla="*/ 62 w 92"/>
                <a:gd name="T5" fmla="*/ 85 h 87"/>
                <a:gd name="T6" fmla="*/ 83 w 92"/>
                <a:gd name="T7" fmla="*/ 79 h 87"/>
                <a:gd name="T8" fmla="*/ 90 w 92"/>
                <a:gd name="T9" fmla="*/ 70 h 87"/>
                <a:gd name="T10" fmla="*/ 87 w 92"/>
                <a:gd name="T11" fmla="*/ 52 h 87"/>
                <a:gd name="T12" fmla="*/ 75 w 92"/>
                <a:gd name="T13" fmla="*/ 39 h 87"/>
                <a:gd name="T14" fmla="*/ 36 w 92"/>
                <a:gd name="T15" fmla="*/ 0 h 87"/>
                <a:gd name="T16" fmla="*/ 0 w 92"/>
                <a:gd name="T17" fmla="*/ 39 h 87"/>
                <a:gd name="T18" fmla="*/ 2 w 92"/>
                <a:gd name="T19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" h="87">
                  <a:moveTo>
                    <a:pt x="2" y="45"/>
                  </a:moveTo>
                  <a:cubicBezTo>
                    <a:pt x="16" y="59"/>
                    <a:pt x="33" y="72"/>
                    <a:pt x="51" y="81"/>
                  </a:cubicBezTo>
                  <a:cubicBezTo>
                    <a:pt x="54" y="83"/>
                    <a:pt x="58" y="85"/>
                    <a:pt x="62" y="85"/>
                  </a:cubicBezTo>
                  <a:cubicBezTo>
                    <a:pt x="69" y="87"/>
                    <a:pt x="77" y="84"/>
                    <a:pt x="83" y="79"/>
                  </a:cubicBezTo>
                  <a:cubicBezTo>
                    <a:pt x="86" y="77"/>
                    <a:pt x="88" y="74"/>
                    <a:pt x="90" y="70"/>
                  </a:cubicBezTo>
                  <a:cubicBezTo>
                    <a:pt x="92" y="65"/>
                    <a:pt x="90" y="58"/>
                    <a:pt x="87" y="52"/>
                  </a:cubicBezTo>
                  <a:cubicBezTo>
                    <a:pt x="84" y="47"/>
                    <a:pt x="79" y="43"/>
                    <a:pt x="75" y="39"/>
                  </a:cubicBezTo>
                  <a:cubicBezTo>
                    <a:pt x="62" y="27"/>
                    <a:pt x="36" y="0"/>
                    <a:pt x="36" y="0"/>
                  </a:cubicBezTo>
                  <a:cubicBezTo>
                    <a:pt x="24" y="12"/>
                    <a:pt x="12" y="26"/>
                    <a:pt x="0" y="39"/>
                  </a:cubicBezTo>
                  <a:cubicBezTo>
                    <a:pt x="2" y="45"/>
                    <a:pt x="2" y="45"/>
                    <a:pt x="2" y="45"/>
                  </a:cubicBezTo>
                </a:path>
              </a:pathLst>
            </a:custGeom>
            <a:solidFill>
              <a:srgbClr val="CCAA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" name="îṩḷï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04E81EA-FA24-4636-831D-D2F0AC8159EB}"/>
                </a:ext>
              </a:extLst>
            </p:cNvPr>
            <p:cNvSpPr/>
            <p:nvPr/>
          </p:nvSpPr>
          <p:spPr bwMode="auto">
            <a:xfrm>
              <a:off x="4594225" y="1781175"/>
              <a:ext cx="568325" cy="596900"/>
            </a:xfrm>
            <a:custGeom>
              <a:avLst/>
              <a:gdLst>
                <a:gd name="T0" fmla="*/ 49 w 172"/>
                <a:gd name="T1" fmla="*/ 47 h 181"/>
                <a:gd name="T2" fmla="*/ 120 w 172"/>
                <a:gd name="T3" fmla="*/ 7 h 181"/>
                <a:gd name="T4" fmla="*/ 146 w 172"/>
                <a:gd name="T5" fmla="*/ 3 h 181"/>
                <a:gd name="T6" fmla="*/ 155 w 172"/>
                <a:gd name="T7" fmla="*/ 13 h 181"/>
                <a:gd name="T8" fmla="*/ 163 w 172"/>
                <a:gd name="T9" fmla="*/ 75 h 181"/>
                <a:gd name="T10" fmla="*/ 168 w 172"/>
                <a:gd name="T11" fmla="*/ 180 h 181"/>
                <a:gd name="T12" fmla="*/ 167 w 172"/>
                <a:gd name="T13" fmla="*/ 181 h 181"/>
                <a:gd name="T14" fmla="*/ 130 w 172"/>
                <a:gd name="T15" fmla="*/ 127 h 181"/>
                <a:gd name="T16" fmla="*/ 117 w 172"/>
                <a:gd name="T17" fmla="*/ 64 h 181"/>
                <a:gd name="T18" fmla="*/ 116 w 172"/>
                <a:gd name="T19" fmla="*/ 64 h 181"/>
                <a:gd name="T20" fmla="*/ 82 w 172"/>
                <a:gd name="T21" fmla="*/ 89 h 181"/>
                <a:gd name="T22" fmla="*/ 19 w 172"/>
                <a:gd name="T23" fmla="*/ 111 h 181"/>
                <a:gd name="T24" fmla="*/ 0 w 172"/>
                <a:gd name="T25" fmla="*/ 105 h 181"/>
                <a:gd name="T26" fmla="*/ 49 w 172"/>
                <a:gd name="T27" fmla="*/ 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2" h="181">
                  <a:moveTo>
                    <a:pt x="49" y="47"/>
                  </a:moveTo>
                  <a:cubicBezTo>
                    <a:pt x="68" y="29"/>
                    <a:pt x="94" y="17"/>
                    <a:pt x="120" y="7"/>
                  </a:cubicBezTo>
                  <a:cubicBezTo>
                    <a:pt x="128" y="3"/>
                    <a:pt x="139" y="0"/>
                    <a:pt x="146" y="3"/>
                  </a:cubicBezTo>
                  <a:cubicBezTo>
                    <a:pt x="151" y="5"/>
                    <a:pt x="153" y="9"/>
                    <a:pt x="155" y="13"/>
                  </a:cubicBezTo>
                  <a:cubicBezTo>
                    <a:pt x="164" y="32"/>
                    <a:pt x="162" y="54"/>
                    <a:pt x="163" y="75"/>
                  </a:cubicBezTo>
                  <a:cubicBezTo>
                    <a:pt x="164" y="110"/>
                    <a:pt x="172" y="144"/>
                    <a:pt x="168" y="180"/>
                  </a:cubicBezTo>
                  <a:cubicBezTo>
                    <a:pt x="167" y="181"/>
                    <a:pt x="167" y="181"/>
                    <a:pt x="167" y="181"/>
                  </a:cubicBezTo>
                  <a:cubicBezTo>
                    <a:pt x="150" y="166"/>
                    <a:pt x="138" y="147"/>
                    <a:pt x="130" y="127"/>
                  </a:cubicBezTo>
                  <a:cubicBezTo>
                    <a:pt x="123" y="106"/>
                    <a:pt x="119" y="85"/>
                    <a:pt x="117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06" y="73"/>
                    <a:pt x="94" y="82"/>
                    <a:pt x="82" y="89"/>
                  </a:cubicBezTo>
                  <a:cubicBezTo>
                    <a:pt x="63" y="100"/>
                    <a:pt x="41" y="111"/>
                    <a:pt x="19" y="111"/>
                  </a:cubicBezTo>
                  <a:cubicBezTo>
                    <a:pt x="12" y="111"/>
                    <a:pt x="4" y="109"/>
                    <a:pt x="0" y="105"/>
                  </a:cubicBezTo>
                  <a:cubicBezTo>
                    <a:pt x="49" y="47"/>
                    <a:pt x="49" y="47"/>
                    <a:pt x="49" y="47"/>
                  </a:cubicBezTo>
                </a:path>
              </a:pathLst>
            </a:custGeom>
            <a:solidFill>
              <a:srgbClr val="333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" name="íŝḻï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BB2ECFB-3C4F-4852-8170-6E6E63A0F6CA}"/>
                </a:ext>
              </a:extLst>
            </p:cNvPr>
            <p:cNvSpPr/>
            <p:nvPr/>
          </p:nvSpPr>
          <p:spPr bwMode="auto">
            <a:xfrm>
              <a:off x="5092700" y="2308225"/>
              <a:ext cx="185738" cy="79375"/>
            </a:xfrm>
            <a:custGeom>
              <a:avLst/>
              <a:gdLst>
                <a:gd name="T0" fmla="*/ 3 w 56"/>
                <a:gd name="T1" fmla="*/ 9 h 24"/>
                <a:gd name="T2" fmla="*/ 7 w 56"/>
                <a:gd name="T3" fmla="*/ 7 h 24"/>
                <a:gd name="T4" fmla="*/ 31 w 56"/>
                <a:gd name="T5" fmla="*/ 7 h 24"/>
                <a:gd name="T6" fmla="*/ 48 w 56"/>
                <a:gd name="T7" fmla="*/ 2 h 24"/>
                <a:gd name="T8" fmla="*/ 55 w 56"/>
                <a:gd name="T9" fmla="*/ 7 h 24"/>
                <a:gd name="T10" fmla="*/ 53 w 56"/>
                <a:gd name="T11" fmla="*/ 13 h 24"/>
                <a:gd name="T12" fmla="*/ 50 w 56"/>
                <a:gd name="T13" fmla="*/ 17 h 24"/>
                <a:gd name="T14" fmla="*/ 45 w 56"/>
                <a:gd name="T15" fmla="*/ 19 h 24"/>
                <a:gd name="T16" fmla="*/ 11 w 56"/>
                <a:gd name="T17" fmla="*/ 23 h 24"/>
                <a:gd name="T18" fmla="*/ 2 w 56"/>
                <a:gd name="T19" fmla="*/ 20 h 24"/>
                <a:gd name="T20" fmla="*/ 1 w 56"/>
                <a:gd name="T21" fmla="*/ 12 h 24"/>
                <a:gd name="T22" fmla="*/ 3 w 56"/>
                <a:gd name="T23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24">
                  <a:moveTo>
                    <a:pt x="3" y="9"/>
                  </a:moveTo>
                  <a:cubicBezTo>
                    <a:pt x="4" y="7"/>
                    <a:pt x="5" y="7"/>
                    <a:pt x="7" y="7"/>
                  </a:cubicBezTo>
                  <a:cubicBezTo>
                    <a:pt x="15" y="7"/>
                    <a:pt x="23" y="8"/>
                    <a:pt x="31" y="7"/>
                  </a:cubicBezTo>
                  <a:cubicBezTo>
                    <a:pt x="37" y="6"/>
                    <a:pt x="43" y="5"/>
                    <a:pt x="48" y="2"/>
                  </a:cubicBezTo>
                  <a:cubicBezTo>
                    <a:pt x="52" y="0"/>
                    <a:pt x="56" y="3"/>
                    <a:pt x="55" y="7"/>
                  </a:cubicBezTo>
                  <a:cubicBezTo>
                    <a:pt x="55" y="9"/>
                    <a:pt x="54" y="11"/>
                    <a:pt x="53" y="13"/>
                  </a:cubicBezTo>
                  <a:cubicBezTo>
                    <a:pt x="52" y="14"/>
                    <a:pt x="51" y="16"/>
                    <a:pt x="50" y="17"/>
                  </a:cubicBezTo>
                  <a:cubicBezTo>
                    <a:pt x="48" y="18"/>
                    <a:pt x="47" y="18"/>
                    <a:pt x="45" y="19"/>
                  </a:cubicBezTo>
                  <a:cubicBezTo>
                    <a:pt x="34" y="22"/>
                    <a:pt x="23" y="24"/>
                    <a:pt x="11" y="23"/>
                  </a:cubicBezTo>
                  <a:cubicBezTo>
                    <a:pt x="8" y="23"/>
                    <a:pt x="4" y="23"/>
                    <a:pt x="2" y="20"/>
                  </a:cubicBezTo>
                  <a:cubicBezTo>
                    <a:pt x="0" y="18"/>
                    <a:pt x="0" y="14"/>
                    <a:pt x="1" y="12"/>
                  </a:cubicBezTo>
                  <a:cubicBezTo>
                    <a:pt x="2" y="11"/>
                    <a:pt x="2" y="10"/>
                    <a:pt x="3" y="9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" name="íśḷî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6FB9A90-6756-4AFA-9648-7563CF10A43D}"/>
                </a:ext>
              </a:extLst>
            </p:cNvPr>
            <p:cNvSpPr/>
            <p:nvPr/>
          </p:nvSpPr>
          <p:spPr bwMode="auto">
            <a:xfrm>
              <a:off x="4921250" y="1447800"/>
              <a:ext cx="303213" cy="844550"/>
            </a:xfrm>
            <a:custGeom>
              <a:avLst/>
              <a:gdLst>
                <a:gd name="T0" fmla="*/ 41 w 92"/>
                <a:gd name="T1" fmla="*/ 7 h 256"/>
                <a:gd name="T2" fmla="*/ 18 w 92"/>
                <a:gd name="T3" fmla="*/ 9 h 256"/>
                <a:gd name="T4" fmla="*/ 26 w 92"/>
                <a:gd name="T5" fmla="*/ 85 h 256"/>
                <a:gd name="T6" fmla="*/ 77 w 92"/>
                <a:gd name="T7" fmla="*/ 229 h 256"/>
                <a:gd name="T8" fmla="*/ 89 w 92"/>
                <a:gd name="T9" fmla="*/ 256 h 256"/>
                <a:gd name="T10" fmla="*/ 91 w 92"/>
                <a:gd name="T11" fmla="*/ 237 h 256"/>
                <a:gd name="T12" fmla="*/ 80 w 92"/>
                <a:gd name="T13" fmla="*/ 163 h 256"/>
                <a:gd name="T14" fmla="*/ 44 w 92"/>
                <a:gd name="T15" fmla="*/ 13 h 256"/>
                <a:gd name="T16" fmla="*/ 41 w 92"/>
                <a:gd name="T17" fmla="*/ 7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" h="256">
                  <a:moveTo>
                    <a:pt x="41" y="7"/>
                  </a:moveTo>
                  <a:cubicBezTo>
                    <a:pt x="35" y="0"/>
                    <a:pt x="24" y="3"/>
                    <a:pt x="18" y="9"/>
                  </a:cubicBezTo>
                  <a:cubicBezTo>
                    <a:pt x="0" y="26"/>
                    <a:pt x="19" y="67"/>
                    <a:pt x="26" y="85"/>
                  </a:cubicBezTo>
                  <a:cubicBezTo>
                    <a:pt x="43" y="133"/>
                    <a:pt x="60" y="181"/>
                    <a:pt x="77" y="229"/>
                  </a:cubicBezTo>
                  <a:cubicBezTo>
                    <a:pt x="80" y="238"/>
                    <a:pt x="84" y="248"/>
                    <a:pt x="89" y="256"/>
                  </a:cubicBezTo>
                  <a:cubicBezTo>
                    <a:pt x="92" y="250"/>
                    <a:pt x="91" y="243"/>
                    <a:pt x="91" y="237"/>
                  </a:cubicBezTo>
                  <a:cubicBezTo>
                    <a:pt x="90" y="212"/>
                    <a:pt x="85" y="188"/>
                    <a:pt x="80" y="163"/>
                  </a:cubicBezTo>
                  <a:cubicBezTo>
                    <a:pt x="69" y="113"/>
                    <a:pt x="57" y="63"/>
                    <a:pt x="44" y="13"/>
                  </a:cubicBezTo>
                  <a:cubicBezTo>
                    <a:pt x="44" y="11"/>
                    <a:pt x="43" y="9"/>
                    <a:pt x="41" y="7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" name="ïṡļî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E8B51CD-E674-49A6-A345-FA9B8FE1CDCF}"/>
                </a:ext>
              </a:extLst>
            </p:cNvPr>
            <p:cNvSpPr/>
            <p:nvPr/>
          </p:nvSpPr>
          <p:spPr bwMode="auto">
            <a:xfrm>
              <a:off x="4997450" y="1092200"/>
              <a:ext cx="238125" cy="312738"/>
            </a:xfrm>
            <a:custGeom>
              <a:avLst/>
              <a:gdLst>
                <a:gd name="T0" fmla="*/ 62 w 72"/>
                <a:gd name="T1" fmla="*/ 9 h 95"/>
                <a:gd name="T2" fmla="*/ 71 w 72"/>
                <a:gd name="T3" fmla="*/ 31 h 95"/>
                <a:gd name="T4" fmla="*/ 50 w 72"/>
                <a:gd name="T5" fmla="*/ 90 h 95"/>
                <a:gd name="T6" fmla="*/ 46 w 72"/>
                <a:gd name="T7" fmla="*/ 94 h 95"/>
                <a:gd name="T8" fmla="*/ 40 w 72"/>
                <a:gd name="T9" fmla="*/ 94 h 95"/>
                <a:gd name="T10" fmla="*/ 4 w 72"/>
                <a:gd name="T11" fmla="*/ 74 h 95"/>
                <a:gd name="T12" fmla="*/ 1 w 72"/>
                <a:gd name="T13" fmla="*/ 53 h 95"/>
                <a:gd name="T14" fmla="*/ 15 w 72"/>
                <a:gd name="T15" fmla="*/ 16 h 95"/>
                <a:gd name="T16" fmla="*/ 50 w 72"/>
                <a:gd name="T17" fmla="*/ 2 h 95"/>
                <a:gd name="T18" fmla="*/ 62 w 72"/>
                <a:gd name="T19" fmla="*/ 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95">
                  <a:moveTo>
                    <a:pt x="62" y="9"/>
                  </a:moveTo>
                  <a:cubicBezTo>
                    <a:pt x="68" y="15"/>
                    <a:pt x="70" y="23"/>
                    <a:pt x="71" y="31"/>
                  </a:cubicBezTo>
                  <a:cubicBezTo>
                    <a:pt x="72" y="52"/>
                    <a:pt x="61" y="72"/>
                    <a:pt x="50" y="90"/>
                  </a:cubicBezTo>
                  <a:cubicBezTo>
                    <a:pt x="49" y="92"/>
                    <a:pt x="48" y="94"/>
                    <a:pt x="46" y="94"/>
                  </a:cubicBezTo>
                  <a:cubicBezTo>
                    <a:pt x="45" y="95"/>
                    <a:pt x="42" y="95"/>
                    <a:pt x="40" y="94"/>
                  </a:cubicBezTo>
                  <a:cubicBezTo>
                    <a:pt x="26" y="91"/>
                    <a:pt x="11" y="87"/>
                    <a:pt x="4" y="74"/>
                  </a:cubicBezTo>
                  <a:cubicBezTo>
                    <a:pt x="1" y="68"/>
                    <a:pt x="0" y="60"/>
                    <a:pt x="1" y="53"/>
                  </a:cubicBezTo>
                  <a:cubicBezTo>
                    <a:pt x="2" y="39"/>
                    <a:pt x="6" y="26"/>
                    <a:pt x="15" y="16"/>
                  </a:cubicBezTo>
                  <a:cubicBezTo>
                    <a:pt x="24" y="6"/>
                    <a:pt x="37" y="0"/>
                    <a:pt x="50" y="2"/>
                  </a:cubicBezTo>
                  <a:cubicBezTo>
                    <a:pt x="50" y="2"/>
                    <a:pt x="57" y="3"/>
                    <a:pt x="6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" name="ïŝḻî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675B22C-3102-4B23-9EA1-4D57D03D94DF}"/>
                </a:ext>
              </a:extLst>
            </p:cNvPr>
            <p:cNvSpPr/>
            <p:nvPr/>
          </p:nvSpPr>
          <p:spPr bwMode="auto">
            <a:xfrm>
              <a:off x="4937125" y="1309688"/>
              <a:ext cx="142875" cy="238125"/>
            </a:xfrm>
            <a:custGeom>
              <a:avLst/>
              <a:gdLst>
                <a:gd name="T0" fmla="*/ 41 w 43"/>
                <a:gd name="T1" fmla="*/ 22 h 72"/>
                <a:gd name="T2" fmla="*/ 30 w 43"/>
                <a:gd name="T3" fmla="*/ 66 h 72"/>
                <a:gd name="T4" fmla="*/ 30 w 43"/>
                <a:gd name="T5" fmla="*/ 69 h 72"/>
                <a:gd name="T6" fmla="*/ 25 w 43"/>
                <a:gd name="T7" fmla="*/ 72 h 72"/>
                <a:gd name="T8" fmla="*/ 15 w 43"/>
                <a:gd name="T9" fmla="*/ 67 h 72"/>
                <a:gd name="T10" fmla="*/ 8 w 43"/>
                <a:gd name="T11" fmla="*/ 58 h 72"/>
                <a:gd name="T12" fmla="*/ 0 w 43"/>
                <a:gd name="T13" fmla="*/ 37 h 72"/>
                <a:gd name="T14" fmla="*/ 14 w 43"/>
                <a:gd name="T15" fmla="*/ 7 h 72"/>
                <a:gd name="T16" fmla="*/ 19 w 43"/>
                <a:gd name="T17" fmla="*/ 2 h 72"/>
                <a:gd name="T18" fmla="*/ 34 w 43"/>
                <a:gd name="T19" fmla="*/ 3 h 72"/>
                <a:gd name="T20" fmla="*/ 42 w 43"/>
                <a:gd name="T21" fmla="*/ 20 h 72"/>
                <a:gd name="T22" fmla="*/ 41 w 43"/>
                <a:gd name="T23" fmla="*/ 2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" h="72">
                  <a:moveTo>
                    <a:pt x="41" y="22"/>
                  </a:moveTo>
                  <a:cubicBezTo>
                    <a:pt x="31" y="35"/>
                    <a:pt x="30" y="51"/>
                    <a:pt x="30" y="66"/>
                  </a:cubicBezTo>
                  <a:cubicBezTo>
                    <a:pt x="30" y="67"/>
                    <a:pt x="30" y="68"/>
                    <a:pt x="30" y="69"/>
                  </a:cubicBezTo>
                  <a:cubicBezTo>
                    <a:pt x="29" y="71"/>
                    <a:pt x="27" y="72"/>
                    <a:pt x="25" y="72"/>
                  </a:cubicBezTo>
                  <a:cubicBezTo>
                    <a:pt x="21" y="72"/>
                    <a:pt x="17" y="70"/>
                    <a:pt x="15" y="67"/>
                  </a:cubicBezTo>
                  <a:cubicBezTo>
                    <a:pt x="12" y="65"/>
                    <a:pt x="10" y="61"/>
                    <a:pt x="8" y="58"/>
                  </a:cubicBezTo>
                  <a:cubicBezTo>
                    <a:pt x="5" y="52"/>
                    <a:pt x="1" y="45"/>
                    <a:pt x="0" y="37"/>
                  </a:cubicBezTo>
                  <a:cubicBezTo>
                    <a:pt x="0" y="26"/>
                    <a:pt x="7" y="16"/>
                    <a:pt x="14" y="7"/>
                  </a:cubicBezTo>
                  <a:cubicBezTo>
                    <a:pt x="16" y="5"/>
                    <a:pt x="17" y="3"/>
                    <a:pt x="19" y="2"/>
                  </a:cubicBezTo>
                  <a:cubicBezTo>
                    <a:pt x="24" y="0"/>
                    <a:pt x="30" y="1"/>
                    <a:pt x="34" y="3"/>
                  </a:cubicBezTo>
                  <a:cubicBezTo>
                    <a:pt x="40" y="7"/>
                    <a:pt x="43" y="13"/>
                    <a:pt x="42" y="20"/>
                  </a:cubicBezTo>
                  <a:cubicBezTo>
                    <a:pt x="41" y="22"/>
                    <a:pt x="41" y="22"/>
                    <a:pt x="41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" name="îslí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9590889-93E0-4242-B552-E3011B23C171}"/>
                </a:ext>
              </a:extLst>
            </p:cNvPr>
            <p:cNvSpPr/>
            <p:nvPr/>
          </p:nvSpPr>
          <p:spPr bwMode="auto">
            <a:xfrm>
              <a:off x="4887913" y="1887538"/>
              <a:ext cx="1231900" cy="1271588"/>
            </a:xfrm>
            <a:prstGeom prst="ellipse">
              <a:avLst/>
            </a:prstGeom>
            <a:solidFill>
              <a:srgbClr val="E9C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" name="íśḷ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5AFEAA2-903E-4636-A1A1-0D2F415290AD}"/>
                </a:ext>
              </a:extLst>
            </p:cNvPr>
            <p:cNvSpPr/>
            <p:nvPr/>
          </p:nvSpPr>
          <p:spPr bwMode="auto">
            <a:xfrm>
              <a:off x="5037138" y="2051050"/>
              <a:ext cx="942975" cy="946150"/>
            </a:xfrm>
            <a:custGeom>
              <a:avLst/>
              <a:gdLst>
                <a:gd name="T0" fmla="*/ 88 w 286"/>
                <a:gd name="T1" fmla="*/ 54 h 287"/>
                <a:gd name="T2" fmla="*/ 123 w 286"/>
                <a:gd name="T3" fmla="*/ 36 h 287"/>
                <a:gd name="T4" fmla="*/ 163 w 286"/>
                <a:gd name="T5" fmla="*/ 12 h 287"/>
                <a:gd name="T6" fmla="*/ 167 w 286"/>
                <a:gd name="T7" fmla="*/ 41 h 287"/>
                <a:gd name="T8" fmla="*/ 201 w 286"/>
                <a:gd name="T9" fmla="*/ 55 h 287"/>
                <a:gd name="T10" fmla="*/ 222 w 286"/>
                <a:gd name="T11" fmla="*/ 36 h 287"/>
                <a:gd name="T12" fmla="*/ 234 w 286"/>
                <a:gd name="T13" fmla="*/ 81 h 287"/>
                <a:gd name="T14" fmla="*/ 246 w 286"/>
                <a:gd name="T15" fmla="*/ 119 h 287"/>
                <a:gd name="T16" fmla="*/ 275 w 286"/>
                <a:gd name="T17" fmla="*/ 124 h 287"/>
                <a:gd name="T18" fmla="*/ 251 w 286"/>
                <a:gd name="T19" fmla="*/ 164 h 287"/>
                <a:gd name="T20" fmla="*/ 233 w 286"/>
                <a:gd name="T21" fmla="*/ 199 h 287"/>
                <a:gd name="T22" fmla="*/ 251 w 286"/>
                <a:gd name="T23" fmla="*/ 223 h 287"/>
                <a:gd name="T24" fmla="*/ 205 w 286"/>
                <a:gd name="T25" fmla="*/ 234 h 287"/>
                <a:gd name="T26" fmla="*/ 198 w 286"/>
                <a:gd name="T27" fmla="*/ 234 h 287"/>
                <a:gd name="T28" fmla="*/ 163 w 286"/>
                <a:gd name="T29" fmla="*/ 252 h 287"/>
                <a:gd name="T30" fmla="*/ 123 w 286"/>
                <a:gd name="T31" fmla="*/ 276 h 287"/>
                <a:gd name="T32" fmla="*/ 119 w 286"/>
                <a:gd name="T33" fmla="*/ 247 h 287"/>
                <a:gd name="T34" fmla="*/ 85 w 286"/>
                <a:gd name="T35" fmla="*/ 233 h 287"/>
                <a:gd name="T36" fmla="*/ 64 w 286"/>
                <a:gd name="T37" fmla="*/ 251 h 287"/>
                <a:gd name="T38" fmla="*/ 52 w 286"/>
                <a:gd name="T39" fmla="*/ 206 h 287"/>
                <a:gd name="T40" fmla="*/ 40 w 286"/>
                <a:gd name="T41" fmla="*/ 168 h 287"/>
                <a:gd name="T42" fmla="*/ 11 w 286"/>
                <a:gd name="T43" fmla="*/ 164 h 287"/>
                <a:gd name="T44" fmla="*/ 35 w 286"/>
                <a:gd name="T45" fmla="*/ 124 h 287"/>
                <a:gd name="T46" fmla="*/ 53 w 286"/>
                <a:gd name="T47" fmla="*/ 88 h 287"/>
                <a:gd name="T48" fmla="*/ 35 w 286"/>
                <a:gd name="T49" fmla="*/ 65 h 287"/>
                <a:gd name="T50" fmla="*/ 81 w 286"/>
                <a:gd name="T51" fmla="*/ 53 h 287"/>
                <a:gd name="T52" fmla="*/ 169 w 286"/>
                <a:gd name="T53" fmla="*/ 0 h 287"/>
                <a:gd name="T54" fmla="*/ 112 w 286"/>
                <a:gd name="T55" fmla="*/ 6 h 287"/>
                <a:gd name="T56" fmla="*/ 85 w 286"/>
                <a:gd name="T57" fmla="*/ 42 h 287"/>
                <a:gd name="T58" fmla="*/ 64 w 286"/>
                <a:gd name="T59" fmla="*/ 23 h 287"/>
                <a:gd name="T60" fmla="*/ 24 w 286"/>
                <a:gd name="T61" fmla="*/ 60 h 287"/>
                <a:gd name="T62" fmla="*/ 41 w 286"/>
                <a:gd name="T63" fmla="*/ 86 h 287"/>
                <a:gd name="T64" fmla="*/ 5 w 286"/>
                <a:gd name="T65" fmla="*/ 113 h 287"/>
                <a:gd name="T66" fmla="*/ 0 w 286"/>
                <a:gd name="T67" fmla="*/ 169 h 287"/>
                <a:gd name="T68" fmla="*/ 30 w 286"/>
                <a:gd name="T69" fmla="*/ 175 h 287"/>
                <a:gd name="T70" fmla="*/ 23 w 286"/>
                <a:gd name="T71" fmla="*/ 219 h 287"/>
                <a:gd name="T72" fmla="*/ 60 w 286"/>
                <a:gd name="T73" fmla="*/ 263 h 287"/>
                <a:gd name="T74" fmla="*/ 68 w 286"/>
                <a:gd name="T75" fmla="*/ 263 h 287"/>
                <a:gd name="T76" fmla="*/ 112 w 286"/>
                <a:gd name="T77" fmla="*/ 256 h 287"/>
                <a:gd name="T78" fmla="*/ 117 w 286"/>
                <a:gd name="T79" fmla="*/ 287 h 287"/>
                <a:gd name="T80" fmla="*/ 174 w 286"/>
                <a:gd name="T81" fmla="*/ 282 h 287"/>
                <a:gd name="T82" fmla="*/ 200 w 286"/>
                <a:gd name="T83" fmla="*/ 245 h 287"/>
                <a:gd name="T84" fmla="*/ 222 w 286"/>
                <a:gd name="T85" fmla="*/ 265 h 287"/>
                <a:gd name="T86" fmla="*/ 262 w 286"/>
                <a:gd name="T87" fmla="*/ 227 h 287"/>
                <a:gd name="T88" fmla="*/ 264 w 286"/>
                <a:gd name="T89" fmla="*/ 224 h 287"/>
                <a:gd name="T90" fmla="*/ 245 w 286"/>
                <a:gd name="T91" fmla="*/ 201 h 287"/>
                <a:gd name="T92" fmla="*/ 281 w 286"/>
                <a:gd name="T93" fmla="*/ 175 h 287"/>
                <a:gd name="T94" fmla="*/ 286 w 286"/>
                <a:gd name="T95" fmla="*/ 118 h 287"/>
                <a:gd name="T96" fmla="*/ 255 w 286"/>
                <a:gd name="T97" fmla="*/ 113 h 287"/>
                <a:gd name="T98" fmla="*/ 262 w 286"/>
                <a:gd name="T99" fmla="*/ 68 h 287"/>
                <a:gd name="T100" fmla="*/ 262 w 286"/>
                <a:gd name="T101" fmla="*/ 61 h 287"/>
                <a:gd name="T102" fmla="*/ 222 w 286"/>
                <a:gd name="T103" fmla="*/ 23 h 287"/>
                <a:gd name="T104" fmla="*/ 200 w 286"/>
                <a:gd name="T105" fmla="*/ 42 h 287"/>
                <a:gd name="T106" fmla="*/ 174 w 286"/>
                <a:gd name="T107" fmla="*/ 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6" h="287">
                  <a:moveTo>
                    <a:pt x="85" y="55"/>
                  </a:moveTo>
                  <a:cubicBezTo>
                    <a:pt x="86" y="55"/>
                    <a:pt x="87" y="55"/>
                    <a:pt x="88" y="54"/>
                  </a:cubicBezTo>
                  <a:cubicBezTo>
                    <a:pt x="97" y="48"/>
                    <a:pt x="108" y="44"/>
                    <a:pt x="119" y="41"/>
                  </a:cubicBezTo>
                  <a:cubicBezTo>
                    <a:pt x="121" y="41"/>
                    <a:pt x="123" y="38"/>
                    <a:pt x="123" y="36"/>
                  </a:cubicBezTo>
                  <a:cubicBezTo>
                    <a:pt x="123" y="12"/>
                    <a:pt x="123" y="12"/>
                    <a:pt x="123" y="12"/>
                  </a:cubicBezTo>
                  <a:cubicBezTo>
                    <a:pt x="163" y="12"/>
                    <a:pt x="163" y="12"/>
                    <a:pt x="163" y="12"/>
                  </a:cubicBezTo>
                  <a:cubicBezTo>
                    <a:pt x="163" y="36"/>
                    <a:pt x="163" y="36"/>
                    <a:pt x="163" y="36"/>
                  </a:cubicBezTo>
                  <a:cubicBezTo>
                    <a:pt x="163" y="38"/>
                    <a:pt x="165" y="41"/>
                    <a:pt x="167" y="41"/>
                  </a:cubicBezTo>
                  <a:cubicBezTo>
                    <a:pt x="178" y="44"/>
                    <a:pt x="189" y="48"/>
                    <a:pt x="198" y="54"/>
                  </a:cubicBezTo>
                  <a:cubicBezTo>
                    <a:pt x="199" y="55"/>
                    <a:pt x="200" y="55"/>
                    <a:pt x="201" y="55"/>
                  </a:cubicBezTo>
                  <a:cubicBezTo>
                    <a:pt x="203" y="55"/>
                    <a:pt x="204" y="54"/>
                    <a:pt x="205" y="53"/>
                  </a:cubicBezTo>
                  <a:cubicBezTo>
                    <a:pt x="222" y="36"/>
                    <a:pt x="222" y="36"/>
                    <a:pt x="222" y="36"/>
                  </a:cubicBezTo>
                  <a:cubicBezTo>
                    <a:pt x="251" y="65"/>
                    <a:pt x="251" y="65"/>
                    <a:pt x="251" y="65"/>
                  </a:cubicBezTo>
                  <a:cubicBezTo>
                    <a:pt x="234" y="81"/>
                    <a:pt x="234" y="81"/>
                    <a:pt x="234" y="81"/>
                  </a:cubicBezTo>
                  <a:cubicBezTo>
                    <a:pt x="232" y="83"/>
                    <a:pt x="231" y="86"/>
                    <a:pt x="233" y="88"/>
                  </a:cubicBezTo>
                  <a:cubicBezTo>
                    <a:pt x="239" y="98"/>
                    <a:pt x="243" y="108"/>
                    <a:pt x="246" y="119"/>
                  </a:cubicBezTo>
                  <a:cubicBezTo>
                    <a:pt x="246" y="122"/>
                    <a:pt x="249" y="124"/>
                    <a:pt x="251" y="124"/>
                  </a:cubicBezTo>
                  <a:cubicBezTo>
                    <a:pt x="275" y="124"/>
                    <a:pt x="275" y="124"/>
                    <a:pt x="275" y="124"/>
                  </a:cubicBezTo>
                  <a:cubicBezTo>
                    <a:pt x="275" y="164"/>
                    <a:pt x="275" y="164"/>
                    <a:pt x="275" y="164"/>
                  </a:cubicBezTo>
                  <a:cubicBezTo>
                    <a:pt x="251" y="164"/>
                    <a:pt x="251" y="164"/>
                    <a:pt x="251" y="164"/>
                  </a:cubicBezTo>
                  <a:cubicBezTo>
                    <a:pt x="249" y="164"/>
                    <a:pt x="246" y="166"/>
                    <a:pt x="246" y="168"/>
                  </a:cubicBezTo>
                  <a:cubicBezTo>
                    <a:pt x="243" y="179"/>
                    <a:pt x="239" y="190"/>
                    <a:pt x="233" y="199"/>
                  </a:cubicBezTo>
                  <a:cubicBezTo>
                    <a:pt x="231" y="201"/>
                    <a:pt x="232" y="204"/>
                    <a:pt x="234" y="206"/>
                  </a:cubicBezTo>
                  <a:cubicBezTo>
                    <a:pt x="251" y="223"/>
                    <a:pt x="251" y="223"/>
                    <a:pt x="251" y="223"/>
                  </a:cubicBezTo>
                  <a:cubicBezTo>
                    <a:pt x="222" y="251"/>
                    <a:pt x="222" y="251"/>
                    <a:pt x="222" y="251"/>
                  </a:cubicBezTo>
                  <a:cubicBezTo>
                    <a:pt x="205" y="234"/>
                    <a:pt x="205" y="234"/>
                    <a:pt x="205" y="234"/>
                  </a:cubicBezTo>
                  <a:cubicBezTo>
                    <a:pt x="204" y="233"/>
                    <a:pt x="203" y="233"/>
                    <a:pt x="201" y="233"/>
                  </a:cubicBezTo>
                  <a:cubicBezTo>
                    <a:pt x="200" y="233"/>
                    <a:pt x="199" y="233"/>
                    <a:pt x="198" y="234"/>
                  </a:cubicBezTo>
                  <a:cubicBezTo>
                    <a:pt x="189" y="240"/>
                    <a:pt x="178" y="244"/>
                    <a:pt x="167" y="247"/>
                  </a:cubicBezTo>
                  <a:cubicBezTo>
                    <a:pt x="165" y="247"/>
                    <a:pt x="163" y="249"/>
                    <a:pt x="163" y="252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52"/>
                    <a:pt x="123" y="252"/>
                    <a:pt x="123" y="252"/>
                  </a:cubicBezTo>
                  <a:cubicBezTo>
                    <a:pt x="123" y="249"/>
                    <a:pt x="121" y="247"/>
                    <a:pt x="119" y="247"/>
                  </a:cubicBezTo>
                  <a:cubicBezTo>
                    <a:pt x="108" y="244"/>
                    <a:pt x="97" y="240"/>
                    <a:pt x="88" y="234"/>
                  </a:cubicBezTo>
                  <a:cubicBezTo>
                    <a:pt x="87" y="233"/>
                    <a:pt x="86" y="233"/>
                    <a:pt x="85" y="233"/>
                  </a:cubicBezTo>
                  <a:cubicBezTo>
                    <a:pt x="83" y="233"/>
                    <a:pt x="82" y="233"/>
                    <a:pt x="81" y="234"/>
                  </a:cubicBezTo>
                  <a:cubicBezTo>
                    <a:pt x="64" y="251"/>
                    <a:pt x="64" y="251"/>
                    <a:pt x="64" y="251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4" y="204"/>
                    <a:pt x="54" y="201"/>
                    <a:pt x="53" y="199"/>
                  </a:cubicBezTo>
                  <a:cubicBezTo>
                    <a:pt x="47" y="190"/>
                    <a:pt x="43" y="179"/>
                    <a:pt x="40" y="168"/>
                  </a:cubicBezTo>
                  <a:cubicBezTo>
                    <a:pt x="40" y="166"/>
                    <a:pt x="37" y="164"/>
                    <a:pt x="35" y="164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37" y="124"/>
                    <a:pt x="40" y="122"/>
                    <a:pt x="40" y="119"/>
                  </a:cubicBezTo>
                  <a:cubicBezTo>
                    <a:pt x="43" y="109"/>
                    <a:pt x="47" y="98"/>
                    <a:pt x="53" y="88"/>
                  </a:cubicBezTo>
                  <a:cubicBezTo>
                    <a:pt x="54" y="86"/>
                    <a:pt x="54" y="83"/>
                    <a:pt x="52" y="81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81" y="53"/>
                    <a:pt x="81" y="53"/>
                    <a:pt x="81" y="53"/>
                  </a:cubicBezTo>
                  <a:cubicBezTo>
                    <a:pt x="82" y="54"/>
                    <a:pt x="83" y="55"/>
                    <a:pt x="85" y="55"/>
                  </a:cubicBezTo>
                  <a:moveTo>
                    <a:pt x="169" y="0"/>
                  </a:moveTo>
                  <a:cubicBezTo>
                    <a:pt x="117" y="0"/>
                    <a:pt x="117" y="0"/>
                    <a:pt x="117" y="0"/>
                  </a:cubicBezTo>
                  <a:cubicBezTo>
                    <a:pt x="114" y="0"/>
                    <a:pt x="112" y="3"/>
                    <a:pt x="112" y="6"/>
                  </a:cubicBezTo>
                  <a:cubicBezTo>
                    <a:pt x="112" y="31"/>
                    <a:pt x="112" y="31"/>
                    <a:pt x="112" y="31"/>
                  </a:cubicBezTo>
                  <a:cubicBezTo>
                    <a:pt x="103" y="34"/>
                    <a:pt x="94" y="37"/>
                    <a:pt x="85" y="42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6" y="23"/>
                    <a:pt x="65" y="23"/>
                    <a:pt x="64" y="23"/>
                  </a:cubicBezTo>
                  <a:cubicBezTo>
                    <a:pt x="62" y="23"/>
                    <a:pt x="61" y="23"/>
                    <a:pt x="60" y="2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4" y="63"/>
                    <a:pt x="24" y="66"/>
                    <a:pt x="24" y="69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37" y="95"/>
                    <a:pt x="33" y="103"/>
                    <a:pt x="30" y="113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2" y="113"/>
                    <a:pt x="0" y="115"/>
                    <a:pt x="0" y="118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73"/>
                    <a:pt x="2" y="175"/>
                    <a:pt x="5" y="175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3" y="184"/>
                    <a:pt x="37" y="193"/>
                    <a:pt x="41" y="201"/>
                  </a:cubicBezTo>
                  <a:cubicBezTo>
                    <a:pt x="23" y="219"/>
                    <a:pt x="23" y="219"/>
                    <a:pt x="23" y="219"/>
                  </a:cubicBezTo>
                  <a:cubicBezTo>
                    <a:pt x="21" y="221"/>
                    <a:pt x="21" y="225"/>
                    <a:pt x="23" y="227"/>
                  </a:cubicBezTo>
                  <a:cubicBezTo>
                    <a:pt x="60" y="263"/>
                    <a:pt x="60" y="263"/>
                    <a:pt x="60" y="263"/>
                  </a:cubicBezTo>
                  <a:cubicBezTo>
                    <a:pt x="61" y="264"/>
                    <a:pt x="62" y="265"/>
                    <a:pt x="64" y="265"/>
                  </a:cubicBezTo>
                  <a:cubicBezTo>
                    <a:pt x="65" y="265"/>
                    <a:pt x="67" y="264"/>
                    <a:pt x="68" y="263"/>
                  </a:cubicBezTo>
                  <a:cubicBezTo>
                    <a:pt x="85" y="245"/>
                    <a:pt x="85" y="245"/>
                    <a:pt x="85" y="245"/>
                  </a:cubicBezTo>
                  <a:cubicBezTo>
                    <a:pt x="94" y="250"/>
                    <a:pt x="103" y="254"/>
                    <a:pt x="112" y="256"/>
                  </a:cubicBezTo>
                  <a:cubicBezTo>
                    <a:pt x="112" y="282"/>
                    <a:pt x="112" y="282"/>
                    <a:pt x="112" y="282"/>
                  </a:cubicBezTo>
                  <a:cubicBezTo>
                    <a:pt x="112" y="285"/>
                    <a:pt x="114" y="287"/>
                    <a:pt x="117" y="287"/>
                  </a:cubicBezTo>
                  <a:cubicBezTo>
                    <a:pt x="169" y="287"/>
                    <a:pt x="169" y="287"/>
                    <a:pt x="169" y="287"/>
                  </a:cubicBezTo>
                  <a:cubicBezTo>
                    <a:pt x="172" y="287"/>
                    <a:pt x="174" y="285"/>
                    <a:pt x="174" y="282"/>
                  </a:cubicBezTo>
                  <a:cubicBezTo>
                    <a:pt x="174" y="256"/>
                    <a:pt x="174" y="256"/>
                    <a:pt x="174" y="256"/>
                  </a:cubicBezTo>
                  <a:cubicBezTo>
                    <a:pt x="183" y="254"/>
                    <a:pt x="192" y="250"/>
                    <a:pt x="200" y="245"/>
                  </a:cubicBezTo>
                  <a:cubicBezTo>
                    <a:pt x="218" y="263"/>
                    <a:pt x="218" y="263"/>
                    <a:pt x="218" y="263"/>
                  </a:cubicBezTo>
                  <a:cubicBezTo>
                    <a:pt x="219" y="264"/>
                    <a:pt x="221" y="265"/>
                    <a:pt x="222" y="265"/>
                  </a:cubicBezTo>
                  <a:cubicBezTo>
                    <a:pt x="224" y="265"/>
                    <a:pt x="225" y="264"/>
                    <a:pt x="226" y="263"/>
                  </a:cubicBezTo>
                  <a:cubicBezTo>
                    <a:pt x="262" y="227"/>
                    <a:pt x="262" y="227"/>
                    <a:pt x="262" y="227"/>
                  </a:cubicBezTo>
                  <a:cubicBezTo>
                    <a:pt x="262" y="226"/>
                    <a:pt x="262" y="224"/>
                    <a:pt x="261" y="222"/>
                  </a:cubicBezTo>
                  <a:cubicBezTo>
                    <a:pt x="262" y="223"/>
                    <a:pt x="263" y="223"/>
                    <a:pt x="264" y="224"/>
                  </a:cubicBezTo>
                  <a:cubicBezTo>
                    <a:pt x="264" y="222"/>
                    <a:pt x="264" y="220"/>
                    <a:pt x="262" y="219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9" y="193"/>
                    <a:pt x="253" y="184"/>
                    <a:pt x="255" y="175"/>
                  </a:cubicBezTo>
                  <a:cubicBezTo>
                    <a:pt x="281" y="175"/>
                    <a:pt x="281" y="175"/>
                    <a:pt x="281" y="175"/>
                  </a:cubicBezTo>
                  <a:cubicBezTo>
                    <a:pt x="284" y="175"/>
                    <a:pt x="286" y="173"/>
                    <a:pt x="286" y="169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15"/>
                    <a:pt x="284" y="113"/>
                    <a:pt x="281" y="113"/>
                  </a:cubicBezTo>
                  <a:cubicBezTo>
                    <a:pt x="255" y="113"/>
                    <a:pt x="255" y="113"/>
                    <a:pt x="255" y="113"/>
                  </a:cubicBezTo>
                  <a:cubicBezTo>
                    <a:pt x="253" y="103"/>
                    <a:pt x="249" y="95"/>
                    <a:pt x="245" y="86"/>
                  </a:cubicBezTo>
                  <a:cubicBezTo>
                    <a:pt x="262" y="68"/>
                    <a:pt x="262" y="68"/>
                    <a:pt x="262" y="68"/>
                  </a:cubicBezTo>
                  <a:cubicBezTo>
                    <a:pt x="263" y="67"/>
                    <a:pt x="264" y="66"/>
                    <a:pt x="264" y="65"/>
                  </a:cubicBezTo>
                  <a:cubicBezTo>
                    <a:pt x="264" y="63"/>
                    <a:pt x="263" y="62"/>
                    <a:pt x="262" y="61"/>
                  </a:cubicBezTo>
                  <a:cubicBezTo>
                    <a:pt x="226" y="24"/>
                    <a:pt x="226" y="24"/>
                    <a:pt x="226" y="24"/>
                  </a:cubicBezTo>
                  <a:cubicBezTo>
                    <a:pt x="225" y="23"/>
                    <a:pt x="224" y="23"/>
                    <a:pt x="222" y="23"/>
                  </a:cubicBezTo>
                  <a:cubicBezTo>
                    <a:pt x="221" y="23"/>
                    <a:pt x="219" y="23"/>
                    <a:pt x="218" y="24"/>
                  </a:cubicBezTo>
                  <a:cubicBezTo>
                    <a:pt x="200" y="42"/>
                    <a:pt x="200" y="42"/>
                    <a:pt x="200" y="42"/>
                  </a:cubicBezTo>
                  <a:cubicBezTo>
                    <a:pt x="192" y="37"/>
                    <a:pt x="183" y="34"/>
                    <a:pt x="174" y="31"/>
                  </a:cubicBezTo>
                  <a:cubicBezTo>
                    <a:pt x="174" y="6"/>
                    <a:pt x="174" y="6"/>
                    <a:pt x="174" y="6"/>
                  </a:cubicBezTo>
                  <a:cubicBezTo>
                    <a:pt x="174" y="3"/>
                    <a:pt x="172" y="0"/>
                    <a:pt x="169" y="0"/>
                  </a:cubicBezTo>
                </a:path>
              </a:pathLst>
            </a:custGeom>
            <a:solidFill>
              <a:srgbClr val="D5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" name="ïśḻ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F725C6B-3AF1-403A-AD02-81933B9DEC4A}"/>
                </a:ext>
              </a:extLst>
            </p:cNvPr>
            <p:cNvSpPr/>
            <p:nvPr/>
          </p:nvSpPr>
          <p:spPr bwMode="auto">
            <a:xfrm>
              <a:off x="5184775" y="2203450"/>
              <a:ext cx="647700" cy="646113"/>
            </a:xfrm>
            <a:custGeom>
              <a:avLst/>
              <a:gdLst>
                <a:gd name="T0" fmla="*/ 98 w 196"/>
                <a:gd name="T1" fmla="*/ 185 h 196"/>
                <a:gd name="T2" fmla="*/ 11 w 196"/>
                <a:gd name="T3" fmla="*/ 98 h 196"/>
                <a:gd name="T4" fmla="*/ 98 w 196"/>
                <a:gd name="T5" fmla="*/ 11 h 196"/>
                <a:gd name="T6" fmla="*/ 185 w 196"/>
                <a:gd name="T7" fmla="*/ 98 h 196"/>
                <a:gd name="T8" fmla="*/ 98 w 196"/>
                <a:gd name="T9" fmla="*/ 185 h 196"/>
                <a:gd name="T10" fmla="*/ 98 w 196"/>
                <a:gd name="T11" fmla="*/ 0 h 196"/>
                <a:gd name="T12" fmla="*/ 0 w 196"/>
                <a:gd name="T13" fmla="*/ 98 h 196"/>
                <a:gd name="T14" fmla="*/ 98 w 196"/>
                <a:gd name="T15" fmla="*/ 196 h 196"/>
                <a:gd name="T16" fmla="*/ 196 w 196"/>
                <a:gd name="T17" fmla="*/ 98 h 196"/>
                <a:gd name="T18" fmla="*/ 98 w 196"/>
                <a:gd name="T19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6" h="196">
                  <a:moveTo>
                    <a:pt x="98" y="185"/>
                  </a:moveTo>
                  <a:cubicBezTo>
                    <a:pt x="50" y="185"/>
                    <a:pt x="11" y="146"/>
                    <a:pt x="11" y="98"/>
                  </a:cubicBezTo>
                  <a:cubicBezTo>
                    <a:pt x="11" y="50"/>
                    <a:pt x="50" y="11"/>
                    <a:pt x="98" y="11"/>
                  </a:cubicBezTo>
                  <a:cubicBezTo>
                    <a:pt x="146" y="11"/>
                    <a:pt x="185" y="50"/>
                    <a:pt x="185" y="98"/>
                  </a:cubicBezTo>
                  <a:cubicBezTo>
                    <a:pt x="185" y="146"/>
                    <a:pt x="146" y="185"/>
                    <a:pt x="98" y="185"/>
                  </a:cubicBezTo>
                  <a:moveTo>
                    <a:pt x="98" y="0"/>
                  </a:moveTo>
                  <a:cubicBezTo>
                    <a:pt x="44" y="0"/>
                    <a:pt x="0" y="44"/>
                    <a:pt x="0" y="98"/>
                  </a:cubicBezTo>
                  <a:cubicBezTo>
                    <a:pt x="0" y="152"/>
                    <a:pt x="44" y="196"/>
                    <a:pt x="98" y="196"/>
                  </a:cubicBezTo>
                  <a:cubicBezTo>
                    <a:pt x="152" y="196"/>
                    <a:pt x="196" y="152"/>
                    <a:pt x="196" y="98"/>
                  </a:cubicBezTo>
                  <a:cubicBezTo>
                    <a:pt x="196" y="44"/>
                    <a:pt x="152" y="0"/>
                    <a:pt x="98" y="0"/>
                  </a:cubicBezTo>
                </a:path>
              </a:pathLst>
            </a:custGeom>
            <a:solidFill>
              <a:srgbClr val="D5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" name="ïsli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5396B4-32D4-4DF2-8639-5FE416E5CDAA}"/>
                </a:ext>
              </a:extLst>
            </p:cNvPr>
            <p:cNvSpPr/>
            <p:nvPr/>
          </p:nvSpPr>
          <p:spPr bwMode="auto">
            <a:xfrm>
              <a:off x="5364163" y="2328863"/>
              <a:ext cx="279400" cy="381000"/>
            </a:xfrm>
            <a:custGeom>
              <a:avLst/>
              <a:gdLst>
                <a:gd name="T0" fmla="*/ 32 w 85"/>
                <a:gd name="T1" fmla="*/ 107 h 116"/>
                <a:gd name="T2" fmla="*/ 28 w 85"/>
                <a:gd name="T3" fmla="*/ 104 h 116"/>
                <a:gd name="T4" fmla="*/ 28 w 85"/>
                <a:gd name="T5" fmla="*/ 95 h 116"/>
                <a:gd name="T6" fmla="*/ 57 w 85"/>
                <a:gd name="T7" fmla="*/ 95 h 116"/>
                <a:gd name="T8" fmla="*/ 57 w 85"/>
                <a:gd name="T9" fmla="*/ 104 h 116"/>
                <a:gd name="T10" fmla="*/ 53 w 85"/>
                <a:gd name="T11" fmla="*/ 107 h 116"/>
                <a:gd name="T12" fmla="*/ 32 w 85"/>
                <a:gd name="T13" fmla="*/ 107 h 116"/>
                <a:gd name="T14" fmla="*/ 28 w 85"/>
                <a:gd name="T15" fmla="*/ 86 h 116"/>
                <a:gd name="T16" fmla="*/ 20 w 85"/>
                <a:gd name="T17" fmla="*/ 70 h 116"/>
                <a:gd name="T18" fmla="*/ 8 w 85"/>
                <a:gd name="T19" fmla="*/ 44 h 116"/>
                <a:gd name="T20" fmla="*/ 43 w 85"/>
                <a:gd name="T21" fmla="*/ 8 h 116"/>
                <a:gd name="T22" fmla="*/ 43 w 85"/>
                <a:gd name="T23" fmla="*/ 8 h 116"/>
                <a:gd name="T24" fmla="*/ 77 w 85"/>
                <a:gd name="T25" fmla="*/ 44 h 116"/>
                <a:gd name="T26" fmla="*/ 66 w 85"/>
                <a:gd name="T27" fmla="*/ 70 h 116"/>
                <a:gd name="T28" fmla="*/ 57 w 85"/>
                <a:gd name="T29" fmla="*/ 86 h 116"/>
                <a:gd name="T30" fmla="*/ 28 w 85"/>
                <a:gd name="T31" fmla="*/ 86 h 116"/>
                <a:gd name="T32" fmla="*/ 43 w 85"/>
                <a:gd name="T33" fmla="*/ 0 h 116"/>
                <a:gd name="T34" fmla="*/ 43 w 85"/>
                <a:gd name="T35" fmla="*/ 0 h 116"/>
                <a:gd name="T36" fmla="*/ 0 w 85"/>
                <a:gd name="T37" fmla="*/ 44 h 116"/>
                <a:gd name="T38" fmla="*/ 14 w 85"/>
                <a:gd name="T39" fmla="*/ 77 h 116"/>
                <a:gd name="T40" fmla="*/ 20 w 85"/>
                <a:gd name="T41" fmla="*/ 90 h 116"/>
                <a:gd name="T42" fmla="*/ 20 w 85"/>
                <a:gd name="T43" fmla="*/ 91 h 116"/>
                <a:gd name="T44" fmla="*/ 20 w 85"/>
                <a:gd name="T45" fmla="*/ 104 h 116"/>
                <a:gd name="T46" fmla="*/ 32 w 85"/>
                <a:gd name="T47" fmla="*/ 116 h 116"/>
                <a:gd name="T48" fmla="*/ 53 w 85"/>
                <a:gd name="T49" fmla="*/ 116 h 116"/>
                <a:gd name="T50" fmla="*/ 65 w 85"/>
                <a:gd name="T51" fmla="*/ 104 h 116"/>
                <a:gd name="T52" fmla="*/ 65 w 85"/>
                <a:gd name="T53" fmla="*/ 91 h 116"/>
                <a:gd name="T54" fmla="*/ 65 w 85"/>
                <a:gd name="T55" fmla="*/ 91 h 116"/>
                <a:gd name="T56" fmla="*/ 71 w 85"/>
                <a:gd name="T57" fmla="*/ 77 h 116"/>
                <a:gd name="T58" fmla="*/ 85 w 85"/>
                <a:gd name="T59" fmla="*/ 44 h 116"/>
                <a:gd name="T60" fmla="*/ 43 w 85"/>
                <a:gd name="T6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5" h="116">
                  <a:moveTo>
                    <a:pt x="32" y="107"/>
                  </a:moveTo>
                  <a:cubicBezTo>
                    <a:pt x="30" y="107"/>
                    <a:pt x="28" y="106"/>
                    <a:pt x="28" y="104"/>
                  </a:cubicBezTo>
                  <a:cubicBezTo>
                    <a:pt x="28" y="95"/>
                    <a:pt x="28" y="95"/>
                    <a:pt x="28" y="95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7" y="104"/>
                    <a:pt x="57" y="104"/>
                    <a:pt x="57" y="104"/>
                  </a:cubicBezTo>
                  <a:cubicBezTo>
                    <a:pt x="57" y="106"/>
                    <a:pt x="55" y="107"/>
                    <a:pt x="53" y="107"/>
                  </a:cubicBezTo>
                  <a:cubicBezTo>
                    <a:pt x="32" y="107"/>
                    <a:pt x="32" y="107"/>
                    <a:pt x="32" y="107"/>
                  </a:cubicBezTo>
                  <a:moveTo>
                    <a:pt x="28" y="86"/>
                  </a:moveTo>
                  <a:cubicBezTo>
                    <a:pt x="27" y="80"/>
                    <a:pt x="24" y="75"/>
                    <a:pt x="20" y="70"/>
                  </a:cubicBezTo>
                  <a:cubicBezTo>
                    <a:pt x="12" y="64"/>
                    <a:pt x="8" y="54"/>
                    <a:pt x="8" y="44"/>
                  </a:cubicBezTo>
                  <a:cubicBezTo>
                    <a:pt x="8" y="24"/>
                    <a:pt x="24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62" y="8"/>
                    <a:pt x="77" y="24"/>
                    <a:pt x="77" y="44"/>
                  </a:cubicBezTo>
                  <a:cubicBezTo>
                    <a:pt x="77" y="54"/>
                    <a:pt x="73" y="64"/>
                    <a:pt x="66" y="70"/>
                  </a:cubicBezTo>
                  <a:cubicBezTo>
                    <a:pt x="61" y="75"/>
                    <a:pt x="58" y="80"/>
                    <a:pt x="57" y="86"/>
                  </a:cubicBezTo>
                  <a:cubicBezTo>
                    <a:pt x="28" y="86"/>
                    <a:pt x="28" y="86"/>
                    <a:pt x="28" y="86"/>
                  </a:cubicBezTo>
                  <a:moveTo>
                    <a:pt x="43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20"/>
                    <a:pt x="0" y="44"/>
                  </a:cubicBezTo>
                  <a:cubicBezTo>
                    <a:pt x="0" y="56"/>
                    <a:pt x="5" y="68"/>
                    <a:pt x="14" y="77"/>
                  </a:cubicBezTo>
                  <a:cubicBezTo>
                    <a:pt x="18" y="80"/>
                    <a:pt x="20" y="85"/>
                    <a:pt x="20" y="90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0" y="110"/>
                    <a:pt x="25" y="116"/>
                    <a:pt x="32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60" y="116"/>
                    <a:pt x="65" y="110"/>
                    <a:pt x="65" y="104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5" y="91"/>
                    <a:pt x="65" y="91"/>
                    <a:pt x="65" y="91"/>
                  </a:cubicBezTo>
                  <a:cubicBezTo>
                    <a:pt x="65" y="85"/>
                    <a:pt x="67" y="80"/>
                    <a:pt x="71" y="77"/>
                  </a:cubicBezTo>
                  <a:cubicBezTo>
                    <a:pt x="80" y="68"/>
                    <a:pt x="85" y="56"/>
                    <a:pt x="85" y="44"/>
                  </a:cubicBezTo>
                  <a:cubicBezTo>
                    <a:pt x="85" y="20"/>
                    <a:pt x="66" y="0"/>
                    <a:pt x="43" y="0"/>
                  </a:cubicBezTo>
                </a:path>
              </a:pathLst>
            </a:custGeom>
            <a:solidFill>
              <a:srgbClr val="D5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" name="îşľî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50E418-C9A5-4775-858B-7AEC2FC02BBF}"/>
                </a:ext>
              </a:extLst>
            </p:cNvPr>
            <p:cNvSpPr/>
            <p:nvPr/>
          </p:nvSpPr>
          <p:spPr bwMode="auto">
            <a:xfrm>
              <a:off x="3948113" y="1765300"/>
              <a:ext cx="881063" cy="631825"/>
            </a:xfrm>
            <a:custGeom>
              <a:avLst/>
              <a:gdLst>
                <a:gd name="T0" fmla="*/ 237 w 267"/>
                <a:gd name="T1" fmla="*/ 68 h 192"/>
                <a:gd name="T2" fmla="*/ 263 w 267"/>
                <a:gd name="T3" fmla="*/ 153 h 192"/>
                <a:gd name="T4" fmla="*/ 213 w 267"/>
                <a:gd name="T5" fmla="*/ 188 h 192"/>
                <a:gd name="T6" fmla="*/ 58 w 267"/>
                <a:gd name="T7" fmla="*/ 166 h 192"/>
                <a:gd name="T8" fmla="*/ 17 w 267"/>
                <a:gd name="T9" fmla="*/ 159 h 192"/>
                <a:gd name="T10" fmla="*/ 0 w 267"/>
                <a:gd name="T11" fmla="*/ 145 h 192"/>
                <a:gd name="T12" fmla="*/ 91 w 267"/>
                <a:gd name="T13" fmla="*/ 127 h 192"/>
                <a:gd name="T14" fmla="*/ 185 w 267"/>
                <a:gd name="T15" fmla="*/ 132 h 192"/>
                <a:gd name="T16" fmla="*/ 184 w 267"/>
                <a:gd name="T17" fmla="*/ 132 h 192"/>
                <a:gd name="T18" fmla="*/ 164 w 267"/>
                <a:gd name="T19" fmla="*/ 89 h 192"/>
                <a:gd name="T20" fmla="*/ 159 w 267"/>
                <a:gd name="T21" fmla="*/ 18 h 192"/>
                <a:gd name="T22" fmla="*/ 176 w 267"/>
                <a:gd name="T23" fmla="*/ 0 h 192"/>
                <a:gd name="T24" fmla="*/ 237 w 267"/>
                <a:gd name="T25" fmla="*/ 68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7" h="192">
                  <a:moveTo>
                    <a:pt x="237" y="68"/>
                  </a:moveTo>
                  <a:cubicBezTo>
                    <a:pt x="253" y="93"/>
                    <a:pt x="260" y="123"/>
                    <a:pt x="263" y="153"/>
                  </a:cubicBezTo>
                  <a:cubicBezTo>
                    <a:pt x="267" y="186"/>
                    <a:pt x="240" y="192"/>
                    <a:pt x="213" y="188"/>
                  </a:cubicBezTo>
                  <a:cubicBezTo>
                    <a:pt x="161" y="181"/>
                    <a:pt x="109" y="174"/>
                    <a:pt x="58" y="166"/>
                  </a:cubicBezTo>
                  <a:cubicBezTo>
                    <a:pt x="44" y="164"/>
                    <a:pt x="31" y="161"/>
                    <a:pt x="17" y="159"/>
                  </a:cubicBezTo>
                  <a:cubicBezTo>
                    <a:pt x="4" y="157"/>
                    <a:pt x="0" y="158"/>
                    <a:pt x="0" y="145"/>
                  </a:cubicBezTo>
                  <a:cubicBezTo>
                    <a:pt x="34" y="135"/>
                    <a:pt x="59" y="128"/>
                    <a:pt x="91" y="127"/>
                  </a:cubicBezTo>
                  <a:cubicBezTo>
                    <a:pt x="122" y="125"/>
                    <a:pt x="154" y="128"/>
                    <a:pt x="185" y="132"/>
                  </a:cubicBezTo>
                  <a:cubicBezTo>
                    <a:pt x="184" y="132"/>
                    <a:pt x="184" y="132"/>
                    <a:pt x="184" y="132"/>
                  </a:cubicBezTo>
                  <a:cubicBezTo>
                    <a:pt x="175" y="119"/>
                    <a:pt x="169" y="104"/>
                    <a:pt x="164" y="89"/>
                  </a:cubicBezTo>
                  <a:cubicBezTo>
                    <a:pt x="155" y="66"/>
                    <a:pt x="149" y="40"/>
                    <a:pt x="159" y="18"/>
                  </a:cubicBezTo>
                  <a:cubicBezTo>
                    <a:pt x="162" y="10"/>
                    <a:pt x="168" y="3"/>
                    <a:pt x="176" y="0"/>
                  </a:cubicBezTo>
                  <a:cubicBezTo>
                    <a:pt x="237" y="68"/>
                    <a:pt x="237" y="68"/>
                    <a:pt x="237" y="68"/>
                  </a:cubicBezTo>
                </a:path>
              </a:pathLst>
            </a:custGeom>
            <a:solidFill>
              <a:srgbClr val="3D3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" name="îŝļí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3C4F001-74D1-4EA6-8C23-439C183A8CE1}"/>
                </a:ext>
              </a:extLst>
            </p:cNvPr>
            <p:cNvSpPr/>
            <p:nvPr/>
          </p:nvSpPr>
          <p:spPr bwMode="auto">
            <a:xfrm>
              <a:off x="3914775" y="2225675"/>
              <a:ext cx="76200" cy="168275"/>
            </a:xfrm>
            <a:custGeom>
              <a:avLst/>
              <a:gdLst>
                <a:gd name="T0" fmla="*/ 15 w 23"/>
                <a:gd name="T1" fmla="*/ 2 h 51"/>
                <a:gd name="T2" fmla="*/ 17 w 23"/>
                <a:gd name="T3" fmla="*/ 6 h 51"/>
                <a:gd name="T4" fmla="*/ 16 w 23"/>
                <a:gd name="T5" fmla="*/ 28 h 51"/>
                <a:gd name="T6" fmla="*/ 21 w 23"/>
                <a:gd name="T7" fmla="*/ 43 h 51"/>
                <a:gd name="T8" fmla="*/ 16 w 23"/>
                <a:gd name="T9" fmla="*/ 50 h 51"/>
                <a:gd name="T10" fmla="*/ 11 w 23"/>
                <a:gd name="T11" fmla="*/ 48 h 51"/>
                <a:gd name="T12" fmla="*/ 7 w 23"/>
                <a:gd name="T13" fmla="*/ 45 h 51"/>
                <a:gd name="T14" fmla="*/ 5 w 23"/>
                <a:gd name="T15" fmla="*/ 41 h 51"/>
                <a:gd name="T16" fmla="*/ 0 w 23"/>
                <a:gd name="T17" fmla="*/ 10 h 51"/>
                <a:gd name="T18" fmla="*/ 4 w 23"/>
                <a:gd name="T19" fmla="*/ 2 h 51"/>
                <a:gd name="T20" fmla="*/ 12 w 23"/>
                <a:gd name="T21" fmla="*/ 1 h 51"/>
                <a:gd name="T22" fmla="*/ 15 w 23"/>
                <a:gd name="T23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51">
                  <a:moveTo>
                    <a:pt x="15" y="2"/>
                  </a:moveTo>
                  <a:cubicBezTo>
                    <a:pt x="16" y="3"/>
                    <a:pt x="17" y="5"/>
                    <a:pt x="17" y="6"/>
                  </a:cubicBezTo>
                  <a:cubicBezTo>
                    <a:pt x="16" y="14"/>
                    <a:pt x="15" y="21"/>
                    <a:pt x="16" y="28"/>
                  </a:cubicBezTo>
                  <a:cubicBezTo>
                    <a:pt x="17" y="33"/>
                    <a:pt x="19" y="39"/>
                    <a:pt x="21" y="43"/>
                  </a:cubicBezTo>
                  <a:cubicBezTo>
                    <a:pt x="23" y="47"/>
                    <a:pt x="20" y="51"/>
                    <a:pt x="16" y="50"/>
                  </a:cubicBezTo>
                  <a:cubicBezTo>
                    <a:pt x="14" y="50"/>
                    <a:pt x="12" y="49"/>
                    <a:pt x="11" y="48"/>
                  </a:cubicBezTo>
                  <a:cubicBezTo>
                    <a:pt x="9" y="47"/>
                    <a:pt x="8" y="46"/>
                    <a:pt x="7" y="45"/>
                  </a:cubicBezTo>
                  <a:cubicBezTo>
                    <a:pt x="6" y="44"/>
                    <a:pt x="5" y="42"/>
                    <a:pt x="5" y="41"/>
                  </a:cubicBezTo>
                  <a:cubicBezTo>
                    <a:pt x="1" y="31"/>
                    <a:pt x="0" y="20"/>
                    <a:pt x="0" y="10"/>
                  </a:cubicBezTo>
                  <a:cubicBezTo>
                    <a:pt x="0" y="7"/>
                    <a:pt x="1" y="3"/>
                    <a:pt x="4" y="2"/>
                  </a:cubicBezTo>
                  <a:cubicBezTo>
                    <a:pt x="6" y="0"/>
                    <a:pt x="9" y="0"/>
                    <a:pt x="12" y="1"/>
                  </a:cubicBezTo>
                  <a:cubicBezTo>
                    <a:pt x="13" y="1"/>
                    <a:pt x="14" y="2"/>
                    <a:pt x="15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" name="ïṧḻï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4DFB078-C68A-4F6A-BAA6-1AE2217F65DD}"/>
                </a:ext>
              </a:extLst>
            </p:cNvPr>
            <p:cNvSpPr/>
            <p:nvPr/>
          </p:nvSpPr>
          <p:spPr bwMode="auto">
            <a:xfrm>
              <a:off x="4511675" y="1441450"/>
              <a:ext cx="541338" cy="541338"/>
            </a:xfrm>
            <a:custGeom>
              <a:avLst/>
              <a:gdLst>
                <a:gd name="T0" fmla="*/ 160 w 164"/>
                <a:gd name="T1" fmla="*/ 5 h 164"/>
                <a:gd name="T2" fmla="*/ 158 w 164"/>
                <a:gd name="T3" fmla="*/ 18 h 164"/>
                <a:gd name="T4" fmla="*/ 147 w 164"/>
                <a:gd name="T5" fmla="*/ 23 h 164"/>
                <a:gd name="T6" fmla="*/ 133 w 164"/>
                <a:gd name="T7" fmla="*/ 4 h 164"/>
                <a:gd name="T8" fmla="*/ 130 w 164"/>
                <a:gd name="T9" fmla="*/ 1 h 164"/>
                <a:gd name="T10" fmla="*/ 125 w 164"/>
                <a:gd name="T11" fmla="*/ 1 h 164"/>
                <a:gd name="T12" fmla="*/ 54 w 164"/>
                <a:gd name="T13" fmla="*/ 63 h 164"/>
                <a:gd name="T14" fmla="*/ 0 w 164"/>
                <a:gd name="T15" fmla="*/ 100 h 164"/>
                <a:gd name="T16" fmla="*/ 15 w 164"/>
                <a:gd name="T17" fmla="*/ 133 h 164"/>
                <a:gd name="T18" fmla="*/ 27 w 164"/>
                <a:gd name="T19" fmla="*/ 145 h 164"/>
                <a:gd name="T20" fmla="*/ 49 w 164"/>
                <a:gd name="T21" fmla="*/ 156 h 164"/>
                <a:gd name="T22" fmla="*/ 64 w 164"/>
                <a:gd name="T23" fmla="*/ 164 h 164"/>
                <a:gd name="T24" fmla="*/ 66 w 164"/>
                <a:gd name="T25" fmla="*/ 164 h 164"/>
                <a:gd name="T26" fmla="*/ 99 w 164"/>
                <a:gd name="T27" fmla="*/ 131 h 164"/>
                <a:gd name="T28" fmla="*/ 136 w 164"/>
                <a:gd name="T29" fmla="*/ 103 h 164"/>
                <a:gd name="T30" fmla="*/ 164 w 164"/>
                <a:gd name="T31" fmla="*/ 54 h 164"/>
                <a:gd name="T32" fmla="*/ 160 w 164"/>
                <a:gd name="T33" fmla="*/ 5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164">
                  <a:moveTo>
                    <a:pt x="160" y="5"/>
                  </a:moveTo>
                  <a:cubicBezTo>
                    <a:pt x="158" y="18"/>
                    <a:pt x="158" y="18"/>
                    <a:pt x="158" y="18"/>
                  </a:cubicBezTo>
                  <a:cubicBezTo>
                    <a:pt x="158" y="24"/>
                    <a:pt x="151" y="26"/>
                    <a:pt x="147" y="23"/>
                  </a:cubicBezTo>
                  <a:cubicBezTo>
                    <a:pt x="141" y="17"/>
                    <a:pt x="137" y="10"/>
                    <a:pt x="133" y="4"/>
                  </a:cubicBezTo>
                  <a:cubicBezTo>
                    <a:pt x="132" y="3"/>
                    <a:pt x="131" y="1"/>
                    <a:pt x="130" y="1"/>
                  </a:cubicBezTo>
                  <a:cubicBezTo>
                    <a:pt x="128" y="0"/>
                    <a:pt x="126" y="0"/>
                    <a:pt x="125" y="1"/>
                  </a:cubicBezTo>
                  <a:cubicBezTo>
                    <a:pt x="112" y="4"/>
                    <a:pt x="65" y="55"/>
                    <a:pt x="54" y="63"/>
                  </a:cubicBezTo>
                  <a:cubicBezTo>
                    <a:pt x="36" y="76"/>
                    <a:pt x="18" y="87"/>
                    <a:pt x="0" y="100"/>
                  </a:cubicBezTo>
                  <a:cubicBezTo>
                    <a:pt x="0" y="100"/>
                    <a:pt x="7" y="124"/>
                    <a:pt x="15" y="133"/>
                  </a:cubicBezTo>
                  <a:cubicBezTo>
                    <a:pt x="19" y="137"/>
                    <a:pt x="22" y="141"/>
                    <a:pt x="27" y="145"/>
                  </a:cubicBezTo>
                  <a:cubicBezTo>
                    <a:pt x="33" y="150"/>
                    <a:pt x="41" y="153"/>
                    <a:pt x="49" y="156"/>
                  </a:cubicBezTo>
                  <a:cubicBezTo>
                    <a:pt x="54" y="159"/>
                    <a:pt x="59" y="161"/>
                    <a:pt x="64" y="164"/>
                  </a:cubicBezTo>
                  <a:cubicBezTo>
                    <a:pt x="66" y="164"/>
                    <a:pt x="66" y="164"/>
                    <a:pt x="66" y="164"/>
                  </a:cubicBezTo>
                  <a:cubicBezTo>
                    <a:pt x="73" y="150"/>
                    <a:pt x="86" y="140"/>
                    <a:pt x="99" y="131"/>
                  </a:cubicBezTo>
                  <a:cubicBezTo>
                    <a:pt x="113" y="125"/>
                    <a:pt x="125" y="114"/>
                    <a:pt x="136" y="103"/>
                  </a:cubicBezTo>
                  <a:cubicBezTo>
                    <a:pt x="150" y="90"/>
                    <a:pt x="164" y="73"/>
                    <a:pt x="164" y="54"/>
                  </a:cubicBezTo>
                  <a:cubicBezTo>
                    <a:pt x="163" y="44"/>
                    <a:pt x="159" y="16"/>
                    <a:pt x="160" y="5"/>
                  </a:cubicBezTo>
                </a:path>
              </a:pathLst>
            </a:custGeom>
            <a:solidFill>
              <a:srgbClr val="BB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6" name="îṣḷî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2D8C706-8424-44C8-BD8E-5C50DEB6879D}"/>
                </a:ext>
              </a:extLst>
            </p:cNvPr>
            <p:cNvSpPr/>
            <p:nvPr/>
          </p:nvSpPr>
          <p:spPr bwMode="auto">
            <a:xfrm>
              <a:off x="4829175" y="1441450"/>
              <a:ext cx="95250" cy="76200"/>
            </a:xfrm>
            <a:custGeom>
              <a:avLst/>
              <a:gdLst>
                <a:gd name="T0" fmla="*/ 23 w 29"/>
                <a:gd name="T1" fmla="*/ 0 h 23"/>
                <a:gd name="T2" fmla="*/ 8 w 29"/>
                <a:gd name="T3" fmla="*/ 6 h 23"/>
                <a:gd name="T4" fmla="*/ 0 w 29"/>
                <a:gd name="T5" fmla="*/ 23 h 23"/>
                <a:gd name="T6" fmla="*/ 29 w 29"/>
                <a:gd name="T7" fmla="*/ 1 h 23"/>
                <a:gd name="T8" fmla="*/ 23 w 29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3">
                  <a:moveTo>
                    <a:pt x="23" y="0"/>
                  </a:moveTo>
                  <a:cubicBezTo>
                    <a:pt x="17" y="0"/>
                    <a:pt x="12" y="2"/>
                    <a:pt x="8" y="6"/>
                  </a:cubicBezTo>
                  <a:cubicBezTo>
                    <a:pt x="3" y="10"/>
                    <a:pt x="1" y="16"/>
                    <a:pt x="0" y="23"/>
                  </a:cubicBezTo>
                  <a:cubicBezTo>
                    <a:pt x="12" y="11"/>
                    <a:pt x="23" y="2"/>
                    <a:pt x="29" y="1"/>
                  </a:cubicBezTo>
                  <a:cubicBezTo>
                    <a:pt x="27" y="0"/>
                    <a:pt x="25" y="0"/>
                    <a:pt x="23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7" name="iŝľí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83EE091-8C95-4B9A-A451-5D8EFEABA9FE}"/>
                </a:ext>
              </a:extLst>
            </p:cNvPr>
            <p:cNvSpPr/>
            <p:nvPr/>
          </p:nvSpPr>
          <p:spPr bwMode="auto">
            <a:xfrm>
              <a:off x="4829175" y="1444625"/>
              <a:ext cx="107950" cy="79375"/>
            </a:xfrm>
            <a:custGeom>
              <a:avLst/>
              <a:gdLst>
                <a:gd name="T0" fmla="*/ 29 w 33"/>
                <a:gd name="T1" fmla="*/ 0 h 24"/>
                <a:gd name="T2" fmla="*/ 0 w 33"/>
                <a:gd name="T3" fmla="*/ 22 h 24"/>
                <a:gd name="T4" fmla="*/ 0 w 33"/>
                <a:gd name="T5" fmla="*/ 24 h 24"/>
                <a:gd name="T6" fmla="*/ 33 w 33"/>
                <a:gd name="T7" fmla="*/ 2 h 24"/>
                <a:gd name="T8" fmla="*/ 29 w 33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24">
                  <a:moveTo>
                    <a:pt x="29" y="0"/>
                  </a:moveTo>
                  <a:cubicBezTo>
                    <a:pt x="23" y="1"/>
                    <a:pt x="12" y="10"/>
                    <a:pt x="0" y="22"/>
                  </a:cubicBezTo>
                  <a:cubicBezTo>
                    <a:pt x="0" y="22"/>
                    <a:pt x="0" y="23"/>
                    <a:pt x="0" y="24"/>
                  </a:cubicBezTo>
                  <a:cubicBezTo>
                    <a:pt x="14" y="14"/>
                    <a:pt x="29" y="5"/>
                    <a:pt x="33" y="2"/>
                  </a:cubicBezTo>
                  <a:cubicBezTo>
                    <a:pt x="32" y="1"/>
                    <a:pt x="30" y="0"/>
                    <a:pt x="29" y="0"/>
                  </a:cubicBezTo>
                </a:path>
              </a:pathLst>
            </a:custGeom>
            <a:solidFill>
              <a:srgbClr val="A9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8" name="íṥľî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7259A2-20CB-4324-832C-2E7E2CF8D9FE}"/>
                </a:ext>
              </a:extLst>
            </p:cNvPr>
            <p:cNvSpPr/>
            <p:nvPr/>
          </p:nvSpPr>
          <p:spPr bwMode="auto">
            <a:xfrm>
              <a:off x="4921250" y="1811338"/>
              <a:ext cx="9525" cy="12700"/>
            </a:xfrm>
            <a:custGeom>
              <a:avLst/>
              <a:gdLst>
                <a:gd name="T0" fmla="*/ 3 w 3"/>
                <a:gd name="T1" fmla="*/ 0 h 4"/>
                <a:gd name="T2" fmla="*/ 0 w 3"/>
                <a:gd name="T3" fmla="*/ 3 h 4"/>
                <a:gd name="T4" fmla="*/ 0 w 3"/>
                <a:gd name="T5" fmla="*/ 4 h 4"/>
                <a:gd name="T6" fmla="*/ 3 w 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3"/>
                    <a:pt x="2" y="1"/>
                    <a:pt x="3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9" name="íṣľí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55E292B-4DCE-42A4-A0B1-2C10481C7600}"/>
                </a:ext>
              </a:extLst>
            </p:cNvPr>
            <p:cNvSpPr/>
            <p:nvPr/>
          </p:nvSpPr>
          <p:spPr bwMode="auto">
            <a:xfrm>
              <a:off x="4832350" y="1455738"/>
              <a:ext cx="180975" cy="365125"/>
            </a:xfrm>
            <a:custGeom>
              <a:avLst/>
              <a:gdLst>
                <a:gd name="T0" fmla="*/ 32 w 55"/>
                <a:gd name="T1" fmla="*/ 0 h 111"/>
                <a:gd name="T2" fmla="*/ 0 w 55"/>
                <a:gd name="T3" fmla="*/ 29 h 111"/>
                <a:gd name="T4" fmla="*/ 16 w 55"/>
                <a:gd name="T5" fmla="*/ 81 h 111"/>
                <a:gd name="T6" fmla="*/ 27 w 55"/>
                <a:gd name="T7" fmla="*/ 111 h 111"/>
                <a:gd name="T8" fmla="*/ 30 w 55"/>
                <a:gd name="T9" fmla="*/ 108 h 111"/>
                <a:gd name="T10" fmla="*/ 48 w 55"/>
                <a:gd name="T11" fmla="*/ 87 h 111"/>
                <a:gd name="T12" fmla="*/ 55 w 55"/>
                <a:gd name="T13" fmla="*/ 81 h 111"/>
                <a:gd name="T14" fmla="*/ 36 w 55"/>
                <a:gd name="T15" fmla="*/ 6 h 111"/>
                <a:gd name="T16" fmla="*/ 32 w 55"/>
                <a:gd name="T17" fmla="*/ 0 h 111"/>
                <a:gd name="T18" fmla="*/ 32 w 55"/>
                <a:gd name="T1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" h="111">
                  <a:moveTo>
                    <a:pt x="32" y="0"/>
                  </a:moveTo>
                  <a:cubicBezTo>
                    <a:pt x="28" y="3"/>
                    <a:pt x="15" y="14"/>
                    <a:pt x="0" y="29"/>
                  </a:cubicBezTo>
                  <a:cubicBezTo>
                    <a:pt x="2" y="47"/>
                    <a:pt x="11" y="69"/>
                    <a:pt x="16" y="81"/>
                  </a:cubicBezTo>
                  <a:cubicBezTo>
                    <a:pt x="19" y="91"/>
                    <a:pt x="23" y="101"/>
                    <a:pt x="27" y="111"/>
                  </a:cubicBezTo>
                  <a:cubicBezTo>
                    <a:pt x="28" y="110"/>
                    <a:pt x="29" y="109"/>
                    <a:pt x="30" y="108"/>
                  </a:cubicBezTo>
                  <a:cubicBezTo>
                    <a:pt x="35" y="101"/>
                    <a:pt x="42" y="94"/>
                    <a:pt x="48" y="87"/>
                  </a:cubicBezTo>
                  <a:cubicBezTo>
                    <a:pt x="50" y="85"/>
                    <a:pt x="53" y="83"/>
                    <a:pt x="55" y="81"/>
                  </a:cubicBezTo>
                  <a:cubicBezTo>
                    <a:pt x="49" y="56"/>
                    <a:pt x="42" y="31"/>
                    <a:pt x="36" y="6"/>
                  </a:cubicBezTo>
                  <a:cubicBezTo>
                    <a:pt x="35" y="3"/>
                    <a:pt x="34" y="1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rgbClr val="A9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0" name="íṥ1í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239F464-CA98-4723-8FCF-4C71BD42019E}"/>
                </a:ext>
              </a:extLst>
            </p:cNvPr>
            <p:cNvSpPr/>
            <p:nvPr/>
          </p:nvSpPr>
          <p:spPr bwMode="auto">
            <a:xfrm>
              <a:off x="4960938" y="1873250"/>
              <a:ext cx="125413" cy="244475"/>
            </a:xfrm>
            <a:custGeom>
              <a:avLst/>
              <a:gdLst>
                <a:gd name="T0" fmla="*/ 26 w 38"/>
                <a:gd name="T1" fmla="*/ 0 h 74"/>
                <a:gd name="T2" fmla="*/ 20 w 38"/>
                <a:gd name="T3" fmla="*/ 9 h 74"/>
                <a:gd name="T4" fmla="*/ 5 w 38"/>
                <a:gd name="T5" fmla="*/ 19 h 74"/>
                <a:gd name="T6" fmla="*/ 0 w 38"/>
                <a:gd name="T7" fmla="*/ 19 h 74"/>
                <a:gd name="T8" fmla="*/ 21 w 38"/>
                <a:gd name="T9" fmla="*/ 74 h 74"/>
                <a:gd name="T10" fmla="*/ 38 w 38"/>
                <a:gd name="T11" fmla="*/ 55 h 74"/>
                <a:gd name="T12" fmla="*/ 34 w 38"/>
                <a:gd name="T13" fmla="*/ 36 h 74"/>
                <a:gd name="T14" fmla="*/ 26 w 38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74">
                  <a:moveTo>
                    <a:pt x="26" y="0"/>
                  </a:moveTo>
                  <a:cubicBezTo>
                    <a:pt x="24" y="3"/>
                    <a:pt x="22" y="6"/>
                    <a:pt x="20" y="9"/>
                  </a:cubicBezTo>
                  <a:cubicBezTo>
                    <a:pt x="17" y="16"/>
                    <a:pt x="11" y="19"/>
                    <a:pt x="5" y="19"/>
                  </a:cubicBezTo>
                  <a:cubicBezTo>
                    <a:pt x="3" y="19"/>
                    <a:pt x="2" y="19"/>
                    <a:pt x="0" y="19"/>
                  </a:cubicBezTo>
                  <a:cubicBezTo>
                    <a:pt x="7" y="37"/>
                    <a:pt x="14" y="56"/>
                    <a:pt x="21" y="74"/>
                  </a:cubicBezTo>
                  <a:cubicBezTo>
                    <a:pt x="26" y="67"/>
                    <a:pt x="32" y="61"/>
                    <a:pt x="38" y="55"/>
                  </a:cubicBezTo>
                  <a:cubicBezTo>
                    <a:pt x="37" y="49"/>
                    <a:pt x="36" y="42"/>
                    <a:pt x="34" y="36"/>
                  </a:cubicBezTo>
                  <a:cubicBezTo>
                    <a:pt x="32" y="24"/>
                    <a:pt x="29" y="12"/>
                    <a:pt x="26" y="0"/>
                  </a:cubicBezTo>
                </a:path>
              </a:pathLst>
            </a:custGeom>
            <a:solidFill>
              <a:srgbClr val="2E31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1" name="îšḻî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C8AEB71-3DE9-4B93-8E2A-DBCB0657E269}"/>
                </a:ext>
              </a:extLst>
            </p:cNvPr>
            <p:cNvSpPr/>
            <p:nvPr/>
          </p:nvSpPr>
          <p:spPr bwMode="auto">
            <a:xfrm>
              <a:off x="5030788" y="2054225"/>
              <a:ext cx="85725" cy="257175"/>
            </a:xfrm>
            <a:custGeom>
              <a:avLst/>
              <a:gdLst>
                <a:gd name="T0" fmla="*/ 17 w 26"/>
                <a:gd name="T1" fmla="*/ 0 h 78"/>
                <a:gd name="T2" fmla="*/ 0 w 26"/>
                <a:gd name="T3" fmla="*/ 19 h 78"/>
                <a:gd name="T4" fmla="*/ 10 w 26"/>
                <a:gd name="T5" fmla="*/ 49 h 78"/>
                <a:gd name="T6" fmla="*/ 23 w 26"/>
                <a:gd name="T7" fmla="*/ 78 h 78"/>
                <a:gd name="T8" fmla="*/ 26 w 26"/>
                <a:gd name="T9" fmla="*/ 68 h 78"/>
                <a:gd name="T10" fmla="*/ 25 w 26"/>
                <a:gd name="T11" fmla="*/ 67 h 78"/>
                <a:gd name="T12" fmla="*/ 24 w 26"/>
                <a:gd name="T13" fmla="*/ 64 h 78"/>
                <a:gd name="T14" fmla="*/ 25 w 26"/>
                <a:gd name="T15" fmla="*/ 60 h 78"/>
                <a:gd name="T16" fmla="*/ 26 w 26"/>
                <a:gd name="T17" fmla="*/ 59 h 78"/>
                <a:gd name="T18" fmla="*/ 26 w 26"/>
                <a:gd name="T19" fmla="*/ 58 h 78"/>
                <a:gd name="T20" fmla="*/ 17 w 26"/>
                <a:gd name="T2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78">
                  <a:moveTo>
                    <a:pt x="17" y="0"/>
                  </a:moveTo>
                  <a:cubicBezTo>
                    <a:pt x="11" y="6"/>
                    <a:pt x="5" y="12"/>
                    <a:pt x="0" y="19"/>
                  </a:cubicBezTo>
                  <a:cubicBezTo>
                    <a:pt x="3" y="29"/>
                    <a:pt x="7" y="39"/>
                    <a:pt x="10" y="49"/>
                  </a:cubicBezTo>
                  <a:cubicBezTo>
                    <a:pt x="14" y="59"/>
                    <a:pt x="18" y="69"/>
                    <a:pt x="23" y="78"/>
                  </a:cubicBezTo>
                  <a:cubicBezTo>
                    <a:pt x="25" y="75"/>
                    <a:pt x="25" y="71"/>
                    <a:pt x="26" y="68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4" y="66"/>
                    <a:pt x="24" y="65"/>
                    <a:pt x="24" y="64"/>
                  </a:cubicBezTo>
                  <a:cubicBezTo>
                    <a:pt x="24" y="62"/>
                    <a:pt x="24" y="61"/>
                    <a:pt x="25" y="60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8"/>
                    <a:pt x="26" y="58"/>
                  </a:cubicBezTo>
                  <a:cubicBezTo>
                    <a:pt x="24" y="38"/>
                    <a:pt x="21" y="19"/>
                    <a:pt x="17" y="0"/>
                  </a:cubicBezTo>
                </a:path>
              </a:pathLst>
            </a:custGeom>
            <a:solidFill>
              <a:srgbClr val="D2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2" name="ïSlî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1F8261-7D9C-4A97-8732-BFB9690C6F5E}"/>
                </a:ext>
              </a:extLst>
            </p:cNvPr>
            <p:cNvSpPr/>
            <p:nvPr/>
          </p:nvSpPr>
          <p:spPr bwMode="auto">
            <a:xfrm>
              <a:off x="5110163" y="2249488"/>
              <a:ext cx="6350" cy="30163"/>
            </a:xfrm>
            <a:custGeom>
              <a:avLst/>
              <a:gdLst>
                <a:gd name="T0" fmla="*/ 2 w 2"/>
                <a:gd name="T1" fmla="*/ 0 h 9"/>
                <a:gd name="T2" fmla="*/ 1 w 2"/>
                <a:gd name="T3" fmla="*/ 1 h 9"/>
                <a:gd name="T4" fmla="*/ 0 w 2"/>
                <a:gd name="T5" fmla="*/ 5 h 9"/>
                <a:gd name="T6" fmla="*/ 1 w 2"/>
                <a:gd name="T7" fmla="*/ 8 h 9"/>
                <a:gd name="T8" fmla="*/ 2 w 2"/>
                <a:gd name="T9" fmla="*/ 9 h 9"/>
                <a:gd name="T10" fmla="*/ 2 w 2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9">
                  <a:moveTo>
                    <a:pt x="2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6"/>
                    <a:pt x="2" y="3"/>
                    <a:pt x="2" y="0"/>
                  </a:cubicBezTo>
                </a:path>
              </a:pathLst>
            </a:custGeom>
            <a:solidFill>
              <a:srgbClr val="C0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3" name="ïSḷî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8EA8BCA-50BC-41CB-B4D6-56885D066355}"/>
                </a:ext>
              </a:extLst>
            </p:cNvPr>
            <p:cNvSpPr/>
            <p:nvPr/>
          </p:nvSpPr>
          <p:spPr bwMode="auto">
            <a:xfrm>
              <a:off x="5027613" y="1352550"/>
              <a:ext cx="46038" cy="36513"/>
            </a:xfrm>
            <a:custGeom>
              <a:avLst/>
              <a:gdLst>
                <a:gd name="T0" fmla="*/ 14 w 14"/>
                <a:gd name="T1" fmla="*/ 10 h 11"/>
                <a:gd name="T2" fmla="*/ 0 w 14"/>
                <a:gd name="T3" fmla="*/ 0 h 11"/>
                <a:gd name="T4" fmla="*/ 14 w 14"/>
                <a:gd name="T5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" h="11">
                  <a:moveTo>
                    <a:pt x="14" y="10"/>
                  </a:moveTo>
                  <a:cubicBezTo>
                    <a:pt x="14" y="10"/>
                    <a:pt x="4" y="8"/>
                    <a:pt x="0" y="0"/>
                  </a:cubicBezTo>
                  <a:cubicBezTo>
                    <a:pt x="0" y="0"/>
                    <a:pt x="1" y="11"/>
                    <a:pt x="14" y="1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4" name="iśḻî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AE6002D-6774-4100-AEEF-02B3EABE79A5}"/>
                </a:ext>
              </a:extLst>
            </p:cNvPr>
            <p:cNvSpPr/>
            <p:nvPr/>
          </p:nvSpPr>
          <p:spPr bwMode="auto">
            <a:xfrm>
              <a:off x="5145088" y="1323975"/>
              <a:ext cx="50800" cy="31750"/>
            </a:xfrm>
            <a:custGeom>
              <a:avLst/>
              <a:gdLst>
                <a:gd name="T0" fmla="*/ 15 w 15"/>
                <a:gd name="T1" fmla="*/ 5 h 10"/>
                <a:gd name="T2" fmla="*/ 2 w 15"/>
                <a:gd name="T3" fmla="*/ 0 h 10"/>
                <a:gd name="T4" fmla="*/ 12 w 15"/>
                <a:gd name="T5" fmla="*/ 10 h 10"/>
                <a:gd name="T6" fmla="*/ 15 w 15"/>
                <a:gd name="T7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" h="10">
                  <a:moveTo>
                    <a:pt x="15" y="5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0" y="7"/>
                    <a:pt x="12" y="10"/>
                  </a:cubicBezTo>
                  <a:lnTo>
                    <a:pt x="15" y="5"/>
                  </a:lnTo>
                  <a:close/>
                </a:path>
              </a:pathLst>
            </a:custGeom>
            <a:solidFill>
              <a:srgbClr val="85BD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5" name="iśḻï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06F0939-2B3D-44CB-8928-6FF96159F5E9}"/>
                </a:ext>
              </a:extLst>
            </p:cNvPr>
            <p:cNvSpPr/>
            <p:nvPr/>
          </p:nvSpPr>
          <p:spPr bwMode="auto">
            <a:xfrm>
              <a:off x="4937125" y="1452563"/>
              <a:ext cx="4763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A9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6" name="îŝľi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F49CEFE-B345-4BE8-9C6A-4ACC9163C0F2}"/>
                </a:ext>
              </a:extLst>
            </p:cNvPr>
            <p:cNvSpPr/>
            <p:nvPr/>
          </p:nvSpPr>
          <p:spPr bwMode="auto">
            <a:xfrm>
              <a:off x="4633913" y="1541463"/>
              <a:ext cx="171450" cy="147638"/>
            </a:xfrm>
            <a:custGeom>
              <a:avLst/>
              <a:gdLst>
                <a:gd name="T0" fmla="*/ 52 w 52"/>
                <a:gd name="T1" fmla="*/ 0 h 45"/>
                <a:gd name="T2" fmla="*/ 29 w 52"/>
                <a:gd name="T3" fmla="*/ 20 h 45"/>
                <a:gd name="T4" fmla="*/ 0 w 52"/>
                <a:gd name="T5" fmla="*/ 45 h 45"/>
                <a:gd name="T6" fmla="*/ 17 w 52"/>
                <a:gd name="T7" fmla="*/ 33 h 45"/>
                <a:gd name="T8" fmla="*/ 52 w 52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5">
                  <a:moveTo>
                    <a:pt x="52" y="0"/>
                  </a:moveTo>
                  <a:cubicBezTo>
                    <a:pt x="41" y="7"/>
                    <a:pt x="32" y="15"/>
                    <a:pt x="29" y="20"/>
                  </a:cubicBezTo>
                  <a:cubicBezTo>
                    <a:pt x="25" y="26"/>
                    <a:pt x="13" y="35"/>
                    <a:pt x="0" y="45"/>
                  </a:cubicBezTo>
                  <a:cubicBezTo>
                    <a:pt x="6" y="41"/>
                    <a:pt x="11" y="37"/>
                    <a:pt x="17" y="33"/>
                  </a:cubicBezTo>
                  <a:cubicBezTo>
                    <a:pt x="23" y="29"/>
                    <a:pt x="37" y="14"/>
                    <a:pt x="52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7" name="iṣ1í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7A17CD7-A5AA-4DF2-A7EA-48E912FA6AE7}"/>
                </a:ext>
              </a:extLst>
            </p:cNvPr>
            <p:cNvSpPr/>
            <p:nvPr/>
          </p:nvSpPr>
          <p:spPr bwMode="auto">
            <a:xfrm>
              <a:off x="4511675" y="1771650"/>
              <a:ext cx="73025" cy="134938"/>
            </a:xfrm>
            <a:custGeom>
              <a:avLst/>
              <a:gdLst>
                <a:gd name="T0" fmla="*/ 18 w 22"/>
                <a:gd name="T1" fmla="*/ 37 h 41"/>
                <a:gd name="T2" fmla="*/ 22 w 22"/>
                <a:gd name="T3" fmla="*/ 41 h 41"/>
                <a:gd name="T4" fmla="*/ 21 w 22"/>
                <a:gd name="T5" fmla="*/ 39 h 41"/>
                <a:gd name="T6" fmla="*/ 18 w 22"/>
                <a:gd name="T7" fmla="*/ 37 h 41"/>
                <a:gd name="T8" fmla="*/ 0 w 22"/>
                <a:gd name="T9" fmla="*/ 0 h 41"/>
                <a:gd name="T10" fmla="*/ 8 w 22"/>
                <a:gd name="T11" fmla="*/ 22 h 41"/>
                <a:gd name="T12" fmla="*/ 0 w 22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41">
                  <a:moveTo>
                    <a:pt x="18" y="37"/>
                  </a:moveTo>
                  <a:cubicBezTo>
                    <a:pt x="20" y="39"/>
                    <a:pt x="22" y="41"/>
                    <a:pt x="22" y="41"/>
                  </a:cubicBezTo>
                  <a:cubicBezTo>
                    <a:pt x="22" y="41"/>
                    <a:pt x="21" y="40"/>
                    <a:pt x="21" y="39"/>
                  </a:cubicBezTo>
                  <a:cubicBezTo>
                    <a:pt x="20" y="39"/>
                    <a:pt x="19" y="38"/>
                    <a:pt x="18" y="37"/>
                  </a:cubicBezTo>
                  <a:moveTo>
                    <a:pt x="0" y="0"/>
                  </a:moveTo>
                  <a:cubicBezTo>
                    <a:pt x="2" y="8"/>
                    <a:pt x="5" y="16"/>
                    <a:pt x="8" y="22"/>
                  </a:cubicBezTo>
                  <a:cubicBezTo>
                    <a:pt x="4" y="12"/>
                    <a:pt x="0" y="0"/>
                    <a:pt x="0" y="0"/>
                  </a:cubicBezTo>
                </a:path>
              </a:pathLst>
            </a:custGeom>
            <a:solidFill>
              <a:srgbClr val="373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8" name="iṧ1i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1D560B-E21F-4BC3-949D-BF7E517187B5}"/>
                </a:ext>
              </a:extLst>
            </p:cNvPr>
            <p:cNvSpPr/>
            <p:nvPr/>
          </p:nvSpPr>
          <p:spPr bwMode="auto">
            <a:xfrm>
              <a:off x="4511675" y="1524000"/>
              <a:ext cx="320675" cy="376238"/>
            </a:xfrm>
            <a:custGeom>
              <a:avLst/>
              <a:gdLst>
                <a:gd name="T0" fmla="*/ 96 w 97"/>
                <a:gd name="T1" fmla="*/ 0 h 114"/>
                <a:gd name="T2" fmla="*/ 89 w 97"/>
                <a:gd name="T3" fmla="*/ 5 h 114"/>
                <a:gd name="T4" fmla="*/ 54 w 97"/>
                <a:gd name="T5" fmla="*/ 38 h 114"/>
                <a:gd name="T6" fmla="*/ 37 w 97"/>
                <a:gd name="T7" fmla="*/ 50 h 114"/>
                <a:gd name="T8" fmla="*/ 0 w 97"/>
                <a:gd name="T9" fmla="*/ 75 h 114"/>
                <a:gd name="T10" fmla="*/ 0 w 97"/>
                <a:gd name="T11" fmla="*/ 75 h 114"/>
                <a:gd name="T12" fmla="*/ 0 w 97"/>
                <a:gd name="T13" fmla="*/ 75 h 114"/>
                <a:gd name="T14" fmla="*/ 8 w 97"/>
                <a:gd name="T15" fmla="*/ 97 h 114"/>
                <a:gd name="T16" fmla="*/ 18 w 97"/>
                <a:gd name="T17" fmla="*/ 112 h 114"/>
                <a:gd name="T18" fmla="*/ 21 w 97"/>
                <a:gd name="T19" fmla="*/ 114 h 114"/>
                <a:gd name="T20" fmla="*/ 97 w 97"/>
                <a:gd name="T21" fmla="*/ 8 h 114"/>
                <a:gd name="T22" fmla="*/ 96 w 97"/>
                <a:gd name="T2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7" h="114">
                  <a:moveTo>
                    <a:pt x="96" y="0"/>
                  </a:moveTo>
                  <a:cubicBezTo>
                    <a:pt x="94" y="1"/>
                    <a:pt x="92" y="3"/>
                    <a:pt x="89" y="5"/>
                  </a:cubicBezTo>
                  <a:cubicBezTo>
                    <a:pt x="74" y="19"/>
                    <a:pt x="60" y="34"/>
                    <a:pt x="54" y="38"/>
                  </a:cubicBezTo>
                  <a:cubicBezTo>
                    <a:pt x="48" y="42"/>
                    <a:pt x="43" y="46"/>
                    <a:pt x="37" y="50"/>
                  </a:cubicBezTo>
                  <a:cubicBezTo>
                    <a:pt x="19" y="63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4" y="87"/>
                    <a:pt x="8" y="97"/>
                  </a:cubicBezTo>
                  <a:cubicBezTo>
                    <a:pt x="12" y="103"/>
                    <a:pt x="16" y="108"/>
                    <a:pt x="18" y="112"/>
                  </a:cubicBezTo>
                  <a:cubicBezTo>
                    <a:pt x="19" y="113"/>
                    <a:pt x="20" y="114"/>
                    <a:pt x="21" y="114"/>
                  </a:cubicBezTo>
                  <a:cubicBezTo>
                    <a:pt x="9" y="95"/>
                    <a:pt x="60" y="42"/>
                    <a:pt x="97" y="8"/>
                  </a:cubicBezTo>
                  <a:cubicBezTo>
                    <a:pt x="96" y="5"/>
                    <a:pt x="96" y="2"/>
                    <a:pt x="96" y="0"/>
                  </a:cubicBezTo>
                </a:path>
              </a:pathLst>
            </a:custGeom>
            <a:solidFill>
              <a:srgbClr val="A92E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39" name="iŝľí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ADCF5E0-C477-4E29-BAD3-E6E1D9292267}"/>
                </a:ext>
              </a:extLst>
            </p:cNvPr>
            <p:cNvSpPr/>
            <p:nvPr/>
          </p:nvSpPr>
          <p:spPr bwMode="auto">
            <a:xfrm>
              <a:off x="4829175" y="1452563"/>
              <a:ext cx="107950" cy="98425"/>
            </a:xfrm>
            <a:custGeom>
              <a:avLst/>
              <a:gdLst>
                <a:gd name="T0" fmla="*/ 33 w 33"/>
                <a:gd name="T1" fmla="*/ 0 h 30"/>
                <a:gd name="T2" fmla="*/ 0 w 33"/>
                <a:gd name="T3" fmla="*/ 22 h 30"/>
                <a:gd name="T4" fmla="*/ 1 w 33"/>
                <a:gd name="T5" fmla="*/ 30 h 30"/>
                <a:gd name="T6" fmla="*/ 33 w 33"/>
                <a:gd name="T7" fmla="*/ 1 h 30"/>
                <a:gd name="T8" fmla="*/ 33 w 33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0">
                  <a:moveTo>
                    <a:pt x="33" y="0"/>
                  </a:moveTo>
                  <a:cubicBezTo>
                    <a:pt x="29" y="3"/>
                    <a:pt x="14" y="12"/>
                    <a:pt x="0" y="22"/>
                  </a:cubicBezTo>
                  <a:cubicBezTo>
                    <a:pt x="0" y="24"/>
                    <a:pt x="0" y="27"/>
                    <a:pt x="1" y="30"/>
                  </a:cubicBezTo>
                  <a:cubicBezTo>
                    <a:pt x="16" y="15"/>
                    <a:pt x="29" y="4"/>
                    <a:pt x="33" y="1"/>
                  </a:cubicBezTo>
                  <a:cubicBezTo>
                    <a:pt x="33" y="1"/>
                    <a:pt x="33" y="0"/>
                    <a:pt x="33" y="0"/>
                  </a:cubicBezTo>
                </a:path>
              </a:pathLst>
            </a:custGeom>
            <a:solidFill>
              <a:srgbClr val="982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0" name="íSľí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6D0926-5B79-4701-A050-4F6A404C29D6}"/>
                </a:ext>
              </a:extLst>
            </p:cNvPr>
            <p:cNvSpPr/>
            <p:nvPr/>
          </p:nvSpPr>
          <p:spPr bwMode="auto">
            <a:xfrm>
              <a:off x="4545013" y="2200275"/>
              <a:ext cx="12700" cy="0"/>
            </a:xfrm>
            <a:custGeom>
              <a:avLst/>
              <a:gdLst>
                <a:gd name="T0" fmla="*/ 0 w 4"/>
                <a:gd name="T1" fmla="*/ 4 w 4"/>
                <a:gd name="T2" fmla="*/ 3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cubicBezTo>
                    <a:pt x="1" y="0"/>
                    <a:pt x="3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1" name="işḻï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2FCBCC6-3EA5-47B7-9F68-9D258A1AA290}"/>
                </a:ext>
              </a:extLst>
            </p:cNvPr>
            <p:cNvSpPr/>
            <p:nvPr/>
          </p:nvSpPr>
          <p:spPr bwMode="auto">
            <a:xfrm>
              <a:off x="4545013" y="2200275"/>
              <a:ext cx="88900" cy="25400"/>
            </a:xfrm>
            <a:custGeom>
              <a:avLst/>
              <a:gdLst>
                <a:gd name="T0" fmla="*/ 27 w 27"/>
                <a:gd name="T1" fmla="*/ 0 h 8"/>
                <a:gd name="T2" fmla="*/ 17 w 27"/>
                <a:gd name="T3" fmla="*/ 1 h 8"/>
                <a:gd name="T4" fmla="*/ 5 w 27"/>
                <a:gd name="T5" fmla="*/ 0 h 8"/>
                <a:gd name="T6" fmla="*/ 3 w 27"/>
                <a:gd name="T7" fmla="*/ 0 h 8"/>
                <a:gd name="T8" fmla="*/ 4 w 27"/>
                <a:gd name="T9" fmla="*/ 0 h 8"/>
                <a:gd name="T10" fmla="*/ 0 w 27"/>
                <a:gd name="T11" fmla="*/ 0 h 8"/>
                <a:gd name="T12" fmla="*/ 0 w 27"/>
                <a:gd name="T13" fmla="*/ 0 h 8"/>
                <a:gd name="T14" fmla="*/ 15 w 27"/>
                <a:gd name="T15" fmla="*/ 8 h 8"/>
                <a:gd name="T16" fmla="*/ 6 w 27"/>
                <a:gd name="T17" fmla="*/ 2 h 8"/>
                <a:gd name="T18" fmla="*/ 16 w 27"/>
                <a:gd name="T19" fmla="*/ 3 h 8"/>
                <a:gd name="T20" fmla="*/ 27 w 27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8">
                  <a:moveTo>
                    <a:pt x="27" y="0"/>
                  </a:moveTo>
                  <a:cubicBezTo>
                    <a:pt x="25" y="1"/>
                    <a:pt x="21" y="1"/>
                    <a:pt x="17" y="1"/>
                  </a:cubicBezTo>
                  <a:cubicBezTo>
                    <a:pt x="11" y="1"/>
                    <a:pt x="5" y="0"/>
                    <a:pt x="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5"/>
                    <a:pt x="15" y="8"/>
                    <a:pt x="15" y="8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10" y="2"/>
                    <a:pt x="13" y="3"/>
                    <a:pt x="16" y="3"/>
                  </a:cubicBezTo>
                  <a:cubicBezTo>
                    <a:pt x="25" y="3"/>
                    <a:pt x="27" y="0"/>
                    <a:pt x="27" y="0"/>
                  </a:cubicBezTo>
                </a:path>
              </a:pathLst>
            </a:custGeom>
            <a:solidFill>
              <a:srgbClr val="252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2" name="ïš1ï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C29A3BC-85E4-4E0B-B252-91A84820F43B}"/>
                </a:ext>
              </a:extLst>
            </p:cNvPr>
            <p:cNvSpPr/>
            <p:nvPr/>
          </p:nvSpPr>
          <p:spPr bwMode="auto">
            <a:xfrm>
              <a:off x="4343400" y="901700"/>
              <a:ext cx="938213" cy="714375"/>
            </a:xfrm>
            <a:custGeom>
              <a:avLst/>
              <a:gdLst>
                <a:gd name="T0" fmla="*/ 276 w 284"/>
                <a:gd name="T1" fmla="*/ 62 h 217"/>
                <a:gd name="T2" fmla="*/ 275 w 284"/>
                <a:gd name="T3" fmla="*/ 62 h 217"/>
                <a:gd name="T4" fmla="*/ 248 w 284"/>
                <a:gd name="T5" fmla="*/ 10 h 217"/>
                <a:gd name="T6" fmla="*/ 193 w 284"/>
                <a:gd name="T7" fmla="*/ 12 h 217"/>
                <a:gd name="T8" fmla="*/ 148 w 284"/>
                <a:gd name="T9" fmla="*/ 52 h 217"/>
                <a:gd name="T10" fmla="*/ 86 w 284"/>
                <a:gd name="T11" fmla="*/ 60 h 217"/>
                <a:gd name="T12" fmla="*/ 30 w 284"/>
                <a:gd name="T13" fmla="*/ 70 h 217"/>
                <a:gd name="T14" fmla="*/ 2 w 284"/>
                <a:gd name="T15" fmla="*/ 134 h 217"/>
                <a:gd name="T16" fmla="*/ 8 w 284"/>
                <a:gd name="T17" fmla="*/ 156 h 217"/>
                <a:gd name="T18" fmla="*/ 93 w 284"/>
                <a:gd name="T19" fmla="*/ 216 h 217"/>
                <a:gd name="T20" fmla="*/ 151 w 284"/>
                <a:gd name="T21" fmla="*/ 195 h 217"/>
                <a:gd name="T22" fmla="*/ 194 w 284"/>
                <a:gd name="T23" fmla="*/ 151 h 217"/>
                <a:gd name="T24" fmla="*/ 226 w 284"/>
                <a:gd name="T25" fmla="*/ 80 h 217"/>
                <a:gd name="T26" fmla="*/ 250 w 284"/>
                <a:gd name="T27" fmla="*/ 90 h 217"/>
                <a:gd name="T28" fmla="*/ 276 w 284"/>
                <a:gd name="T29" fmla="*/ 94 h 217"/>
                <a:gd name="T30" fmla="*/ 280 w 284"/>
                <a:gd name="T31" fmla="*/ 93 h 217"/>
                <a:gd name="T32" fmla="*/ 282 w 284"/>
                <a:gd name="T33" fmla="*/ 89 h 217"/>
                <a:gd name="T34" fmla="*/ 276 w 284"/>
                <a:gd name="T35" fmla="*/ 62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4" h="217">
                  <a:moveTo>
                    <a:pt x="276" y="62"/>
                  </a:moveTo>
                  <a:cubicBezTo>
                    <a:pt x="275" y="62"/>
                    <a:pt x="275" y="62"/>
                    <a:pt x="275" y="62"/>
                  </a:cubicBezTo>
                  <a:cubicBezTo>
                    <a:pt x="277" y="41"/>
                    <a:pt x="266" y="20"/>
                    <a:pt x="248" y="10"/>
                  </a:cubicBezTo>
                  <a:cubicBezTo>
                    <a:pt x="231" y="0"/>
                    <a:pt x="209" y="2"/>
                    <a:pt x="193" y="12"/>
                  </a:cubicBezTo>
                  <a:cubicBezTo>
                    <a:pt x="176" y="23"/>
                    <a:pt x="166" y="43"/>
                    <a:pt x="148" y="52"/>
                  </a:cubicBezTo>
                  <a:cubicBezTo>
                    <a:pt x="128" y="61"/>
                    <a:pt x="107" y="62"/>
                    <a:pt x="86" y="60"/>
                  </a:cubicBezTo>
                  <a:cubicBezTo>
                    <a:pt x="67" y="59"/>
                    <a:pt x="46" y="56"/>
                    <a:pt x="30" y="70"/>
                  </a:cubicBezTo>
                  <a:cubicBezTo>
                    <a:pt x="12" y="85"/>
                    <a:pt x="0" y="111"/>
                    <a:pt x="2" y="134"/>
                  </a:cubicBezTo>
                  <a:cubicBezTo>
                    <a:pt x="2" y="142"/>
                    <a:pt x="5" y="149"/>
                    <a:pt x="8" y="156"/>
                  </a:cubicBezTo>
                  <a:cubicBezTo>
                    <a:pt x="22" y="190"/>
                    <a:pt x="56" y="217"/>
                    <a:pt x="93" y="216"/>
                  </a:cubicBezTo>
                  <a:cubicBezTo>
                    <a:pt x="114" y="216"/>
                    <a:pt x="134" y="207"/>
                    <a:pt x="151" y="195"/>
                  </a:cubicBezTo>
                  <a:cubicBezTo>
                    <a:pt x="167" y="183"/>
                    <a:pt x="181" y="167"/>
                    <a:pt x="194" y="151"/>
                  </a:cubicBezTo>
                  <a:cubicBezTo>
                    <a:pt x="210" y="130"/>
                    <a:pt x="226" y="106"/>
                    <a:pt x="226" y="80"/>
                  </a:cubicBezTo>
                  <a:cubicBezTo>
                    <a:pt x="233" y="85"/>
                    <a:pt x="241" y="88"/>
                    <a:pt x="250" y="90"/>
                  </a:cubicBezTo>
                  <a:cubicBezTo>
                    <a:pt x="258" y="92"/>
                    <a:pt x="267" y="93"/>
                    <a:pt x="276" y="94"/>
                  </a:cubicBezTo>
                  <a:cubicBezTo>
                    <a:pt x="277" y="94"/>
                    <a:pt x="279" y="94"/>
                    <a:pt x="280" y="93"/>
                  </a:cubicBezTo>
                  <a:cubicBezTo>
                    <a:pt x="281" y="92"/>
                    <a:pt x="282" y="91"/>
                    <a:pt x="282" y="89"/>
                  </a:cubicBezTo>
                  <a:cubicBezTo>
                    <a:pt x="284" y="80"/>
                    <a:pt x="282" y="69"/>
                    <a:pt x="276" y="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3" name="îṣļi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337D22F-7839-4EAD-A7F3-17FB11DDB30A}"/>
                </a:ext>
              </a:extLst>
            </p:cNvPr>
            <p:cNvSpPr/>
            <p:nvPr/>
          </p:nvSpPr>
          <p:spPr bwMode="auto">
            <a:xfrm>
              <a:off x="5027613" y="993775"/>
              <a:ext cx="227013" cy="141288"/>
            </a:xfrm>
            <a:custGeom>
              <a:avLst/>
              <a:gdLst>
                <a:gd name="T0" fmla="*/ 69 w 69"/>
                <a:gd name="T1" fmla="*/ 34 h 43"/>
                <a:gd name="T2" fmla="*/ 0 w 69"/>
                <a:gd name="T3" fmla="*/ 43 h 43"/>
                <a:gd name="T4" fmla="*/ 69 w 69"/>
                <a:gd name="T5" fmla="*/ 3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43">
                  <a:moveTo>
                    <a:pt x="69" y="34"/>
                  </a:moveTo>
                  <a:cubicBezTo>
                    <a:pt x="69" y="34"/>
                    <a:pt x="34" y="0"/>
                    <a:pt x="0" y="43"/>
                  </a:cubicBezTo>
                  <a:cubicBezTo>
                    <a:pt x="0" y="43"/>
                    <a:pt x="28" y="16"/>
                    <a:pt x="69" y="34"/>
                  </a:cubicBezTo>
                  <a:close/>
                </a:path>
              </a:pathLst>
            </a:custGeom>
            <a:solidFill>
              <a:srgbClr val="BB33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4" name="îšḻí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E9F912B-0873-4290-ADA3-D849D2465A20}"/>
                </a:ext>
              </a:extLst>
            </p:cNvPr>
            <p:cNvSpPr/>
            <p:nvPr/>
          </p:nvSpPr>
          <p:spPr bwMode="auto">
            <a:xfrm>
              <a:off x="4765675" y="1447800"/>
              <a:ext cx="323850" cy="881063"/>
            </a:xfrm>
            <a:custGeom>
              <a:avLst/>
              <a:gdLst>
                <a:gd name="T0" fmla="*/ 44 w 98"/>
                <a:gd name="T1" fmla="*/ 7 h 267"/>
                <a:gd name="T2" fmla="*/ 19 w 98"/>
                <a:gd name="T3" fmla="*/ 8 h 267"/>
                <a:gd name="T4" fmla="*/ 28 w 98"/>
                <a:gd name="T5" fmla="*/ 88 h 267"/>
                <a:gd name="T6" fmla="*/ 83 w 98"/>
                <a:gd name="T7" fmla="*/ 238 h 267"/>
                <a:gd name="T8" fmla="*/ 95 w 98"/>
                <a:gd name="T9" fmla="*/ 267 h 267"/>
                <a:gd name="T10" fmla="*/ 98 w 98"/>
                <a:gd name="T11" fmla="*/ 246 h 267"/>
                <a:gd name="T12" fmla="*/ 85 w 98"/>
                <a:gd name="T13" fmla="*/ 170 h 267"/>
                <a:gd name="T14" fmla="*/ 48 w 98"/>
                <a:gd name="T15" fmla="*/ 13 h 267"/>
                <a:gd name="T16" fmla="*/ 44 w 98"/>
                <a:gd name="T17" fmla="*/ 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267">
                  <a:moveTo>
                    <a:pt x="44" y="7"/>
                  </a:moveTo>
                  <a:cubicBezTo>
                    <a:pt x="38" y="0"/>
                    <a:pt x="25" y="2"/>
                    <a:pt x="19" y="8"/>
                  </a:cubicBezTo>
                  <a:cubicBezTo>
                    <a:pt x="0" y="26"/>
                    <a:pt x="21" y="69"/>
                    <a:pt x="28" y="88"/>
                  </a:cubicBezTo>
                  <a:cubicBezTo>
                    <a:pt x="46" y="138"/>
                    <a:pt x="64" y="188"/>
                    <a:pt x="83" y="238"/>
                  </a:cubicBezTo>
                  <a:cubicBezTo>
                    <a:pt x="86" y="248"/>
                    <a:pt x="90" y="258"/>
                    <a:pt x="95" y="267"/>
                  </a:cubicBezTo>
                  <a:cubicBezTo>
                    <a:pt x="98" y="261"/>
                    <a:pt x="98" y="253"/>
                    <a:pt x="98" y="246"/>
                  </a:cubicBezTo>
                  <a:cubicBezTo>
                    <a:pt x="96" y="221"/>
                    <a:pt x="91" y="195"/>
                    <a:pt x="85" y="170"/>
                  </a:cubicBezTo>
                  <a:cubicBezTo>
                    <a:pt x="74" y="117"/>
                    <a:pt x="61" y="65"/>
                    <a:pt x="48" y="13"/>
                  </a:cubicBezTo>
                  <a:cubicBezTo>
                    <a:pt x="47" y="10"/>
                    <a:pt x="46" y="8"/>
                    <a:pt x="44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5" name="ïśl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4D2C10B-2B97-4D5D-B67B-C8FE498433AB}"/>
                </a:ext>
              </a:extLst>
            </p:cNvPr>
            <p:cNvSpPr/>
            <p:nvPr/>
          </p:nvSpPr>
          <p:spPr bwMode="auto">
            <a:xfrm>
              <a:off x="5961063" y="3716338"/>
              <a:ext cx="679450" cy="947738"/>
            </a:xfrm>
            <a:custGeom>
              <a:avLst/>
              <a:gdLst>
                <a:gd name="T0" fmla="*/ 165 w 206"/>
                <a:gd name="T1" fmla="*/ 41 h 288"/>
                <a:gd name="T2" fmla="*/ 145 w 206"/>
                <a:gd name="T3" fmla="*/ 27 h 288"/>
                <a:gd name="T4" fmla="*/ 59 w 206"/>
                <a:gd name="T5" fmla="*/ 11 h 288"/>
                <a:gd name="T6" fmla="*/ 8 w 206"/>
                <a:gd name="T7" fmla="*/ 25 h 288"/>
                <a:gd name="T8" fmla="*/ 8 w 206"/>
                <a:gd name="T9" fmla="*/ 124 h 288"/>
                <a:gd name="T10" fmla="*/ 19 w 206"/>
                <a:gd name="T11" fmla="*/ 287 h 288"/>
                <a:gd name="T12" fmla="*/ 20 w 206"/>
                <a:gd name="T13" fmla="*/ 288 h 288"/>
                <a:gd name="T14" fmla="*/ 55 w 206"/>
                <a:gd name="T15" fmla="*/ 200 h 288"/>
                <a:gd name="T16" fmla="*/ 61 w 206"/>
                <a:gd name="T17" fmla="*/ 100 h 288"/>
                <a:gd name="T18" fmla="*/ 61 w 206"/>
                <a:gd name="T19" fmla="*/ 80 h 288"/>
                <a:gd name="T20" fmla="*/ 184 w 206"/>
                <a:gd name="T21" fmla="*/ 141 h 288"/>
                <a:gd name="T22" fmla="*/ 206 w 206"/>
                <a:gd name="T23" fmla="*/ 128 h 288"/>
                <a:gd name="T24" fmla="*/ 181 w 206"/>
                <a:gd name="T25" fmla="*/ 75 h 288"/>
                <a:gd name="T26" fmla="*/ 168 w 206"/>
                <a:gd name="T27" fmla="*/ 45 h 288"/>
                <a:gd name="T28" fmla="*/ 165 w 206"/>
                <a:gd name="T29" fmla="*/ 4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6" h="288">
                  <a:moveTo>
                    <a:pt x="165" y="41"/>
                  </a:moveTo>
                  <a:cubicBezTo>
                    <a:pt x="160" y="34"/>
                    <a:pt x="153" y="30"/>
                    <a:pt x="145" y="27"/>
                  </a:cubicBezTo>
                  <a:cubicBezTo>
                    <a:pt x="117" y="19"/>
                    <a:pt x="88" y="16"/>
                    <a:pt x="59" y="11"/>
                  </a:cubicBezTo>
                  <a:cubicBezTo>
                    <a:pt x="39" y="8"/>
                    <a:pt x="14" y="0"/>
                    <a:pt x="8" y="25"/>
                  </a:cubicBezTo>
                  <a:cubicBezTo>
                    <a:pt x="0" y="56"/>
                    <a:pt x="6" y="91"/>
                    <a:pt x="8" y="124"/>
                  </a:cubicBezTo>
                  <a:cubicBezTo>
                    <a:pt x="13" y="179"/>
                    <a:pt x="8" y="232"/>
                    <a:pt x="19" y="287"/>
                  </a:cubicBezTo>
                  <a:cubicBezTo>
                    <a:pt x="20" y="288"/>
                    <a:pt x="20" y="288"/>
                    <a:pt x="20" y="288"/>
                  </a:cubicBezTo>
                  <a:cubicBezTo>
                    <a:pt x="39" y="263"/>
                    <a:pt x="49" y="232"/>
                    <a:pt x="55" y="200"/>
                  </a:cubicBezTo>
                  <a:cubicBezTo>
                    <a:pt x="61" y="167"/>
                    <a:pt x="62" y="134"/>
                    <a:pt x="61" y="100"/>
                  </a:cubicBezTo>
                  <a:cubicBezTo>
                    <a:pt x="61" y="93"/>
                    <a:pt x="61" y="86"/>
                    <a:pt x="61" y="80"/>
                  </a:cubicBezTo>
                  <a:cubicBezTo>
                    <a:pt x="90" y="108"/>
                    <a:pt x="140" y="146"/>
                    <a:pt x="184" y="141"/>
                  </a:cubicBezTo>
                  <a:cubicBezTo>
                    <a:pt x="193" y="140"/>
                    <a:pt x="202" y="136"/>
                    <a:pt x="206" y="128"/>
                  </a:cubicBezTo>
                  <a:cubicBezTo>
                    <a:pt x="198" y="111"/>
                    <a:pt x="190" y="93"/>
                    <a:pt x="181" y="75"/>
                  </a:cubicBezTo>
                  <a:cubicBezTo>
                    <a:pt x="177" y="65"/>
                    <a:pt x="173" y="55"/>
                    <a:pt x="168" y="45"/>
                  </a:cubicBezTo>
                  <a:cubicBezTo>
                    <a:pt x="167" y="44"/>
                    <a:pt x="166" y="42"/>
                    <a:pt x="165" y="41"/>
                  </a:cubicBezTo>
                  <a:close/>
                </a:path>
              </a:pathLst>
            </a:custGeom>
            <a:solidFill>
              <a:srgbClr val="0E1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6" name="íṧ1i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4697646-14C4-4692-920E-738942C58475}"/>
                </a:ext>
              </a:extLst>
            </p:cNvPr>
            <p:cNvSpPr/>
            <p:nvPr/>
          </p:nvSpPr>
          <p:spPr bwMode="auto">
            <a:xfrm>
              <a:off x="5808663" y="4579938"/>
              <a:ext cx="280988" cy="107950"/>
            </a:xfrm>
            <a:custGeom>
              <a:avLst/>
              <a:gdLst>
                <a:gd name="T0" fmla="*/ 80 w 85"/>
                <a:gd name="T1" fmla="*/ 6 h 33"/>
                <a:gd name="T2" fmla="*/ 73 w 85"/>
                <a:gd name="T3" fmla="*/ 4 h 33"/>
                <a:gd name="T4" fmla="*/ 38 w 85"/>
                <a:gd name="T5" fmla="*/ 8 h 33"/>
                <a:gd name="T6" fmla="*/ 12 w 85"/>
                <a:gd name="T7" fmla="*/ 3 h 33"/>
                <a:gd name="T8" fmla="*/ 2 w 85"/>
                <a:gd name="T9" fmla="*/ 12 h 33"/>
                <a:gd name="T10" fmla="*/ 6 w 85"/>
                <a:gd name="T11" fmla="*/ 20 h 33"/>
                <a:gd name="T12" fmla="*/ 12 w 85"/>
                <a:gd name="T13" fmla="*/ 26 h 33"/>
                <a:gd name="T14" fmla="*/ 19 w 85"/>
                <a:gd name="T15" fmla="*/ 28 h 33"/>
                <a:gd name="T16" fmla="*/ 69 w 85"/>
                <a:gd name="T17" fmla="*/ 30 h 33"/>
                <a:gd name="T18" fmla="*/ 82 w 85"/>
                <a:gd name="T19" fmla="*/ 23 h 33"/>
                <a:gd name="T20" fmla="*/ 82 w 85"/>
                <a:gd name="T21" fmla="*/ 10 h 33"/>
                <a:gd name="T22" fmla="*/ 80 w 85"/>
                <a:gd name="T23" fmla="*/ 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" h="33">
                  <a:moveTo>
                    <a:pt x="80" y="6"/>
                  </a:moveTo>
                  <a:cubicBezTo>
                    <a:pt x="78" y="4"/>
                    <a:pt x="75" y="3"/>
                    <a:pt x="73" y="4"/>
                  </a:cubicBezTo>
                  <a:cubicBezTo>
                    <a:pt x="61" y="6"/>
                    <a:pt x="50" y="8"/>
                    <a:pt x="38" y="8"/>
                  </a:cubicBezTo>
                  <a:cubicBezTo>
                    <a:pt x="29" y="8"/>
                    <a:pt x="20" y="6"/>
                    <a:pt x="12" y="3"/>
                  </a:cubicBezTo>
                  <a:cubicBezTo>
                    <a:pt x="6" y="0"/>
                    <a:pt x="0" y="6"/>
                    <a:pt x="2" y="12"/>
                  </a:cubicBezTo>
                  <a:cubicBezTo>
                    <a:pt x="3" y="15"/>
                    <a:pt x="5" y="18"/>
                    <a:pt x="6" y="20"/>
                  </a:cubicBezTo>
                  <a:cubicBezTo>
                    <a:pt x="8" y="22"/>
                    <a:pt x="10" y="24"/>
                    <a:pt x="12" y="26"/>
                  </a:cubicBezTo>
                  <a:cubicBezTo>
                    <a:pt x="14" y="27"/>
                    <a:pt x="17" y="28"/>
                    <a:pt x="19" y="28"/>
                  </a:cubicBezTo>
                  <a:cubicBezTo>
                    <a:pt x="35" y="32"/>
                    <a:pt x="53" y="33"/>
                    <a:pt x="69" y="30"/>
                  </a:cubicBezTo>
                  <a:cubicBezTo>
                    <a:pt x="74" y="29"/>
                    <a:pt x="80" y="28"/>
                    <a:pt x="82" y="23"/>
                  </a:cubicBezTo>
                  <a:cubicBezTo>
                    <a:pt x="85" y="19"/>
                    <a:pt x="84" y="14"/>
                    <a:pt x="82" y="10"/>
                  </a:cubicBezTo>
                  <a:cubicBezTo>
                    <a:pt x="82" y="9"/>
                    <a:pt x="81" y="7"/>
                    <a:pt x="80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7" name="ïśḻí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0FF9B6-4190-4CD2-A864-42071B8B7078}"/>
                </a:ext>
              </a:extLst>
            </p:cNvPr>
            <p:cNvSpPr/>
            <p:nvPr/>
          </p:nvSpPr>
          <p:spPr bwMode="auto">
            <a:xfrm>
              <a:off x="6356350" y="3890963"/>
              <a:ext cx="858838" cy="793750"/>
            </a:xfrm>
            <a:custGeom>
              <a:avLst/>
              <a:gdLst>
                <a:gd name="T0" fmla="*/ 17 w 260"/>
                <a:gd name="T1" fmla="*/ 20 h 241"/>
                <a:gd name="T2" fmla="*/ 1 w 260"/>
                <a:gd name="T3" fmla="*/ 193 h 241"/>
                <a:gd name="T4" fmla="*/ 54 w 260"/>
                <a:gd name="T5" fmla="*/ 235 h 241"/>
                <a:gd name="T6" fmla="*/ 204 w 260"/>
                <a:gd name="T7" fmla="*/ 202 h 241"/>
                <a:gd name="T8" fmla="*/ 244 w 260"/>
                <a:gd name="T9" fmla="*/ 192 h 241"/>
                <a:gd name="T10" fmla="*/ 260 w 260"/>
                <a:gd name="T11" fmla="*/ 173 h 241"/>
                <a:gd name="T12" fmla="*/ 169 w 260"/>
                <a:gd name="T13" fmla="*/ 154 h 241"/>
                <a:gd name="T14" fmla="*/ 77 w 260"/>
                <a:gd name="T15" fmla="*/ 165 h 241"/>
                <a:gd name="T16" fmla="*/ 77 w 260"/>
                <a:gd name="T17" fmla="*/ 164 h 241"/>
                <a:gd name="T18" fmla="*/ 94 w 260"/>
                <a:gd name="T19" fmla="*/ 110 h 241"/>
                <a:gd name="T20" fmla="*/ 94 w 260"/>
                <a:gd name="T21" fmla="*/ 22 h 241"/>
                <a:gd name="T22" fmla="*/ 75 w 260"/>
                <a:gd name="T23" fmla="*/ 0 h 241"/>
                <a:gd name="T24" fmla="*/ 17 w 260"/>
                <a:gd name="T25" fmla="*/ 2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0" h="241">
                  <a:moveTo>
                    <a:pt x="17" y="20"/>
                  </a:moveTo>
                  <a:cubicBezTo>
                    <a:pt x="3" y="52"/>
                    <a:pt x="2" y="156"/>
                    <a:pt x="1" y="193"/>
                  </a:cubicBezTo>
                  <a:cubicBezTo>
                    <a:pt x="0" y="236"/>
                    <a:pt x="27" y="241"/>
                    <a:pt x="54" y="235"/>
                  </a:cubicBezTo>
                  <a:cubicBezTo>
                    <a:pt x="104" y="225"/>
                    <a:pt x="154" y="214"/>
                    <a:pt x="204" y="202"/>
                  </a:cubicBezTo>
                  <a:cubicBezTo>
                    <a:pt x="218" y="198"/>
                    <a:pt x="231" y="195"/>
                    <a:pt x="244" y="192"/>
                  </a:cubicBezTo>
                  <a:cubicBezTo>
                    <a:pt x="257" y="188"/>
                    <a:pt x="260" y="190"/>
                    <a:pt x="260" y="173"/>
                  </a:cubicBezTo>
                  <a:cubicBezTo>
                    <a:pt x="226" y="162"/>
                    <a:pt x="200" y="155"/>
                    <a:pt x="169" y="154"/>
                  </a:cubicBezTo>
                  <a:cubicBezTo>
                    <a:pt x="138" y="154"/>
                    <a:pt x="107" y="159"/>
                    <a:pt x="77" y="165"/>
                  </a:cubicBezTo>
                  <a:cubicBezTo>
                    <a:pt x="77" y="164"/>
                    <a:pt x="77" y="164"/>
                    <a:pt x="77" y="164"/>
                  </a:cubicBezTo>
                  <a:cubicBezTo>
                    <a:pt x="85" y="147"/>
                    <a:pt x="90" y="129"/>
                    <a:pt x="94" y="110"/>
                  </a:cubicBezTo>
                  <a:cubicBezTo>
                    <a:pt x="100" y="81"/>
                    <a:pt x="105" y="49"/>
                    <a:pt x="94" y="22"/>
                  </a:cubicBezTo>
                  <a:cubicBezTo>
                    <a:pt x="90" y="12"/>
                    <a:pt x="84" y="3"/>
                    <a:pt x="75" y="0"/>
                  </a:cubicBezTo>
                  <a:cubicBezTo>
                    <a:pt x="17" y="20"/>
                    <a:pt x="17" y="20"/>
                    <a:pt x="17" y="20"/>
                  </a:cubicBezTo>
                </a:path>
              </a:pathLst>
            </a:custGeom>
            <a:solidFill>
              <a:srgbClr val="202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8" name="í$1ï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9925ABB-FCE6-4C1F-A76E-B3F556D29E6B}"/>
                </a:ext>
              </a:extLst>
            </p:cNvPr>
            <p:cNvSpPr/>
            <p:nvPr/>
          </p:nvSpPr>
          <p:spPr bwMode="auto">
            <a:xfrm>
              <a:off x="7132638" y="4437063"/>
              <a:ext cx="138113" cy="274638"/>
            </a:xfrm>
            <a:custGeom>
              <a:avLst/>
              <a:gdLst>
                <a:gd name="T0" fmla="*/ 23 w 42"/>
                <a:gd name="T1" fmla="*/ 3 h 83"/>
                <a:gd name="T2" fmla="*/ 19 w 42"/>
                <a:gd name="T3" fmla="*/ 9 h 83"/>
                <a:gd name="T4" fmla="*/ 15 w 42"/>
                <a:gd name="T5" fmla="*/ 45 h 83"/>
                <a:gd name="T6" fmla="*/ 4 w 42"/>
                <a:gd name="T7" fmla="*/ 70 h 83"/>
                <a:gd name="T8" fmla="*/ 10 w 42"/>
                <a:gd name="T9" fmla="*/ 82 h 83"/>
                <a:gd name="T10" fmla="*/ 18 w 42"/>
                <a:gd name="T11" fmla="*/ 81 h 83"/>
                <a:gd name="T12" fmla="*/ 24 w 42"/>
                <a:gd name="T13" fmla="*/ 76 h 83"/>
                <a:gd name="T14" fmla="*/ 28 w 42"/>
                <a:gd name="T15" fmla="*/ 70 h 83"/>
                <a:gd name="T16" fmla="*/ 42 w 42"/>
                <a:gd name="T17" fmla="*/ 19 h 83"/>
                <a:gd name="T18" fmla="*/ 39 w 42"/>
                <a:gd name="T19" fmla="*/ 4 h 83"/>
                <a:gd name="T20" fmla="*/ 28 w 42"/>
                <a:gd name="T21" fmla="*/ 1 h 83"/>
                <a:gd name="T22" fmla="*/ 23 w 42"/>
                <a:gd name="T23" fmla="*/ 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83">
                  <a:moveTo>
                    <a:pt x="23" y="3"/>
                  </a:moveTo>
                  <a:cubicBezTo>
                    <a:pt x="21" y="4"/>
                    <a:pt x="20" y="6"/>
                    <a:pt x="19" y="9"/>
                  </a:cubicBezTo>
                  <a:cubicBezTo>
                    <a:pt x="19" y="21"/>
                    <a:pt x="18" y="34"/>
                    <a:pt x="15" y="45"/>
                  </a:cubicBezTo>
                  <a:cubicBezTo>
                    <a:pt x="12" y="54"/>
                    <a:pt x="9" y="63"/>
                    <a:pt x="4" y="70"/>
                  </a:cubicBezTo>
                  <a:cubicBezTo>
                    <a:pt x="0" y="75"/>
                    <a:pt x="3" y="83"/>
                    <a:pt x="10" y="82"/>
                  </a:cubicBezTo>
                  <a:cubicBezTo>
                    <a:pt x="12" y="82"/>
                    <a:pt x="15" y="82"/>
                    <a:pt x="18" y="81"/>
                  </a:cubicBezTo>
                  <a:cubicBezTo>
                    <a:pt x="20" y="80"/>
                    <a:pt x="22" y="78"/>
                    <a:pt x="24" y="76"/>
                  </a:cubicBezTo>
                  <a:cubicBezTo>
                    <a:pt x="26" y="75"/>
                    <a:pt x="27" y="72"/>
                    <a:pt x="28" y="70"/>
                  </a:cubicBezTo>
                  <a:cubicBezTo>
                    <a:pt x="35" y="54"/>
                    <a:pt x="40" y="37"/>
                    <a:pt x="42" y="19"/>
                  </a:cubicBezTo>
                  <a:cubicBezTo>
                    <a:pt x="42" y="14"/>
                    <a:pt x="42" y="8"/>
                    <a:pt x="39" y="4"/>
                  </a:cubicBezTo>
                  <a:cubicBezTo>
                    <a:pt x="36" y="1"/>
                    <a:pt x="32" y="0"/>
                    <a:pt x="28" y="1"/>
                  </a:cubicBezTo>
                  <a:cubicBezTo>
                    <a:pt x="26" y="2"/>
                    <a:pt x="25" y="2"/>
                    <a:pt x="23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49" name="îśḷï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6ABCD15-0195-4A54-A3BB-AD2BFC1B1F0F}"/>
                </a:ext>
              </a:extLst>
            </p:cNvPr>
            <p:cNvSpPr/>
            <p:nvPr/>
          </p:nvSpPr>
          <p:spPr bwMode="auto">
            <a:xfrm>
              <a:off x="6610350" y="4430713"/>
              <a:ext cx="11113" cy="3175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1 h 1"/>
                <a:gd name="T6" fmla="*/ 3 w 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0" name="iṧ1í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CCF9A9F-0CF2-4B39-9A9E-AE6FDCCD144E}"/>
                </a:ext>
              </a:extLst>
            </p:cNvPr>
            <p:cNvSpPr/>
            <p:nvPr/>
          </p:nvSpPr>
          <p:spPr bwMode="auto">
            <a:xfrm>
              <a:off x="6535738" y="4430713"/>
              <a:ext cx="85725" cy="36513"/>
            </a:xfrm>
            <a:custGeom>
              <a:avLst/>
              <a:gdLst>
                <a:gd name="T0" fmla="*/ 26 w 26"/>
                <a:gd name="T1" fmla="*/ 0 h 11"/>
                <a:gd name="T2" fmla="*/ 26 w 26"/>
                <a:gd name="T3" fmla="*/ 0 h 11"/>
                <a:gd name="T4" fmla="*/ 23 w 26"/>
                <a:gd name="T5" fmla="*/ 1 h 11"/>
                <a:gd name="T6" fmla="*/ 23 w 26"/>
                <a:gd name="T7" fmla="*/ 0 h 11"/>
                <a:gd name="T8" fmla="*/ 22 w 26"/>
                <a:gd name="T9" fmla="*/ 1 h 11"/>
                <a:gd name="T10" fmla="*/ 8 w 26"/>
                <a:gd name="T11" fmla="*/ 3 h 11"/>
                <a:gd name="T12" fmla="*/ 0 w 26"/>
                <a:gd name="T13" fmla="*/ 1 h 11"/>
                <a:gd name="T14" fmla="*/ 10 w 26"/>
                <a:gd name="T15" fmla="*/ 5 h 11"/>
                <a:gd name="T16" fmla="*/ 21 w 26"/>
                <a:gd name="T17" fmla="*/ 3 h 11"/>
                <a:gd name="T18" fmla="*/ 12 w 26"/>
                <a:gd name="T19" fmla="*/ 11 h 11"/>
                <a:gd name="T20" fmla="*/ 26 w 26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11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4" y="0"/>
                    <a:pt x="23" y="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15" y="3"/>
                    <a:pt x="8" y="3"/>
                  </a:cubicBezTo>
                  <a:cubicBezTo>
                    <a:pt x="5" y="3"/>
                    <a:pt x="2" y="2"/>
                    <a:pt x="0" y="1"/>
                  </a:cubicBezTo>
                  <a:cubicBezTo>
                    <a:pt x="0" y="1"/>
                    <a:pt x="2" y="5"/>
                    <a:pt x="10" y="5"/>
                  </a:cubicBezTo>
                  <a:cubicBezTo>
                    <a:pt x="13" y="5"/>
                    <a:pt x="17" y="4"/>
                    <a:pt x="21" y="3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24" y="7"/>
                    <a:pt x="26" y="0"/>
                  </a:cubicBezTo>
                </a:path>
              </a:pathLst>
            </a:custGeom>
            <a:solidFill>
              <a:srgbClr val="1316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1" name="íṣľi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AFA91C5-14BE-4C9B-9BA8-E838E1E7586B}"/>
                </a:ext>
              </a:extLst>
            </p:cNvPr>
            <p:cNvSpPr/>
            <p:nvPr/>
          </p:nvSpPr>
          <p:spPr bwMode="auto">
            <a:xfrm>
              <a:off x="6564313" y="2924175"/>
              <a:ext cx="327025" cy="366713"/>
            </a:xfrm>
            <a:custGeom>
              <a:avLst/>
              <a:gdLst>
                <a:gd name="T0" fmla="*/ 66 w 99"/>
                <a:gd name="T1" fmla="*/ 2 h 111"/>
                <a:gd name="T2" fmla="*/ 75 w 99"/>
                <a:gd name="T3" fmla="*/ 4 h 111"/>
                <a:gd name="T4" fmla="*/ 87 w 99"/>
                <a:gd name="T5" fmla="*/ 18 h 111"/>
                <a:gd name="T6" fmla="*/ 54 w 99"/>
                <a:gd name="T7" fmla="*/ 92 h 111"/>
                <a:gd name="T8" fmla="*/ 1 w 99"/>
                <a:gd name="T9" fmla="*/ 78 h 111"/>
                <a:gd name="T10" fmla="*/ 21 w 99"/>
                <a:gd name="T11" fmla="*/ 26 h 111"/>
                <a:gd name="T12" fmla="*/ 66 w 99"/>
                <a:gd name="T13" fmla="*/ 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111">
                  <a:moveTo>
                    <a:pt x="66" y="2"/>
                  </a:moveTo>
                  <a:cubicBezTo>
                    <a:pt x="69" y="2"/>
                    <a:pt x="72" y="3"/>
                    <a:pt x="75" y="4"/>
                  </a:cubicBezTo>
                  <a:cubicBezTo>
                    <a:pt x="81" y="7"/>
                    <a:pt x="85" y="12"/>
                    <a:pt x="87" y="18"/>
                  </a:cubicBezTo>
                  <a:cubicBezTo>
                    <a:pt x="99" y="47"/>
                    <a:pt x="76" y="76"/>
                    <a:pt x="54" y="92"/>
                  </a:cubicBezTo>
                  <a:cubicBezTo>
                    <a:pt x="34" y="106"/>
                    <a:pt x="3" y="111"/>
                    <a:pt x="1" y="78"/>
                  </a:cubicBezTo>
                  <a:cubicBezTo>
                    <a:pt x="0" y="59"/>
                    <a:pt x="9" y="40"/>
                    <a:pt x="21" y="26"/>
                  </a:cubicBezTo>
                  <a:cubicBezTo>
                    <a:pt x="31" y="14"/>
                    <a:pt x="49" y="0"/>
                    <a:pt x="66" y="2"/>
                  </a:cubicBezTo>
                </a:path>
              </a:pathLst>
            </a:custGeom>
            <a:solidFill>
              <a:srgbClr val="8156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2" name="îṥľï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0FDAD93-24B0-4266-BD85-34B118EFFBDF}"/>
                </a:ext>
              </a:extLst>
            </p:cNvPr>
            <p:cNvSpPr/>
            <p:nvPr/>
          </p:nvSpPr>
          <p:spPr bwMode="auto">
            <a:xfrm>
              <a:off x="6367463" y="3349625"/>
              <a:ext cx="493713" cy="823913"/>
            </a:xfrm>
            <a:custGeom>
              <a:avLst/>
              <a:gdLst>
                <a:gd name="T0" fmla="*/ 33 w 150"/>
                <a:gd name="T1" fmla="*/ 63 h 250"/>
                <a:gd name="T2" fmla="*/ 32 w 150"/>
                <a:gd name="T3" fmla="*/ 79 h 250"/>
                <a:gd name="T4" fmla="*/ 10 w 150"/>
                <a:gd name="T5" fmla="*/ 199 h 250"/>
                <a:gd name="T6" fmla="*/ 120 w 150"/>
                <a:gd name="T7" fmla="*/ 228 h 250"/>
                <a:gd name="T8" fmla="*/ 96 w 150"/>
                <a:gd name="T9" fmla="*/ 1 h 250"/>
                <a:gd name="T10" fmla="*/ 62 w 150"/>
                <a:gd name="T11" fmla="*/ 4 h 250"/>
                <a:gd name="T12" fmla="*/ 33 w 150"/>
                <a:gd name="T13" fmla="*/ 6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250">
                  <a:moveTo>
                    <a:pt x="33" y="63"/>
                  </a:moveTo>
                  <a:cubicBezTo>
                    <a:pt x="33" y="69"/>
                    <a:pt x="33" y="75"/>
                    <a:pt x="32" y="79"/>
                  </a:cubicBezTo>
                  <a:cubicBezTo>
                    <a:pt x="27" y="120"/>
                    <a:pt x="19" y="160"/>
                    <a:pt x="10" y="199"/>
                  </a:cubicBezTo>
                  <a:cubicBezTo>
                    <a:pt x="0" y="250"/>
                    <a:pt x="96" y="232"/>
                    <a:pt x="120" y="228"/>
                  </a:cubicBezTo>
                  <a:cubicBezTo>
                    <a:pt x="150" y="222"/>
                    <a:pt x="112" y="0"/>
                    <a:pt x="96" y="1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37" y="6"/>
                    <a:pt x="35" y="39"/>
                    <a:pt x="33" y="63"/>
                  </a:cubicBezTo>
                </a:path>
              </a:pathLst>
            </a:custGeom>
            <a:solidFill>
              <a:srgbClr val="E9C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3" name="î$ļí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F672EF6-E363-4E00-8C27-E87A9D085EAD}"/>
                </a:ext>
              </a:extLst>
            </p:cNvPr>
            <p:cNvSpPr/>
            <p:nvPr/>
          </p:nvSpPr>
          <p:spPr bwMode="auto">
            <a:xfrm>
              <a:off x="6604000" y="2874963"/>
              <a:ext cx="327025" cy="346075"/>
            </a:xfrm>
            <a:custGeom>
              <a:avLst/>
              <a:gdLst>
                <a:gd name="T0" fmla="*/ 46 w 99"/>
                <a:gd name="T1" fmla="*/ 3 h 105"/>
                <a:gd name="T2" fmla="*/ 2 w 99"/>
                <a:gd name="T3" fmla="*/ 3 h 105"/>
                <a:gd name="T4" fmla="*/ 12 w 99"/>
                <a:gd name="T5" fmla="*/ 20 h 105"/>
                <a:gd name="T6" fmla="*/ 15 w 99"/>
                <a:gd name="T7" fmla="*/ 20 h 105"/>
                <a:gd name="T8" fmla="*/ 18 w 99"/>
                <a:gd name="T9" fmla="*/ 26 h 105"/>
                <a:gd name="T10" fmla="*/ 28 w 99"/>
                <a:gd name="T11" fmla="*/ 26 h 105"/>
                <a:gd name="T12" fmla="*/ 32 w 99"/>
                <a:gd name="T13" fmla="*/ 32 h 105"/>
                <a:gd name="T14" fmla="*/ 46 w 99"/>
                <a:gd name="T15" fmla="*/ 39 h 105"/>
                <a:gd name="T16" fmla="*/ 61 w 99"/>
                <a:gd name="T17" fmla="*/ 37 h 105"/>
                <a:gd name="T18" fmla="*/ 60 w 99"/>
                <a:gd name="T19" fmla="*/ 45 h 105"/>
                <a:gd name="T20" fmla="*/ 65 w 99"/>
                <a:gd name="T21" fmla="*/ 49 h 105"/>
                <a:gd name="T22" fmla="*/ 45 w 99"/>
                <a:gd name="T23" fmla="*/ 103 h 105"/>
                <a:gd name="T24" fmla="*/ 63 w 99"/>
                <a:gd name="T25" fmla="*/ 96 h 105"/>
                <a:gd name="T26" fmla="*/ 91 w 99"/>
                <a:gd name="T27" fmla="*/ 41 h 105"/>
                <a:gd name="T28" fmla="*/ 46 w 99"/>
                <a:gd name="T29" fmla="*/ 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9" h="105">
                  <a:moveTo>
                    <a:pt x="46" y="3"/>
                  </a:moveTo>
                  <a:cubicBezTo>
                    <a:pt x="31" y="4"/>
                    <a:pt x="16" y="8"/>
                    <a:pt x="2" y="3"/>
                  </a:cubicBezTo>
                  <a:cubicBezTo>
                    <a:pt x="0" y="10"/>
                    <a:pt x="5" y="18"/>
                    <a:pt x="12" y="20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2"/>
                    <a:pt x="16" y="25"/>
                    <a:pt x="18" y="26"/>
                  </a:cubicBezTo>
                  <a:cubicBezTo>
                    <a:pt x="20" y="29"/>
                    <a:pt x="25" y="25"/>
                    <a:pt x="28" y="26"/>
                  </a:cubicBezTo>
                  <a:cubicBezTo>
                    <a:pt x="31" y="27"/>
                    <a:pt x="31" y="30"/>
                    <a:pt x="32" y="32"/>
                  </a:cubicBezTo>
                  <a:cubicBezTo>
                    <a:pt x="35" y="36"/>
                    <a:pt x="40" y="39"/>
                    <a:pt x="46" y="39"/>
                  </a:cubicBezTo>
                  <a:cubicBezTo>
                    <a:pt x="51" y="40"/>
                    <a:pt x="56" y="38"/>
                    <a:pt x="61" y="37"/>
                  </a:cubicBezTo>
                  <a:cubicBezTo>
                    <a:pt x="60" y="40"/>
                    <a:pt x="59" y="42"/>
                    <a:pt x="60" y="45"/>
                  </a:cubicBezTo>
                  <a:cubicBezTo>
                    <a:pt x="60" y="47"/>
                    <a:pt x="63" y="50"/>
                    <a:pt x="65" y="49"/>
                  </a:cubicBezTo>
                  <a:cubicBezTo>
                    <a:pt x="62" y="61"/>
                    <a:pt x="54" y="95"/>
                    <a:pt x="45" y="103"/>
                  </a:cubicBezTo>
                  <a:cubicBezTo>
                    <a:pt x="46" y="105"/>
                    <a:pt x="60" y="98"/>
                    <a:pt x="63" y="96"/>
                  </a:cubicBezTo>
                  <a:cubicBezTo>
                    <a:pt x="80" y="88"/>
                    <a:pt x="85" y="60"/>
                    <a:pt x="91" y="41"/>
                  </a:cubicBezTo>
                  <a:cubicBezTo>
                    <a:pt x="99" y="13"/>
                    <a:pt x="70" y="0"/>
                    <a:pt x="46" y="3"/>
                  </a:cubicBezTo>
                  <a:close/>
                </a:path>
              </a:pathLst>
            </a:custGeom>
            <a:solidFill>
              <a:srgbClr val="281C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4" name="íSľî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23FE64A-B605-4D81-A467-E30F8C307589}"/>
                </a:ext>
              </a:extLst>
            </p:cNvPr>
            <p:cNvSpPr/>
            <p:nvPr/>
          </p:nvSpPr>
          <p:spPr bwMode="auto">
            <a:xfrm>
              <a:off x="6778625" y="3079750"/>
              <a:ext cx="66675" cy="79375"/>
            </a:xfrm>
            <a:custGeom>
              <a:avLst/>
              <a:gdLst>
                <a:gd name="T0" fmla="*/ 4 w 20"/>
                <a:gd name="T1" fmla="*/ 3 h 24"/>
                <a:gd name="T2" fmla="*/ 13 w 20"/>
                <a:gd name="T3" fmla="*/ 1 h 24"/>
                <a:gd name="T4" fmla="*/ 17 w 20"/>
                <a:gd name="T5" fmla="*/ 3 h 24"/>
                <a:gd name="T6" fmla="*/ 19 w 20"/>
                <a:gd name="T7" fmla="*/ 13 h 24"/>
                <a:gd name="T8" fmla="*/ 6 w 20"/>
                <a:gd name="T9" fmla="*/ 23 h 24"/>
                <a:gd name="T10" fmla="*/ 2 w 20"/>
                <a:gd name="T11" fmla="*/ 23 h 24"/>
                <a:gd name="T12" fmla="*/ 0 w 20"/>
                <a:gd name="T13" fmla="*/ 19 h 24"/>
                <a:gd name="T14" fmla="*/ 1 w 20"/>
                <a:gd name="T15" fmla="*/ 14 h 24"/>
                <a:gd name="T16" fmla="*/ 4 w 20"/>
                <a:gd name="T17" fmla="*/ 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24">
                  <a:moveTo>
                    <a:pt x="4" y="3"/>
                  </a:moveTo>
                  <a:cubicBezTo>
                    <a:pt x="6" y="1"/>
                    <a:pt x="10" y="0"/>
                    <a:pt x="13" y="1"/>
                  </a:cubicBezTo>
                  <a:cubicBezTo>
                    <a:pt x="14" y="1"/>
                    <a:pt x="16" y="2"/>
                    <a:pt x="17" y="3"/>
                  </a:cubicBezTo>
                  <a:cubicBezTo>
                    <a:pt x="20" y="5"/>
                    <a:pt x="20" y="10"/>
                    <a:pt x="19" y="13"/>
                  </a:cubicBezTo>
                  <a:cubicBezTo>
                    <a:pt x="17" y="18"/>
                    <a:pt x="12" y="22"/>
                    <a:pt x="6" y="23"/>
                  </a:cubicBezTo>
                  <a:cubicBezTo>
                    <a:pt x="5" y="24"/>
                    <a:pt x="3" y="24"/>
                    <a:pt x="2" y="23"/>
                  </a:cubicBezTo>
                  <a:cubicBezTo>
                    <a:pt x="1" y="22"/>
                    <a:pt x="0" y="20"/>
                    <a:pt x="0" y="19"/>
                  </a:cubicBezTo>
                  <a:cubicBezTo>
                    <a:pt x="0" y="17"/>
                    <a:pt x="0" y="16"/>
                    <a:pt x="1" y="14"/>
                  </a:cubicBezTo>
                  <a:cubicBezTo>
                    <a:pt x="2" y="10"/>
                    <a:pt x="4" y="3"/>
                    <a:pt x="4" y="3"/>
                  </a:cubicBezTo>
                  <a:close/>
                </a:path>
              </a:pathLst>
            </a:custGeom>
            <a:solidFill>
              <a:srgbClr val="8156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5" name="iṥ1í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5237A0B-FB7C-479D-97EE-1B0EE5AF98E6}"/>
                </a:ext>
              </a:extLst>
            </p:cNvPr>
            <p:cNvSpPr/>
            <p:nvPr/>
          </p:nvSpPr>
          <p:spPr bwMode="auto">
            <a:xfrm>
              <a:off x="5980113" y="2874963"/>
              <a:ext cx="422275" cy="461963"/>
            </a:xfrm>
            <a:custGeom>
              <a:avLst/>
              <a:gdLst>
                <a:gd name="T0" fmla="*/ 11 w 128"/>
                <a:gd name="T1" fmla="*/ 0 h 140"/>
                <a:gd name="T2" fmla="*/ 0 w 128"/>
                <a:gd name="T3" fmla="*/ 15 h 140"/>
                <a:gd name="T4" fmla="*/ 32 w 128"/>
                <a:gd name="T5" fmla="*/ 52 h 140"/>
                <a:gd name="T6" fmla="*/ 111 w 128"/>
                <a:gd name="T7" fmla="*/ 140 h 140"/>
                <a:gd name="T8" fmla="*/ 128 w 128"/>
                <a:gd name="T9" fmla="*/ 122 h 140"/>
                <a:gd name="T10" fmla="*/ 52 w 128"/>
                <a:gd name="T11" fmla="*/ 39 h 140"/>
                <a:gd name="T12" fmla="*/ 41 w 128"/>
                <a:gd name="T13" fmla="*/ 26 h 140"/>
                <a:gd name="T14" fmla="*/ 11 w 128"/>
                <a:gd name="T15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8" h="140">
                  <a:moveTo>
                    <a:pt x="11" y="0"/>
                  </a:moveTo>
                  <a:cubicBezTo>
                    <a:pt x="7" y="5"/>
                    <a:pt x="4" y="10"/>
                    <a:pt x="0" y="15"/>
                  </a:cubicBezTo>
                  <a:cubicBezTo>
                    <a:pt x="10" y="28"/>
                    <a:pt x="21" y="40"/>
                    <a:pt x="32" y="52"/>
                  </a:cubicBezTo>
                  <a:cubicBezTo>
                    <a:pt x="58" y="82"/>
                    <a:pt x="84" y="111"/>
                    <a:pt x="111" y="140"/>
                  </a:cubicBezTo>
                  <a:cubicBezTo>
                    <a:pt x="117" y="134"/>
                    <a:pt x="122" y="128"/>
                    <a:pt x="128" y="122"/>
                  </a:cubicBezTo>
                  <a:cubicBezTo>
                    <a:pt x="102" y="95"/>
                    <a:pt x="77" y="67"/>
                    <a:pt x="52" y="39"/>
                  </a:cubicBezTo>
                  <a:cubicBezTo>
                    <a:pt x="48" y="35"/>
                    <a:pt x="44" y="30"/>
                    <a:pt x="41" y="26"/>
                  </a:cubicBezTo>
                  <a:cubicBezTo>
                    <a:pt x="31" y="17"/>
                    <a:pt x="21" y="9"/>
                    <a:pt x="11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6" name="îṩli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436ED1D-AA5D-4DF6-B88F-5857B620084A}"/>
                </a:ext>
              </a:extLst>
            </p:cNvPr>
            <p:cNvSpPr/>
            <p:nvPr/>
          </p:nvSpPr>
          <p:spPr bwMode="auto">
            <a:xfrm>
              <a:off x="6116638" y="2960688"/>
              <a:ext cx="336550" cy="317500"/>
            </a:xfrm>
            <a:custGeom>
              <a:avLst/>
              <a:gdLst>
                <a:gd name="T0" fmla="*/ 0 w 102"/>
                <a:gd name="T1" fmla="*/ 0 h 96"/>
                <a:gd name="T2" fmla="*/ 11 w 102"/>
                <a:gd name="T3" fmla="*/ 13 h 96"/>
                <a:gd name="T4" fmla="*/ 87 w 102"/>
                <a:gd name="T5" fmla="*/ 96 h 96"/>
                <a:gd name="T6" fmla="*/ 98 w 102"/>
                <a:gd name="T7" fmla="*/ 85 h 96"/>
                <a:gd name="T8" fmla="*/ 101 w 102"/>
                <a:gd name="T9" fmla="*/ 88 h 96"/>
                <a:gd name="T10" fmla="*/ 102 w 102"/>
                <a:gd name="T11" fmla="*/ 87 h 96"/>
                <a:gd name="T12" fmla="*/ 81 w 102"/>
                <a:gd name="T13" fmla="*/ 70 h 96"/>
                <a:gd name="T14" fmla="*/ 0 w 102"/>
                <a:gd name="T1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2" h="96">
                  <a:moveTo>
                    <a:pt x="0" y="0"/>
                  </a:moveTo>
                  <a:cubicBezTo>
                    <a:pt x="3" y="4"/>
                    <a:pt x="7" y="9"/>
                    <a:pt x="11" y="13"/>
                  </a:cubicBezTo>
                  <a:cubicBezTo>
                    <a:pt x="36" y="41"/>
                    <a:pt x="61" y="69"/>
                    <a:pt x="87" y="96"/>
                  </a:cubicBezTo>
                  <a:cubicBezTo>
                    <a:pt x="90" y="92"/>
                    <a:pt x="94" y="88"/>
                    <a:pt x="98" y="85"/>
                  </a:cubicBezTo>
                  <a:cubicBezTo>
                    <a:pt x="98" y="85"/>
                    <a:pt x="99" y="86"/>
                    <a:pt x="101" y="88"/>
                  </a:cubicBezTo>
                  <a:cubicBezTo>
                    <a:pt x="101" y="88"/>
                    <a:pt x="102" y="88"/>
                    <a:pt x="102" y="87"/>
                  </a:cubicBezTo>
                  <a:cubicBezTo>
                    <a:pt x="94" y="80"/>
                    <a:pt x="86" y="74"/>
                    <a:pt x="81" y="70"/>
                  </a:cubicBezTo>
                  <a:cubicBezTo>
                    <a:pt x="54" y="47"/>
                    <a:pt x="27" y="23"/>
                    <a:pt x="0" y="0"/>
                  </a:cubicBezTo>
                </a:path>
              </a:pathLst>
            </a:custGeom>
            <a:solidFill>
              <a:srgbClr val="6544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7" name="iśḷ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40BA7B5-34E8-4687-B19F-EBA297446FEC}"/>
                </a:ext>
              </a:extLst>
            </p:cNvPr>
            <p:cNvSpPr/>
            <p:nvPr/>
          </p:nvSpPr>
          <p:spPr bwMode="auto">
            <a:xfrm>
              <a:off x="6448425" y="3248025"/>
              <a:ext cx="73025" cy="79375"/>
            </a:xfrm>
            <a:custGeom>
              <a:avLst/>
              <a:gdLst>
                <a:gd name="T0" fmla="*/ 1 w 22"/>
                <a:gd name="T1" fmla="*/ 0 h 24"/>
                <a:gd name="T2" fmla="*/ 0 w 22"/>
                <a:gd name="T3" fmla="*/ 1 h 24"/>
                <a:gd name="T4" fmla="*/ 22 w 22"/>
                <a:gd name="T5" fmla="*/ 24 h 24"/>
                <a:gd name="T6" fmla="*/ 1 w 22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24">
                  <a:moveTo>
                    <a:pt x="1" y="0"/>
                  </a:moveTo>
                  <a:cubicBezTo>
                    <a:pt x="1" y="1"/>
                    <a:pt x="0" y="1"/>
                    <a:pt x="0" y="1"/>
                  </a:cubicBezTo>
                  <a:cubicBezTo>
                    <a:pt x="5" y="6"/>
                    <a:pt x="13" y="16"/>
                    <a:pt x="22" y="24"/>
                  </a:cubicBezTo>
                  <a:cubicBezTo>
                    <a:pt x="17" y="16"/>
                    <a:pt x="9" y="8"/>
                    <a:pt x="1" y="0"/>
                  </a:cubicBezTo>
                </a:path>
              </a:pathLst>
            </a:custGeom>
            <a:solidFill>
              <a:srgbClr val="B8990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8" name="íṥ1î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C984E45-DC28-45DF-A5A5-2DBDACB53456}"/>
                </a:ext>
              </a:extLst>
            </p:cNvPr>
            <p:cNvSpPr/>
            <p:nvPr/>
          </p:nvSpPr>
          <p:spPr bwMode="auto">
            <a:xfrm>
              <a:off x="5900738" y="2789238"/>
              <a:ext cx="115888" cy="134938"/>
            </a:xfrm>
            <a:custGeom>
              <a:avLst/>
              <a:gdLst>
                <a:gd name="T0" fmla="*/ 2 w 35"/>
                <a:gd name="T1" fmla="*/ 0 h 41"/>
                <a:gd name="T2" fmla="*/ 0 w 35"/>
                <a:gd name="T3" fmla="*/ 3 h 41"/>
                <a:gd name="T4" fmla="*/ 0 w 35"/>
                <a:gd name="T5" fmla="*/ 3 h 41"/>
                <a:gd name="T6" fmla="*/ 7 w 35"/>
                <a:gd name="T7" fmla="*/ 17 h 41"/>
                <a:gd name="T8" fmla="*/ 24 w 35"/>
                <a:gd name="T9" fmla="*/ 41 h 41"/>
                <a:gd name="T10" fmla="*/ 35 w 35"/>
                <a:gd name="T11" fmla="*/ 26 h 41"/>
                <a:gd name="T12" fmla="*/ 25 w 35"/>
                <a:gd name="T13" fmla="*/ 17 h 41"/>
                <a:gd name="T14" fmla="*/ 2 w 35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41">
                  <a:moveTo>
                    <a:pt x="2" y="0"/>
                  </a:move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8"/>
                    <a:pt x="5" y="13"/>
                    <a:pt x="7" y="17"/>
                  </a:cubicBezTo>
                  <a:cubicBezTo>
                    <a:pt x="13" y="25"/>
                    <a:pt x="18" y="33"/>
                    <a:pt x="24" y="41"/>
                  </a:cubicBezTo>
                  <a:cubicBezTo>
                    <a:pt x="28" y="36"/>
                    <a:pt x="31" y="31"/>
                    <a:pt x="35" y="26"/>
                  </a:cubicBezTo>
                  <a:cubicBezTo>
                    <a:pt x="31" y="23"/>
                    <a:pt x="28" y="20"/>
                    <a:pt x="25" y="17"/>
                  </a:cubicBezTo>
                  <a:cubicBezTo>
                    <a:pt x="18" y="11"/>
                    <a:pt x="10" y="5"/>
                    <a:pt x="2" y="0"/>
                  </a:cubicBezTo>
                </a:path>
              </a:pathLst>
            </a:custGeom>
            <a:solidFill>
              <a:srgbClr val="D2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59" name="iṧḻí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FBD1915-299C-444A-8645-C4EA02B8C61D}"/>
                </a:ext>
              </a:extLst>
            </p:cNvPr>
            <p:cNvSpPr/>
            <p:nvPr/>
          </p:nvSpPr>
          <p:spPr bwMode="auto">
            <a:xfrm>
              <a:off x="5897563" y="2782888"/>
              <a:ext cx="11113" cy="17463"/>
            </a:xfrm>
            <a:custGeom>
              <a:avLst/>
              <a:gdLst>
                <a:gd name="T0" fmla="*/ 0 w 3"/>
                <a:gd name="T1" fmla="*/ 0 h 5"/>
                <a:gd name="T2" fmla="*/ 1 w 3"/>
                <a:gd name="T3" fmla="*/ 5 h 5"/>
                <a:gd name="T4" fmla="*/ 1 w 3"/>
                <a:gd name="T5" fmla="*/ 5 h 5"/>
                <a:gd name="T6" fmla="*/ 3 w 3"/>
                <a:gd name="T7" fmla="*/ 2 h 5"/>
                <a:gd name="T8" fmla="*/ 0 w 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1" y="2"/>
                    <a:pt x="1" y="4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4"/>
                    <a:pt x="3" y="3"/>
                    <a:pt x="3" y="2"/>
                  </a:cubicBezTo>
                  <a:cubicBezTo>
                    <a:pt x="2" y="1"/>
                    <a:pt x="1" y="1"/>
                    <a:pt x="0" y="0"/>
                  </a:cubicBezTo>
                </a:path>
              </a:pathLst>
            </a:custGeom>
            <a:solidFill>
              <a:srgbClr val="C09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0" name="íşḻi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4B3BD19-51BA-4D5D-A6BF-DECDCCA9B673}"/>
                </a:ext>
              </a:extLst>
            </p:cNvPr>
            <p:cNvSpPr/>
            <p:nvPr/>
          </p:nvSpPr>
          <p:spPr bwMode="auto">
            <a:xfrm>
              <a:off x="6570663" y="3201988"/>
              <a:ext cx="149225" cy="184150"/>
            </a:xfrm>
            <a:custGeom>
              <a:avLst/>
              <a:gdLst>
                <a:gd name="T0" fmla="*/ 20 w 45"/>
                <a:gd name="T1" fmla="*/ 7 h 56"/>
                <a:gd name="T2" fmla="*/ 0 w 45"/>
                <a:gd name="T3" fmla="*/ 49 h 56"/>
                <a:gd name="T4" fmla="*/ 33 w 45"/>
                <a:gd name="T5" fmla="*/ 50 h 56"/>
                <a:gd name="T6" fmla="*/ 34 w 45"/>
                <a:gd name="T7" fmla="*/ 49 h 56"/>
                <a:gd name="T8" fmla="*/ 45 w 45"/>
                <a:gd name="T9" fmla="*/ 0 h 56"/>
                <a:gd name="T10" fmla="*/ 20 w 45"/>
                <a:gd name="T11" fmla="*/ 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56">
                  <a:moveTo>
                    <a:pt x="20" y="7"/>
                  </a:moveTo>
                  <a:cubicBezTo>
                    <a:pt x="16" y="22"/>
                    <a:pt x="10" y="36"/>
                    <a:pt x="0" y="49"/>
                  </a:cubicBezTo>
                  <a:cubicBezTo>
                    <a:pt x="11" y="53"/>
                    <a:pt x="24" y="56"/>
                    <a:pt x="33" y="50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2" y="32"/>
                    <a:pt x="36" y="15"/>
                    <a:pt x="45" y="0"/>
                  </a:cubicBezTo>
                  <a:cubicBezTo>
                    <a:pt x="20" y="7"/>
                    <a:pt x="20" y="7"/>
                    <a:pt x="20" y="7"/>
                  </a:cubicBezTo>
                </a:path>
              </a:pathLst>
            </a:custGeom>
            <a:solidFill>
              <a:srgbClr val="8156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1" name="ï$ḷï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E80C2AA-0FC8-4297-BFED-AA2CE6E12625}"/>
                </a:ext>
              </a:extLst>
            </p:cNvPr>
            <p:cNvSpPr/>
            <p:nvPr/>
          </p:nvSpPr>
          <p:spPr bwMode="auto">
            <a:xfrm>
              <a:off x="5884863" y="2803525"/>
              <a:ext cx="663575" cy="674688"/>
            </a:xfrm>
            <a:custGeom>
              <a:avLst/>
              <a:gdLst>
                <a:gd name="T0" fmla="*/ 172 w 201"/>
                <a:gd name="T1" fmla="*/ 202 h 205"/>
                <a:gd name="T2" fmla="*/ 193 w 201"/>
                <a:gd name="T3" fmla="*/ 188 h 205"/>
                <a:gd name="T4" fmla="*/ 147 w 201"/>
                <a:gd name="T5" fmla="*/ 123 h 205"/>
                <a:gd name="T6" fmla="*/ 25 w 201"/>
                <a:gd name="T7" fmla="*/ 19 h 205"/>
                <a:gd name="T8" fmla="*/ 0 w 201"/>
                <a:gd name="T9" fmla="*/ 0 h 205"/>
                <a:gd name="T10" fmla="*/ 8 w 201"/>
                <a:gd name="T11" fmla="*/ 19 h 205"/>
                <a:gd name="T12" fmla="*/ 56 w 201"/>
                <a:gd name="T13" fmla="*/ 80 h 205"/>
                <a:gd name="T14" fmla="*/ 166 w 201"/>
                <a:gd name="T15" fmla="*/ 198 h 205"/>
                <a:gd name="T16" fmla="*/ 172 w 201"/>
                <a:gd name="T17" fmla="*/ 202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1" h="205">
                  <a:moveTo>
                    <a:pt x="172" y="202"/>
                  </a:moveTo>
                  <a:cubicBezTo>
                    <a:pt x="181" y="205"/>
                    <a:pt x="191" y="196"/>
                    <a:pt x="193" y="188"/>
                  </a:cubicBezTo>
                  <a:cubicBezTo>
                    <a:pt x="201" y="164"/>
                    <a:pt x="162" y="136"/>
                    <a:pt x="147" y="123"/>
                  </a:cubicBezTo>
                  <a:cubicBezTo>
                    <a:pt x="106" y="88"/>
                    <a:pt x="66" y="54"/>
                    <a:pt x="25" y="19"/>
                  </a:cubicBezTo>
                  <a:cubicBezTo>
                    <a:pt x="17" y="12"/>
                    <a:pt x="9" y="5"/>
                    <a:pt x="0" y="0"/>
                  </a:cubicBezTo>
                  <a:cubicBezTo>
                    <a:pt x="1" y="7"/>
                    <a:pt x="4" y="13"/>
                    <a:pt x="8" y="19"/>
                  </a:cubicBezTo>
                  <a:cubicBezTo>
                    <a:pt x="22" y="41"/>
                    <a:pt x="39" y="60"/>
                    <a:pt x="56" y="80"/>
                  </a:cubicBezTo>
                  <a:cubicBezTo>
                    <a:pt x="92" y="120"/>
                    <a:pt x="128" y="160"/>
                    <a:pt x="166" y="198"/>
                  </a:cubicBezTo>
                  <a:cubicBezTo>
                    <a:pt x="168" y="200"/>
                    <a:pt x="170" y="201"/>
                    <a:pt x="172" y="202"/>
                  </a:cubicBezTo>
                  <a:close/>
                </a:path>
              </a:pathLst>
            </a:custGeom>
            <a:solidFill>
              <a:srgbClr val="8156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2" name="ïṥľ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CA4462-9A9A-42E3-A58F-2C1BF4B89B37}"/>
                </a:ext>
              </a:extLst>
            </p:cNvPr>
            <p:cNvSpPr/>
            <p:nvPr/>
          </p:nvSpPr>
          <p:spPr bwMode="auto">
            <a:xfrm>
              <a:off x="6319838" y="3241675"/>
              <a:ext cx="301625" cy="282575"/>
            </a:xfrm>
            <a:custGeom>
              <a:avLst/>
              <a:gdLst>
                <a:gd name="T0" fmla="*/ 2 w 91"/>
                <a:gd name="T1" fmla="*/ 45 h 86"/>
                <a:gd name="T2" fmla="*/ 50 w 91"/>
                <a:gd name="T3" fmla="*/ 81 h 86"/>
                <a:gd name="T4" fmla="*/ 61 w 91"/>
                <a:gd name="T5" fmla="*/ 85 h 86"/>
                <a:gd name="T6" fmla="*/ 82 w 91"/>
                <a:gd name="T7" fmla="*/ 79 h 86"/>
                <a:gd name="T8" fmla="*/ 89 w 91"/>
                <a:gd name="T9" fmla="*/ 70 h 86"/>
                <a:gd name="T10" fmla="*/ 87 w 91"/>
                <a:gd name="T11" fmla="*/ 52 h 86"/>
                <a:gd name="T12" fmla="*/ 74 w 91"/>
                <a:gd name="T13" fmla="*/ 38 h 86"/>
                <a:gd name="T14" fmla="*/ 36 w 91"/>
                <a:gd name="T15" fmla="*/ 0 h 86"/>
                <a:gd name="T16" fmla="*/ 0 w 91"/>
                <a:gd name="T17" fmla="*/ 39 h 86"/>
                <a:gd name="T18" fmla="*/ 2 w 91"/>
                <a:gd name="T19" fmla="*/ 4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86">
                  <a:moveTo>
                    <a:pt x="2" y="45"/>
                  </a:moveTo>
                  <a:cubicBezTo>
                    <a:pt x="16" y="59"/>
                    <a:pt x="32" y="72"/>
                    <a:pt x="50" y="81"/>
                  </a:cubicBezTo>
                  <a:cubicBezTo>
                    <a:pt x="54" y="83"/>
                    <a:pt x="57" y="84"/>
                    <a:pt x="61" y="85"/>
                  </a:cubicBezTo>
                  <a:cubicBezTo>
                    <a:pt x="69" y="86"/>
                    <a:pt x="77" y="84"/>
                    <a:pt x="82" y="79"/>
                  </a:cubicBezTo>
                  <a:cubicBezTo>
                    <a:pt x="85" y="76"/>
                    <a:pt x="88" y="74"/>
                    <a:pt x="89" y="70"/>
                  </a:cubicBezTo>
                  <a:cubicBezTo>
                    <a:pt x="91" y="64"/>
                    <a:pt x="90" y="58"/>
                    <a:pt x="87" y="52"/>
                  </a:cubicBezTo>
                  <a:cubicBezTo>
                    <a:pt x="83" y="47"/>
                    <a:pt x="79" y="43"/>
                    <a:pt x="74" y="38"/>
                  </a:cubicBezTo>
                  <a:cubicBezTo>
                    <a:pt x="61" y="27"/>
                    <a:pt x="36" y="0"/>
                    <a:pt x="36" y="0"/>
                  </a:cubicBezTo>
                  <a:cubicBezTo>
                    <a:pt x="23" y="12"/>
                    <a:pt x="11" y="25"/>
                    <a:pt x="0" y="39"/>
                  </a:cubicBezTo>
                  <a:cubicBezTo>
                    <a:pt x="2" y="45"/>
                    <a:pt x="2" y="45"/>
                    <a:pt x="2" y="45"/>
                  </a:cubicBezTo>
                </a:path>
              </a:pathLst>
            </a:custGeom>
            <a:solidFill>
              <a:srgbClr val="E9C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3" name="ï$ḷ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D313788-8F2F-4B76-ACC3-1193AB3F6262}"/>
                </a:ext>
              </a:extLst>
            </p:cNvPr>
            <p:cNvSpPr/>
            <p:nvPr/>
          </p:nvSpPr>
          <p:spPr bwMode="auto">
            <a:xfrm>
              <a:off x="6621463" y="32734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4" name="iṥľî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8D3ED66-D4BA-4185-9B69-BAD62A956785}"/>
                </a:ext>
              </a:extLst>
            </p:cNvPr>
            <p:cNvSpPr/>
            <p:nvPr/>
          </p:nvSpPr>
          <p:spPr bwMode="auto">
            <a:xfrm>
              <a:off x="6621463" y="3251200"/>
              <a:ext cx="55563" cy="22225"/>
            </a:xfrm>
            <a:custGeom>
              <a:avLst/>
              <a:gdLst>
                <a:gd name="T0" fmla="*/ 17 w 17"/>
                <a:gd name="T1" fmla="*/ 0 h 7"/>
                <a:gd name="T2" fmla="*/ 5 w 17"/>
                <a:gd name="T3" fmla="*/ 4 h 7"/>
                <a:gd name="T4" fmla="*/ 2 w 17"/>
                <a:gd name="T5" fmla="*/ 3 h 7"/>
                <a:gd name="T6" fmla="*/ 0 w 17"/>
                <a:gd name="T7" fmla="*/ 7 h 7"/>
                <a:gd name="T8" fmla="*/ 0 w 17"/>
                <a:gd name="T9" fmla="*/ 7 h 7"/>
                <a:gd name="T10" fmla="*/ 2 w 17"/>
                <a:gd name="T11" fmla="*/ 7 h 7"/>
                <a:gd name="T12" fmla="*/ 17 w 17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7">
                  <a:moveTo>
                    <a:pt x="17" y="0"/>
                  </a:moveTo>
                  <a:cubicBezTo>
                    <a:pt x="12" y="3"/>
                    <a:pt x="7" y="4"/>
                    <a:pt x="5" y="4"/>
                  </a:cubicBezTo>
                  <a:cubicBezTo>
                    <a:pt x="3" y="4"/>
                    <a:pt x="2" y="3"/>
                    <a:pt x="2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15" y="7"/>
                    <a:pt x="17" y="0"/>
                    <a:pt x="17" y="0"/>
                  </a:cubicBezTo>
                </a:path>
              </a:pathLst>
            </a:custGeom>
            <a:solidFill>
              <a:srgbClr val="744E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5" name="îṡľi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1181BDF-CFD0-4EE8-878F-239E6FF51E76}"/>
                </a:ext>
              </a:extLst>
            </p:cNvPr>
            <p:cNvSpPr/>
            <p:nvPr/>
          </p:nvSpPr>
          <p:spPr bwMode="auto">
            <a:xfrm>
              <a:off x="6564313" y="3122613"/>
              <a:ext cx="63500" cy="65088"/>
            </a:xfrm>
            <a:custGeom>
              <a:avLst/>
              <a:gdLst>
                <a:gd name="T0" fmla="*/ 2 w 19"/>
                <a:gd name="T1" fmla="*/ 0 h 20"/>
                <a:gd name="T2" fmla="*/ 19 w 19"/>
                <a:gd name="T3" fmla="*/ 8 h 20"/>
                <a:gd name="T4" fmla="*/ 0 w 19"/>
                <a:gd name="T5" fmla="*/ 14 h 20"/>
                <a:gd name="T6" fmla="*/ 2 w 1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0">
                  <a:moveTo>
                    <a:pt x="2" y="0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5" y="20"/>
                    <a:pt x="0" y="14"/>
                  </a:cubicBezTo>
                  <a:cubicBezTo>
                    <a:pt x="0" y="14"/>
                    <a:pt x="1" y="2"/>
                    <a:pt x="2" y="0"/>
                  </a:cubicBezTo>
                  <a:close/>
                </a:path>
              </a:pathLst>
            </a:custGeom>
            <a:solidFill>
              <a:srgbClr val="85BD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6" name="ïşli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95DC4EB-8863-400C-AD16-BDB179DDA05E}"/>
                </a:ext>
              </a:extLst>
            </p:cNvPr>
            <p:cNvSpPr/>
            <p:nvPr/>
          </p:nvSpPr>
          <p:spPr bwMode="auto">
            <a:xfrm>
              <a:off x="6478588" y="3505200"/>
              <a:ext cx="49213" cy="28575"/>
            </a:xfrm>
            <a:custGeom>
              <a:avLst/>
              <a:gdLst>
                <a:gd name="T0" fmla="*/ 1 w 15"/>
                <a:gd name="T1" fmla="*/ 0 h 9"/>
                <a:gd name="T2" fmla="*/ 0 w 15"/>
                <a:gd name="T3" fmla="*/ 9 h 9"/>
                <a:gd name="T4" fmla="*/ 3 w 15"/>
                <a:gd name="T5" fmla="*/ 9 h 9"/>
                <a:gd name="T6" fmla="*/ 15 w 15"/>
                <a:gd name="T7" fmla="*/ 5 h 9"/>
                <a:gd name="T8" fmla="*/ 13 w 15"/>
                <a:gd name="T9" fmla="*/ 5 h 9"/>
                <a:gd name="T10" fmla="*/ 2 w 15"/>
                <a:gd name="T11" fmla="*/ 1 h 9"/>
                <a:gd name="T12" fmla="*/ 1 w 15"/>
                <a:gd name="T1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9">
                  <a:moveTo>
                    <a:pt x="1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1" y="9"/>
                    <a:pt x="2" y="9"/>
                    <a:pt x="3" y="9"/>
                  </a:cubicBezTo>
                  <a:cubicBezTo>
                    <a:pt x="7" y="9"/>
                    <a:pt x="12" y="7"/>
                    <a:pt x="15" y="5"/>
                  </a:cubicBezTo>
                  <a:cubicBezTo>
                    <a:pt x="15" y="5"/>
                    <a:pt x="14" y="5"/>
                    <a:pt x="13" y="5"/>
                  </a:cubicBezTo>
                  <a:cubicBezTo>
                    <a:pt x="9" y="4"/>
                    <a:pt x="6" y="3"/>
                    <a:pt x="2" y="1"/>
                  </a:cubicBezTo>
                  <a:cubicBezTo>
                    <a:pt x="2" y="1"/>
                    <a:pt x="1" y="0"/>
                    <a:pt x="1" y="0"/>
                  </a:cubicBezTo>
                </a:path>
              </a:pathLst>
            </a:custGeom>
            <a:solidFill>
              <a:srgbClr val="D2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7" name="îṣlí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638420B-2BC8-410F-A43D-2C5729171EE4}"/>
                </a:ext>
              </a:extLst>
            </p:cNvPr>
            <p:cNvSpPr/>
            <p:nvPr/>
          </p:nvSpPr>
          <p:spPr bwMode="auto">
            <a:xfrm>
              <a:off x="6481763" y="3478213"/>
              <a:ext cx="96838" cy="42863"/>
            </a:xfrm>
            <a:custGeom>
              <a:avLst/>
              <a:gdLst>
                <a:gd name="T0" fmla="*/ 29 w 29"/>
                <a:gd name="T1" fmla="*/ 0 h 13"/>
                <a:gd name="T2" fmla="*/ 7 w 29"/>
                <a:gd name="T3" fmla="*/ 9 h 13"/>
                <a:gd name="T4" fmla="*/ 0 w 29"/>
                <a:gd name="T5" fmla="*/ 8 h 13"/>
                <a:gd name="T6" fmla="*/ 0 w 29"/>
                <a:gd name="T7" fmla="*/ 8 h 13"/>
                <a:gd name="T8" fmla="*/ 1 w 29"/>
                <a:gd name="T9" fmla="*/ 9 h 13"/>
                <a:gd name="T10" fmla="*/ 12 w 29"/>
                <a:gd name="T11" fmla="*/ 13 h 13"/>
                <a:gd name="T12" fmla="*/ 14 w 29"/>
                <a:gd name="T13" fmla="*/ 13 h 13"/>
                <a:gd name="T14" fmla="*/ 29 w 29"/>
                <a:gd name="T1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13">
                  <a:moveTo>
                    <a:pt x="29" y="0"/>
                  </a:moveTo>
                  <a:cubicBezTo>
                    <a:pt x="22" y="7"/>
                    <a:pt x="13" y="9"/>
                    <a:pt x="7" y="9"/>
                  </a:cubicBezTo>
                  <a:cubicBezTo>
                    <a:pt x="2" y="9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1" y="9"/>
                    <a:pt x="1" y="9"/>
                  </a:cubicBezTo>
                  <a:cubicBezTo>
                    <a:pt x="5" y="11"/>
                    <a:pt x="8" y="12"/>
                    <a:pt x="12" y="13"/>
                  </a:cubicBezTo>
                  <a:cubicBezTo>
                    <a:pt x="13" y="13"/>
                    <a:pt x="14" y="13"/>
                    <a:pt x="14" y="13"/>
                  </a:cubicBezTo>
                  <a:cubicBezTo>
                    <a:pt x="23" y="8"/>
                    <a:pt x="29" y="0"/>
                    <a:pt x="29" y="0"/>
                  </a:cubicBezTo>
                </a:path>
              </a:pathLst>
            </a:custGeom>
            <a:solidFill>
              <a:srgbClr val="D2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8" name="iṩļí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6BCCCB4-763D-4690-A319-AD7438C61127}"/>
                </a:ext>
              </a:extLst>
            </p:cNvPr>
            <p:cNvSpPr/>
            <p:nvPr/>
          </p:nvSpPr>
          <p:spPr bwMode="auto">
            <a:xfrm>
              <a:off x="6716713" y="3413125"/>
              <a:ext cx="30163" cy="117475"/>
            </a:xfrm>
            <a:custGeom>
              <a:avLst/>
              <a:gdLst>
                <a:gd name="T0" fmla="*/ 0 w 9"/>
                <a:gd name="T1" fmla="*/ 0 h 36"/>
                <a:gd name="T2" fmla="*/ 9 w 9"/>
                <a:gd name="T3" fmla="*/ 36 h 36"/>
                <a:gd name="T4" fmla="*/ 9 w 9"/>
                <a:gd name="T5" fmla="*/ 33 h 36"/>
                <a:gd name="T6" fmla="*/ 0 w 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36">
                  <a:moveTo>
                    <a:pt x="0" y="0"/>
                  </a:moveTo>
                  <a:cubicBezTo>
                    <a:pt x="3" y="10"/>
                    <a:pt x="7" y="22"/>
                    <a:pt x="9" y="36"/>
                  </a:cubicBezTo>
                  <a:cubicBezTo>
                    <a:pt x="9" y="35"/>
                    <a:pt x="9" y="34"/>
                    <a:pt x="9" y="33"/>
                  </a:cubicBezTo>
                  <a:cubicBezTo>
                    <a:pt x="6" y="18"/>
                    <a:pt x="3" y="8"/>
                    <a:pt x="0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69" name="í$ḷî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3661082-7051-470B-B302-25BC44F6CA70}"/>
                </a:ext>
              </a:extLst>
            </p:cNvPr>
            <p:cNvSpPr/>
            <p:nvPr/>
          </p:nvSpPr>
          <p:spPr bwMode="auto">
            <a:xfrm>
              <a:off x="6683375" y="3363913"/>
              <a:ext cx="146050" cy="750888"/>
            </a:xfrm>
            <a:custGeom>
              <a:avLst/>
              <a:gdLst>
                <a:gd name="T0" fmla="*/ 0 w 44"/>
                <a:gd name="T1" fmla="*/ 0 h 228"/>
                <a:gd name="T2" fmla="*/ 0 w 44"/>
                <a:gd name="T3" fmla="*/ 228 h 228"/>
                <a:gd name="T4" fmla="*/ 27 w 44"/>
                <a:gd name="T5" fmla="*/ 222 h 228"/>
                <a:gd name="T6" fmla="*/ 19 w 44"/>
                <a:gd name="T7" fmla="*/ 51 h 228"/>
                <a:gd name="T8" fmla="*/ 10 w 44"/>
                <a:gd name="T9" fmla="*/ 15 h 228"/>
                <a:gd name="T10" fmla="*/ 0 w 44"/>
                <a:gd name="T11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28">
                  <a:moveTo>
                    <a:pt x="0" y="0"/>
                  </a:moveTo>
                  <a:cubicBezTo>
                    <a:pt x="25" y="94"/>
                    <a:pt x="0" y="228"/>
                    <a:pt x="0" y="228"/>
                  </a:cubicBezTo>
                  <a:cubicBezTo>
                    <a:pt x="27" y="222"/>
                    <a:pt x="27" y="222"/>
                    <a:pt x="27" y="222"/>
                  </a:cubicBezTo>
                  <a:cubicBezTo>
                    <a:pt x="44" y="196"/>
                    <a:pt x="28" y="97"/>
                    <a:pt x="19" y="51"/>
                  </a:cubicBezTo>
                  <a:cubicBezTo>
                    <a:pt x="17" y="37"/>
                    <a:pt x="13" y="25"/>
                    <a:pt x="10" y="15"/>
                  </a:cubicBezTo>
                  <a:cubicBezTo>
                    <a:pt x="5" y="1"/>
                    <a:pt x="0" y="0"/>
                    <a:pt x="0" y="0"/>
                  </a:cubicBezTo>
                </a:path>
              </a:pathLst>
            </a:custGeom>
            <a:solidFill>
              <a:srgbClr val="D2B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0" name="í$1ï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95EEB33-2BFB-43E9-8445-B1E5581E088E}"/>
                </a:ext>
              </a:extLst>
            </p:cNvPr>
            <p:cNvSpPr/>
            <p:nvPr/>
          </p:nvSpPr>
          <p:spPr bwMode="auto">
            <a:xfrm>
              <a:off x="4862513" y="3060700"/>
              <a:ext cx="282575" cy="842963"/>
            </a:xfrm>
            <a:custGeom>
              <a:avLst/>
              <a:gdLst>
                <a:gd name="T0" fmla="*/ 84 w 86"/>
                <a:gd name="T1" fmla="*/ 236 h 256"/>
                <a:gd name="T2" fmla="*/ 37 w 86"/>
                <a:gd name="T3" fmla="*/ 153 h 256"/>
                <a:gd name="T4" fmla="*/ 33 w 86"/>
                <a:gd name="T5" fmla="*/ 137 h 256"/>
                <a:gd name="T6" fmla="*/ 36 w 86"/>
                <a:gd name="T7" fmla="*/ 119 h 256"/>
                <a:gd name="T8" fmla="*/ 85 w 86"/>
                <a:gd name="T9" fmla="*/ 4 h 256"/>
                <a:gd name="T10" fmla="*/ 81 w 86"/>
                <a:gd name="T11" fmla="*/ 2 h 256"/>
                <a:gd name="T12" fmla="*/ 6 w 86"/>
                <a:gd name="T13" fmla="*/ 107 h 256"/>
                <a:gd name="T14" fmla="*/ 1 w 86"/>
                <a:gd name="T15" fmla="*/ 132 h 256"/>
                <a:gd name="T16" fmla="*/ 6 w 86"/>
                <a:gd name="T17" fmla="*/ 160 h 256"/>
                <a:gd name="T18" fmla="*/ 57 w 86"/>
                <a:gd name="T19" fmla="*/ 256 h 256"/>
                <a:gd name="T20" fmla="*/ 84 w 86"/>
                <a:gd name="T21" fmla="*/ 23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6" h="256">
                  <a:moveTo>
                    <a:pt x="84" y="236"/>
                  </a:moveTo>
                  <a:cubicBezTo>
                    <a:pt x="65" y="210"/>
                    <a:pt x="50" y="182"/>
                    <a:pt x="37" y="153"/>
                  </a:cubicBezTo>
                  <a:cubicBezTo>
                    <a:pt x="35" y="148"/>
                    <a:pt x="33" y="143"/>
                    <a:pt x="33" y="137"/>
                  </a:cubicBezTo>
                  <a:cubicBezTo>
                    <a:pt x="32" y="131"/>
                    <a:pt x="34" y="125"/>
                    <a:pt x="36" y="119"/>
                  </a:cubicBezTo>
                  <a:cubicBezTo>
                    <a:pt x="49" y="80"/>
                    <a:pt x="66" y="41"/>
                    <a:pt x="85" y="4"/>
                  </a:cubicBezTo>
                  <a:cubicBezTo>
                    <a:pt x="86" y="2"/>
                    <a:pt x="83" y="0"/>
                    <a:pt x="81" y="2"/>
                  </a:cubicBezTo>
                  <a:cubicBezTo>
                    <a:pt x="53" y="35"/>
                    <a:pt x="21" y="68"/>
                    <a:pt x="6" y="107"/>
                  </a:cubicBezTo>
                  <a:cubicBezTo>
                    <a:pt x="3" y="115"/>
                    <a:pt x="1" y="123"/>
                    <a:pt x="1" y="132"/>
                  </a:cubicBezTo>
                  <a:cubicBezTo>
                    <a:pt x="0" y="142"/>
                    <a:pt x="3" y="151"/>
                    <a:pt x="6" y="160"/>
                  </a:cubicBezTo>
                  <a:cubicBezTo>
                    <a:pt x="19" y="195"/>
                    <a:pt x="35" y="227"/>
                    <a:pt x="57" y="256"/>
                  </a:cubicBezTo>
                  <a:cubicBezTo>
                    <a:pt x="84" y="236"/>
                    <a:pt x="84" y="236"/>
                    <a:pt x="84" y="236"/>
                  </a:cubicBezTo>
                </a:path>
              </a:pathLst>
            </a:custGeom>
            <a:solidFill>
              <a:srgbClr val="F2D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1" name="íŝļí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0F1629A-1778-4A36-9E32-B2B5CA48C8D7}"/>
                </a:ext>
              </a:extLst>
            </p:cNvPr>
            <p:cNvSpPr/>
            <p:nvPr/>
          </p:nvSpPr>
          <p:spPr bwMode="auto">
            <a:xfrm>
              <a:off x="5016500" y="3808413"/>
              <a:ext cx="390525" cy="814388"/>
            </a:xfrm>
            <a:custGeom>
              <a:avLst/>
              <a:gdLst>
                <a:gd name="T0" fmla="*/ 113 w 118"/>
                <a:gd name="T1" fmla="*/ 54 h 247"/>
                <a:gd name="T2" fmla="*/ 115 w 118"/>
                <a:gd name="T3" fmla="*/ 241 h 247"/>
                <a:gd name="T4" fmla="*/ 110 w 118"/>
                <a:gd name="T5" fmla="*/ 244 h 247"/>
                <a:gd name="T6" fmla="*/ 30 w 118"/>
                <a:gd name="T7" fmla="*/ 235 h 247"/>
                <a:gd name="T8" fmla="*/ 31 w 118"/>
                <a:gd name="T9" fmla="*/ 234 h 247"/>
                <a:gd name="T10" fmla="*/ 46 w 118"/>
                <a:gd name="T11" fmla="*/ 78 h 247"/>
                <a:gd name="T12" fmla="*/ 47 w 118"/>
                <a:gd name="T13" fmla="*/ 76 h 247"/>
                <a:gd name="T14" fmla="*/ 0 w 118"/>
                <a:gd name="T15" fmla="*/ 29 h 247"/>
                <a:gd name="T16" fmla="*/ 40 w 118"/>
                <a:gd name="T17" fmla="*/ 0 h 247"/>
                <a:gd name="T18" fmla="*/ 94 w 118"/>
                <a:gd name="T19" fmla="*/ 51 h 247"/>
                <a:gd name="T20" fmla="*/ 113 w 118"/>
                <a:gd name="T21" fmla="*/ 54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8" h="247">
                  <a:moveTo>
                    <a:pt x="113" y="54"/>
                  </a:moveTo>
                  <a:cubicBezTo>
                    <a:pt x="118" y="116"/>
                    <a:pt x="114" y="179"/>
                    <a:pt x="115" y="241"/>
                  </a:cubicBezTo>
                  <a:cubicBezTo>
                    <a:pt x="110" y="244"/>
                    <a:pt x="110" y="244"/>
                    <a:pt x="110" y="244"/>
                  </a:cubicBezTo>
                  <a:cubicBezTo>
                    <a:pt x="83" y="246"/>
                    <a:pt x="55" y="247"/>
                    <a:pt x="30" y="235"/>
                  </a:cubicBezTo>
                  <a:cubicBezTo>
                    <a:pt x="31" y="234"/>
                    <a:pt x="31" y="234"/>
                    <a:pt x="31" y="234"/>
                  </a:cubicBezTo>
                  <a:cubicBezTo>
                    <a:pt x="39" y="182"/>
                    <a:pt x="45" y="130"/>
                    <a:pt x="46" y="78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30" y="67"/>
                    <a:pt x="7" y="47"/>
                    <a:pt x="0" y="29"/>
                  </a:cubicBezTo>
                  <a:cubicBezTo>
                    <a:pt x="0" y="29"/>
                    <a:pt x="31" y="9"/>
                    <a:pt x="40" y="0"/>
                  </a:cubicBezTo>
                  <a:cubicBezTo>
                    <a:pt x="55" y="18"/>
                    <a:pt x="73" y="40"/>
                    <a:pt x="94" y="51"/>
                  </a:cubicBezTo>
                  <a:cubicBezTo>
                    <a:pt x="113" y="54"/>
                    <a:pt x="113" y="54"/>
                    <a:pt x="113" y="54"/>
                  </a:cubicBezTo>
                </a:path>
              </a:pathLst>
            </a:custGeom>
            <a:solidFill>
              <a:srgbClr val="3D3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2" name="íşḷî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EE9FDE8-8BEC-44F2-AC9C-342BB93A8E9B}"/>
                </a:ext>
              </a:extLst>
            </p:cNvPr>
            <p:cNvSpPr/>
            <p:nvPr/>
          </p:nvSpPr>
          <p:spPr bwMode="auto">
            <a:xfrm>
              <a:off x="5241925" y="3995738"/>
              <a:ext cx="0" cy="6350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373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3" name="ïṧḷî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F4CD238-6384-4E18-8580-3751120A0039}"/>
                </a:ext>
              </a:extLst>
            </p:cNvPr>
            <p:cNvSpPr/>
            <p:nvPr/>
          </p:nvSpPr>
          <p:spPr bwMode="auto">
            <a:xfrm>
              <a:off x="5168900" y="4002088"/>
              <a:ext cx="73025" cy="106363"/>
            </a:xfrm>
            <a:custGeom>
              <a:avLst/>
              <a:gdLst>
                <a:gd name="T0" fmla="*/ 22 w 22"/>
                <a:gd name="T1" fmla="*/ 0 h 32"/>
                <a:gd name="T2" fmla="*/ 1 w 22"/>
                <a:gd name="T3" fmla="*/ 17 h 32"/>
                <a:gd name="T4" fmla="*/ 1 w 22"/>
                <a:gd name="T5" fmla="*/ 17 h 32"/>
                <a:gd name="T6" fmla="*/ 1 w 22"/>
                <a:gd name="T7" fmla="*/ 17 h 32"/>
                <a:gd name="T8" fmla="*/ 0 w 22"/>
                <a:gd name="T9" fmla="*/ 32 h 32"/>
                <a:gd name="T10" fmla="*/ 22 w 22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32">
                  <a:moveTo>
                    <a:pt x="22" y="0"/>
                  </a:moveTo>
                  <a:cubicBezTo>
                    <a:pt x="19" y="10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6" y="24"/>
                    <a:pt x="21" y="6"/>
                    <a:pt x="22" y="0"/>
                  </a:cubicBezTo>
                </a:path>
              </a:pathLst>
            </a:custGeom>
            <a:solidFill>
              <a:srgbClr val="373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4" name="íś1î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9779F93-5F86-4AC7-AB29-1C1DAAD71190}"/>
                </a:ext>
              </a:extLst>
            </p:cNvPr>
            <p:cNvSpPr/>
            <p:nvPr/>
          </p:nvSpPr>
          <p:spPr bwMode="auto">
            <a:xfrm>
              <a:off x="5016500" y="3857625"/>
              <a:ext cx="20638" cy="33338"/>
            </a:xfrm>
            <a:custGeom>
              <a:avLst/>
              <a:gdLst>
                <a:gd name="T0" fmla="*/ 0 w 6"/>
                <a:gd name="T1" fmla="*/ 0 h 10"/>
                <a:gd name="T2" fmla="*/ 6 w 6"/>
                <a:gd name="T3" fmla="*/ 10 h 10"/>
                <a:gd name="T4" fmla="*/ 6 w 6"/>
                <a:gd name="T5" fmla="*/ 10 h 10"/>
                <a:gd name="T6" fmla="*/ 0 w 6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0">
                  <a:moveTo>
                    <a:pt x="0" y="0"/>
                  </a:move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7"/>
                    <a:pt x="2" y="3"/>
                    <a:pt x="0" y="0"/>
                  </a:cubicBezTo>
                </a:path>
              </a:pathLst>
            </a:custGeom>
            <a:solidFill>
              <a:srgbClr val="78AA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5" name="isḻï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00974F7-41E2-408B-BAA7-C07F07FD1402}"/>
                </a:ext>
              </a:extLst>
            </p:cNvPr>
            <p:cNvSpPr/>
            <p:nvPr/>
          </p:nvSpPr>
          <p:spPr bwMode="auto">
            <a:xfrm>
              <a:off x="5013325" y="3824288"/>
              <a:ext cx="115888" cy="66675"/>
            </a:xfrm>
            <a:custGeom>
              <a:avLst/>
              <a:gdLst>
                <a:gd name="T0" fmla="*/ 35 w 35"/>
                <a:gd name="T1" fmla="*/ 0 h 20"/>
                <a:gd name="T2" fmla="*/ 0 w 35"/>
                <a:gd name="T3" fmla="*/ 10 h 20"/>
                <a:gd name="T4" fmla="*/ 1 w 35"/>
                <a:gd name="T5" fmla="*/ 10 h 20"/>
                <a:gd name="T6" fmla="*/ 7 w 35"/>
                <a:gd name="T7" fmla="*/ 20 h 20"/>
                <a:gd name="T8" fmla="*/ 35 w 35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0">
                  <a:moveTo>
                    <a:pt x="35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3" y="13"/>
                    <a:pt x="5" y="17"/>
                    <a:pt x="7" y="20"/>
                  </a:cubicBezTo>
                  <a:cubicBezTo>
                    <a:pt x="35" y="0"/>
                    <a:pt x="35" y="0"/>
                    <a:pt x="35" y="0"/>
                  </a:cubicBezTo>
                </a:path>
              </a:pathLst>
            </a:custGeom>
            <a:solidFill>
              <a:srgbClr val="DAC9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6" name="iṧľí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442A82A-CFE2-4DC4-8001-25365BD09F95}"/>
                </a:ext>
              </a:extLst>
            </p:cNvPr>
            <p:cNvSpPr/>
            <p:nvPr/>
          </p:nvSpPr>
          <p:spPr bwMode="auto">
            <a:xfrm>
              <a:off x="5597525" y="3063875"/>
              <a:ext cx="284163" cy="846138"/>
            </a:xfrm>
            <a:custGeom>
              <a:avLst/>
              <a:gdLst>
                <a:gd name="T0" fmla="*/ 3 w 86"/>
                <a:gd name="T1" fmla="*/ 236 h 257"/>
                <a:gd name="T2" fmla="*/ 49 w 86"/>
                <a:gd name="T3" fmla="*/ 153 h 257"/>
                <a:gd name="T4" fmla="*/ 54 w 86"/>
                <a:gd name="T5" fmla="*/ 137 h 257"/>
                <a:gd name="T6" fmla="*/ 50 w 86"/>
                <a:gd name="T7" fmla="*/ 119 h 257"/>
                <a:gd name="T8" fmla="*/ 2 w 86"/>
                <a:gd name="T9" fmla="*/ 5 h 257"/>
                <a:gd name="T10" fmla="*/ 5 w 86"/>
                <a:gd name="T11" fmla="*/ 2 h 257"/>
                <a:gd name="T12" fmla="*/ 80 w 86"/>
                <a:gd name="T13" fmla="*/ 107 h 257"/>
                <a:gd name="T14" fmla="*/ 86 w 86"/>
                <a:gd name="T15" fmla="*/ 132 h 257"/>
                <a:gd name="T16" fmla="*/ 80 w 86"/>
                <a:gd name="T17" fmla="*/ 161 h 257"/>
                <a:gd name="T18" fmla="*/ 30 w 86"/>
                <a:gd name="T19" fmla="*/ 257 h 257"/>
                <a:gd name="T20" fmla="*/ 3 w 86"/>
                <a:gd name="T21" fmla="*/ 236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6" h="257">
                  <a:moveTo>
                    <a:pt x="3" y="236"/>
                  </a:moveTo>
                  <a:cubicBezTo>
                    <a:pt x="21" y="210"/>
                    <a:pt x="37" y="182"/>
                    <a:pt x="49" y="153"/>
                  </a:cubicBezTo>
                  <a:cubicBezTo>
                    <a:pt x="51" y="148"/>
                    <a:pt x="53" y="143"/>
                    <a:pt x="54" y="137"/>
                  </a:cubicBezTo>
                  <a:cubicBezTo>
                    <a:pt x="54" y="131"/>
                    <a:pt x="52" y="125"/>
                    <a:pt x="50" y="119"/>
                  </a:cubicBezTo>
                  <a:cubicBezTo>
                    <a:pt x="37" y="80"/>
                    <a:pt x="21" y="42"/>
                    <a:pt x="2" y="5"/>
                  </a:cubicBezTo>
                  <a:cubicBezTo>
                    <a:pt x="0" y="2"/>
                    <a:pt x="4" y="0"/>
                    <a:pt x="5" y="2"/>
                  </a:cubicBezTo>
                  <a:cubicBezTo>
                    <a:pt x="33" y="35"/>
                    <a:pt x="65" y="68"/>
                    <a:pt x="80" y="107"/>
                  </a:cubicBezTo>
                  <a:cubicBezTo>
                    <a:pt x="83" y="115"/>
                    <a:pt x="86" y="124"/>
                    <a:pt x="86" y="132"/>
                  </a:cubicBezTo>
                  <a:cubicBezTo>
                    <a:pt x="86" y="142"/>
                    <a:pt x="83" y="152"/>
                    <a:pt x="80" y="161"/>
                  </a:cubicBezTo>
                  <a:cubicBezTo>
                    <a:pt x="68" y="195"/>
                    <a:pt x="51" y="227"/>
                    <a:pt x="30" y="257"/>
                  </a:cubicBezTo>
                  <a:cubicBezTo>
                    <a:pt x="3" y="236"/>
                    <a:pt x="3" y="236"/>
                    <a:pt x="3" y="236"/>
                  </a:cubicBezTo>
                </a:path>
              </a:pathLst>
            </a:custGeom>
            <a:solidFill>
              <a:srgbClr val="F2D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7" name="iṣļí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14DEEF9-2B86-4201-A006-9E3A2C0A08DB}"/>
                </a:ext>
              </a:extLst>
            </p:cNvPr>
            <p:cNvSpPr/>
            <p:nvPr/>
          </p:nvSpPr>
          <p:spPr bwMode="auto">
            <a:xfrm>
              <a:off x="5346700" y="3814763"/>
              <a:ext cx="382588" cy="811213"/>
            </a:xfrm>
            <a:custGeom>
              <a:avLst/>
              <a:gdLst>
                <a:gd name="T0" fmla="*/ 9 w 116"/>
                <a:gd name="T1" fmla="*/ 53 h 246"/>
                <a:gd name="T2" fmla="*/ 0 w 116"/>
                <a:gd name="T3" fmla="*/ 240 h 246"/>
                <a:gd name="T4" fmla="*/ 5 w 116"/>
                <a:gd name="T5" fmla="*/ 243 h 246"/>
                <a:gd name="T6" fmla="*/ 85 w 116"/>
                <a:gd name="T7" fmla="*/ 235 h 246"/>
                <a:gd name="T8" fmla="*/ 85 w 116"/>
                <a:gd name="T9" fmla="*/ 233 h 246"/>
                <a:gd name="T10" fmla="*/ 69 w 116"/>
                <a:gd name="T11" fmla="*/ 77 h 246"/>
                <a:gd name="T12" fmla="*/ 69 w 116"/>
                <a:gd name="T13" fmla="*/ 75 h 246"/>
                <a:gd name="T14" fmla="*/ 116 w 116"/>
                <a:gd name="T15" fmla="*/ 29 h 246"/>
                <a:gd name="T16" fmla="*/ 76 w 116"/>
                <a:gd name="T17" fmla="*/ 0 h 246"/>
                <a:gd name="T18" fmla="*/ 21 w 116"/>
                <a:gd name="T19" fmla="*/ 51 h 246"/>
                <a:gd name="T20" fmla="*/ 9 w 116"/>
                <a:gd name="T21" fmla="*/ 53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246">
                  <a:moveTo>
                    <a:pt x="9" y="53"/>
                  </a:moveTo>
                  <a:cubicBezTo>
                    <a:pt x="4" y="116"/>
                    <a:pt x="1" y="178"/>
                    <a:pt x="0" y="240"/>
                  </a:cubicBezTo>
                  <a:cubicBezTo>
                    <a:pt x="5" y="243"/>
                    <a:pt x="5" y="243"/>
                    <a:pt x="5" y="243"/>
                  </a:cubicBezTo>
                  <a:cubicBezTo>
                    <a:pt x="32" y="245"/>
                    <a:pt x="60" y="246"/>
                    <a:pt x="85" y="235"/>
                  </a:cubicBezTo>
                  <a:cubicBezTo>
                    <a:pt x="85" y="233"/>
                    <a:pt x="85" y="233"/>
                    <a:pt x="85" y="233"/>
                  </a:cubicBezTo>
                  <a:cubicBezTo>
                    <a:pt x="76" y="182"/>
                    <a:pt x="71" y="129"/>
                    <a:pt x="69" y="77"/>
                  </a:cubicBezTo>
                  <a:cubicBezTo>
                    <a:pt x="69" y="75"/>
                    <a:pt x="69" y="75"/>
                    <a:pt x="69" y="75"/>
                  </a:cubicBezTo>
                  <a:cubicBezTo>
                    <a:pt x="85" y="66"/>
                    <a:pt x="109" y="46"/>
                    <a:pt x="116" y="29"/>
                  </a:cubicBezTo>
                  <a:cubicBezTo>
                    <a:pt x="116" y="29"/>
                    <a:pt x="85" y="8"/>
                    <a:pt x="76" y="0"/>
                  </a:cubicBezTo>
                  <a:cubicBezTo>
                    <a:pt x="60" y="18"/>
                    <a:pt x="42" y="39"/>
                    <a:pt x="21" y="51"/>
                  </a:cubicBezTo>
                  <a:cubicBezTo>
                    <a:pt x="9" y="53"/>
                    <a:pt x="9" y="53"/>
                    <a:pt x="9" y="53"/>
                  </a:cubicBezTo>
                </a:path>
              </a:pathLst>
            </a:custGeom>
            <a:solidFill>
              <a:srgbClr val="3639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8" name="iŝḷí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9A2C57A-E700-4544-950B-F4E8102B7E2F}"/>
                </a:ext>
              </a:extLst>
            </p:cNvPr>
            <p:cNvSpPr/>
            <p:nvPr/>
          </p:nvSpPr>
          <p:spPr bwMode="auto">
            <a:xfrm>
              <a:off x="5707063" y="3860800"/>
              <a:ext cx="22225" cy="33338"/>
            </a:xfrm>
            <a:custGeom>
              <a:avLst/>
              <a:gdLst>
                <a:gd name="T0" fmla="*/ 7 w 7"/>
                <a:gd name="T1" fmla="*/ 0 h 10"/>
                <a:gd name="T2" fmla="*/ 0 w 7"/>
                <a:gd name="T3" fmla="*/ 10 h 10"/>
                <a:gd name="T4" fmla="*/ 0 w 7"/>
                <a:gd name="T5" fmla="*/ 10 h 10"/>
                <a:gd name="T6" fmla="*/ 0 w 7"/>
                <a:gd name="T7" fmla="*/ 10 h 10"/>
                <a:gd name="T8" fmla="*/ 7 w 7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0">
                  <a:moveTo>
                    <a:pt x="7" y="0"/>
                  </a:moveTo>
                  <a:cubicBezTo>
                    <a:pt x="4" y="4"/>
                    <a:pt x="2" y="7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7" y="0"/>
                    <a:pt x="7" y="0"/>
                    <a:pt x="7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79" name="îŝḷí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9940EC3-43B5-469A-AF80-B5C72E2F79A9}"/>
                </a:ext>
              </a:extLst>
            </p:cNvPr>
            <p:cNvSpPr/>
            <p:nvPr/>
          </p:nvSpPr>
          <p:spPr bwMode="auto">
            <a:xfrm>
              <a:off x="5614988" y="3830638"/>
              <a:ext cx="114300" cy="63500"/>
            </a:xfrm>
            <a:custGeom>
              <a:avLst/>
              <a:gdLst>
                <a:gd name="T0" fmla="*/ 0 w 35"/>
                <a:gd name="T1" fmla="*/ 0 h 19"/>
                <a:gd name="T2" fmla="*/ 28 w 35"/>
                <a:gd name="T3" fmla="*/ 19 h 19"/>
                <a:gd name="T4" fmla="*/ 35 w 35"/>
                <a:gd name="T5" fmla="*/ 9 h 19"/>
                <a:gd name="T6" fmla="*/ 35 w 35"/>
                <a:gd name="T7" fmla="*/ 9 h 19"/>
                <a:gd name="T8" fmla="*/ 0 w 35"/>
                <a:gd name="T9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9">
                  <a:moveTo>
                    <a:pt x="0" y="0"/>
                  </a:moveTo>
                  <a:cubicBezTo>
                    <a:pt x="28" y="19"/>
                    <a:pt x="28" y="19"/>
                    <a:pt x="28" y="19"/>
                  </a:cubicBezTo>
                  <a:cubicBezTo>
                    <a:pt x="30" y="16"/>
                    <a:pt x="32" y="13"/>
                    <a:pt x="35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AC9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0" name="ïṣḻï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3DD1EC-FECF-45BD-AD26-D71A6B57E607}"/>
                </a:ext>
              </a:extLst>
            </p:cNvPr>
            <p:cNvSpPr/>
            <p:nvPr/>
          </p:nvSpPr>
          <p:spPr bwMode="auto">
            <a:xfrm>
              <a:off x="5707063" y="38941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3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1" name="íṩľí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83C8E60-311D-4875-A6CB-A6A4C0BCF172}"/>
                </a:ext>
              </a:extLst>
            </p:cNvPr>
            <p:cNvSpPr/>
            <p:nvPr/>
          </p:nvSpPr>
          <p:spPr bwMode="auto">
            <a:xfrm>
              <a:off x="5707063" y="38941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2" name="iṥḷî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8C45CDD-B8C8-43FA-8641-45FFF0B4B267}"/>
                </a:ext>
              </a:extLst>
            </p:cNvPr>
            <p:cNvSpPr/>
            <p:nvPr/>
          </p:nvSpPr>
          <p:spPr bwMode="auto">
            <a:xfrm>
              <a:off x="5010150" y="4579938"/>
              <a:ext cx="722313" cy="1320800"/>
            </a:xfrm>
            <a:custGeom>
              <a:avLst/>
              <a:gdLst>
                <a:gd name="T0" fmla="*/ 219 w 219"/>
                <a:gd name="T1" fmla="*/ 398 h 401"/>
                <a:gd name="T2" fmla="*/ 214 w 219"/>
                <a:gd name="T3" fmla="*/ 321 h 401"/>
                <a:gd name="T4" fmla="*/ 187 w 219"/>
                <a:gd name="T5" fmla="*/ 1 h 401"/>
                <a:gd name="T6" fmla="*/ 117 w 219"/>
                <a:gd name="T7" fmla="*/ 7 h 401"/>
                <a:gd name="T8" fmla="*/ 33 w 219"/>
                <a:gd name="T9" fmla="*/ 0 h 401"/>
                <a:gd name="T10" fmla="*/ 6 w 219"/>
                <a:gd name="T11" fmla="*/ 320 h 401"/>
                <a:gd name="T12" fmla="*/ 0 w 219"/>
                <a:gd name="T13" fmla="*/ 397 h 401"/>
                <a:gd name="T14" fmla="*/ 37 w 219"/>
                <a:gd name="T15" fmla="*/ 400 h 401"/>
                <a:gd name="T16" fmla="*/ 110 w 219"/>
                <a:gd name="T17" fmla="*/ 47 h 401"/>
                <a:gd name="T18" fmla="*/ 183 w 219"/>
                <a:gd name="T19" fmla="*/ 401 h 401"/>
                <a:gd name="T20" fmla="*/ 219 w 219"/>
                <a:gd name="T21" fmla="*/ 398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9" h="401">
                  <a:moveTo>
                    <a:pt x="219" y="398"/>
                  </a:moveTo>
                  <a:cubicBezTo>
                    <a:pt x="217" y="372"/>
                    <a:pt x="215" y="347"/>
                    <a:pt x="214" y="321"/>
                  </a:cubicBezTo>
                  <a:cubicBezTo>
                    <a:pt x="206" y="216"/>
                    <a:pt x="191" y="106"/>
                    <a:pt x="187" y="1"/>
                  </a:cubicBezTo>
                  <a:cubicBezTo>
                    <a:pt x="117" y="7"/>
                    <a:pt x="117" y="7"/>
                    <a:pt x="117" y="7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8" y="105"/>
                    <a:pt x="14" y="215"/>
                    <a:pt x="6" y="320"/>
                  </a:cubicBezTo>
                  <a:cubicBezTo>
                    <a:pt x="4" y="346"/>
                    <a:pt x="2" y="371"/>
                    <a:pt x="0" y="397"/>
                  </a:cubicBezTo>
                  <a:cubicBezTo>
                    <a:pt x="0" y="397"/>
                    <a:pt x="25" y="400"/>
                    <a:pt x="37" y="400"/>
                  </a:cubicBezTo>
                  <a:cubicBezTo>
                    <a:pt x="37" y="400"/>
                    <a:pt x="86" y="171"/>
                    <a:pt x="110" y="47"/>
                  </a:cubicBezTo>
                  <a:cubicBezTo>
                    <a:pt x="133" y="171"/>
                    <a:pt x="183" y="401"/>
                    <a:pt x="183" y="401"/>
                  </a:cubicBezTo>
                  <a:cubicBezTo>
                    <a:pt x="194" y="401"/>
                    <a:pt x="219" y="398"/>
                    <a:pt x="219" y="398"/>
                  </a:cubicBezTo>
                </a:path>
              </a:pathLst>
            </a:custGeom>
            <a:solidFill>
              <a:srgbClr val="7A2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3" name="islï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7FA2F24-0D1A-4143-871C-7B953C4A0F5E}"/>
                </a:ext>
              </a:extLst>
            </p:cNvPr>
            <p:cNvSpPr/>
            <p:nvPr/>
          </p:nvSpPr>
          <p:spPr bwMode="auto">
            <a:xfrm>
              <a:off x="4859338" y="5888038"/>
              <a:ext cx="273050" cy="61913"/>
            </a:xfrm>
            <a:custGeom>
              <a:avLst/>
              <a:gdLst>
                <a:gd name="T0" fmla="*/ 46 w 83"/>
                <a:gd name="T1" fmla="*/ 0 h 19"/>
                <a:gd name="T2" fmla="*/ 0 w 83"/>
                <a:gd name="T3" fmla="*/ 12 h 19"/>
                <a:gd name="T4" fmla="*/ 14 w 83"/>
                <a:gd name="T5" fmla="*/ 18 h 19"/>
                <a:gd name="T6" fmla="*/ 69 w 83"/>
                <a:gd name="T7" fmla="*/ 16 h 19"/>
                <a:gd name="T8" fmla="*/ 78 w 83"/>
                <a:gd name="T9" fmla="*/ 14 h 19"/>
                <a:gd name="T10" fmla="*/ 83 w 83"/>
                <a:gd name="T11" fmla="*/ 3 h 19"/>
                <a:gd name="T12" fmla="*/ 46 w 83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19">
                  <a:moveTo>
                    <a:pt x="46" y="0"/>
                  </a:moveTo>
                  <a:cubicBezTo>
                    <a:pt x="31" y="0"/>
                    <a:pt x="15" y="7"/>
                    <a:pt x="0" y="12"/>
                  </a:cubicBezTo>
                  <a:cubicBezTo>
                    <a:pt x="3" y="17"/>
                    <a:pt x="9" y="18"/>
                    <a:pt x="14" y="18"/>
                  </a:cubicBezTo>
                  <a:cubicBezTo>
                    <a:pt x="33" y="19"/>
                    <a:pt x="51" y="19"/>
                    <a:pt x="69" y="16"/>
                  </a:cubicBezTo>
                  <a:cubicBezTo>
                    <a:pt x="72" y="16"/>
                    <a:pt x="75" y="15"/>
                    <a:pt x="78" y="14"/>
                  </a:cubicBezTo>
                  <a:cubicBezTo>
                    <a:pt x="80" y="12"/>
                    <a:pt x="83" y="6"/>
                    <a:pt x="83" y="3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5B39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4" name="ïšľî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24F53B3-A446-491F-BAA8-00D6776D2B2C}"/>
                </a:ext>
              </a:extLst>
            </p:cNvPr>
            <p:cNvSpPr/>
            <p:nvPr/>
          </p:nvSpPr>
          <p:spPr bwMode="auto">
            <a:xfrm>
              <a:off x="5110163" y="4583113"/>
              <a:ext cx="9525" cy="120650"/>
            </a:xfrm>
            <a:custGeom>
              <a:avLst/>
              <a:gdLst>
                <a:gd name="T0" fmla="*/ 2 w 3"/>
                <a:gd name="T1" fmla="*/ 0 h 37"/>
                <a:gd name="T2" fmla="*/ 1 w 3"/>
                <a:gd name="T3" fmla="*/ 37 h 37"/>
                <a:gd name="T4" fmla="*/ 3 w 3"/>
                <a:gd name="T5" fmla="*/ 0 h 37"/>
                <a:gd name="T6" fmla="*/ 2 w 3"/>
                <a:gd name="T7" fmla="*/ 0 h 37"/>
                <a:gd name="T8" fmla="*/ 2 w 3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7">
                  <a:moveTo>
                    <a:pt x="2" y="0"/>
                  </a:moveTo>
                  <a:cubicBezTo>
                    <a:pt x="2" y="0"/>
                    <a:pt x="0" y="29"/>
                    <a:pt x="1" y="37"/>
                  </a:cubicBezTo>
                  <a:cubicBezTo>
                    <a:pt x="1" y="25"/>
                    <a:pt x="2" y="12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78AA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5" name="îṣľî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D393706-5EDA-4525-BD8E-B4232C663FA0}"/>
                </a:ext>
              </a:extLst>
            </p:cNvPr>
            <p:cNvSpPr/>
            <p:nvPr/>
          </p:nvSpPr>
          <p:spPr bwMode="auto">
            <a:xfrm>
              <a:off x="5116513" y="4583113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73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6" name="iSlï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1B1A3C-C1EC-4C17-978B-91424582F3C8}"/>
                </a:ext>
              </a:extLst>
            </p:cNvPr>
            <p:cNvSpPr/>
            <p:nvPr/>
          </p:nvSpPr>
          <p:spPr bwMode="auto">
            <a:xfrm>
              <a:off x="5113338" y="4583113"/>
              <a:ext cx="65088" cy="120650"/>
            </a:xfrm>
            <a:custGeom>
              <a:avLst/>
              <a:gdLst>
                <a:gd name="T0" fmla="*/ 2 w 20"/>
                <a:gd name="T1" fmla="*/ 0 h 37"/>
                <a:gd name="T2" fmla="*/ 2 w 20"/>
                <a:gd name="T3" fmla="*/ 0 h 37"/>
                <a:gd name="T4" fmla="*/ 0 w 20"/>
                <a:gd name="T5" fmla="*/ 37 h 37"/>
                <a:gd name="T6" fmla="*/ 0 w 20"/>
                <a:gd name="T7" fmla="*/ 37 h 37"/>
                <a:gd name="T8" fmla="*/ 20 w 20"/>
                <a:gd name="T9" fmla="*/ 8 h 37"/>
                <a:gd name="T10" fmla="*/ 2 w 20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37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12"/>
                    <a:pt x="0" y="25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16" y="32"/>
                    <a:pt x="20" y="8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6E2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7" name="ïṥ1ï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AA25D94-28C8-48B1-A114-C00F519B3FD3}"/>
                </a:ext>
              </a:extLst>
            </p:cNvPr>
            <p:cNvSpPr/>
            <p:nvPr/>
          </p:nvSpPr>
          <p:spPr bwMode="auto">
            <a:xfrm>
              <a:off x="5611813" y="5891213"/>
              <a:ext cx="273050" cy="65088"/>
            </a:xfrm>
            <a:custGeom>
              <a:avLst/>
              <a:gdLst>
                <a:gd name="T0" fmla="*/ 37 w 83"/>
                <a:gd name="T1" fmla="*/ 0 h 20"/>
                <a:gd name="T2" fmla="*/ 83 w 83"/>
                <a:gd name="T3" fmla="*/ 13 h 20"/>
                <a:gd name="T4" fmla="*/ 69 w 83"/>
                <a:gd name="T5" fmla="*/ 19 h 20"/>
                <a:gd name="T6" fmla="*/ 14 w 83"/>
                <a:gd name="T7" fmla="*/ 16 h 20"/>
                <a:gd name="T8" fmla="*/ 6 w 83"/>
                <a:gd name="T9" fmla="*/ 14 h 20"/>
                <a:gd name="T10" fmla="*/ 1 w 83"/>
                <a:gd name="T11" fmla="*/ 3 h 20"/>
                <a:gd name="T12" fmla="*/ 37 w 83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20">
                  <a:moveTo>
                    <a:pt x="37" y="0"/>
                  </a:moveTo>
                  <a:cubicBezTo>
                    <a:pt x="52" y="0"/>
                    <a:pt x="69" y="7"/>
                    <a:pt x="83" y="13"/>
                  </a:cubicBezTo>
                  <a:cubicBezTo>
                    <a:pt x="81" y="17"/>
                    <a:pt x="74" y="18"/>
                    <a:pt x="69" y="19"/>
                  </a:cubicBezTo>
                  <a:cubicBezTo>
                    <a:pt x="51" y="20"/>
                    <a:pt x="32" y="19"/>
                    <a:pt x="14" y="16"/>
                  </a:cubicBezTo>
                  <a:cubicBezTo>
                    <a:pt x="11" y="16"/>
                    <a:pt x="8" y="16"/>
                    <a:pt x="6" y="14"/>
                  </a:cubicBezTo>
                  <a:cubicBezTo>
                    <a:pt x="3" y="12"/>
                    <a:pt x="0" y="6"/>
                    <a:pt x="1" y="3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5B39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8" name="íş1ï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0C57538-6B39-4535-A188-86BB606F4BAD}"/>
                </a:ext>
              </a:extLst>
            </p:cNvPr>
            <p:cNvSpPr/>
            <p:nvPr/>
          </p:nvSpPr>
          <p:spPr bwMode="auto">
            <a:xfrm>
              <a:off x="5627688" y="4589463"/>
              <a:ext cx="9525" cy="117475"/>
            </a:xfrm>
            <a:custGeom>
              <a:avLst/>
              <a:gdLst>
                <a:gd name="T0" fmla="*/ 0 w 3"/>
                <a:gd name="T1" fmla="*/ 0 h 36"/>
                <a:gd name="T2" fmla="*/ 0 w 3"/>
                <a:gd name="T3" fmla="*/ 0 h 36"/>
                <a:gd name="T4" fmla="*/ 0 w 3"/>
                <a:gd name="T5" fmla="*/ 0 h 36"/>
                <a:gd name="T6" fmla="*/ 2 w 3"/>
                <a:gd name="T7" fmla="*/ 36 h 36"/>
                <a:gd name="T8" fmla="*/ 2 w 3"/>
                <a:gd name="T9" fmla="*/ 36 h 36"/>
                <a:gd name="T10" fmla="*/ 0 w 3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1" y="24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3" y="28"/>
                    <a:pt x="0" y="0"/>
                    <a:pt x="0" y="0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9" name="îSḻï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0ACB806-89FF-435B-913D-7EA6A0DDD7C1}"/>
                </a:ext>
              </a:extLst>
            </p:cNvPr>
            <p:cNvSpPr/>
            <p:nvPr/>
          </p:nvSpPr>
          <p:spPr bwMode="auto">
            <a:xfrm>
              <a:off x="5627688" y="4589463"/>
              <a:ext cx="1588" cy="1588"/>
            </a:xfrm>
            <a:prstGeom prst="ellipse">
              <a:avLst/>
            </a:prstGeom>
            <a:solidFill>
              <a:srgbClr val="3133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0" name="íṧlî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5EAB552-9AFF-4BE4-8C95-F760A38DCE6E}"/>
                </a:ext>
              </a:extLst>
            </p:cNvPr>
            <p:cNvSpPr/>
            <p:nvPr/>
          </p:nvSpPr>
          <p:spPr bwMode="auto">
            <a:xfrm>
              <a:off x="5564188" y="4589463"/>
              <a:ext cx="69850" cy="117475"/>
            </a:xfrm>
            <a:custGeom>
              <a:avLst/>
              <a:gdLst>
                <a:gd name="T0" fmla="*/ 19 w 21"/>
                <a:gd name="T1" fmla="*/ 0 h 36"/>
                <a:gd name="T2" fmla="*/ 0 w 21"/>
                <a:gd name="T3" fmla="*/ 7 h 36"/>
                <a:gd name="T4" fmla="*/ 21 w 21"/>
                <a:gd name="T5" fmla="*/ 36 h 36"/>
                <a:gd name="T6" fmla="*/ 19 w 21"/>
                <a:gd name="T7" fmla="*/ 0 h 36"/>
                <a:gd name="T8" fmla="*/ 19 w 21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6">
                  <a:moveTo>
                    <a:pt x="19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5" y="31"/>
                    <a:pt x="21" y="36"/>
                    <a:pt x="21" y="36"/>
                  </a:cubicBezTo>
                  <a:cubicBezTo>
                    <a:pt x="20" y="24"/>
                    <a:pt x="19" y="12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solidFill>
              <a:srgbClr val="6E2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1" name="íṩ1í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60B80AB-A39E-4E31-A667-DAEFD1C9817F}"/>
                </a:ext>
              </a:extLst>
            </p:cNvPr>
            <p:cNvSpPr/>
            <p:nvPr/>
          </p:nvSpPr>
          <p:spPr bwMode="auto">
            <a:xfrm>
              <a:off x="5251450" y="3511550"/>
              <a:ext cx="234950" cy="368300"/>
            </a:xfrm>
            <a:custGeom>
              <a:avLst/>
              <a:gdLst>
                <a:gd name="T0" fmla="*/ 45 w 71"/>
                <a:gd name="T1" fmla="*/ 4 h 112"/>
                <a:gd name="T2" fmla="*/ 11 w 71"/>
                <a:gd name="T3" fmla="*/ 15 h 112"/>
                <a:gd name="T4" fmla="*/ 0 w 71"/>
                <a:gd name="T5" fmla="*/ 49 h 112"/>
                <a:gd name="T6" fmla="*/ 8 w 71"/>
                <a:gd name="T7" fmla="*/ 85 h 112"/>
                <a:gd name="T8" fmla="*/ 18 w 71"/>
                <a:gd name="T9" fmla="*/ 103 h 112"/>
                <a:gd name="T10" fmla="*/ 36 w 71"/>
                <a:gd name="T11" fmla="*/ 112 h 112"/>
                <a:gd name="T12" fmla="*/ 57 w 71"/>
                <a:gd name="T13" fmla="*/ 99 h 112"/>
                <a:gd name="T14" fmla="*/ 68 w 71"/>
                <a:gd name="T15" fmla="*/ 43 h 112"/>
                <a:gd name="T16" fmla="*/ 44 w 71"/>
                <a:gd name="T17" fmla="*/ 4 h 112"/>
                <a:gd name="T18" fmla="*/ 45 w 71"/>
                <a:gd name="T19" fmla="*/ 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112">
                  <a:moveTo>
                    <a:pt x="45" y="4"/>
                  </a:moveTo>
                  <a:cubicBezTo>
                    <a:pt x="33" y="0"/>
                    <a:pt x="20" y="6"/>
                    <a:pt x="11" y="15"/>
                  </a:cubicBezTo>
                  <a:cubicBezTo>
                    <a:pt x="3" y="24"/>
                    <a:pt x="0" y="37"/>
                    <a:pt x="0" y="49"/>
                  </a:cubicBezTo>
                  <a:cubicBezTo>
                    <a:pt x="0" y="61"/>
                    <a:pt x="3" y="74"/>
                    <a:pt x="8" y="85"/>
                  </a:cubicBezTo>
                  <a:cubicBezTo>
                    <a:pt x="10" y="92"/>
                    <a:pt x="13" y="98"/>
                    <a:pt x="18" y="103"/>
                  </a:cubicBezTo>
                  <a:cubicBezTo>
                    <a:pt x="22" y="109"/>
                    <a:pt x="29" y="112"/>
                    <a:pt x="36" y="112"/>
                  </a:cubicBezTo>
                  <a:cubicBezTo>
                    <a:pt x="44" y="112"/>
                    <a:pt x="52" y="106"/>
                    <a:pt x="57" y="99"/>
                  </a:cubicBezTo>
                  <a:cubicBezTo>
                    <a:pt x="68" y="83"/>
                    <a:pt x="71" y="62"/>
                    <a:pt x="68" y="43"/>
                  </a:cubicBezTo>
                  <a:cubicBezTo>
                    <a:pt x="66" y="27"/>
                    <a:pt x="59" y="10"/>
                    <a:pt x="44" y="4"/>
                  </a:cubicBezTo>
                  <a:cubicBezTo>
                    <a:pt x="45" y="4"/>
                    <a:pt x="45" y="4"/>
                    <a:pt x="45" y="4"/>
                  </a:cubicBezTo>
                </a:path>
              </a:pathLst>
            </a:custGeom>
            <a:solidFill>
              <a:srgbClr val="F2D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2" name="îślî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2CB1979-63E5-4E1D-8DDB-3B7CF111006F}"/>
                </a:ext>
              </a:extLst>
            </p:cNvPr>
            <p:cNvSpPr/>
            <p:nvPr/>
          </p:nvSpPr>
          <p:spPr bwMode="auto">
            <a:xfrm>
              <a:off x="5168900" y="3444875"/>
              <a:ext cx="355600" cy="234950"/>
            </a:xfrm>
            <a:custGeom>
              <a:avLst/>
              <a:gdLst>
                <a:gd name="T0" fmla="*/ 71 w 108"/>
                <a:gd name="T1" fmla="*/ 7 h 71"/>
                <a:gd name="T2" fmla="*/ 57 w 108"/>
                <a:gd name="T3" fmla="*/ 1 h 71"/>
                <a:gd name="T4" fmla="*/ 43 w 108"/>
                <a:gd name="T5" fmla="*/ 9 h 71"/>
                <a:gd name="T6" fmla="*/ 4 w 108"/>
                <a:gd name="T7" fmla="*/ 5 h 71"/>
                <a:gd name="T8" fmla="*/ 9 w 108"/>
                <a:gd name="T9" fmla="*/ 23 h 71"/>
                <a:gd name="T10" fmla="*/ 4 w 108"/>
                <a:gd name="T11" fmla="*/ 27 h 71"/>
                <a:gd name="T12" fmla="*/ 8 w 108"/>
                <a:gd name="T13" fmla="*/ 32 h 71"/>
                <a:gd name="T14" fmla="*/ 0 w 108"/>
                <a:gd name="T15" fmla="*/ 34 h 71"/>
                <a:gd name="T16" fmla="*/ 0 w 108"/>
                <a:gd name="T17" fmla="*/ 37 h 71"/>
                <a:gd name="T18" fmla="*/ 27 w 108"/>
                <a:gd name="T19" fmla="*/ 63 h 71"/>
                <a:gd name="T20" fmla="*/ 48 w 108"/>
                <a:gd name="T21" fmla="*/ 59 h 71"/>
                <a:gd name="T22" fmla="*/ 75 w 108"/>
                <a:gd name="T23" fmla="*/ 37 h 71"/>
                <a:gd name="T24" fmla="*/ 94 w 108"/>
                <a:gd name="T25" fmla="*/ 71 h 71"/>
                <a:gd name="T26" fmla="*/ 87 w 108"/>
                <a:gd name="T27" fmla="*/ 15 h 71"/>
                <a:gd name="T28" fmla="*/ 71 w 108"/>
                <a:gd name="T29" fmla="*/ 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71">
                  <a:moveTo>
                    <a:pt x="71" y="7"/>
                  </a:moveTo>
                  <a:cubicBezTo>
                    <a:pt x="69" y="2"/>
                    <a:pt x="62" y="0"/>
                    <a:pt x="57" y="1"/>
                  </a:cubicBezTo>
                  <a:cubicBezTo>
                    <a:pt x="52" y="3"/>
                    <a:pt x="47" y="6"/>
                    <a:pt x="43" y="9"/>
                  </a:cubicBezTo>
                  <a:cubicBezTo>
                    <a:pt x="30" y="15"/>
                    <a:pt x="15" y="13"/>
                    <a:pt x="4" y="5"/>
                  </a:cubicBezTo>
                  <a:cubicBezTo>
                    <a:pt x="3" y="12"/>
                    <a:pt x="5" y="18"/>
                    <a:pt x="9" y="23"/>
                  </a:cubicBezTo>
                  <a:cubicBezTo>
                    <a:pt x="7" y="22"/>
                    <a:pt x="4" y="24"/>
                    <a:pt x="4" y="27"/>
                  </a:cubicBezTo>
                  <a:cubicBezTo>
                    <a:pt x="4" y="29"/>
                    <a:pt x="6" y="32"/>
                    <a:pt x="8" y="32"/>
                  </a:cubicBezTo>
                  <a:cubicBezTo>
                    <a:pt x="6" y="34"/>
                    <a:pt x="1" y="31"/>
                    <a:pt x="0" y="34"/>
                  </a:cubicBezTo>
                  <a:cubicBezTo>
                    <a:pt x="0" y="35"/>
                    <a:pt x="0" y="36"/>
                    <a:pt x="0" y="37"/>
                  </a:cubicBezTo>
                  <a:cubicBezTo>
                    <a:pt x="5" y="49"/>
                    <a:pt x="14" y="61"/>
                    <a:pt x="27" y="63"/>
                  </a:cubicBezTo>
                  <a:cubicBezTo>
                    <a:pt x="35" y="64"/>
                    <a:pt x="42" y="62"/>
                    <a:pt x="48" y="59"/>
                  </a:cubicBezTo>
                  <a:cubicBezTo>
                    <a:pt x="59" y="53"/>
                    <a:pt x="68" y="46"/>
                    <a:pt x="75" y="37"/>
                  </a:cubicBezTo>
                  <a:cubicBezTo>
                    <a:pt x="79" y="45"/>
                    <a:pt x="88" y="64"/>
                    <a:pt x="94" y="71"/>
                  </a:cubicBezTo>
                  <a:cubicBezTo>
                    <a:pt x="92" y="64"/>
                    <a:pt x="108" y="21"/>
                    <a:pt x="87" y="15"/>
                  </a:cubicBezTo>
                  <a:cubicBezTo>
                    <a:pt x="82" y="14"/>
                    <a:pt x="72" y="12"/>
                    <a:pt x="71" y="7"/>
                  </a:cubicBezTo>
                  <a:close/>
                </a:path>
              </a:pathLst>
            </a:custGeom>
            <a:solidFill>
              <a:srgbClr val="8156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3" name="işḷ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4222EF6-9CB4-4F49-ACC6-274CAAAFDD78}"/>
                </a:ext>
              </a:extLst>
            </p:cNvPr>
            <p:cNvSpPr/>
            <p:nvPr/>
          </p:nvSpPr>
          <p:spPr bwMode="auto">
            <a:xfrm>
              <a:off x="5327650" y="3821113"/>
              <a:ext cx="88900" cy="180975"/>
            </a:xfrm>
            <a:custGeom>
              <a:avLst/>
              <a:gdLst>
                <a:gd name="T0" fmla="*/ 26 w 27"/>
                <a:gd name="T1" fmla="*/ 50 h 55"/>
                <a:gd name="T2" fmla="*/ 26 w 27"/>
                <a:gd name="T3" fmla="*/ 1 h 55"/>
                <a:gd name="T4" fmla="*/ 15 w 27"/>
                <a:gd name="T5" fmla="*/ 4 h 55"/>
                <a:gd name="T6" fmla="*/ 15 w 27"/>
                <a:gd name="T7" fmla="*/ 3 h 55"/>
                <a:gd name="T8" fmla="*/ 1 w 27"/>
                <a:gd name="T9" fmla="*/ 0 h 55"/>
                <a:gd name="T10" fmla="*/ 1 w 27"/>
                <a:gd name="T11" fmla="*/ 49 h 55"/>
                <a:gd name="T12" fmla="*/ 10 w 27"/>
                <a:gd name="T13" fmla="*/ 54 h 55"/>
                <a:gd name="T14" fmla="*/ 19 w 27"/>
                <a:gd name="T15" fmla="*/ 54 h 55"/>
                <a:gd name="T16" fmla="*/ 24 w 27"/>
                <a:gd name="T17" fmla="*/ 52 h 55"/>
                <a:gd name="T18" fmla="*/ 26 w 27"/>
                <a:gd name="T19" fmla="*/ 5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55">
                  <a:moveTo>
                    <a:pt x="26" y="50"/>
                  </a:moveTo>
                  <a:cubicBezTo>
                    <a:pt x="23" y="36"/>
                    <a:pt x="23" y="15"/>
                    <a:pt x="26" y="1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4"/>
                    <a:pt x="4" y="35"/>
                    <a:pt x="1" y="49"/>
                  </a:cubicBezTo>
                  <a:cubicBezTo>
                    <a:pt x="0" y="50"/>
                    <a:pt x="8" y="54"/>
                    <a:pt x="10" y="54"/>
                  </a:cubicBezTo>
                  <a:cubicBezTo>
                    <a:pt x="13" y="55"/>
                    <a:pt x="16" y="55"/>
                    <a:pt x="19" y="54"/>
                  </a:cubicBezTo>
                  <a:cubicBezTo>
                    <a:pt x="21" y="54"/>
                    <a:pt x="22" y="53"/>
                    <a:pt x="24" y="52"/>
                  </a:cubicBezTo>
                  <a:cubicBezTo>
                    <a:pt x="24" y="52"/>
                    <a:pt x="27" y="51"/>
                    <a:pt x="26" y="50"/>
                  </a:cubicBezTo>
                </a:path>
              </a:pathLst>
            </a:custGeom>
            <a:solidFill>
              <a:srgbClr val="F2D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4" name="îŝli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82940F2-F6D1-484A-85EF-D49B66E32D7E}"/>
                </a:ext>
              </a:extLst>
            </p:cNvPr>
            <p:cNvSpPr/>
            <p:nvPr/>
          </p:nvSpPr>
          <p:spPr bwMode="auto">
            <a:xfrm>
              <a:off x="5327650" y="3775075"/>
              <a:ext cx="79375" cy="88900"/>
            </a:xfrm>
            <a:custGeom>
              <a:avLst/>
              <a:gdLst>
                <a:gd name="T0" fmla="*/ 0 w 24"/>
                <a:gd name="T1" fmla="*/ 2 h 27"/>
                <a:gd name="T2" fmla="*/ 24 w 24"/>
                <a:gd name="T3" fmla="*/ 0 h 27"/>
                <a:gd name="T4" fmla="*/ 0 w 24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27">
                  <a:moveTo>
                    <a:pt x="0" y="2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15" y="27"/>
                    <a:pt x="0" y="2"/>
                  </a:cubicBezTo>
                  <a:close/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5" name="íṡ1ï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B444458-0CC2-4181-B812-FE5B047C33FC}"/>
                </a:ext>
              </a:extLst>
            </p:cNvPr>
            <p:cNvSpPr/>
            <p:nvPr/>
          </p:nvSpPr>
          <p:spPr bwMode="auto">
            <a:xfrm>
              <a:off x="5407025" y="3873500"/>
              <a:ext cx="0" cy="20638"/>
            </a:xfrm>
            <a:custGeom>
              <a:avLst/>
              <a:gdLst>
                <a:gd name="T0" fmla="*/ 0 h 6"/>
                <a:gd name="T1" fmla="*/ 6 h 6"/>
                <a:gd name="T2" fmla="*/ 6 h 6"/>
                <a:gd name="T3" fmla="*/ 0 h 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6">
                  <a:moveTo>
                    <a:pt x="0" y="0"/>
                  </a:moveTo>
                  <a:cubicBezTo>
                    <a:pt x="0" y="2"/>
                    <a:pt x="0" y="4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78AA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6" name="íṡļi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87CE5B9-4507-4555-AD46-6F4DE32569A7}"/>
                </a:ext>
              </a:extLst>
            </p:cNvPr>
            <p:cNvSpPr/>
            <p:nvPr/>
          </p:nvSpPr>
          <p:spPr bwMode="auto">
            <a:xfrm>
              <a:off x="5340350" y="3870325"/>
              <a:ext cx="66675" cy="26988"/>
            </a:xfrm>
            <a:custGeom>
              <a:avLst/>
              <a:gdLst>
                <a:gd name="T0" fmla="*/ 20 w 20"/>
                <a:gd name="T1" fmla="*/ 0 h 8"/>
                <a:gd name="T2" fmla="*/ 10 w 20"/>
                <a:gd name="T3" fmla="*/ 5 h 8"/>
                <a:gd name="T4" fmla="*/ 0 w 20"/>
                <a:gd name="T5" fmla="*/ 1 h 8"/>
                <a:gd name="T6" fmla="*/ 13 w 20"/>
                <a:gd name="T7" fmla="*/ 8 h 8"/>
                <a:gd name="T8" fmla="*/ 20 w 20"/>
                <a:gd name="T9" fmla="*/ 7 h 8"/>
                <a:gd name="T10" fmla="*/ 20 w 20"/>
                <a:gd name="T11" fmla="*/ 1 h 8"/>
                <a:gd name="T12" fmla="*/ 20 w 20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8">
                  <a:moveTo>
                    <a:pt x="20" y="0"/>
                  </a:moveTo>
                  <a:cubicBezTo>
                    <a:pt x="17" y="3"/>
                    <a:pt x="14" y="5"/>
                    <a:pt x="10" y="5"/>
                  </a:cubicBezTo>
                  <a:cubicBezTo>
                    <a:pt x="5" y="5"/>
                    <a:pt x="0" y="1"/>
                    <a:pt x="0" y="1"/>
                  </a:cubicBezTo>
                  <a:cubicBezTo>
                    <a:pt x="3" y="6"/>
                    <a:pt x="9" y="8"/>
                    <a:pt x="13" y="8"/>
                  </a:cubicBezTo>
                  <a:cubicBezTo>
                    <a:pt x="17" y="8"/>
                    <a:pt x="19" y="7"/>
                    <a:pt x="20" y="7"/>
                  </a:cubicBezTo>
                  <a:cubicBezTo>
                    <a:pt x="20" y="5"/>
                    <a:pt x="20" y="3"/>
                    <a:pt x="20" y="1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solidFill>
              <a:srgbClr val="DAC9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7" name="b4534b55-5785-41b2-bf61-042536063a6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6293027" y="4529487"/>
            <a:ext cx="2827309" cy="1563809"/>
            <a:chOff x="2704792" y="1553293"/>
            <a:chExt cx="6782417" cy="3751415"/>
          </a:xfrm>
        </p:grpSpPr>
        <p:sp>
          <p:nvSpPr>
            <p:cNvPr id="98" name="isľî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1856283-D6A6-4B4B-B57C-25FCB1823ADF}"/>
                </a:ext>
              </a:extLst>
            </p:cNvPr>
            <p:cNvSpPr/>
            <p:nvPr/>
          </p:nvSpPr>
          <p:spPr bwMode="auto">
            <a:xfrm>
              <a:off x="2739934" y="4881246"/>
              <a:ext cx="6747275" cy="423462"/>
            </a:xfrm>
            <a:prstGeom prst="ellipse">
              <a:avLst/>
            </a:pr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9" name="işlï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59380EC-E87C-4CC7-B2FC-84209E7DF6DF}"/>
                </a:ext>
              </a:extLst>
            </p:cNvPr>
            <p:cNvSpPr/>
            <p:nvPr/>
          </p:nvSpPr>
          <p:spPr bwMode="auto">
            <a:xfrm>
              <a:off x="4789595" y="4557061"/>
              <a:ext cx="1143874" cy="528010"/>
            </a:xfrm>
            <a:custGeom>
              <a:avLst/>
              <a:gdLst>
                <a:gd name="T0" fmla="*/ 1302 w 1302"/>
                <a:gd name="T1" fmla="*/ 601 h 601"/>
                <a:gd name="T2" fmla="*/ 0 w 1302"/>
                <a:gd name="T3" fmla="*/ 584 h 601"/>
                <a:gd name="T4" fmla="*/ 4 w 1302"/>
                <a:gd name="T5" fmla="*/ 550 h 601"/>
                <a:gd name="T6" fmla="*/ 66 w 1302"/>
                <a:gd name="T7" fmla="*/ 0 h 601"/>
                <a:gd name="T8" fmla="*/ 1211 w 1302"/>
                <a:gd name="T9" fmla="*/ 0 h 601"/>
                <a:gd name="T10" fmla="*/ 1295 w 1302"/>
                <a:gd name="T11" fmla="*/ 550 h 601"/>
                <a:gd name="T12" fmla="*/ 1302 w 1302"/>
                <a:gd name="T13" fmla="*/ 592 h 601"/>
                <a:gd name="T14" fmla="*/ 1302 w 1302"/>
                <a:gd name="T15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2" h="601">
                  <a:moveTo>
                    <a:pt x="1302" y="601"/>
                  </a:moveTo>
                  <a:lnTo>
                    <a:pt x="0" y="584"/>
                  </a:lnTo>
                  <a:lnTo>
                    <a:pt x="4" y="550"/>
                  </a:lnTo>
                  <a:lnTo>
                    <a:pt x="66" y="0"/>
                  </a:lnTo>
                  <a:lnTo>
                    <a:pt x="1211" y="0"/>
                  </a:lnTo>
                  <a:lnTo>
                    <a:pt x="1295" y="550"/>
                  </a:lnTo>
                  <a:lnTo>
                    <a:pt x="1302" y="592"/>
                  </a:lnTo>
                  <a:lnTo>
                    <a:pt x="1302" y="601"/>
                  </a:lnTo>
                  <a:close/>
                </a:path>
              </a:pathLst>
            </a:custGeom>
            <a:solidFill>
              <a:srgbClr val="D0D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0" name="îśļi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46147B5-5CCE-459D-B4E5-621CAE60717F}"/>
                </a:ext>
              </a:extLst>
            </p:cNvPr>
            <p:cNvSpPr/>
            <p:nvPr/>
          </p:nvSpPr>
          <p:spPr bwMode="auto">
            <a:xfrm>
              <a:off x="4789595" y="4557061"/>
              <a:ext cx="1143874" cy="528010"/>
            </a:xfrm>
            <a:custGeom>
              <a:avLst/>
              <a:gdLst>
                <a:gd name="T0" fmla="*/ 1302 w 1302"/>
                <a:gd name="T1" fmla="*/ 601 h 601"/>
                <a:gd name="T2" fmla="*/ 0 w 1302"/>
                <a:gd name="T3" fmla="*/ 584 h 601"/>
                <a:gd name="T4" fmla="*/ 4 w 1302"/>
                <a:gd name="T5" fmla="*/ 550 h 601"/>
                <a:gd name="T6" fmla="*/ 66 w 1302"/>
                <a:gd name="T7" fmla="*/ 0 h 601"/>
                <a:gd name="T8" fmla="*/ 1211 w 1302"/>
                <a:gd name="T9" fmla="*/ 0 h 601"/>
                <a:gd name="T10" fmla="*/ 1295 w 1302"/>
                <a:gd name="T11" fmla="*/ 550 h 601"/>
                <a:gd name="T12" fmla="*/ 1302 w 1302"/>
                <a:gd name="T13" fmla="*/ 592 h 601"/>
                <a:gd name="T14" fmla="*/ 1302 w 1302"/>
                <a:gd name="T15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2" h="601">
                  <a:moveTo>
                    <a:pt x="1302" y="601"/>
                  </a:moveTo>
                  <a:lnTo>
                    <a:pt x="0" y="584"/>
                  </a:lnTo>
                  <a:lnTo>
                    <a:pt x="4" y="550"/>
                  </a:lnTo>
                  <a:lnTo>
                    <a:pt x="66" y="0"/>
                  </a:lnTo>
                  <a:lnTo>
                    <a:pt x="1211" y="0"/>
                  </a:lnTo>
                  <a:lnTo>
                    <a:pt x="1295" y="550"/>
                  </a:lnTo>
                  <a:lnTo>
                    <a:pt x="1302" y="592"/>
                  </a:lnTo>
                  <a:lnTo>
                    <a:pt x="1302" y="60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1" name="îśľî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4019F9-50B0-4091-8284-3B0B923FBF0D}"/>
                </a:ext>
              </a:extLst>
            </p:cNvPr>
            <p:cNvSpPr/>
            <p:nvPr/>
          </p:nvSpPr>
          <p:spPr bwMode="auto">
            <a:xfrm>
              <a:off x="4791352" y="5040264"/>
              <a:ext cx="1137724" cy="7907"/>
            </a:xfrm>
            <a:custGeom>
              <a:avLst/>
              <a:gdLst>
                <a:gd name="T0" fmla="*/ 1286 w 1295"/>
                <a:gd name="T1" fmla="*/ 0 h 9"/>
                <a:gd name="T2" fmla="*/ 2 w 1295"/>
                <a:gd name="T3" fmla="*/ 0 h 9"/>
                <a:gd name="T4" fmla="*/ 0 w 1295"/>
                <a:gd name="T5" fmla="*/ 9 h 9"/>
                <a:gd name="T6" fmla="*/ 1295 w 1295"/>
                <a:gd name="T7" fmla="*/ 9 h 9"/>
                <a:gd name="T8" fmla="*/ 1295 w 1295"/>
                <a:gd name="T9" fmla="*/ 9 h 9"/>
                <a:gd name="T10" fmla="*/ 1286 w 1295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5" h="9">
                  <a:moveTo>
                    <a:pt x="1286" y="0"/>
                  </a:moveTo>
                  <a:lnTo>
                    <a:pt x="2" y="0"/>
                  </a:lnTo>
                  <a:lnTo>
                    <a:pt x="0" y="9"/>
                  </a:lnTo>
                  <a:lnTo>
                    <a:pt x="1295" y="9"/>
                  </a:lnTo>
                  <a:lnTo>
                    <a:pt x="1295" y="9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2" name="îṣḻ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E6BF5D1-2FF9-4D5E-96D6-BFA726F22FEF}"/>
                </a:ext>
              </a:extLst>
            </p:cNvPr>
            <p:cNvSpPr/>
            <p:nvPr/>
          </p:nvSpPr>
          <p:spPr bwMode="auto">
            <a:xfrm>
              <a:off x="4791352" y="5040264"/>
              <a:ext cx="1137724" cy="7907"/>
            </a:xfrm>
            <a:custGeom>
              <a:avLst/>
              <a:gdLst>
                <a:gd name="T0" fmla="*/ 1286 w 1295"/>
                <a:gd name="T1" fmla="*/ 0 h 9"/>
                <a:gd name="T2" fmla="*/ 2 w 1295"/>
                <a:gd name="T3" fmla="*/ 0 h 9"/>
                <a:gd name="T4" fmla="*/ 0 w 1295"/>
                <a:gd name="T5" fmla="*/ 9 h 9"/>
                <a:gd name="T6" fmla="*/ 1295 w 1295"/>
                <a:gd name="T7" fmla="*/ 9 h 9"/>
                <a:gd name="T8" fmla="*/ 1295 w 1295"/>
                <a:gd name="T9" fmla="*/ 9 h 9"/>
                <a:gd name="T10" fmla="*/ 1286 w 1295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5" h="9">
                  <a:moveTo>
                    <a:pt x="1286" y="0"/>
                  </a:moveTo>
                  <a:lnTo>
                    <a:pt x="2" y="0"/>
                  </a:lnTo>
                  <a:lnTo>
                    <a:pt x="0" y="9"/>
                  </a:lnTo>
                  <a:lnTo>
                    <a:pt x="1295" y="9"/>
                  </a:lnTo>
                  <a:lnTo>
                    <a:pt x="1295" y="9"/>
                  </a:lnTo>
                  <a:lnTo>
                    <a:pt x="12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3" name="íšlï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953D15E-A2E1-4F49-9580-38C24D94D51F}"/>
                </a:ext>
              </a:extLst>
            </p:cNvPr>
            <p:cNvSpPr/>
            <p:nvPr/>
          </p:nvSpPr>
          <p:spPr bwMode="auto">
            <a:xfrm>
              <a:off x="4598949" y="5048171"/>
              <a:ext cx="1519016" cy="36899"/>
            </a:xfrm>
            <a:prstGeom prst="rect">
              <a:avLst/>
            </a:prstGeom>
            <a:solidFill>
              <a:srgbClr val="D0D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4" name="ï$ľí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C0EDC07-AC4B-4561-AA35-C86D47AF1899}"/>
                </a:ext>
              </a:extLst>
            </p:cNvPr>
            <p:cNvSpPr/>
            <p:nvPr/>
          </p:nvSpPr>
          <p:spPr bwMode="auto">
            <a:xfrm>
              <a:off x="4598949" y="5048171"/>
              <a:ext cx="1519016" cy="3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5" name="íṣļï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6954806-0908-4E24-AAD9-4B34B648FF15}"/>
                </a:ext>
              </a:extLst>
            </p:cNvPr>
            <p:cNvSpPr/>
            <p:nvPr/>
          </p:nvSpPr>
          <p:spPr bwMode="auto">
            <a:xfrm>
              <a:off x="3133525" y="1553293"/>
              <a:ext cx="4434049" cy="2666404"/>
            </a:xfrm>
            <a:custGeom>
              <a:avLst/>
              <a:gdLst>
                <a:gd name="T0" fmla="*/ 2760 w 2760"/>
                <a:gd name="T1" fmla="*/ 60 h 1661"/>
                <a:gd name="T2" fmla="*/ 2701 w 2760"/>
                <a:gd name="T3" fmla="*/ 0 h 1661"/>
                <a:gd name="T4" fmla="*/ 59 w 2760"/>
                <a:gd name="T5" fmla="*/ 0 h 1661"/>
                <a:gd name="T6" fmla="*/ 0 w 2760"/>
                <a:gd name="T7" fmla="*/ 60 h 1661"/>
                <a:gd name="T8" fmla="*/ 0 w 2760"/>
                <a:gd name="T9" fmla="*/ 60 h 1661"/>
                <a:gd name="T10" fmla="*/ 0 w 2760"/>
                <a:gd name="T11" fmla="*/ 1661 h 1661"/>
                <a:gd name="T12" fmla="*/ 2760 w 2760"/>
                <a:gd name="T13" fmla="*/ 1661 h 1661"/>
                <a:gd name="T14" fmla="*/ 2760 w 2760"/>
                <a:gd name="T15" fmla="*/ 60 h 1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60" h="1661">
                  <a:moveTo>
                    <a:pt x="2760" y="60"/>
                  </a:moveTo>
                  <a:cubicBezTo>
                    <a:pt x="2760" y="27"/>
                    <a:pt x="2734" y="0"/>
                    <a:pt x="270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661"/>
                    <a:pt x="0" y="1661"/>
                    <a:pt x="0" y="1661"/>
                  </a:cubicBezTo>
                  <a:cubicBezTo>
                    <a:pt x="2760" y="1661"/>
                    <a:pt x="2760" y="1661"/>
                    <a:pt x="2760" y="1661"/>
                  </a:cubicBezTo>
                  <a:cubicBezTo>
                    <a:pt x="2760" y="60"/>
                    <a:pt x="2760" y="60"/>
                    <a:pt x="2760" y="60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6" name="í$ļí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50C85EB-6051-4A1E-81A1-A8F45694D411}"/>
                </a:ext>
              </a:extLst>
            </p:cNvPr>
            <p:cNvSpPr/>
            <p:nvPr/>
          </p:nvSpPr>
          <p:spPr bwMode="auto">
            <a:xfrm>
              <a:off x="3133525" y="4194219"/>
              <a:ext cx="4434049" cy="394470"/>
            </a:xfrm>
            <a:custGeom>
              <a:avLst/>
              <a:gdLst>
                <a:gd name="T0" fmla="*/ 0 w 2760"/>
                <a:gd name="T1" fmla="*/ 0 h 246"/>
                <a:gd name="T2" fmla="*/ 0 w 2760"/>
                <a:gd name="T3" fmla="*/ 187 h 246"/>
                <a:gd name="T4" fmla="*/ 59 w 2760"/>
                <a:gd name="T5" fmla="*/ 246 h 246"/>
                <a:gd name="T6" fmla="*/ 2701 w 2760"/>
                <a:gd name="T7" fmla="*/ 246 h 246"/>
                <a:gd name="T8" fmla="*/ 2760 w 2760"/>
                <a:gd name="T9" fmla="*/ 187 h 246"/>
                <a:gd name="T10" fmla="*/ 2760 w 2760"/>
                <a:gd name="T11" fmla="*/ 0 h 246"/>
                <a:gd name="T12" fmla="*/ 0 w 2760"/>
                <a:gd name="T13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246">
                  <a:moveTo>
                    <a:pt x="0" y="0"/>
                  </a:moveTo>
                  <a:cubicBezTo>
                    <a:pt x="0" y="187"/>
                    <a:pt x="0" y="187"/>
                    <a:pt x="0" y="187"/>
                  </a:cubicBezTo>
                  <a:cubicBezTo>
                    <a:pt x="0" y="220"/>
                    <a:pt x="27" y="246"/>
                    <a:pt x="59" y="246"/>
                  </a:cubicBezTo>
                  <a:cubicBezTo>
                    <a:pt x="2701" y="246"/>
                    <a:pt x="2701" y="246"/>
                    <a:pt x="2701" y="246"/>
                  </a:cubicBezTo>
                  <a:cubicBezTo>
                    <a:pt x="2733" y="246"/>
                    <a:pt x="2760" y="220"/>
                    <a:pt x="2760" y="187"/>
                  </a:cubicBezTo>
                  <a:cubicBezTo>
                    <a:pt x="2760" y="0"/>
                    <a:pt x="2760" y="0"/>
                    <a:pt x="276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0D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7" name="iṣli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D47C8B4-C28C-4DB4-88E4-B2BA5C606721}"/>
                </a:ext>
              </a:extLst>
            </p:cNvPr>
            <p:cNvSpPr/>
            <p:nvPr/>
          </p:nvSpPr>
          <p:spPr bwMode="auto">
            <a:xfrm>
              <a:off x="3318021" y="1714068"/>
              <a:ext cx="4087021" cy="23114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8" name="išļï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0FD09E0-2A08-49CE-B814-F6DCB6B45812}"/>
                </a:ext>
              </a:extLst>
            </p:cNvPr>
            <p:cNvSpPr/>
            <p:nvPr/>
          </p:nvSpPr>
          <p:spPr bwMode="auto">
            <a:xfrm>
              <a:off x="3318021" y="1714068"/>
              <a:ext cx="4087021" cy="2311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9" name="ïṧľî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BC9058B-A751-47C5-8445-9F9B4CEFCA95}"/>
                </a:ext>
              </a:extLst>
            </p:cNvPr>
            <p:cNvSpPr/>
            <p:nvPr/>
          </p:nvSpPr>
          <p:spPr bwMode="auto">
            <a:xfrm>
              <a:off x="5258741" y="4262746"/>
              <a:ext cx="215245" cy="211731"/>
            </a:xfrm>
            <a:custGeom>
              <a:avLst/>
              <a:gdLst>
                <a:gd name="T0" fmla="*/ 71 w 134"/>
                <a:gd name="T1" fmla="*/ 132 h 132"/>
                <a:gd name="T2" fmla="*/ 119 w 134"/>
                <a:gd name="T3" fmla="*/ 109 h 132"/>
                <a:gd name="T4" fmla="*/ 124 w 134"/>
                <a:gd name="T5" fmla="*/ 102 h 132"/>
                <a:gd name="T6" fmla="*/ 90 w 134"/>
                <a:gd name="T7" fmla="*/ 96 h 132"/>
                <a:gd name="T8" fmla="*/ 127 w 134"/>
                <a:gd name="T9" fmla="*/ 96 h 132"/>
                <a:gd name="T10" fmla="*/ 128 w 134"/>
                <a:gd name="T11" fmla="*/ 47 h 132"/>
                <a:gd name="T12" fmla="*/ 79 w 134"/>
                <a:gd name="T13" fmla="*/ 73 h 132"/>
                <a:gd name="T14" fmla="*/ 124 w 134"/>
                <a:gd name="T15" fmla="*/ 40 h 132"/>
                <a:gd name="T16" fmla="*/ 40 w 134"/>
                <a:gd name="T17" fmla="*/ 17 h 132"/>
                <a:gd name="T18" fmla="*/ 18 w 134"/>
                <a:gd name="T19" fmla="*/ 102 h 132"/>
                <a:gd name="T20" fmla="*/ 22 w 134"/>
                <a:gd name="T21" fmla="*/ 109 h 132"/>
                <a:gd name="T22" fmla="*/ 71 w 134"/>
                <a:gd name="T23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4" h="132">
                  <a:moveTo>
                    <a:pt x="71" y="132"/>
                  </a:moveTo>
                  <a:cubicBezTo>
                    <a:pt x="90" y="132"/>
                    <a:pt x="108" y="124"/>
                    <a:pt x="119" y="109"/>
                  </a:cubicBezTo>
                  <a:cubicBezTo>
                    <a:pt x="121" y="107"/>
                    <a:pt x="123" y="104"/>
                    <a:pt x="124" y="102"/>
                  </a:cubicBezTo>
                  <a:cubicBezTo>
                    <a:pt x="90" y="96"/>
                    <a:pt x="90" y="96"/>
                    <a:pt x="90" y="9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34" y="81"/>
                    <a:pt x="134" y="63"/>
                    <a:pt x="128" y="47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124" y="40"/>
                    <a:pt x="124" y="40"/>
                    <a:pt x="124" y="40"/>
                  </a:cubicBezTo>
                  <a:cubicBezTo>
                    <a:pt x="107" y="10"/>
                    <a:pt x="69" y="0"/>
                    <a:pt x="40" y="17"/>
                  </a:cubicBezTo>
                  <a:cubicBezTo>
                    <a:pt x="10" y="34"/>
                    <a:pt x="0" y="72"/>
                    <a:pt x="18" y="102"/>
                  </a:cubicBezTo>
                  <a:cubicBezTo>
                    <a:pt x="19" y="104"/>
                    <a:pt x="21" y="106"/>
                    <a:pt x="22" y="109"/>
                  </a:cubicBezTo>
                  <a:cubicBezTo>
                    <a:pt x="34" y="124"/>
                    <a:pt x="52" y="132"/>
                    <a:pt x="71" y="132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0" name="ïṩlí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4296215-613A-41EE-B576-8F607601FED9}"/>
                </a:ext>
              </a:extLst>
            </p:cNvPr>
            <p:cNvSpPr/>
            <p:nvPr/>
          </p:nvSpPr>
          <p:spPr bwMode="auto">
            <a:xfrm>
              <a:off x="5888662" y="4782848"/>
              <a:ext cx="14057" cy="98398"/>
            </a:xfrm>
            <a:custGeom>
              <a:avLst/>
              <a:gdLst>
                <a:gd name="T0" fmla="*/ 0 w 16"/>
                <a:gd name="T1" fmla="*/ 0 h 112"/>
                <a:gd name="T2" fmla="*/ 16 w 16"/>
                <a:gd name="T3" fmla="*/ 112 h 112"/>
                <a:gd name="T4" fmla="*/ 16 w 16"/>
                <a:gd name="T5" fmla="*/ 112 h 112"/>
                <a:gd name="T6" fmla="*/ 0 w 16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12">
                  <a:moveTo>
                    <a:pt x="0" y="0"/>
                  </a:moveTo>
                  <a:lnTo>
                    <a:pt x="16" y="112"/>
                  </a:lnTo>
                  <a:lnTo>
                    <a:pt x="16" y="1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1" name="îṣľî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1E4FD7F-B072-432E-80BC-BDE6F61EA474}"/>
                </a:ext>
              </a:extLst>
            </p:cNvPr>
            <p:cNvSpPr/>
            <p:nvPr/>
          </p:nvSpPr>
          <p:spPr bwMode="auto">
            <a:xfrm>
              <a:off x="5888662" y="4782848"/>
              <a:ext cx="14057" cy="98398"/>
            </a:xfrm>
            <a:custGeom>
              <a:avLst/>
              <a:gdLst>
                <a:gd name="T0" fmla="*/ 0 w 16"/>
                <a:gd name="T1" fmla="*/ 0 h 112"/>
                <a:gd name="T2" fmla="*/ 16 w 16"/>
                <a:gd name="T3" fmla="*/ 112 h 112"/>
                <a:gd name="T4" fmla="*/ 16 w 16"/>
                <a:gd name="T5" fmla="*/ 112 h 112"/>
                <a:gd name="T6" fmla="*/ 0 w 16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12">
                  <a:moveTo>
                    <a:pt x="0" y="0"/>
                  </a:moveTo>
                  <a:lnTo>
                    <a:pt x="16" y="112"/>
                  </a:lnTo>
                  <a:lnTo>
                    <a:pt x="16" y="11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2" name="ïSľï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4FC6D84-55CC-4146-8A54-FD64CA84F2A4}"/>
                </a:ext>
              </a:extLst>
            </p:cNvPr>
            <p:cNvSpPr/>
            <p:nvPr/>
          </p:nvSpPr>
          <p:spPr bwMode="auto">
            <a:xfrm>
              <a:off x="5902719" y="4881246"/>
              <a:ext cx="26357" cy="166925"/>
            </a:xfrm>
            <a:custGeom>
              <a:avLst/>
              <a:gdLst>
                <a:gd name="T0" fmla="*/ 0 w 30"/>
                <a:gd name="T1" fmla="*/ 0 h 190"/>
                <a:gd name="T2" fmla="*/ 0 w 30"/>
                <a:gd name="T3" fmla="*/ 0 h 190"/>
                <a:gd name="T4" fmla="*/ 28 w 30"/>
                <a:gd name="T5" fmla="*/ 181 h 190"/>
                <a:gd name="T6" fmla="*/ 30 w 30"/>
                <a:gd name="T7" fmla="*/ 190 h 190"/>
                <a:gd name="T8" fmla="*/ 30 w 30"/>
                <a:gd name="T9" fmla="*/ 190 h 190"/>
                <a:gd name="T10" fmla="*/ 0 w 30"/>
                <a:gd name="T11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90">
                  <a:moveTo>
                    <a:pt x="0" y="0"/>
                  </a:moveTo>
                  <a:lnTo>
                    <a:pt x="0" y="0"/>
                  </a:lnTo>
                  <a:lnTo>
                    <a:pt x="28" y="181"/>
                  </a:lnTo>
                  <a:lnTo>
                    <a:pt x="30" y="190"/>
                  </a:lnTo>
                  <a:lnTo>
                    <a:pt x="30" y="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3" name="îṧlî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86D8B6F-106B-4AB2-859D-62B91948D621}"/>
                </a:ext>
              </a:extLst>
            </p:cNvPr>
            <p:cNvSpPr/>
            <p:nvPr/>
          </p:nvSpPr>
          <p:spPr bwMode="auto">
            <a:xfrm>
              <a:off x="5902719" y="4881246"/>
              <a:ext cx="26357" cy="166925"/>
            </a:xfrm>
            <a:custGeom>
              <a:avLst/>
              <a:gdLst>
                <a:gd name="T0" fmla="*/ 0 w 30"/>
                <a:gd name="T1" fmla="*/ 0 h 190"/>
                <a:gd name="T2" fmla="*/ 0 w 30"/>
                <a:gd name="T3" fmla="*/ 0 h 190"/>
                <a:gd name="T4" fmla="*/ 28 w 30"/>
                <a:gd name="T5" fmla="*/ 181 h 190"/>
                <a:gd name="T6" fmla="*/ 30 w 30"/>
                <a:gd name="T7" fmla="*/ 190 h 190"/>
                <a:gd name="T8" fmla="*/ 30 w 30"/>
                <a:gd name="T9" fmla="*/ 190 h 190"/>
                <a:gd name="T10" fmla="*/ 0 w 30"/>
                <a:gd name="T11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90">
                  <a:moveTo>
                    <a:pt x="0" y="0"/>
                  </a:moveTo>
                  <a:lnTo>
                    <a:pt x="0" y="0"/>
                  </a:lnTo>
                  <a:lnTo>
                    <a:pt x="28" y="181"/>
                  </a:lnTo>
                  <a:lnTo>
                    <a:pt x="30" y="190"/>
                  </a:lnTo>
                  <a:lnTo>
                    <a:pt x="30" y="19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4" name="îṥlî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D23EC82-E514-4CAE-8B7A-A9401A20786C}"/>
                </a:ext>
              </a:extLst>
            </p:cNvPr>
            <p:cNvSpPr/>
            <p:nvPr/>
          </p:nvSpPr>
          <p:spPr bwMode="auto">
            <a:xfrm>
              <a:off x="5472229" y="4588689"/>
              <a:ext cx="455090" cy="451575"/>
            </a:xfrm>
            <a:custGeom>
              <a:avLst/>
              <a:gdLst>
                <a:gd name="T0" fmla="*/ 439 w 518"/>
                <a:gd name="T1" fmla="*/ 0 h 514"/>
                <a:gd name="T2" fmla="*/ 0 w 518"/>
                <a:gd name="T3" fmla="*/ 0 h 514"/>
                <a:gd name="T4" fmla="*/ 511 w 518"/>
                <a:gd name="T5" fmla="*/ 514 h 514"/>
                <a:gd name="T6" fmla="*/ 518 w 518"/>
                <a:gd name="T7" fmla="*/ 514 h 514"/>
                <a:gd name="T8" fmla="*/ 490 w 518"/>
                <a:gd name="T9" fmla="*/ 333 h 514"/>
                <a:gd name="T10" fmla="*/ 474 w 518"/>
                <a:gd name="T11" fmla="*/ 221 h 514"/>
                <a:gd name="T12" fmla="*/ 439 w 518"/>
                <a:gd name="T13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8" h="514">
                  <a:moveTo>
                    <a:pt x="439" y="0"/>
                  </a:moveTo>
                  <a:lnTo>
                    <a:pt x="0" y="0"/>
                  </a:lnTo>
                  <a:lnTo>
                    <a:pt x="511" y="514"/>
                  </a:lnTo>
                  <a:lnTo>
                    <a:pt x="518" y="514"/>
                  </a:lnTo>
                  <a:lnTo>
                    <a:pt x="490" y="333"/>
                  </a:lnTo>
                  <a:lnTo>
                    <a:pt x="474" y="221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5" name="ïš1ï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D866B1F-717D-4FDC-BA26-C0DE2FE91E79}"/>
                </a:ext>
              </a:extLst>
            </p:cNvPr>
            <p:cNvSpPr/>
            <p:nvPr/>
          </p:nvSpPr>
          <p:spPr bwMode="auto">
            <a:xfrm>
              <a:off x="5472229" y="4588689"/>
              <a:ext cx="455090" cy="451575"/>
            </a:xfrm>
            <a:custGeom>
              <a:avLst/>
              <a:gdLst>
                <a:gd name="T0" fmla="*/ 439 w 518"/>
                <a:gd name="T1" fmla="*/ 0 h 514"/>
                <a:gd name="T2" fmla="*/ 0 w 518"/>
                <a:gd name="T3" fmla="*/ 0 h 514"/>
                <a:gd name="T4" fmla="*/ 511 w 518"/>
                <a:gd name="T5" fmla="*/ 514 h 514"/>
                <a:gd name="T6" fmla="*/ 518 w 518"/>
                <a:gd name="T7" fmla="*/ 514 h 514"/>
                <a:gd name="T8" fmla="*/ 490 w 518"/>
                <a:gd name="T9" fmla="*/ 333 h 514"/>
                <a:gd name="T10" fmla="*/ 474 w 518"/>
                <a:gd name="T11" fmla="*/ 221 h 514"/>
                <a:gd name="T12" fmla="*/ 439 w 518"/>
                <a:gd name="T13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8" h="514">
                  <a:moveTo>
                    <a:pt x="439" y="0"/>
                  </a:moveTo>
                  <a:lnTo>
                    <a:pt x="0" y="0"/>
                  </a:lnTo>
                  <a:lnTo>
                    <a:pt x="511" y="514"/>
                  </a:lnTo>
                  <a:lnTo>
                    <a:pt x="518" y="514"/>
                  </a:lnTo>
                  <a:lnTo>
                    <a:pt x="490" y="333"/>
                  </a:lnTo>
                  <a:lnTo>
                    <a:pt x="474" y="221"/>
                  </a:lnTo>
                  <a:lnTo>
                    <a:pt x="43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6" name="iṧľi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82A860F-DE73-4CE4-9726-39BD659E70EE}"/>
                </a:ext>
              </a:extLst>
            </p:cNvPr>
            <p:cNvSpPr/>
            <p:nvPr/>
          </p:nvSpPr>
          <p:spPr bwMode="auto">
            <a:xfrm>
              <a:off x="5921169" y="5040264"/>
              <a:ext cx="7907" cy="7907"/>
            </a:xfrm>
            <a:custGeom>
              <a:avLst/>
              <a:gdLst>
                <a:gd name="T0" fmla="*/ 7 w 9"/>
                <a:gd name="T1" fmla="*/ 0 h 9"/>
                <a:gd name="T2" fmla="*/ 0 w 9"/>
                <a:gd name="T3" fmla="*/ 0 h 9"/>
                <a:gd name="T4" fmla="*/ 9 w 9"/>
                <a:gd name="T5" fmla="*/ 9 h 9"/>
                <a:gd name="T6" fmla="*/ 7 w 9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9">
                  <a:moveTo>
                    <a:pt x="7" y="0"/>
                  </a:moveTo>
                  <a:lnTo>
                    <a:pt x="0" y="0"/>
                  </a:lnTo>
                  <a:lnTo>
                    <a:pt x="9" y="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A8AA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7" name="iṥlí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73F154-EE5B-42AF-8E13-48AF34CDC00D}"/>
                </a:ext>
              </a:extLst>
            </p:cNvPr>
            <p:cNvSpPr/>
            <p:nvPr/>
          </p:nvSpPr>
          <p:spPr bwMode="auto">
            <a:xfrm>
              <a:off x="5921169" y="5040264"/>
              <a:ext cx="7907" cy="7907"/>
            </a:xfrm>
            <a:custGeom>
              <a:avLst/>
              <a:gdLst>
                <a:gd name="T0" fmla="*/ 7 w 9"/>
                <a:gd name="T1" fmla="*/ 0 h 9"/>
                <a:gd name="T2" fmla="*/ 0 w 9"/>
                <a:gd name="T3" fmla="*/ 0 h 9"/>
                <a:gd name="T4" fmla="*/ 9 w 9"/>
                <a:gd name="T5" fmla="*/ 9 h 9"/>
                <a:gd name="T6" fmla="*/ 7 w 9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9">
                  <a:moveTo>
                    <a:pt x="7" y="0"/>
                  </a:moveTo>
                  <a:lnTo>
                    <a:pt x="0" y="0"/>
                  </a:lnTo>
                  <a:lnTo>
                    <a:pt x="9" y="9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8" name="íṧ1i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5FF4593-EE0B-47B2-B8E5-02E99F5D6B54}"/>
                </a:ext>
              </a:extLst>
            </p:cNvPr>
            <p:cNvSpPr/>
            <p:nvPr/>
          </p:nvSpPr>
          <p:spPr bwMode="auto">
            <a:xfrm>
              <a:off x="3880294" y="1994326"/>
              <a:ext cx="2940512" cy="1783460"/>
            </a:xfrm>
            <a:custGeom>
              <a:avLst/>
              <a:gdLst>
                <a:gd name="T0" fmla="*/ 1830 w 1830"/>
                <a:gd name="T1" fmla="*/ 569 h 1111"/>
                <a:gd name="T2" fmla="*/ 1830 w 1830"/>
                <a:gd name="T3" fmla="*/ 569 h 1111"/>
                <a:gd name="T4" fmla="*/ 1819 w 1830"/>
                <a:gd name="T5" fmla="*/ 510 h 1111"/>
                <a:gd name="T6" fmla="*/ 1818 w 1830"/>
                <a:gd name="T7" fmla="*/ 507 h 1111"/>
                <a:gd name="T8" fmla="*/ 1733 w 1830"/>
                <a:gd name="T9" fmla="*/ 395 h 1111"/>
                <a:gd name="T10" fmla="*/ 1442 w 1830"/>
                <a:gd name="T11" fmla="*/ 431 h 1111"/>
                <a:gd name="T12" fmla="*/ 1424 w 1830"/>
                <a:gd name="T13" fmla="*/ 369 h 1111"/>
                <a:gd name="T14" fmla="*/ 1248 w 1830"/>
                <a:gd name="T15" fmla="*/ 376 h 1111"/>
                <a:gd name="T16" fmla="*/ 1360 w 1830"/>
                <a:gd name="T17" fmla="*/ 416 h 1111"/>
                <a:gd name="T18" fmla="*/ 1359 w 1830"/>
                <a:gd name="T19" fmla="*/ 421 h 1111"/>
                <a:gd name="T20" fmla="*/ 1234 w 1830"/>
                <a:gd name="T21" fmla="*/ 374 h 1111"/>
                <a:gd name="T22" fmla="*/ 1222 w 1830"/>
                <a:gd name="T23" fmla="*/ 369 h 1111"/>
                <a:gd name="T24" fmla="*/ 1235 w 1830"/>
                <a:gd name="T25" fmla="*/ 370 h 1111"/>
                <a:gd name="T26" fmla="*/ 1423 w 1830"/>
                <a:gd name="T27" fmla="*/ 364 h 1111"/>
                <a:gd name="T28" fmla="*/ 1367 w 1830"/>
                <a:gd name="T29" fmla="*/ 277 h 1111"/>
                <a:gd name="T30" fmla="*/ 1073 w 1830"/>
                <a:gd name="T31" fmla="*/ 203 h 1111"/>
                <a:gd name="T32" fmla="*/ 1076 w 1830"/>
                <a:gd name="T33" fmla="*/ 199 h 1111"/>
                <a:gd name="T34" fmla="*/ 1362 w 1830"/>
                <a:gd name="T35" fmla="*/ 271 h 1111"/>
                <a:gd name="T36" fmla="*/ 917 w 1830"/>
                <a:gd name="T37" fmla="*/ 255 h 1111"/>
                <a:gd name="T38" fmla="*/ 862 w 1830"/>
                <a:gd name="T39" fmla="*/ 324 h 1111"/>
                <a:gd name="T40" fmla="*/ 755 w 1830"/>
                <a:gd name="T41" fmla="*/ 81 h 1111"/>
                <a:gd name="T42" fmla="*/ 589 w 1830"/>
                <a:gd name="T43" fmla="*/ 131 h 1111"/>
                <a:gd name="T44" fmla="*/ 330 w 1830"/>
                <a:gd name="T45" fmla="*/ 152 h 1111"/>
                <a:gd name="T46" fmla="*/ 441 w 1830"/>
                <a:gd name="T47" fmla="*/ 192 h 1111"/>
                <a:gd name="T48" fmla="*/ 440 w 1830"/>
                <a:gd name="T49" fmla="*/ 197 h 1111"/>
                <a:gd name="T50" fmla="*/ 315 w 1830"/>
                <a:gd name="T51" fmla="*/ 151 h 1111"/>
                <a:gd name="T52" fmla="*/ 303 w 1830"/>
                <a:gd name="T53" fmla="*/ 145 h 1111"/>
                <a:gd name="T54" fmla="*/ 316 w 1830"/>
                <a:gd name="T55" fmla="*/ 146 h 1111"/>
                <a:gd name="T56" fmla="*/ 751 w 1830"/>
                <a:gd name="T57" fmla="*/ 77 h 1111"/>
                <a:gd name="T58" fmla="*/ 735 w 1830"/>
                <a:gd name="T59" fmla="*/ 60 h 1111"/>
                <a:gd name="T60" fmla="*/ 205 w 1830"/>
                <a:gd name="T61" fmla="*/ 0 h 1111"/>
                <a:gd name="T62" fmla="*/ 0 w 1830"/>
                <a:gd name="T63" fmla="*/ 369 h 1111"/>
                <a:gd name="T64" fmla="*/ 61 w 1830"/>
                <a:gd name="T65" fmla="*/ 674 h 1111"/>
                <a:gd name="T66" fmla="*/ 122 w 1830"/>
                <a:gd name="T67" fmla="*/ 821 h 1111"/>
                <a:gd name="T68" fmla="*/ 160 w 1830"/>
                <a:gd name="T69" fmla="*/ 891 h 1111"/>
                <a:gd name="T70" fmla="*/ 212 w 1830"/>
                <a:gd name="T71" fmla="*/ 970 h 1111"/>
                <a:gd name="T72" fmla="*/ 223 w 1830"/>
                <a:gd name="T73" fmla="*/ 983 h 1111"/>
                <a:gd name="T74" fmla="*/ 288 w 1830"/>
                <a:gd name="T75" fmla="*/ 1051 h 1111"/>
                <a:gd name="T76" fmla="*/ 303 w 1830"/>
                <a:gd name="T77" fmla="*/ 1063 h 1111"/>
                <a:gd name="T78" fmla="*/ 345 w 1830"/>
                <a:gd name="T79" fmla="*/ 1089 h 1111"/>
                <a:gd name="T80" fmla="*/ 425 w 1830"/>
                <a:gd name="T81" fmla="*/ 1110 h 1111"/>
                <a:gd name="T82" fmla="*/ 431 w 1830"/>
                <a:gd name="T83" fmla="*/ 1110 h 1111"/>
                <a:gd name="T84" fmla="*/ 431 w 1830"/>
                <a:gd name="T85" fmla="*/ 1111 h 1111"/>
                <a:gd name="T86" fmla="*/ 1607 w 1830"/>
                <a:gd name="T87" fmla="*/ 1111 h 1111"/>
                <a:gd name="T88" fmla="*/ 1607 w 1830"/>
                <a:gd name="T89" fmla="*/ 1110 h 1111"/>
                <a:gd name="T90" fmla="*/ 1608 w 1830"/>
                <a:gd name="T91" fmla="*/ 1110 h 1111"/>
                <a:gd name="T92" fmla="*/ 1628 w 1830"/>
                <a:gd name="T93" fmla="*/ 1107 h 1111"/>
                <a:gd name="T94" fmla="*/ 1740 w 1830"/>
                <a:gd name="T95" fmla="*/ 958 h 1111"/>
                <a:gd name="T96" fmla="*/ 1760 w 1830"/>
                <a:gd name="T97" fmla="*/ 906 h 1111"/>
                <a:gd name="T98" fmla="*/ 1776 w 1830"/>
                <a:gd name="T99" fmla="*/ 858 h 1111"/>
                <a:gd name="T100" fmla="*/ 1813 w 1830"/>
                <a:gd name="T101" fmla="*/ 714 h 1111"/>
                <a:gd name="T102" fmla="*/ 1830 w 1830"/>
                <a:gd name="T103" fmla="*/ 579 h 1111"/>
                <a:gd name="T104" fmla="*/ 1830 w 1830"/>
                <a:gd name="T105" fmla="*/ 569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30" h="1111">
                  <a:moveTo>
                    <a:pt x="1830" y="569"/>
                  </a:moveTo>
                  <a:cubicBezTo>
                    <a:pt x="1830" y="569"/>
                    <a:pt x="1830" y="569"/>
                    <a:pt x="1830" y="569"/>
                  </a:cubicBezTo>
                  <a:cubicBezTo>
                    <a:pt x="1829" y="549"/>
                    <a:pt x="1825" y="529"/>
                    <a:pt x="1819" y="510"/>
                  </a:cubicBezTo>
                  <a:cubicBezTo>
                    <a:pt x="1819" y="509"/>
                    <a:pt x="1818" y="508"/>
                    <a:pt x="1818" y="507"/>
                  </a:cubicBezTo>
                  <a:cubicBezTo>
                    <a:pt x="1802" y="461"/>
                    <a:pt x="1773" y="422"/>
                    <a:pt x="1733" y="395"/>
                  </a:cubicBezTo>
                  <a:cubicBezTo>
                    <a:pt x="1641" y="332"/>
                    <a:pt x="1516" y="348"/>
                    <a:pt x="1442" y="431"/>
                  </a:cubicBezTo>
                  <a:cubicBezTo>
                    <a:pt x="1438" y="410"/>
                    <a:pt x="1432" y="389"/>
                    <a:pt x="1424" y="369"/>
                  </a:cubicBezTo>
                  <a:cubicBezTo>
                    <a:pt x="1366" y="376"/>
                    <a:pt x="1307" y="379"/>
                    <a:pt x="1248" y="376"/>
                  </a:cubicBezTo>
                  <a:cubicBezTo>
                    <a:pt x="1284" y="392"/>
                    <a:pt x="1322" y="406"/>
                    <a:pt x="1360" y="416"/>
                  </a:cubicBezTo>
                  <a:cubicBezTo>
                    <a:pt x="1359" y="421"/>
                    <a:pt x="1359" y="421"/>
                    <a:pt x="1359" y="421"/>
                  </a:cubicBezTo>
                  <a:cubicBezTo>
                    <a:pt x="1316" y="410"/>
                    <a:pt x="1274" y="394"/>
                    <a:pt x="1234" y="374"/>
                  </a:cubicBezTo>
                  <a:cubicBezTo>
                    <a:pt x="1222" y="369"/>
                    <a:pt x="1222" y="369"/>
                    <a:pt x="1222" y="369"/>
                  </a:cubicBezTo>
                  <a:cubicBezTo>
                    <a:pt x="1235" y="370"/>
                    <a:pt x="1235" y="370"/>
                    <a:pt x="1235" y="370"/>
                  </a:cubicBezTo>
                  <a:cubicBezTo>
                    <a:pt x="1298" y="374"/>
                    <a:pt x="1360" y="372"/>
                    <a:pt x="1423" y="364"/>
                  </a:cubicBezTo>
                  <a:cubicBezTo>
                    <a:pt x="1409" y="332"/>
                    <a:pt x="1390" y="302"/>
                    <a:pt x="1367" y="277"/>
                  </a:cubicBezTo>
                  <a:cubicBezTo>
                    <a:pt x="1267" y="266"/>
                    <a:pt x="1167" y="245"/>
                    <a:pt x="1073" y="203"/>
                  </a:cubicBezTo>
                  <a:cubicBezTo>
                    <a:pt x="1076" y="199"/>
                    <a:pt x="1076" y="199"/>
                    <a:pt x="1076" y="199"/>
                  </a:cubicBezTo>
                  <a:cubicBezTo>
                    <a:pt x="1166" y="239"/>
                    <a:pt x="1264" y="260"/>
                    <a:pt x="1362" y="271"/>
                  </a:cubicBezTo>
                  <a:cubicBezTo>
                    <a:pt x="1244" y="144"/>
                    <a:pt x="1045" y="137"/>
                    <a:pt x="917" y="255"/>
                  </a:cubicBezTo>
                  <a:cubicBezTo>
                    <a:pt x="896" y="275"/>
                    <a:pt x="877" y="298"/>
                    <a:pt x="862" y="324"/>
                  </a:cubicBezTo>
                  <a:cubicBezTo>
                    <a:pt x="853" y="234"/>
                    <a:pt x="815" y="149"/>
                    <a:pt x="755" y="81"/>
                  </a:cubicBezTo>
                  <a:cubicBezTo>
                    <a:pt x="701" y="102"/>
                    <a:pt x="645" y="119"/>
                    <a:pt x="589" y="131"/>
                  </a:cubicBezTo>
                  <a:cubicBezTo>
                    <a:pt x="504" y="149"/>
                    <a:pt x="417" y="156"/>
                    <a:pt x="330" y="152"/>
                  </a:cubicBezTo>
                  <a:cubicBezTo>
                    <a:pt x="366" y="168"/>
                    <a:pt x="403" y="182"/>
                    <a:pt x="441" y="192"/>
                  </a:cubicBezTo>
                  <a:cubicBezTo>
                    <a:pt x="440" y="197"/>
                    <a:pt x="440" y="197"/>
                    <a:pt x="440" y="197"/>
                  </a:cubicBezTo>
                  <a:cubicBezTo>
                    <a:pt x="397" y="186"/>
                    <a:pt x="355" y="170"/>
                    <a:pt x="315" y="151"/>
                  </a:cubicBezTo>
                  <a:cubicBezTo>
                    <a:pt x="303" y="145"/>
                    <a:pt x="303" y="145"/>
                    <a:pt x="303" y="145"/>
                  </a:cubicBezTo>
                  <a:cubicBezTo>
                    <a:pt x="316" y="146"/>
                    <a:pt x="316" y="146"/>
                    <a:pt x="316" y="146"/>
                  </a:cubicBezTo>
                  <a:cubicBezTo>
                    <a:pt x="465" y="155"/>
                    <a:pt x="613" y="132"/>
                    <a:pt x="751" y="77"/>
                  </a:cubicBezTo>
                  <a:cubicBezTo>
                    <a:pt x="746" y="71"/>
                    <a:pt x="740" y="66"/>
                    <a:pt x="735" y="60"/>
                  </a:cubicBezTo>
                  <a:cubicBezTo>
                    <a:pt x="563" y="64"/>
                    <a:pt x="375" y="62"/>
                    <a:pt x="205" y="0"/>
                  </a:cubicBezTo>
                  <a:cubicBezTo>
                    <a:pt x="78" y="79"/>
                    <a:pt x="0" y="219"/>
                    <a:pt x="0" y="369"/>
                  </a:cubicBezTo>
                  <a:cubicBezTo>
                    <a:pt x="0" y="450"/>
                    <a:pt x="22" y="562"/>
                    <a:pt x="61" y="674"/>
                  </a:cubicBezTo>
                  <a:cubicBezTo>
                    <a:pt x="78" y="724"/>
                    <a:pt x="99" y="773"/>
                    <a:pt x="122" y="821"/>
                  </a:cubicBezTo>
                  <a:cubicBezTo>
                    <a:pt x="134" y="845"/>
                    <a:pt x="146" y="869"/>
                    <a:pt x="160" y="891"/>
                  </a:cubicBezTo>
                  <a:cubicBezTo>
                    <a:pt x="176" y="919"/>
                    <a:pt x="193" y="945"/>
                    <a:pt x="212" y="970"/>
                  </a:cubicBezTo>
                  <a:cubicBezTo>
                    <a:pt x="216" y="975"/>
                    <a:pt x="219" y="979"/>
                    <a:pt x="223" y="983"/>
                  </a:cubicBezTo>
                  <a:cubicBezTo>
                    <a:pt x="242" y="1008"/>
                    <a:pt x="264" y="1031"/>
                    <a:pt x="288" y="1051"/>
                  </a:cubicBezTo>
                  <a:cubicBezTo>
                    <a:pt x="293" y="1055"/>
                    <a:pt x="298" y="1059"/>
                    <a:pt x="303" y="1063"/>
                  </a:cubicBezTo>
                  <a:cubicBezTo>
                    <a:pt x="316" y="1073"/>
                    <a:pt x="330" y="1082"/>
                    <a:pt x="345" y="1089"/>
                  </a:cubicBezTo>
                  <a:cubicBezTo>
                    <a:pt x="370" y="1102"/>
                    <a:pt x="397" y="1109"/>
                    <a:pt x="425" y="1110"/>
                  </a:cubicBezTo>
                  <a:cubicBezTo>
                    <a:pt x="427" y="1110"/>
                    <a:pt x="429" y="1110"/>
                    <a:pt x="431" y="1110"/>
                  </a:cubicBezTo>
                  <a:cubicBezTo>
                    <a:pt x="431" y="1111"/>
                    <a:pt x="431" y="1111"/>
                    <a:pt x="431" y="1111"/>
                  </a:cubicBezTo>
                  <a:cubicBezTo>
                    <a:pt x="1607" y="1111"/>
                    <a:pt x="1607" y="1111"/>
                    <a:pt x="1607" y="1111"/>
                  </a:cubicBezTo>
                  <a:cubicBezTo>
                    <a:pt x="1607" y="1110"/>
                    <a:pt x="1607" y="1110"/>
                    <a:pt x="1607" y="1110"/>
                  </a:cubicBezTo>
                  <a:cubicBezTo>
                    <a:pt x="1608" y="1110"/>
                    <a:pt x="1608" y="1110"/>
                    <a:pt x="1608" y="1110"/>
                  </a:cubicBezTo>
                  <a:cubicBezTo>
                    <a:pt x="1615" y="1110"/>
                    <a:pt x="1622" y="1109"/>
                    <a:pt x="1628" y="1107"/>
                  </a:cubicBezTo>
                  <a:cubicBezTo>
                    <a:pt x="1670" y="1092"/>
                    <a:pt x="1708" y="1033"/>
                    <a:pt x="1740" y="958"/>
                  </a:cubicBezTo>
                  <a:cubicBezTo>
                    <a:pt x="1747" y="942"/>
                    <a:pt x="1753" y="924"/>
                    <a:pt x="1760" y="906"/>
                  </a:cubicBezTo>
                  <a:cubicBezTo>
                    <a:pt x="1765" y="891"/>
                    <a:pt x="1771" y="874"/>
                    <a:pt x="1776" y="858"/>
                  </a:cubicBezTo>
                  <a:cubicBezTo>
                    <a:pt x="1790" y="811"/>
                    <a:pt x="1803" y="763"/>
                    <a:pt x="1813" y="714"/>
                  </a:cubicBezTo>
                  <a:cubicBezTo>
                    <a:pt x="1824" y="658"/>
                    <a:pt x="1830" y="610"/>
                    <a:pt x="1830" y="579"/>
                  </a:cubicBezTo>
                  <a:cubicBezTo>
                    <a:pt x="1830" y="576"/>
                    <a:pt x="1830" y="573"/>
                    <a:pt x="1830" y="569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9" name="í$ľi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DE2F299-794A-4763-881A-AD829F34F86B}"/>
                </a:ext>
              </a:extLst>
            </p:cNvPr>
            <p:cNvSpPr/>
            <p:nvPr/>
          </p:nvSpPr>
          <p:spPr bwMode="auto">
            <a:xfrm>
              <a:off x="4219415" y="1829158"/>
              <a:ext cx="833746" cy="258294"/>
            </a:xfrm>
            <a:custGeom>
              <a:avLst/>
              <a:gdLst>
                <a:gd name="T0" fmla="*/ 519 w 519"/>
                <a:gd name="T1" fmla="*/ 158 h 161"/>
                <a:gd name="T2" fmla="*/ 0 w 519"/>
                <a:gd name="T3" fmla="*/ 100 h 161"/>
                <a:gd name="T4" fmla="*/ 519 w 519"/>
                <a:gd name="T5" fmla="*/ 158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9" h="161">
                  <a:moveTo>
                    <a:pt x="519" y="158"/>
                  </a:moveTo>
                  <a:cubicBezTo>
                    <a:pt x="378" y="24"/>
                    <a:pt x="167" y="0"/>
                    <a:pt x="0" y="100"/>
                  </a:cubicBezTo>
                  <a:cubicBezTo>
                    <a:pt x="166" y="159"/>
                    <a:pt x="350" y="161"/>
                    <a:pt x="519" y="158"/>
                  </a:cubicBezTo>
                  <a:close/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0" name="ïšļi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61C99B6-F807-47FE-A231-02CB42F787A2}"/>
                </a:ext>
              </a:extLst>
            </p:cNvPr>
            <p:cNvSpPr/>
            <p:nvPr/>
          </p:nvSpPr>
          <p:spPr bwMode="auto">
            <a:xfrm>
              <a:off x="4238743" y="3127657"/>
              <a:ext cx="560516" cy="650128"/>
            </a:xfrm>
            <a:custGeom>
              <a:avLst/>
              <a:gdLst>
                <a:gd name="T0" fmla="*/ 348 w 349"/>
                <a:gd name="T1" fmla="*/ 318 h 405"/>
                <a:gd name="T2" fmla="*/ 167 w 349"/>
                <a:gd name="T3" fmla="*/ 4 h 405"/>
                <a:gd name="T4" fmla="*/ 159 w 349"/>
                <a:gd name="T5" fmla="*/ 1 h 405"/>
                <a:gd name="T6" fmla="*/ 157 w 349"/>
                <a:gd name="T7" fmla="*/ 4 h 405"/>
                <a:gd name="T8" fmla="*/ 0 w 349"/>
                <a:gd name="T9" fmla="*/ 275 h 405"/>
                <a:gd name="T10" fmla="*/ 66 w 349"/>
                <a:gd name="T11" fmla="*/ 343 h 405"/>
                <a:gd name="T12" fmla="*/ 91 w 349"/>
                <a:gd name="T13" fmla="*/ 343 h 405"/>
                <a:gd name="T14" fmla="*/ 97 w 349"/>
                <a:gd name="T15" fmla="*/ 349 h 405"/>
                <a:gd name="T16" fmla="*/ 91 w 349"/>
                <a:gd name="T17" fmla="*/ 355 h 405"/>
                <a:gd name="T18" fmla="*/ 80 w 349"/>
                <a:gd name="T19" fmla="*/ 355 h 405"/>
                <a:gd name="T20" fmla="*/ 122 w 349"/>
                <a:gd name="T21" fmla="*/ 381 h 405"/>
                <a:gd name="T22" fmla="*/ 122 w 349"/>
                <a:gd name="T23" fmla="*/ 367 h 405"/>
                <a:gd name="T24" fmla="*/ 128 w 349"/>
                <a:gd name="T25" fmla="*/ 361 h 405"/>
                <a:gd name="T26" fmla="*/ 128 w 349"/>
                <a:gd name="T27" fmla="*/ 361 h 405"/>
                <a:gd name="T28" fmla="*/ 195 w 349"/>
                <a:gd name="T29" fmla="*/ 361 h 405"/>
                <a:gd name="T30" fmla="*/ 201 w 349"/>
                <a:gd name="T31" fmla="*/ 367 h 405"/>
                <a:gd name="T32" fmla="*/ 201 w 349"/>
                <a:gd name="T33" fmla="*/ 399 h 405"/>
                <a:gd name="T34" fmla="*/ 202 w 349"/>
                <a:gd name="T35" fmla="*/ 402 h 405"/>
                <a:gd name="T36" fmla="*/ 207 w 349"/>
                <a:gd name="T37" fmla="*/ 405 h 405"/>
                <a:gd name="T38" fmla="*/ 277 w 349"/>
                <a:gd name="T39" fmla="*/ 405 h 405"/>
                <a:gd name="T40" fmla="*/ 282 w 349"/>
                <a:gd name="T41" fmla="*/ 403 h 405"/>
                <a:gd name="T42" fmla="*/ 283 w 349"/>
                <a:gd name="T43" fmla="*/ 399 h 405"/>
                <a:gd name="T44" fmla="*/ 283 w 349"/>
                <a:gd name="T45" fmla="*/ 332 h 405"/>
                <a:gd name="T46" fmla="*/ 289 w 349"/>
                <a:gd name="T47" fmla="*/ 327 h 405"/>
                <a:gd name="T48" fmla="*/ 343 w 349"/>
                <a:gd name="T49" fmla="*/ 327 h 405"/>
                <a:gd name="T50" fmla="*/ 349 w 349"/>
                <a:gd name="T51" fmla="*/ 321 h 405"/>
                <a:gd name="T52" fmla="*/ 348 w 349"/>
                <a:gd name="T53" fmla="*/ 318 h 405"/>
                <a:gd name="T54" fmla="*/ 228 w 349"/>
                <a:gd name="T55" fmla="*/ 345 h 405"/>
                <a:gd name="T56" fmla="*/ 232 w 349"/>
                <a:gd name="T57" fmla="*/ 343 h 405"/>
                <a:gd name="T58" fmla="*/ 258 w 349"/>
                <a:gd name="T59" fmla="*/ 343 h 405"/>
                <a:gd name="T60" fmla="*/ 263 w 349"/>
                <a:gd name="T61" fmla="*/ 349 h 405"/>
                <a:gd name="T62" fmla="*/ 258 w 349"/>
                <a:gd name="T63" fmla="*/ 354 h 405"/>
                <a:gd name="T64" fmla="*/ 232 w 349"/>
                <a:gd name="T65" fmla="*/ 354 h 405"/>
                <a:gd name="T66" fmla="*/ 226 w 349"/>
                <a:gd name="T67" fmla="*/ 349 h 405"/>
                <a:gd name="T68" fmla="*/ 228 w 349"/>
                <a:gd name="T69" fmla="*/ 345 h 405"/>
                <a:gd name="T70" fmla="*/ 114 w 349"/>
                <a:gd name="T71" fmla="*/ 228 h 405"/>
                <a:gd name="T72" fmla="*/ 108 w 349"/>
                <a:gd name="T73" fmla="*/ 222 h 405"/>
                <a:gd name="T74" fmla="*/ 108 w 349"/>
                <a:gd name="T75" fmla="*/ 222 h 405"/>
                <a:gd name="T76" fmla="*/ 108 w 349"/>
                <a:gd name="T77" fmla="*/ 178 h 405"/>
                <a:gd name="T78" fmla="*/ 114 w 349"/>
                <a:gd name="T79" fmla="*/ 173 h 405"/>
                <a:gd name="T80" fmla="*/ 114 w 349"/>
                <a:gd name="T81" fmla="*/ 173 h 405"/>
                <a:gd name="T82" fmla="*/ 209 w 349"/>
                <a:gd name="T83" fmla="*/ 173 h 405"/>
                <a:gd name="T84" fmla="*/ 215 w 349"/>
                <a:gd name="T85" fmla="*/ 178 h 405"/>
                <a:gd name="T86" fmla="*/ 215 w 349"/>
                <a:gd name="T87" fmla="*/ 222 h 405"/>
                <a:gd name="T88" fmla="*/ 209 w 349"/>
                <a:gd name="T89" fmla="*/ 228 h 405"/>
                <a:gd name="T90" fmla="*/ 114 w 349"/>
                <a:gd name="T91" fmla="*/ 22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9" h="405">
                  <a:moveTo>
                    <a:pt x="348" y="318"/>
                  </a:moveTo>
                  <a:cubicBezTo>
                    <a:pt x="167" y="4"/>
                    <a:pt x="167" y="4"/>
                    <a:pt x="167" y="4"/>
                  </a:cubicBezTo>
                  <a:cubicBezTo>
                    <a:pt x="165" y="1"/>
                    <a:pt x="161" y="0"/>
                    <a:pt x="159" y="1"/>
                  </a:cubicBezTo>
                  <a:cubicBezTo>
                    <a:pt x="158" y="2"/>
                    <a:pt x="157" y="3"/>
                    <a:pt x="157" y="4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19" y="300"/>
                    <a:pt x="41" y="323"/>
                    <a:pt x="66" y="343"/>
                  </a:cubicBezTo>
                  <a:cubicBezTo>
                    <a:pt x="91" y="343"/>
                    <a:pt x="91" y="343"/>
                    <a:pt x="91" y="343"/>
                  </a:cubicBezTo>
                  <a:cubicBezTo>
                    <a:pt x="94" y="343"/>
                    <a:pt x="97" y="346"/>
                    <a:pt x="97" y="349"/>
                  </a:cubicBezTo>
                  <a:cubicBezTo>
                    <a:pt x="97" y="352"/>
                    <a:pt x="94" y="355"/>
                    <a:pt x="91" y="355"/>
                  </a:cubicBezTo>
                  <a:cubicBezTo>
                    <a:pt x="80" y="355"/>
                    <a:pt x="80" y="355"/>
                    <a:pt x="80" y="355"/>
                  </a:cubicBezTo>
                  <a:cubicBezTo>
                    <a:pt x="93" y="364"/>
                    <a:pt x="108" y="373"/>
                    <a:pt x="122" y="381"/>
                  </a:cubicBezTo>
                  <a:cubicBezTo>
                    <a:pt x="122" y="367"/>
                    <a:pt x="122" y="367"/>
                    <a:pt x="122" y="367"/>
                  </a:cubicBezTo>
                  <a:cubicBezTo>
                    <a:pt x="122" y="364"/>
                    <a:pt x="125" y="361"/>
                    <a:pt x="128" y="361"/>
                  </a:cubicBezTo>
                  <a:cubicBezTo>
                    <a:pt x="128" y="361"/>
                    <a:pt x="128" y="361"/>
                    <a:pt x="128" y="361"/>
                  </a:cubicBezTo>
                  <a:cubicBezTo>
                    <a:pt x="195" y="361"/>
                    <a:pt x="195" y="361"/>
                    <a:pt x="195" y="361"/>
                  </a:cubicBezTo>
                  <a:cubicBezTo>
                    <a:pt x="198" y="361"/>
                    <a:pt x="201" y="364"/>
                    <a:pt x="201" y="367"/>
                  </a:cubicBezTo>
                  <a:cubicBezTo>
                    <a:pt x="201" y="399"/>
                    <a:pt x="201" y="399"/>
                    <a:pt x="201" y="399"/>
                  </a:cubicBezTo>
                  <a:cubicBezTo>
                    <a:pt x="201" y="400"/>
                    <a:pt x="201" y="401"/>
                    <a:pt x="202" y="402"/>
                  </a:cubicBezTo>
                  <a:cubicBezTo>
                    <a:pt x="202" y="404"/>
                    <a:pt x="205" y="405"/>
                    <a:pt x="207" y="405"/>
                  </a:cubicBezTo>
                  <a:cubicBezTo>
                    <a:pt x="277" y="405"/>
                    <a:pt x="277" y="405"/>
                    <a:pt x="277" y="405"/>
                  </a:cubicBezTo>
                  <a:cubicBezTo>
                    <a:pt x="279" y="405"/>
                    <a:pt x="281" y="404"/>
                    <a:pt x="282" y="403"/>
                  </a:cubicBezTo>
                  <a:cubicBezTo>
                    <a:pt x="283" y="402"/>
                    <a:pt x="283" y="401"/>
                    <a:pt x="283" y="399"/>
                  </a:cubicBezTo>
                  <a:cubicBezTo>
                    <a:pt x="283" y="332"/>
                    <a:pt x="283" y="332"/>
                    <a:pt x="283" y="332"/>
                  </a:cubicBezTo>
                  <a:cubicBezTo>
                    <a:pt x="283" y="329"/>
                    <a:pt x="286" y="327"/>
                    <a:pt x="289" y="327"/>
                  </a:cubicBezTo>
                  <a:cubicBezTo>
                    <a:pt x="343" y="327"/>
                    <a:pt x="343" y="327"/>
                    <a:pt x="343" y="327"/>
                  </a:cubicBezTo>
                  <a:cubicBezTo>
                    <a:pt x="346" y="327"/>
                    <a:pt x="349" y="324"/>
                    <a:pt x="349" y="321"/>
                  </a:cubicBezTo>
                  <a:cubicBezTo>
                    <a:pt x="349" y="320"/>
                    <a:pt x="349" y="319"/>
                    <a:pt x="348" y="318"/>
                  </a:cubicBezTo>
                  <a:close/>
                  <a:moveTo>
                    <a:pt x="228" y="345"/>
                  </a:moveTo>
                  <a:cubicBezTo>
                    <a:pt x="229" y="343"/>
                    <a:pt x="231" y="343"/>
                    <a:pt x="232" y="343"/>
                  </a:cubicBezTo>
                  <a:cubicBezTo>
                    <a:pt x="258" y="343"/>
                    <a:pt x="258" y="343"/>
                    <a:pt x="258" y="343"/>
                  </a:cubicBezTo>
                  <a:cubicBezTo>
                    <a:pt x="261" y="343"/>
                    <a:pt x="263" y="345"/>
                    <a:pt x="263" y="349"/>
                  </a:cubicBezTo>
                  <a:cubicBezTo>
                    <a:pt x="263" y="352"/>
                    <a:pt x="261" y="354"/>
                    <a:pt x="258" y="354"/>
                  </a:cubicBezTo>
                  <a:cubicBezTo>
                    <a:pt x="232" y="354"/>
                    <a:pt x="232" y="354"/>
                    <a:pt x="232" y="354"/>
                  </a:cubicBezTo>
                  <a:cubicBezTo>
                    <a:pt x="229" y="354"/>
                    <a:pt x="226" y="352"/>
                    <a:pt x="226" y="349"/>
                  </a:cubicBezTo>
                  <a:cubicBezTo>
                    <a:pt x="226" y="347"/>
                    <a:pt x="227" y="346"/>
                    <a:pt x="228" y="345"/>
                  </a:cubicBezTo>
                  <a:close/>
                  <a:moveTo>
                    <a:pt x="114" y="228"/>
                  </a:moveTo>
                  <a:cubicBezTo>
                    <a:pt x="111" y="228"/>
                    <a:pt x="108" y="226"/>
                    <a:pt x="108" y="222"/>
                  </a:cubicBezTo>
                  <a:cubicBezTo>
                    <a:pt x="108" y="222"/>
                    <a:pt x="108" y="222"/>
                    <a:pt x="108" y="222"/>
                  </a:cubicBezTo>
                  <a:cubicBezTo>
                    <a:pt x="108" y="178"/>
                    <a:pt x="108" y="178"/>
                    <a:pt x="108" y="178"/>
                  </a:cubicBezTo>
                  <a:cubicBezTo>
                    <a:pt x="108" y="175"/>
                    <a:pt x="111" y="173"/>
                    <a:pt x="114" y="173"/>
                  </a:cubicBezTo>
                  <a:cubicBezTo>
                    <a:pt x="114" y="173"/>
                    <a:pt x="114" y="173"/>
                    <a:pt x="114" y="173"/>
                  </a:cubicBezTo>
                  <a:cubicBezTo>
                    <a:pt x="209" y="173"/>
                    <a:pt x="209" y="173"/>
                    <a:pt x="209" y="173"/>
                  </a:cubicBezTo>
                  <a:cubicBezTo>
                    <a:pt x="212" y="173"/>
                    <a:pt x="215" y="175"/>
                    <a:pt x="215" y="178"/>
                  </a:cubicBezTo>
                  <a:cubicBezTo>
                    <a:pt x="215" y="222"/>
                    <a:pt x="215" y="222"/>
                    <a:pt x="215" y="222"/>
                  </a:cubicBezTo>
                  <a:cubicBezTo>
                    <a:pt x="215" y="226"/>
                    <a:pt x="212" y="228"/>
                    <a:pt x="209" y="228"/>
                  </a:cubicBezTo>
                  <a:lnTo>
                    <a:pt x="114" y="228"/>
                  </a:lnTo>
                  <a:close/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1" name="işľî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4B3F42E-840E-4A63-9173-DFBA0E0ED108}"/>
                </a:ext>
              </a:extLst>
            </p:cNvPr>
            <p:cNvSpPr/>
            <p:nvPr/>
          </p:nvSpPr>
          <p:spPr bwMode="auto">
            <a:xfrm>
              <a:off x="4814194" y="2540785"/>
              <a:ext cx="1140360" cy="1234365"/>
            </a:xfrm>
            <a:custGeom>
              <a:avLst/>
              <a:gdLst>
                <a:gd name="T0" fmla="*/ 405 w 710"/>
                <a:gd name="T1" fmla="*/ 7 h 769"/>
                <a:gd name="T2" fmla="*/ 228 w 710"/>
                <a:gd name="T3" fmla="*/ 59 h 769"/>
                <a:gd name="T4" fmla="*/ 0 w 710"/>
                <a:gd name="T5" fmla="*/ 766 h 769"/>
                <a:gd name="T6" fmla="*/ 147 w 710"/>
                <a:gd name="T7" fmla="*/ 680 h 769"/>
                <a:gd name="T8" fmla="*/ 214 w 710"/>
                <a:gd name="T9" fmla="*/ 769 h 769"/>
                <a:gd name="T10" fmla="*/ 560 w 710"/>
                <a:gd name="T11" fmla="*/ 677 h 769"/>
                <a:gd name="T12" fmla="*/ 710 w 710"/>
                <a:gd name="T13" fmla="*/ 766 h 769"/>
                <a:gd name="T14" fmla="*/ 31 w 710"/>
                <a:gd name="T15" fmla="*/ 650 h 769"/>
                <a:gd name="T16" fmla="*/ 119 w 710"/>
                <a:gd name="T17" fmla="*/ 615 h 769"/>
                <a:gd name="T18" fmla="*/ 31 w 710"/>
                <a:gd name="T19" fmla="*/ 572 h 769"/>
                <a:gd name="T20" fmla="*/ 122 w 710"/>
                <a:gd name="T21" fmla="*/ 570 h 769"/>
                <a:gd name="T22" fmla="*/ 29 w 710"/>
                <a:gd name="T23" fmla="*/ 492 h 769"/>
                <a:gd name="T24" fmla="*/ 122 w 710"/>
                <a:gd name="T25" fmla="*/ 462 h 769"/>
                <a:gd name="T26" fmla="*/ 29 w 710"/>
                <a:gd name="T27" fmla="*/ 415 h 769"/>
                <a:gd name="T28" fmla="*/ 122 w 710"/>
                <a:gd name="T29" fmla="*/ 384 h 769"/>
                <a:gd name="T30" fmla="*/ 29 w 710"/>
                <a:gd name="T31" fmla="*/ 337 h 769"/>
                <a:gd name="T32" fmla="*/ 122 w 710"/>
                <a:gd name="T33" fmla="*/ 259 h 769"/>
                <a:gd name="T34" fmla="*/ 29 w 710"/>
                <a:gd name="T35" fmla="*/ 229 h 769"/>
                <a:gd name="T36" fmla="*/ 122 w 710"/>
                <a:gd name="T37" fmla="*/ 259 h 769"/>
                <a:gd name="T38" fmla="*/ 29 w 710"/>
                <a:gd name="T39" fmla="*/ 182 h 769"/>
                <a:gd name="T40" fmla="*/ 122 w 710"/>
                <a:gd name="T41" fmla="*/ 152 h 769"/>
                <a:gd name="T42" fmla="*/ 237 w 710"/>
                <a:gd name="T43" fmla="*/ 647 h 769"/>
                <a:gd name="T44" fmla="*/ 330 w 710"/>
                <a:gd name="T45" fmla="*/ 617 h 769"/>
                <a:gd name="T46" fmla="*/ 237 w 710"/>
                <a:gd name="T47" fmla="*/ 570 h 769"/>
                <a:gd name="T48" fmla="*/ 330 w 710"/>
                <a:gd name="T49" fmla="*/ 492 h 769"/>
                <a:gd name="T50" fmla="*/ 237 w 710"/>
                <a:gd name="T51" fmla="*/ 462 h 769"/>
                <a:gd name="T52" fmla="*/ 330 w 710"/>
                <a:gd name="T53" fmla="*/ 492 h 769"/>
                <a:gd name="T54" fmla="*/ 237 w 710"/>
                <a:gd name="T55" fmla="*/ 415 h 769"/>
                <a:gd name="T56" fmla="*/ 330 w 710"/>
                <a:gd name="T57" fmla="*/ 385 h 769"/>
                <a:gd name="T58" fmla="*/ 237 w 710"/>
                <a:gd name="T59" fmla="*/ 307 h 769"/>
                <a:gd name="T60" fmla="*/ 328 w 710"/>
                <a:gd name="T61" fmla="*/ 262 h 769"/>
                <a:gd name="T62" fmla="*/ 240 w 710"/>
                <a:gd name="T63" fmla="*/ 227 h 769"/>
                <a:gd name="T64" fmla="*/ 330 w 710"/>
                <a:gd name="T65" fmla="*/ 182 h 769"/>
                <a:gd name="T66" fmla="*/ 237 w 710"/>
                <a:gd name="T67" fmla="*/ 152 h 769"/>
                <a:gd name="T68" fmla="*/ 330 w 710"/>
                <a:gd name="T69" fmla="*/ 182 h 769"/>
                <a:gd name="T70" fmla="*/ 382 w 710"/>
                <a:gd name="T71" fmla="*/ 615 h 769"/>
                <a:gd name="T72" fmla="*/ 382 w 710"/>
                <a:gd name="T73" fmla="*/ 572 h 769"/>
                <a:gd name="T74" fmla="*/ 473 w 710"/>
                <a:gd name="T75" fmla="*/ 570 h 769"/>
                <a:gd name="T76" fmla="*/ 382 w 710"/>
                <a:gd name="T77" fmla="*/ 460 h 769"/>
                <a:gd name="T78" fmla="*/ 382 w 710"/>
                <a:gd name="T79" fmla="*/ 417 h 769"/>
                <a:gd name="T80" fmla="*/ 473 w 710"/>
                <a:gd name="T81" fmla="*/ 415 h 769"/>
                <a:gd name="T82" fmla="*/ 382 w 710"/>
                <a:gd name="T83" fmla="*/ 305 h 769"/>
                <a:gd name="T84" fmla="*/ 382 w 710"/>
                <a:gd name="T85" fmla="*/ 262 h 769"/>
                <a:gd name="T86" fmla="*/ 473 w 710"/>
                <a:gd name="T87" fmla="*/ 259 h 769"/>
                <a:gd name="T88" fmla="*/ 382 w 710"/>
                <a:gd name="T89" fmla="*/ 149 h 769"/>
                <a:gd name="T90" fmla="*/ 591 w 710"/>
                <a:gd name="T91" fmla="*/ 650 h 769"/>
                <a:gd name="T92" fmla="*/ 679 w 710"/>
                <a:gd name="T93" fmla="*/ 615 h 769"/>
                <a:gd name="T94" fmla="*/ 588 w 710"/>
                <a:gd name="T95" fmla="*/ 570 h 769"/>
                <a:gd name="T96" fmla="*/ 681 w 710"/>
                <a:gd name="T97" fmla="*/ 492 h 769"/>
                <a:gd name="T98" fmla="*/ 591 w 710"/>
                <a:gd name="T99" fmla="*/ 460 h 769"/>
                <a:gd name="T100" fmla="*/ 679 w 710"/>
                <a:gd name="T101" fmla="*/ 417 h 769"/>
                <a:gd name="T102" fmla="*/ 591 w 710"/>
                <a:gd name="T103" fmla="*/ 382 h 769"/>
                <a:gd name="T104" fmla="*/ 591 w 710"/>
                <a:gd name="T105" fmla="*/ 339 h 769"/>
                <a:gd name="T106" fmla="*/ 681 w 710"/>
                <a:gd name="T107" fmla="*/ 307 h 769"/>
                <a:gd name="T108" fmla="*/ 588 w 710"/>
                <a:gd name="T109" fmla="*/ 259 h 769"/>
                <a:gd name="T110" fmla="*/ 681 w 710"/>
                <a:gd name="T111" fmla="*/ 259 h 769"/>
                <a:gd name="T112" fmla="*/ 588 w 710"/>
                <a:gd name="T113" fmla="*/ 152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10" h="769">
                  <a:moveTo>
                    <a:pt x="708" y="119"/>
                  </a:moveTo>
                  <a:cubicBezTo>
                    <a:pt x="483" y="119"/>
                    <a:pt x="483" y="119"/>
                    <a:pt x="483" y="119"/>
                  </a:cubicBezTo>
                  <a:cubicBezTo>
                    <a:pt x="483" y="71"/>
                    <a:pt x="483" y="71"/>
                    <a:pt x="483" y="71"/>
                  </a:cubicBezTo>
                  <a:cubicBezTo>
                    <a:pt x="483" y="64"/>
                    <a:pt x="478" y="59"/>
                    <a:pt x="471" y="59"/>
                  </a:cubicBezTo>
                  <a:cubicBezTo>
                    <a:pt x="405" y="59"/>
                    <a:pt x="405" y="59"/>
                    <a:pt x="405" y="59"/>
                  </a:cubicBezTo>
                  <a:cubicBezTo>
                    <a:pt x="405" y="7"/>
                    <a:pt x="405" y="7"/>
                    <a:pt x="405" y="7"/>
                  </a:cubicBezTo>
                  <a:cubicBezTo>
                    <a:pt x="405" y="3"/>
                    <a:pt x="402" y="0"/>
                    <a:pt x="398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09" y="0"/>
                    <a:pt x="306" y="3"/>
                    <a:pt x="306" y="7"/>
                  </a:cubicBezTo>
                  <a:cubicBezTo>
                    <a:pt x="306" y="59"/>
                    <a:pt x="306" y="59"/>
                    <a:pt x="306" y="59"/>
                  </a:cubicBezTo>
                  <a:cubicBezTo>
                    <a:pt x="228" y="59"/>
                    <a:pt x="228" y="59"/>
                    <a:pt x="228" y="59"/>
                  </a:cubicBezTo>
                  <a:cubicBezTo>
                    <a:pt x="222" y="59"/>
                    <a:pt x="217" y="64"/>
                    <a:pt x="217" y="71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1" y="119"/>
                    <a:pt x="0" y="120"/>
                    <a:pt x="0" y="121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766"/>
                    <a:pt x="0" y="766"/>
                    <a:pt x="0" y="766"/>
                  </a:cubicBezTo>
                  <a:cubicBezTo>
                    <a:pt x="0" y="768"/>
                    <a:pt x="1" y="769"/>
                    <a:pt x="2" y="769"/>
                  </a:cubicBezTo>
                  <a:cubicBezTo>
                    <a:pt x="2" y="769"/>
                    <a:pt x="2" y="769"/>
                    <a:pt x="2" y="769"/>
                  </a:cubicBezTo>
                  <a:cubicBezTo>
                    <a:pt x="145" y="769"/>
                    <a:pt x="145" y="769"/>
                    <a:pt x="145" y="769"/>
                  </a:cubicBezTo>
                  <a:cubicBezTo>
                    <a:pt x="146" y="769"/>
                    <a:pt x="147" y="768"/>
                    <a:pt x="147" y="766"/>
                  </a:cubicBezTo>
                  <a:cubicBezTo>
                    <a:pt x="147" y="766"/>
                    <a:pt x="147" y="766"/>
                    <a:pt x="147" y="766"/>
                  </a:cubicBezTo>
                  <a:cubicBezTo>
                    <a:pt x="147" y="680"/>
                    <a:pt x="147" y="680"/>
                    <a:pt x="147" y="680"/>
                  </a:cubicBezTo>
                  <a:cubicBezTo>
                    <a:pt x="147" y="678"/>
                    <a:pt x="148" y="677"/>
                    <a:pt x="150" y="677"/>
                  </a:cubicBezTo>
                  <a:cubicBezTo>
                    <a:pt x="210" y="677"/>
                    <a:pt x="210" y="677"/>
                    <a:pt x="210" y="677"/>
                  </a:cubicBezTo>
                  <a:cubicBezTo>
                    <a:pt x="211" y="677"/>
                    <a:pt x="212" y="678"/>
                    <a:pt x="212" y="680"/>
                  </a:cubicBezTo>
                  <a:cubicBezTo>
                    <a:pt x="212" y="766"/>
                    <a:pt x="212" y="766"/>
                    <a:pt x="212" y="766"/>
                  </a:cubicBezTo>
                  <a:cubicBezTo>
                    <a:pt x="212" y="768"/>
                    <a:pt x="213" y="769"/>
                    <a:pt x="214" y="769"/>
                  </a:cubicBezTo>
                  <a:cubicBezTo>
                    <a:pt x="214" y="769"/>
                    <a:pt x="214" y="769"/>
                    <a:pt x="214" y="769"/>
                  </a:cubicBezTo>
                  <a:cubicBezTo>
                    <a:pt x="496" y="769"/>
                    <a:pt x="496" y="769"/>
                    <a:pt x="496" y="769"/>
                  </a:cubicBezTo>
                  <a:cubicBezTo>
                    <a:pt x="497" y="769"/>
                    <a:pt x="498" y="768"/>
                    <a:pt x="498" y="766"/>
                  </a:cubicBezTo>
                  <a:cubicBezTo>
                    <a:pt x="498" y="680"/>
                    <a:pt x="498" y="680"/>
                    <a:pt x="498" y="680"/>
                  </a:cubicBezTo>
                  <a:cubicBezTo>
                    <a:pt x="498" y="678"/>
                    <a:pt x="499" y="677"/>
                    <a:pt x="500" y="677"/>
                  </a:cubicBezTo>
                  <a:cubicBezTo>
                    <a:pt x="500" y="677"/>
                    <a:pt x="500" y="677"/>
                    <a:pt x="500" y="677"/>
                  </a:cubicBezTo>
                  <a:cubicBezTo>
                    <a:pt x="560" y="677"/>
                    <a:pt x="560" y="677"/>
                    <a:pt x="560" y="677"/>
                  </a:cubicBezTo>
                  <a:cubicBezTo>
                    <a:pt x="562" y="677"/>
                    <a:pt x="563" y="678"/>
                    <a:pt x="563" y="680"/>
                  </a:cubicBezTo>
                  <a:cubicBezTo>
                    <a:pt x="563" y="680"/>
                    <a:pt x="563" y="680"/>
                    <a:pt x="563" y="680"/>
                  </a:cubicBezTo>
                  <a:cubicBezTo>
                    <a:pt x="563" y="766"/>
                    <a:pt x="563" y="766"/>
                    <a:pt x="563" y="766"/>
                  </a:cubicBezTo>
                  <a:cubicBezTo>
                    <a:pt x="563" y="768"/>
                    <a:pt x="564" y="769"/>
                    <a:pt x="565" y="769"/>
                  </a:cubicBezTo>
                  <a:cubicBezTo>
                    <a:pt x="707" y="769"/>
                    <a:pt x="707" y="769"/>
                    <a:pt x="707" y="769"/>
                  </a:cubicBezTo>
                  <a:cubicBezTo>
                    <a:pt x="709" y="769"/>
                    <a:pt x="710" y="768"/>
                    <a:pt x="710" y="766"/>
                  </a:cubicBezTo>
                  <a:cubicBezTo>
                    <a:pt x="710" y="122"/>
                    <a:pt x="710" y="122"/>
                    <a:pt x="710" y="122"/>
                  </a:cubicBezTo>
                  <a:cubicBezTo>
                    <a:pt x="710" y="120"/>
                    <a:pt x="709" y="119"/>
                    <a:pt x="708" y="119"/>
                  </a:cubicBezTo>
                  <a:moveTo>
                    <a:pt x="122" y="647"/>
                  </a:moveTo>
                  <a:cubicBezTo>
                    <a:pt x="122" y="649"/>
                    <a:pt x="121" y="650"/>
                    <a:pt x="119" y="650"/>
                  </a:cubicBezTo>
                  <a:cubicBezTo>
                    <a:pt x="119" y="650"/>
                    <a:pt x="119" y="650"/>
                    <a:pt x="119" y="650"/>
                  </a:cubicBezTo>
                  <a:cubicBezTo>
                    <a:pt x="31" y="650"/>
                    <a:pt x="31" y="650"/>
                    <a:pt x="31" y="650"/>
                  </a:cubicBezTo>
                  <a:cubicBezTo>
                    <a:pt x="30" y="650"/>
                    <a:pt x="29" y="649"/>
                    <a:pt x="29" y="647"/>
                  </a:cubicBezTo>
                  <a:cubicBezTo>
                    <a:pt x="29" y="647"/>
                    <a:pt x="29" y="647"/>
                    <a:pt x="29" y="647"/>
                  </a:cubicBezTo>
                  <a:cubicBezTo>
                    <a:pt x="29" y="617"/>
                    <a:pt x="29" y="617"/>
                    <a:pt x="29" y="617"/>
                  </a:cubicBezTo>
                  <a:cubicBezTo>
                    <a:pt x="29" y="616"/>
                    <a:pt x="30" y="615"/>
                    <a:pt x="31" y="615"/>
                  </a:cubicBezTo>
                  <a:cubicBezTo>
                    <a:pt x="31" y="615"/>
                    <a:pt x="31" y="615"/>
                    <a:pt x="31" y="615"/>
                  </a:cubicBezTo>
                  <a:cubicBezTo>
                    <a:pt x="119" y="615"/>
                    <a:pt x="119" y="615"/>
                    <a:pt x="119" y="615"/>
                  </a:cubicBezTo>
                  <a:cubicBezTo>
                    <a:pt x="121" y="615"/>
                    <a:pt x="122" y="616"/>
                    <a:pt x="122" y="617"/>
                  </a:cubicBezTo>
                  <a:cubicBezTo>
                    <a:pt x="122" y="617"/>
                    <a:pt x="122" y="617"/>
                    <a:pt x="122" y="617"/>
                  </a:cubicBezTo>
                  <a:cubicBezTo>
                    <a:pt x="122" y="647"/>
                    <a:pt x="122" y="647"/>
                    <a:pt x="122" y="647"/>
                  </a:cubicBezTo>
                  <a:moveTo>
                    <a:pt x="122" y="570"/>
                  </a:moveTo>
                  <a:cubicBezTo>
                    <a:pt x="122" y="571"/>
                    <a:pt x="121" y="572"/>
                    <a:pt x="119" y="572"/>
                  </a:cubicBezTo>
                  <a:cubicBezTo>
                    <a:pt x="31" y="572"/>
                    <a:pt x="31" y="572"/>
                    <a:pt x="31" y="572"/>
                  </a:cubicBezTo>
                  <a:cubicBezTo>
                    <a:pt x="30" y="572"/>
                    <a:pt x="29" y="571"/>
                    <a:pt x="29" y="570"/>
                  </a:cubicBezTo>
                  <a:cubicBezTo>
                    <a:pt x="29" y="540"/>
                    <a:pt x="29" y="540"/>
                    <a:pt x="29" y="540"/>
                  </a:cubicBezTo>
                  <a:cubicBezTo>
                    <a:pt x="29" y="538"/>
                    <a:pt x="30" y="537"/>
                    <a:pt x="31" y="537"/>
                  </a:cubicBezTo>
                  <a:cubicBezTo>
                    <a:pt x="119" y="537"/>
                    <a:pt x="119" y="537"/>
                    <a:pt x="119" y="537"/>
                  </a:cubicBezTo>
                  <a:cubicBezTo>
                    <a:pt x="121" y="537"/>
                    <a:pt x="122" y="538"/>
                    <a:pt x="122" y="540"/>
                  </a:cubicBezTo>
                  <a:cubicBezTo>
                    <a:pt x="122" y="570"/>
                    <a:pt x="122" y="570"/>
                    <a:pt x="122" y="570"/>
                  </a:cubicBezTo>
                  <a:moveTo>
                    <a:pt x="122" y="492"/>
                  </a:moveTo>
                  <a:cubicBezTo>
                    <a:pt x="122" y="493"/>
                    <a:pt x="121" y="494"/>
                    <a:pt x="119" y="494"/>
                  </a:cubicBezTo>
                  <a:cubicBezTo>
                    <a:pt x="119" y="494"/>
                    <a:pt x="119" y="494"/>
                    <a:pt x="119" y="494"/>
                  </a:cubicBezTo>
                  <a:cubicBezTo>
                    <a:pt x="31" y="494"/>
                    <a:pt x="31" y="494"/>
                    <a:pt x="31" y="494"/>
                  </a:cubicBezTo>
                  <a:cubicBezTo>
                    <a:pt x="30" y="494"/>
                    <a:pt x="29" y="493"/>
                    <a:pt x="29" y="492"/>
                  </a:cubicBezTo>
                  <a:cubicBezTo>
                    <a:pt x="29" y="492"/>
                    <a:pt x="29" y="492"/>
                    <a:pt x="29" y="492"/>
                  </a:cubicBezTo>
                  <a:cubicBezTo>
                    <a:pt x="29" y="462"/>
                    <a:pt x="29" y="462"/>
                    <a:pt x="29" y="462"/>
                  </a:cubicBezTo>
                  <a:cubicBezTo>
                    <a:pt x="29" y="461"/>
                    <a:pt x="30" y="460"/>
                    <a:pt x="31" y="460"/>
                  </a:cubicBezTo>
                  <a:cubicBezTo>
                    <a:pt x="31" y="460"/>
                    <a:pt x="31" y="460"/>
                    <a:pt x="31" y="460"/>
                  </a:cubicBezTo>
                  <a:cubicBezTo>
                    <a:pt x="119" y="460"/>
                    <a:pt x="119" y="460"/>
                    <a:pt x="119" y="460"/>
                  </a:cubicBezTo>
                  <a:cubicBezTo>
                    <a:pt x="121" y="460"/>
                    <a:pt x="122" y="461"/>
                    <a:pt x="122" y="462"/>
                  </a:cubicBezTo>
                  <a:cubicBezTo>
                    <a:pt x="122" y="462"/>
                    <a:pt x="122" y="462"/>
                    <a:pt x="122" y="462"/>
                  </a:cubicBezTo>
                  <a:cubicBezTo>
                    <a:pt x="122" y="492"/>
                    <a:pt x="122" y="492"/>
                    <a:pt x="122" y="492"/>
                  </a:cubicBezTo>
                  <a:moveTo>
                    <a:pt x="122" y="415"/>
                  </a:moveTo>
                  <a:cubicBezTo>
                    <a:pt x="122" y="416"/>
                    <a:pt x="121" y="417"/>
                    <a:pt x="119" y="417"/>
                  </a:cubicBezTo>
                  <a:cubicBezTo>
                    <a:pt x="119" y="417"/>
                    <a:pt x="119" y="417"/>
                    <a:pt x="119" y="417"/>
                  </a:cubicBezTo>
                  <a:cubicBezTo>
                    <a:pt x="31" y="417"/>
                    <a:pt x="31" y="417"/>
                    <a:pt x="31" y="417"/>
                  </a:cubicBezTo>
                  <a:cubicBezTo>
                    <a:pt x="30" y="417"/>
                    <a:pt x="29" y="416"/>
                    <a:pt x="29" y="415"/>
                  </a:cubicBezTo>
                  <a:cubicBezTo>
                    <a:pt x="29" y="415"/>
                    <a:pt x="29" y="415"/>
                    <a:pt x="29" y="415"/>
                  </a:cubicBezTo>
                  <a:cubicBezTo>
                    <a:pt x="29" y="385"/>
                    <a:pt x="29" y="385"/>
                    <a:pt x="29" y="385"/>
                  </a:cubicBezTo>
                  <a:cubicBezTo>
                    <a:pt x="29" y="383"/>
                    <a:pt x="30" y="382"/>
                    <a:pt x="31" y="382"/>
                  </a:cubicBezTo>
                  <a:cubicBezTo>
                    <a:pt x="31" y="382"/>
                    <a:pt x="31" y="382"/>
                    <a:pt x="31" y="382"/>
                  </a:cubicBezTo>
                  <a:cubicBezTo>
                    <a:pt x="119" y="382"/>
                    <a:pt x="119" y="382"/>
                    <a:pt x="119" y="382"/>
                  </a:cubicBezTo>
                  <a:cubicBezTo>
                    <a:pt x="121" y="382"/>
                    <a:pt x="122" y="383"/>
                    <a:pt x="122" y="384"/>
                  </a:cubicBezTo>
                  <a:cubicBezTo>
                    <a:pt x="122" y="385"/>
                    <a:pt x="122" y="385"/>
                    <a:pt x="122" y="385"/>
                  </a:cubicBezTo>
                  <a:cubicBezTo>
                    <a:pt x="122" y="415"/>
                    <a:pt x="122" y="415"/>
                    <a:pt x="122" y="415"/>
                  </a:cubicBezTo>
                  <a:moveTo>
                    <a:pt x="122" y="337"/>
                  </a:moveTo>
                  <a:cubicBezTo>
                    <a:pt x="122" y="338"/>
                    <a:pt x="121" y="339"/>
                    <a:pt x="119" y="339"/>
                  </a:cubicBezTo>
                  <a:cubicBezTo>
                    <a:pt x="31" y="339"/>
                    <a:pt x="31" y="339"/>
                    <a:pt x="31" y="339"/>
                  </a:cubicBezTo>
                  <a:cubicBezTo>
                    <a:pt x="30" y="339"/>
                    <a:pt x="29" y="338"/>
                    <a:pt x="29" y="337"/>
                  </a:cubicBezTo>
                  <a:cubicBezTo>
                    <a:pt x="29" y="307"/>
                    <a:pt x="29" y="307"/>
                    <a:pt x="29" y="307"/>
                  </a:cubicBezTo>
                  <a:cubicBezTo>
                    <a:pt x="29" y="306"/>
                    <a:pt x="30" y="305"/>
                    <a:pt x="31" y="305"/>
                  </a:cubicBezTo>
                  <a:cubicBezTo>
                    <a:pt x="119" y="305"/>
                    <a:pt x="119" y="305"/>
                    <a:pt x="119" y="305"/>
                  </a:cubicBezTo>
                  <a:cubicBezTo>
                    <a:pt x="121" y="305"/>
                    <a:pt x="122" y="306"/>
                    <a:pt x="122" y="307"/>
                  </a:cubicBezTo>
                  <a:cubicBezTo>
                    <a:pt x="122" y="337"/>
                    <a:pt x="122" y="337"/>
                    <a:pt x="122" y="337"/>
                  </a:cubicBezTo>
                  <a:moveTo>
                    <a:pt x="122" y="259"/>
                  </a:moveTo>
                  <a:cubicBezTo>
                    <a:pt x="122" y="261"/>
                    <a:pt x="121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31" y="262"/>
                    <a:pt x="31" y="262"/>
                    <a:pt x="31" y="262"/>
                  </a:cubicBezTo>
                  <a:cubicBezTo>
                    <a:pt x="30" y="262"/>
                    <a:pt x="29" y="261"/>
                    <a:pt x="29" y="259"/>
                  </a:cubicBezTo>
                  <a:cubicBezTo>
                    <a:pt x="29" y="259"/>
                    <a:pt x="29" y="259"/>
                    <a:pt x="29" y="259"/>
                  </a:cubicBezTo>
                  <a:cubicBezTo>
                    <a:pt x="29" y="229"/>
                    <a:pt x="29" y="229"/>
                    <a:pt x="29" y="229"/>
                  </a:cubicBezTo>
                  <a:cubicBezTo>
                    <a:pt x="29" y="228"/>
                    <a:pt x="30" y="227"/>
                    <a:pt x="31" y="227"/>
                  </a:cubicBezTo>
                  <a:cubicBezTo>
                    <a:pt x="31" y="227"/>
                    <a:pt x="31" y="227"/>
                    <a:pt x="31" y="227"/>
                  </a:cubicBezTo>
                  <a:cubicBezTo>
                    <a:pt x="119" y="227"/>
                    <a:pt x="119" y="227"/>
                    <a:pt x="119" y="227"/>
                  </a:cubicBezTo>
                  <a:cubicBezTo>
                    <a:pt x="121" y="227"/>
                    <a:pt x="122" y="228"/>
                    <a:pt x="122" y="229"/>
                  </a:cubicBezTo>
                  <a:cubicBezTo>
                    <a:pt x="122" y="229"/>
                    <a:pt x="122" y="229"/>
                    <a:pt x="122" y="229"/>
                  </a:cubicBezTo>
                  <a:cubicBezTo>
                    <a:pt x="122" y="259"/>
                    <a:pt x="122" y="259"/>
                    <a:pt x="122" y="259"/>
                  </a:cubicBezTo>
                  <a:moveTo>
                    <a:pt x="122" y="182"/>
                  </a:moveTo>
                  <a:cubicBezTo>
                    <a:pt x="122" y="183"/>
                    <a:pt x="121" y="184"/>
                    <a:pt x="119" y="184"/>
                  </a:cubicBezTo>
                  <a:cubicBezTo>
                    <a:pt x="119" y="184"/>
                    <a:pt x="119" y="184"/>
                    <a:pt x="119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0" y="184"/>
                    <a:pt x="29" y="183"/>
                    <a:pt x="29" y="182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52"/>
                    <a:pt x="29" y="152"/>
                    <a:pt x="29" y="152"/>
                  </a:cubicBezTo>
                  <a:cubicBezTo>
                    <a:pt x="29" y="151"/>
                    <a:pt x="30" y="149"/>
                    <a:pt x="31" y="149"/>
                  </a:cubicBezTo>
                  <a:cubicBezTo>
                    <a:pt x="31" y="149"/>
                    <a:pt x="31" y="149"/>
                    <a:pt x="31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21" y="149"/>
                    <a:pt x="122" y="150"/>
                    <a:pt x="122" y="152"/>
                  </a:cubicBezTo>
                  <a:cubicBezTo>
                    <a:pt x="122" y="152"/>
                    <a:pt x="122" y="152"/>
                    <a:pt x="122" y="152"/>
                  </a:cubicBezTo>
                  <a:cubicBezTo>
                    <a:pt x="122" y="182"/>
                    <a:pt x="122" y="182"/>
                    <a:pt x="122" y="182"/>
                  </a:cubicBezTo>
                  <a:moveTo>
                    <a:pt x="330" y="647"/>
                  </a:moveTo>
                  <a:cubicBezTo>
                    <a:pt x="330" y="649"/>
                    <a:pt x="329" y="650"/>
                    <a:pt x="328" y="650"/>
                  </a:cubicBezTo>
                  <a:cubicBezTo>
                    <a:pt x="328" y="650"/>
                    <a:pt x="328" y="650"/>
                    <a:pt x="328" y="650"/>
                  </a:cubicBezTo>
                  <a:cubicBezTo>
                    <a:pt x="240" y="650"/>
                    <a:pt x="240" y="650"/>
                    <a:pt x="240" y="650"/>
                  </a:cubicBezTo>
                  <a:cubicBezTo>
                    <a:pt x="238" y="650"/>
                    <a:pt x="237" y="649"/>
                    <a:pt x="237" y="647"/>
                  </a:cubicBezTo>
                  <a:cubicBezTo>
                    <a:pt x="237" y="647"/>
                    <a:pt x="237" y="647"/>
                    <a:pt x="237" y="647"/>
                  </a:cubicBezTo>
                  <a:cubicBezTo>
                    <a:pt x="237" y="617"/>
                    <a:pt x="237" y="617"/>
                    <a:pt x="237" y="617"/>
                  </a:cubicBezTo>
                  <a:cubicBezTo>
                    <a:pt x="237" y="616"/>
                    <a:pt x="238" y="615"/>
                    <a:pt x="240" y="615"/>
                  </a:cubicBezTo>
                  <a:cubicBezTo>
                    <a:pt x="240" y="615"/>
                    <a:pt x="240" y="615"/>
                    <a:pt x="240" y="615"/>
                  </a:cubicBezTo>
                  <a:cubicBezTo>
                    <a:pt x="328" y="615"/>
                    <a:pt x="328" y="615"/>
                    <a:pt x="328" y="615"/>
                  </a:cubicBezTo>
                  <a:cubicBezTo>
                    <a:pt x="329" y="615"/>
                    <a:pt x="330" y="616"/>
                    <a:pt x="330" y="617"/>
                  </a:cubicBezTo>
                  <a:cubicBezTo>
                    <a:pt x="330" y="617"/>
                    <a:pt x="330" y="617"/>
                    <a:pt x="330" y="617"/>
                  </a:cubicBezTo>
                  <a:cubicBezTo>
                    <a:pt x="330" y="647"/>
                    <a:pt x="330" y="647"/>
                    <a:pt x="330" y="647"/>
                  </a:cubicBezTo>
                  <a:moveTo>
                    <a:pt x="330" y="570"/>
                  </a:moveTo>
                  <a:cubicBezTo>
                    <a:pt x="330" y="571"/>
                    <a:pt x="329" y="572"/>
                    <a:pt x="328" y="572"/>
                  </a:cubicBezTo>
                  <a:cubicBezTo>
                    <a:pt x="240" y="572"/>
                    <a:pt x="240" y="572"/>
                    <a:pt x="240" y="572"/>
                  </a:cubicBezTo>
                  <a:cubicBezTo>
                    <a:pt x="238" y="572"/>
                    <a:pt x="237" y="571"/>
                    <a:pt x="237" y="570"/>
                  </a:cubicBezTo>
                  <a:cubicBezTo>
                    <a:pt x="237" y="540"/>
                    <a:pt x="237" y="540"/>
                    <a:pt x="237" y="540"/>
                  </a:cubicBezTo>
                  <a:cubicBezTo>
                    <a:pt x="237" y="538"/>
                    <a:pt x="238" y="537"/>
                    <a:pt x="240" y="537"/>
                  </a:cubicBezTo>
                  <a:cubicBezTo>
                    <a:pt x="328" y="537"/>
                    <a:pt x="328" y="537"/>
                    <a:pt x="328" y="537"/>
                  </a:cubicBezTo>
                  <a:cubicBezTo>
                    <a:pt x="329" y="537"/>
                    <a:pt x="330" y="538"/>
                    <a:pt x="330" y="540"/>
                  </a:cubicBezTo>
                  <a:cubicBezTo>
                    <a:pt x="330" y="570"/>
                    <a:pt x="330" y="570"/>
                    <a:pt x="330" y="570"/>
                  </a:cubicBezTo>
                  <a:moveTo>
                    <a:pt x="330" y="492"/>
                  </a:moveTo>
                  <a:cubicBezTo>
                    <a:pt x="330" y="493"/>
                    <a:pt x="329" y="494"/>
                    <a:pt x="328" y="494"/>
                  </a:cubicBezTo>
                  <a:cubicBezTo>
                    <a:pt x="328" y="494"/>
                    <a:pt x="328" y="494"/>
                    <a:pt x="328" y="494"/>
                  </a:cubicBezTo>
                  <a:cubicBezTo>
                    <a:pt x="240" y="494"/>
                    <a:pt x="240" y="494"/>
                    <a:pt x="240" y="494"/>
                  </a:cubicBezTo>
                  <a:cubicBezTo>
                    <a:pt x="238" y="494"/>
                    <a:pt x="237" y="493"/>
                    <a:pt x="237" y="492"/>
                  </a:cubicBezTo>
                  <a:cubicBezTo>
                    <a:pt x="237" y="492"/>
                    <a:pt x="237" y="492"/>
                    <a:pt x="237" y="492"/>
                  </a:cubicBezTo>
                  <a:cubicBezTo>
                    <a:pt x="237" y="462"/>
                    <a:pt x="237" y="462"/>
                    <a:pt x="237" y="462"/>
                  </a:cubicBezTo>
                  <a:cubicBezTo>
                    <a:pt x="237" y="461"/>
                    <a:pt x="238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328" y="460"/>
                    <a:pt x="328" y="460"/>
                    <a:pt x="328" y="460"/>
                  </a:cubicBezTo>
                  <a:cubicBezTo>
                    <a:pt x="329" y="460"/>
                    <a:pt x="330" y="461"/>
                    <a:pt x="330" y="462"/>
                  </a:cubicBezTo>
                  <a:cubicBezTo>
                    <a:pt x="330" y="462"/>
                    <a:pt x="330" y="462"/>
                    <a:pt x="330" y="462"/>
                  </a:cubicBezTo>
                  <a:cubicBezTo>
                    <a:pt x="330" y="492"/>
                    <a:pt x="330" y="492"/>
                    <a:pt x="330" y="492"/>
                  </a:cubicBezTo>
                  <a:moveTo>
                    <a:pt x="330" y="415"/>
                  </a:moveTo>
                  <a:cubicBezTo>
                    <a:pt x="330" y="416"/>
                    <a:pt x="329" y="417"/>
                    <a:pt x="328" y="417"/>
                  </a:cubicBezTo>
                  <a:cubicBezTo>
                    <a:pt x="328" y="417"/>
                    <a:pt x="328" y="417"/>
                    <a:pt x="328" y="417"/>
                  </a:cubicBezTo>
                  <a:cubicBezTo>
                    <a:pt x="240" y="417"/>
                    <a:pt x="240" y="417"/>
                    <a:pt x="240" y="417"/>
                  </a:cubicBezTo>
                  <a:cubicBezTo>
                    <a:pt x="238" y="417"/>
                    <a:pt x="237" y="416"/>
                    <a:pt x="237" y="415"/>
                  </a:cubicBezTo>
                  <a:cubicBezTo>
                    <a:pt x="237" y="415"/>
                    <a:pt x="237" y="415"/>
                    <a:pt x="237" y="41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7" y="383"/>
                    <a:pt x="238" y="382"/>
                    <a:pt x="240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9" y="382"/>
                    <a:pt x="330" y="383"/>
                    <a:pt x="330" y="384"/>
                  </a:cubicBezTo>
                  <a:cubicBezTo>
                    <a:pt x="330" y="385"/>
                    <a:pt x="330" y="385"/>
                    <a:pt x="330" y="385"/>
                  </a:cubicBezTo>
                  <a:cubicBezTo>
                    <a:pt x="330" y="415"/>
                    <a:pt x="330" y="415"/>
                    <a:pt x="330" y="415"/>
                  </a:cubicBezTo>
                  <a:moveTo>
                    <a:pt x="330" y="337"/>
                  </a:moveTo>
                  <a:cubicBezTo>
                    <a:pt x="330" y="338"/>
                    <a:pt x="329" y="339"/>
                    <a:pt x="328" y="339"/>
                  </a:cubicBezTo>
                  <a:cubicBezTo>
                    <a:pt x="240" y="339"/>
                    <a:pt x="240" y="339"/>
                    <a:pt x="240" y="339"/>
                  </a:cubicBezTo>
                  <a:cubicBezTo>
                    <a:pt x="238" y="339"/>
                    <a:pt x="237" y="338"/>
                    <a:pt x="237" y="337"/>
                  </a:cubicBezTo>
                  <a:cubicBezTo>
                    <a:pt x="237" y="307"/>
                    <a:pt x="237" y="307"/>
                    <a:pt x="237" y="307"/>
                  </a:cubicBezTo>
                  <a:cubicBezTo>
                    <a:pt x="237" y="306"/>
                    <a:pt x="238" y="305"/>
                    <a:pt x="240" y="305"/>
                  </a:cubicBezTo>
                  <a:cubicBezTo>
                    <a:pt x="328" y="305"/>
                    <a:pt x="328" y="305"/>
                    <a:pt x="328" y="305"/>
                  </a:cubicBezTo>
                  <a:cubicBezTo>
                    <a:pt x="329" y="305"/>
                    <a:pt x="330" y="306"/>
                    <a:pt x="330" y="307"/>
                  </a:cubicBezTo>
                  <a:cubicBezTo>
                    <a:pt x="330" y="337"/>
                    <a:pt x="330" y="337"/>
                    <a:pt x="330" y="337"/>
                  </a:cubicBezTo>
                  <a:moveTo>
                    <a:pt x="330" y="259"/>
                  </a:moveTo>
                  <a:cubicBezTo>
                    <a:pt x="330" y="261"/>
                    <a:pt x="329" y="262"/>
                    <a:pt x="328" y="262"/>
                  </a:cubicBezTo>
                  <a:cubicBezTo>
                    <a:pt x="328" y="262"/>
                    <a:pt x="328" y="262"/>
                    <a:pt x="328" y="262"/>
                  </a:cubicBezTo>
                  <a:cubicBezTo>
                    <a:pt x="240" y="262"/>
                    <a:pt x="240" y="262"/>
                    <a:pt x="240" y="262"/>
                  </a:cubicBezTo>
                  <a:cubicBezTo>
                    <a:pt x="238" y="262"/>
                    <a:pt x="237" y="261"/>
                    <a:pt x="237" y="259"/>
                  </a:cubicBezTo>
                  <a:cubicBezTo>
                    <a:pt x="237" y="259"/>
                    <a:pt x="237" y="259"/>
                    <a:pt x="237" y="259"/>
                  </a:cubicBezTo>
                  <a:cubicBezTo>
                    <a:pt x="237" y="229"/>
                    <a:pt x="237" y="229"/>
                    <a:pt x="237" y="229"/>
                  </a:cubicBezTo>
                  <a:cubicBezTo>
                    <a:pt x="237" y="228"/>
                    <a:pt x="238" y="227"/>
                    <a:pt x="240" y="227"/>
                  </a:cubicBezTo>
                  <a:cubicBezTo>
                    <a:pt x="240" y="227"/>
                    <a:pt x="240" y="227"/>
                    <a:pt x="240" y="227"/>
                  </a:cubicBezTo>
                  <a:cubicBezTo>
                    <a:pt x="328" y="227"/>
                    <a:pt x="328" y="227"/>
                    <a:pt x="328" y="227"/>
                  </a:cubicBezTo>
                  <a:cubicBezTo>
                    <a:pt x="329" y="227"/>
                    <a:pt x="330" y="228"/>
                    <a:pt x="330" y="229"/>
                  </a:cubicBezTo>
                  <a:cubicBezTo>
                    <a:pt x="330" y="229"/>
                    <a:pt x="330" y="229"/>
                    <a:pt x="330" y="229"/>
                  </a:cubicBezTo>
                  <a:cubicBezTo>
                    <a:pt x="330" y="259"/>
                    <a:pt x="330" y="259"/>
                    <a:pt x="330" y="259"/>
                  </a:cubicBezTo>
                  <a:moveTo>
                    <a:pt x="330" y="182"/>
                  </a:moveTo>
                  <a:cubicBezTo>
                    <a:pt x="330" y="183"/>
                    <a:pt x="329" y="184"/>
                    <a:pt x="328" y="184"/>
                  </a:cubicBezTo>
                  <a:cubicBezTo>
                    <a:pt x="328" y="184"/>
                    <a:pt x="328" y="184"/>
                    <a:pt x="328" y="184"/>
                  </a:cubicBezTo>
                  <a:cubicBezTo>
                    <a:pt x="240" y="184"/>
                    <a:pt x="240" y="184"/>
                    <a:pt x="240" y="184"/>
                  </a:cubicBezTo>
                  <a:cubicBezTo>
                    <a:pt x="238" y="184"/>
                    <a:pt x="237" y="183"/>
                    <a:pt x="237" y="182"/>
                  </a:cubicBezTo>
                  <a:cubicBezTo>
                    <a:pt x="237" y="182"/>
                    <a:pt x="237" y="182"/>
                    <a:pt x="237" y="182"/>
                  </a:cubicBezTo>
                  <a:cubicBezTo>
                    <a:pt x="237" y="152"/>
                    <a:pt x="237" y="152"/>
                    <a:pt x="237" y="152"/>
                  </a:cubicBezTo>
                  <a:cubicBezTo>
                    <a:pt x="237" y="151"/>
                    <a:pt x="238" y="149"/>
                    <a:pt x="240" y="149"/>
                  </a:cubicBezTo>
                  <a:cubicBezTo>
                    <a:pt x="240" y="149"/>
                    <a:pt x="240" y="149"/>
                    <a:pt x="240" y="149"/>
                  </a:cubicBezTo>
                  <a:cubicBezTo>
                    <a:pt x="328" y="149"/>
                    <a:pt x="328" y="149"/>
                    <a:pt x="328" y="149"/>
                  </a:cubicBezTo>
                  <a:cubicBezTo>
                    <a:pt x="329" y="149"/>
                    <a:pt x="330" y="150"/>
                    <a:pt x="330" y="152"/>
                  </a:cubicBezTo>
                  <a:cubicBezTo>
                    <a:pt x="330" y="152"/>
                    <a:pt x="330" y="152"/>
                    <a:pt x="330" y="152"/>
                  </a:cubicBezTo>
                  <a:cubicBezTo>
                    <a:pt x="330" y="182"/>
                    <a:pt x="330" y="182"/>
                    <a:pt x="330" y="182"/>
                  </a:cubicBezTo>
                  <a:moveTo>
                    <a:pt x="473" y="647"/>
                  </a:moveTo>
                  <a:cubicBezTo>
                    <a:pt x="473" y="649"/>
                    <a:pt x="471" y="650"/>
                    <a:pt x="470" y="650"/>
                  </a:cubicBezTo>
                  <a:cubicBezTo>
                    <a:pt x="382" y="650"/>
                    <a:pt x="382" y="650"/>
                    <a:pt x="382" y="650"/>
                  </a:cubicBezTo>
                  <a:cubicBezTo>
                    <a:pt x="381" y="650"/>
                    <a:pt x="380" y="649"/>
                    <a:pt x="380" y="647"/>
                  </a:cubicBezTo>
                  <a:cubicBezTo>
                    <a:pt x="380" y="617"/>
                    <a:pt x="380" y="617"/>
                    <a:pt x="380" y="617"/>
                  </a:cubicBezTo>
                  <a:cubicBezTo>
                    <a:pt x="380" y="616"/>
                    <a:pt x="381" y="615"/>
                    <a:pt x="382" y="615"/>
                  </a:cubicBezTo>
                  <a:cubicBezTo>
                    <a:pt x="470" y="615"/>
                    <a:pt x="470" y="615"/>
                    <a:pt x="470" y="615"/>
                  </a:cubicBezTo>
                  <a:cubicBezTo>
                    <a:pt x="471" y="615"/>
                    <a:pt x="473" y="616"/>
                    <a:pt x="473" y="617"/>
                  </a:cubicBezTo>
                  <a:cubicBezTo>
                    <a:pt x="473" y="647"/>
                    <a:pt x="473" y="647"/>
                    <a:pt x="473" y="647"/>
                  </a:cubicBezTo>
                  <a:moveTo>
                    <a:pt x="473" y="570"/>
                  </a:moveTo>
                  <a:cubicBezTo>
                    <a:pt x="472" y="571"/>
                    <a:pt x="471" y="572"/>
                    <a:pt x="470" y="572"/>
                  </a:cubicBezTo>
                  <a:cubicBezTo>
                    <a:pt x="382" y="572"/>
                    <a:pt x="382" y="572"/>
                    <a:pt x="382" y="572"/>
                  </a:cubicBezTo>
                  <a:cubicBezTo>
                    <a:pt x="381" y="572"/>
                    <a:pt x="380" y="571"/>
                    <a:pt x="380" y="570"/>
                  </a:cubicBezTo>
                  <a:cubicBezTo>
                    <a:pt x="380" y="540"/>
                    <a:pt x="380" y="540"/>
                    <a:pt x="380" y="540"/>
                  </a:cubicBezTo>
                  <a:cubicBezTo>
                    <a:pt x="380" y="538"/>
                    <a:pt x="381" y="537"/>
                    <a:pt x="382" y="537"/>
                  </a:cubicBezTo>
                  <a:cubicBezTo>
                    <a:pt x="470" y="537"/>
                    <a:pt x="470" y="537"/>
                    <a:pt x="470" y="537"/>
                  </a:cubicBezTo>
                  <a:cubicBezTo>
                    <a:pt x="471" y="537"/>
                    <a:pt x="472" y="538"/>
                    <a:pt x="473" y="540"/>
                  </a:cubicBezTo>
                  <a:cubicBezTo>
                    <a:pt x="473" y="570"/>
                    <a:pt x="473" y="570"/>
                    <a:pt x="473" y="570"/>
                  </a:cubicBezTo>
                  <a:moveTo>
                    <a:pt x="473" y="492"/>
                  </a:moveTo>
                  <a:cubicBezTo>
                    <a:pt x="473" y="493"/>
                    <a:pt x="471" y="494"/>
                    <a:pt x="470" y="494"/>
                  </a:cubicBezTo>
                  <a:cubicBezTo>
                    <a:pt x="382" y="494"/>
                    <a:pt x="382" y="494"/>
                    <a:pt x="382" y="494"/>
                  </a:cubicBezTo>
                  <a:cubicBezTo>
                    <a:pt x="381" y="494"/>
                    <a:pt x="380" y="493"/>
                    <a:pt x="380" y="492"/>
                  </a:cubicBezTo>
                  <a:cubicBezTo>
                    <a:pt x="380" y="462"/>
                    <a:pt x="380" y="462"/>
                    <a:pt x="380" y="462"/>
                  </a:cubicBezTo>
                  <a:cubicBezTo>
                    <a:pt x="380" y="461"/>
                    <a:pt x="381" y="460"/>
                    <a:pt x="382" y="460"/>
                  </a:cubicBezTo>
                  <a:cubicBezTo>
                    <a:pt x="470" y="460"/>
                    <a:pt x="470" y="460"/>
                    <a:pt x="470" y="460"/>
                  </a:cubicBezTo>
                  <a:cubicBezTo>
                    <a:pt x="471" y="460"/>
                    <a:pt x="473" y="461"/>
                    <a:pt x="473" y="462"/>
                  </a:cubicBezTo>
                  <a:cubicBezTo>
                    <a:pt x="473" y="492"/>
                    <a:pt x="473" y="492"/>
                    <a:pt x="473" y="492"/>
                  </a:cubicBezTo>
                  <a:moveTo>
                    <a:pt x="473" y="415"/>
                  </a:moveTo>
                  <a:cubicBezTo>
                    <a:pt x="473" y="416"/>
                    <a:pt x="471" y="417"/>
                    <a:pt x="470" y="417"/>
                  </a:cubicBezTo>
                  <a:cubicBezTo>
                    <a:pt x="382" y="417"/>
                    <a:pt x="382" y="417"/>
                    <a:pt x="382" y="417"/>
                  </a:cubicBezTo>
                  <a:cubicBezTo>
                    <a:pt x="381" y="417"/>
                    <a:pt x="380" y="416"/>
                    <a:pt x="380" y="415"/>
                  </a:cubicBezTo>
                  <a:cubicBezTo>
                    <a:pt x="380" y="385"/>
                    <a:pt x="380" y="385"/>
                    <a:pt x="380" y="385"/>
                  </a:cubicBezTo>
                  <a:cubicBezTo>
                    <a:pt x="380" y="383"/>
                    <a:pt x="381" y="382"/>
                    <a:pt x="382" y="382"/>
                  </a:cubicBezTo>
                  <a:cubicBezTo>
                    <a:pt x="470" y="382"/>
                    <a:pt x="470" y="382"/>
                    <a:pt x="470" y="382"/>
                  </a:cubicBezTo>
                  <a:cubicBezTo>
                    <a:pt x="471" y="382"/>
                    <a:pt x="473" y="383"/>
                    <a:pt x="473" y="385"/>
                  </a:cubicBezTo>
                  <a:cubicBezTo>
                    <a:pt x="473" y="415"/>
                    <a:pt x="473" y="415"/>
                    <a:pt x="473" y="415"/>
                  </a:cubicBezTo>
                  <a:moveTo>
                    <a:pt x="473" y="337"/>
                  </a:moveTo>
                  <a:cubicBezTo>
                    <a:pt x="472" y="338"/>
                    <a:pt x="471" y="339"/>
                    <a:pt x="470" y="339"/>
                  </a:cubicBezTo>
                  <a:cubicBezTo>
                    <a:pt x="382" y="339"/>
                    <a:pt x="382" y="339"/>
                    <a:pt x="382" y="339"/>
                  </a:cubicBezTo>
                  <a:cubicBezTo>
                    <a:pt x="381" y="339"/>
                    <a:pt x="380" y="338"/>
                    <a:pt x="380" y="337"/>
                  </a:cubicBezTo>
                  <a:cubicBezTo>
                    <a:pt x="380" y="307"/>
                    <a:pt x="380" y="307"/>
                    <a:pt x="380" y="307"/>
                  </a:cubicBezTo>
                  <a:cubicBezTo>
                    <a:pt x="380" y="306"/>
                    <a:pt x="381" y="305"/>
                    <a:pt x="382" y="305"/>
                  </a:cubicBezTo>
                  <a:cubicBezTo>
                    <a:pt x="470" y="305"/>
                    <a:pt x="470" y="305"/>
                    <a:pt x="470" y="305"/>
                  </a:cubicBezTo>
                  <a:cubicBezTo>
                    <a:pt x="471" y="305"/>
                    <a:pt x="472" y="306"/>
                    <a:pt x="473" y="307"/>
                  </a:cubicBezTo>
                  <a:cubicBezTo>
                    <a:pt x="473" y="337"/>
                    <a:pt x="473" y="337"/>
                    <a:pt x="473" y="337"/>
                  </a:cubicBezTo>
                  <a:moveTo>
                    <a:pt x="473" y="259"/>
                  </a:moveTo>
                  <a:cubicBezTo>
                    <a:pt x="473" y="261"/>
                    <a:pt x="471" y="262"/>
                    <a:pt x="470" y="262"/>
                  </a:cubicBezTo>
                  <a:cubicBezTo>
                    <a:pt x="382" y="262"/>
                    <a:pt x="382" y="262"/>
                    <a:pt x="382" y="262"/>
                  </a:cubicBezTo>
                  <a:cubicBezTo>
                    <a:pt x="381" y="262"/>
                    <a:pt x="380" y="261"/>
                    <a:pt x="380" y="259"/>
                  </a:cubicBezTo>
                  <a:cubicBezTo>
                    <a:pt x="380" y="229"/>
                    <a:pt x="380" y="229"/>
                    <a:pt x="380" y="229"/>
                  </a:cubicBezTo>
                  <a:cubicBezTo>
                    <a:pt x="380" y="228"/>
                    <a:pt x="381" y="227"/>
                    <a:pt x="382" y="227"/>
                  </a:cubicBezTo>
                  <a:cubicBezTo>
                    <a:pt x="470" y="227"/>
                    <a:pt x="470" y="227"/>
                    <a:pt x="470" y="227"/>
                  </a:cubicBezTo>
                  <a:cubicBezTo>
                    <a:pt x="471" y="227"/>
                    <a:pt x="473" y="228"/>
                    <a:pt x="473" y="229"/>
                  </a:cubicBezTo>
                  <a:cubicBezTo>
                    <a:pt x="473" y="259"/>
                    <a:pt x="473" y="259"/>
                    <a:pt x="473" y="259"/>
                  </a:cubicBezTo>
                  <a:moveTo>
                    <a:pt x="473" y="182"/>
                  </a:moveTo>
                  <a:cubicBezTo>
                    <a:pt x="473" y="183"/>
                    <a:pt x="471" y="184"/>
                    <a:pt x="470" y="184"/>
                  </a:cubicBezTo>
                  <a:cubicBezTo>
                    <a:pt x="382" y="184"/>
                    <a:pt x="382" y="184"/>
                    <a:pt x="382" y="184"/>
                  </a:cubicBezTo>
                  <a:cubicBezTo>
                    <a:pt x="381" y="184"/>
                    <a:pt x="380" y="183"/>
                    <a:pt x="380" y="182"/>
                  </a:cubicBezTo>
                  <a:cubicBezTo>
                    <a:pt x="380" y="152"/>
                    <a:pt x="380" y="152"/>
                    <a:pt x="380" y="152"/>
                  </a:cubicBezTo>
                  <a:cubicBezTo>
                    <a:pt x="380" y="150"/>
                    <a:pt x="381" y="149"/>
                    <a:pt x="382" y="149"/>
                  </a:cubicBezTo>
                  <a:cubicBezTo>
                    <a:pt x="470" y="149"/>
                    <a:pt x="470" y="149"/>
                    <a:pt x="470" y="149"/>
                  </a:cubicBezTo>
                  <a:cubicBezTo>
                    <a:pt x="471" y="149"/>
                    <a:pt x="473" y="150"/>
                    <a:pt x="473" y="152"/>
                  </a:cubicBezTo>
                  <a:cubicBezTo>
                    <a:pt x="473" y="182"/>
                    <a:pt x="473" y="182"/>
                    <a:pt x="473" y="182"/>
                  </a:cubicBezTo>
                  <a:moveTo>
                    <a:pt x="681" y="647"/>
                  </a:moveTo>
                  <a:cubicBezTo>
                    <a:pt x="681" y="648"/>
                    <a:pt x="680" y="650"/>
                    <a:pt x="679" y="650"/>
                  </a:cubicBezTo>
                  <a:cubicBezTo>
                    <a:pt x="591" y="650"/>
                    <a:pt x="591" y="650"/>
                    <a:pt x="591" y="650"/>
                  </a:cubicBezTo>
                  <a:cubicBezTo>
                    <a:pt x="589" y="650"/>
                    <a:pt x="588" y="649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17"/>
                    <a:pt x="588" y="617"/>
                    <a:pt x="588" y="617"/>
                  </a:cubicBezTo>
                  <a:cubicBezTo>
                    <a:pt x="588" y="616"/>
                    <a:pt x="589" y="615"/>
                    <a:pt x="591" y="615"/>
                  </a:cubicBezTo>
                  <a:cubicBezTo>
                    <a:pt x="591" y="615"/>
                    <a:pt x="591" y="615"/>
                    <a:pt x="591" y="615"/>
                  </a:cubicBezTo>
                  <a:cubicBezTo>
                    <a:pt x="679" y="615"/>
                    <a:pt x="679" y="615"/>
                    <a:pt x="679" y="615"/>
                  </a:cubicBezTo>
                  <a:cubicBezTo>
                    <a:pt x="680" y="615"/>
                    <a:pt x="681" y="616"/>
                    <a:pt x="681" y="617"/>
                  </a:cubicBezTo>
                  <a:cubicBezTo>
                    <a:pt x="681" y="647"/>
                    <a:pt x="681" y="647"/>
                    <a:pt x="681" y="647"/>
                  </a:cubicBezTo>
                  <a:moveTo>
                    <a:pt x="681" y="570"/>
                  </a:moveTo>
                  <a:cubicBezTo>
                    <a:pt x="681" y="571"/>
                    <a:pt x="680" y="572"/>
                    <a:pt x="679" y="572"/>
                  </a:cubicBezTo>
                  <a:cubicBezTo>
                    <a:pt x="591" y="572"/>
                    <a:pt x="591" y="572"/>
                    <a:pt x="591" y="572"/>
                  </a:cubicBezTo>
                  <a:cubicBezTo>
                    <a:pt x="589" y="572"/>
                    <a:pt x="588" y="571"/>
                    <a:pt x="588" y="570"/>
                  </a:cubicBezTo>
                  <a:cubicBezTo>
                    <a:pt x="588" y="540"/>
                    <a:pt x="588" y="540"/>
                    <a:pt x="588" y="540"/>
                  </a:cubicBezTo>
                  <a:cubicBezTo>
                    <a:pt x="588" y="538"/>
                    <a:pt x="589" y="537"/>
                    <a:pt x="591" y="537"/>
                  </a:cubicBezTo>
                  <a:cubicBezTo>
                    <a:pt x="679" y="537"/>
                    <a:pt x="679" y="537"/>
                    <a:pt x="679" y="537"/>
                  </a:cubicBezTo>
                  <a:cubicBezTo>
                    <a:pt x="680" y="537"/>
                    <a:pt x="681" y="538"/>
                    <a:pt x="681" y="540"/>
                  </a:cubicBezTo>
                  <a:cubicBezTo>
                    <a:pt x="681" y="570"/>
                    <a:pt x="681" y="570"/>
                    <a:pt x="681" y="570"/>
                  </a:cubicBezTo>
                  <a:moveTo>
                    <a:pt x="681" y="492"/>
                  </a:moveTo>
                  <a:cubicBezTo>
                    <a:pt x="681" y="493"/>
                    <a:pt x="680" y="494"/>
                    <a:pt x="679" y="494"/>
                  </a:cubicBezTo>
                  <a:cubicBezTo>
                    <a:pt x="591" y="494"/>
                    <a:pt x="591" y="494"/>
                    <a:pt x="591" y="494"/>
                  </a:cubicBezTo>
                  <a:cubicBezTo>
                    <a:pt x="589" y="494"/>
                    <a:pt x="588" y="493"/>
                    <a:pt x="588" y="492"/>
                  </a:cubicBezTo>
                  <a:cubicBezTo>
                    <a:pt x="588" y="492"/>
                    <a:pt x="588" y="492"/>
                    <a:pt x="588" y="492"/>
                  </a:cubicBezTo>
                  <a:cubicBezTo>
                    <a:pt x="588" y="462"/>
                    <a:pt x="588" y="462"/>
                    <a:pt x="588" y="462"/>
                  </a:cubicBezTo>
                  <a:cubicBezTo>
                    <a:pt x="588" y="461"/>
                    <a:pt x="589" y="460"/>
                    <a:pt x="591" y="460"/>
                  </a:cubicBezTo>
                  <a:cubicBezTo>
                    <a:pt x="591" y="460"/>
                    <a:pt x="591" y="460"/>
                    <a:pt x="591" y="460"/>
                  </a:cubicBezTo>
                  <a:cubicBezTo>
                    <a:pt x="679" y="460"/>
                    <a:pt x="679" y="460"/>
                    <a:pt x="679" y="460"/>
                  </a:cubicBezTo>
                  <a:cubicBezTo>
                    <a:pt x="680" y="460"/>
                    <a:pt x="681" y="461"/>
                    <a:pt x="681" y="462"/>
                  </a:cubicBezTo>
                  <a:cubicBezTo>
                    <a:pt x="681" y="492"/>
                    <a:pt x="681" y="492"/>
                    <a:pt x="681" y="492"/>
                  </a:cubicBezTo>
                  <a:moveTo>
                    <a:pt x="681" y="414"/>
                  </a:moveTo>
                  <a:cubicBezTo>
                    <a:pt x="681" y="416"/>
                    <a:pt x="680" y="417"/>
                    <a:pt x="679" y="417"/>
                  </a:cubicBezTo>
                  <a:cubicBezTo>
                    <a:pt x="591" y="417"/>
                    <a:pt x="591" y="417"/>
                    <a:pt x="591" y="417"/>
                  </a:cubicBezTo>
                  <a:cubicBezTo>
                    <a:pt x="589" y="417"/>
                    <a:pt x="588" y="416"/>
                    <a:pt x="588" y="415"/>
                  </a:cubicBezTo>
                  <a:cubicBezTo>
                    <a:pt x="588" y="414"/>
                    <a:pt x="588" y="414"/>
                    <a:pt x="588" y="414"/>
                  </a:cubicBezTo>
                  <a:cubicBezTo>
                    <a:pt x="588" y="384"/>
                    <a:pt x="588" y="384"/>
                    <a:pt x="588" y="384"/>
                  </a:cubicBezTo>
                  <a:cubicBezTo>
                    <a:pt x="588" y="383"/>
                    <a:pt x="589" y="382"/>
                    <a:pt x="591" y="382"/>
                  </a:cubicBezTo>
                  <a:cubicBezTo>
                    <a:pt x="591" y="382"/>
                    <a:pt x="591" y="382"/>
                    <a:pt x="591" y="382"/>
                  </a:cubicBezTo>
                  <a:cubicBezTo>
                    <a:pt x="679" y="382"/>
                    <a:pt x="679" y="382"/>
                    <a:pt x="679" y="382"/>
                  </a:cubicBezTo>
                  <a:cubicBezTo>
                    <a:pt x="680" y="382"/>
                    <a:pt x="681" y="383"/>
                    <a:pt x="681" y="384"/>
                  </a:cubicBezTo>
                  <a:cubicBezTo>
                    <a:pt x="681" y="414"/>
                    <a:pt x="681" y="414"/>
                    <a:pt x="681" y="414"/>
                  </a:cubicBezTo>
                  <a:moveTo>
                    <a:pt x="681" y="337"/>
                  </a:moveTo>
                  <a:cubicBezTo>
                    <a:pt x="681" y="338"/>
                    <a:pt x="680" y="339"/>
                    <a:pt x="679" y="339"/>
                  </a:cubicBezTo>
                  <a:cubicBezTo>
                    <a:pt x="591" y="339"/>
                    <a:pt x="591" y="339"/>
                    <a:pt x="591" y="339"/>
                  </a:cubicBezTo>
                  <a:cubicBezTo>
                    <a:pt x="589" y="339"/>
                    <a:pt x="588" y="338"/>
                    <a:pt x="588" y="337"/>
                  </a:cubicBezTo>
                  <a:cubicBezTo>
                    <a:pt x="588" y="337"/>
                    <a:pt x="588" y="337"/>
                    <a:pt x="588" y="337"/>
                  </a:cubicBezTo>
                  <a:cubicBezTo>
                    <a:pt x="588" y="307"/>
                    <a:pt x="588" y="307"/>
                    <a:pt x="588" y="307"/>
                  </a:cubicBezTo>
                  <a:cubicBezTo>
                    <a:pt x="588" y="306"/>
                    <a:pt x="589" y="305"/>
                    <a:pt x="591" y="305"/>
                  </a:cubicBezTo>
                  <a:cubicBezTo>
                    <a:pt x="679" y="305"/>
                    <a:pt x="679" y="305"/>
                    <a:pt x="679" y="305"/>
                  </a:cubicBezTo>
                  <a:cubicBezTo>
                    <a:pt x="680" y="305"/>
                    <a:pt x="681" y="306"/>
                    <a:pt x="681" y="307"/>
                  </a:cubicBezTo>
                  <a:cubicBezTo>
                    <a:pt x="681" y="337"/>
                    <a:pt x="681" y="337"/>
                    <a:pt x="681" y="337"/>
                  </a:cubicBezTo>
                  <a:moveTo>
                    <a:pt x="681" y="259"/>
                  </a:moveTo>
                  <a:cubicBezTo>
                    <a:pt x="681" y="261"/>
                    <a:pt x="680" y="262"/>
                    <a:pt x="679" y="262"/>
                  </a:cubicBezTo>
                  <a:cubicBezTo>
                    <a:pt x="591" y="262"/>
                    <a:pt x="591" y="262"/>
                    <a:pt x="591" y="262"/>
                  </a:cubicBezTo>
                  <a:cubicBezTo>
                    <a:pt x="589" y="262"/>
                    <a:pt x="588" y="261"/>
                    <a:pt x="588" y="259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8" y="229"/>
                    <a:pt x="588" y="229"/>
                    <a:pt x="588" y="229"/>
                  </a:cubicBezTo>
                  <a:cubicBezTo>
                    <a:pt x="588" y="228"/>
                    <a:pt x="589" y="227"/>
                    <a:pt x="591" y="227"/>
                  </a:cubicBezTo>
                  <a:cubicBezTo>
                    <a:pt x="591" y="227"/>
                    <a:pt x="591" y="227"/>
                    <a:pt x="591" y="227"/>
                  </a:cubicBezTo>
                  <a:cubicBezTo>
                    <a:pt x="679" y="227"/>
                    <a:pt x="679" y="227"/>
                    <a:pt x="679" y="227"/>
                  </a:cubicBezTo>
                  <a:cubicBezTo>
                    <a:pt x="680" y="227"/>
                    <a:pt x="681" y="228"/>
                    <a:pt x="681" y="229"/>
                  </a:cubicBezTo>
                  <a:cubicBezTo>
                    <a:pt x="681" y="259"/>
                    <a:pt x="681" y="259"/>
                    <a:pt x="681" y="259"/>
                  </a:cubicBezTo>
                  <a:moveTo>
                    <a:pt x="681" y="182"/>
                  </a:moveTo>
                  <a:cubicBezTo>
                    <a:pt x="681" y="183"/>
                    <a:pt x="680" y="184"/>
                    <a:pt x="679" y="184"/>
                  </a:cubicBezTo>
                  <a:cubicBezTo>
                    <a:pt x="591" y="184"/>
                    <a:pt x="591" y="184"/>
                    <a:pt x="591" y="184"/>
                  </a:cubicBezTo>
                  <a:cubicBezTo>
                    <a:pt x="589" y="184"/>
                    <a:pt x="588" y="183"/>
                    <a:pt x="588" y="182"/>
                  </a:cubicBezTo>
                  <a:cubicBezTo>
                    <a:pt x="588" y="182"/>
                    <a:pt x="588" y="182"/>
                    <a:pt x="588" y="182"/>
                  </a:cubicBezTo>
                  <a:cubicBezTo>
                    <a:pt x="588" y="152"/>
                    <a:pt x="588" y="152"/>
                    <a:pt x="588" y="152"/>
                  </a:cubicBezTo>
                  <a:cubicBezTo>
                    <a:pt x="588" y="151"/>
                    <a:pt x="589" y="149"/>
                    <a:pt x="591" y="149"/>
                  </a:cubicBezTo>
                  <a:cubicBezTo>
                    <a:pt x="591" y="149"/>
                    <a:pt x="591" y="149"/>
                    <a:pt x="591" y="149"/>
                  </a:cubicBezTo>
                  <a:cubicBezTo>
                    <a:pt x="679" y="149"/>
                    <a:pt x="679" y="149"/>
                    <a:pt x="679" y="149"/>
                  </a:cubicBezTo>
                  <a:cubicBezTo>
                    <a:pt x="680" y="149"/>
                    <a:pt x="681" y="150"/>
                    <a:pt x="681" y="152"/>
                  </a:cubicBezTo>
                  <a:cubicBezTo>
                    <a:pt x="681" y="182"/>
                    <a:pt x="681" y="182"/>
                    <a:pt x="681" y="182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2" name="ïṣl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51465DE-6305-4FCE-80C5-2CAE5CB68373}"/>
                </a:ext>
              </a:extLst>
            </p:cNvPr>
            <p:cNvSpPr/>
            <p:nvPr/>
          </p:nvSpPr>
          <p:spPr bwMode="auto">
            <a:xfrm>
              <a:off x="4678897" y="2399338"/>
              <a:ext cx="36899" cy="59742"/>
            </a:xfrm>
            <a:custGeom>
              <a:avLst/>
              <a:gdLst>
                <a:gd name="T0" fmla="*/ 1 w 23"/>
                <a:gd name="T1" fmla="*/ 0 h 37"/>
                <a:gd name="T2" fmla="*/ 0 w 23"/>
                <a:gd name="T3" fmla="*/ 0 h 37"/>
                <a:gd name="T4" fmla="*/ 23 w 23"/>
                <a:gd name="T5" fmla="*/ 37 h 37"/>
                <a:gd name="T6" fmla="*/ 1 w 23"/>
                <a:gd name="T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7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2" y="18"/>
                    <a:pt x="12" y="32"/>
                    <a:pt x="23" y="37"/>
                  </a:cubicBezTo>
                  <a:cubicBezTo>
                    <a:pt x="12" y="32"/>
                    <a:pt x="3" y="17"/>
                    <a:pt x="1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3" name="ï$ļï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5B300F0-B249-4534-9F08-03BE4F53B9DB}"/>
                </a:ext>
              </a:extLst>
            </p:cNvPr>
            <p:cNvSpPr/>
            <p:nvPr/>
          </p:nvSpPr>
          <p:spPr bwMode="auto">
            <a:xfrm>
              <a:off x="4678897" y="2243834"/>
              <a:ext cx="337364" cy="219638"/>
            </a:xfrm>
            <a:custGeom>
              <a:avLst/>
              <a:gdLst>
                <a:gd name="T0" fmla="*/ 106 w 210"/>
                <a:gd name="T1" fmla="*/ 0 h 137"/>
                <a:gd name="T2" fmla="*/ 63 w 210"/>
                <a:gd name="T3" fmla="*/ 26 h 137"/>
                <a:gd name="T4" fmla="*/ 37 w 210"/>
                <a:gd name="T5" fmla="*/ 41 h 137"/>
                <a:gd name="T6" fmla="*/ 35 w 210"/>
                <a:gd name="T7" fmla="*/ 41 h 137"/>
                <a:gd name="T8" fmla="*/ 34 w 210"/>
                <a:gd name="T9" fmla="*/ 41 h 137"/>
                <a:gd name="T10" fmla="*/ 0 w 210"/>
                <a:gd name="T11" fmla="*/ 89 h 137"/>
                <a:gd name="T12" fmla="*/ 1 w 210"/>
                <a:gd name="T13" fmla="*/ 97 h 137"/>
                <a:gd name="T14" fmla="*/ 8 w 210"/>
                <a:gd name="T15" fmla="*/ 88 h 137"/>
                <a:gd name="T16" fmla="*/ 51 w 210"/>
                <a:gd name="T17" fmla="*/ 62 h 137"/>
                <a:gd name="T18" fmla="*/ 93 w 210"/>
                <a:gd name="T19" fmla="*/ 88 h 137"/>
                <a:gd name="T20" fmla="*/ 120 w 210"/>
                <a:gd name="T21" fmla="*/ 103 h 137"/>
                <a:gd name="T22" fmla="*/ 121 w 210"/>
                <a:gd name="T23" fmla="*/ 103 h 137"/>
                <a:gd name="T24" fmla="*/ 121 w 210"/>
                <a:gd name="T25" fmla="*/ 103 h 137"/>
                <a:gd name="T26" fmla="*/ 121 w 210"/>
                <a:gd name="T27" fmla="*/ 103 h 137"/>
                <a:gd name="T28" fmla="*/ 152 w 210"/>
                <a:gd name="T29" fmla="*/ 129 h 137"/>
                <a:gd name="T30" fmla="*/ 142 w 210"/>
                <a:gd name="T31" fmla="*/ 129 h 137"/>
                <a:gd name="T32" fmla="*/ 122 w 210"/>
                <a:gd name="T33" fmla="*/ 133 h 137"/>
                <a:gd name="T34" fmla="*/ 105 w 210"/>
                <a:gd name="T35" fmla="*/ 136 h 137"/>
                <a:gd name="T36" fmla="*/ 87 w 210"/>
                <a:gd name="T37" fmla="*/ 133 h 137"/>
                <a:gd name="T38" fmla="*/ 67 w 210"/>
                <a:gd name="T39" fmla="*/ 128 h 137"/>
                <a:gd name="T40" fmla="*/ 46 w 210"/>
                <a:gd name="T41" fmla="*/ 133 h 137"/>
                <a:gd name="T42" fmla="*/ 34 w 210"/>
                <a:gd name="T43" fmla="*/ 136 h 137"/>
                <a:gd name="T44" fmla="*/ 34 w 210"/>
                <a:gd name="T45" fmla="*/ 136 h 137"/>
                <a:gd name="T46" fmla="*/ 23 w 210"/>
                <a:gd name="T47" fmla="*/ 134 h 137"/>
                <a:gd name="T48" fmla="*/ 34 w 210"/>
                <a:gd name="T49" fmla="*/ 137 h 137"/>
                <a:gd name="T50" fmla="*/ 46 w 210"/>
                <a:gd name="T51" fmla="*/ 134 h 137"/>
                <a:gd name="T52" fmla="*/ 68 w 210"/>
                <a:gd name="T53" fmla="*/ 129 h 137"/>
                <a:gd name="T54" fmla="*/ 88 w 210"/>
                <a:gd name="T55" fmla="*/ 133 h 137"/>
                <a:gd name="T56" fmla="*/ 106 w 210"/>
                <a:gd name="T57" fmla="*/ 137 h 137"/>
                <a:gd name="T58" fmla="*/ 123 w 210"/>
                <a:gd name="T59" fmla="*/ 133 h 137"/>
                <a:gd name="T60" fmla="*/ 143 w 210"/>
                <a:gd name="T61" fmla="*/ 129 h 137"/>
                <a:gd name="T62" fmla="*/ 164 w 210"/>
                <a:gd name="T63" fmla="*/ 134 h 137"/>
                <a:gd name="T64" fmla="*/ 176 w 210"/>
                <a:gd name="T65" fmla="*/ 137 h 137"/>
                <a:gd name="T66" fmla="*/ 176 w 210"/>
                <a:gd name="T67" fmla="*/ 137 h 137"/>
                <a:gd name="T68" fmla="*/ 210 w 210"/>
                <a:gd name="T69" fmla="*/ 89 h 137"/>
                <a:gd name="T70" fmla="*/ 203 w 210"/>
                <a:gd name="T71" fmla="*/ 59 h 137"/>
                <a:gd name="T72" fmla="*/ 176 w 210"/>
                <a:gd name="T73" fmla="*/ 77 h 137"/>
                <a:gd name="T74" fmla="*/ 192 w 210"/>
                <a:gd name="T75" fmla="*/ 47 h 137"/>
                <a:gd name="T76" fmla="*/ 176 w 210"/>
                <a:gd name="T77" fmla="*/ 41 h 137"/>
                <a:gd name="T78" fmla="*/ 175 w 210"/>
                <a:gd name="T79" fmla="*/ 41 h 137"/>
                <a:gd name="T80" fmla="*/ 175 w 210"/>
                <a:gd name="T81" fmla="*/ 41 h 137"/>
                <a:gd name="T82" fmla="*/ 170 w 210"/>
                <a:gd name="T83" fmla="*/ 40 h 137"/>
                <a:gd name="T84" fmla="*/ 161 w 210"/>
                <a:gd name="T85" fmla="*/ 46 h 137"/>
                <a:gd name="T86" fmla="*/ 165 w 210"/>
                <a:gd name="T87" fmla="*/ 39 h 137"/>
                <a:gd name="T88" fmla="*/ 149 w 210"/>
                <a:gd name="T89" fmla="*/ 27 h 137"/>
                <a:gd name="T90" fmla="*/ 132 w 210"/>
                <a:gd name="T91" fmla="*/ 37 h 137"/>
                <a:gd name="T92" fmla="*/ 143 w 210"/>
                <a:gd name="T93" fmla="*/ 18 h 137"/>
                <a:gd name="T94" fmla="*/ 106 w 210"/>
                <a:gd name="T95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0" h="137">
                  <a:moveTo>
                    <a:pt x="106" y="0"/>
                  </a:moveTo>
                  <a:cubicBezTo>
                    <a:pt x="89" y="0"/>
                    <a:pt x="73" y="10"/>
                    <a:pt x="63" y="26"/>
                  </a:cubicBezTo>
                  <a:cubicBezTo>
                    <a:pt x="58" y="35"/>
                    <a:pt x="47" y="41"/>
                    <a:pt x="37" y="41"/>
                  </a:cubicBezTo>
                  <a:cubicBezTo>
                    <a:pt x="36" y="41"/>
                    <a:pt x="36" y="41"/>
                    <a:pt x="35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41"/>
                    <a:pt x="0" y="62"/>
                    <a:pt x="0" y="89"/>
                  </a:cubicBezTo>
                  <a:cubicBezTo>
                    <a:pt x="0" y="91"/>
                    <a:pt x="0" y="94"/>
                    <a:pt x="1" y="97"/>
                  </a:cubicBezTo>
                  <a:cubicBezTo>
                    <a:pt x="4" y="94"/>
                    <a:pt x="6" y="91"/>
                    <a:pt x="8" y="88"/>
                  </a:cubicBezTo>
                  <a:cubicBezTo>
                    <a:pt x="18" y="72"/>
                    <a:pt x="34" y="62"/>
                    <a:pt x="51" y="62"/>
                  </a:cubicBezTo>
                  <a:cubicBezTo>
                    <a:pt x="68" y="62"/>
                    <a:pt x="83" y="72"/>
                    <a:pt x="93" y="88"/>
                  </a:cubicBezTo>
                  <a:cubicBezTo>
                    <a:pt x="99" y="97"/>
                    <a:pt x="109" y="103"/>
                    <a:pt x="120" y="103"/>
                  </a:cubicBezTo>
                  <a:cubicBezTo>
                    <a:pt x="120" y="103"/>
                    <a:pt x="121" y="103"/>
                    <a:pt x="121" y="103"/>
                  </a:cubicBezTo>
                  <a:cubicBezTo>
                    <a:pt x="121" y="103"/>
                    <a:pt x="121" y="103"/>
                    <a:pt x="121" y="103"/>
                  </a:cubicBezTo>
                  <a:cubicBezTo>
                    <a:pt x="121" y="103"/>
                    <a:pt x="121" y="103"/>
                    <a:pt x="121" y="103"/>
                  </a:cubicBezTo>
                  <a:cubicBezTo>
                    <a:pt x="135" y="103"/>
                    <a:pt x="146" y="114"/>
                    <a:pt x="152" y="129"/>
                  </a:cubicBezTo>
                  <a:cubicBezTo>
                    <a:pt x="149" y="129"/>
                    <a:pt x="146" y="129"/>
                    <a:pt x="142" y="129"/>
                  </a:cubicBezTo>
                  <a:cubicBezTo>
                    <a:pt x="136" y="129"/>
                    <a:pt x="129" y="130"/>
                    <a:pt x="122" y="133"/>
                  </a:cubicBezTo>
                  <a:cubicBezTo>
                    <a:pt x="117" y="135"/>
                    <a:pt x="111" y="136"/>
                    <a:pt x="105" y="136"/>
                  </a:cubicBezTo>
                  <a:cubicBezTo>
                    <a:pt x="99" y="136"/>
                    <a:pt x="93" y="135"/>
                    <a:pt x="87" y="133"/>
                  </a:cubicBezTo>
                  <a:cubicBezTo>
                    <a:pt x="81" y="130"/>
                    <a:pt x="74" y="128"/>
                    <a:pt x="67" y="128"/>
                  </a:cubicBezTo>
                  <a:cubicBezTo>
                    <a:pt x="60" y="128"/>
                    <a:pt x="53" y="130"/>
                    <a:pt x="46" y="133"/>
                  </a:cubicBezTo>
                  <a:cubicBezTo>
                    <a:pt x="42" y="135"/>
                    <a:pt x="38" y="136"/>
                    <a:pt x="34" y="136"/>
                  </a:cubicBezTo>
                  <a:cubicBezTo>
                    <a:pt x="34" y="136"/>
                    <a:pt x="34" y="136"/>
                    <a:pt x="34" y="136"/>
                  </a:cubicBezTo>
                  <a:cubicBezTo>
                    <a:pt x="30" y="136"/>
                    <a:pt x="27" y="136"/>
                    <a:pt x="23" y="134"/>
                  </a:cubicBezTo>
                  <a:cubicBezTo>
                    <a:pt x="27" y="136"/>
                    <a:pt x="31" y="137"/>
                    <a:pt x="34" y="137"/>
                  </a:cubicBezTo>
                  <a:cubicBezTo>
                    <a:pt x="39" y="137"/>
                    <a:pt x="43" y="136"/>
                    <a:pt x="46" y="134"/>
                  </a:cubicBezTo>
                  <a:cubicBezTo>
                    <a:pt x="53" y="130"/>
                    <a:pt x="61" y="129"/>
                    <a:pt x="68" y="129"/>
                  </a:cubicBezTo>
                  <a:cubicBezTo>
                    <a:pt x="75" y="129"/>
                    <a:pt x="82" y="130"/>
                    <a:pt x="88" y="133"/>
                  </a:cubicBezTo>
                  <a:cubicBezTo>
                    <a:pt x="94" y="135"/>
                    <a:pt x="100" y="137"/>
                    <a:pt x="106" y="137"/>
                  </a:cubicBezTo>
                  <a:cubicBezTo>
                    <a:pt x="112" y="137"/>
                    <a:pt x="118" y="135"/>
                    <a:pt x="123" y="133"/>
                  </a:cubicBezTo>
                  <a:cubicBezTo>
                    <a:pt x="129" y="130"/>
                    <a:pt x="136" y="129"/>
                    <a:pt x="143" y="129"/>
                  </a:cubicBezTo>
                  <a:cubicBezTo>
                    <a:pt x="150" y="129"/>
                    <a:pt x="157" y="131"/>
                    <a:pt x="164" y="134"/>
                  </a:cubicBezTo>
                  <a:cubicBezTo>
                    <a:pt x="168" y="136"/>
                    <a:pt x="172" y="137"/>
                    <a:pt x="176" y="137"/>
                  </a:cubicBezTo>
                  <a:cubicBezTo>
                    <a:pt x="176" y="137"/>
                    <a:pt x="176" y="137"/>
                    <a:pt x="176" y="137"/>
                  </a:cubicBezTo>
                  <a:cubicBezTo>
                    <a:pt x="195" y="137"/>
                    <a:pt x="210" y="115"/>
                    <a:pt x="210" y="89"/>
                  </a:cubicBezTo>
                  <a:cubicBezTo>
                    <a:pt x="210" y="78"/>
                    <a:pt x="208" y="68"/>
                    <a:pt x="203" y="59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92" y="47"/>
                    <a:pt x="192" y="47"/>
                    <a:pt x="192" y="47"/>
                  </a:cubicBezTo>
                  <a:cubicBezTo>
                    <a:pt x="188" y="43"/>
                    <a:pt x="182" y="41"/>
                    <a:pt x="176" y="41"/>
                  </a:cubicBezTo>
                  <a:cubicBezTo>
                    <a:pt x="175" y="41"/>
                    <a:pt x="175" y="41"/>
                    <a:pt x="175" y="41"/>
                  </a:cubicBezTo>
                  <a:cubicBezTo>
                    <a:pt x="175" y="41"/>
                    <a:pt x="175" y="41"/>
                    <a:pt x="175" y="41"/>
                  </a:cubicBezTo>
                  <a:cubicBezTo>
                    <a:pt x="173" y="41"/>
                    <a:pt x="172" y="41"/>
                    <a:pt x="170" y="40"/>
                  </a:cubicBezTo>
                  <a:cubicBezTo>
                    <a:pt x="161" y="46"/>
                    <a:pt x="161" y="46"/>
                    <a:pt x="161" y="46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58" y="37"/>
                    <a:pt x="153" y="32"/>
                    <a:pt x="149" y="27"/>
                  </a:cubicBezTo>
                  <a:cubicBezTo>
                    <a:pt x="132" y="37"/>
                    <a:pt x="132" y="37"/>
                    <a:pt x="132" y="37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34" y="7"/>
                    <a:pt x="120" y="0"/>
                    <a:pt x="106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4" name="íṧḻî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3934526-BA7E-44AA-AB22-D69C37ED816B}"/>
                </a:ext>
              </a:extLst>
            </p:cNvPr>
            <p:cNvSpPr/>
            <p:nvPr/>
          </p:nvSpPr>
          <p:spPr bwMode="auto">
            <a:xfrm>
              <a:off x="4680654" y="2343111"/>
              <a:ext cx="242480" cy="118605"/>
            </a:xfrm>
            <a:custGeom>
              <a:avLst/>
              <a:gdLst>
                <a:gd name="T0" fmla="*/ 50 w 151"/>
                <a:gd name="T1" fmla="*/ 0 h 74"/>
                <a:gd name="T2" fmla="*/ 7 w 151"/>
                <a:gd name="T3" fmla="*/ 26 h 74"/>
                <a:gd name="T4" fmla="*/ 0 w 151"/>
                <a:gd name="T5" fmla="*/ 35 h 74"/>
                <a:gd name="T6" fmla="*/ 22 w 151"/>
                <a:gd name="T7" fmla="*/ 72 h 74"/>
                <a:gd name="T8" fmla="*/ 33 w 151"/>
                <a:gd name="T9" fmla="*/ 74 h 74"/>
                <a:gd name="T10" fmla="*/ 33 w 151"/>
                <a:gd name="T11" fmla="*/ 74 h 74"/>
                <a:gd name="T12" fmla="*/ 45 w 151"/>
                <a:gd name="T13" fmla="*/ 71 h 74"/>
                <a:gd name="T14" fmla="*/ 66 w 151"/>
                <a:gd name="T15" fmla="*/ 66 h 74"/>
                <a:gd name="T16" fmla="*/ 86 w 151"/>
                <a:gd name="T17" fmla="*/ 71 h 74"/>
                <a:gd name="T18" fmla="*/ 104 w 151"/>
                <a:gd name="T19" fmla="*/ 74 h 74"/>
                <a:gd name="T20" fmla="*/ 121 w 151"/>
                <a:gd name="T21" fmla="*/ 71 h 74"/>
                <a:gd name="T22" fmla="*/ 141 w 151"/>
                <a:gd name="T23" fmla="*/ 67 h 74"/>
                <a:gd name="T24" fmla="*/ 151 w 151"/>
                <a:gd name="T25" fmla="*/ 67 h 74"/>
                <a:gd name="T26" fmla="*/ 120 w 151"/>
                <a:gd name="T27" fmla="*/ 41 h 74"/>
                <a:gd name="T28" fmla="*/ 120 w 151"/>
                <a:gd name="T29" fmla="*/ 41 h 74"/>
                <a:gd name="T30" fmla="*/ 120 w 151"/>
                <a:gd name="T31" fmla="*/ 41 h 74"/>
                <a:gd name="T32" fmla="*/ 119 w 151"/>
                <a:gd name="T33" fmla="*/ 41 h 74"/>
                <a:gd name="T34" fmla="*/ 92 w 151"/>
                <a:gd name="T35" fmla="*/ 26 h 74"/>
                <a:gd name="T36" fmla="*/ 50 w 151"/>
                <a:gd name="T3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74">
                  <a:moveTo>
                    <a:pt x="50" y="0"/>
                  </a:moveTo>
                  <a:cubicBezTo>
                    <a:pt x="33" y="0"/>
                    <a:pt x="17" y="10"/>
                    <a:pt x="7" y="26"/>
                  </a:cubicBezTo>
                  <a:cubicBezTo>
                    <a:pt x="5" y="29"/>
                    <a:pt x="3" y="32"/>
                    <a:pt x="0" y="35"/>
                  </a:cubicBezTo>
                  <a:cubicBezTo>
                    <a:pt x="2" y="52"/>
                    <a:pt x="11" y="67"/>
                    <a:pt x="22" y="72"/>
                  </a:cubicBezTo>
                  <a:cubicBezTo>
                    <a:pt x="26" y="74"/>
                    <a:pt x="29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7" y="74"/>
                    <a:pt x="41" y="73"/>
                    <a:pt x="45" y="71"/>
                  </a:cubicBezTo>
                  <a:cubicBezTo>
                    <a:pt x="52" y="68"/>
                    <a:pt x="59" y="66"/>
                    <a:pt x="66" y="66"/>
                  </a:cubicBezTo>
                  <a:cubicBezTo>
                    <a:pt x="73" y="66"/>
                    <a:pt x="80" y="68"/>
                    <a:pt x="86" y="71"/>
                  </a:cubicBezTo>
                  <a:cubicBezTo>
                    <a:pt x="92" y="73"/>
                    <a:pt x="98" y="74"/>
                    <a:pt x="104" y="74"/>
                  </a:cubicBezTo>
                  <a:cubicBezTo>
                    <a:pt x="110" y="74"/>
                    <a:pt x="116" y="73"/>
                    <a:pt x="121" y="71"/>
                  </a:cubicBezTo>
                  <a:cubicBezTo>
                    <a:pt x="128" y="68"/>
                    <a:pt x="135" y="67"/>
                    <a:pt x="141" y="67"/>
                  </a:cubicBezTo>
                  <a:cubicBezTo>
                    <a:pt x="145" y="67"/>
                    <a:pt x="148" y="67"/>
                    <a:pt x="151" y="67"/>
                  </a:cubicBezTo>
                  <a:cubicBezTo>
                    <a:pt x="145" y="52"/>
                    <a:pt x="134" y="41"/>
                    <a:pt x="120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41"/>
                    <a:pt x="119" y="41"/>
                    <a:pt x="119" y="41"/>
                  </a:cubicBezTo>
                  <a:cubicBezTo>
                    <a:pt x="108" y="41"/>
                    <a:pt x="98" y="35"/>
                    <a:pt x="92" y="26"/>
                  </a:cubicBezTo>
                  <a:cubicBezTo>
                    <a:pt x="82" y="10"/>
                    <a:pt x="67" y="0"/>
                    <a:pt x="50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5" name="îṧḻî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1DEBD7E-9D74-42A2-A367-6BBE3FB1F5F9}"/>
                </a:ext>
              </a:extLst>
            </p:cNvPr>
            <p:cNvSpPr/>
            <p:nvPr/>
          </p:nvSpPr>
          <p:spPr bwMode="auto">
            <a:xfrm>
              <a:off x="5987939" y="2214843"/>
              <a:ext cx="2387903" cy="2871985"/>
            </a:xfrm>
            <a:custGeom>
              <a:avLst/>
              <a:gdLst>
                <a:gd name="T0" fmla="*/ 79 w 1486"/>
                <a:gd name="T1" fmla="*/ 0 h 1789"/>
                <a:gd name="T2" fmla="*/ 1407 w 1486"/>
                <a:gd name="T3" fmla="*/ 0 h 1789"/>
                <a:gd name="T4" fmla="*/ 1486 w 1486"/>
                <a:gd name="T5" fmla="*/ 79 h 1789"/>
                <a:gd name="T6" fmla="*/ 1486 w 1486"/>
                <a:gd name="T7" fmla="*/ 1710 h 1789"/>
                <a:gd name="T8" fmla="*/ 1407 w 1486"/>
                <a:gd name="T9" fmla="*/ 1789 h 1789"/>
                <a:gd name="T10" fmla="*/ 79 w 1486"/>
                <a:gd name="T11" fmla="*/ 1789 h 1789"/>
                <a:gd name="T12" fmla="*/ 0 w 1486"/>
                <a:gd name="T13" fmla="*/ 1710 h 1789"/>
                <a:gd name="T14" fmla="*/ 0 w 1486"/>
                <a:gd name="T15" fmla="*/ 79 h 1789"/>
                <a:gd name="T16" fmla="*/ 79 w 1486"/>
                <a:gd name="T17" fmla="*/ 0 h 1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86" h="1789">
                  <a:moveTo>
                    <a:pt x="79" y="0"/>
                  </a:moveTo>
                  <a:cubicBezTo>
                    <a:pt x="1407" y="0"/>
                    <a:pt x="1407" y="0"/>
                    <a:pt x="1407" y="0"/>
                  </a:cubicBezTo>
                  <a:cubicBezTo>
                    <a:pt x="1451" y="0"/>
                    <a:pt x="1486" y="35"/>
                    <a:pt x="1486" y="79"/>
                  </a:cubicBezTo>
                  <a:cubicBezTo>
                    <a:pt x="1486" y="1710"/>
                    <a:pt x="1486" y="1710"/>
                    <a:pt x="1486" y="1710"/>
                  </a:cubicBezTo>
                  <a:cubicBezTo>
                    <a:pt x="1486" y="1754"/>
                    <a:pt x="1451" y="1789"/>
                    <a:pt x="1407" y="1789"/>
                  </a:cubicBezTo>
                  <a:cubicBezTo>
                    <a:pt x="79" y="1789"/>
                    <a:pt x="79" y="1789"/>
                    <a:pt x="79" y="1789"/>
                  </a:cubicBezTo>
                  <a:cubicBezTo>
                    <a:pt x="35" y="1789"/>
                    <a:pt x="0" y="1754"/>
                    <a:pt x="0" y="1710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35"/>
                    <a:pt x="35" y="0"/>
                    <a:pt x="79" y="0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6" name="ïsḷí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EE20C9B-CAC5-4C9A-A3B5-BDE0A2FFFD76}"/>
                </a:ext>
              </a:extLst>
            </p:cNvPr>
            <p:cNvSpPr/>
            <p:nvPr/>
          </p:nvSpPr>
          <p:spPr bwMode="auto">
            <a:xfrm>
              <a:off x="6094243" y="2503886"/>
              <a:ext cx="2159479" cy="22938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7" name="ïšḻi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A7BB956-8D55-479D-BB72-FCC58303AABB}"/>
                </a:ext>
              </a:extLst>
            </p:cNvPr>
            <p:cNvSpPr/>
            <p:nvPr/>
          </p:nvSpPr>
          <p:spPr bwMode="auto">
            <a:xfrm>
              <a:off x="6094243" y="2503886"/>
              <a:ext cx="2159479" cy="229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8" name="iṩḻ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4B1D53-CBE1-4CA1-B1E4-70BF49C67B97}"/>
                </a:ext>
              </a:extLst>
            </p:cNvPr>
            <p:cNvSpPr/>
            <p:nvPr/>
          </p:nvSpPr>
          <p:spPr bwMode="auto">
            <a:xfrm>
              <a:off x="7098428" y="4864554"/>
              <a:ext cx="166925" cy="1669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9" name="iSľ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3A8CBFE-D6D8-4DB8-833C-ABD557223C9E}"/>
                </a:ext>
              </a:extLst>
            </p:cNvPr>
            <p:cNvSpPr/>
            <p:nvPr/>
          </p:nvSpPr>
          <p:spPr bwMode="auto">
            <a:xfrm>
              <a:off x="7143234" y="2344868"/>
              <a:ext cx="77313" cy="773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0" name="ïṩľ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64BAA9B-5E18-4F33-A4AC-BBBB1D90CFF9}"/>
                </a:ext>
              </a:extLst>
            </p:cNvPr>
            <p:cNvSpPr/>
            <p:nvPr/>
          </p:nvSpPr>
          <p:spPr bwMode="auto">
            <a:xfrm>
              <a:off x="7139720" y="2339597"/>
              <a:ext cx="84341" cy="85220"/>
            </a:xfrm>
            <a:custGeom>
              <a:avLst/>
              <a:gdLst>
                <a:gd name="T0" fmla="*/ 26 w 52"/>
                <a:gd name="T1" fmla="*/ 4 h 53"/>
                <a:gd name="T2" fmla="*/ 48 w 52"/>
                <a:gd name="T3" fmla="*/ 26 h 53"/>
                <a:gd name="T4" fmla="*/ 26 w 52"/>
                <a:gd name="T5" fmla="*/ 49 h 53"/>
                <a:gd name="T6" fmla="*/ 4 w 52"/>
                <a:gd name="T7" fmla="*/ 27 h 53"/>
                <a:gd name="T8" fmla="*/ 4 w 52"/>
                <a:gd name="T9" fmla="*/ 26 h 53"/>
                <a:gd name="T10" fmla="*/ 26 w 52"/>
                <a:gd name="T11" fmla="*/ 4 h 53"/>
                <a:gd name="T12" fmla="*/ 26 w 52"/>
                <a:gd name="T13" fmla="*/ 0 h 53"/>
                <a:gd name="T14" fmla="*/ 0 w 52"/>
                <a:gd name="T15" fmla="*/ 26 h 53"/>
                <a:gd name="T16" fmla="*/ 26 w 52"/>
                <a:gd name="T17" fmla="*/ 53 h 53"/>
                <a:gd name="T18" fmla="*/ 52 w 52"/>
                <a:gd name="T19" fmla="*/ 27 h 53"/>
                <a:gd name="T20" fmla="*/ 52 w 52"/>
                <a:gd name="T21" fmla="*/ 26 h 53"/>
                <a:gd name="T22" fmla="*/ 26 w 52"/>
                <a:gd name="T23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53">
                  <a:moveTo>
                    <a:pt x="26" y="4"/>
                  </a:moveTo>
                  <a:cubicBezTo>
                    <a:pt x="38" y="4"/>
                    <a:pt x="48" y="14"/>
                    <a:pt x="48" y="26"/>
                  </a:cubicBezTo>
                  <a:cubicBezTo>
                    <a:pt x="48" y="39"/>
                    <a:pt x="38" y="49"/>
                    <a:pt x="26" y="49"/>
                  </a:cubicBezTo>
                  <a:cubicBezTo>
                    <a:pt x="14" y="49"/>
                    <a:pt x="4" y="39"/>
                    <a:pt x="4" y="27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14"/>
                    <a:pt x="14" y="4"/>
                    <a:pt x="26" y="4"/>
                  </a:cubicBezTo>
                  <a:moveTo>
                    <a:pt x="26" y="0"/>
                  </a:moveTo>
                  <a:cubicBezTo>
                    <a:pt x="11" y="0"/>
                    <a:pt x="0" y="12"/>
                    <a:pt x="0" y="26"/>
                  </a:cubicBezTo>
                  <a:cubicBezTo>
                    <a:pt x="0" y="41"/>
                    <a:pt x="11" y="53"/>
                    <a:pt x="26" y="53"/>
                  </a:cubicBezTo>
                  <a:cubicBezTo>
                    <a:pt x="40" y="53"/>
                    <a:pt x="52" y="41"/>
                    <a:pt x="52" y="27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1" name="ïṡļî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A291301-E411-4B4A-8256-CDC4DD971673}"/>
                </a:ext>
              </a:extLst>
            </p:cNvPr>
            <p:cNvSpPr/>
            <p:nvPr/>
          </p:nvSpPr>
          <p:spPr bwMode="auto">
            <a:xfrm>
              <a:off x="6327060" y="3161921"/>
              <a:ext cx="1709661" cy="1036691"/>
            </a:xfrm>
            <a:custGeom>
              <a:avLst/>
              <a:gdLst>
                <a:gd name="T0" fmla="*/ 1064 w 1064"/>
                <a:gd name="T1" fmla="*/ 331 h 646"/>
                <a:gd name="T2" fmla="*/ 1064 w 1064"/>
                <a:gd name="T3" fmla="*/ 331 h 646"/>
                <a:gd name="T4" fmla="*/ 1058 w 1064"/>
                <a:gd name="T5" fmla="*/ 297 h 646"/>
                <a:gd name="T6" fmla="*/ 1057 w 1064"/>
                <a:gd name="T7" fmla="*/ 295 h 646"/>
                <a:gd name="T8" fmla="*/ 1007 w 1064"/>
                <a:gd name="T9" fmla="*/ 230 h 646"/>
                <a:gd name="T10" fmla="*/ 838 w 1064"/>
                <a:gd name="T11" fmla="*/ 251 h 646"/>
                <a:gd name="T12" fmla="*/ 828 w 1064"/>
                <a:gd name="T13" fmla="*/ 215 h 646"/>
                <a:gd name="T14" fmla="*/ 726 w 1064"/>
                <a:gd name="T15" fmla="*/ 219 h 646"/>
                <a:gd name="T16" fmla="*/ 791 w 1064"/>
                <a:gd name="T17" fmla="*/ 242 h 646"/>
                <a:gd name="T18" fmla="*/ 790 w 1064"/>
                <a:gd name="T19" fmla="*/ 245 h 646"/>
                <a:gd name="T20" fmla="*/ 717 w 1064"/>
                <a:gd name="T21" fmla="*/ 218 h 646"/>
                <a:gd name="T22" fmla="*/ 710 w 1064"/>
                <a:gd name="T23" fmla="*/ 215 h 646"/>
                <a:gd name="T24" fmla="*/ 718 w 1064"/>
                <a:gd name="T25" fmla="*/ 215 h 646"/>
                <a:gd name="T26" fmla="*/ 827 w 1064"/>
                <a:gd name="T27" fmla="*/ 212 h 646"/>
                <a:gd name="T28" fmla="*/ 795 w 1064"/>
                <a:gd name="T29" fmla="*/ 161 h 646"/>
                <a:gd name="T30" fmla="*/ 624 w 1064"/>
                <a:gd name="T31" fmla="*/ 118 h 646"/>
                <a:gd name="T32" fmla="*/ 625 w 1064"/>
                <a:gd name="T33" fmla="*/ 116 h 646"/>
                <a:gd name="T34" fmla="*/ 792 w 1064"/>
                <a:gd name="T35" fmla="*/ 158 h 646"/>
                <a:gd name="T36" fmla="*/ 534 w 1064"/>
                <a:gd name="T37" fmla="*/ 149 h 646"/>
                <a:gd name="T38" fmla="*/ 501 w 1064"/>
                <a:gd name="T39" fmla="*/ 189 h 646"/>
                <a:gd name="T40" fmla="*/ 439 w 1064"/>
                <a:gd name="T41" fmla="*/ 47 h 646"/>
                <a:gd name="T42" fmla="*/ 343 w 1064"/>
                <a:gd name="T43" fmla="*/ 76 h 646"/>
                <a:gd name="T44" fmla="*/ 192 w 1064"/>
                <a:gd name="T45" fmla="*/ 88 h 646"/>
                <a:gd name="T46" fmla="*/ 257 w 1064"/>
                <a:gd name="T47" fmla="*/ 112 h 646"/>
                <a:gd name="T48" fmla="*/ 256 w 1064"/>
                <a:gd name="T49" fmla="*/ 115 h 646"/>
                <a:gd name="T50" fmla="*/ 183 w 1064"/>
                <a:gd name="T51" fmla="*/ 88 h 646"/>
                <a:gd name="T52" fmla="*/ 176 w 1064"/>
                <a:gd name="T53" fmla="*/ 84 h 646"/>
                <a:gd name="T54" fmla="*/ 184 w 1064"/>
                <a:gd name="T55" fmla="*/ 85 h 646"/>
                <a:gd name="T56" fmla="*/ 437 w 1064"/>
                <a:gd name="T57" fmla="*/ 45 h 646"/>
                <a:gd name="T58" fmla="*/ 428 w 1064"/>
                <a:gd name="T59" fmla="*/ 35 h 646"/>
                <a:gd name="T60" fmla="*/ 120 w 1064"/>
                <a:gd name="T61" fmla="*/ 0 h 646"/>
                <a:gd name="T62" fmla="*/ 0 w 1064"/>
                <a:gd name="T63" fmla="*/ 215 h 646"/>
                <a:gd name="T64" fmla="*/ 36 w 1064"/>
                <a:gd name="T65" fmla="*/ 392 h 646"/>
                <a:gd name="T66" fmla="*/ 71 w 1064"/>
                <a:gd name="T67" fmla="*/ 478 h 646"/>
                <a:gd name="T68" fmla="*/ 93 w 1064"/>
                <a:gd name="T69" fmla="*/ 518 h 646"/>
                <a:gd name="T70" fmla="*/ 124 w 1064"/>
                <a:gd name="T71" fmla="*/ 564 h 646"/>
                <a:gd name="T72" fmla="*/ 130 w 1064"/>
                <a:gd name="T73" fmla="*/ 572 h 646"/>
                <a:gd name="T74" fmla="*/ 168 w 1064"/>
                <a:gd name="T75" fmla="*/ 611 h 646"/>
                <a:gd name="T76" fmla="*/ 176 w 1064"/>
                <a:gd name="T77" fmla="*/ 618 h 646"/>
                <a:gd name="T78" fmla="*/ 201 w 1064"/>
                <a:gd name="T79" fmla="*/ 633 h 646"/>
                <a:gd name="T80" fmla="*/ 247 w 1064"/>
                <a:gd name="T81" fmla="*/ 646 h 646"/>
                <a:gd name="T82" fmla="*/ 251 w 1064"/>
                <a:gd name="T83" fmla="*/ 646 h 646"/>
                <a:gd name="T84" fmla="*/ 251 w 1064"/>
                <a:gd name="T85" fmla="*/ 646 h 646"/>
                <a:gd name="T86" fmla="*/ 934 w 1064"/>
                <a:gd name="T87" fmla="*/ 646 h 646"/>
                <a:gd name="T88" fmla="*/ 934 w 1064"/>
                <a:gd name="T89" fmla="*/ 646 h 646"/>
                <a:gd name="T90" fmla="*/ 935 w 1064"/>
                <a:gd name="T91" fmla="*/ 646 h 646"/>
                <a:gd name="T92" fmla="*/ 946 w 1064"/>
                <a:gd name="T93" fmla="*/ 644 h 646"/>
                <a:gd name="T94" fmla="*/ 1011 w 1064"/>
                <a:gd name="T95" fmla="*/ 557 h 646"/>
                <a:gd name="T96" fmla="*/ 1023 w 1064"/>
                <a:gd name="T97" fmla="*/ 527 h 646"/>
                <a:gd name="T98" fmla="*/ 1032 w 1064"/>
                <a:gd name="T99" fmla="*/ 499 h 646"/>
                <a:gd name="T100" fmla="*/ 1054 w 1064"/>
                <a:gd name="T101" fmla="*/ 415 h 646"/>
                <a:gd name="T102" fmla="*/ 1064 w 1064"/>
                <a:gd name="T103" fmla="*/ 337 h 646"/>
                <a:gd name="T104" fmla="*/ 1064 w 1064"/>
                <a:gd name="T105" fmla="*/ 331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64" h="646">
                  <a:moveTo>
                    <a:pt x="1064" y="331"/>
                  </a:moveTo>
                  <a:cubicBezTo>
                    <a:pt x="1064" y="331"/>
                    <a:pt x="1064" y="331"/>
                    <a:pt x="1064" y="331"/>
                  </a:cubicBezTo>
                  <a:cubicBezTo>
                    <a:pt x="1063" y="319"/>
                    <a:pt x="1061" y="308"/>
                    <a:pt x="1058" y="297"/>
                  </a:cubicBezTo>
                  <a:cubicBezTo>
                    <a:pt x="1057" y="295"/>
                    <a:pt x="1057" y="295"/>
                    <a:pt x="1057" y="295"/>
                  </a:cubicBezTo>
                  <a:cubicBezTo>
                    <a:pt x="1048" y="269"/>
                    <a:pt x="1030" y="246"/>
                    <a:pt x="1007" y="230"/>
                  </a:cubicBezTo>
                  <a:cubicBezTo>
                    <a:pt x="954" y="193"/>
                    <a:pt x="881" y="202"/>
                    <a:pt x="838" y="251"/>
                  </a:cubicBezTo>
                  <a:cubicBezTo>
                    <a:pt x="836" y="239"/>
                    <a:pt x="833" y="226"/>
                    <a:pt x="828" y="215"/>
                  </a:cubicBezTo>
                  <a:cubicBezTo>
                    <a:pt x="794" y="219"/>
                    <a:pt x="760" y="221"/>
                    <a:pt x="726" y="219"/>
                  </a:cubicBezTo>
                  <a:cubicBezTo>
                    <a:pt x="747" y="228"/>
                    <a:pt x="768" y="236"/>
                    <a:pt x="791" y="242"/>
                  </a:cubicBezTo>
                  <a:cubicBezTo>
                    <a:pt x="790" y="245"/>
                    <a:pt x="790" y="245"/>
                    <a:pt x="790" y="245"/>
                  </a:cubicBezTo>
                  <a:cubicBezTo>
                    <a:pt x="765" y="238"/>
                    <a:pt x="741" y="229"/>
                    <a:pt x="717" y="218"/>
                  </a:cubicBezTo>
                  <a:cubicBezTo>
                    <a:pt x="710" y="215"/>
                    <a:pt x="710" y="215"/>
                    <a:pt x="710" y="215"/>
                  </a:cubicBezTo>
                  <a:cubicBezTo>
                    <a:pt x="718" y="215"/>
                    <a:pt x="718" y="215"/>
                    <a:pt x="718" y="215"/>
                  </a:cubicBezTo>
                  <a:cubicBezTo>
                    <a:pt x="755" y="217"/>
                    <a:pt x="791" y="216"/>
                    <a:pt x="827" y="212"/>
                  </a:cubicBezTo>
                  <a:cubicBezTo>
                    <a:pt x="819" y="193"/>
                    <a:pt x="809" y="176"/>
                    <a:pt x="795" y="161"/>
                  </a:cubicBezTo>
                  <a:cubicBezTo>
                    <a:pt x="737" y="155"/>
                    <a:pt x="678" y="143"/>
                    <a:pt x="624" y="118"/>
                  </a:cubicBezTo>
                  <a:cubicBezTo>
                    <a:pt x="625" y="116"/>
                    <a:pt x="625" y="116"/>
                    <a:pt x="625" y="116"/>
                  </a:cubicBezTo>
                  <a:cubicBezTo>
                    <a:pt x="678" y="139"/>
                    <a:pt x="735" y="152"/>
                    <a:pt x="792" y="158"/>
                  </a:cubicBezTo>
                  <a:cubicBezTo>
                    <a:pt x="723" y="84"/>
                    <a:pt x="607" y="80"/>
                    <a:pt x="534" y="149"/>
                  </a:cubicBezTo>
                  <a:cubicBezTo>
                    <a:pt x="521" y="160"/>
                    <a:pt x="510" y="174"/>
                    <a:pt x="501" y="189"/>
                  </a:cubicBezTo>
                  <a:cubicBezTo>
                    <a:pt x="496" y="136"/>
                    <a:pt x="474" y="87"/>
                    <a:pt x="439" y="47"/>
                  </a:cubicBezTo>
                  <a:cubicBezTo>
                    <a:pt x="408" y="60"/>
                    <a:pt x="376" y="69"/>
                    <a:pt x="343" y="76"/>
                  </a:cubicBezTo>
                  <a:cubicBezTo>
                    <a:pt x="293" y="87"/>
                    <a:pt x="242" y="91"/>
                    <a:pt x="192" y="88"/>
                  </a:cubicBezTo>
                  <a:cubicBezTo>
                    <a:pt x="213" y="98"/>
                    <a:pt x="235" y="106"/>
                    <a:pt x="257" y="112"/>
                  </a:cubicBezTo>
                  <a:cubicBezTo>
                    <a:pt x="256" y="115"/>
                    <a:pt x="256" y="115"/>
                    <a:pt x="256" y="115"/>
                  </a:cubicBezTo>
                  <a:cubicBezTo>
                    <a:pt x="231" y="108"/>
                    <a:pt x="207" y="99"/>
                    <a:pt x="183" y="88"/>
                  </a:cubicBezTo>
                  <a:cubicBezTo>
                    <a:pt x="176" y="84"/>
                    <a:pt x="176" y="84"/>
                    <a:pt x="176" y="84"/>
                  </a:cubicBezTo>
                  <a:cubicBezTo>
                    <a:pt x="184" y="85"/>
                    <a:pt x="184" y="85"/>
                    <a:pt x="184" y="85"/>
                  </a:cubicBezTo>
                  <a:cubicBezTo>
                    <a:pt x="271" y="91"/>
                    <a:pt x="357" y="77"/>
                    <a:pt x="437" y="45"/>
                  </a:cubicBezTo>
                  <a:cubicBezTo>
                    <a:pt x="434" y="42"/>
                    <a:pt x="431" y="38"/>
                    <a:pt x="428" y="35"/>
                  </a:cubicBezTo>
                  <a:cubicBezTo>
                    <a:pt x="328" y="37"/>
                    <a:pt x="219" y="36"/>
                    <a:pt x="120" y="0"/>
                  </a:cubicBezTo>
                  <a:cubicBezTo>
                    <a:pt x="45" y="46"/>
                    <a:pt x="0" y="127"/>
                    <a:pt x="0" y="215"/>
                  </a:cubicBezTo>
                  <a:cubicBezTo>
                    <a:pt x="0" y="262"/>
                    <a:pt x="13" y="327"/>
                    <a:pt x="36" y="392"/>
                  </a:cubicBezTo>
                  <a:cubicBezTo>
                    <a:pt x="46" y="421"/>
                    <a:pt x="58" y="450"/>
                    <a:pt x="71" y="478"/>
                  </a:cubicBezTo>
                  <a:cubicBezTo>
                    <a:pt x="78" y="492"/>
                    <a:pt x="85" y="505"/>
                    <a:pt x="93" y="518"/>
                  </a:cubicBezTo>
                  <a:cubicBezTo>
                    <a:pt x="102" y="534"/>
                    <a:pt x="112" y="549"/>
                    <a:pt x="124" y="564"/>
                  </a:cubicBezTo>
                  <a:cubicBezTo>
                    <a:pt x="126" y="567"/>
                    <a:pt x="128" y="569"/>
                    <a:pt x="130" y="572"/>
                  </a:cubicBezTo>
                  <a:cubicBezTo>
                    <a:pt x="141" y="586"/>
                    <a:pt x="154" y="599"/>
                    <a:pt x="168" y="611"/>
                  </a:cubicBezTo>
                  <a:cubicBezTo>
                    <a:pt x="171" y="614"/>
                    <a:pt x="173" y="616"/>
                    <a:pt x="176" y="618"/>
                  </a:cubicBezTo>
                  <a:cubicBezTo>
                    <a:pt x="184" y="624"/>
                    <a:pt x="192" y="629"/>
                    <a:pt x="201" y="633"/>
                  </a:cubicBezTo>
                  <a:cubicBezTo>
                    <a:pt x="215" y="641"/>
                    <a:pt x="231" y="645"/>
                    <a:pt x="247" y="646"/>
                  </a:cubicBezTo>
                  <a:cubicBezTo>
                    <a:pt x="248" y="646"/>
                    <a:pt x="250" y="646"/>
                    <a:pt x="251" y="646"/>
                  </a:cubicBezTo>
                  <a:cubicBezTo>
                    <a:pt x="251" y="646"/>
                    <a:pt x="251" y="646"/>
                    <a:pt x="251" y="646"/>
                  </a:cubicBezTo>
                  <a:cubicBezTo>
                    <a:pt x="934" y="646"/>
                    <a:pt x="934" y="646"/>
                    <a:pt x="934" y="646"/>
                  </a:cubicBezTo>
                  <a:cubicBezTo>
                    <a:pt x="934" y="646"/>
                    <a:pt x="934" y="646"/>
                    <a:pt x="934" y="646"/>
                  </a:cubicBezTo>
                  <a:cubicBezTo>
                    <a:pt x="935" y="646"/>
                    <a:pt x="935" y="646"/>
                    <a:pt x="935" y="646"/>
                  </a:cubicBezTo>
                  <a:cubicBezTo>
                    <a:pt x="939" y="646"/>
                    <a:pt x="943" y="645"/>
                    <a:pt x="946" y="644"/>
                  </a:cubicBezTo>
                  <a:cubicBezTo>
                    <a:pt x="970" y="635"/>
                    <a:pt x="993" y="601"/>
                    <a:pt x="1011" y="557"/>
                  </a:cubicBezTo>
                  <a:cubicBezTo>
                    <a:pt x="1015" y="548"/>
                    <a:pt x="1019" y="538"/>
                    <a:pt x="1023" y="527"/>
                  </a:cubicBezTo>
                  <a:cubicBezTo>
                    <a:pt x="1026" y="518"/>
                    <a:pt x="1029" y="509"/>
                    <a:pt x="1032" y="499"/>
                  </a:cubicBezTo>
                  <a:cubicBezTo>
                    <a:pt x="1041" y="472"/>
                    <a:pt x="1048" y="444"/>
                    <a:pt x="1054" y="415"/>
                  </a:cubicBezTo>
                  <a:cubicBezTo>
                    <a:pt x="1060" y="390"/>
                    <a:pt x="1063" y="363"/>
                    <a:pt x="1064" y="337"/>
                  </a:cubicBezTo>
                  <a:cubicBezTo>
                    <a:pt x="1064" y="335"/>
                    <a:pt x="1064" y="333"/>
                    <a:pt x="1064" y="331"/>
                  </a:cubicBezTo>
                </a:path>
              </a:pathLst>
            </a:custGeom>
            <a:solidFill>
              <a:srgbClr val="4285F4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2" name="ïṩ1ï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84B74A4-9B00-4D79-A16D-4967747E933A}"/>
                </a:ext>
              </a:extLst>
            </p:cNvPr>
            <p:cNvSpPr/>
            <p:nvPr/>
          </p:nvSpPr>
          <p:spPr bwMode="auto">
            <a:xfrm>
              <a:off x="6524734" y="3067038"/>
              <a:ext cx="484082" cy="149354"/>
            </a:xfrm>
            <a:custGeom>
              <a:avLst/>
              <a:gdLst>
                <a:gd name="T0" fmla="*/ 301 w 301"/>
                <a:gd name="T1" fmla="*/ 91 h 93"/>
                <a:gd name="T2" fmla="*/ 0 w 301"/>
                <a:gd name="T3" fmla="*/ 57 h 93"/>
                <a:gd name="T4" fmla="*/ 301 w 301"/>
                <a:gd name="T5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1" h="93">
                  <a:moveTo>
                    <a:pt x="301" y="91"/>
                  </a:moveTo>
                  <a:cubicBezTo>
                    <a:pt x="220" y="14"/>
                    <a:pt x="97" y="0"/>
                    <a:pt x="0" y="57"/>
                  </a:cubicBezTo>
                  <a:cubicBezTo>
                    <a:pt x="96" y="92"/>
                    <a:pt x="203" y="93"/>
                    <a:pt x="301" y="91"/>
                  </a:cubicBezTo>
                  <a:close/>
                </a:path>
              </a:pathLst>
            </a:custGeom>
            <a:solidFill>
              <a:srgbClr val="4285F4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3" name="í$ļî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C1388AD-CB77-498E-B238-1920073965C3}"/>
                </a:ext>
              </a:extLst>
            </p:cNvPr>
            <p:cNvSpPr/>
            <p:nvPr/>
          </p:nvSpPr>
          <p:spPr bwMode="auto">
            <a:xfrm>
              <a:off x="7557910" y="3819956"/>
              <a:ext cx="351421" cy="376899"/>
            </a:xfrm>
            <a:custGeom>
              <a:avLst/>
              <a:gdLst>
                <a:gd name="T0" fmla="*/ 54 w 219"/>
                <a:gd name="T1" fmla="*/ 205 h 235"/>
                <a:gd name="T2" fmla="*/ 51 w 219"/>
                <a:gd name="T3" fmla="*/ 202 h 235"/>
                <a:gd name="T4" fmla="*/ 52 w 219"/>
                <a:gd name="T5" fmla="*/ 199 h 235"/>
                <a:gd name="T6" fmla="*/ 54 w 219"/>
                <a:gd name="T7" fmla="*/ 198 h 235"/>
                <a:gd name="T8" fmla="*/ 69 w 219"/>
                <a:gd name="T9" fmla="*/ 198 h 235"/>
                <a:gd name="T10" fmla="*/ 72 w 219"/>
                <a:gd name="T11" fmla="*/ 202 h 235"/>
                <a:gd name="T12" fmla="*/ 71 w 219"/>
                <a:gd name="T13" fmla="*/ 204 h 235"/>
                <a:gd name="T14" fmla="*/ 69 w 219"/>
                <a:gd name="T15" fmla="*/ 205 h 235"/>
                <a:gd name="T16" fmla="*/ 54 w 219"/>
                <a:gd name="T17" fmla="*/ 205 h 235"/>
                <a:gd name="T18" fmla="*/ 151 w 219"/>
                <a:gd name="T19" fmla="*/ 205 h 235"/>
                <a:gd name="T20" fmla="*/ 148 w 219"/>
                <a:gd name="T21" fmla="*/ 201 h 235"/>
                <a:gd name="T22" fmla="*/ 151 w 219"/>
                <a:gd name="T23" fmla="*/ 198 h 235"/>
                <a:gd name="T24" fmla="*/ 166 w 219"/>
                <a:gd name="T25" fmla="*/ 198 h 235"/>
                <a:gd name="T26" fmla="*/ 169 w 219"/>
                <a:gd name="T27" fmla="*/ 202 h 235"/>
                <a:gd name="T28" fmla="*/ 168 w 219"/>
                <a:gd name="T29" fmla="*/ 204 h 235"/>
                <a:gd name="T30" fmla="*/ 166 w 219"/>
                <a:gd name="T31" fmla="*/ 205 h 235"/>
                <a:gd name="T32" fmla="*/ 151 w 219"/>
                <a:gd name="T33" fmla="*/ 205 h 235"/>
                <a:gd name="T34" fmla="*/ 110 w 219"/>
                <a:gd name="T35" fmla="*/ 0 h 235"/>
                <a:gd name="T36" fmla="*/ 108 w 219"/>
                <a:gd name="T37" fmla="*/ 0 h 235"/>
                <a:gd name="T38" fmla="*/ 107 w 219"/>
                <a:gd name="T39" fmla="*/ 1 h 235"/>
                <a:gd name="T40" fmla="*/ 1 w 219"/>
                <a:gd name="T41" fmla="*/ 184 h 235"/>
                <a:gd name="T42" fmla="*/ 3 w 219"/>
                <a:gd name="T43" fmla="*/ 189 h 235"/>
                <a:gd name="T44" fmla="*/ 4 w 219"/>
                <a:gd name="T45" fmla="*/ 189 h 235"/>
                <a:gd name="T46" fmla="*/ 4 w 219"/>
                <a:gd name="T47" fmla="*/ 189 h 235"/>
                <a:gd name="T48" fmla="*/ 36 w 219"/>
                <a:gd name="T49" fmla="*/ 189 h 235"/>
                <a:gd name="T50" fmla="*/ 39 w 219"/>
                <a:gd name="T51" fmla="*/ 192 h 235"/>
                <a:gd name="T52" fmla="*/ 39 w 219"/>
                <a:gd name="T53" fmla="*/ 231 h 235"/>
                <a:gd name="T54" fmla="*/ 42 w 219"/>
                <a:gd name="T55" fmla="*/ 235 h 235"/>
                <a:gd name="T56" fmla="*/ 84 w 219"/>
                <a:gd name="T57" fmla="*/ 235 h 235"/>
                <a:gd name="T58" fmla="*/ 87 w 219"/>
                <a:gd name="T59" fmla="*/ 231 h 235"/>
                <a:gd name="T60" fmla="*/ 87 w 219"/>
                <a:gd name="T61" fmla="*/ 213 h 235"/>
                <a:gd name="T62" fmla="*/ 90 w 219"/>
                <a:gd name="T63" fmla="*/ 209 h 235"/>
                <a:gd name="T64" fmla="*/ 90 w 219"/>
                <a:gd name="T65" fmla="*/ 209 h 235"/>
                <a:gd name="T66" fmla="*/ 129 w 219"/>
                <a:gd name="T67" fmla="*/ 209 h 235"/>
                <a:gd name="T68" fmla="*/ 133 w 219"/>
                <a:gd name="T69" fmla="*/ 213 h 235"/>
                <a:gd name="T70" fmla="*/ 133 w 219"/>
                <a:gd name="T71" fmla="*/ 231 h 235"/>
                <a:gd name="T72" fmla="*/ 136 w 219"/>
                <a:gd name="T73" fmla="*/ 235 h 235"/>
                <a:gd name="T74" fmla="*/ 177 w 219"/>
                <a:gd name="T75" fmla="*/ 235 h 235"/>
                <a:gd name="T76" fmla="*/ 177 w 219"/>
                <a:gd name="T77" fmla="*/ 235 h 235"/>
                <a:gd name="T78" fmla="*/ 180 w 219"/>
                <a:gd name="T79" fmla="*/ 232 h 235"/>
                <a:gd name="T80" fmla="*/ 180 w 219"/>
                <a:gd name="T81" fmla="*/ 231 h 235"/>
                <a:gd name="T82" fmla="*/ 180 w 219"/>
                <a:gd name="T83" fmla="*/ 192 h 235"/>
                <a:gd name="T84" fmla="*/ 184 w 219"/>
                <a:gd name="T85" fmla="*/ 189 h 235"/>
                <a:gd name="T86" fmla="*/ 215 w 219"/>
                <a:gd name="T87" fmla="*/ 189 h 235"/>
                <a:gd name="T88" fmla="*/ 215 w 219"/>
                <a:gd name="T89" fmla="*/ 189 h 235"/>
                <a:gd name="T90" fmla="*/ 219 w 219"/>
                <a:gd name="T91" fmla="*/ 186 h 235"/>
                <a:gd name="T92" fmla="*/ 218 w 219"/>
                <a:gd name="T93" fmla="*/ 184 h 235"/>
                <a:gd name="T94" fmla="*/ 113 w 219"/>
                <a:gd name="T95" fmla="*/ 1 h 235"/>
                <a:gd name="T96" fmla="*/ 110 w 219"/>
                <a:gd name="T97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9" h="235">
                  <a:moveTo>
                    <a:pt x="54" y="205"/>
                  </a:moveTo>
                  <a:cubicBezTo>
                    <a:pt x="52" y="205"/>
                    <a:pt x="51" y="203"/>
                    <a:pt x="51" y="202"/>
                  </a:cubicBezTo>
                  <a:cubicBezTo>
                    <a:pt x="51" y="201"/>
                    <a:pt x="51" y="200"/>
                    <a:pt x="52" y="199"/>
                  </a:cubicBezTo>
                  <a:cubicBezTo>
                    <a:pt x="52" y="199"/>
                    <a:pt x="53" y="198"/>
                    <a:pt x="54" y="198"/>
                  </a:cubicBezTo>
                  <a:cubicBezTo>
                    <a:pt x="69" y="198"/>
                    <a:pt x="69" y="198"/>
                    <a:pt x="69" y="198"/>
                  </a:cubicBezTo>
                  <a:cubicBezTo>
                    <a:pt x="71" y="198"/>
                    <a:pt x="72" y="200"/>
                    <a:pt x="72" y="202"/>
                  </a:cubicBezTo>
                  <a:cubicBezTo>
                    <a:pt x="72" y="202"/>
                    <a:pt x="72" y="203"/>
                    <a:pt x="71" y="204"/>
                  </a:cubicBezTo>
                  <a:cubicBezTo>
                    <a:pt x="70" y="205"/>
                    <a:pt x="70" y="205"/>
                    <a:pt x="69" y="205"/>
                  </a:cubicBezTo>
                  <a:cubicBezTo>
                    <a:pt x="54" y="205"/>
                    <a:pt x="54" y="205"/>
                    <a:pt x="54" y="205"/>
                  </a:cubicBezTo>
                  <a:moveTo>
                    <a:pt x="151" y="205"/>
                  </a:moveTo>
                  <a:cubicBezTo>
                    <a:pt x="149" y="205"/>
                    <a:pt x="148" y="203"/>
                    <a:pt x="148" y="201"/>
                  </a:cubicBezTo>
                  <a:cubicBezTo>
                    <a:pt x="148" y="200"/>
                    <a:pt x="149" y="198"/>
                    <a:pt x="151" y="198"/>
                  </a:cubicBezTo>
                  <a:cubicBezTo>
                    <a:pt x="166" y="198"/>
                    <a:pt x="166" y="198"/>
                    <a:pt x="166" y="198"/>
                  </a:cubicBezTo>
                  <a:cubicBezTo>
                    <a:pt x="168" y="198"/>
                    <a:pt x="169" y="200"/>
                    <a:pt x="169" y="202"/>
                  </a:cubicBezTo>
                  <a:cubicBezTo>
                    <a:pt x="169" y="202"/>
                    <a:pt x="169" y="203"/>
                    <a:pt x="168" y="204"/>
                  </a:cubicBezTo>
                  <a:cubicBezTo>
                    <a:pt x="167" y="205"/>
                    <a:pt x="167" y="205"/>
                    <a:pt x="166" y="205"/>
                  </a:cubicBezTo>
                  <a:cubicBezTo>
                    <a:pt x="151" y="205"/>
                    <a:pt x="151" y="205"/>
                    <a:pt x="151" y="205"/>
                  </a:cubicBezTo>
                  <a:moveTo>
                    <a:pt x="110" y="0"/>
                  </a:moveTo>
                  <a:cubicBezTo>
                    <a:pt x="109" y="0"/>
                    <a:pt x="109" y="0"/>
                    <a:pt x="108" y="0"/>
                  </a:cubicBezTo>
                  <a:cubicBezTo>
                    <a:pt x="108" y="0"/>
                    <a:pt x="107" y="1"/>
                    <a:pt x="107" y="1"/>
                  </a:cubicBezTo>
                  <a:cubicBezTo>
                    <a:pt x="1" y="184"/>
                    <a:pt x="1" y="184"/>
                    <a:pt x="1" y="184"/>
                  </a:cubicBezTo>
                  <a:cubicBezTo>
                    <a:pt x="0" y="186"/>
                    <a:pt x="1" y="188"/>
                    <a:pt x="3" y="189"/>
                  </a:cubicBezTo>
                  <a:cubicBezTo>
                    <a:pt x="3" y="189"/>
                    <a:pt x="4" y="189"/>
                    <a:pt x="4" y="189"/>
                  </a:cubicBezTo>
                  <a:cubicBezTo>
                    <a:pt x="4" y="189"/>
                    <a:pt x="4" y="189"/>
                    <a:pt x="4" y="189"/>
                  </a:cubicBezTo>
                  <a:cubicBezTo>
                    <a:pt x="36" y="189"/>
                    <a:pt x="36" y="189"/>
                    <a:pt x="36" y="189"/>
                  </a:cubicBezTo>
                  <a:cubicBezTo>
                    <a:pt x="38" y="189"/>
                    <a:pt x="39" y="191"/>
                    <a:pt x="39" y="192"/>
                  </a:cubicBezTo>
                  <a:cubicBezTo>
                    <a:pt x="39" y="231"/>
                    <a:pt x="39" y="231"/>
                    <a:pt x="39" y="231"/>
                  </a:cubicBezTo>
                  <a:cubicBezTo>
                    <a:pt x="39" y="233"/>
                    <a:pt x="41" y="235"/>
                    <a:pt x="42" y="235"/>
                  </a:cubicBezTo>
                  <a:cubicBezTo>
                    <a:pt x="84" y="235"/>
                    <a:pt x="84" y="235"/>
                    <a:pt x="84" y="235"/>
                  </a:cubicBezTo>
                  <a:cubicBezTo>
                    <a:pt x="85" y="235"/>
                    <a:pt x="87" y="233"/>
                    <a:pt x="87" y="231"/>
                  </a:cubicBezTo>
                  <a:cubicBezTo>
                    <a:pt x="87" y="213"/>
                    <a:pt x="87" y="213"/>
                    <a:pt x="87" y="213"/>
                  </a:cubicBezTo>
                  <a:cubicBezTo>
                    <a:pt x="87" y="211"/>
                    <a:pt x="88" y="209"/>
                    <a:pt x="90" y="209"/>
                  </a:cubicBezTo>
                  <a:cubicBezTo>
                    <a:pt x="90" y="209"/>
                    <a:pt x="90" y="209"/>
                    <a:pt x="90" y="209"/>
                  </a:cubicBezTo>
                  <a:cubicBezTo>
                    <a:pt x="129" y="209"/>
                    <a:pt x="129" y="209"/>
                    <a:pt x="129" y="209"/>
                  </a:cubicBezTo>
                  <a:cubicBezTo>
                    <a:pt x="131" y="209"/>
                    <a:pt x="133" y="211"/>
                    <a:pt x="133" y="213"/>
                  </a:cubicBezTo>
                  <a:cubicBezTo>
                    <a:pt x="133" y="231"/>
                    <a:pt x="133" y="231"/>
                    <a:pt x="133" y="231"/>
                  </a:cubicBezTo>
                  <a:cubicBezTo>
                    <a:pt x="133" y="233"/>
                    <a:pt x="134" y="235"/>
                    <a:pt x="136" y="235"/>
                  </a:cubicBezTo>
                  <a:cubicBezTo>
                    <a:pt x="177" y="235"/>
                    <a:pt x="177" y="235"/>
                    <a:pt x="177" y="235"/>
                  </a:cubicBezTo>
                  <a:cubicBezTo>
                    <a:pt x="177" y="235"/>
                    <a:pt x="177" y="235"/>
                    <a:pt x="177" y="235"/>
                  </a:cubicBezTo>
                  <a:cubicBezTo>
                    <a:pt x="178" y="235"/>
                    <a:pt x="180" y="234"/>
                    <a:pt x="180" y="232"/>
                  </a:cubicBezTo>
                  <a:cubicBezTo>
                    <a:pt x="180" y="231"/>
                    <a:pt x="180" y="231"/>
                    <a:pt x="180" y="231"/>
                  </a:cubicBezTo>
                  <a:cubicBezTo>
                    <a:pt x="180" y="192"/>
                    <a:pt x="180" y="192"/>
                    <a:pt x="180" y="192"/>
                  </a:cubicBezTo>
                  <a:cubicBezTo>
                    <a:pt x="180" y="191"/>
                    <a:pt x="182" y="189"/>
                    <a:pt x="184" y="189"/>
                  </a:cubicBezTo>
                  <a:cubicBezTo>
                    <a:pt x="215" y="189"/>
                    <a:pt x="215" y="189"/>
                    <a:pt x="215" y="189"/>
                  </a:cubicBezTo>
                  <a:cubicBezTo>
                    <a:pt x="215" y="189"/>
                    <a:pt x="215" y="189"/>
                    <a:pt x="215" y="189"/>
                  </a:cubicBezTo>
                  <a:cubicBezTo>
                    <a:pt x="217" y="189"/>
                    <a:pt x="219" y="188"/>
                    <a:pt x="219" y="186"/>
                  </a:cubicBezTo>
                  <a:cubicBezTo>
                    <a:pt x="219" y="185"/>
                    <a:pt x="219" y="185"/>
                    <a:pt x="218" y="184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2" y="0"/>
                    <a:pt x="111" y="0"/>
                    <a:pt x="110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4" name="îšľí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2A37246-C933-40A3-ACBA-8A44FDEC5073}"/>
                </a:ext>
              </a:extLst>
            </p:cNvPr>
            <p:cNvSpPr/>
            <p:nvPr/>
          </p:nvSpPr>
          <p:spPr bwMode="auto">
            <a:xfrm>
              <a:off x="6727679" y="4198612"/>
              <a:ext cx="2636" cy="0"/>
            </a:xfrm>
            <a:custGeom>
              <a:avLst/>
              <a:gdLst>
                <a:gd name="T0" fmla="*/ 2 w 2"/>
                <a:gd name="T1" fmla="*/ 0 w 2"/>
                <a:gd name="T2" fmla="*/ 1 w 2"/>
                <a:gd name="T3" fmla="*/ 1 w 2"/>
                <a:gd name="T4" fmla="*/ 2 w 2"/>
                <a:gd name="T5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ECF3FE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5" name="iṥlî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CAB23C5-84F1-48AC-814D-BC077C521768}"/>
                </a:ext>
              </a:extLst>
            </p:cNvPr>
            <p:cNvSpPr/>
            <p:nvPr/>
          </p:nvSpPr>
          <p:spPr bwMode="auto">
            <a:xfrm>
              <a:off x="6536155" y="3821713"/>
              <a:ext cx="325943" cy="376899"/>
            </a:xfrm>
            <a:custGeom>
              <a:avLst/>
              <a:gdLst>
                <a:gd name="T0" fmla="*/ 135 w 203"/>
                <a:gd name="T1" fmla="*/ 199 h 235"/>
                <a:gd name="T2" fmla="*/ 150 w 203"/>
                <a:gd name="T3" fmla="*/ 199 h 235"/>
                <a:gd name="T4" fmla="*/ 150 w 203"/>
                <a:gd name="T5" fmla="*/ 199 h 235"/>
                <a:gd name="T6" fmla="*/ 153 w 203"/>
                <a:gd name="T7" fmla="*/ 202 h 235"/>
                <a:gd name="T8" fmla="*/ 152 w 203"/>
                <a:gd name="T9" fmla="*/ 205 h 235"/>
                <a:gd name="T10" fmla="*/ 150 w 203"/>
                <a:gd name="T11" fmla="*/ 206 h 235"/>
                <a:gd name="T12" fmla="*/ 150 w 203"/>
                <a:gd name="T13" fmla="*/ 206 h 235"/>
                <a:gd name="T14" fmla="*/ 135 w 203"/>
                <a:gd name="T15" fmla="*/ 206 h 235"/>
                <a:gd name="T16" fmla="*/ 131 w 203"/>
                <a:gd name="T17" fmla="*/ 202 h 235"/>
                <a:gd name="T18" fmla="*/ 132 w 203"/>
                <a:gd name="T19" fmla="*/ 200 h 235"/>
                <a:gd name="T20" fmla="*/ 135 w 203"/>
                <a:gd name="T21" fmla="*/ 199 h 235"/>
                <a:gd name="T22" fmla="*/ 135 w 203"/>
                <a:gd name="T23" fmla="*/ 199 h 235"/>
                <a:gd name="T24" fmla="*/ 66 w 203"/>
                <a:gd name="T25" fmla="*/ 132 h 235"/>
                <a:gd name="T26" fmla="*/ 63 w 203"/>
                <a:gd name="T27" fmla="*/ 129 h 235"/>
                <a:gd name="T28" fmla="*/ 63 w 203"/>
                <a:gd name="T29" fmla="*/ 129 h 235"/>
                <a:gd name="T30" fmla="*/ 63 w 203"/>
                <a:gd name="T31" fmla="*/ 103 h 235"/>
                <a:gd name="T32" fmla="*/ 66 w 203"/>
                <a:gd name="T33" fmla="*/ 100 h 235"/>
                <a:gd name="T34" fmla="*/ 121 w 203"/>
                <a:gd name="T35" fmla="*/ 100 h 235"/>
                <a:gd name="T36" fmla="*/ 125 w 203"/>
                <a:gd name="T37" fmla="*/ 103 h 235"/>
                <a:gd name="T38" fmla="*/ 125 w 203"/>
                <a:gd name="T39" fmla="*/ 129 h 235"/>
                <a:gd name="T40" fmla="*/ 121 w 203"/>
                <a:gd name="T41" fmla="*/ 132 h 235"/>
                <a:gd name="T42" fmla="*/ 66 w 203"/>
                <a:gd name="T43" fmla="*/ 132 h 235"/>
                <a:gd name="T44" fmla="*/ 94 w 203"/>
                <a:gd name="T45" fmla="*/ 0 h 235"/>
                <a:gd name="T46" fmla="*/ 92 w 203"/>
                <a:gd name="T47" fmla="*/ 0 h 235"/>
                <a:gd name="T48" fmla="*/ 91 w 203"/>
                <a:gd name="T49" fmla="*/ 2 h 235"/>
                <a:gd name="T50" fmla="*/ 0 w 203"/>
                <a:gd name="T51" fmla="*/ 160 h 235"/>
                <a:gd name="T52" fmla="*/ 38 w 203"/>
                <a:gd name="T53" fmla="*/ 199 h 235"/>
                <a:gd name="T54" fmla="*/ 53 w 203"/>
                <a:gd name="T55" fmla="*/ 199 h 235"/>
                <a:gd name="T56" fmla="*/ 53 w 203"/>
                <a:gd name="T57" fmla="*/ 199 h 235"/>
                <a:gd name="T58" fmla="*/ 56 w 203"/>
                <a:gd name="T59" fmla="*/ 202 h 235"/>
                <a:gd name="T60" fmla="*/ 55 w 203"/>
                <a:gd name="T61" fmla="*/ 205 h 235"/>
                <a:gd name="T62" fmla="*/ 53 w 203"/>
                <a:gd name="T63" fmla="*/ 206 h 235"/>
                <a:gd name="T64" fmla="*/ 53 w 203"/>
                <a:gd name="T65" fmla="*/ 206 h 235"/>
                <a:gd name="T66" fmla="*/ 46 w 203"/>
                <a:gd name="T67" fmla="*/ 206 h 235"/>
                <a:gd name="T68" fmla="*/ 71 w 203"/>
                <a:gd name="T69" fmla="*/ 221 h 235"/>
                <a:gd name="T70" fmla="*/ 71 w 203"/>
                <a:gd name="T71" fmla="*/ 213 h 235"/>
                <a:gd name="T72" fmla="*/ 74 w 203"/>
                <a:gd name="T73" fmla="*/ 210 h 235"/>
                <a:gd name="T74" fmla="*/ 113 w 203"/>
                <a:gd name="T75" fmla="*/ 210 h 235"/>
                <a:gd name="T76" fmla="*/ 117 w 203"/>
                <a:gd name="T77" fmla="*/ 213 h 235"/>
                <a:gd name="T78" fmla="*/ 117 w 203"/>
                <a:gd name="T79" fmla="*/ 232 h 235"/>
                <a:gd name="T80" fmla="*/ 117 w 203"/>
                <a:gd name="T81" fmla="*/ 233 h 235"/>
                <a:gd name="T82" fmla="*/ 119 w 203"/>
                <a:gd name="T83" fmla="*/ 235 h 235"/>
                <a:gd name="T84" fmla="*/ 121 w 203"/>
                <a:gd name="T85" fmla="*/ 235 h 235"/>
                <a:gd name="T86" fmla="*/ 121 w 203"/>
                <a:gd name="T87" fmla="*/ 235 h 235"/>
                <a:gd name="T88" fmla="*/ 161 w 203"/>
                <a:gd name="T89" fmla="*/ 235 h 235"/>
                <a:gd name="T90" fmla="*/ 164 w 203"/>
                <a:gd name="T91" fmla="*/ 234 h 235"/>
                <a:gd name="T92" fmla="*/ 164 w 203"/>
                <a:gd name="T93" fmla="*/ 232 h 235"/>
                <a:gd name="T94" fmla="*/ 164 w 203"/>
                <a:gd name="T95" fmla="*/ 193 h 235"/>
                <a:gd name="T96" fmla="*/ 168 w 203"/>
                <a:gd name="T97" fmla="*/ 189 h 235"/>
                <a:gd name="T98" fmla="*/ 199 w 203"/>
                <a:gd name="T99" fmla="*/ 189 h 235"/>
                <a:gd name="T100" fmla="*/ 202 w 203"/>
                <a:gd name="T101" fmla="*/ 186 h 235"/>
                <a:gd name="T102" fmla="*/ 202 w 203"/>
                <a:gd name="T103" fmla="*/ 184 h 235"/>
                <a:gd name="T104" fmla="*/ 97 w 203"/>
                <a:gd name="T105" fmla="*/ 2 h 235"/>
                <a:gd name="T106" fmla="*/ 94 w 203"/>
                <a:gd name="T107" fmla="*/ 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3" h="235">
                  <a:moveTo>
                    <a:pt x="135" y="199"/>
                  </a:moveTo>
                  <a:cubicBezTo>
                    <a:pt x="150" y="199"/>
                    <a:pt x="150" y="199"/>
                    <a:pt x="150" y="199"/>
                  </a:cubicBezTo>
                  <a:cubicBezTo>
                    <a:pt x="150" y="199"/>
                    <a:pt x="150" y="199"/>
                    <a:pt x="150" y="199"/>
                  </a:cubicBezTo>
                  <a:cubicBezTo>
                    <a:pt x="151" y="199"/>
                    <a:pt x="153" y="200"/>
                    <a:pt x="153" y="202"/>
                  </a:cubicBezTo>
                  <a:cubicBezTo>
                    <a:pt x="153" y="203"/>
                    <a:pt x="153" y="204"/>
                    <a:pt x="152" y="205"/>
                  </a:cubicBezTo>
                  <a:cubicBezTo>
                    <a:pt x="151" y="205"/>
                    <a:pt x="150" y="206"/>
                    <a:pt x="150" y="206"/>
                  </a:cubicBezTo>
                  <a:cubicBezTo>
                    <a:pt x="150" y="206"/>
                    <a:pt x="150" y="206"/>
                    <a:pt x="150" y="206"/>
                  </a:cubicBezTo>
                  <a:cubicBezTo>
                    <a:pt x="135" y="206"/>
                    <a:pt x="135" y="206"/>
                    <a:pt x="135" y="206"/>
                  </a:cubicBezTo>
                  <a:cubicBezTo>
                    <a:pt x="133" y="206"/>
                    <a:pt x="131" y="204"/>
                    <a:pt x="131" y="202"/>
                  </a:cubicBezTo>
                  <a:cubicBezTo>
                    <a:pt x="131" y="201"/>
                    <a:pt x="132" y="201"/>
                    <a:pt x="132" y="200"/>
                  </a:cubicBezTo>
                  <a:cubicBezTo>
                    <a:pt x="133" y="199"/>
                    <a:pt x="134" y="199"/>
                    <a:pt x="135" y="199"/>
                  </a:cubicBezTo>
                  <a:cubicBezTo>
                    <a:pt x="135" y="199"/>
                    <a:pt x="135" y="199"/>
                    <a:pt x="135" y="199"/>
                  </a:cubicBezTo>
                  <a:moveTo>
                    <a:pt x="66" y="132"/>
                  </a:moveTo>
                  <a:cubicBezTo>
                    <a:pt x="64" y="132"/>
                    <a:pt x="63" y="131"/>
                    <a:pt x="63" y="129"/>
                  </a:cubicBezTo>
                  <a:cubicBezTo>
                    <a:pt x="63" y="129"/>
                    <a:pt x="63" y="129"/>
                    <a:pt x="63" y="129"/>
                  </a:cubicBezTo>
                  <a:cubicBezTo>
                    <a:pt x="63" y="103"/>
                    <a:pt x="63" y="103"/>
                    <a:pt x="63" y="103"/>
                  </a:cubicBezTo>
                  <a:cubicBezTo>
                    <a:pt x="63" y="101"/>
                    <a:pt x="64" y="100"/>
                    <a:pt x="66" y="100"/>
                  </a:cubicBezTo>
                  <a:cubicBezTo>
                    <a:pt x="121" y="100"/>
                    <a:pt x="121" y="100"/>
                    <a:pt x="121" y="100"/>
                  </a:cubicBezTo>
                  <a:cubicBezTo>
                    <a:pt x="123" y="100"/>
                    <a:pt x="125" y="101"/>
                    <a:pt x="125" y="103"/>
                  </a:cubicBezTo>
                  <a:cubicBezTo>
                    <a:pt x="125" y="129"/>
                    <a:pt x="125" y="129"/>
                    <a:pt x="125" y="129"/>
                  </a:cubicBezTo>
                  <a:cubicBezTo>
                    <a:pt x="125" y="131"/>
                    <a:pt x="123" y="132"/>
                    <a:pt x="121" y="132"/>
                  </a:cubicBezTo>
                  <a:cubicBezTo>
                    <a:pt x="66" y="132"/>
                    <a:pt x="66" y="132"/>
                    <a:pt x="66" y="132"/>
                  </a:cubicBezTo>
                  <a:moveTo>
                    <a:pt x="94" y="0"/>
                  </a:moveTo>
                  <a:cubicBezTo>
                    <a:pt x="93" y="0"/>
                    <a:pt x="93" y="0"/>
                    <a:pt x="92" y="0"/>
                  </a:cubicBezTo>
                  <a:cubicBezTo>
                    <a:pt x="91" y="1"/>
                    <a:pt x="91" y="1"/>
                    <a:pt x="91" y="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11" y="174"/>
                    <a:pt x="24" y="187"/>
                    <a:pt x="38" y="199"/>
                  </a:cubicBezTo>
                  <a:cubicBezTo>
                    <a:pt x="53" y="199"/>
                    <a:pt x="53" y="199"/>
                    <a:pt x="53" y="199"/>
                  </a:cubicBezTo>
                  <a:cubicBezTo>
                    <a:pt x="53" y="199"/>
                    <a:pt x="53" y="199"/>
                    <a:pt x="53" y="199"/>
                  </a:cubicBezTo>
                  <a:cubicBezTo>
                    <a:pt x="54" y="199"/>
                    <a:pt x="56" y="200"/>
                    <a:pt x="56" y="202"/>
                  </a:cubicBezTo>
                  <a:cubicBezTo>
                    <a:pt x="56" y="203"/>
                    <a:pt x="56" y="204"/>
                    <a:pt x="55" y="205"/>
                  </a:cubicBezTo>
                  <a:cubicBezTo>
                    <a:pt x="54" y="205"/>
                    <a:pt x="54" y="206"/>
                    <a:pt x="53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46" y="206"/>
                    <a:pt x="46" y="206"/>
                    <a:pt x="46" y="206"/>
                  </a:cubicBezTo>
                  <a:cubicBezTo>
                    <a:pt x="54" y="211"/>
                    <a:pt x="62" y="217"/>
                    <a:pt x="71" y="221"/>
                  </a:cubicBezTo>
                  <a:cubicBezTo>
                    <a:pt x="71" y="213"/>
                    <a:pt x="71" y="213"/>
                    <a:pt x="71" y="213"/>
                  </a:cubicBezTo>
                  <a:cubicBezTo>
                    <a:pt x="71" y="211"/>
                    <a:pt x="72" y="210"/>
                    <a:pt x="74" y="210"/>
                  </a:cubicBezTo>
                  <a:cubicBezTo>
                    <a:pt x="113" y="210"/>
                    <a:pt x="113" y="210"/>
                    <a:pt x="113" y="210"/>
                  </a:cubicBezTo>
                  <a:cubicBezTo>
                    <a:pt x="115" y="210"/>
                    <a:pt x="117" y="211"/>
                    <a:pt x="117" y="213"/>
                  </a:cubicBezTo>
                  <a:cubicBezTo>
                    <a:pt x="117" y="232"/>
                    <a:pt x="117" y="232"/>
                    <a:pt x="117" y="232"/>
                  </a:cubicBezTo>
                  <a:cubicBezTo>
                    <a:pt x="117" y="232"/>
                    <a:pt x="117" y="233"/>
                    <a:pt x="117" y="233"/>
                  </a:cubicBezTo>
                  <a:cubicBezTo>
                    <a:pt x="117" y="234"/>
                    <a:pt x="118" y="235"/>
                    <a:pt x="119" y="235"/>
                  </a:cubicBezTo>
                  <a:cubicBezTo>
                    <a:pt x="120" y="235"/>
                    <a:pt x="120" y="235"/>
                    <a:pt x="121" y="235"/>
                  </a:cubicBezTo>
                  <a:cubicBezTo>
                    <a:pt x="121" y="235"/>
                    <a:pt x="121" y="235"/>
                    <a:pt x="121" y="235"/>
                  </a:cubicBezTo>
                  <a:cubicBezTo>
                    <a:pt x="161" y="235"/>
                    <a:pt x="161" y="235"/>
                    <a:pt x="161" y="235"/>
                  </a:cubicBezTo>
                  <a:cubicBezTo>
                    <a:pt x="162" y="235"/>
                    <a:pt x="163" y="235"/>
                    <a:pt x="164" y="234"/>
                  </a:cubicBezTo>
                  <a:cubicBezTo>
                    <a:pt x="164" y="233"/>
                    <a:pt x="164" y="232"/>
                    <a:pt x="164" y="232"/>
                  </a:cubicBezTo>
                  <a:cubicBezTo>
                    <a:pt x="164" y="193"/>
                    <a:pt x="164" y="193"/>
                    <a:pt x="164" y="193"/>
                  </a:cubicBezTo>
                  <a:cubicBezTo>
                    <a:pt x="164" y="191"/>
                    <a:pt x="166" y="189"/>
                    <a:pt x="168" y="189"/>
                  </a:cubicBezTo>
                  <a:cubicBezTo>
                    <a:pt x="199" y="189"/>
                    <a:pt x="199" y="189"/>
                    <a:pt x="199" y="189"/>
                  </a:cubicBezTo>
                  <a:cubicBezTo>
                    <a:pt x="201" y="189"/>
                    <a:pt x="203" y="188"/>
                    <a:pt x="202" y="186"/>
                  </a:cubicBezTo>
                  <a:cubicBezTo>
                    <a:pt x="202" y="185"/>
                    <a:pt x="202" y="185"/>
                    <a:pt x="202" y="184"/>
                  </a:cubicBezTo>
                  <a:cubicBezTo>
                    <a:pt x="97" y="2"/>
                    <a:pt x="97" y="2"/>
                    <a:pt x="97" y="2"/>
                  </a:cubicBezTo>
                  <a:cubicBezTo>
                    <a:pt x="96" y="1"/>
                    <a:pt x="95" y="0"/>
                    <a:pt x="94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6" name="íṧḻï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D6B41E8-C9CA-4101-AE98-8144C5F8441A}"/>
                </a:ext>
              </a:extLst>
            </p:cNvPr>
            <p:cNvSpPr/>
            <p:nvPr/>
          </p:nvSpPr>
          <p:spPr bwMode="auto">
            <a:xfrm>
              <a:off x="6870005" y="3479957"/>
              <a:ext cx="662428" cy="716898"/>
            </a:xfrm>
            <a:custGeom>
              <a:avLst/>
              <a:gdLst>
                <a:gd name="T0" fmla="*/ 69 w 412"/>
                <a:gd name="T1" fmla="*/ 357 h 447"/>
                <a:gd name="T2" fmla="*/ 139 w 412"/>
                <a:gd name="T3" fmla="*/ 377 h 447"/>
                <a:gd name="T4" fmla="*/ 192 w 412"/>
                <a:gd name="T5" fmla="*/ 358 h 447"/>
                <a:gd name="T6" fmla="*/ 221 w 412"/>
                <a:gd name="T7" fmla="*/ 376 h 447"/>
                <a:gd name="T8" fmla="*/ 275 w 412"/>
                <a:gd name="T9" fmla="*/ 376 h 447"/>
                <a:gd name="T10" fmla="*/ 342 w 412"/>
                <a:gd name="T11" fmla="*/ 358 h 447"/>
                <a:gd name="T12" fmla="*/ 394 w 412"/>
                <a:gd name="T13" fmla="*/ 377 h 447"/>
                <a:gd name="T14" fmla="*/ 17 w 412"/>
                <a:gd name="T15" fmla="*/ 313 h 447"/>
                <a:gd name="T16" fmla="*/ 69 w 412"/>
                <a:gd name="T17" fmla="*/ 332 h 447"/>
                <a:gd name="T18" fmla="*/ 138 w 412"/>
                <a:gd name="T19" fmla="*/ 313 h 447"/>
                <a:gd name="T20" fmla="*/ 190 w 412"/>
                <a:gd name="T21" fmla="*/ 332 h 447"/>
                <a:gd name="T22" fmla="*/ 221 w 412"/>
                <a:gd name="T23" fmla="*/ 313 h 447"/>
                <a:gd name="T24" fmla="*/ 273 w 412"/>
                <a:gd name="T25" fmla="*/ 332 h 447"/>
                <a:gd name="T26" fmla="*/ 342 w 412"/>
                <a:gd name="T27" fmla="*/ 313 h 447"/>
                <a:gd name="T28" fmla="*/ 394 w 412"/>
                <a:gd name="T29" fmla="*/ 332 h 447"/>
                <a:gd name="T30" fmla="*/ 18 w 412"/>
                <a:gd name="T31" fmla="*/ 267 h 447"/>
                <a:gd name="T32" fmla="*/ 18 w 412"/>
                <a:gd name="T33" fmla="*/ 287 h 447"/>
                <a:gd name="T34" fmla="*/ 190 w 412"/>
                <a:gd name="T35" fmla="*/ 267 h 447"/>
                <a:gd name="T36" fmla="*/ 222 w 412"/>
                <a:gd name="T37" fmla="*/ 287 h 447"/>
                <a:gd name="T38" fmla="*/ 274 w 412"/>
                <a:gd name="T39" fmla="*/ 268 h 447"/>
                <a:gd name="T40" fmla="*/ 342 w 412"/>
                <a:gd name="T41" fmla="*/ 286 h 447"/>
                <a:gd name="T42" fmla="*/ 396 w 412"/>
                <a:gd name="T43" fmla="*/ 286 h 447"/>
                <a:gd name="T44" fmla="*/ 17 w 412"/>
                <a:gd name="T45" fmla="*/ 223 h 447"/>
                <a:gd name="T46" fmla="*/ 69 w 412"/>
                <a:gd name="T47" fmla="*/ 242 h 447"/>
                <a:gd name="T48" fmla="*/ 139 w 412"/>
                <a:gd name="T49" fmla="*/ 222 h 447"/>
                <a:gd name="T50" fmla="*/ 139 w 412"/>
                <a:gd name="T51" fmla="*/ 242 h 447"/>
                <a:gd name="T52" fmla="*/ 273 w 412"/>
                <a:gd name="T53" fmla="*/ 222 h 447"/>
                <a:gd name="T54" fmla="*/ 343 w 412"/>
                <a:gd name="T55" fmla="*/ 242 h 447"/>
                <a:gd name="T56" fmla="*/ 396 w 412"/>
                <a:gd name="T57" fmla="*/ 223 h 447"/>
                <a:gd name="T58" fmla="*/ 17 w 412"/>
                <a:gd name="T59" fmla="*/ 196 h 447"/>
                <a:gd name="T60" fmla="*/ 71 w 412"/>
                <a:gd name="T61" fmla="*/ 196 h 447"/>
                <a:gd name="T62" fmla="*/ 138 w 412"/>
                <a:gd name="T63" fmla="*/ 178 h 447"/>
                <a:gd name="T64" fmla="*/ 190 w 412"/>
                <a:gd name="T65" fmla="*/ 197 h 447"/>
                <a:gd name="T66" fmla="*/ 222 w 412"/>
                <a:gd name="T67" fmla="*/ 177 h 447"/>
                <a:gd name="T68" fmla="*/ 222 w 412"/>
                <a:gd name="T69" fmla="*/ 197 h 447"/>
                <a:gd name="T70" fmla="*/ 394 w 412"/>
                <a:gd name="T71" fmla="*/ 177 h 447"/>
                <a:gd name="T72" fmla="*/ 18 w 412"/>
                <a:gd name="T73" fmla="*/ 152 h 447"/>
                <a:gd name="T74" fmla="*/ 71 w 412"/>
                <a:gd name="T75" fmla="*/ 133 h 447"/>
                <a:gd name="T76" fmla="*/ 138 w 412"/>
                <a:gd name="T77" fmla="*/ 150 h 447"/>
                <a:gd name="T78" fmla="*/ 192 w 412"/>
                <a:gd name="T79" fmla="*/ 150 h 447"/>
                <a:gd name="T80" fmla="*/ 221 w 412"/>
                <a:gd name="T81" fmla="*/ 133 h 447"/>
                <a:gd name="T82" fmla="*/ 273 w 412"/>
                <a:gd name="T83" fmla="*/ 152 h 447"/>
                <a:gd name="T84" fmla="*/ 343 w 412"/>
                <a:gd name="T85" fmla="*/ 132 h 447"/>
                <a:gd name="T86" fmla="*/ 343 w 412"/>
                <a:gd name="T87" fmla="*/ 152 h 447"/>
                <a:gd name="T88" fmla="*/ 69 w 412"/>
                <a:gd name="T89" fmla="*/ 87 h 447"/>
                <a:gd name="T90" fmla="*/ 139 w 412"/>
                <a:gd name="T91" fmla="*/ 107 h 447"/>
                <a:gd name="T92" fmla="*/ 192 w 412"/>
                <a:gd name="T93" fmla="*/ 88 h 447"/>
                <a:gd name="T94" fmla="*/ 221 w 412"/>
                <a:gd name="T95" fmla="*/ 105 h 447"/>
                <a:gd name="T96" fmla="*/ 275 w 412"/>
                <a:gd name="T97" fmla="*/ 105 h 447"/>
                <a:gd name="T98" fmla="*/ 342 w 412"/>
                <a:gd name="T99" fmla="*/ 88 h 447"/>
                <a:gd name="T100" fmla="*/ 394 w 412"/>
                <a:gd name="T101" fmla="*/ 107 h 447"/>
                <a:gd name="T102" fmla="*/ 178 w 412"/>
                <a:gd name="T103" fmla="*/ 34 h 447"/>
                <a:gd name="T104" fmla="*/ 0 w 412"/>
                <a:gd name="T105" fmla="*/ 70 h 447"/>
                <a:gd name="T106" fmla="*/ 85 w 412"/>
                <a:gd name="T107" fmla="*/ 395 h 447"/>
                <a:gd name="T108" fmla="*/ 124 w 412"/>
                <a:gd name="T109" fmla="*/ 447 h 447"/>
                <a:gd name="T110" fmla="*/ 326 w 412"/>
                <a:gd name="T111" fmla="*/ 394 h 447"/>
                <a:gd name="T112" fmla="*/ 412 w 412"/>
                <a:gd name="T113" fmla="*/ 445 h 447"/>
                <a:gd name="T114" fmla="*/ 274 w 412"/>
                <a:gd name="T115" fmla="*/ 34 h 447"/>
                <a:gd name="T116" fmla="*/ 182 w 412"/>
                <a:gd name="T117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2" h="447">
                  <a:moveTo>
                    <a:pt x="18" y="377"/>
                  </a:moveTo>
                  <a:cubicBezTo>
                    <a:pt x="17" y="377"/>
                    <a:pt x="17" y="377"/>
                    <a:pt x="17" y="376"/>
                  </a:cubicBezTo>
                  <a:cubicBezTo>
                    <a:pt x="17" y="358"/>
                    <a:pt x="17" y="358"/>
                    <a:pt x="17" y="358"/>
                  </a:cubicBezTo>
                  <a:cubicBezTo>
                    <a:pt x="17" y="358"/>
                    <a:pt x="17" y="357"/>
                    <a:pt x="18" y="357"/>
                  </a:cubicBezTo>
                  <a:cubicBezTo>
                    <a:pt x="69" y="357"/>
                    <a:pt x="69" y="357"/>
                    <a:pt x="69" y="357"/>
                  </a:cubicBezTo>
                  <a:cubicBezTo>
                    <a:pt x="70" y="357"/>
                    <a:pt x="71" y="358"/>
                    <a:pt x="71" y="358"/>
                  </a:cubicBezTo>
                  <a:cubicBezTo>
                    <a:pt x="71" y="376"/>
                    <a:pt x="71" y="376"/>
                    <a:pt x="71" y="376"/>
                  </a:cubicBezTo>
                  <a:cubicBezTo>
                    <a:pt x="71" y="377"/>
                    <a:pt x="70" y="377"/>
                    <a:pt x="69" y="377"/>
                  </a:cubicBezTo>
                  <a:cubicBezTo>
                    <a:pt x="18" y="377"/>
                    <a:pt x="18" y="377"/>
                    <a:pt x="18" y="377"/>
                  </a:cubicBezTo>
                  <a:moveTo>
                    <a:pt x="139" y="377"/>
                  </a:moveTo>
                  <a:cubicBezTo>
                    <a:pt x="138" y="377"/>
                    <a:pt x="138" y="377"/>
                    <a:pt x="138" y="376"/>
                  </a:cubicBezTo>
                  <a:cubicBezTo>
                    <a:pt x="138" y="358"/>
                    <a:pt x="138" y="358"/>
                    <a:pt x="138" y="358"/>
                  </a:cubicBezTo>
                  <a:cubicBezTo>
                    <a:pt x="138" y="358"/>
                    <a:pt x="138" y="357"/>
                    <a:pt x="139" y="357"/>
                  </a:cubicBezTo>
                  <a:cubicBezTo>
                    <a:pt x="190" y="357"/>
                    <a:pt x="190" y="357"/>
                    <a:pt x="190" y="357"/>
                  </a:cubicBezTo>
                  <a:cubicBezTo>
                    <a:pt x="191" y="357"/>
                    <a:pt x="192" y="358"/>
                    <a:pt x="192" y="358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7"/>
                    <a:pt x="191" y="377"/>
                    <a:pt x="190" y="377"/>
                  </a:cubicBezTo>
                  <a:cubicBezTo>
                    <a:pt x="139" y="377"/>
                    <a:pt x="139" y="377"/>
                    <a:pt x="139" y="377"/>
                  </a:cubicBezTo>
                  <a:moveTo>
                    <a:pt x="222" y="377"/>
                  </a:moveTo>
                  <a:cubicBezTo>
                    <a:pt x="221" y="377"/>
                    <a:pt x="221" y="377"/>
                    <a:pt x="221" y="376"/>
                  </a:cubicBezTo>
                  <a:cubicBezTo>
                    <a:pt x="221" y="358"/>
                    <a:pt x="221" y="358"/>
                    <a:pt x="221" y="358"/>
                  </a:cubicBezTo>
                  <a:cubicBezTo>
                    <a:pt x="221" y="358"/>
                    <a:pt x="221" y="357"/>
                    <a:pt x="222" y="357"/>
                  </a:cubicBezTo>
                  <a:cubicBezTo>
                    <a:pt x="273" y="357"/>
                    <a:pt x="273" y="357"/>
                    <a:pt x="273" y="357"/>
                  </a:cubicBezTo>
                  <a:cubicBezTo>
                    <a:pt x="274" y="357"/>
                    <a:pt x="274" y="358"/>
                    <a:pt x="274" y="358"/>
                  </a:cubicBezTo>
                  <a:cubicBezTo>
                    <a:pt x="275" y="376"/>
                    <a:pt x="275" y="376"/>
                    <a:pt x="275" y="376"/>
                  </a:cubicBezTo>
                  <a:cubicBezTo>
                    <a:pt x="275" y="377"/>
                    <a:pt x="274" y="377"/>
                    <a:pt x="273" y="377"/>
                  </a:cubicBezTo>
                  <a:cubicBezTo>
                    <a:pt x="222" y="377"/>
                    <a:pt x="222" y="377"/>
                    <a:pt x="222" y="377"/>
                  </a:cubicBezTo>
                  <a:moveTo>
                    <a:pt x="343" y="377"/>
                  </a:moveTo>
                  <a:cubicBezTo>
                    <a:pt x="342" y="377"/>
                    <a:pt x="342" y="377"/>
                    <a:pt x="342" y="376"/>
                  </a:cubicBezTo>
                  <a:cubicBezTo>
                    <a:pt x="342" y="358"/>
                    <a:pt x="342" y="358"/>
                    <a:pt x="342" y="358"/>
                  </a:cubicBezTo>
                  <a:cubicBezTo>
                    <a:pt x="342" y="358"/>
                    <a:pt x="342" y="357"/>
                    <a:pt x="343" y="357"/>
                  </a:cubicBezTo>
                  <a:cubicBezTo>
                    <a:pt x="394" y="357"/>
                    <a:pt x="394" y="357"/>
                    <a:pt x="394" y="357"/>
                  </a:cubicBezTo>
                  <a:cubicBezTo>
                    <a:pt x="395" y="357"/>
                    <a:pt x="396" y="358"/>
                    <a:pt x="396" y="358"/>
                  </a:cubicBezTo>
                  <a:cubicBezTo>
                    <a:pt x="396" y="376"/>
                    <a:pt x="396" y="376"/>
                    <a:pt x="396" y="376"/>
                  </a:cubicBezTo>
                  <a:cubicBezTo>
                    <a:pt x="396" y="377"/>
                    <a:pt x="395" y="377"/>
                    <a:pt x="394" y="377"/>
                  </a:cubicBezTo>
                  <a:cubicBezTo>
                    <a:pt x="343" y="377"/>
                    <a:pt x="343" y="377"/>
                    <a:pt x="343" y="377"/>
                  </a:cubicBezTo>
                  <a:moveTo>
                    <a:pt x="18" y="332"/>
                  </a:moveTo>
                  <a:cubicBezTo>
                    <a:pt x="17" y="332"/>
                    <a:pt x="17" y="332"/>
                    <a:pt x="17" y="331"/>
                  </a:cubicBezTo>
                  <a:cubicBezTo>
                    <a:pt x="17" y="331"/>
                    <a:pt x="17" y="331"/>
                    <a:pt x="17" y="331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7" y="313"/>
                    <a:pt x="17" y="312"/>
                    <a:pt x="18" y="312"/>
                  </a:cubicBezTo>
                  <a:cubicBezTo>
                    <a:pt x="69" y="312"/>
                    <a:pt x="69" y="312"/>
                    <a:pt x="69" y="312"/>
                  </a:cubicBezTo>
                  <a:cubicBezTo>
                    <a:pt x="70" y="312"/>
                    <a:pt x="71" y="313"/>
                    <a:pt x="71" y="313"/>
                  </a:cubicBezTo>
                  <a:cubicBezTo>
                    <a:pt x="71" y="331"/>
                    <a:pt x="71" y="331"/>
                    <a:pt x="71" y="331"/>
                  </a:cubicBezTo>
                  <a:cubicBezTo>
                    <a:pt x="71" y="332"/>
                    <a:pt x="70" y="332"/>
                    <a:pt x="69" y="332"/>
                  </a:cubicBezTo>
                  <a:cubicBezTo>
                    <a:pt x="18" y="332"/>
                    <a:pt x="18" y="332"/>
                    <a:pt x="18" y="332"/>
                  </a:cubicBezTo>
                  <a:moveTo>
                    <a:pt x="139" y="332"/>
                  </a:moveTo>
                  <a:cubicBezTo>
                    <a:pt x="138" y="332"/>
                    <a:pt x="138" y="332"/>
                    <a:pt x="138" y="331"/>
                  </a:cubicBezTo>
                  <a:cubicBezTo>
                    <a:pt x="138" y="331"/>
                    <a:pt x="138" y="331"/>
                    <a:pt x="138" y="331"/>
                  </a:cubicBezTo>
                  <a:cubicBezTo>
                    <a:pt x="138" y="313"/>
                    <a:pt x="138" y="313"/>
                    <a:pt x="138" y="313"/>
                  </a:cubicBezTo>
                  <a:cubicBezTo>
                    <a:pt x="138" y="313"/>
                    <a:pt x="138" y="312"/>
                    <a:pt x="139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1" y="312"/>
                    <a:pt x="192" y="313"/>
                    <a:pt x="192" y="313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1" y="332"/>
                    <a:pt x="190" y="332"/>
                  </a:cubicBezTo>
                  <a:cubicBezTo>
                    <a:pt x="139" y="332"/>
                    <a:pt x="139" y="332"/>
                    <a:pt x="139" y="332"/>
                  </a:cubicBezTo>
                  <a:moveTo>
                    <a:pt x="222" y="332"/>
                  </a:moveTo>
                  <a:cubicBezTo>
                    <a:pt x="221" y="332"/>
                    <a:pt x="221" y="332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13"/>
                    <a:pt x="221" y="313"/>
                    <a:pt x="221" y="313"/>
                  </a:cubicBezTo>
                  <a:cubicBezTo>
                    <a:pt x="221" y="313"/>
                    <a:pt x="221" y="312"/>
                    <a:pt x="22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4" y="312"/>
                    <a:pt x="274" y="313"/>
                    <a:pt x="274" y="313"/>
                  </a:cubicBezTo>
                  <a:cubicBezTo>
                    <a:pt x="275" y="331"/>
                    <a:pt x="275" y="331"/>
                    <a:pt x="275" y="331"/>
                  </a:cubicBezTo>
                  <a:cubicBezTo>
                    <a:pt x="275" y="332"/>
                    <a:pt x="274" y="332"/>
                    <a:pt x="273" y="332"/>
                  </a:cubicBezTo>
                  <a:cubicBezTo>
                    <a:pt x="222" y="332"/>
                    <a:pt x="222" y="332"/>
                    <a:pt x="222" y="332"/>
                  </a:cubicBezTo>
                  <a:moveTo>
                    <a:pt x="343" y="332"/>
                  </a:moveTo>
                  <a:cubicBezTo>
                    <a:pt x="342" y="332"/>
                    <a:pt x="342" y="332"/>
                    <a:pt x="342" y="331"/>
                  </a:cubicBezTo>
                  <a:cubicBezTo>
                    <a:pt x="342" y="331"/>
                    <a:pt x="342" y="331"/>
                    <a:pt x="342" y="331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3"/>
                    <a:pt x="342" y="312"/>
                    <a:pt x="343" y="312"/>
                  </a:cubicBezTo>
                  <a:cubicBezTo>
                    <a:pt x="394" y="312"/>
                    <a:pt x="394" y="312"/>
                    <a:pt x="394" y="312"/>
                  </a:cubicBezTo>
                  <a:cubicBezTo>
                    <a:pt x="395" y="312"/>
                    <a:pt x="396" y="313"/>
                    <a:pt x="396" y="313"/>
                  </a:cubicBezTo>
                  <a:cubicBezTo>
                    <a:pt x="396" y="331"/>
                    <a:pt x="396" y="331"/>
                    <a:pt x="396" y="331"/>
                  </a:cubicBezTo>
                  <a:cubicBezTo>
                    <a:pt x="396" y="332"/>
                    <a:pt x="395" y="332"/>
                    <a:pt x="394" y="332"/>
                  </a:cubicBezTo>
                  <a:cubicBezTo>
                    <a:pt x="343" y="332"/>
                    <a:pt x="343" y="332"/>
                    <a:pt x="343" y="332"/>
                  </a:cubicBezTo>
                  <a:moveTo>
                    <a:pt x="18" y="287"/>
                  </a:moveTo>
                  <a:cubicBezTo>
                    <a:pt x="17" y="287"/>
                    <a:pt x="17" y="287"/>
                    <a:pt x="17" y="286"/>
                  </a:cubicBezTo>
                  <a:cubicBezTo>
                    <a:pt x="17" y="268"/>
                    <a:pt x="17" y="268"/>
                    <a:pt x="17" y="268"/>
                  </a:cubicBezTo>
                  <a:cubicBezTo>
                    <a:pt x="17" y="268"/>
                    <a:pt x="17" y="267"/>
                    <a:pt x="18" y="267"/>
                  </a:cubicBezTo>
                  <a:cubicBezTo>
                    <a:pt x="69" y="267"/>
                    <a:pt x="69" y="267"/>
                    <a:pt x="69" y="267"/>
                  </a:cubicBezTo>
                  <a:cubicBezTo>
                    <a:pt x="70" y="267"/>
                    <a:pt x="71" y="268"/>
                    <a:pt x="71" y="268"/>
                  </a:cubicBezTo>
                  <a:cubicBezTo>
                    <a:pt x="71" y="286"/>
                    <a:pt x="71" y="286"/>
                    <a:pt x="71" y="286"/>
                  </a:cubicBezTo>
                  <a:cubicBezTo>
                    <a:pt x="71" y="287"/>
                    <a:pt x="70" y="287"/>
                    <a:pt x="69" y="287"/>
                  </a:cubicBezTo>
                  <a:cubicBezTo>
                    <a:pt x="18" y="287"/>
                    <a:pt x="18" y="287"/>
                    <a:pt x="18" y="287"/>
                  </a:cubicBezTo>
                  <a:moveTo>
                    <a:pt x="139" y="287"/>
                  </a:moveTo>
                  <a:cubicBezTo>
                    <a:pt x="138" y="287"/>
                    <a:pt x="138" y="287"/>
                    <a:pt x="138" y="286"/>
                  </a:cubicBezTo>
                  <a:cubicBezTo>
                    <a:pt x="138" y="268"/>
                    <a:pt x="138" y="268"/>
                    <a:pt x="138" y="268"/>
                  </a:cubicBezTo>
                  <a:cubicBezTo>
                    <a:pt x="138" y="268"/>
                    <a:pt x="138" y="267"/>
                    <a:pt x="139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1" y="267"/>
                    <a:pt x="192" y="268"/>
                    <a:pt x="192" y="268"/>
                  </a:cubicBezTo>
                  <a:cubicBezTo>
                    <a:pt x="192" y="286"/>
                    <a:pt x="192" y="286"/>
                    <a:pt x="192" y="286"/>
                  </a:cubicBezTo>
                  <a:cubicBezTo>
                    <a:pt x="192" y="287"/>
                    <a:pt x="191" y="287"/>
                    <a:pt x="190" y="287"/>
                  </a:cubicBezTo>
                  <a:cubicBezTo>
                    <a:pt x="139" y="287"/>
                    <a:pt x="139" y="287"/>
                    <a:pt x="139" y="287"/>
                  </a:cubicBezTo>
                  <a:moveTo>
                    <a:pt x="222" y="287"/>
                  </a:moveTo>
                  <a:cubicBezTo>
                    <a:pt x="221" y="287"/>
                    <a:pt x="221" y="287"/>
                    <a:pt x="221" y="286"/>
                  </a:cubicBezTo>
                  <a:cubicBezTo>
                    <a:pt x="221" y="268"/>
                    <a:pt x="221" y="268"/>
                    <a:pt x="221" y="268"/>
                  </a:cubicBezTo>
                  <a:cubicBezTo>
                    <a:pt x="221" y="268"/>
                    <a:pt x="221" y="267"/>
                    <a:pt x="222" y="267"/>
                  </a:cubicBezTo>
                  <a:cubicBezTo>
                    <a:pt x="273" y="267"/>
                    <a:pt x="273" y="267"/>
                    <a:pt x="273" y="267"/>
                  </a:cubicBezTo>
                  <a:cubicBezTo>
                    <a:pt x="274" y="267"/>
                    <a:pt x="274" y="268"/>
                    <a:pt x="274" y="268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7"/>
                    <a:pt x="274" y="287"/>
                    <a:pt x="273" y="287"/>
                  </a:cubicBezTo>
                  <a:cubicBezTo>
                    <a:pt x="222" y="287"/>
                    <a:pt x="222" y="287"/>
                    <a:pt x="222" y="287"/>
                  </a:cubicBezTo>
                  <a:moveTo>
                    <a:pt x="343" y="287"/>
                  </a:moveTo>
                  <a:cubicBezTo>
                    <a:pt x="342" y="287"/>
                    <a:pt x="342" y="287"/>
                    <a:pt x="342" y="286"/>
                  </a:cubicBezTo>
                  <a:cubicBezTo>
                    <a:pt x="342" y="268"/>
                    <a:pt x="342" y="268"/>
                    <a:pt x="342" y="268"/>
                  </a:cubicBezTo>
                  <a:cubicBezTo>
                    <a:pt x="342" y="268"/>
                    <a:pt x="342" y="267"/>
                    <a:pt x="343" y="267"/>
                  </a:cubicBezTo>
                  <a:cubicBezTo>
                    <a:pt x="394" y="267"/>
                    <a:pt x="394" y="267"/>
                    <a:pt x="394" y="267"/>
                  </a:cubicBezTo>
                  <a:cubicBezTo>
                    <a:pt x="395" y="267"/>
                    <a:pt x="396" y="268"/>
                    <a:pt x="396" y="268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7"/>
                    <a:pt x="395" y="287"/>
                    <a:pt x="394" y="287"/>
                  </a:cubicBezTo>
                  <a:cubicBezTo>
                    <a:pt x="343" y="287"/>
                    <a:pt x="343" y="287"/>
                    <a:pt x="343" y="287"/>
                  </a:cubicBezTo>
                  <a:moveTo>
                    <a:pt x="18" y="242"/>
                  </a:moveTo>
                  <a:cubicBezTo>
                    <a:pt x="17" y="242"/>
                    <a:pt x="17" y="241"/>
                    <a:pt x="17" y="241"/>
                  </a:cubicBezTo>
                  <a:cubicBezTo>
                    <a:pt x="17" y="223"/>
                    <a:pt x="17" y="223"/>
                    <a:pt x="17" y="223"/>
                  </a:cubicBezTo>
                  <a:cubicBezTo>
                    <a:pt x="17" y="222"/>
                    <a:pt x="17" y="222"/>
                    <a:pt x="18" y="222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70" y="222"/>
                    <a:pt x="71" y="222"/>
                    <a:pt x="71" y="223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41"/>
                    <a:pt x="70" y="242"/>
                    <a:pt x="69" y="242"/>
                  </a:cubicBezTo>
                  <a:cubicBezTo>
                    <a:pt x="18" y="242"/>
                    <a:pt x="18" y="242"/>
                    <a:pt x="18" y="242"/>
                  </a:cubicBezTo>
                  <a:moveTo>
                    <a:pt x="139" y="242"/>
                  </a:moveTo>
                  <a:cubicBezTo>
                    <a:pt x="138" y="242"/>
                    <a:pt x="138" y="241"/>
                    <a:pt x="138" y="241"/>
                  </a:cubicBezTo>
                  <a:cubicBezTo>
                    <a:pt x="138" y="223"/>
                    <a:pt x="138" y="223"/>
                    <a:pt x="138" y="223"/>
                  </a:cubicBezTo>
                  <a:cubicBezTo>
                    <a:pt x="138" y="222"/>
                    <a:pt x="138" y="222"/>
                    <a:pt x="139" y="222"/>
                  </a:cubicBezTo>
                  <a:cubicBezTo>
                    <a:pt x="190" y="222"/>
                    <a:pt x="190" y="222"/>
                    <a:pt x="190" y="222"/>
                  </a:cubicBezTo>
                  <a:cubicBezTo>
                    <a:pt x="191" y="222"/>
                    <a:pt x="192" y="222"/>
                    <a:pt x="192" y="223"/>
                  </a:cubicBezTo>
                  <a:cubicBezTo>
                    <a:pt x="192" y="241"/>
                    <a:pt x="192" y="241"/>
                    <a:pt x="192" y="241"/>
                  </a:cubicBezTo>
                  <a:cubicBezTo>
                    <a:pt x="192" y="241"/>
                    <a:pt x="191" y="242"/>
                    <a:pt x="190" y="242"/>
                  </a:cubicBezTo>
                  <a:cubicBezTo>
                    <a:pt x="139" y="242"/>
                    <a:pt x="139" y="242"/>
                    <a:pt x="139" y="242"/>
                  </a:cubicBezTo>
                  <a:moveTo>
                    <a:pt x="222" y="242"/>
                  </a:moveTo>
                  <a:cubicBezTo>
                    <a:pt x="221" y="242"/>
                    <a:pt x="221" y="241"/>
                    <a:pt x="221" y="241"/>
                  </a:cubicBezTo>
                  <a:cubicBezTo>
                    <a:pt x="221" y="223"/>
                    <a:pt x="221" y="223"/>
                    <a:pt x="221" y="223"/>
                  </a:cubicBezTo>
                  <a:cubicBezTo>
                    <a:pt x="221" y="222"/>
                    <a:pt x="221" y="222"/>
                    <a:pt x="222" y="222"/>
                  </a:cubicBezTo>
                  <a:cubicBezTo>
                    <a:pt x="273" y="222"/>
                    <a:pt x="273" y="222"/>
                    <a:pt x="273" y="222"/>
                  </a:cubicBezTo>
                  <a:cubicBezTo>
                    <a:pt x="274" y="222"/>
                    <a:pt x="274" y="222"/>
                    <a:pt x="274" y="223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75" y="241"/>
                    <a:pt x="274" y="242"/>
                    <a:pt x="273" y="242"/>
                  </a:cubicBezTo>
                  <a:cubicBezTo>
                    <a:pt x="222" y="242"/>
                    <a:pt x="222" y="242"/>
                    <a:pt x="222" y="242"/>
                  </a:cubicBezTo>
                  <a:moveTo>
                    <a:pt x="343" y="242"/>
                  </a:moveTo>
                  <a:cubicBezTo>
                    <a:pt x="342" y="242"/>
                    <a:pt x="342" y="241"/>
                    <a:pt x="342" y="241"/>
                  </a:cubicBezTo>
                  <a:cubicBezTo>
                    <a:pt x="342" y="223"/>
                    <a:pt x="342" y="223"/>
                    <a:pt x="342" y="223"/>
                  </a:cubicBezTo>
                  <a:cubicBezTo>
                    <a:pt x="342" y="222"/>
                    <a:pt x="342" y="222"/>
                    <a:pt x="343" y="222"/>
                  </a:cubicBezTo>
                  <a:cubicBezTo>
                    <a:pt x="394" y="222"/>
                    <a:pt x="394" y="222"/>
                    <a:pt x="394" y="222"/>
                  </a:cubicBezTo>
                  <a:cubicBezTo>
                    <a:pt x="395" y="222"/>
                    <a:pt x="396" y="222"/>
                    <a:pt x="396" y="223"/>
                  </a:cubicBezTo>
                  <a:cubicBezTo>
                    <a:pt x="396" y="241"/>
                    <a:pt x="396" y="241"/>
                    <a:pt x="396" y="241"/>
                  </a:cubicBezTo>
                  <a:cubicBezTo>
                    <a:pt x="396" y="241"/>
                    <a:pt x="395" y="242"/>
                    <a:pt x="394" y="242"/>
                  </a:cubicBezTo>
                  <a:cubicBezTo>
                    <a:pt x="343" y="242"/>
                    <a:pt x="343" y="242"/>
                    <a:pt x="343" y="242"/>
                  </a:cubicBezTo>
                  <a:moveTo>
                    <a:pt x="18" y="197"/>
                  </a:moveTo>
                  <a:cubicBezTo>
                    <a:pt x="17" y="197"/>
                    <a:pt x="17" y="196"/>
                    <a:pt x="17" y="196"/>
                  </a:cubicBezTo>
                  <a:cubicBezTo>
                    <a:pt x="17" y="178"/>
                    <a:pt x="17" y="178"/>
                    <a:pt x="17" y="178"/>
                  </a:cubicBezTo>
                  <a:cubicBezTo>
                    <a:pt x="17" y="177"/>
                    <a:pt x="17" y="177"/>
                    <a:pt x="18" y="177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70" y="177"/>
                    <a:pt x="71" y="177"/>
                    <a:pt x="71" y="178"/>
                  </a:cubicBezTo>
                  <a:cubicBezTo>
                    <a:pt x="71" y="196"/>
                    <a:pt x="71" y="196"/>
                    <a:pt x="71" y="196"/>
                  </a:cubicBezTo>
                  <a:cubicBezTo>
                    <a:pt x="71" y="196"/>
                    <a:pt x="70" y="197"/>
                    <a:pt x="69" y="197"/>
                  </a:cubicBezTo>
                  <a:cubicBezTo>
                    <a:pt x="18" y="197"/>
                    <a:pt x="18" y="197"/>
                    <a:pt x="18" y="197"/>
                  </a:cubicBezTo>
                  <a:moveTo>
                    <a:pt x="139" y="197"/>
                  </a:moveTo>
                  <a:cubicBezTo>
                    <a:pt x="138" y="197"/>
                    <a:pt x="138" y="196"/>
                    <a:pt x="138" y="196"/>
                  </a:cubicBezTo>
                  <a:cubicBezTo>
                    <a:pt x="138" y="178"/>
                    <a:pt x="138" y="178"/>
                    <a:pt x="138" y="178"/>
                  </a:cubicBezTo>
                  <a:cubicBezTo>
                    <a:pt x="138" y="177"/>
                    <a:pt x="138" y="177"/>
                    <a:pt x="139" y="177"/>
                  </a:cubicBezTo>
                  <a:cubicBezTo>
                    <a:pt x="190" y="177"/>
                    <a:pt x="190" y="177"/>
                    <a:pt x="190" y="177"/>
                  </a:cubicBezTo>
                  <a:cubicBezTo>
                    <a:pt x="191" y="177"/>
                    <a:pt x="192" y="177"/>
                    <a:pt x="192" y="178"/>
                  </a:cubicBezTo>
                  <a:cubicBezTo>
                    <a:pt x="192" y="196"/>
                    <a:pt x="192" y="196"/>
                    <a:pt x="192" y="196"/>
                  </a:cubicBezTo>
                  <a:cubicBezTo>
                    <a:pt x="192" y="196"/>
                    <a:pt x="191" y="197"/>
                    <a:pt x="190" y="197"/>
                  </a:cubicBezTo>
                  <a:cubicBezTo>
                    <a:pt x="139" y="197"/>
                    <a:pt x="139" y="197"/>
                    <a:pt x="139" y="197"/>
                  </a:cubicBezTo>
                  <a:moveTo>
                    <a:pt x="222" y="197"/>
                  </a:moveTo>
                  <a:cubicBezTo>
                    <a:pt x="221" y="197"/>
                    <a:pt x="221" y="196"/>
                    <a:pt x="221" y="196"/>
                  </a:cubicBezTo>
                  <a:cubicBezTo>
                    <a:pt x="221" y="178"/>
                    <a:pt x="221" y="178"/>
                    <a:pt x="221" y="178"/>
                  </a:cubicBezTo>
                  <a:cubicBezTo>
                    <a:pt x="221" y="177"/>
                    <a:pt x="221" y="177"/>
                    <a:pt x="222" y="177"/>
                  </a:cubicBezTo>
                  <a:cubicBezTo>
                    <a:pt x="273" y="177"/>
                    <a:pt x="273" y="177"/>
                    <a:pt x="273" y="177"/>
                  </a:cubicBezTo>
                  <a:cubicBezTo>
                    <a:pt x="274" y="177"/>
                    <a:pt x="274" y="177"/>
                    <a:pt x="274" y="178"/>
                  </a:cubicBezTo>
                  <a:cubicBezTo>
                    <a:pt x="275" y="196"/>
                    <a:pt x="275" y="196"/>
                    <a:pt x="275" y="196"/>
                  </a:cubicBezTo>
                  <a:cubicBezTo>
                    <a:pt x="275" y="196"/>
                    <a:pt x="274" y="197"/>
                    <a:pt x="273" y="197"/>
                  </a:cubicBezTo>
                  <a:cubicBezTo>
                    <a:pt x="222" y="197"/>
                    <a:pt x="222" y="197"/>
                    <a:pt x="222" y="197"/>
                  </a:cubicBezTo>
                  <a:moveTo>
                    <a:pt x="343" y="197"/>
                  </a:moveTo>
                  <a:cubicBezTo>
                    <a:pt x="342" y="197"/>
                    <a:pt x="342" y="196"/>
                    <a:pt x="342" y="196"/>
                  </a:cubicBezTo>
                  <a:cubicBezTo>
                    <a:pt x="342" y="178"/>
                    <a:pt x="342" y="178"/>
                    <a:pt x="342" y="178"/>
                  </a:cubicBezTo>
                  <a:cubicBezTo>
                    <a:pt x="342" y="177"/>
                    <a:pt x="342" y="177"/>
                    <a:pt x="343" y="177"/>
                  </a:cubicBezTo>
                  <a:cubicBezTo>
                    <a:pt x="394" y="177"/>
                    <a:pt x="394" y="177"/>
                    <a:pt x="394" y="177"/>
                  </a:cubicBezTo>
                  <a:cubicBezTo>
                    <a:pt x="395" y="177"/>
                    <a:pt x="396" y="177"/>
                    <a:pt x="396" y="178"/>
                  </a:cubicBezTo>
                  <a:cubicBezTo>
                    <a:pt x="396" y="196"/>
                    <a:pt x="396" y="196"/>
                    <a:pt x="396" y="196"/>
                  </a:cubicBezTo>
                  <a:cubicBezTo>
                    <a:pt x="396" y="196"/>
                    <a:pt x="395" y="197"/>
                    <a:pt x="394" y="197"/>
                  </a:cubicBezTo>
                  <a:cubicBezTo>
                    <a:pt x="343" y="197"/>
                    <a:pt x="343" y="197"/>
                    <a:pt x="343" y="197"/>
                  </a:cubicBezTo>
                  <a:moveTo>
                    <a:pt x="18" y="152"/>
                  </a:moveTo>
                  <a:cubicBezTo>
                    <a:pt x="17" y="152"/>
                    <a:pt x="17" y="151"/>
                    <a:pt x="17" y="150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7" y="132"/>
                    <a:pt x="17" y="132"/>
                    <a:pt x="18" y="132"/>
                  </a:cubicBezTo>
                  <a:cubicBezTo>
                    <a:pt x="69" y="132"/>
                    <a:pt x="69" y="132"/>
                    <a:pt x="69" y="132"/>
                  </a:cubicBezTo>
                  <a:cubicBezTo>
                    <a:pt x="70" y="132"/>
                    <a:pt x="71" y="132"/>
                    <a:pt x="71" y="133"/>
                  </a:cubicBezTo>
                  <a:cubicBezTo>
                    <a:pt x="71" y="150"/>
                    <a:pt x="71" y="150"/>
                    <a:pt x="71" y="150"/>
                  </a:cubicBezTo>
                  <a:cubicBezTo>
                    <a:pt x="71" y="151"/>
                    <a:pt x="70" y="152"/>
                    <a:pt x="69" y="152"/>
                  </a:cubicBezTo>
                  <a:cubicBezTo>
                    <a:pt x="18" y="152"/>
                    <a:pt x="18" y="152"/>
                    <a:pt x="18" y="152"/>
                  </a:cubicBezTo>
                  <a:moveTo>
                    <a:pt x="139" y="152"/>
                  </a:moveTo>
                  <a:cubicBezTo>
                    <a:pt x="138" y="152"/>
                    <a:pt x="138" y="151"/>
                    <a:pt x="138" y="150"/>
                  </a:cubicBezTo>
                  <a:cubicBezTo>
                    <a:pt x="138" y="133"/>
                    <a:pt x="138" y="133"/>
                    <a:pt x="138" y="133"/>
                  </a:cubicBezTo>
                  <a:cubicBezTo>
                    <a:pt x="138" y="132"/>
                    <a:pt x="138" y="132"/>
                    <a:pt x="139" y="132"/>
                  </a:cubicBezTo>
                  <a:cubicBezTo>
                    <a:pt x="190" y="132"/>
                    <a:pt x="190" y="132"/>
                    <a:pt x="190" y="132"/>
                  </a:cubicBezTo>
                  <a:cubicBezTo>
                    <a:pt x="191" y="132"/>
                    <a:pt x="192" y="132"/>
                    <a:pt x="192" y="133"/>
                  </a:cubicBezTo>
                  <a:cubicBezTo>
                    <a:pt x="192" y="150"/>
                    <a:pt x="192" y="150"/>
                    <a:pt x="192" y="150"/>
                  </a:cubicBezTo>
                  <a:cubicBezTo>
                    <a:pt x="192" y="151"/>
                    <a:pt x="191" y="152"/>
                    <a:pt x="190" y="152"/>
                  </a:cubicBezTo>
                  <a:cubicBezTo>
                    <a:pt x="139" y="152"/>
                    <a:pt x="139" y="152"/>
                    <a:pt x="139" y="152"/>
                  </a:cubicBezTo>
                  <a:moveTo>
                    <a:pt x="222" y="152"/>
                  </a:moveTo>
                  <a:cubicBezTo>
                    <a:pt x="221" y="152"/>
                    <a:pt x="221" y="151"/>
                    <a:pt x="221" y="150"/>
                  </a:cubicBezTo>
                  <a:cubicBezTo>
                    <a:pt x="221" y="133"/>
                    <a:pt x="221" y="133"/>
                    <a:pt x="221" y="133"/>
                  </a:cubicBezTo>
                  <a:cubicBezTo>
                    <a:pt x="221" y="132"/>
                    <a:pt x="221" y="132"/>
                    <a:pt x="222" y="132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74" y="132"/>
                    <a:pt x="274" y="132"/>
                    <a:pt x="274" y="133"/>
                  </a:cubicBezTo>
                  <a:cubicBezTo>
                    <a:pt x="275" y="150"/>
                    <a:pt x="275" y="150"/>
                    <a:pt x="275" y="150"/>
                  </a:cubicBezTo>
                  <a:cubicBezTo>
                    <a:pt x="275" y="151"/>
                    <a:pt x="274" y="152"/>
                    <a:pt x="273" y="152"/>
                  </a:cubicBezTo>
                  <a:cubicBezTo>
                    <a:pt x="222" y="152"/>
                    <a:pt x="222" y="152"/>
                    <a:pt x="222" y="152"/>
                  </a:cubicBezTo>
                  <a:moveTo>
                    <a:pt x="343" y="152"/>
                  </a:moveTo>
                  <a:cubicBezTo>
                    <a:pt x="342" y="152"/>
                    <a:pt x="342" y="151"/>
                    <a:pt x="342" y="150"/>
                  </a:cubicBezTo>
                  <a:cubicBezTo>
                    <a:pt x="342" y="133"/>
                    <a:pt x="342" y="133"/>
                    <a:pt x="342" y="133"/>
                  </a:cubicBezTo>
                  <a:cubicBezTo>
                    <a:pt x="342" y="132"/>
                    <a:pt x="342" y="132"/>
                    <a:pt x="343" y="132"/>
                  </a:cubicBezTo>
                  <a:cubicBezTo>
                    <a:pt x="394" y="132"/>
                    <a:pt x="394" y="132"/>
                    <a:pt x="394" y="132"/>
                  </a:cubicBezTo>
                  <a:cubicBezTo>
                    <a:pt x="395" y="132"/>
                    <a:pt x="396" y="132"/>
                    <a:pt x="396" y="133"/>
                  </a:cubicBezTo>
                  <a:cubicBezTo>
                    <a:pt x="396" y="150"/>
                    <a:pt x="396" y="150"/>
                    <a:pt x="396" y="150"/>
                  </a:cubicBezTo>
                  <a:cubicBezTo>
                    <a:pt x="396" y="151"/>
                    <a:pt x="395" y="152"/>
                    <a:pt x="394" y="152"/>
                  </a:cubicBezTo>
                  <a:cubicBezTo>
                    <a:pt x="343" y="152"/>
                    <a:pt x="343" y="152"/>
                    <a:pt x="343" y="152"/>
                  </a:cubicBezTo>
                  <a:moveTo>
                    <a:pt x="18" y="107"/>
                  </a:moveTo>
                  <a:cubicBezTo>
                    <a:pt x="17" y="107"/>
                    <a:pt x="17" y="106"/>
                    <a:pt x="17" y="105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7" y="87"/>
                    <a:pt x="17" y="87"/>
                    <a:pt x="18" y="87"/>
                  </a:cubicBezTo>
                  <a:cubicBezTo>
                    <a:pt x="69" y="87"/>
                    <a:pt x="69" y="87"/>
                    <a:pt x="69" y="87"/>
                  </a:cubicBezTo>
                  <a:cubicBezTo>
                    <a:pt x="70" y="87"/>
                    <a:pt x="71" y="87"/>
                    <a:pt x="71" y="88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106"/>
                    <a:pt x="70" y="107"/>
                    <a:pt x="69" y="107"/>
                  </a:cubicBezTo>
                  <a:cubicBezTo>
                    <a:pt x="18" y="107"/>
                    <a:pt x="18" y="107"/>
                    <a:pt x="18" y="107"/>
                  </a:cubicBezTo>
                  <a:moveTo>
                    <a:pt x="139" y="107"/>
                  </a:moveTo>
                  <a:cubicBezTo>
                    <a:pt x="138" y="107"/>
                    <a:pt x="138" y="106"/>
                    <a:pt x="138" y="105"/>
                  </a:cubicBezTo>
                  <a:cubicBezTo>
                    <a:pt x="138" y="88"/>
                    <a:pt x="138" y="88"/>
                    <a:pt x="138" y="88"/>
                  </a:cubicBezTo>
                  <a:cubicBezTo>
                    <a:pt x="138" y="87"/>
                    <a:pt x="138" y="87"/>
                    <a:pt x="139" y="87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1" y="87"/>
                    <a:pt x="192" y="87"/>
                    <a:pt x="192" y="88"/>
                  </a:cubicBezTo>
                  <a:cubicBezTo>
                    <a:pt x="192" y="105"/>
                    <a:pt x="192" y="105"/>
                    <a:pt x="192" y="105"/>
                  </a:cubicBezTo>
                  <a:cubicBezTo>
                    <a:pt x="192" y="106"/>
                    <a:pt x="191" y="107"/>
                    <a:pt x="190" y="107"/>
                  </a:cubicBezTo>
                  <a:cubicBezTo>
                    <a:pt x="139" y="107"/>
                    <a:pt x="139" y="107"/>
                    <a:pt x="139" y="107"/>
                  </a:cubicBezTo>
                  <a:moveTo>
                    <a:pt x="222" y="107"/>
                  </a:moveTo>
                  <a:cubicBezTo>
                    <a:pt x="221" y="107"/>
                    <a:pt x="221" y="106"/>
                    <a:pt x="221" y="105"/>
                  </a:cubicBezTo>
                  <a:cubicBezTo>
                    <a:pt x="221" y="88"/>
                    <a:pt x="221" y="88"/>
                    <a:pt x="221" y="88"/>
                  </a:cubicBezTo>
                  <a:cubicBezTo>
                    <a:pt x="221" y="87"/>
                    <a:pt x="221" y="87"/>
                    <a:pt x="222" y="87"/>
                  </a:cubicBezTo>
                  <a:cubicBezTo>
                    <a:pt x="273" y="87"/>
                    <a:pt x="273" y="87"/>
                    <a:pt x="273" y="87"/>
                  </a:cubicBezTo>
                  <a:cubicBezTo>
                    <a:pt x="274" y="87"/>
                    <a:pt x="274" y="87"/>
                    <a:pt x="274" y="88"/>
                  </a:cubicBezTo>
                  <a:cubicBezTo>
                    <a:pt x="275" y="105"/>
                    <a:pt x="275" y="105"/>
                    <a:pt x="275" y="105"/>
                  </a:cubicBezTo>
                  <a:cubicBezTo>
                    <a:pt x="275" y="106"/>
                    <a:pt x="274" y="107"/>
                    <a:pt x="273" y="107"/>
                  </a:cubicBezTo>
                  <a:cubicBezTo>
                    <a:pt x="222" y="107"/>
                    <a:pt x="222" y="107"/>
                    <a:pt x="222" y="107"/>
                  </a:cubicBezTo>
                  <a:moveTo>
                    <a:pt x="343" y="107"/>
                  </a:moveTo>
                  <a:cubicBezTo>
                    <a:pt x="342" y="107"/>
                    <a:pt x="342" y="106"/>
                    <a:pt x="342" y="105"/>
                  </a:cubicBezTo>
                  <a:cubicBezTo>
                    <a:pt x="342" y="88"/>
                    <a:pt x="342" y="88"/>
                    <a:pt x="342" y="88"/>
                  </a:cubicBezTo>
                  <a:cubicBezTo>
                    <a:pt x="342" y="87"/>
                    <a:pt x="342" y="87"/>
                    <a:pt x="343" y="87"/>
                  </a:cubicBezTo>
                  <a:cubicBezTo>
                    <a:pt x="394" y="87"/>
                    <a:pt x="394" y="87"/>
                    <a:pt x="394" y="87"/>
                  </a:cubicBezTo>
                  <a:cubicBezTo>
                    <a:pt x="395" y="87"/>
                    <a:pt x="396" y="87"/>
                    <a:pt x="396" y="88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6" y="106"/>
                    <a:pt x="395" y="107"/>
                    <a:pt x="394" y="107"/>
                  </a:cubicBezTo>
                  <a:cubicBezTo>
                    <a:pt x="343" y="107"/>
                    <a:pt x="343" y="107"/>
                    <a:pt x="343" y="107"/>
                  </a:cubicBezTo>
                  <a:moveTo>
                    <a:pt x="182" y="0"/>
                  </a:moveTo>
                  <a:cubicBezTo>
                    <a:pt x="179" y="0"/>
                    <a:pt x="178" y="2"/>
                    <a:pt x="178" y="4"/>
                  </a:cubicBezTo>
                  <a:cubicBezTo>
                    <a:pt x="178" y="4"/>
                    <a:pt x="178" y="4"/>
                    <a:pt x="178" y="4"/>
                  </a:cubicBezTo>
                  <a:cubicBezTo>
                    <a:pt x="178" y="34"/>
                    <a:pt x="178" y="34"/>
                    <a:pt x="178" y="34"/>
                  </a:cubicBezTo>
                  <a:cubicBezTo>
                    <a:pt x="133" y="34"/>
                    <a:pt x="133" y="34"/>
                    <a:pt x="133" y="34"/>
                  </a:cubicBezTo>
                  <a:cubicBezTo>
                    <a:pt x="129" y="34"/>
                    <a:pt x="126" y="37"/>
                    <a:pt x="126" y="41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0" y="70"/>
                    <a:pt x="0" y="7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46"/>
                    <a:pt x="1" y="447"/>
                    <a:pt x="1" y="447"/>
                  </a:cubicBezTo>
                  <a:cubicBezTo>
                    <a:pt x="84" y="447"/>
                    <a:pt x="84" y="447"/>
                    <a:pt x="84" y="447"/>
                  </a:cubicBezTo>
                  <a:cubicBezTo>
                    <a:pt x="85" y="447"/>
                    <a:pt x="85" y="446"/>
                    <a:pt x="85" y="445"/>
                  </a:cubicBezTo>
                  <a:cubicBezTo>
                    <a:pt x="85" y="395"/>
                    <a:pt x="85" y="395"/>
                    <a:pt x="85" y="395"/>
                  </a:cubicBezTo>
                  <a:cubicBezTo>
                    <a:pt x="85" y="394"/>
                    <a:pt x="86" y="394"/>
                    <a:pt x="87" y="394"/>
                  </a:cubicBezTo>
                  <a:cubicBezTo>
                    <a:pt x="122" y="394"/>
                    <a:pt x="122" y="394"/>
                    <a:pt x="122" y="394"/>
                  </a:cubicBezTo>
                  <a:cubicBezTo>
                    <a:pt x="122" y="394"/>
                    <a:pt x="123" y="394"/>
                    <a:pt x="123" y="395"/>
                  </a:cubicBezTo>
                  <a:cubicBezTo>
                    <a:pt x="123" y="445"/>
                    <a:pt x="123" y="445"/>
                    <a:pt x="123" y="445"/>
                  </a:cubicBezTo>
                  <a:cubicBezTo>
                    <a:pt x="123" y="446"/>
                    <a:pt x="124" y="447"/>
                    <a:pt x="124" y="447"/>
                  </a:cubicBezTo>
                  <a:cubicBezTo>
                    <a:pt x="288" y="447"/>
                    <a:pt x="288" y="447"/>
                    <a:pt x="288" y="447"/>
                  </a:cubicBezTo>
                  <a:cubicBezTo>
                    <a:pt x="289" y="447"/>
                    <a:pt x="289" y="446"/>
                    <a:pt x="289" y="445"/>
                  </a:cubicBezTo>
                  <a:cubicBezTo>
                    <a:pt x="289" y="395"/>
                    <a:pt x="289" y="395"/>
                    <a:pt x="289" y="395"/>
                  </a:cubicBezTo>
                  <a:cubicBezTo>
                    <a:pt x="289" y="394"/>
                    <a:pt x="290" y="394"/>
                    <a:pt x="291" y="394"/>
                  </a:cubicBezTo>
                  <a:cubicBezTo>
                    <a:pt x="326" y="394"/>
                    <a:pt x="326" y="394"/>
                    <a:pt x="326" y="394"/>
                  </a:cubicBezTo>
                  <a:cubicBezTo>
                    <a:pt x="326" y="394"/>
                    <a:pt x="327" y="394"/>
                    <a:pt x="327" y="395"/>
                  </a:cubicBezTo>
                  <a:cubicBezTo>
                    <a:pt x="327" y="445"/>
                    <a:pt x="327" y="445"/>
                    <a:pt x="327" y="445"/>
                  </a:cubicBezTo>
                  <a:cubicBezTo>
                    <a:pt x="327" y="446"/>
                    <a:pt x="328" y="447"/>
                    <a:pt x="328" y="447"/>
                  </a:cubicBezTo>
                  <a:cubicBezTo>
                    <a:pt x="411" y="447"/>
                    <a:pt x="411" y="447"/>
                    <a:pt x="411" y="447"/>
                  </a:cubicBezTo>
                  <a:cubicBezTo>
                    <a:pt x="412" y="447"/>
                    <a:pt x="412" y="446"/>
                    <a:pt x="412" y="445"/>
                  </a:cubicBezTo>
                  <a:cubicBezTo>
                    <a:pt x="412" y="71"/>
                    <a:pt x="412" y="71"/>
                    <a:pt x="412" y="71"/>
                  </a:cubicBezTo>
                  <a:cubicBezTo>
                    <a:pt x="412" y="70"/>
                    <a:pt x="412" y="69"/>
                    <a:pt x="411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1" y="41"/>
                    <a:pt x="281" y="41"/>
                    <a:pt x="281" y="41"/>
                  </a:cubicBezTo>
                  <a:cubicBezTo>
                    <a:pt x="281" y="37"/>
                    <a:pt x="278" y="34"/>
                    <a:pt x="274" y="34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35" y="4"/>
                    <a:pt x="235" y="4"/>
                    <a:pt x="235" y="4"/>
                  </a:cubicBezTo>
                  <a:cubicBezTo>
                    <a:pt x="235" y="2"/>
                    <a:pt x="234" y="0"/>
                    <a:pt x="231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7" name="îṣlî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3DE110D-E04E-4E88-AAEB-C8C36B4ADC74}"/>
                </a:ext>
              </a:extLst>
            </p:cNvPr>
            <p:cNvSpPr/>
            <p:nvPr/>
          </p:nvSpPr>
          <p:spPr bwMode="auto">
            <a:xfrm>
              <a:off x="6791813" y="3397373"/>
              <a:ext cx="879" cy="351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2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8" name="îś1ï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902E7E9-B4FB-4ACD-A8D7-358E31DBFA40}"/>
                </a:ext>
              </a:extLst>
            </p:cNvPr>
            <p:cNvSpPr/>
            <p:nvPr/>
          </p:nvSpPr>
          <p:spPr bwMode="auto">
            <a:xfrm>
              <a:off x="6791813" y="3306004"/>
              <a:ext cx="195917" cy="128269"/>
            </a:xfrm>
            <a:custGeom>
              <a:avLst/>
              <a:gdLst>
                <a:gd name="T0" fmla="*/ 61 w 122"/>
                <a:gd name="T1" fmla="*/ 0 h 80"/>
                <a:gd name="T2" fmla="*/ 37 w 122"/>
                <a:gd name="T3" fmla="*/ 15 h 80"/>
                <a:gd name="T4" fmla="*/ 21 w 122"/>
                <a:gd name="T5" fmla="*/ 24 h 80"/>
                <a:gd name="T6" fmla="*/ 21 w 122"/>
                <a:gd name="T7" fmla="*/ 24 h 80"/>
                <a:gd name="T8" fmla="*/ 20 w 122"/>
                <a:gd name="T9" fmla="*/ 24 h 80"/>
                <a:gd name="T10" fmla="*/ 0 w 122"/>
                <a:gd name="T11" fmla="*/ 52 h 80"/>
                <a:gd name="T12" fmla="*/ 0 w 122"/>
                <a:gd name="T13" fmla="*/ 57 h 80"/>
                <a:gd name="T14" fmla="*/ 5 w 122"/>
                <a:gd name="T15" fmla="*/ 51 h 80"/>
                <a:gd name="T16" fmla="*/ 30 w 122"/>
                <a:gd name="T17" fmla="*/ 36 h 80"/>
                <a:gd name="T18" fmla="*/ 42 w 122"/>
                <a:gd name="T19" fmla="*/ 39 h 80"/>
                <a:gd name="T20" fmla="*/ 54 w 122"/>
                <a:gd name="T21" fmla="*/ 51 h 80"/>
                <a:gd name="T22" fmla="*/ 70 w 122"/>
                <a:gd name="T23" fmla="*/ 60 h 80"/>
                <a:gd name="T24" fmla="*/ 70 w 122"/>
                <a:gd name="T25" fmla="*/ 60 h 80"/>
                <a:gd name="T26" fmla="*/ 70 w 122"/>
                <a:gd name="T27" fmla="*/ 60 h 80"/>
                <a:gd name="T28" fmla="*/ 71 w 122"/>
                <a:gd name="T29" fmla="*/ 60 h 80"/>
                <a:gd name="T30" fmla="*/ 88 w 122"/>
                <a:gd name="T31" fmla="*/ 76 h 80"/>
                <a:gd name="T32" fmla="*/ 83 w 122"/>
                <a:gd name="T33" fmla="*/ 75 h 80"/>
                <a:gd name="T34" fmla="*/ 71 w 122"/>
                <a:gd name="T35" fmla="*/ 77 h 80"/>
                <a:gd name="T36" fmla="*/ 61 w 122"/>
                <a:gd name="T37" fmla="*/ 80 h 80"/>
                <a:gd name="T38" fmla="*/ 61 w 122"/>
                <a:gd name="T39" fmla="*/ 80 h 80"/>
                <a:gd name="T40" fmla="*/ 51 w 122"/>
                <a:gd name="T41" fmla="*/ 77 h 80"/>
                <a:gd name="T42" fmla="*/ 39 w 122"/>
                <a:gd name="T43" fmla="*/ 75 h 80"/>
                <a:gd name="T44" fmla="*/ 27 w 122"/>
                <a:gd name="T45" fmla="*/ 78 h 80"/>
                <a:gd name="T46" fmla="*/ 20 w 122"/>
                <a:gd name="T47" fmla="*/ 80 h 80"/>
                <a:gd name="T48" fmla="*/ 1 w 122"/>
                <a:gd name="T49" fmla="*/ 59 h 80"/>
                <a:gd name="T50" fmla="*/ 20 w 122"/>
                <a:gd name="T51" fmla="*/ 80 h 80"/>
                <a:gd name="T52" fmla="*/ 27 w 122"/>
                <a:gd name="T53" fmla="*/ 78 h 80"/>
                <a:gd name="T54" fmla="*/ 39 w 122"/>
                <a:gd name="T55" fmla="*/ 76 h 80"/>
                <a:gd name="T56" fmla="*/ 51 w 122"/>
                <a:gd name="T57" fmla="*/ 78 h 80"/>
                <a:gd name="T58" fmla="*/ 61 w 122"/>
                <a:gd name="T59" fmla="*/ 80 h 80"/>
                <a:gd name="T60" fmla="*/ 71 w 122"/>
                <a:gd name="T61" fmla="*/ 78 h 80"/>
                <a:gd name="T62" fmla="*/ 83 w 122"/>
                <a:gd name="T63" fmla="*/ 76 h 80"/>
                <a:gd name="T64" fmla="*/ 95 w 122"/>
                <a:gd name="T65" fmla="*/ 78 h 80"/>
                <a:gd name="T66" fmla="*/ 102 w 122"/>
                <a:gd name="T67" fmla="*/ 80 h 80"/>
                <a:gd name="T68" fmla="*/ 122 w 122"/>
                <a:gd name="T69" fmla="*/ 52 h 80"/>
                <a:gd name="T70" fmla="*/ 118 w 122"/>
                <a:gd name="T71" fmla="*/ 35 h 80"/>
                <a:gd name="T72" fmla="*/ 102 w 122"/>
                <a:gd name="T73" fmla="*/ 45 h 80"/>
                <a:gd name="T74" fmla="*/ 112 w 122"/>
                <a:gd name="T75" fmla="*/ 27 h 80"/>
                <a:gd name="T76" fmla="*/ 102 w 122"/>
                <a:gd name="T77" fmla="*/ 24 h 80"/>
                <a:gd name="T78" fmla="*/ 102 w 122"/>
                <a:gd name="T79" fmla="*/ 24 h 80"/>
                <a:gd name="T80" fmla="*/ 102 w 122"/>
                <a:gd name="T81" fmla="*/ 24 h 80"/>
                <a:gd name="T82" fmla="*/ 99 w 122"/>
                <a:gd name="T83" fmla="*/ 24 h 80"/>
                <a:gd name="T84" fmla="*/ 93 w 122"/>
                <a:gd name="T85" fmla="*/ 27 h 80"/>
                <a:gd name="T86" fmla="*/ 96 w 122"/>
                <a:gd name="T87" fmla="*/ 23 h 80"/>
                <a:gd name="T88" fmla="*/ 86 w 122"/>
                <a:gd name="T89" fmla="*/ 16 h 80"/>
                <a:gd name="T90" fmla="*/ 77 w 122"/>
                <a:gd name="T91" fmla="*/ 22 h 80"/>
                <a:gd name="T92" fmla="*/ 83 w 122"/>
                <a:gd name="T93" fmla="*/ 11 h 80"/>
                <a:gd name="T94" fmla="*/ 61 w 122"/>
                <a:gd name="T9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2" h="80">
                  <a:moveTo>
                    <a:pt x="61" y="0"/>
                  </a:moveTo>
                  <a:cubicBezTo>
                    <a:pt x="51" y="1"/>
                    <a:pt x="42" y="6"/>
                    <a:pt x="37" y="15"/>
                  </a:cubicBezTo>
                  <a:cubicBezTo>
                    <a:pt x="33" y="21"/>
                    <a:pt x="27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9" y="24"/>
                    <a:pt x="0" y="37"/>
                    <a:pt x="0" y="52"/>
                  </a:cubicBezTo>
                  <a:cubicBezTo>
                    <a:pt x="0" y="54"/>
                    <a:pt x="0" y="55"/>
                    <a:pt x="0" y="57"/>
                  </a:cubicBezTo>
                  <a:cubicBezTo>
                    <a:pt x="2" y="55"/>
                    <a:pt x="4" y="54"/>
                    <a:pt x="5" y="51"/>
                  </a:cubicBezTo>
                  <a:cubicBezTo>
                    <a:pt x="10" y="42"/>
                    <a:pt x="20" y="36"/>
                    <a:pt x="30" y="36"/>
                  </a:cubicBezTo>
                  <a:cubicBezTo>
                    <a:pt x="34" y="36"/>
                    <a:pt x="38" y="37"/>
                    <a:pt x="42" y="39"/>
                  </a:cubicBezTo>
                  <a:cubicBezTo>
                    <a:pt x="47" y="42"/>
                    <a:pt x="51" y="46"/>
                    <a:pt x="54" y="51"/>
                  </a:cubicBezTo>
                  <a:cubicBezTo>
                    <a:pt x="58" y="57"/>
                    <a:pt x="64" y="60"/>
                    <a:pt x="70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70" y="60"/>
                    <a:pt x="71" y="60"/>
                    <a:pt x="71" y="60"/>
                  </a:cubicBezTo>
                  <a:cubicBezTo>
                    <a:pt x="78" y="60"/>
                    <a:pt x="85" y="67"/>
                    <a:pt x="88" y="76"/>
                  </a:cubicBezTo>
                  <a:cubicBezTo>
                    <a:pt x="86" y="75"/>
                    <a:pt x="85" y="75"/>
                    <a:pt x="83" y="75"/>
                  </a:cubicBezTo>
                  <a:cubicBezTo>
                    <a:pt x="79" y="75"/>
                    <a:pt x="75" y="76"/>
                    <a:pt x="71" y="77"/>
                  </a:cubicBezTo>
                  <a:cubicBezTo>
                    <a:pt x="68" y="79"/>
                    <a:pt x="65" y="80"/>
                    <a:pt x="61" y="80"/>
                  </a:cubicBezTo>
                  <a:cubicBezTo>
                    <a:pt x="61" y="80"/>
                    <a:pt x="61" y="80"/>
                    <a:pt x="61" y="80"/>
                  </a:cubicBezTo>
                  <a:cubicBezTo>
                    <a:pt x="57" y="80"/>
                    <a:pt x="54" y="79"/>
                    <a:pt x="51" y="77"/>
                  </a:cubicBezTo>
                  <a:cubicBezTo>
                    <a:pt x="47" y="76"/>
                    <a:pt x="43" y="75"/>
                    <a:pt x="39" y="75"/>
                  </a:cubicBezTo>
                  <a:cubicBezTo>
                    <a:pt x="35" y="75"/>
                    <a:pt x="31" y="76"/>
                    <a:pt x="27" y="78"/>
                  </a:cubicBezTo>
                  <a:cubicBezTo>
                    <a:pt x="25" y="79"/>
                    <a:pt x="22" y="80"/>
                    <a:pt x="20" y="80"/>
                  </a:cubicBezTo>
                  <a:cubicBezTo>
                    <a:pt x="11" y="80"/>
                    <a:pt x="3" y="71"/>
                    <a:pt x="1" y="59"/>
                  </a:cubicBezTo>
                  <a:cubicBezTo>
                    <a:pt x="3" y="71"/>
                    <a:pt x="11" y="80"/>
                    <a:pt x="20" y="80"/>
                  </a:cubicBezTo>
                  <a:cubicBezTo>
                    <a:pt x="22" y="80"/>
                    <a:pt x="25" y="80"/>
                    <a:pt x="27" y="78"/>
                  </a:cubicBezTo>
                  <a:cubicBezTo>
                    <a:pt x="31" y="77"/>
                    <a:pt x="35" y="76"/>
                    <a:pt x="39" y="76"/>
                  </a:cubicBezTo>
                  <a:cubicBezTo>
                    <a:pt x="43" y="76"/>
                    <a:pt x="47" y="76"/>
                    <a:pt x="51" y="78"/>
                  </a:cubicBezTo>
                  <a:cubicBezTo>
                    <a:pt x="54" y="79"/>
                    <a:pt x="58" y="80"/>
                    <a:pt x="61" y="80"/>
                  </a:cubicBezTo>
                  <a:cubicBezTo>
                    <a:pt x="65" y="80"/>
                    <a:pt x="68" y="79"/>
                    <a:pt x="71" y="78"/>
                  </a:cubicBezTo>
                  <a:cubicBezTo>
                    <a:pt x="75" y="76"/>
                    <a:pt x="79" y="76"/>
                    <a:pt x="83" y="76"/>
                  </a:cubicBezTo>
                  <a:cubicBezTo>
                    <a:pt x="87" y="76"/>
                    <a:pt x="91" y="77"/>
                    <a:pt x="95" y="78"/>
                  </a:cubicBezTo>
                  <a:cubicBezTo>
                    <a:pt x="98" y="80"/>
                    <a:pt x="100" y="80"/>
                    <a:pt x="102" y="80"/>
                  </a:cubicBezTo>
                  <a:cubicBezTo>
                    <a:pt x="113" y="80"/>
                    <a:pt x="122" y="68"/>
                    <a:pt x="122" y="52"/>
                  </a:cubicBezTo>
                  <a:cubicBezTo>
                    <a:pt x="122" y="46"/>
                    <a:pt x="121" y="40"/>
                    <a:pt x="118" y="35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09" y="25"/>
                    <a:pt x="106" y="24"/>
                    <a:pt x="102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1" y="24"/>
                    <a:pt x="100" y="24"/>
                    <a:pt x="99" y="24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6" y="23"/>
                    <a:pt x="96" y="23"/>
                    <a:pt x="96" y="23"/>
                  </a:cubicBezTo>
                  <a:cubicBezTo>
                    <a:pt x="92" y="22"/>
                    <a:pt x="89" y="19"/>
                    <a:pt x="86" y="16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78" y="4"/>
                    <a:pt x="70" y="0"/>
                    <a:pt x="61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9" name="íśḻí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1C05FF8-1109-480B-B0CC-DDC2DE7B145B}"/>
                </a:ext>
              </a:extLst>
            </p:cNvPr>
            <p:cNvSpPr/>
            <p:nvPr/>
          </p:nvSpPr>
          <p:spPr bwMode="auto">
            <a:xfrm>
              <a:off x="6791813" y="3363988"/>
              <a:ext cx="141447" cy="70284"/>
            </a:xfrm>
            <a:custGeom>
              <a:avLst/>
              <a:gdLst>
                <a:gd name="T0" fmla="*/ 30 w 88"/>
                <a:gd name="T1" fmla="*/ 0 h 44"/>
                <a:gd name="T2" fmla="*/ 5 w 88"/>
                <a:gd name="T3" fmla="*/ 15 h 44"/>
                <a:gd name="T4" fmla="*/ 0 w 88"/>
                <a:gd name="T5" fmla="*/ 21 h 44"/>
                <a:gd name="T6" fmla="*/ 1 w 88"/>
                <a:gd name="T7" fmla="*/ 23 h 44"/>
                <a:gd name="T8" fmla="*/ 20 w 88"/>
                <a:gd name="T9" fmla="*/ 44 h 44"/>
                <a:gd name="T10" fmla="*/ 27 w 88"/>
                <a:gd name="T11" fmla="*/ 42 h 44"/>
                <a:gd name="T12" fmla="*/ 39 w 88"/>
                <a:gd name="T13" fmla="*/ 39 h 44"/>
                <a:gd name="T14" fmla="*/ 51 w 88"/>
                <a:gd name="T15" fmla="*/ 41 h 44"/>
                <a:gd name="T16" fmla="*/ 61 w 88"/>
                <a:gd name="T17" fmla="*/ 44 h 44"/>
                <a:gd name="T18" fmla="*/ 61 w 88"/>
                <a:gd name="T19" fmla="*/ 44 h 44"/>
                <a:gd name="T20" fmla="*/ 71 w 88"/>
                <a:gd name="T21" fmla="*/ 41 h 44"/>
                <a:gd name="T22" fmla="*/ 83 w 88"/>
                <a:gd name="T23" fmla="*/ 39 h 44"/>
                <a:gd name="T24" fmla="*/ 88 w 88"/>
                <a:gd name="T25" fmla="*/ 40 h 44"/>
                <a:gd name="T26" fmla="*/ 71 w 88"/>
                <a:gd name="T27" fmla="*/ 24 h 44"/>
                <a:gd name="T28" fmla="*/ 70 w 88"/>
                <a:gd name="T29" fmla="*/ 24 h 44"/>
                <a:gd name="T30" fmla="*/ 70 w 88"/>
                <a:gd name="T31" fmla="*/ 24 h 44"/>
                <a:gd name="T32" fmla="*/ 70 w 88"/>
                <a:gd name="T33" fmla="*/ 24 h 44"/>
                <a:gd name="T34" fmla="*/ 54 w 88"/>
                <a:gd name="T35" fmla="*/ 15 h 44"/>
                <a:gd name="T36" fmla="*/ 42 w 88"/>
                <a:gd name="T37" fmla="*/ 3 h 44"/>
                <a:gd name="T38" fmla="*/ 30 w 88"/>
                <a:gd name="T3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8" h="44">
                  <a:moveTo>
                    <a:pt x="30" y="0"/>
                  </a:moveTo>
                  <a:cubicBezTo>
                    <a:pt x="20" y="0"/>
                    <a:pt x="10" y="6"/>
                    <a:pt x="5" y="15"/>
                  </a:cubicBezTo>
                  <a:cubicBezTo>
                    <a:pt x="4" y="18"/>
                    <a:pt x="2" y="19"/>
                    <a:pt x="0" y="21"/>
                  </a:cubicBezTo>
                  <a:cubicBezTo>
                    <a:pt x="0" y="21"/>
                    <a:pt x="0" y="22"/>
                    <a:pt x="1" y="23"/>
                  </a:cubicBezTo>
                  <a:cubicBezTo>
                    <a:pt x="3" y="35"/>
                    <a:pt x="11" y="44"/>
                    <a:pt x="20" y="44"/>
                  </a:cubicBezTo>
                  <a:cubicBezTo>
                    <a:pt x="22" y="44"/>
                    <a:pt x="25" y="43"/>
                    <a:pt x="27" y="42"/>
                  </a:cubicBezTo>
                  <a:cubicBezTo>
                    <a:pt x="31" y="40"/>
                    <a:pt x="35" y="39"/>
                    <a:pt x="39" y="39"/>
                  </a:cubicBezTo>
                  <a:cubicBezTo>
                    <a:pt x="43" y="39"/>
                    <a:pt x="47" y="40"/>
                    <a:pt x="51" y="41"/>
                  </a:cubicBezTo>
                  <a:cubicBezTo>
                    <a:pt x="54" y="43"/>
                    <a:pt x="57" y="44"/>
                    <a:pt x="61" y="44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65" y="44"/>
                    <a:pt x="68" y="43"/>
                    <a:pt x="71" y="41"/>
                  </a:cubicBezTo>
                  <a:cubicBezTo>
                    <a:pt x="75" y="40"/>
                    <a:pt x="79" y="39"/>
                    <a:pt x="83" y="39"/>
                  </a:cubicBezTo>
                  <a:cubicBezTo>
                    <a:pt x="85" y="39"/>
                    <a:pt x="86" y="39"/>
                    <a:pt x="88" y="40"/>
                  </a:cubicBezTo>
                  <a:cubicBezTo>
                    <a:pt x="85" y="31"/>
                    <a:pt x="78" y="24"/>
                    <a:pt x="71" y="24"/>
                  </a:cubicBezTo>
                  <a:cubicBezTo>
                    <a:pt x="71" y="24"/>
                    <a:pt x="70" y="24"/>
                    <a:pt x="70" y="24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64" y="24"/>
                    <a:pt x="58" y="21"/>
                    <a:pt x="54" y="15"/>
                  </a:cubicBezTo>
                  <a:cubicBezTo>
                    <a:pt x="51" y="10"/>
                    <a:pt x="47" y="6"/>
                    <a:pt x="42" y="3"/>
                  </a:cubicBezTo>
                  <a:cubicBezTo>
                    <a:pt x="38" y="1"/>
                    <a:pt x="34" y="0"/>
                    <a:pt x="30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0" name="îŝḻî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C17A9C3-A31E-4E30-82E1-C98C70C1D7C8}"/>
                </a:ext>
              </a:extLst>
            </p:cNvPr>
            <p:cNvSpPr/>
            <p:nvPr/>
          </p:nvSpPr>
          <p:spPr bwMode="auto">
            <a:xfrm>
              <a:off x="9093618" y="3282282"/>
              <a:ext cx="33385" cy="282015"/>
            </a:xfrm>
            <a:custGeom>
              <a:avLst/>
              <a:gdLst>
                <a:gd name="T0" fmla="*/ 9 w 21"/>
                <a:gd name="T1" fmla="*/ 0 h 176"/>
                <a:gd name="T2" fmla="*/ 12 w 21"/>
                <a:gd name="T3" fmla="*/ 0 h 176"/>
                <a:gd name="T4" fmla="*/ 21 w 21"/>
                <a:gd name="T5" fmla="*/ 9 h 176"/>
                <a:gd name="T6" fmla="*/ 21 w 21"/>
                <a:gd name="T7" fmla="*/ 167 h 176"/>
                <a:gd name="T8" fmla="*/ 12 w 21"/>
                <a:gd name="T9" fmla="*/ 176 h 176"/>
                <a:gd name="T10" fmla="*/ 9 w 21"/>
                <a:gd name="T11" fmla="*/ 176 h 176"/>
                <a:gd name="T12" fmla="*/ 0 w 21"/>
                <a:gd name="T13" fmla="*/ 167 h 176"/>
                <a:gd name="T14" fmla="*/ 0 w 21"/>
                <a:gd name="T15" fmla="*/ 9 h 176"/>
                <a:gd name="T16" fmla="*/ 9 w 21"/>
                <a:gd name="T1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76">
                  <a:moveTo>
                    <a:pt x="9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7" y="0"/>
                    <a:pt x="21" y="4"/>
                    <a:pt x="21" y="9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72"/>
                    <a:pt x="17" y="176"/>
                    <a:pt x="12" y="176"/>
                  </a:cubicBezTo>
                  <a:cubicBezTo>
                    <a:pt x="9" y="176"/>
                    <a:pt x="9" y="176"/>
                    <a:pt x="9" y="176"/>
                  </a:cubicBezTo>
                  <a:cubicBezTo>
                    <a:pt x="4" y="176"/>
                    <a:pt x="0" y="172"/>
                    <a:pt x="0" y="167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1" name="i$ḻí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2B694AE-DFB9-4EBF-BA20-B975CF1092D6}"/>
                </a:ext>
              </a:extLst>
            </p:cNvPr>
            <p:cNvSpPr/>
            <p:nvPr/>
          </p:nvSpPr>
          <p:spPr bwMode="auto">
            <a:xfrm>
              <a:off x="7947987" y="3059130"/>
              <a:ext cx="19328" cy="93126"/>
            </a:xfrm>
            <a:custGeom>
              <a:avLst/>
              <a:gdLst>
                <a:gd name="T0" fmla="*/ 6 w 12"/>
                <a:gd name="T1" fmla="*/ 0 h 58"/>
                <a:gd name="T2" fmla="*/ 6 w 12"/>
                <a:gd name="T3" fmla="*/ 0 h 58"/>
                <a:gd name="T4" fmla="*/ 12 w 12"/>
                <a:gd name="T5" fmla="*/ 6 h 58"/>
                <a:gd name="T6" fmla="*/ 12 w 12"/>
                <a:gd name="T7" fmla="*/ 52 h 58"/>
                <a:gd name="T8" fmla="*/ 6 w 12"/>
                <a:gd name="T9" fmla="*/ 58 h 58"/>
                <a:gd name="T10" fmla="*/ 6 w 12"/>
                <a:gd name="T11" fmla="*/ 58 h 58"/>
                <a:gd name="T12" fmla="*/ 0 w 12"/>
                <a:gd name="T13" fmla="*/ 52 h 58"/>
                <a:gd name="T14" fmla="*/ 0 w 12"/>
                <a:gd name="T15" fmla="*/ 6 h 58"/>
                <a:gd name="T16" fmla="*/ 6 w 12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58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56"/>
                    <a:pt x="10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3" y="58"/>
                    <a:pt x="0" y="56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2" name="îŝ1ï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110B99E-3377-4C1D-8A55-5648EEEC5A0E}"/>
                </a:ext>
              </a:extLst>
            </p:cNvPr>
            <p:cNvSpPr/>
            <p:nvPr/>
          </p:nvSpPr>
          <p:spPr bwMode="auto">
            <a:xfrm>
              <a:off x="7947987" y="3230448"/>
              <a:ext cx="21085" cy="162532"/>
            </a:xfrm>
            <a:custGeom>
              <a:avLst/>
              <a:gdLst>
                <a:gd name="T0" fmla="*/ 7 w 13"/>
                <a:gd name="T1" fmla="*/ 0 h 101"/>
                <a:gd name="T2" fmla="*/ 7 w 13"/>
                <a:gd name="T3" fmla="*/ 0 h 101"/>
                <a:gd name="T4" fmla="*/ 13 w 13"/>
                <a:gd name="T5" fmla="*/ 6 h 101"/>
                <a:gd name="T6" fmla="*/ 13 w 13"/>
                <a:gd name="T7" fmla="*/ 94 h 101"/>
                <a:gd name="T8" fmla="*/ 7 w 13"/>
                <a:gd name="T9" fmla="*/ 101 h 101"/>
                <a:gd name="T10" fmla="*/ 7 w 13"/>
                <a:gd name="T11" fmla="*/ 101 h 101"/>
                <a:gd name="T12" fmla="*/ 0 w 13"/>
                <a:gd name="T13" fmla="*/ 94 h 101"/>
                <a:gd name="T14" fmla="*/ 0 w 13"/>
                <a:gd name="T15" fmla="*/ 6 h 101"/>
                <a:gd name="T16" fmla="*/ 7 w 13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01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98"/>
                    <a:pt x="10" y="101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3" y="101"/>
                    <a:pt x="0" y="98"/>
                    <a:pt x="0" y="9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3" name="ïş1î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69E9B5A-EA1B-445A-A0EE-CB5C22C28052}"/>
                </a:ext>
              </a:extLst>
            </p:cNvPr>
            <p:cNvSpPr/>
            <p:nvPr/>
          </p:nvSpPr>
          <p:spPr bwMode="auto">
            <a:xfrm>
              <a:off x="7947987" y="3449207"/>
              <a:ext cx="21085" cy="163411"/>
            </a:xfrm>
            <a:custGeom>
              <a:avLst/>
              <a:gdLst>
                <a:gd name="T0" fmla="*/ 6 w 13"/>
                <a:gd name="T1" fmla="*/ 0 h 102"/>
                <a:gd name="T2" fmla="*/ 6 w 13"/>
                <a:gd name="T3" fmla="*/ 0 h 102"/>
                <a:gd name="T4" fmla="*/ 13 w 13"/>
                <a:gd name="T5" fmla="*/ 7 h 102"/>
                <a:gd name="T6" fmla="*/ 13 w 13"/>
                <a:gd name="T7" fmla="*/ 96 h 102"/>
                <a:gd name="T8" fmla="*/ 6 w 13"/>
                <a:gd name="T9" fmla="*/ 102 h 102"/>
                <a:gd name="T10" fmla="*/ 6 w 13"/>
                <a:gd name="T11" fmla="*/ 102 h 102"/>
                <a:gd name="T12" fmla="*/ 0 w 13"/>
                <a:gd name="T13" fmla="*/ 96 h 102"/>
                <a:gd name="T14" fmla="*/ 0 w 13"/>
                <a:gd name="T15" fmla="*/ 7 h 102"/>
                <a:gd name="T16" fmla="*/ 6 w 13"/>
                <a:gd name="T1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0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100"/>
                    <a:pt x="10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3" y="102"/>
                    <a:pt x="0" y="100"/>
                    <a:pt x="0" y="9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4" name="ï$ḷî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D11E867-0374-408D-94F0-E2F036653D0E}"/>
                </a:ext>
              </a:extLst>
            </p:cNvPr>
            <p:cNvSpPr/>
            <p:nvPr/>
          </p:nvSpPr>
          <p:spPr bwMode="auto">
            <a:xfrm>
              <a:off x="7959408" y="2750759"/>
              <a:ext cx="1151781" cy="2338704"/>
            </a:xfrm>
            <a:custGeom>
              <a:avLst/>
              <a:gdLst>
                <a:gd name="T0" fmla="*/ 74 w 717"/>
                <a:gd name="T1" fmla="*/ 0 h 1457"/>
                <a:gd name="T2" fmla="*/ 643 w 717"/>
                <a:gd name="T3" fmla="*/ 0 h 1457"/>
                <a:gd name="T4" fmla="*/ 717 w 717"/>
                <a:gd name="T5" fmla="*/ 74 h 1457"/>
                <a:gd name="T6" fmla="*/ 717 w 717"/>
                <a:gd name="T7" fmla="*/ 1383 h 1457"/>
                <a:gd name="T8" fmla="*/ 643 w 717"/>
                <a:gd name="T9" fmla="*/ 1457 h 1457"/>
                <a:gd name="T10" fmla="*/ 74 w 717"/>
                <a:gd name="T11" fmla="*/ 1457 h 1457"/>
                <a:gd name="T12" fmla="*/ 0 w 717"/>
                <a:gd name="T13" fmla="*/ 1383 h 1457"/>
                <a:gd name="T14" fmla="*/ 0 w 717"/>
                <a:gd name="T15" fmla="*/ 74 h 1457"/>
                <a:gd name="T16" fmla="*/ 74 w 717"/>
                <a:gd name="T17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7" h="1457">
                  <a:moveTo>
                    <a:pt x="74" y="0"/>
                  </a:moveTo>
                  <a:cubicBezTo>
                    <a:pt x="643" y="0"/>
                    <a:pt x="643" y="0"/>
                    <a:pt x="643" y="0"/>
                  </a:cubicBezTo>
                  <a:cubicBezTo>
                    <a:pt x="684" y="0"/>
                    <a:pt x="717" y="33"/>
                    <a:pt x="717" y="74"/>
                  </a:cubicBezTo>
                  <a:cubicBezTo>
                    <a:pt x="717" y="1383"/>
                    <a:pt x="717" y="1383"/>
                    <a:pt x="717" y="1383"/>
                  </a:cubicBezTo>
                  <a:cubicBezTo>
                    <a:pt x="717" y="1424"/>
                    <a:pt x="684" y="1457"/>
                    <a:pt x="643" y="1457"/>
                  </a:cubicBezTo>
                  <a:cubicBezTo>
                    <a:pt x="74" y="1457"/>
                    <a:pt x="74" y="1457"/>
                    <a:pt x="74" y="1457"/>
                  </a:cubicBezTo>
                  <a:cubicBezTo>
                    <a:pt x="33" y="1457"/>
                    <a:pt x="0" y="1424"/>
                    <a:pt x="0" y="1383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33"/>
                    <a:pt x="33" y="0"/>
                    <a:pt x="74" y="0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5" name="îS1ï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CC3CC66-92C8-4A0F-BD63-964BB48DDBB9}"/>
                </a:ext>
              </a:extLst>
            </p:cNvPr>
            <p:cNvSpPr/>
            <p:nvPr/>
          </p:nvSpPr>
          <p:spPr bwMode="auto">
            <a:xfrm>
              <a:off x="8423284" y="2820164"/>
              <a:ext cx="162532" cy="33385"/>
            </a:xfrm>
            <a:custGeom>
              <a:avLst/>
              <a:gdLst>
                <a:gd name="T0" fmla="*/ 11 w 101"/>
                <a:gd name="T1" fmla="*/ 0 h 21"/>
                <a:gd name="T2" fmla="*/ 90 w 101"/>
                <a:gd name="T3" fmla="*/ 0 h 21"/>
                <a:gd name="T4" fmla="*/ 101 w 101"/>
                <a:gd name="T5" fmla="*/ 11 h 21"/>
                <a:gd name="T6" fmla="*/ 90 w 101"/>
                <a:gd name="T7" fmla="*/ 21 h 21"/>
                <a:gd name="T8" fmla="*/ 11 w 101"/>
                <a:gd name="T9" fmla="*/ 21 h 21"/>
                <a:gd name="T10" fmla="*/ 0 w 101"/>
                <a:gd name="T11" fmla="*/ 11 h 21"/>
                <a:gd name="T12" fmla="*/ 11 w 101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21">
                  <a:moveTo>
                    <a:pt x="11" y="0"/>
                  </a:moveTo>
                  <a:cubicBezTo>
                    <a:pt x="90" y="0"/>
                    <a:pt x="90" y="0"/>
                    <a:pt x="90" y="0"/>
                  </a:cubicBezTo>
                  <a:cubicBezTo>
                    <a:pt x="96" y="0"/>
                    <a:pt x="101" y="5"/>
                    <a:pt x="101" y="11"/>
                  </a:cubicBezTo>
                  <a:cubicBezTo>
                    <a:pt x="101" y="16"/>
                    <a:pt x="96" y="21"/>
                    <a:pt x="9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5" y="21"/>
                    <a:pt x="0" y="16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6" name="ï$lî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9CA8325-A74F-481A-AB54-D1B32A43FEC1}"/>
                </a:ext>
              </a:extLst>
            </p:cNvPr>
            <p:cNvSpPr/>
            <p:nvPr/>
          </p:nvSpPr>
          <p:spPr bwMode="auto">
            <a:xfrm>
              <a:off x="8610415" y="2818407"/>
              <a:ext cx="36899" cy="36899"/>
            </a:xfrm>
            <a:prstGeom prst="ellipse">
              <a:avLst/>
            </a:pr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7" name="ï$ḻî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D1B4F6D-1BCD-43E3-BB3A-882957B54E13}"/>
                </a:ext>
              </a:extLst>
            </p:cNvPr>
            <p:cNvSpPr/>
            <p:nvPr/>
          </p:nvSpPr>
          <p:spPr bwMode="auto">
            <a:xfrm>
              <a:off x="8029692" y="2811379"/>
              <a:ext cx="1011213" cy="2219221"/>
            </a:xfrm>
            <a:custGeom>
              <a:avLst/>
              <a:gdLst>
                <a:gd name="T0" fmla="*/ 572 w 629"/>
                <a:gd name="T1" fmla="*/ 0 h 1382"/>
                <a:gd name="T2" fmla="*/ 490 w 629"/>
                <a:gd name="T3" fmla="*/ 0 h 1382"/>
                <a:gd name="T4" fmla="*/ 490 w 629"/>
                <a:gd name="T5" fmla="*/ 10 h 1382"/>
                <a:gd name="T6" fmla="*/ 443 w 629"/>
                <a:gd name="T7" fmla="*/ 57 h 1382"/>
                <a:gd name="T8" fmla="*/ 181 w 629"/>
                <a:gd name="T9" fmla="*/ 57 h 1382"/>
                <a:gd name="T10" fmla="*/ 134 w 629"/>
                <a:gd name="T11" fmla="*/ 10 h 1382"/>
                <a:gd name="T12" fmla="*/ 134 w 629"/>
                <a:gd name="T13" fmla="*/ 0 h 1382"/>
                <a:gd name="T14" fmla="*/ 57 w 629"/>
                <a:gd name="T15" fmla="*/ 0 h 1382"/>
                <a:gd name="T16" fmla="*/ 0 w 629"/>
                <a:gd name="T17" fmla="*/ 57 h 1382"/>
                <a:gd name="T18" fmla="*/ 0 w 629"/>
                <a:gd name="T19" fmla="*/ 1325 h 1382"/>
                <a:gd name="T20" fmla="*/ 57 w 629"/>
                <a:gd name="T21" fmla="*/ 1381 h 1382"/>
                <a:gd name="T22" fmla="*/ 572 w 629"/>
                <a:gd name="T23" fmla="*/ 1381 h 1382"/>
                <a:gd name="T24" fmla="*/ 629 w 629"/>
                <a:gd name="T25" fmla="*/ 1325 h 1382"/>
                <a:gd name="T26" fmla="*/ 629 w 629"/>
                <a:gd name="T27" fmla="*/ 1325 h 1382"/>
                <a:gd name="T28" fmla="*/ 629 w 629"/>
                <a:gd name="T29" fmla="*/ 57 h 1382"/>
                <a:gd name="T30" fmla="*/ 572 w 629"/>
                <a:gd name="T31" fmla="*/ 0 h 1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29" h="1382">
                  <a:moveTo>
                    <a:pt x="572" y="0"/>
                  </a:moveTo>
                  <a:cubicBezTo>
                    <a:pt x="490" y="0"/>
                    <a:pt x="490" y="0"/>
                    <a:pt x="490" y="0"/>
                  </a:cubicBezTo>
                  <a:cubicBezTo>
                    <a:pt x="490" y="10"/>
                    <a:pt x="490" y="10"/>
                    <a:pt x="490" y="10"/>
                  </a:cubicBezTo>
                  <a:cubicBezTo>
                    <a:pt x="490" y="36"/>
                    <a:pt x="469" y="57"/>
                    <a:pt x="443" y="57"/>
                  </a:cubicBezTo>
                  <a:cubicBezTo>
                    <a:pt x="181" y="57"/>
                    <a:pt x="181" y="57"/>
                    <a:pt x="181" y="57"/>
                  </a:cubicBezTo>
                  <a:cubicBezTo>
                    <a:pt x="155" y="57"/>
                    <a:pt x="134" y="36"/>
                    <a:pt x="134" y="10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1325"/>
                    <a:pt x="0" y="1325"/>
                    <a:pt x="0" y="1325"/>
                  </a:cubicBezTo>
                  <a:cubicBezTo>
                    <a:pt x="0" y="1356"/>
                    <a:pt x="26" y="1381"/>
                    <a:pt x="57" y="1381"/>
                  </a:cubicBezTo>
                  <a:cubicBezTo>
                    <a:pt x="572" y="1381"/>
                    <a:pt x="572" y="1381"/>
                    <a:pt x="572" y="1381"/>
                  </a:cubicBezTo>
                  <a:cubicBezTo>
                    <a:pt x="603" y="1382"/>
                    <a:pt x="629" y="1356"/>
                    <a:pt x="629" y="1325"/>
                  </a:cubicBezTo>
                  <a:cubicBezTo>
                    <a:pt x="629" y="1325"/>
                    <a:pt x="629" y="1325"/>
                    <a:pt x="629" y="1325"/>
                  </a:cubicBezTo>
                  <a:cubicBezTo>
                    <a:pt x="629" y="57"/>
                    <a:pt x="629" y="57"/>
                    <a:pt x="629" y="57"/>
                  </a:cubicBezTo>
                  <a:cubicBezTo>
                    <a:pt x="629" y="25"/>
                    <a:pt x="603" y="0"/>
                    <a:pt x="57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8" name="îṣľi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92BDB6B-94C6-4338-97E5-05C02597F711}"/>
                </a:ext>
              </a:extLst>
            </p:cNvPr>
            <p:cNvSpPr/>
            <p:nvPr/>
          </p:nvSpPr>
          <p:spPr bwMode="auto">
            <a:xfrm>
              <a:off x="8151811" y="3699595"/>
              <a:ext cx="771368" cy="468268"/>
            </a:xfrm>
            <a:custGeom>
              <a:avLst/>
              <a:gdLst>
                <a:gd name="T0" fmla="*/ 480 w 480"/>
                <a:gd name="T1" fmla="*/ 150 h 292"/>
                <a:gd name="T2" fmla="*/ 477 w 480"/>
                <a:gd name="T3" fmla="*/ 134 h 292"/>
                <a:gd name="T4" fmla="*/ 477 w 480"/>
                <a:gd name="T5" fmla="*/ 134 h 292"/>
                <a:gd name="T6" fmla="*/ 403 w 480"/>
                <a:gd name="T7" fmla="*/ 97 h 292"/>
                <a:gd name="T8" fmla="*/ 378 w 480"/>
                <a:gd name="T9" fmla="*/ 114 h 292"/>
                <a:gd name="T10" fmla="*/ 373 w 480"/>
                <a:gd name="T11" fmla="*/ 97 h 292"/>
                <a:gd name="T12" fmla="*/ 327 w 480"/>
                <a:gd name="T13" fmla="*/ 99 h 292"/>
                <a:gd name="T14" fmla="*/ 357 w 480"/>
                <a:gd name="T15" fmla="*/ 110 h 292"/>
                <a:gd name="T16" fmla="*/ 356 w 480"/>
                <a:gd name="T17" fmla="*/ 111 h 292"/>
                <a:gd name="T18" fmla="*/ 323 w 480"/>
                <a:gd name="T19" fmla="*/ 99 h 292"/>
                <a:gd name="T20" fmla="*/ 320 w 480"/>
                <a:gd name="T21" fmla="*/ 97 h 292"/>
                <a:gd name="T22" fmla="*/ 324 w 480"/>
                <a:gd name="T23" fmla="*/ 97 h 292"/>
                <a:gd name="T24" fmla="*/ 373 w 480"/>
                <a:gd name="T25" fmla="*/ 96 h 292"/>
                <a:gd name="T26" fmla="*/ 358 w 480"/>
                <a:gd name="T27" fmla="*/ 73 h 292"/>
                <a:gd name="T28" fmla="*/ 281 w 480"/>
                <a:gd name="T29" fmla="*/ 54 h 292"/>
                <a:gd name="T30" fmla="*/ 282 w 480"/>
                <a:gd name="T31" fmla="*/ 53 h 292"/>
                <a:gd name="T32" fmla="*/ 357 w 480"/>
                <a:gd name="T33" fmla="*/ 71 h 292"/>
                <a:gd name="T34" fmla="*/ 240 w 480"/>
                <a:gd name="T35" fmla="*/ 67 h 292"/>
                <a:gd name="T36" fmla="*/ 226 w 480"/>
                <a:gd name="T37" fmla="*/ 85 h 292"/>
                <a:gd name="T38" fmla="*/ 198 w 480"/>
                <a:gd name="T39" fmla="*/ 22 h 292"/>
                <a:gd name="T40" fmla="*/ 86 w 480"/>
                <a:gd name="T41" fmla="*/ 40 h 292"/>
                <a:gd name="T42" fmla="*/ 116 w 480"/>
                <a:gd name="T43" fmla="*/ 51 h 292"/>
                <a:gd name="T44" fmla="*/ 115 w 480"/>
                <a:gd name="T45" fmla="*/ 52 h 292"/>
                <a:gd name="T46" fmla="*/ 83 w 480"/>
                <a:gd name="T47" fmla="*/ 40 h 292"/>
                <a:gd name="T48" fmla="*/ 80 w 480"/>
                <a:gd name="T49" fmla="*/ 38 h 292"/>
                <a:gd name="T50" fmla="*/ 83 w 480"/>
                <a:gd name="T51" fmla="*/ 39 h 292"/>
                <a:gd name="T52" fmla="*/ 197 w 480"/>
                <a:gd name="T53" fmla="*/ 21 h 292"/>
                <a:gd name="T54" fmla="*/ 193 w 480"/>
                <a:gd name="T55" fmla="*/ 16 h 292"/>
                <a:gd name="T56" fmla="*/ 54 w 480"/>
                <a:gd name="T57" fmla="*/ 0 h 292"/>
                <a:gd name="T58" fmla="*/ 0 w 480"/>
                <a:gd name="T59" fmla="*/ 97 h 292"/>
                <a:gd name="T60" fmla="*/ 16 w 480"/>
                <a:gd name="T61" fmla="*/ 177 h 292"/>
                <a:gd name="T62" fmla="*/ 32 w 480"/>
                <a:gd name="T63" fmla="*/ 216 h 292"/>
                <a:gd name="T64" fmla="*/ 42 w 480"/>
                <a:gd name="T65" fmla="*/ 234 h 292"/>
                <a:gd name="T66" fmla="*/ 56 w 480"/>
                <a:gd name="T67" fmla="*/ 255 h 292"/>
                <a:gd name="T68" fmla="*/ 58 w 480"/>
                <a:gd name="T69" fmla="*/ 258 h 292"/>
                <a:gd name="T70" fmla="*/ 76 w 480"/>
                <a:gd name="T71" fmla="*/ 276 h 292"/>
                <a:gd name="T72" fmla="*/ 80 w 480"/>
                <a:gd name="T73" fmla="*/ 279 h 292"/>
                <a:gd name="T74" fmla="*/ 91 w 480"/>
                <a:gd name="T75" fmla="*/ 286 h 292"/>
                <a:gd name="T76" fmla="*/ 111 w 480"/>
                <a:gd name="T77" fmla="*/ 292 h 292"/>
                <a:gd name="T78" fmla="*/ 113 w 480"/>
                <a:gd name="T79" fmla="*/ 292 h 292"/>
                <a:gd name="T80" fmla="*/ 113 w 480"/>
                <a:gd name="T81" fmla="*/ 292 h 292"/>
                <a:gd name="T82" fmla="*/ 422 w 480"/>
                <a:gd name="T83" fmla="*/ 292 h 292"/>
                <a:gd name="T84" fmla="*/ 422 w 480"/>
                <a:gd name="T85" fmla="*/ 292 h 292"/>
                <a:gd name="T86" fmla="*/ 422 w 480"/>
                <a:gd name="T87" fmla="*/ 292 h 292"/>
                <a:gd name="T88" fmla="*/ 427 w 480"/>
                <a:gd name="T89" fmla="*/ 291 h 292"/>
                <a:gd name="T90" fmla="*/ 456 w 480"/>
                <a:gd name="T91" fmla="*/ 252 h 292"/>
                <a:gd name="T92" fmla="*/ 462 w 480"/>
                <a:gd name="T93" fmla="*/ 238 h 292"/>
                <a:gd name="T94" fmla="*/ 466 w 480"/>
                <a:gd name="T95" fmla="*/ 226 h 292"/>
                <a:gd name="T96" fmla="*/ 475 w 480"/>
                <a:gd name="T97" fmla="*/ 188 h 292"/>
                <a:gd name="T98" fmla="*/ 480 w 480"/>
                <a:gd name="T99" fmla="*/ 152 h 292"/>
                <a:gd name="T100" fmla="*/ 480 w 480"/>
                <a:gd name="T101" fmla="*/ 15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80" h="292">
                  <a:moveTo>
                    <a:pt x="480" y="150"/>
                  </a:moveTo>
                  <a:cubicBezTo>
                    <a:pt x="480" y="144"/>
                    <a:pt x="479" y="139"/>
                    <a:pt x="477" y="134"/>
                  </a:cubicBezTo>
                  <a:cubicBezTo>
                    <a:pt x="477" y="134"/>
                    <a:pt x="477" y="134"/>
                    <a:pt x="477" y="134"/>
                  </a:cubicBezTo>
                  <a:cubicBezTo>
                    <a:pt x="466" y="103"/>
                    <a:pt x="433" y="87"/>
                    <a:pt x="403" y="97"/>
                  </a:cubicBezTo>
                  <a:cubicBezTo>
                    <a:pt x="393" y="100"/>
                    <a:pt x="385" y="106"/>
                    <a:pt x="378" y="114"/>
                  </a:cubicBezTo>
                  <a:cubicBezTo>
                    <a:pt x="377" y="108"/>
                    <a:pt x="376" y="102"/>
                    <a:pt x="373" y="97"/>
                  </a:cubicBezTo>
                  <a:cubicBezTo>
                    <a:pt x="358" y="99"/>
                    <a:pt x="343" y="100"/>
                    <a:pt x="327" y="99"/>
                  </a:cubicBezTo>
                  <a:cubicBezTo>
                    <a:pt x="337" y="103"/>
                    <a:pt x="347" y="107"/>
                    <a:pt x="357" y="110"/>
                  </a:cubicBezTo>
                  <a:cubicBezTo>
                    <a:pt x="356" y="111"/>
                    <a:pt x="356" y="111"/>
                    <a:pt x="356" y="111"/>
                  </a:cubicBezTo>
                  <a:cubicBezTo>
                    <a:pt x="345" y="108"/>
                    <a:pt x="334" y="104"/>
                    <a:pt x="323" y="99"/>
                  </a:cubicBezTo>
                  <a:cubicBezTo>
                    <a:pt x="320" y="97"/>
                    <a:pt x="320" y="97"/>
                    <a:pt x="320" y="97"/>
                  </a:cubicBezTo>
                  <a:cubicBezTo>
                    <a:pt x="324" y="97"/>
                    <a:pt x="324" y="97"/>
                    <a:pt x="324" y="97"/>
                  </a:cubicBezTo>
                  <a:cubicBezTo>
                    <a:pt x="340" y="98"/>
                    <a:pt x="357" y="98"/>
                    <a:pt x="373" y="96"/>
                  </a:cubicBezTo>
                  <a:cubicBezTo>
                    <a:pt x="369" y="88"/>
                    <a:pt x="365" y="80"/>
                    <a:pt x="358" y="73"/>
                  </a:cubicBezTo>
                  <a:cubicBezTo>
                    <a:pt x="332" y="71"/>
                    <a:pt x="306" y="64"/>
                    <a:pt x="281" y="54"/>
                  </a:cubicBezTo>
                  <a:cubicBezTo>
                    <a:pt x="282" y="53"/>
                    <a:pt x="282" y="53"/>
                    <a:pt x="282" y="53"/>
                  </a:cubicBezTo>
                  <a:cubicBezTo>
                    <a:pt x="306" y="63"/>
                    <a:pt x="331" y="69"/>
                    <a:pt x="357" y="71"/>
                  </a:cubicBezTo>
                  <a:cubicBezTo>
                    <a:pt x="326" y="38"/>
                    <a:pt x="274" y="36"/>
                    <a:pt x="240" y="67"/>
                  </a:cubicBezTo>
                  <a:cubicBezTo>
                    <a:pt x="235" y="73"/>
                    <a:pt x="230" y="79"/>
                    <a:pt x="226" y="85"/>
                  </a:cubicBezTo>
                  <a:cubicBezTo>
                    <a:pt x="224" y="62"/>
                    <a:pt x="214" y="39"/>
                    <a:pt x="198" y="22"/>
                  </a:cubicBezTo>
                  <a:cubicBezTo>
                    <a:pt x="163" y="36"/>
                    <a:pt x="125" y="42"/>
                    <a:pt x="86" y="40"/>
                  </a:cubicBezTo>
                  <a:cubicBezTo>
                    <a:pt x="96" y="45"/>
                    <a:pt x="106" y="48"/>
                    <a:pt x="116" y="51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04" y="49"/>
                    <a:pt x="93" y="45"/>
                    <a:pt x="83" y="40"/>
                  </a:cubicBezTo>
                  <a:cubicBezTo>
                    <a:pt x="80" y="38"/>
                    <a:pt x="80" y="38"/>
                    <a:pt x="80" y="38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122" y="41"/>
                    <a:pt x="161" y="35"/>
                    <a:pt x="197" y="21"/>
                  </a:cubicBezTo>
                  <a:cubicBezTo>
                    <a:pt x="196" y="19"/>
                    <a:pt x="194" y="18"/>
                    <a:pt x="193" y="16"/>
                  </a:cubicBezTo>
                  <a:cubicBezTo>
                    <a:pt x="148" y="17"/>
                    <a:pt x="98" y="17"/>
                    <a:pt x="54" y="0"/>
                  </a:cubicBezTo>
                  <a:cubicBezTo>
                    <a:pt x="20" y="21"/>
                    <a:pt x="0" y="58"/>
                    <a:pt x="0" y="97"/>
                  </a:cubicBezTo>
                  <a:cubicBezTo>
                    <a:pt x="0" y="119"/>
                    <a:pt x="6" y="148"/>
                    <a:pt x="16" y="177"/>
                  </a:cubicBezTo>
                  <a:cubicBezTo>
                    <a:pt x="21" y="190"/>
                    <a:pt x="26" y="203"/>
                    <a:pt x="32" y="216"/>
                  </a:cubicBezTo>
                  <a:cubicBezTo>
                    <a:pt x="35" y="222"/>
                    <a:pt x="38" y="228"/>
                    <a:pt x="42" y="234"/>
                  </a:cubicBezTo>
                  <a:cubicBezTo>
                    <a:pt x="46" y="241"/>
                    <a:pt x="51" y="248"/>
                    <a:pt x="56" y="255"/>
                  </a:cubicBezTo>
                  <a:cubicBezTo>
                    <a:pt x="58" y="258"/>
                    <a:pt x="58" y="258"/>
                    <a:pt x="58" y="258"/>
                  </a:cubicBezTo>
                  <a:cubicBezTo>
                    <a:pt x="64" y="265"/>
                    <a:pt x="69" y="271"/>
                    <a:pt x="76" y="276"/>
                  </a:cubicBezTo>
                  <a:cubicBezTo>
                    <a:pt x="77" y="277"/>
                    <a:pt x="78" y="278"/>
                    <a:pt x="80" y="279"/>
                  </a:cubicBezTo>
                  <a:cubicBezTo>
                    <a:pt x="83" y="282"/>
                    <a:pt x="87" y="284"/>
                    <a:pt x="91" y="286"/>
                  </a:cubicBezTo>
                  <a:cubicBezTo>
                    <a:pt x="97" y="289"/>
                    <a:pt x="104" y="291"/>
                    <a:pt x="111" y="292"/>
                  </a:cubicBezTo>
                  <a:cubicBezTo>
                    <a:pt x="113" y="292"/>
                    <a:pt x="113" y="292"/>
                    <a:pt x="113" y="292"/>
                  </a:cubicBezTo>
                  <a:cubicBezTo>
                    <a:pt x="113" y="292"/>
                    <a:pt x="113" y="292"/>
                    <a:pt x="113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4" y="292"/>
                    <a:pt x="425" y="291"/>
                    <a:pt x="427" y="291"/>
                  </a:cubicBezTo>
                  <a:cubicBezTo>
                    <a:pt x="438" y="287"/>
                    <a:pt x="448" y="271"/>
                    <a:pt x="456" y="252"/>
                  </a:cubicBezTo>
                  <a:cubicBezTo>
                    <a:pt x="458" y="247"/>
                    <a:pt x="460" y="243"/>
                    <a:pt x="462" y="238"/>
                  </a:cubicBezTo>
                  <a:cubicBezTo>
                    <a:pt x="463" y="233"/>
                    <a:pt x="464" y="230"/>
                    <a:pt x="466" y="226"/>
                  </a:cubicBezTo>
                  <a:cubicBezTo>
                    <a:pt x="470" y="213"/>
                    <a:pt x="473" y="200"/>
                    <a:pt x="475" y="188"/>
                  </a:cubicBezTo>
                  <a:cubicBezTo>
                    <a:pt x="478" y="176"/>
                    <a:pt x="480" y="164"/>
                    <a:pt x="480" y="152"/>
                  </a:cubicBezTo>
                  <a:cubicBezTo>
                    <a:pt x="480" y="151"/>
                    <a:pt x="480" y="151"/>
                    <a:pt x="480" y="150"/>
                  </a:cubicBezTo>
                </a:path>
              </a:pathLst>
            </a:custGeom>
            <a:solidFill>
              <a:srgbClr val="4285F4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9" name="ïsḻï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29EED23-CD04-44DA-96AC-B08AE6B17ECE}"/>
                </a:ext>
              </a:extLst>
            </p:cNvPr>
            <p:cNvSpPr/>
            <p:nvPr/>
          </p:nvSpPr>
          <p:spPr bwMode="auto">
            <a:xfrm>
              <a:off x="8240545" y="3657424"/>
              <a:ext cx="218760" cy="67649"/>
            </a:xfrm>
            <a:custGeom>
              <a:avLst/>
              <a:gdLst>
                <a:gd name="T0" fmla="*/ 136 w 136"/>
                <a:gd name="T1" fmla="*/ 41 h 42"/>
                <a:gd name="T2" fmla="*/ 0 w 136"/>
                <a:gd name="T3" fmla="*/ 26 h 42"/>
                <a:gd name="T4" fmla="*/ 136 w 136"/>
                <a:gd name="T5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42">
                  <a:moveTo>
                    <a:pt x="136" y="41"/>
                  </a:moveTo>
                  <a:cubicBezTo>
                    <a:pt x="100" y="6"/>
                    <a:pt x="44" y="0"/>
                    <a:pt x="0" y="26"/>
                  </a:cubicBezTo>
                  <a:cubicBezTo>
                    <a:pt x="44" y="41"/>
                    <a:pt x="92" y="42"/>
                    <a:pt x="136" y="41"/>
                  </a:cubicBezTo>
                  <a:close/>
                </a:path>
              </a:pathLst>
            </a:custGeom>
            <a:solidFill>
              <a:srgbClr val="4285F4">
                <a:alpha val="2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0" name="ïṩḻî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2F77871-B1FE-45C0-B407-7685713A5735}"/>
                </a:ext>
              </a:extLst>
            </p:cNvPr>
            <p:cNvSpPr/>
            <p:nvPr/>
          </p:nvSpPr>
          <p:spPr bwMode="auto">
            <a:xfrm>
              <a:off x="8707934" y="3996545"/>
              <a:ext cx="157261" cy="170439"/>
            </a:xfrm>
            <a:custGeom>
              <a:avLst/>
              <a:gdLst>
                <a:gd name="T0" fmla="*/ 24 w 98"/>
                <a:gd name="T1" fmla="*/ 93 h 106"/>
                <a:gd name="T2" fmla="*/ 22 w 98"/>
                <a:gd name="T3" fmla="*/ 91 h 106"/>
                <a:gd name="T4" fmla="*/ 23 w 98"/>
                <a:gd name="T5" fmla="*/ 90 h 106"/>
                <a:gd name="T6" fmla="*/ 24 w 98"/>
                <a:gd name="T7" fmla="*/ 90 h 106"/>
                <a:gd name="T8" fmla="*/ 30 w 98"/>
                <a:gd name="T9" fmla="*/ 90 h 106"/>
                <a:gd name="T10" fmla="*/ 32 w 98"/>
                <a:gd name="T11" fmla="*/ 91 h 106"/>
                <a:gd name="T12" fmla="*/ 32 w 98"/>
                <a:gd name="T13" fmla="*/ 92 h 106"/>
                <a:gd name="T14" fmla="*/ 30 w 98"/>
                <a:gd name="T15" fmla="*/ 93 h 106"/>
                <a:gd name="T16" fmla="*/ 24 w 98"/>
                <a:gd name="T17" fmla="*/ 93 h 106"/>
                <a:gd name="T18" fmla="*/ 68 w 98"/>
                <a:gd name="T19" fmla="*/ 93 h 106"/>
                <a:gd name="T20" fmla="*/ 66 w 98"/>
                <a:gd name="T21" fmla="*/ 91 h 106"/>
                <a:gd name="T22" fmla="*/ 66 w 98"/>
                <a:gd name="T23" fmla="*/ 90 h 106"/>
                <a:gd name="T24" fmla="*/ 68 w 98"/>
                <a:gd name="T25" fmla="*/ 90 h 106"/>
                <a:gd name="T26" fmla="*/ 74 w 98"/>
                <a:gd name="T27" fmla="*/ 90 h 106"/>
                <a:gd name="T28" fmla="*/ 76 w 98"/>
                <a:gd name="T29" fmla="*/ 91 h 106"/>
                <a:gd name="T30" fmla="*/ 75 w 98"/>
                <a:gd name="T31" fmla="*/ 92 h 106"/>
                <a:gd name="T32" fmla="*/ 74 w 98"/>
                <a:gd name="T33" fmla="*/ 93 h 106"/>
                <a:gd name="T34" fmla="*/ 74 w 98"/>
                <a:gd name="T35" fmla="*/ 93 h 106"/>
                <a:gd name="T36" fmla="*/ 68 w 98"/>
                <a:gd name="T37" fmla="*/ 93 h 106"/>
                <a:gd name="T38" fmla="*/ 49 w 98"/>
                <a:gd name="T39" fmla="*/ 0 h 106"/>
                <a:gd name="T40" fmla="*/ 48 w 98"/>
                <a:gd name="T41" fmla="*/ 0 h 106"/>
                <a:gd name="T42" fmla="*/ 48 w 98"/>
                <a:gd name="T43" fmla="*/ 1 h 106"/>
                <a:gd name="T44" fmla="*/ 0 w 98"/>
                <a:gd name="T45" fmla="*/ 83 h 106"/>
                <a:gd name="T46" fmla="*/ 1 w 98"/>
                <a:gd name="T47" fmla="*/ 85 h 106"/>
                <a:gd name="T48" fmla="*/ 1 w 98"/>
                <a:gd name="T49" fmla="*/ 85 h 106"/>
                <a:gd name="T50" fmla="*/ 16 w 98"/>
                <a:gd name="T51" fmla="*/ 85 h 106"/>
                <a:gd name="T52" fmla="*/ 17 w 98"/>
                <a:gd name="T53" fmla="*/ 87 h 106"/>
                <a:gd name="T54" fmla="*/ 17 w 98"/>
                <a:gd name="T55" fmla="*/ 105 h 106"/>
                <a:gd name="T56" fmla="*/ 19 w 98"/>
                <a:gd name="T57" fmla="*/ 106 h 106"/>
                <a:gd name="T58" fmla="*/ 37 w 98"/>
                <a:gd name="T59" fmla="*/ 106 h 106"/>
                <a:gd name="T60" fmla="*/ 39 w 98"/>
                <a:gd name="T61" fmla="*/ 105 h 106"/>
                <a:gd name="T62" fmla="*/ 39 w 98"/>
                <a:gd name="T63" fmla="*/ 96 h 106"/>
                <a:gd name="T64" fmla="*/ 40 w 98"/>
                <a:gd name="T65" fmla="*/ 95 h 106"/>
                <a:gd name="T66" fmla="*/ 58 w 98"/>
                <a:gd name="T67" fmla="*/ 95 h 106"/>
                <a:gd name="T68" fmla="*/ 59 w 98"/>
                <a:gd name="T69" fmla="*/ 96 h 106"/>
                <a:gd name="T70" fmla="*/ 59 w 98"/>
                <a:gd name="T71" fmla="*/ 105 h 106"/>
                <a:gd name="T72" fmla="*/ 61 w 98"/>
                <a:gd name="T73" fmla="*/ 106 h 106"/>
                <a:gd name="T74" fmla="*/ 79 w 98"/>
                <a:gd name="T75" fmla="*/ 106 h 106"/>
                <a:gd name="T76" fmla="*/ 81 w 98"/>
                <a:gd name="T77" fmla="*/ 105 h 106"/>
                <a:gd name="T78" fmla="*/ 81 w 98"/>
                <a:gd name="T79" fmla="*/ 105 h 106"/>
                <a:gd name="T80" fmla="*/ 81 w 98"/>
                <a:gd name="T81" fmla="*/ 87 h 106"/>
                <a:gd name="T82" fmla="*/ 82 w 98"/>
                <a:gd name="T83" fmla="*/ 85 h 106"/>
                <a:gd name="T84" fmla="*/ 96 w 98"/>
                <a:gd name="T85" fmla="*/ 85 h 106"/>
                <a:gd name="T86" fmla="*/ 97 w 98"/>
                <a:gd name="T87" fmla="*/ 85 h 106"/>
                <a:gd name="T88" fmla="*/ 98 w 98"/>
                <a:gd name="T89" fmla="*/ 84 h 106"/>
                <a:gd name="T90" fmla="*/ 98 w 98"/>
                <a:gd name="T91" fmla="*/ 83 h 106"/>
                <a:gd name="T92" fmla="*/ 50 w 98"/>
                <a:gd name="T93" fmla="*/ 1 h 106"/>
                <a:gd name="T94" fmla="*/ 49 w 98"/>
                <a:gd name="T9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8" h="106">
                  <a:moveTo>
                    <a:pt x="24" y="93"/>
                  </a:moveTo>
                  <a:cubicBezTo>
                    <a:pt x="23" y="93"/>
                    <a:pt x="22" y="92"/>
                    <a:pt x="22" y="91"/>
                  </a:cubicBezTo>
                  <a:cubicBezTo>
                    <a:pt x="22" y="91"/>
                    <a:pt x="22" y="90"/>
                    <a:pt x="23" y="90"/>
                  </a:cubicBezTo>
                  <a:cubicBezTo>
                    <a:pt x="23" y="90"/>
                    <a:pt x="23" y="90"/>
                    <a:pt x="24" y="90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31" y="90"/>
                    <a:pt x="32" y="90"/>
                    <a:pt x="32" y="91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1" y="93"/>
                    <a:pt x="31" y="93"/>
                    <a:pt x="30" y="93"/>
                  </a:cubicBezTo>
                  <a:cubicBezTo>
                    <a:pt x="24" y="93"/>
                    <a:pt x="24" y="93"/>
                    <a:pt x="24" y="93"/>
                  </a:cubicBezTo>
                  <a:moveTo>
                    <a:pt x="68" y="93"/>
                  </a:moveTo>
                  <a:cubicBezTo>
                    <a:pt x="67" y="93"/>
                    <a:pt x="66" y="92"/>
                    <a:pt x="66" y="91"/>
                  </a:cubicBezTo>
                  <a:cubicBezTo>
                    <a:pt x="66" y="91"/>
                    <a:pt x="66" y="90"/>
                    <a:pt x="66" y="90"/>
                  </a:cubicBezTo>
                  <a:cubicBezTo>
                    <a:pt x="67" y="90"/>
                    <a:pt x="67" y="90"/>
                    <a:pt x="68" y="90"/>
                  </a:cubicBezTo>
                  <a:cubicBezTo>
                    <a:pt x="74" y="90"/>
                    <a:pt x="74" y="90"/>
                    <a:pt x="74" y="90"/>
                  </a:cubicBezTo>
                  <a:cubicBezTo>
                    <a:pt x="75" y="90"/>
                    <a:pt x="76" y="90"/>
                    <a:pt x="76" y="91"/>
                  </a:cubicBezTo>
                  <a:cubicBezTo>
                    <a:pt x="76" y="92"/>
                    <a:pt x="76" y="92"/>
                    <a:pt x="75" y="92"/>
                  </a:cubicBezTo>
                  <a:cubicBezTo>
                    <a:pt x="75" y="93"/>
                    <a:pt x="75" y="93"/>
                    <a:pt x="74" y="93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68" y="93"/>
                    <a:pt x="68" y="93"/>
                    <a:pt x="68" y="93"/>
                  </a:cubicBezTo>
                  <a:moveTo>
                    <a:pt x="49" y="0"/>
                  </a:moveTo>
                  <a:cubicBezTo>
                    <a:pt x="49" y="0"/>
                    <a:pt x="48" y="0"/>
                    <a:pt x="48" y="0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4"/>
                    <a:pt x="0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6" y="85"/>
                    <a:pt x="17" y="86"/>
                    <a:pt x="17" y="87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7" y="105"/>
                    <a:pt x="18" y="106"/>
                    <a:pt x="19" y="106"/>
                  </a:cubicBezTo>
                  <a:cubicBezTo>
                    <a:pt x="37" y="106"/>
                    <a:pt x="37" y="106"/>
                    <a:pt x="37" y="106"/>
                  </a:cubicBezTo>
                  <a:cubicBezTo>
                    <a:pt x="38" y="106"/>
                    <a:pt x="39" y="105"/>
                    <a:pt x="39" y="105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39" y="95"/>
                    <a:pt x="39" y="95"/>
                    <a:pt x="40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5"/>
                    <a:pt x="59" y="95"/>
                    <a:pt x="59" y="96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60" y="106"/>
                    <a:pt x="61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80" y="106"/>
                    <a:pt x="80" y="106"/>
                    <a:pt x="81" y="105"/>
                  </a:cubicBezTo>
                  <a:cubicBezTo>
                    <a:pt x="81" y="105"/>
                    <a:pt x="81" y="105"/>
                    <a:pt x="81" y="105"/>
                  </a:cubicBezTo>
                  <a:cubicBezTo>
                    <a:pt x="81" y="87"/>
                    <a:pt x="81" y="87"/>
                    <a:pt x="81" y="87"/>
                  </a:cubicBezTo>
                  <a:cubicBezTo>
                    <a:pt x="81" y="86"/>
                    <a:pt x="81" y="85"/>
                    <a:pt x="82" y="85"/>
                  </a:cubicBezTo>
                  <a:cubicBezTo>
                    <a:pt x="96" y="85"/>
                    <a:pt x="96" y="85"/>
                    <a:pt x="96" y="85"/>
                  </a:cubicBezTo>
                  <a:cubicBezTo>
                    <a:pt x="96" y="85"/>
                    <a:pt x="97" y="85"/>
                    <a:pt x="97" y="85"/>
                  </a:cubicBezTo>
                  <a:cubicBezTo>
                    <a:pt x="97" y="85"/>
                    <a:pt x="98" y="85"/>
                    <a:pt x="98" y="84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0" y="0"/>
                    <a:pt x="50" y="0"/>
                    <a:pt x="49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1" name="iṥļî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23D42EF-99A7-432A-A5FC-264CD4410EDF}"/>
                </a:ext>
              </a:extLst>
            </p:cNvPr>
            <p:cNvSpPr/>
            <p:nvPr/>
          </p:nvSpPr>
          <p:spPr bwMode="auto">
            <a:xfrm>
              <a:off x="8331914" y="4167862"/>
              <a:ext cx="1757" cy="879"/>
            </a:xfrm>
            <a:prstGeom prst="ellipse">
              <a:avLst/>
            </a:prstGeom>
            <a:solidFill>
              <a:srgbClr val="ECF3FE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2" name="îṡľí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7EA62AB-157F-4E46-9918-49E7EAB34129}"/>
                </a:ext>
              </a:extLst>
            </p:cNvPr>
            <p:cNvSpPr/>
            <p:nvPr/>
          </p:nvSpPr>
          <p:spPr bwMode="auto">
            <a:xfrm>
              <a:off x="8245816" y="3998302"/>
              <a:ext cx="147597" cy="169561"/>
            </a:xfrm>
            <a:custGeom>
              <a:avLst/>
              <a:gdLst>
                <a:gd name="T0" fmla="*/ 61 w 92"/>
                <a:gd name="T1" fmla="*/ 89 h 106"/>
                <a:gd name="T2" fmla="*/ 68 w 92"/>
                <a:gd name="T3" fmla="*/ 89 h 106"/>
                <a:gd name="T4" fmla="*/ 68 w 92"/>
                <a:gd name="T5" fmla="*/ 89 h 106"/>
                <a:gd name="T6" fmla="*/ 70 w 92"/>
                <a:gd name="T7" fmla="*/ 91 h 106"/>
                <a:gd name="T8" fmla="*/ 68 w 92"/>
                <a:gd name="T9" fmla="*/ 92 h 106"/>
                <a:gd name="T10" fmla="*/ 68 w 92"/>
                <a:gd name="T11" fmla="*/ 92 h 106"/>
                <a:gd name="T12" fmla="*/ 61 w 92"/>
                <a:gd name="T13" fmla="*/ 92 h 106"/>
                <a:gd name="T14" fmla="*/ 60 w 92"/>
                <a:gd name="T15" fmla="*/ 91 h 106"/>
                <a:gd name="T16" fmla="*/ 60 w 92"/>
                <a:gd name="T17" fmla="*/ 90 h 106"/>
                <a:gd name="T18" fmla="*/ 61 w 92"/>
                <a:gd name="T19" fmla="*/ 89 h 106"/>
                <a:gd name="T20" fmla="*/ 61 w 92"/>
                <a:gd name="T21" fmla="*/ 89 h 106"/>
                <a:gd name="T22" fmla="*/ 30 w 92"/>
                <a:gd name="T23" fmla="*/ 59 h 106"/>
                <a:gd name="T24" fmla="*/ 29 w 92"/>
                <a:gd name="T25" fmla="*/ 58 h 106"/>
                <a:gd name="T26" fmla="*/ 29 w 92"/>
                <a:gd name="T27" fmla="*/ 46 h 106"/>
                <a:gd name="T28" fmla="*/ 30 w 92"/>
                <a:gd name="T29" fmla="*/ 45 h 106"/>
                <a:gd name="T30" fmla="*/ 55 w 92"/>
                <a:gd name="T31" fmla="*/ 45 h 106"/>
                <a:gd name="T32" fmla="*/ 57 w 92"/>
                <a:gd name="T33" fmla="*/ 46 h 106"/>
                <a:gd name="T34" fmla="*/ 57 w 92"/>
                <a:gd name="T35" fmla="*/ 58 h 106"/>
                <a:gd name="T36" fmla="*/ 55 w 92"/>
                <a:gd name="T37" fmla="*/ 59 h 106"/>
                <a:gd name="T38" fmla="*/ 30 w 92"/>
                <a:gd name="T39" fmla="*/ 59 h 106"/>
                <a:gd name="T40" fmla="*/ 43 w 92"/>
                <a:gd name="T41" fmla="*/ 0 h 106"/>
                <a:gd name="T42" fmla="*/ 42 w 92"/>
                <a:gd name="T43" fmla="*/ 0 h 106"/>
                <a:gd name="T44" fmla="*/ 41 w 92"/>
                <a:gd name="T45" fmla="*/ 0 h 106"/>
                <a:gd name="T46" fmla="*/ 0 w 92"/>
                <a:gd name="T47" fmla="*/ 72 h 106"/>
                <a:gd name="T48" fmla="*/ 18 w 92"/>
                <a:gd name="T49" fmla="*/ 89 h 106"/>
                <a:gd name="T50" fmla="*/ 24 w 92"/>
                <a:gd name="T51" fmla="*/ 89 h 106"/>
                <a:gd name="T52" fmla="*/ 25 w 92"/>
                <a:gd name="T53" fmla="*/ 89 h 106"/>
                <a:gd name="T54" fmla="*/ 26 w 92"/>
                <a:gd name="T55" fmla="*/ 91 h 106"/>
                <a:gd name="T56" fmla="*/ 25 w 92"/>
                <a:gd name="T57" fmla="*/ 92 h 106"/>
                <a:gd name="T58" fmla="*/ 24 w 92"/>
                <a:gd name="T59" fmla="*/ 92 h 106"/>
                <a:gd name="T60" fmla="*/ 21 w 92"/>
                <a:gd name="T61" fmla="*/ 92 h 106"/>
                <a:gd name="T62" fmla="*/ 32 w 92"/>
                <a:gd name="T63" fmla="*/ 99 h 106"/>
                <a:gd name="T64" fmla="*/ 32 w 92"/>
                <a:gd name="T65" fmla="*/ 96 h 106"/>
                <a:gd name="T66" fmla="*/ 34 w 92"/>
                <a:gd name="T67" fmla="*/ 94 h 106"/>
                <a:gd name="T68" fmla="*/ 52 w 92"/>
                <a:gd name="T69" fmla="*/ 94 h 106"/>
                <a:gd name="T70" fmla="*/ 53 w 92"/>
                <a:gd name="T71" fmla="*/ 96 h 106"/>
                <a:gd name="T72" fmla="*/ 53 w 92"/>
                <a:gd name="T73" fmla="*/ 104 h 106"/>
                <a:gd name="T74" fmla="*/ 54 w 92"/>
                <a:gd name="T75" fmla="*/ 106 h 106"/>
                <a:gd name="T76" fmla="*/ 55 w 92"/>
                <a:gd name="T77" fmla="*/ 106 h 106"/>
                <a:gd name="T78" fmla="*/ 55 w 92"/>
                <a:gd name="T79" fmla="*/ 106 h 106"/>
                <a:gd name="T80" fmla="*/ 73 w 92"/>
                <a:gd name="T81" fmla="*/ 106 h 106"/>
                <a:gd name="T82" fmla="*/ 74 w 92"/>
                <a:gd name="T83" fmla="*/ 105 h 106"/>
                <a:gd name="T84" fmla="*/ 75 w 92"/>
                <a:gd name="T85" fmla="*/ 104 h 106"/>
                <a:gd name="T86" fmla="*/ 75 w 92"/>
                <a:gd name="T87" fmla="*/ 87 h 106"/>
                <a:gd name="T88" fmla="*/ 76 w 92"/>
                <a:gd name="T89" fmla="*/ 85 h 106"/>
                <a:gd name="T90" fmla="*/ 90 w 92"/>
                <a:gd name="T91" fmla="*/ 85 h 106"/>
                <a:gd name="T92" fmla="*/ 90 w 92"/>
                <a:gd name="T93" fmla="*/ 85 h 106"/>
                <a:gd name="T94" fmla="*/ 92 w 92"/>
                <a:gd name="T95" fmla="*/ 84 h 106"/>
                <a:gd name="T96" fmla="*/ 92 w 92"/>
                <a:gd name="T97" fmla="*/ 83 h 106"/>
                <a:gd name="T98" fmla="*/ 44 w 92"/>
                <a:gd name="T99" fmla="*/ 0 h 106"/>
                <a:gd name="T100" fmla="*/ 43 w 92"/>
                <a:gd name="T10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2" h="106">
                  <a:moveTo>
                    <a:pt x="61" y="89"/>
                  </a:moveTo>
                  <a:cubicBezTo>
                    <a:pt x="68" y="89"/>
                    <a:pt x="68" y="89"/>
                    <a:pt x="68" y="89"/>
                  </a:cubicBezTo>
                  <a:cubicBezTo>
                    <a:pt x="68" y="89"/>
                    <a:pt x="68" y="89"/>
                    <a:pt x="68" y="89"/>
                  </a:cubicBezTo>
                  <a:cubicBezTo>
                    <a:pt x="69" y="89"/>
                    <a:pt x="70" y="90"/>
                    <a:pt x="70" y="91"/>
                  </a:cubicBezTo>
                  <a:cubicBezTo>
                    <a:pt x="70" y="92"/>
                    <a:pt x="69" y="92"/>
                    <a:pt x="68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1" y="92"/>
                    <a:pt x="61" y="92"/>
                    <a:pt x="61" y="92"/>
                  </a:cubicBezTo>
                  <a:cubicBezTo>
                    <a:pt x="60" y="92"/>
                    <a:pt x="60" y="92"/>
                    <a:pt x="60" y="91"/>
                  </a:cubicBezTo>
                  <a:cubicBezTo>
                    <a:pt x="60" y="91"/>
                    <a:pt x="60" y="90"/>
                    <a:pt x="60" y="90"/>
                  </a:cubicBezTo>
                  <a:cubicBezTo>
                    <a:pt x="61" y="90"/>
                    <a:pt x="61" y="89"/>
                    <a:pt x="61" y="89"/>
                  </a:cubicBezTo>
                  <a:cubicBezTo>
                    <a:pt x="61" y="89"/>
                    <a:pt x="61" y="89"/>
                    <a:pt x="61" y="89"/>
                  </a:cubicBezTo>
                  <a:moveTo>
                    <a:pt x="30" y="59"/>
                  </a:moveTo>
                  <a:cubicBezTo>
                    <a:pt x="30" y="59"/>
                    <a:pt x="29" y="59"/>
                    <a:pt x="29" y="58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45"/>
                    <a:pt x="30" y="45"/>
                    <a:pt x="30" y="45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6" y="45"/>
                    <a:pt x="57" y="45"/>
                    <a:pt x="57" y="46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9"/>
                    <a:pt x="56" y="59"/>
                    <a:pt x="55" y="59"/>
                  </a:cubicBezTo>
                  <a:cubicBezTo>
                    <a:pt x="30" y="59"/>
                    <a:pt x="30" y="59"/>
                    <a:pt x="30" y="59"/>
                  </a:cubicBezTo>
                  <a:moveTo>
                    <a:pt x="43" y="0"/>
                  </a:moveTo>
                  <a:cubicBezTo>
                    <a:pt x="43" y="0"/>
                    <a:pt x="42" y="0"/>
                    <a:pt x="4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6" y="78"/>
                    <a:pt x="11" y="84"/>
                    <a:pt x="18" y="89"/>
                  </a:cubicBezTo>
                  <a:cubicBezTo>
                    <a:pt x="24" y="89"/>
                    <a:pt x="24" y="89"/>
                    <a:pt x="24" y="89"/>
                  </a:cubicBezTo>
                  <a:cubicBezTo>
                    <a:pt x="24" y="89"/>
                    <a:pt x="24" y="89"/>
                    <a:pt x="25" y="89"/>
                  </a:cubicBezTo>
                  <a:cubicBezTo>
                    <a:pt x="25" y="89"/>
                    <a:pt x="26" y="90"/>
                    <a:pt x="26" y="91"/>
                  </a:cubicBezTo>
                  <a:cubicBezTo>
                    <a:pt x="26" y="92"/>
                    <a:pt x="26" y="92"/>
                    <a:pt x="25" y="92"/>
                  </a:cubicBezTo>
                  <a:cubicBezTo>
                    <a:pt x="24" y="92"/>
                    <a:pt x="24" y="92"/>
                    <a:pt x="24" y="92"/>
                  </a:cubicBezTo>
                  <a:cubicBezTo>
                    <a:pt x="21" y="92"/>
                    <a:pt x="21" y="92"/>
                    <a:pt x="21" y="92"/>
                  </a:cubicBezTo>
                  <a:cubicBezTo>
                    <a:pt x="25" y="95"/>
                    <a:pt x="29" y="97"/>
                    <a:pt x="32" y="99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95"/>
                    <a:pt x="33" y="94"/>
                    <a:pt x="34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2" y="94"/>
                    <a:pt x="53" y="95"/>
                    <a:pt x="53" y="96"/>
                  </a:cubicBezTo>
                  <a:cubicBezTo>
                    <a:pt x="53" y="104"/>
                    <a:pt x="53" y="104"/>
                    <a:pt x="53" y="104"/>
                  </a:cubicBezTo>
                  <a:cubicBezTo>
                    <a:pt x="53" y="105"/>
                    <a:pt x="54" y="105"/>
                    <a:pt x="54" y="106"/>
                  </a:cubicBezTo>
                  <a:cubicBezTo>
                    <a:pt x="55" y="106"/>
                    <a:pt x="55" y="106"/>
                    <a:pt x="55" y="106"/>
                  </a:cubicBezTo>
                  <a:cubicBezTo>
                    <a:pt x="55" y="106"/>
                    <a:pt x="55" y="106"/>
                    <a:pt x="55" y="106"/>
                  </a:cubicBezTo>
                  <a:cubicBezTo>
                    <a:pt x="73" y="106"/>
                    <a:pt x="73" y="106"/>
                    <a:pt x="73" y="106"/>
                  </a:cubicBezTo>
                  <a:cubicBezTo>
                    <a:pt x="74" y="106"/>
                    <a:pt x="74" y="106"/>
                    <a:pt x="74" y="105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5" y="87"/>
                    <a:pt x="75" y="87"/>
                    <a:pt x="75" y="87"/>
                  </a:cubicBezTo>
                  <a:cubicBezTo>
                    <a:pt x="75" y="86"/>
                    <a:pt x="75" y="85"/>
                    <a:pt x="76" y="85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91" y="85"/>
                    <a:pt x="92" y="84"/>
                    <a:pt x="92" y="84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43" y="0"/>
                    <a:pt x="43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3" name="i$ḷî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04F7B65-897D-4859-BFBB-9FDC8704FEC8}"/>
                </a:ext>
              </a:extLst>
            </p:cNvPr>
            <p:cNvSpPr/>
            <p:nvPr/>
          </p:nvSpPr>
          <p:spPr bwMode="auto">
            <a:xfrm>
              <a:off x="8397805" y="3843677"/>
              <a:ext cx="298707" cy="323307"/>
            </a:xfrm>
            <a:custGeom>
              <a:avLst/>
              <a:gdLst>
                <a:gd name="T0" fmla="*/ 31 w 186"/>
                <a:gd name="T1" fmla="*/ 161 h 201"/>
                <a:gd name="T2" fmla="*/ 62 w 186"/>
                <a:gd name="T3" fmla="*/ 170 h 201"/>
                <a:gd name="T4" fmla="*/ 86 w 186"/>
                <a:gd name="T5" fmla="*/ 161 h 201"/>
                <a:gd name="T6" fmla="*/ 99 w 186"/>
                <a:gd name="T7" fmla="*/ 169 h 201"/>
                <a:gd name="T8" fmla="*/ 123 w 186"/>
                <a:gd name="T9" fmla="*/ 169 h 201"/>
                <a:gd name="T10" fmla="*/ 154 w 186"/>
                <a:gd name="T11" fmla="*/ 161 h 201"/>
                <a:gd name="T12" fmla="*/ 177 w 186"/>
                <a:gd name="T13" fmla="*/ 170 h 201"/>
                <a:gd name="T14" fmla="*/ 8 w 186"/>
                <a:gd name="T15" fmla="*/ 140 h 201"/>
                <a:gd name="T16" fmla="*/ 8 w 186"/>
                <a:gd name="T17" fmla="*/ 150 h 201"/>
                <a:gd name="T18" fmla="*/ 85 w 186"/>
                <a:gd name="T19" fmla="*/ 140 h 201"/>
                <a:gd name="T20" fmla="*/ 100 w 186"/>
                <a:gd name="T21" fmla="*/ 150 h 201"/>
                <a:gd name="T22" fmla="*/ 123 w 186"/>
                <a:gd name="T23" fmla="*/ 141 h 201"/>
                <a:gd name="T24" fmla="*/ 154 w 186"/>
                <a:gd name="T25" fmla="*/ 149 h 201"/>
                <a:gd name="T26" fmla="*/ 178 w 186"/>
                <a:gd name="T27" fmla="*/ 149 h 201"/>
                <a:gd name="T28" fmla="*/ 7 w 186"/>
                <a:gd name="T29" fmla="*/ 121 h 201"/>
                <a:gd name="T30" fmla="*/ 31 w 186"/>
                <a:gd name="T31" fmla="*/ 129 h 201"/>
                <a:gd name="T32" fmla="*/ 62 w 186"/>
                <a:gd name="T33" fmla="*/ 120 h 201"/>
                <a:gd name="T34" fmla="*/ 62 w 186"/>
                <a:gd name="T35" fmla="*/ 129 h 201"/>
                <a:gd name="T36" fmla="*/ 123 w 186"/>
                <a:gd name="T37" fmla="*/ 120 h 201"/>
                <a:gd name="T38" fmla="*/ 154 w 186"/>
                <a:gd name="T39" fmla="*/ 129 h 201"/>
                <a:gd name="T40" fmla="*/ 178 w 186"/>
                <a:gd name="T41" fmla="*/ 121 h 201"/>
                <a:gd name="T42" fmla="*/ 7 w 186"/>
                <a:gd name="T43" fmla="*/ 108 h 201"/>
                <a:gd name="T44" fmla="*/ 31 w 186"/>
                <a:gd name="T45" fmla="*/ 108 h 201"/>
                <a:gd name="T46" fmla="*/ 62 w 186"/>
                <a:gd name="T47" fmla="*/ 100 h 201"/>
                <a:gd name="T48" fmla="*/ 85 w 186"/>
                <a:gd name="T49" fmla="*/ 109 h 201"/>
                <a:gd name="T50" fmla="*/ 100 w 186"/>
                <a:gd name="T51" fmla="*/ 100 h 201"/>
                <a:gd name="T52" fmla="*/ 100 w 186"/>
                <a:gd name="T53" fmla="*/ 109 h 201"/>
                <a:gd name="T54" fmla="*/ 177 w 186"/>
                <a:gd name="T55" fmla="*/ 100 h 201"/>
                <a:gd name="T56" fmla="*/ 8 w 186"/>
                <a:gd name="T57" fmla="*/ 88 h 201"/>
                <a:gd name="T58" fmla="*/ 31 w 186"/>
                <a:gd name="T59" fmla="*/ 80 h 201"/>
                <a:gd name="T60" fmla="*/ 62 w 186"/>
                <a:gd name="T61" fmla="*/ 88 h 201"/>
                <a:gd name="T62" fmla="*/ 86 w 186"/>
                <a:gd name="T63" fmla="*/ 88 h 201"/>
                <a:gd name="T64" fmla="*/ 99 w 186"/>
                <a:gd name="T65" fmla="*/ 80 h 201"/>
                <a:gd name="T66" fmla="*/ 123 w 186"/>
                <a:gd name="T67" fmla="*/ 88 h 201"/>
                <a:gd name="T68" fmla="*/ 154 w 186"/>
                <a:gd name="T69" fmla="*/ 79 h 201"/>
                <a:gd name="T70" fmla="*/ 154 w 186"/>
                <a:gd name="T71" fmla="*/ 88 h 201"/>
                <a:gd name="T72" fmla="*/ 31 w 186"/>
                <a:gd name="T73" fmla="*/ 59 h 201"/>
                <a:gd name="T74" fmla="*/ 62 w 186"/>
                <a:gd name="T75" fmla="*/ 68 h 201"/>
                <a:gd name="T76" fmla="*/ 86 w 186"/>
                <a:gd name="T77" fmla="*/ 60 h 201"/>
                <a:gd name="T78" fmla="*/ 99 w 186"/>
                <a:gd name="T79" fmla="*/ 68 h 201"/>
                <a:gd name="T80" fmla="*/ 123 w 186"/>
                <a:gd name="T81" fmla="*/ 68 h 201"/>
                <a:gd name="T82" fmla="*/ 154 w 186"/>
                <a:gd name="T83" fmla="*/ 60 h 201"/>
                <a:gd name="T84" fmla="*/ 177 w 186"/>
                <a:gd name="T85" fmla="*/ 68 h 201"/>
                <a:gd name="T86" fmla="*/ 8 w 186"/>
                <a:gd name="T87" fmla="*/ 39 h 201"/>
                <a:gd name="T88" fmla="*/ 8 w 186"/>
                <a:gd name="T89" fmla="*/ 48 h 201"/>
                <a:gd name="T90" fmla="*/ 85 w 186"/>
                <a:gd name="T91" fmla="*/ 39 h 201"/>
                <a:gd name="T92" fmla="*/ 100 w 186"/>
                <a:gd name="T93" fmla="*/ 48 h 201"/>
                <a:gd name="T94" fmla="*/ 123 w 186"/>
                <a:gd name="T95" fmla="*/ 39 h 201"/>
                <a:gd name="T96" fmla="*/ 154 w 186"/>
                <a:gd name="T97" fmla="*/ 47 h 201"/>
                <a:gd name="T98" fmla="*/ 178 w 186"/>
                <a:gd name="T99" fmla="*/ 47 h 201"/>
                <a:gd name="T100" fmla="*/ 80 w 186"/>
                <a:gd name="T101" fmla="*/ 1 h 201"/>
                <a:gd name="T102" fmla="*/ 0 w 186"/>
                <a:gd name="T103" fmla="*/ 31 h 201"/>
                <a:gd name="T104" fmla="*/ 38 w 186"/>
                <a:gd name="T105" fmla="*/ 201 h 201"/>
                <a:gd name="T106" fmla="*/ 55 w 186"/>
                <a:gd name="T107" fmla="*/ 201 h 201"/>
                <a:gd name="T108" fmla="*/ 131 w 186"/>
                <a:gd name="T109" fmla="*/ 177 h 201"/>
                <a:gd name="T110" fmla="*/ 185 w 186"/>
                <a:gd name="T111" fmla="*/ 201 h 201"/>
                <a:gd name="T112" fmla="*/ 126 w 186"/>
                <a:gd name="T113" fmla="*/ 31 h 201"/>
                <a:gd name="T114" fmla="*/ 104 w 186"/>
                <a:gd name="T115" fmla="*/ 0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6" h="201">
                  <a:moveTo>
                    <a:pt x="8" y="170"/>
                  </a:moveTo>
                  <a:cubicBezTo>
                    <a:pt x="7" y="169"/>
                    <a:pt x="7" y="169"/>
                    <a:pt x="7" y="169"/>
                  </a:cubicBezTo>
                  <a:cubicBezTo>
                    <a:pt x="7" y="161"/>
                    <a:pt x="7" y="161"/>
                    <a:pt x="7" y="161"/>
                  </a:cubicBezTo>
                  <a:cubicBezTo>
                    <a:pt x="8" y="161"/>
                    <a:pt x="8" y="161"/>
                    <a:pt x="8" y="161"/>
                  </a:cubicBezTo>
                  <a:cubicBezTo>
                    <a:pt x="31" y="161"/>
                    <a:pt x="31" y="161"/>
                    <a:pt x="31" y="161"/>
                  </a:cubicBezTo>
                  <a:cubicBezTo>
                    <a:pt x="31" y="161"/>
                    <a:pt x="31" y="161"/>
                    <a:pt x="31" y="161"/>
                  </a:cubicBezTo>
                  <a:cubicBezTo>
                    <a:pt x="31" y="169"/>
                    <a:pt x="31" y="169"/>
                    <a:pt x="31" y="169"/>
                  </a:cubicBezTo>
                  <a:cubicBezTo>
                    <a:pt x="31" y="170"/>
                    <a:pt x="31" y="170"/>
                    <a:pt x="31" y="170"/>
                  </a:cubicBezTo>
                  <a:cubicBezTo>
                    <a:pt x="8" y="170"/>
                    <a:pt x="8" y="170"/>
                    <a:pt x="8" y="170"/>
                  </a:cubicBezTo>
                  <a:moveTo>
                    <a:pt x="62" y="170"/>
                  </a:moveTo>
                  <a:cubicBezTo>
                    <a:pt x="62" y="169"/>
                    <a:pt x="62" y="169"/>
                    <a:pt x="62" y="169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85" y="161"/>
                    <a:pt x="85" y="161"/>
                    <a:pt x="85" y="161"/>
                  </a:cubicBezTo>
                  <a:cubicBezTo>
                    <a:pt x="86" y="161"/>
                    <a:pt x="86" y="161"/>
                    <a:pt x="86" y="161"/>
                  </a:cubicBezTo>
                  <a:cubicBezTo>
                    <a:pt x="86" y="169"/>
                    <a:pt x="86" y="169"/>
                    <a:pt x="86" y="169"/>
                  </a:cubicBezTo>
                  <a:cubicBezTo>
                    <a:pt x="85" y="170"/>
                    <a:pt x="85" y="170"/>
                    <a:pt x="85" y="170"/>
                  </a:cubicBezTo>
                  <a:cubicBezTo>
                    <a:pt x="62" y="170"/>
                    <a:pt x="62" y="170"/>
                    <a:pt x="62" y="170"/>
                  </a:cubicBezTo>
                  <a:moveTo>
                    <a:pt x="100" y="170"/>
                  </a:moveTo>
                  <a:cubicBezTo>
                    <a:pt x="99" y="169"/>
                    <a:pt x="99" y="169"/>
                    <a:pt x="99" y="169"/>
                  </a:cubicBezTo>
                  <a:cubicBezTo>
                    <a:pt x="99" y="161"/>
                    <a:pt x="99" y="161"/>
                    <a:pt x="99" y="161"/>
                  </a:cubicBezTo>
                  <a:cubicBezTo>
                    <a:pt x="100" y="161"/>
                    <a:pt x="100" y="161"/>
                    <a:pt x="100" y="161"/>
                  </a:cubicBezTo>
                  <a:cubicBezTo>
                    <a:pt x="123" y="161"/>
                    <a:pt x="123" y="161"/>
                    <a:pt x="123" y="161"/>
                  </a:cubicBezTo>
                  <a:cubicBezTo>
                    <a:pt x="123" y="161"/>
                    <a:pt x="123" y="161"/>
                    <a:pt x="123" y="161"/>
                  </a:cubicBezTo>
                  <a:cubicBezTo>
                    <a:pt x="123" y="169"/>
                    <a:pt x="123" y="169"/>
                    <a:pt x="123" y="169"/>
                  </a:cubicBezTo>
                  <a:cubicBezTo>
                    <a:pt x="123" y="170"/>
                    <a:pt x="123" y="170"/>
                    <a:pt x="123" y="170"/>
                  </a:cubicBezTo>
                  <a:cubicBezTo>
                    <a:pt x="100" y="170"/>
                    <a:pt x="100" y="170"/>
                    <a:pt x="100" y="170"/>
                  </a:cubicBezTo>
                  <a:moveTo>
                    <a:pt x="154" y="170"/>
                  </a:moveTo>
                  <a:cubicBezTo>
                    <a:pt x="154" y="169"/>
                    <a:pt x="154" y="169"/>
                    <a:pt x="154" y="169"/>
                  </a:cubicBezTo>
                  <a:cubicBezTo>
                    <a:pt x="154" y="161"/>
                    <a:pt x="154" y="161"/>
                    <a:pt x="154" y="161"/>
                  </a:cubicBezTo>
                  <a:cubicBezTo>
                    <a:pt x="154" y="161"/>
                    <a:pt x="154" y="161"/>
                    <a:pt x="154" y="161"/>
                  </a:cubicBezTo>
                  <a:cubicBezTo>
                    <a:pt x="177" y="161"/>
                    <a:pt x="177" y="161"/>
                    <a:pt x="177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9"/>
                    <a:pt x="178" y="169"/>
                    <a:pt x="178" y="169"/>
                  </a:cubicBezTo>
                  <a:cubicBezTo>
                    <a:pt x="177" y="170"/>
                    <a:pt x="177" y="170"/>
                    <a:pt x="177" y="170"/>
                  </a:cubicBezTo>
                  <a:cubicBezTo>
                    <a:pt x="154" y="170"/>
                    <a:pt x="154" y="170"/>
                    <a:pt x="154" y="170"/>
                  </a:cubicBezTo>
                  <a:moveTo>
                    <a:pt x="8" y="150"/>
                  </a:moveTo>
                  <a:cubicBezTo>
                    <a:pt x="7" y="149"/>
                    <a:pt x="7" y="149"/>
                    <a:pt x="7" y="149"/>
                  </a:cubicBezTo>
                  <a:cubicBezTo>
                    <a:pt x="7" y="141"/>
                    <a:pt x="7" y="141"/>
                    <a:pt x="7" y="141"/>
                  </a:cubicBezTo>
                  <a:cubicBezTo>
                    <a:pt x="8" y="140"/>
                    <a:pt x="8" y="140"/>
                    <a:pt x="8" y="140"/>
                  </a:cubicBezTo>
                  <a:cubicBezTo>
                    <a:pt x="31" y="140"/>
                    <a:pt x="31" y="140"/>
                    <a:pt x="31" y="140"/>
                  </a:cubicBezTo>
                  <a:cubicBezTo>
                    <a:pt x="31" y="141"/>
                    <a:pt x="31" y="141"/>
                    <a:pt x="31" y="141"/>
                  </a:cubicBezTo>
                  <a:cubicBezTo>
                    <a:pt x="31" y="149"/>
                    <a:pt x="31" y="149"/>
                    <a:pt x="31" y="149"/>
                  </a:cubicBezTo>
                  <a:cubicBezTo>
                    <a:pt x="31" y="150"/>
                    <a:pt x="31" y="150"/>
                    <a:pt x="31" y="150"/>
                  </a:cubicBezTo>
                  <a:cubicBezTo>
                    <a:pt x="8" y="150"/>
                    <a:pt x="8" y="150"/>
                    <a:pt x="8" y="150"/>
                  </a:cubicBezTo>
                  <a:moveTo>
                    <a:pt x="62" y="150"/>
                  </a:moveTo>
                  <a:cubicBezTo>
                    <a:pt x="62" y="149"/>
                    <a:pt x="62" y="149"/>
                    <a:pt x="62" y="149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40"/>
                    <a:pt x="62" y="140"/>
                    <a:pt x="62" y="140"/>
                  </a:cubicBezTo>
                  <a:cubicBezTo>
                    <a:pt x="85" y="140"/>
                    <a:pt x="85" y="140"/>
                    <a:pt x="85" y="140"/>
                  </a:cubicBezTo>
                  <a:cubicBezTo>
                    <a:pt x="86" y="141"/>
                    <a:pt x="86" y="141"/>
                    <a:pt x="86" y="141"/>
                  </a:cubicBezTo>
                  <a:cubicBezTo>
                    <a:pt x="86" y="149"/>
                    <a:pt x="86" y="149"/>
                    <a:pt x="86" y="149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62" y="150"/>
                    <a:pt x="62" y="150"/>
                    <a:pt x="62" y="150"/>
                  </a:cubicBezTo>
                  <a:moveTo>
                    <a:pt x="100" y="150"/>
                  </a:moveTo>
                  <a:cubicBezTo>
                    <a:pt x="99" y="149"/>
                    <a:pt x="99" y="149"/>
                    <a:pt x="99" y="149"/>
                  </a:cubicBezTo>
                  <a:cubicBezTo>
                    <a:pt x="99" y="141"/>
                    <a:pt x="99" y="141"/>
                    <a:pt x="99" y="141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23" y="140"/>
                    <a:pt x="123" y="140"/>
                    <a:pt x="123" y="140"/>
                  </a:cubicBezTo>
                  <a:cubicBezTo>
                    <a:pt x="123" y="141"/>
                    <a:pt x="123" y="141"/>
                    <a:pt x="123" y="141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3" y="150"/>
                    <a:pt x="123" y="150"/>
                    <a:pt x="123" y="150"/>
                  </a:cubicBezTo>
                  <a:cubicBezTo>
                    <a:pt x="100" y="150"/>
                    <a:pt x="100" y="150"/>
                    <a:pt x="100" y="150"/>
                  </a:cubicBezTo>
                  <a:moveTo>
                    <a:pt x="154" y="150"/>
                  </a:moveTo>
                  <a:cubicBezTo>
                    <a:pt x="154" y="149"/>
                    <a:pt x="154" y="149"/>
                    <a:pt x="154" y="149"/>
                  </a:cubicBezTo>
                  <a:cubicBezTo>
                    <a:pt x="154" y="141"/>
                    <a:pt x="154" y="141"/>
                    <a:pt x="154" y="141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77" y="140"/>
                    <a:pt x="177" y="140"/>
                    <a:pt x="177" y="140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9"/>
                    <a:pt x="178" y="149"/>
                    <a:pt x="178" y="149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54" y="150"/>
                    <a:pt x="154" y="150"/>
                    <a:pt x="154" y="150"/>
                  </a:cubicBezTo>
                  <a:moveTo>
                    <a:pt x="8" y="129"/>
                  </a:moveTo>
                  <a:cubicBezTo>
                    <a:pt x="7" y="129"/>
                    <a:pt x="7" y="129"/>
                    <a:pt x="7" y="129"/>
                  </a:cubicBezTo>
                  <a:cubicBezTo>
                    <a:pt x="7" y="121"/>
                    <a:pt x="7" y="121"/>
                    <a:pt x="7" y="121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31" y="129"/>
                    <a:pt x="31" y="129"/>
                    <a:pt x="31" y="129"/>
                  </a:cubicBezTo>
                  <a:cubicBezTo>
                    <a:pt x="31" y="129"/>
                    <a:pt x="31" y="129"/>
                    <a:pt x="31" y="129"/>
                  </a:cubicBezTo>
                  <a:cubicBezTo>
                    <a:pt x="8" y="129"/>
                    <a:pt x="8" y="129"/>
                    <a:pt x="8" y="129"/>
                  </a:cubicBezTo>
                  <a:moveTo>
                    <a:pt x="62" y="129"/>
                  </a:moveTo>
                  <a:cubicBezTo>
                    <a:pt x="62" y="129"/>
                    <a:pt x="62" y="129"/>
                    <a:pt x="62" y="129"/>
                  </a:cubicBezTo>
                  <a:cubicBezTo>
                    <a:pt x="62" y="121"/>
                    <a:pt x="62" y="121"/>
                    <a:pt x="62" y="121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86" y="121"/>
                    <a:pt x="86" y="121"/>
                    <a:pt x="86" y="121"/>
                  </a:cubicBezTo>
                  <a:cubicBezTo>
                    <a:pt x="86" y="129"/>
                    <a:pt x="86" y="129"/>
                    <a:pt x="86" y="129"/>
                  </a:cubicBezTo>
                  <a:cubicBezTo>
                    <a:pt x="85" y="129"/>
                    <a:pt x="85" y="129"/>
                    <a:pt x="85" y="129"/>
                  </a:cubicBezTo>
                  <a:cubicBezTo>
                    <a:pt x="62" y="129"/>
                    <a:pt x="62" y="129"/>
                    <a:pt x="62" y="129"/>
                  </a:cubicBezTo>
                  <a:moveTo>
                    <a:pt x="100" y="129"/>
                  </a:moveTo>
                  <a:cubicBezTo>
                    <a:pt x="99" y="129"/>
                    <a:pt x="99" y="129"/>
                    <a:pt x="99" y="129"/>
                  </a:cubicBezTo>
                  <a:cubicBezTo>
                    <a:pt x="99" y="121"/>
                    <a:pt x="99" y="121"/>
                    <a:pt x="99" y="121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23" y="120"/>
                    <a:pt x="123" y="120"/>
                    <a:pt x="123" y="120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00" y="129"/>
                    <a:pt x="100" y="129"/>
                    <a:pt x="100" y="129"/>
                  </a:cubicBezTo>
                  <a:moveTo>
                    <a:pt x="154" y="129"/>
                  </a:moveTo>
                  <a:cubicBezTo>
                    <a:pt x="154" y="129"/>
                    <a:pt x="154" y="129"/>
                    <a:pt x="154" y="129"/>
                  </a:cubicBezTo>
                  <a:cubicBezTo>
                    <a:pt x="154" y="121"/>
                    <a:pt x="154" y="121"/>
                    <a:pt x="154" y="121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77" y="120"/>
                    <a:pt x="177" y="120"/>
                    <a:pt x="177" y="120"/>
                  </a:cubicBezTo>
                  <a:cubicBezTo>
                    <a:pt x="178" y="121"/>
                    <a:pt x="178" y="121"/>
                    <a:pt x="178" y="121"/>
                  </a:cubicBezTo>
                  <a:cubicBezTo>
                    <a:pt x="178" y="129"/>
                    <a:pt x="178" y="129"/>
                    <a:pt x="178" y="129"/>
                  </a:cubicBezTo>
                  <a:cubicBezTo>
                    <a:pt x="177" y="129"/>
                    <a:pt x="177" y="129"/>
                    <a:pt x="177" y="129"/>
                  </a:cubicBezTo>
                  <a:cubicBezTo>
                    <a:pt x="154" y="129"/>
                    <a:pt x="154" y="129"/>
                    <a:pt x="154" y="129"/>
                  </a:cubicBezTo>
                  <a:moveTo>
                    <a:pt x="8" y="109"/>
                  </a:moveTo>
                  <a:cubicBezTo>
                    <a:pt x="7" y="108"/>
                    <a:pt x="7" y="108"/>
                    <a:pt x="7" y="108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31" y="100"/>
                    <a:pt x="31" y="100"/>
                    <a:pt x="31" y="100"/>
                  </a:cubicBezTo>
                  <a:cubicBezTo>
                    <a:pt x="31" y="100"/>
                    <a:pt x="31" y="100"/>
                    <a:pt x="31" y="100"/>
                  </a:cubicBezTo>
                  <a:cubicBezTo>
                    <a:pt x="31" y="108"/>
                    <a:pt x="31" y="108"/>
                    <a:pt x="31" y="108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8" y="109"/>
                    <a:pt x="8" y="109"/>
                    <a:pt x="8" y="109"/>
                  </a:cubicBezTo>
                  <a:moveTo>
                    <a:pt x="62" y="109"/>
                  </a:moveTo>
                  <a:cubicBezTo>
                    <a:pt x="62" y="108"/>
                    <a:pt x="62" y="108"/>
                    <a:pt x="62" y="108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85" y="100"/>
                    <a:pt x="85" y="100"/>
                    <a:pt x="85" y="100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85" y="109"/>
                    <a:pt x="85" y="109"/>
                    <a:pt x="85" y="109"/>
                  </a:cubicBezTo>
                  <a:cubicBezTo>
                    <a:pt x="62" y="109"/>
                    <a:pt x="62" y="109"/>
                    <a:pt x="62" y="109"/>
                  </a:cubicBezTo>
                  <a:moveTo>
                    <a:pt x="100" y="109"/>
                  </a:moveTo>
                  <a:cubicBezTo>
                    <a:pt x="99" y="108"/>
                    <a:pt x="99" y="108"/>
                    <a:pt x="99" y="108"/>
                  </a:cubicBezTo>
                  <a:cubicBezTo>
                    <a:pt x="99" y="100"/>
                    <a:pt x="99" y="100"/>
                    <a:pt x="99" y="100"/>
                  </a:cubicBezTo>
                  <a:cubicBezTo>
                    <a:pt x="100" y="100"/>
                    <a:pt x="100" y="100"/>
                    <a:pt x="100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8"/>
                    <a:pt x="123" y="108"/>
                    <a:pt x="123" y="108"/>
                  </a:cubicBezTo>
                  <a:cubicBezTo>
                    <a:pt x="123" y="109"/>
                    <a:pt x="123" y="109"/>
                    <a:pt x="123" y="109"/>
                  </a:cubicBezTo>
                  <a:cubicBezTo>
                    <a:pt x="100" y="109"/>
                    <a:pt x="100" y="109"/>
                    <a:pt x="100" y="109"/>
                  </a:cubicBezTo>
                  <a:moveTo>
                    <a:pt x="154" y="109"/>
                  </a:moveTo>
                  <a:cubicBezTo>
                    <a:pt x="154" y="108"/>
                    <a:pt x="154" y="108"/>
                    <a:pt x="154" y="108"/>
                  </a:cubicBezTo>
                  <a:cubicBezTo>
                    <a:pt x="154" y="100"/>
                    <a:pt x="154" y="100"/>
                    <a:pt x="154" y="100"/>
                  </a:cubicBezTo>
                  <a:cubicBezTo>
                    <a:pt x="154" y="100"/>
                    <a:pt x="154" y="100"/>
                    <a:pt x="154" y="100"/>
                  </a:cubicBezTo>
                  <a:cubicBezTo>
                    <a:pt x="177" y="100"/>
                    <a:pt x="177" y="100"/>
                    <a:pt x="177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8" y="108"/>
                    <a:pt x="178" y="108"/>
                    <a:pt x="178" y="108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54" y="109"/>
                    <a:pt x="154" y="109"/>
                    <a:pt x="154" y="109"/>
                  </a:cubicBezTo>
                  <a:moveTo>
                    <a:pt x="8" y="88"/>
                  </a:moveTo>
                  <a:cubicBezTo>
                    <a:pt x="7" y="88"/>
                    <a:pt x="7" y="88"/>
                    <a:pt x="7" y="88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80"/>
                    <a:pt x="31" y="80"/>
                    <a:pt x="31" y="80"/>
                  </a:cubicBezTo>
                  <a:cubicBezTo>
                    <a:pt x="31" y="88"/>
                    <a:pt x="31" y="88"/>
                    <a:pt x="31" y="88"/>
                  </a:cubicBezTo>
                  <a:cubicBezTo>
                    <a:pt x="31" y="88"/>
                    <a:pt x="31" y="88"/>
                    <a:pt x="31" y="88"/>
                  </a:cubicBezTo>
                  <a:cubicBezTo>
                    <a:pt x="8" y="88"/>
                    <a:pt x="8" y="88"/>
                    <a:pt x="8" y="88"/>
                  </a:cubicBezTo>
                  <a:moveTo>
                    <a:pt x="62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62" y="79"/>
                    <a:pt x="62" y="79"/>
                    <a:pt x="62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6" y="80"/>
                    <a:pt x="86" y="80"/>
                    <a:pt x="86" y="80"/>
                  </a:cubicBezTo>
                  <a:cubicBezTo>
                    <a:pt x="86" y="88"/>
                    <a:pt x="86" y="88"/>
                    <a:pt x="86" y="88"/>
                  </a:cubicBezTo>
                  <a:cubicBezTo>
                    <a:pt x="85" y="88"/>
                    <a:pt x="85" y="88"/>
                    <a:pt x="85" y="88"/>
                  </a:cubicBezTo>
                  <a:cubicBezTo>
                    <a:pt x="62" y="88"/>
                    <a:pt x="62" y="88"/>
                    <a:pt x="62" y="88"/>
                  </a:cubicBezTo>
                  <a:moveTo>
                    <a:pt x="100" y="88"/>
                  </a:moveTo>
                  <a:cubicBezTo>
                    <a:pt x="99" y="88"/>
                    <a:pt x="99" y="88"/>
                    <a:pt x="99" y="88"/>
                  </a:cubicBezTo>
                  <a:cubicBezTo>
                    <a:pt x="99" y="80"/>
                    <a:pt x="99" y="80"/>
                    <a:pt x="99" y="80"/>
                  </a:cubicBezTo>
                  <a:cubicBezTo>
                    <a:pt x="100" y="79"/>
                    <a:pt x="100" y="79"/>
                    <a:pt x="100" y="79"/>
                  </a:cubicBezTo>
                  <a:cubicBezTo>
                    <a:pt x="123" y="79"/>
                    <a:pt x="123" y="79"/>
                    <a:pt x="123" y="79"/>
                  </a:cubicBezTo>
                  <a:cubicBezTo>
                    <a:pt x="123" y="80"/>
                    <a:pt x="123" y="80"/>
                    <a:pt x="123" y="80"/>
                  </a:cubicBezTo>
                  <a:cubicBezTo>
                    <a:pt x="123" y="88"/>
                    <a:pt x="123" y="88"/>
                    <a:pt x="123" y="88"/>
                  </a:cubicBezTo>
                  <a:cubicBezTo>
                    <a:pt x="123" y="88"/>
                    <a:pt x="123" y="88"/>
                    <a:pt x="123" y="88"/>
                  </a:cubicBezTo>
                  <a:cubicBezTo>
                    <a:pt x="100" y="88"/>
                    <a:pt x="100" y="88"/>
                    <a:pt x="100" y="88"/>
                  </a:cubicBezTo>
                  <a:moveTo>
                    <a:pt x="154" y="88"/>
                  </a:moveTo>
                  <a:cubicBezTo>
                    <a:pt x="154" y="88"/>
                    <a:pt x="154" y="88"/>
                    <a:pt x="154" y="88"/>
                  </a:cubicBezTo>
                  <a:cubicBezTo>
                    <a:pt x="154" y="80"/>
                    <a:pt x="154" y="80"/>
                    <a:pt x="154" y="80"/>
                  </a:cubicBezTo>
                  <a:cubicBezTo>
                    <a:pt x="154" y="79"/>
                    <a:pt x="154" y="79"/>
                    <a:pt x="154" y="79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178" y="88"/>
                    <a:pt x="178" y="88"/>
                    <a:pt x="178" y="88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54" y="88"/>
                    <a:pt x="154" y="88"/>
                    <a:pt x="154" y="88"/>
                  </a:cubicBezTo>
                  <a:moveTo>
                    <a:pt x="8" y="68"/>
                  </a:moveTo>
                  <a:cubicBezTo>
                    <a:pt x="7" y="68"/>
                    <a:pt x="7" y="68"/>
                    <a:pt x="7" y="6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8" y="68"/>
                    <a:pt x="8" y="68"/>
                    <a:pt x="8" y="68"/>
                  </a:cubicBezTo>
                  <a:moveTo>
                    <a:pt x="62" y="68"/>
                  </a:moveTo>
                  <a:cubicBezTo>
                    <a:pt x="62" y="68"/>
                    <a:pt x="62" y="68"/>
                    <a:pt x="62" y="68"/>
                  </a:cubicBezTo>
                  <a:cubicBezTo>
                    <a:pt x="62" y="60"/>
                    <a:pt x="62" y="60"/>
                    <a:pt x="62" y="60"/>
                  </a:cubicBezTo>
                  <a:cubicBezTo>
                    <a:pt x="62" y="59"/>
                    <a:pt x="62" y="59"/>
                    <a:pt x="62" y="59"/>
                  </a:cubicBezTo>
                  <a:cubicBezTo>
                    <a:pt x="85" y="59"/>
                    <a:pt x="85" y="59"/>
                    <a:pt x="85" y="59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68"/>
                    <a:pt x="86" y="68"/>
                    <a:pt x="86" y="68"/>
                  </a:cubicBezTo>
                  <a:cubicBezTo>
                    <a:pt x="85" y="68"/>
                    <a:pt x="85" y="68"/>
                    <a:pt x="85" y="68"/>
                  </a:cubicBezTo>
                  <a:cubicBezTo>
                    <a:pt x="62" y="68"/>
                    <a:pt x="62" y="68"/>
                    <a:pt x="62" y="68"/>
                  </a:cubicBezTo>
                  <a:moveTo>
                    <a:pt x="100" y="68"/>
                  </a:moveTo>
                  <a:cubicBezTo>
                    <a:pt x="99" y="68"/>
                    <a:pt x="99" y="68"/>
                    <a:pt x="99" y="68"/>
                  </a:cubicBezTo>
                  <a:cubicBezTo>
                    <a:pt x="99" y="60"/>
                    <a:pt x="99" y="60"/>
                    <a:pt x="99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23" y="59"/>
                    <a:pt x="123" y="59"/>
                    <a:pt x="123" y="59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00" y="68"/>
                    <a:pt x="100" y="68"/>
                    <a:pt x="100" y="68"/>
                  </a:cubicBezTo>
                  <a:moveTo>
                    <a:pt x="154" y="68"/>
                  </a:moveTo>
                  <a:cubicBezTo>
                    <a:pt x="154" y="68"/>
                    <a:pt x="154" y="68"/>
                    <a:pt x="154" y="68"/>
                  </a:cubicBezTo>
                  <a:cubicBezTo>
                    <a:pt x="154" y="60"/>
                    <a:pt x="154" y="60"/>
                    <a:pt x="154" y="60"/>
                  </a:cubicBezTo>
                  <a:cubicBezTo>
                    <a:pt x="154" y="59"/>
                    <a:pt x="154" y="59"/>
                    <a:pt x="154" y="59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78" y="60"/>
                    <a:pt x="178" y="60"/>
                    <a:pt x="178" y="60"/>
                  </a:cubicBezTo>
                  <a:cubicBezTo>
                    <a:pt x="178" y="68"/>
                    <a:pt x="178" y="68"/>
                    <a:pt x="178" y="68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54" y="68"/>
                    <a:pt x="154" y="68"/>
                    <a:pt x="154" y="68"/>
                  </a:cubicBezTo>
                  <a:moveTo>
                    <a:pt x="8" y="48"/>
                  </a:moveTo>
                  <a:cubicBezTo>
                    <a:pt x="7" y="47"/>
                    <a:pt x="7" y="47"/>
                    <a:pt x="7" y="4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8" y="48"/>
                    <a:pt x="8" y="48"/>
                    <a:pt x="8" y="48"/>
                  </a:cubicBezTo>
                  <a:moveTo>
                    <a:pt x="62" y="48"/>
                  </a:moveTo>
                  <a:cubicBezTo>
                    <a:pt x="62" y="47"/>
                    <a:pt x="62" y="47"/>
                    <a:pt x="62" y="47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85" y="39"/>
                    <a:pt x="85" y="39"/>
                    <a:pt x="85" y="39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62" y="48"/>
                    <a:pt x="62" y="48"/>
                    <a:pt x="62" y="48"/>
                  </a:cubicBezTo>
                  <a:moveTo>
                    <a:pt x="100" y="48"/>
                  </a:moveTo>
                  <a:cubicBezTo>
                    <a:pt x="99" y="47"/>
                    <a:pt x="99" y="47"/>
                    <a:pt x="99" y="47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00" y="48"/>
                    <a:pt x="100" y="48"/>
                    <a:pt x="100" y="48"/>
                  </a:cubicBezTo>
                  <a:moveTo>
                    <a:pt x="154" y="48"/>
                  </a:moveTo>
                  <a:cubicBezTo>
                    <a:pt x="154" y="47"/>
                    <a:pt x="154" y="47"/>
                    <a:pt x="154" y="47"/>
                  </a:cubicBezTo>
                  <a:cubicBezTo>
                    <a:pt x="154" y="39"/>
                    <a:pt x="154" y="39"/>
                    <a:pt x="154" y="39"/>
                  </a:cubicBezTo>
                  <a:cubicBezTo>
                    <a:pt x="154" y="39"/>
                    <a:pt x="154" y="39"/>
                    <a:pt x="154" y="39"/>
                  </a:cubicBezTo>
                  <a:cubicBezTo>
                    <a:pt x="177" y="39"/>
                    <a:pt x="177" y="39"/>
                    <a:pt x="177" y="39"/>
                  </a:cubicBezTo>
                  <a:cubicBezTo>
                    <a:pt x="178" y="39"/>
                    <a:pt x="178" y="39"/>
                    <a:pt x="178" y="39"/>
                  </a:cubicBezTo>
                  <a:cubicBezTo>
                    <a:pt x="178" y="47"/>
                    <a:pt x="178" y="47"/>
                    <a:pt x="178" y="47"/>
                  </a:cubicBezTo>
                  <a:cubicBezTo>
                    <a:pt x="177" y="48"/>
                    <a:pt x="177" y="48"/>
                    <a:pt x="177" y="48"/>
                  </a:cubicBezTo>
                  <a:cubicBezTo>
                    <a:pt x="154" y="48"/>
                    <a:pt x="154" y="48"/>
                    <a:pt x="154" y="48"/>
                  </a:cubicBezTo>
                  <a:moveTo>
                    <a:pt x="104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0" y="0"/>
                    <a:pt x="80" y="0"/>
                    <a:pt x="80" y="1"/>
                  </a:cubicBezTo>
                  <a:cubicBezTo>
                    <a:pt x="80" y="15"/>
                    <a:pt x="80" y="15"/>
                    <a:pt x="80" y="15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6" y="16"/>
                    <a:pt x="56" y="18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01"/>
                    <a:pt x="37" y="201"/>
                    <a:pt x="37" y="201"/>
                  </a:cubicBezTo>
                  <a:cubicBezTo>
                    <a:pt x="38" y="201"/>
                    <a:pt x="38" y="201"/>
                    <a:pt x="38" y="201"/>
                  </a:cubicBezTo>
                  <a:cubicBezTo>
                    <a:pt x="38" y="178"/>
                    <a:pt x="38" y="178"/>
                    <a:pt x="38" y="178"/>
                  </a:cubicBezTo>
                  <a:cubicBezTo>
                    <a:pt x="39" y="177"/>
                    <a:pt x="39" y="177"/>
                    <a:pt x="39" y="177"/>
                  </a:cubicBezTo>
                  <a:cubicBezTo>
                    <a:pt x="54" y="177"/>
                    <a:pt x="54" y="177"/>
                    <a:pt x="54" y="177"/>
                  </a:cubicBezTo>
                  <a:cubicBezTo>
                    <a:pt x="55" y="178"/>
                    <a:pt x="55" y="178"/>
                    <a:pt x="55" y="178"/>
                  </a:cubicBezTo>
                  <a:cubicBezTo>
                    <a:pt x="55" y="201"/>
                    <a:pt x="55" y="201"/>
                    <a:pt x="55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129" y="201"/>
                    <a:pt x="129" y="201"/>
                    <a:pt x="129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78"/>
                    <a:pt x="130" y="178"/>
                    <a:pt x="130" y="178"/>
                  </a:cubicBezTo>
                  <a:cubicBezTo>
                    <a:pt x="131" y="177"/>
                    <a:pt x="131" y="177"/>
                    <a:pt x="131" y="177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7" y="178"/>
                    <a:pt x="147" y="178"/>
                    <a:pt x="147" y="178"/>
                  </a:cubicBezTo>
                  <a:cubicBezTo>
                    <a:pt x="147" y="201"/>
                    <a:pt x="147" y="201"/>
                    <a:pt x="147" y="201"/>
                  </a:cubicBezTo>
                  <a:cubicBezTo>
                    <a:pt x="148" y="201"/>
                    <a:pt x="148" y="201"/>
                    <a:pt x="148" y="201"/>
                  </a:cubicBezTo>
                  <a:cubicBezTo>
                    <a:pt x="185" y="201"/>
                    <a:pt x="185" y="201"/>
                    <a:pt x="185" y="201"/>
                  </a:cubicBezTo>
                  <a:cubicBezTo>
                    <a:pt x="186" y="201"/>
                    <a:pt x="186" y="201"/>
                    <a:pt x="186" y="201"/>
                  </a:cubicBezTo>
                  <a:cubicBezTo>
                    <a:pt x="186" y="31"/>
                    <a:pt x="186" y="31"/>
                    <a:pt x="186" y="31"/>
                  </a:cubicBezTo>
                  <a:cubicBezTo>
                    <a:pt x="185" y="31"/>
                    <a:pt x="185" y="31"/>
                    <a:pt x="185" y="31"/>
                  </a:cubicBezTo>
                  <a:cubicBezTo>
                    <a:pt x="185" y="31"/>
                    <a:pt x="185" y="31"/>
                    <a:pt x="185" y="31"/>
                  </a:cubicBezTo>
                  <a:cubicBezTo>
                    <a:pt x="126" y="31"/>
                    <a:pt x="126" y="31"/>
                    <a:pt x="126" y="31"/>
                  </a:cubicBezTo>
                  <a:cubicBezTo>
                    <a:pt x="126" y="18"/>
                    <a:pt x="126" y="18"/>
                    <a:pt x="126" y="18"/>
                  </a:cubicBezTo>
                  <a:cubicBezTo>
                    <a:pt x="126" y="16"/>
                    <a:pt x="125" y="15"/>
                    <a:pt x="123" y="15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6" y="1"/>
                    <a:pt x="106" y="1"/>
                    <a:pt x="106" y="1"/>
                  </a:cubicBezTo>
                  <a:cubicBezTo>
                    <a:pt x="106" y="0"/>
                    <a:pt x="105" y="0"/>
                    <a:pt x="104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4" name="ïṥļî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31899C9-66C8-413E-9200-01D5AC694801}"/>
                </a:ext>
              </a:extLst>
            </p:cNvPr>
            <p:cNvSpPr/>
            <p:nvPr/>
          </p:nvSpPr>
          <p:spPr bwMode="auto">
            <a:xfrm>
              <a:off x="8360906" y="3805021"/>
              <a:ext cx="9664" cy="16693"/>
            </a:xfrm>
            <a:custGeom>
              <a:avLst/>
              <a:gdLst>
                <a:gd name="T0" fmla="*/ 1 w 6"/>
                <a:gd name="T1" fmla="*/ 0 h 10"/>
                <a:gd name="T2" fmla="*/ 0 w 6"/>
                <a:gd name="T3" fmla="*/ 0 h 10"/>
                <a:gd name="T4" fmla="*/ 6 w 6"/>
                <a:gd name="T5" fmla="*/ 10 h 10"/>
                <a:gd name="T6" fmla="*/ 1 w 6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0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3" y="9"/>
                    <a:pt x="6" y="10"/>
                  </a:cubicBezTo>
                  <a:cubicBezTo>
                    <a:pt x="3" y="9"/>
                    <a:pt x="1" y="5"/>
                    <a:pt x="1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5" name="ísļi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9651E3A-3FE1-41A1-93A0-8E7595F6A95B}"/>
                </a:ext>
              </a:extLst>
            </p:cNvPr>
            <p:cNvSpPr/>
            <p:nvPr/>
          </p:nvSpPr>
          <p:spPr bwMode="auto">
            <a:xfrm>
              <a:off x="8360906" y="3765486"/>
              <a:ext cx="90491" cy="57984"/>
            </a:xfrm>
            <a:custGeom>
              <a:avLst/>
              <a:gdLst>
                <a:gd name="T0" fmla="*/ 28 w 56"/>
                <a:gd name="T1" fmla="*/ 0 h 36"/>
                <a:gd name="T2" fmla="*/ 17 w 56"/>
                <a:gd name="T3" fmla="*/ 7 h 36"/>
                <a:gd name="T4" fmla="*/ 10 w 56"/>
                <a:gd name="T5" fmla="*/ 11 h 36"/>
                <a:gd name="T6" fmla="*/ 10 w 56"/>
                <a:gd name="T7" fmla="*/ 11 h 36"/>
                <a:gd name="T8" fmla="*/ 9 w 56"/>
                <a:gd name="T9" fmla="*/ 11 h 36"/>
                <a:gd name="T10" fmla="*/ 0 w 56"/>
                <a:gd name="T11" fmla="*/ 23 h 36"/>
                <a:gd name="T12" fmla="*/ 1 w 56"/>
                <a:gd name="T13" fmla="*/ 25 h 36"/>
                <a:gd name="T14" fmla="*/ 3 w 56"/>
                <a:gd name="T15" fmla="*/ 23 h 36"/>
                <a:gd name="T16" fmla="*/ 14 w 56"/>
                <a:gd name="T17" fmla="*/ 16 h 36"/>
                <a:gd name="T18" fmla="*/ 19 w 56"/>
                <a:gd name="T19" fmla="*/ 18 h 36"/>
                <a:gd name="T20" fmla="*/ 25 w 56"/>
                <a:gd name="T21" fmla="*/ 23 h 36"/>
                <a:gd name="T22" fmla="*/ 32 w 56"/>
                <a:gd name="T23" fmla="*/ 27 h 36"/>
                <a:gd name="T24" fmla="*/ 32 w 56"/>
                <a:gd name="T25" fmla="*/ 27 h 36"/>
                <a:gd name="T26" fmla="*/ 40 w 56"/>
                <a:gd name="T27" fmla="*/ 34 h 36"/>
                <a:gd name="T28" fmla="*/ 38 w 56"/>
                <a:gd name="T29" fmla="*/ 34 h 36"/>
                <a:gd name="T30" fmla="*/ 32 w 56"/>
                <a:gd name="T31" fmla="*/ 35 h 36"/>
                <a:gd name="T32" fmla="*/ 28 w 56"/>
                <a:gd name="T33" fmla="*/ 36 h 36"/>
                <a:gd name="T34" fmla="*/ 28 w 56"/>
                <a:gd name="T35" fmla="*/ 36 h 36"/>
                <a:gd name="T36" fmla="*/ 28 w 56"/>
                <a:gd name="T37" fmla="*/ 36 h 36"/>
                <a:gd name="T38" fmla="*/ 23 w 56"/>
                <a:gd name="T39" fmla="*/ 35 h 36"/>
                <a:gd name="T40" fmla="*/ 18 w 56"/>
                <a:gd name="T41" fmla="*/ 34 h 36"/>
                <a:gd name="T42" fmla="*/ 12 w 56"/>
                <a:gd name="T43" fmla="*/ 35 h 36"/>
                <a:gd name="T44" fmla="*/ 9 w 56"/>
                <a:gd name="T45" fmla="*/ 36 h 36"/>
                <a:gd name="T46" fmla="*/ 6 w 56"/>
                <a:gd name="T47" fmla="*/ 35 h 36"/>
                <a:gd name="T48" fmla="*/ 9 w 56"/>
                <a:gd name="T49" fmla="*/ 36 h 36"/>
                <a:gd name="T50" fmla="*/ 9 w 56"/>
                <a:gd name="T51" fmla="*/ 36 h 36"/>
                <a:gd name="T52" fmla="*/ 13 w 56"/>
                <a:gd name="T53" fmla="*/ 35 h 36"/>
                <a:gd name="T54" fmla="*/ 18 w 56"/>
                <a:gd name="T55" fmla="*/ 34 h 36"/>
                <a:gd name="T56" fmla="*/ 23 w 56"/>
                <a:gd name="T57" fmla="*/ 35 h 36"/>
                <a:gd name="T58" fmla="*/ 28 w 56"/>
                <a:gd name="T59" fmla="*/ 36 h 36"/>
                <a:gd name="T60" fmla="*/ 33 w 56"/>
                <a:gd name="T61" fmla="*/ 35 h 36"/>
                <a:gd name="T62" fmla="*/ 38 w 56"/>
                <a:gd name="T63" fmla="*/ 34 h 36"/>
                <a:gd name="T64" fmla="*/ 43 w 56"/>
                <a:gd name="T65" fmla="*/ 35 h 36"/>
                <a:gd name="T66" fmla="*/ 46 w 56"/>
                <a:gd name="T67" fmla="*/ 36 h 36"/>
                <a:gd name="T68" fmla="*/ 47 w 56"/>
                <a:gd name="T69" fmla="*/ 36 h 36"/>
                <a:gd name="T70" fmla="*/ 56 w 56"/>
                <a:gd name="T71" fmla="*/ 23 h 36"/>
                <a:gd name="T72" fmla="*/ 54 w 56"/>
                <a:gd name="T73" fmla="*/ 16 h 36"/>
                <a:gd name="T74" fmla="*/ 46 w 56"/>
                <a:gd name="T75" fmla="*/ 20 h 36"/>
                <a:gd name="T76" fmla="*/ 51 w 56"/>
                <a:gd name="T77" fmla="*/ 12 h 36"/>
                <a:gd name="T78" fmla="*/ 46 w 56"/>
                <a:gd name="T79" fmla="*/ 11 h 36"/>
                <a:gd name="T80" fmla="*/ 46 w 56"/>
                <a:gd name="T81" fmla="*/ 11 h 36"/>
                <a:gd name="T82" fmla="*/ 45 w 56"/>
                <a:gd name="T83" fmla="*/ 11 h 36"/>
                <a:gd name="T84" fmla="*/ 42 w 56"/>
                <a:gd name="T85" fmla="*/ 12 h 36"/>
                <a:gd name="T86" fmla="*/ 44 w 56"/>
                <a:gd name="T87" fmla="*/ 10 h 36"/>
                <a:gd name="T88" fmla="*/ 39 w 56"/>
                <a:gd name="T89" fmla="*/ 7 h 36"/>
                <a:gd name="T90" fmla="*/ 35 w 56"/>
                <a:gd name="T91" fmla="*/ 10 h 36"/>
                <a:gd name="T92" fmla="*/ 38 w 56"/>
                <a:gd name="T93" fmla="*/ 5 h 36"/>
                <a:gd name="T94" fmla="*/ 28 w 56"/>
                <a:gd name="T9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6" h="36">
                  <a:moveTo>
                    <a:pt x="28" y="0"/>
                  </a:moveTo>
                  <a:cubicBezTo>
                    <a:pt x="23" y="0"/>
                    <a:pt x="19" y="3"/>
                    <a:pt x="17" y="7"/>
                  </a:cubicBezTo>
                  <a:cubicBezTo>
                    <a:pt x="15" y="9"/>
                    <a:pt x="13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4" y="11"/>
                    <a:pt x="0" y="16"/>
                    <a:pt x="0" y="23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1" y="25"/>
                    <a:pt x="2" y="24"/>
                    <a:pt x="3" y="23"/>
                  </a:cubicBezTo>
                  <a:cubicBezTo>
                    <a:pt x="5" y="19"/>
                    <a:pt x="9" y="16"/>
                    <a:pt x="14" y="16"/>
                  </a:cubicBezTo>
                  <a:cubicBezTo>
                    <a:pt x="15" y="16"/>
                    <a:pt x="17" y="17"/>
                    <a:pt x="19" y="18"/>
                  </a:cubicBezTo>
                  <a:cubicBezTo>
                    <a:pt x="22" y="19"/>
                    <a:pt x="23" y="21"/>
                    <a:pt x="25" y="23"/>
                  </a:cubicBezTo>
                  <a:cubicBezTo>
                    <a:pt x="26" y="26"/>
                    <a:pt x="29" y="27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6" y="27"/>
                    <a:pt x="39" y="30"/>
                    <a:pt x="40" y="34"/>
                  </a:cubicBezTo>
                  <a:cubicBezTo>
                    <a:pt x="39" y="34"/>
                    <a:pt x="38" y="34"/>
                    <a:pt x="38" y="34"/>
                  </a:cubicBezTo>
                  <a:cubicBezTo>
                    <a:pt x="36" y="34"/>
                    <a:pt x="34" y="34"/>
                    <a:pt x="32" y="35"/>
                  </a:cubicBezTo>
                  <a:cubicBezTo>
                    <a:pt x="31" y="35"/>
                    <a:pt x="29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6" y="36"/>
                    <a:pt x="25" y="35"/>
                    <a:pt x="23" y="35"/>
                  </a:cubicBezTo>
                  <a:cubicBezTo>
                    <a:pt x="22" y="34"/>
                    <a:pt x="20" y="34"/>
                    <a:pt x="18" y="34"/>
                  </a:cubicBezTo>
                  <a:cubicBezTo>
                    <a:pt x="16" y="34"/>
                    <a:pt x="14" y="34"/>
                    <a:pt x="12" y="35"/>
                  </a:cubicBezTo>
                  <a:cubicBezTo>
                    <a:pt x="11" y="35"/>
                    <a:pt x="10" y="36"/>
                    <a:pt x="9" y="36"/>
                  </a:cubicBezTo>
                  <a:cubicBezTo>
                    <a:pt x="8" y="36"/>
                    <a:pt x="7" y="36"/>
                    <a:pt x="6" y="35"/>
                  </a:cubicBezTo>
                  <a:cubicBezTo>
                    <a:pt x="7" y="36"/>
                    <a:pt x="8" y="36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11" y="36"/>
                    <a:pt x="12" y="36"/>
                    <a:pt x="13" y="35"/>
                  </a:cubicBezTo>
                  <a:cubicBezTo>
                    <a:pt x="14" y="34"/>
                    <a:pt x="16" y="34"/>
                    <a:pt x="18" y="34"/>
                  </a:cubicBezTo>
                  <a:cubicBezTo>
                    <a:pt x="20" y="34"/>
                    <a:pt x="22" y="34"/>
                    <a:pt x="23" y="35"/>
                  </a:cubicBezTo>
                  <a:cubicBezTo>
                    <a:pt x="25" y="36"/>
                    <a:pt x="26" y="36"/>
                    <a:pt x="28" y="36"/>
                  </a:cubicBezTo>
                  <a:cubicBezTo>
                    <a:pt x="30" y="36"/>
                    <a:pt x="31" y="36"/>
                    <a:pt x="33" y="35"/>
                  </a:cubicBezTo>
                  <a:cubicBezTo>
                    <a:pt x="34" y="34"/>
                    <a:pt x="36" y="34"/>
                    <a:pt x="38" y="34"/>
                  </a:cubicBezTo>
                  <a:cubicBezTo>
                    <a:pt x="40" y="34"/>
                    <a:pt x="42" y="34"/>
                    <a:pt x="43" y="35"/>
                  </a:cubicBezTo>
                  <a:cubicBezTo>
                    <a:pt x="44" y="36"/>
                    <a:pt x="45" y="36"/>
                    <a:pt x="46" y="36"/>
                  </a:cubicBezTo>
                  <a:cubicBezTo>
                    <a:pt x="46" y="36"/>
                    <a:pt x="47" y="36"/>
                    <a:pt x="47" y="36"/>
                  </a:cubicBezTo>
                  <a:cubicBezTo>
                    <a:pt x="51" y="36"/>
                    <a:pt x="56" y="30"/>
                    <a:pt x="56" y="23"/>
                  </a:cubicBezTo>
                  <a:cubicBezTo>
                    <a:pt x="56" y="21"/>
                    <a:pt x="55" y="18"/>
                    <a:pt x="54" y="16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49" y="11"/>
                    <a:pt x="48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2" y="10"/>
                    <a:pt x="40" y="8"/>
                    <a:pt x="39" y="7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5" y="2"/>
                    <a:pt x="32" y="0"/>
                    <a:pt x="28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6" name="î$ļî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BEAB6C6-7E01-42AE-83B9-56C5C699F19A}"/>
                </a:ext>
              </a:extLst>
            </p:cNvPr>
            <p:cNvSpPr/>
            <p:nvPr/>
          </p:nvSpPr>
          <p:spPr bwMode="auto">
            <a:xfrm>
              <a:off x="8362663" y="3790964"/>
              <a:ext cx="62377" cy="32507"/>
            </a:xfrm>
            <a:custGeom>
              <a:avLst/>
              <a:gdLst>
                <a:gd name="T0" fmla="*/ 13 w 39"/>
                <a:gd name="T1" fmla="*/ 0 h 20"/>
                <a:gd name="T2" fmla="*/ 2 w 39"/>
                <a:gd name="T3" fmla="*/ 7 h 20"/>
                <a:gd name="T4" fmla="*/ 0 w 39"/>
                <a:gd name="T5" fmla="*/ 9 h 20"/>
                <a:gd name="T6" fmla="*/ 5 w 39"/>
                <a:gd name="T7" fmla="*/ 19 h 20"/>
                <a:gd name="T8" fmla="*/ 8 w 39"/>
                <a:gd name="T9" fmla="*/ 20 h 20"/>
                <a:gd name="T10" fmla="*/ 11 w 39"/>
                <a:gd name="T11" fmla="*/ 19 h 20"/>
                <a:gd name="T12" fmla="*/ 17 w 39"/>
                <a:gd name="T13" fmla="*/ 18 h 20"/>
                <a:gd name="T14" fmla="*/ 22 w 39"/>
                <a:gd name="T15" fmla="*/ 19 h 20"/>
                <a:gd name="T16" fmla="*/ 27 w 39"/>
                <a:gd name="T17" fmla="*/ 20 h 20"/>
                <a:gd name="T18" fmla="*/ 27 w 39"/>
                <a:gd name="T19" fmla="*/ 20 h 20"/>
                <a:gd name="T20" fmla="*/ 27 w 39"/>
                <a:gd name="T21" fmla="*/ 20 h 20"/>
                <a:gd name="T22" fmla="*/ 31 w 39"/>
                <a:gd name="T23" fmla="*/ 19 h 20"/>
                <a:gd name="T24" fmla="*/ 37 w 39"/>
                <a:gd name="T25" fmla="*/ 18 h 20"/>
                <a:gd name="T26" fmla="*/ 39 w 39"/>
                <a:gd name="T27" fmla="*/ 18 h 20"/>
                <a:gd name="T28" fmla="*/ 31 w 39"/>
                <a:gd name="T29" fmla="*/ 11 h 20"/>
                <a:gd name="T30" fmla="*/ 31 w 39"/>
                <a:gd name="T31" fmla="*/ 11 h 20"/>
                <a:gd name="T32" fmla="*/ 24 w 39"/>
                <a:gd name="T33" fmla="*/ 7 h 20"/>
                <a:gd name="T34" fmla="*/ 18 w 39"/>
                <a:gd name="T35" fmla="*/ 2 h 20"/>
                <a:gd name="T36" fmla="*/ 13 w 39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" h="20">
                  <a:moveTo>
                    <a:pt x="13" y="0"/>
                  </a:moveTo>
                  <a:cubicBezTo>
                    <a:pt x="8" y="0"/>
                    <a:pt x="4" y="3"/>
                    <a:pt x="2" y="7"/>
                  </a:cubicBezTo>
                  <a:cubicBezTo>
                    <a:pt x="1" y="8"/>
                    <a:pt x="0" y="9"/>
                    <a:pt x="0" y="9"/>
                  </a:cubicBezTo>
                  <a:cubicBezTo>
                    <a:pt x="0" y="14"/>
                    <a:pt x="2" y="18"/>
                    <a:pt x="5" y="19"/>
                  </a:cubicBezTo>
                  <a:cubicBezTo>
                    <a:pt x="6" y="20"/>
                    <a:pt x="7" y="20"/>
                    <a:pt x="8" y="20"/>
                  </a:cubicBezTo>
                  <a:cubicBezTo>
                    <a:pt x="9" y="20"/>
                    <a:pt x="10" y="19"/>
                    <a:pt x="11" y="19"/>
                  </a:cubicBezTo>
                  <a:cubicBezTo>
                    <a:pt x="13" y="18"/>
                    <a:pt x="15" y="18"/>
                    <a:pt x="17" y="18"/>
                  </a:cubicBezTo>
                  <a:cubicBezTo>
                    <a:pt x="19" y="18"/>
                    <a:pt x="21" y="18"/>
                    <a:pt x="22" y="19"/>
                  </a:cubicBezTo>
                  <a:cubicBezTo>
                    <a:pt x="24" y="19"/>
                    <a:pt x="25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30" y="19"/>
                    <a:pt x="31" y="19"/>
                  </a:cubicBezTo>
                  <a:cubicBezTo>
                    <a:pt x="33" y="18"/>
                    <a:pt x="35" y="18"/>
                    <a:pt x="37" y="18"/>
                  </a:cubicBezTo>
                  <a:cubicBezTo>
                    <a:pt x="37" y="18"/>
                    <a:pt x="38" y="18"/>
                    <a:pt x="39" y="18"/>
                  </a:cubicBezTo>
                  <a:cubicBezTo>
                    <a:pt x="38" y="14"/>
                    <a:pt x="35" y="11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28" y="11"/>
                    <a:pt x="25" y="10"/>
                    <a:pt x="24" y="7"/>
                  </a:cubicBezTo>
                  <a:cubicBezTo>
                    <a:pt x="22" y="5"/>
                    <a:pt x="21" y="3"/>
                    <a:pt x="18" y="2"/>
                  </a:cubicBezTo>
                  <a:cubicBezTo>
                    <a:pt x="16" y="1"/>
                    <a:pt x="14" y="0"/>
                    <a:pt x="13" y="0"/>
                  </a:cubicBezTo>
                </a:path>
              </a:pathLst>
            </a:custGeom>
            <a:solidFill>
              <a:srgbClr val="4285F4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7" name="îsḷî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FAA5C5A-576C-4189-B921-28B351F75C69}"/>
                </a:ext>
              </a:extLst>
            </p:cNvPr>
            <p:cNvSpPr/>
            <p:nvPr/>
          </p:nvSpPr>
          <p:spPr bwMode="auto">
            <a:xfrm>
              <a:off x="3090476" y="4834683"/>
              <a:ext cx="290801" cy="378656"/>
            </a:xfrm>
            <a:custGeom>
              <a:avLst/>
              <a:gdLst>
                <a:gd name="T0" fmla="*/ 181 w 181"/>
                <a:gd name="T1" fmla="*/ 118 h 236"/>
                <a:gd name="T2" fmla="*/ 177 w 181"/>
                <a:gd name="T3" fmla="*/ 149 h 236"/>
                <a:gd name="T4" fmla="*/ 176 w 181"/>
                <a:gd name="T5" fmla="*/ 155 h 236"/>
                <a:gd name="T6" fmla="*/ 94 w 181"/>
                <a:gd name="T7" fmla="*/ 236 h 236"/>
                <a:gd name="T8" fmla="*/ 90 w 181"/>
                <a:gd name="T9" fmla="*/ 236 h 236"/>
                <a:gd name="T10" fmla="*/ 5 w 181"/>
                <a:gd name="T11" fmla="*/ 153 h 236"/>
                <a:gd name="T12" fmla="*/ 4 w 181"/>
                <a:gd name="T13" fmla="*/ 149 h 236"/>
                <a:gd name="T14" fmla="*/ 0 w 181"/>
                <a:gd name="T15" fmla="*/ 118 h 236"/>
                <a:gd name="T16" fmla="*/ 90 w 181"/>
                <a:gd name="T17" fmla="*/ 0 h 236"/>
                <a:gd name="T18" fmla="*/ 181 w 181"/>
                <a:gd name="T19" fmla="*/ 11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1" h="236">
                  <a:moveTo>
                    <a:pt x="181" y="118"/>
                  </a:moveTo>
                  <a:cubicBezTo>
                    <a:pt x="181" y="129"/>
                    <a:pt x="180" y="139"/>
                    <a:pt x="177" y="149"/>
                  </a:cubicBezTo>
                  <a:cubicBezTo>
                    <a:pt x="177" y="151"/>
                    <a:pt x="177" y="153"/>
                    <a:pt x="176" y="155"/>
                  </a:cubicBezTo>
                  <a:cubicBezTo>
                    <a:pt x="165" y="201"/>
                    <a:pt x="133" y="234"/>
                    <a:pt x="94" y="236"/>
                  </a:cubicBezTo>
                  <a:cubicBezTo>
                    <a:pt x="93" y="236"/>
                    <a:pt x="92" y="236"/>
                    <a:pt x="90" y="236"/>
                  </a:cubicBezTo>
                  <a:cubicBezTo>
                    <a:pt x="50" y="236"/>
                    <a:pt x="16" y="201"/>
                    <a:pt x="5" y="153"/>
                  </a:cubicBezTo>
                  <a:cubicBezTo>
                    <a:pt x="4" y="152"/>
                    <a:pt x="4" y="151"/>
                    <a:pt x="4" y="149"/>
                  </a:cubicBezTo>
                  <a:cubicBezTo>
                    <a:pt x="2" y="139"/>
                    <a:pt x="0" y="128"/>
                    <a:pt x="0" y="118"/>
                  </a:cubicBezTo>
                  <a:cubicBezTo>
                    <a:pt x="0" y="53"/>
                    <a:pt x="41" y="0"/>
                    <a:pt x="90" y="0"/>
                  </a:cubicBezTo>
                  <a:cubicBezTo>
                    <a:pt x="140" y="0"/>
                    <a:pt x="181" y="53"/>
                    <a:pt x="181" y="118"/>
                  </a:cubicBezTo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8" name="iṣļî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FEAD803-BF25-40FD-8AE2-6F730A939368}"/>
                </a:ext>
              </a:extLst>
            </p:cNvPr>
            <p:cNvSpPr/>
            <p:nvPr/>
          </p:nvSpPr>
          <p:spPr bwMode="auto">
            <a:xfrm>
              <a:off x="3094869" y="5058714"/>
              <a:ext cx="281136" cy="30750"/>
            </a:xfrm>
            <a:custGeom>
              <a:avLst/>
              <a:gdLst>
                <a:gd name="T0" fmla="*/ 23 w 175"/>
                <a:gd name="T1" fmla="*/ 0 h 19"/>
                <a:gd name="T2" fmla="*/ 0 w 175"/>
                <a:gd name="T3" fmla="*/ 6 h 19"/>
                <a:gd name="T4" fmla="*/ 1 w 175"/>
                <a:gd name="T5" fmla="*/ 9 h 19"/>
                <a:gd name="T6" fmla="*/ 2 w 175"/>
                <a:gd name="T7" fmla="*/ 13 h 19"/>
                <a:gd name="T8" fmla="*/ 23 w 175"/>
                <a:gd name="T9" fmla="*/ 8 h 19"/>
                <a:gd name="T10" fmla="*/ 61 w 175"/>
                <a:gd name="T11" fmla="*/ 17 h 19"/>
                <a:gd name="T12" fmla="*/ 86 w 175"/>
                <a:gd name="T13" fmla="*/ 19 h 19"/>
                <a:gd name="T14" fmla="*/ 93 w 175"/>
                <a:gd name="T15" fmla="*/ 19 h 19"/>
                <a:gd name="T16" fmla="*/ 113 w 175"/>
                <a:gd name="T17" fmla="*/ 17 h 19"/>
                <a:gd name="T18" fmla="*/ 140 w 175"/>
                <a:gd name="T19" fmla="*/ 11 h 19"/>
                <a:gd name="T20" fmla="*/ 169 w 175"/>
                <a:gd name="T21" fmla="*/ 15 h 19"/>
                <a:gd name="T22" fmla="*/ 173 w 175"/>
                <a:gd name="T23" fmla="*/ 15 h 19"/>
                <a:gd name="T24" fmla="*/ 174 w 175"/>
                <a:gd name="T25" fmla="*/ 9 h 19"/>
                <a:gd name="T26" fmla="*/ 175 w 175"/>
                <a:gd name="T27" fmla="*/ 7 h 19"/>
                <a:gd name="T28" fmla="*/ 140 w 175"/>
                <a:gd name="T29" fmla="*/ 3 h 19"/>
                <a:gd name="T30" fmla="*/ 86 w 175"/>
                <a:gd name="T31" fmla="*/ 11 h 19"/>
                <a:gd name="T32" fmla="*/ 86 w 175"/>
                <a:gd name="T33" fmla="*/ 11 h 19"/>
                <a:gd name="T34" fmla="*/ 86 w 175"/>
                <a:gd name="T35" fmla="*/ 11 h 19"/>
                <a:gd name="T36" fmla="*/ 23 w 175"/>
                <a:gd name="T3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5" h="19">
                  <a:moveTo>
                    <a:pt x="23" y="0"/>
                  </a:moveTo>
                  <a:cubicBezTo>
                    <a:pt x="15" y="2"/>
                    <a:pt x="8" y="4"/>
                    <a:pt x="0" y="6"/>
                  </a:cubicBezTo>
                  <a:cubicBezTo>
                    <a:pt x="0" y="7"/>
                    <a:pt x="1" y="8"/>
                    <a:pt x="1" y="9"/>
                  </a:cubicBezTo>
                  <a:cubicBezTo>
                    <a:pt x="1" y="11"/>
                    <a:pt x="1" y="12"/>
                    <a:pt x="2" y="13"/>
                  </a:cubicBezTo>
                  <a:cubicBezTo>
                    <a:pt x="9" y="12"/>
                    <a:pt x="16" y="10"/>
                    <a:pt x="23" y="8"/>
                  </a:cubicBezTo>
                  <a:cubicBezTo>
                    <a:pt x="35" y="12"/>
                    <a:pt x="48" y="16"/>
                    <a:pt x="61" y="17"/>
                  </a:cubicBezTo>
                  <a:cubicBezTo>
                    <a:pt x="69" y="18"/>
                    <a:pt x="78" y="19"/>
                    <a:pt x="86" y="19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100" y="19"/>
                    <a:pt x="107" y="18"/>
                    <a:pt x="113" y="17"/>
                  </a:cubicBezTo>
                  <a:cubicBezTo>
                    <a:pt x="122" y="16"/>
                    <a:pt x="131" y="14"/>
                    <a:pt x="140" y="11"/>
                  </a:cubicBezTo>
                  <a:cubicBezTo>
                    <a:pt x="149" y="13"/>
                    <a:pt x="159" y="14"/>
                    <a:pt x="169" y="15"/>
                  </a:cubicBezTo>
                  <a:cubicBezTo>
                    <a:pt x="170" y="15"/>
                    <a:pt x="172" y="15"/>
                    <a:pt x="173" y="15"/>
                  </a:cubicBezTo>
                  <a:cubicBezTo>
                    <a:pt x="174" y="13"/>
                    <a:pt x="174" y="11"/>
                    <a:pt x="174" y="9"/>
                  </a:cubicBezTo>
                  <a:cubicBezTo>
                    <a:pt x="175" y="9"/>
                    <a:pt x="175" y="8"/>
                    <a:pt x="175" y="7"/>
                  </a:cubicBezTo>
                  <a:cubicBezTo>
                    <a:pt x="163" y="7"/>
                    <a:pt x="152" y="5"/>
                    <a:pt x="140" y="3"/>
                  </a:cubicBezTo>
                  <a:cubicBezTo>
                    <a:pt x="122" y="8"/>
                    <a:pt x="104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64" y="11"/>
                    <a:pt x="43" y="7"/>
                    <a:pt x="23" y="0"/>
                  </a:cubicBezTo>
                </a:path>
              </a:pathLst>
            </a:custGeom>
            <a:solidFill>
              <a:srgbClr val="3937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59" name="íṩļí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21A448C-607A-40BB-9372-7AE8975BB760}"/>
                </a:ext>
              </a:extLst>
            </p:cNvPr>
            <p:cNvSpPr/>
            <p:nvPr/>
          </p:nvSpPr>
          <p:spPr bwMode="auto">
            <a:xfrm>
              <a:off x="2704792" y="4208276"/>
              <a:ext cx="984856" cy="890851"/>
            </a:xfrm>
            <a:custGeom>
              <a:avLst/>
              <a:gdLst>
                <a:gd name="T0" fmla="*/ 613 w 613"/>
                <a:gd name="T1" fmla="*/ 289 h 555"/>
                <a:gd name="T2" fmla="*/ 593 w 613"/>
                <a:gd name="T3" fmla="*/ 206 h 555"/>
                <a:gd name="T4" fmla="*/ 487 w 613"/>
                <a:gd name="T5" fmla="*/ 239 h 555"/>
                <a:gd name="T6" fmla="*/ 580 w 613"/>
                <a:gd name="T7" fmla="*/ 185 h 555"/>
                <a:gd name="T8" fmla="*/ 443 w 613"/>
                <a:gd name="T9" fmla="*/ 106 h 555"/>
                <a:gd name="T10" fmla="*/ 428 w 613"/>
                <a:gd name="T11" fmla="*/ 87 h 555"/>
                <a:gd name="T12" fmla="*/ 276 w 613"/>
                <a:gd name="T13" fmla="*/ 135 h 555"/>
                <a:gd name="T14" fmla="*/ 401 w 613"/>
                <a:gd name="T15" fmla="*/ 61 h 555"/>
                <a:gd name="T16" fmla="*/ 145 w 613"/>
                <a:gd name="T17" fmla="*/ 95 h 555"/>
                <a:gd name="T18" fmla="*/ 113 w 613"/>
                <a:gd name="T19" fmla="*/ 159 h 555"/>
                <a:gd name="T20" fmla="*/ 243 w 613"/>
                <a:gd name="T21" fmla="*/ 309 h 555"/>
                <a:gd name="T22" fmla="*/ 102 w 613"/>
                <a:gd name="T23" fmla="*/ 207 h 555"/>
                <a:gd name="T24" fmla="*/ 59 w 613"/>
                <a:gd name="T25" fmla="*/ 462 h 555"/>
                <a:gd name="T26" fmla="*/ 266 w 613"/>
                <a:gd name="T27" fmla="*/ 530 h 555"/>
                <a:gd name="T28" fmla="*/ 383 w 613"/>
                <a:gd name="T29" fmla="*/ 533 h 555"/>
                <a:gd name="T30" fmla="*/ 601 w 613"/>
                <a:gd name="T31" fmla="*/ 394 h 555"/>
                <a:gd name="T32" fmla="*/ 605 w 613"/>
                <a:gd name="T33" fmla="*/ 354 h 555"/>
                <a:gd name="T34" fmla="*/ 605 w 613"/>
                <a:gd name="T35" fmla="*/ 342 h 555"/>
                <a:gd name="T36" fmla="*/ 613 w 613"/>
                <a:gd name="T37" fmla="*/ 289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3" h="555">
                  <a:moveTo>
                    <a:pt x="613" y="289"/>
                  </a:moveTo>
                  <a:cubicBezTo>
                    <a:pt x="613" y="260"/>
                    <a:pt x="606" y="232"/>
                    <a:pt x="593" y="206"/>
                  </a:cubicBezTo>
                  <a:cubicBezTo>
                    <a:pt x="487" y="239"/>
                    <a:pt x="487" y="239"/>
                    <a:pt x="487" y="239"/>
                  </a:cubicBezTo>
                  <a:cubicBezTo>
                    <a:pt x="580" y="185"/>
                    <a:pt x="580" y="185"/>
                    <a:pt x="580" y="185"/>
                  </a:cubicBezTo>
                  <a:cubicBezTo>
                    <a:pt x="549" y="139"/>
                    <a:pt x="498" y="110"/>
                    <a:pt x="443" y="106"/>
                  </a:cubicBezTo>
                  <a:cubicBezTo>
                    <a:pt x="438" y="100"/>
                    <a:pt x="434" y="93"/>
                    <a:pt x="428" y="87"/>
                  </a:cubicBezTo>
                  <a:cubicBezTo>
                    <a:pt x="276" y="135"/>
                    <a:pt x="276" y="135"/>
                    <a:pt x="276" y="135"/>
                  </a:cubicBezTo>
                  <a:cubicBezTo>
                    <a:pt x="401" y="61"/>
                    <a:pt x="401" y="61"/>
                    <a:pt x="401" y="61"/>
                  </a:cubicBezTo>
                  <a:cubicBezTo>
                    <a:pt x="321" y="0"/>
                    <a:pt x="206" y="15"/>
                    <a:pt x="145" y="95"/>
                  </a:cubicBezTo>
                  <a:cubicBezTo>
                    <a:pt x="130" y="114"/>
                    <a:pt x="119" y="136"/>
                    <a:pt x="113" y="159"/>
                  </a:cubicBezTo>
                  <a:cubicBezTo>
                    <a:pt x="243" y="309"/>
                    <a:pt x="243" y="309"/>
                    <a:pt x="243" y="309"/>
                  </a:cubicBezTo>
                  <a:cubicBezTo>
                    <a:pt x="102" y="207"/>
                    <a:pt x="102" y="207"/>
                    <a:pt x="102" y="207"/>
                  </a:cubicBezTo>
                  <a:cubicBezTo>
                    <a:pt x="20" y="265"/>
                    <a:pt x="0" y="379"/>
                    <a:pt x="59" y="462"/>
                  </a:cubicBezTo>
                  <a:cubicBezTo>
                    <a:pt x="105" y="528"/>
                    <a:pt x="189" y="555"/>
                    <a:pt x="266" y="530"/>
                  </a:cubicBezTo>
                  <a:cubicBezTo>
                    <a:pt x="303" y="543"/>
                    <a:pt x="344" y="545"/>
                    <a:pt x="383" y="533"/>
                  </a:cubicBezTo>
                  <a:cubicBezTo>
                    <a:pt x="481" y="555"/>
                    <a:pt x="579" y="492"/>
                    <a:pt x="601" y="394"/>
                  </a:cubicBezTo>
                  <a:cubicBezTo>
                    <a:pt x="604" y="381"/>
                    <a:pt x="605" y="367"/>
                    <a:pt x="605" y="354"/>
                  </a:cubicBezTo>
                  <a:cubicBezTo>
                    <a:pt x="605" y="350"/>
                    <a:pt x="605" y="346"/>
                    <a:pt x="605" y="342"/>
                  </a:cubicBezTo>
                  <a:cubicBezTo>
                    <a:pt x="610" y="325"/>
                    <a:pt x="613" y="307"/>
                    <a:pt x="613" y="289"/>
                  </a:cubicBezTo>
                </a:path>
              </a:pathLst>
            </a:custGeom>
            <a:solidFill>
              <a:srgbClr val="4285F4">
                <a:alpha val="92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0" name="îṣļî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A6D737D-7D53-4FCC-B480-F5D1AA66456A}"/>
                </a:ext>
              </a:extLst>
            </p:cNvPr>
            <p:cNvSpPr/>
            <p:nvPr/>
          </p:nvSpPr>
          <p:spPr bwMode="auto">
            <a:xfrm>
              <a:off x="2709184" y="4666001"/>
              <a:ext cx="176589" cy="364599"/>
            </a:xfrm>
            <a:custGeom>
              <a:avLst/>
              <a:gdLst>
                <a:gd name="T0" fmla="*/ 36 w 110"/>
                <a:gd name="T1" fmla="*/ 0 h 227"/>
                <a:gd name="T2" fmla="*/ 36 w 110"/>
                <a:gd name="T3" fmla="*/ 0 h 227"/>
                <a:gd name="T4" fmla="*/ 109 w 110"/>
                <a:gd name="T5" fmla="*/ 227 h 227"/>
                <a:gd name="T6" fmla="*/ 110 w 110"/>
                <a:gd name="T7" fmla="*/ 227 h 227"/>
                <a:gd name="T8" fmla="*/ 56 w 110"/>
                <a:gd name="T9" fmla="*/ 177 h 227"/>
                <a:gd name="T10" fmla="*/ 36 w 110"/>
                <a:gd name="T11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0" h="227">
                  <a:moveTo>
                    <a:pt x="36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0" y="85"/>
                    <a:pt x="33" y="181"/>
                    <a:pt x="109" y="227"/>
                  </a:cubicBezTo>
                  <a:cubicBezTo>
                    <a:pt x="109" y="227"/>
                    <a:pt x="110" y="227"/>
                    <a:pt x="110" y="227"/>
                  </a:cubicBezTo>
                  <a:cubicBezTo>
                    <a:pt x="89" y="215"/>
                    <a:pt x="70" y="198"/>
                    <a:pt x="56" y="177"/>
                  </a:cubicBezTo>
                  <a:cubicBezTo>
                    <a:pt x="18" y="123"/>
                    <a:pt x="13" y="57"/>
                    <a:pt x="36" y="0"/>
                  </a:cubicBezTo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1" name="iṡḷí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CF0DBE-1048-4A2E-AEB3-7D9FE194EDFD}"/>
                </a:ext>
              </a:extLst>
            </p:cNvPr>
            <p:cNvSpPr/>
            <p:nvPr/>
          </p:nvSpPr>
          <p:spPr bwMode="auto">
            <a:xfrm>
              <a:off x="2884895" y="5030600"/>
              <a:ext cx="499017" cy="43049"/>
            </a:xfrm>
            <a:custGeom>
              <a:avLst/>
              <a:gdLst>
                <a:gd name="T0" fmla="*/ 306 w 311"/>
                <a:gd name="T1" fmla="*/ 25 h 27"/>
                <a:gd name="T2" fmla="*/ 306 w 311"/>
                <a:gd name="T3" fmla="*/ 25 h 27"/>
                <a:gd name="T4" fmla="*/ 310 w 311"/>
                <a:gd name="T5" fmla="*/ 25 h 27"/>
                <a:gd name="T6" fmla="*/ 311 w 311"/>
                <a:gd name="T7" fmla="*/ 25 h 27"/>
                <a:gd name="T8" fmla="*/ 311 w 311"/>
                <a:gd name="T9" fmla="*/ 25 h 27"/>
                <a:gd name="T10" fmla="*/ 306 w 311"/>
                <a:gd name="T11" fmla="*/ 25 h 27"/>
                <a:gd name="T12" fmla="*/ 1 w 311"/>
                <a:gd name="T13" fmla="*/ 0 h 27"/>
                <a:gd name="T14" fmla="*/ 0 w 311"/>
                <a:gd name="T15" fmla="*/ 0 h 27"/>
                <a:gd name="T16" fmla="*/ 25 w 311"/>
                <a:gd name="T17" fmla="*/ 13 h 27"/>
                <a:gd name="T18" fmla="*/ 83 w 311"/>
                <a:gd name="T19" fmla="*/ 27 h 27"/>
                <a:gd name="T20" fmla="*/ 1 w 311"/>
                <a:gd name="T2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1" h="27">
                  <a:moveTo>
                    <a:pt x="306" y="25"/>
                  </a:moveTo>
                  <a:cubicBezTo>
                    <a:pt x="306" y="25"/>
                    <a:pt x="306" y="25"/>
                    <a:pt x="306" y="25"/>
                  </a:cubicBezTo>
                  <a:cubicBezTo>
                    <a:pt x="307" y="25"/>
                    <a:pt x="309" y="25"/>
                    <a:pt x="310" y="25"/>
                  </a:cubicBezTo>
                  <a:cubicBezTo>
                    <a:pt x="310" y="25"/>
                    <a:pt x="311" y="25"/>
                    <a:pt x="311" y="25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09" y="25"/>
                    <a:pt x="307" y="25"/>
                    <a:pt x="306" y="25"/>
                  </a:cubicBezTo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8" y="5"/>
                    <a:pt x="16" y="9"/>
                    <a:pt x="25" y="13"/>
                  </a:cubicBezTo>
                  <a:cubicBezTo>
                    <a:pt x="44" y="21"/>
                    <a:pt x="63" y="25"/>
                    <a:pt x="83" y="27"/>
                  </a:cubicBezTo>
                  <a:cubicBezTo>
                    <a:pt x="54" y="25"/>
                    <a:pt x="26" y="15"/>
                    <a:pt x="1" y="0"/>
                  </a:cubicBezTo>
                </a:path>
              </a:pathLst>
            </a:custGeom>
            <a:solidFill>
              <a:srgbClr val="3B77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2" name="ïṣļï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0776390-D0D4-4DB6-A125-B5E5650393EF}"/>
                </a:ext>
              </a:extLst>
            </p:cNvPr>
            <p:cNvSpPr/>
            <p:nvPr/>
          </p:nvSpPr>
          <p:spPr bwMode="auto">
            <a:xfrm>
              <a:off x="3131768" y="5058714"/>
              <a:ext cx="244237" cy="18450"/>
            </a:xfrm>
            <a:custGeom>
              <a:avLst/>
              <a:gdLst>
                <a:gd name="T0" fmla="*/ 117 w 152"/>
                <a:gd name="T1" fmla="*/ 3 h 11"/>
                <a:gd name="T2" fmla="*/ 117 w 152"/>
                <a:gd name="T3" fmla="*/ 3 h 11"/>
                <a:gd name="T4" fmla="*/ 152 w 152"/>
                <a:gd name="T5" fmla="*/ 7 h 11"/>
                <a:gd name="T6" fmla="*/ 152 w 152"/>
                <a:gd name="T7" fmla="*/ 7 h 11"/>
                <a:gd name="T8" fmla="*/ 117 w 152"/>
                <a:gd name="T9" fmla="*/ 3 h 11"/>
                <a:gd name="T10" fmla="*/ 0 w 152"/>
                <a:gd name="T11" fmla="*/ 0 h 11"/>
                <a:gd name="T12" fmla="*/ 0 w 152"/>
                <a:gd name="T13" fmla="*/ 0 h 11"/>
                <a:gd name="T14" fmla="*/ 63 w 152"/>
                <a:gd name="T15" fmla="*/ 11 h 11"/>
                <a:gd name="T16" fmla="*/ 63 w 152"/>
                <a:gd name="T17" fmla="*/ 11 h 11"/>
                <a:gd name="T18" fmla="*/ 0 w 152"/>
                <a:gd name="T1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2" h="11">
                  <a:moveTo>
                    <a:pt x="117" y="3"/>
                  </a:moveTo>
                  <a:cubicBezTo>
                    <a:pt x="117" y="3"/>
                    <a:pt x="117" y="3"/>
                    <a:pt x="117" y="3"/>
                  </a:cubicBezTo>
                  <a:cubicBezTo>
                    <a:pt x="129" y="5"/>
                    <a:pt x="140" y="7"/>
                    <a:pt x="152" y="7"/>
                  </a:cubicBezTo>
                  <a:cubicBezTo>
                    <a:pt x="152" y="7"/>
                    <a:pt x="152" y="7"/>
                    <a:pt x="152" y="7"/>
                  </a:cubicBezTo>
                  <a:cubicBezTo>
                    <a:pt x="140" y="7"/>
                    <a:pt x="129" y="5"/>
                    <a:pt x="117" y="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0" y="7"/>
                    <a:pt x="41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42" y="11"/>
                    <a:pt x="20" y="7"/>
                    <a:pt x="0" y="0"/>
                  </a:cubicBezTo>
                </a:path>
              </a:pathLst>
            </a:custGeom>
            <a:solidFill>
              <a:srgbClr val="333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3" name="ïśḻî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2E34C2-14A7-4A66-89BD-97A4F320EF88}"/>
                </a:ext>
              </a:extLst>
            </p:cNvPr>
            <p:cNvSpPr/>
            <p:nvPr/>
          </p:nvSpPr>
          <p:spPr bwMode="auto">
            <a:xfrm>
              <a:off x="2730270" y="4658973"/>
              <a:ext cx="952350" cy="418191"/>
            </a:xfrm>
            <a:custGeom>
              <a:avLst/>
              <a:gdLst>
                <a:gd name="T0" fmla="*/ 65 w 593"/>
                <a:gd name="T1" fmla="*/ 0 h 260"/>
                <a:gd name="T2" fmla="*/ 23 w 593"/>
                <a:gd name="T3" fmla="*/ 4 h 260"/>
                <a:gd name="T4" fmla="*/ 43 w 593"/>
                <a:gd name="T5" fmla="*/ 181 h 260"/>
                <a:gd name="T6" fmla="*/ 97 w 593"/>
                <a:gd name="T7" fmla="*/ 231 h 260"/>
                <a:gd name="T8" fmla="*/ 179 w 593"/>
                <a:gd name="T9" fmla="*/ 258 h 260"/>
                <a:gd name="T10" fmla="*/ 192 w 593"/>
                <a:gd name="T11" fmla="*/ 258 h 260"/>
                <a:gd name="T12" fmla="*/ 250 w 593"/>
                <a:gd name="T13" fmla="*/ 249 h 260"/>
                <a:gd name="T14" fmla="*/ 250 w 593"/>
                <a:gd name="T15" fmla="*/ 249 h 260"/>
                <a:gd name="T16" fmla="*/ 250 w 593"/>
                <a:gd name="T17" fmla="*/ 249 h 260"/>
                <a:gd name="T18" fmla="*/ 313 w 593"/>
                <a:gd name="T19" fmla="*/ 260 h 260"/>
                <a:gd name="T20" fmla="*/ 367 w 593"/>
                <a:gd name="T21" fmla="*/ 252 h 260"/>
                <a:gd name="T22" fmla="*/ 367 w 593"/>
                <a:gd name="T23" fmla="*/ 252 h 260"/>
                <a:gd name="T24" fmla="*/ 367 w 593"/>
                <a:gd name="T25" fmla="*/ 252 h 260"/>
                <a:gd name="T26" fmla="*/ 402 w 593"/>
                <a:gd name="T27" fmla="*/ 256 h 260"/>
                <a:gd name="T28" fmla="*/ 402 w 593"/>
                <a:gd name="T29" fmla="*/ 256 h 260"/>
                <a:gd name="T30" fmla="*/ 407 w 593"/>
                <a:gd name="T31" fmla="*/ 256 h 260"/>
                <a:gd name="T32" fmla="*/ 407 w 593"/>
                <a:gd name="T33" fmla="*/ 256 h 260"/>
                <a:gd name="T34" fmla="*/ 585 w 593"/>
                <a:gd name="T35" fmla="*/ 113 h 260"/>
                <a:gd name="T36" fmla="*/ 589 w 593"/>
                <a:gd name="T37" fmla="*/ 73 h 260"/>
                <a:gd name="T38" fmla="*/ 589 w 593"/>
                <a:gd name="T39" fmla="*/ 61 h 260"/>
                <a:gd name="T40" fmla="*/ 593 w 593"/>
                <a:gd name="T41" fmla="*/ 42 h 260"/>
                <a:gd name="T42" fmla="*/ 503 w 593"/>
                <a:gd name="T43" fmla="*/ 33 h 260"/>
                <a:gd name="T44" fmla="*/ 424 w 593"/>
                <a:gd name="T45" fmla="*/ 40 h 260"/>
                <a:gd name="T46" fmla="*/ 281 w 593"/>
                <a:gd name="T47" fmla="*/ 62 h 260"/>
                <a:gd name="T48" fmla="*/ 233 w 593"/>
                <a:gd name="T49" fmla="*/ 56 h 260"/>
                <a:gd name="T50" fmla="*/ 130 w 593"/>
                <a:gd name="T51" fmla="*/ 11 h 260"/>
                <a:gd name="T52" fmla="*/ 65 w 593"/>
                <a:gd name="T53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93" h="260">
                  <a:moveTo>
                    <a:pt x="65" y="0"/>
                  </a:moveTo>
                  <a:cubicBezTo>
                    <a:pt x="51" y="0"/>
                    <a:pt x="37" y="1"/>
                    <a:pt x="23" y="4"/>
                  </a:cubicBezTo>
                  <a:cubicBezTo>
                    <a:pt x="0" y="61"/>
                    <a:pt x="5" y="127"/>
                    <a:pt x="43" y="181"/>
                  </a:cubicBezTo>
                  <a:cubicBezTo>
                    <a:pt x="57" y="202"/>
                    <a:pt x="76" y="219"/>
                    <a:pt x="97" y="231"/>
                  </a:cubicBezTo>
                  <a:cubicBezTo>
                    <a:pt x="122" y="246"/>
                    <a:pt x="150" y="256"/>
                    <a:pt x="179" y="258"/>
                  </a:cubicBezTo>
                  <a:cubicBezTo>
                    <a:pt x="183" y="258"/>
                    <a:pt x="188" y="258"/>
                    <a:pt x="192" y="258"/>
                  </a:cubicBezTo>
                  <a:cubicBezTo>
                    <a:pt x="211" y="258"/>
                    <a:pt x="231" y="255"/>
                    <a:pt x="250" y="249"/>
                  </a:cubicBezTo>
                  <a:cubicBezTo>
                    <a:pt x="250" y="249"/>
                    <a:pt x="250" y="249"/>
                    <a:pt x="250" y="249"/>
                  </a:cubicBezTo>
                  <a:cubicBezTo>
                    <a:pt x="250" y="249"/>
                    <a:pt x="250" y="249"/>
                    <a:pt x="250" y="249"/>
                  </a:cubicBezTo>
                  <a:cubicBezTo>
                    <a:pt x="270" y="256"/>
                    <a:pt x="292" y="260"/>
                    <a:pt x="313" y="260"/>
                  </a:cubicBezTo>
                  <a:cubicBezTo>
                    <a:pt x="331" y="260"/>
                    <a:pt x="349" y="257"/>
                    <a:pt x="367" y="252"/>
                  </a:cubicBezTo>
                  <a:cubicBezTo>
                    <a:pt x="367" y="252"/>
                    <a:pt x="367" y="252"/>
                    <a:pt x="367" y="252"/>
                  </a:cubicBezTo>
                  <a:cubicBezTo>
                    <a:pt x="367" y="252"/>
                    <a:pt x="367" y="252"/>
                    <a:pt x="367" y="252"/>
                  </a:cubicBezTo>
                  <a:cubicBezTo>
                    <a:pt x="379" y="254"/>
                    <a:pt x="390" y="256"/>
                    <a:pt x="402" y="256"/>
                  </a:cubicBezTo>
                  <a:cubicBezTo>
                    <a:pt x="402" y="256"/>
                    <a:pt x="402" y="256"/>
                    <a:pt x="402" y="256"/>
                  </a:cubicBezTo>
                  <a:cubicBezTo>
                    <a:pt x="403" y="256"/>
                    <a:pt x="405" y="256"/>
                    <a:pt x="407" y="256"/>
                  </a:cubicBezTo>
                  <a:cubicBezTo>
                    <a:pt x="407" y="256"/>
                    <a:pt x="407" y="256"/>
                    <a:pt x="407" y="256"/>
                  </a:cubicBezTo>
                  <a:cubicBezTo>
                    <a:pt x="490" y="256"/>
                    <a:pt x="566" y="198"/>
                    <a:pt x="585" y="113"/>
                  </a:cubicBezTo>
                  <a:cubicBezTo>
                    <a:pt x="588" y="100"/>
                    <a:pt x="589" y="86"/>
                    <a:pt x="589" y="73"/>
                  </a:cubicBezTo>
                  <a:cubicBezTo>
                    <a:pt x="589" y="69"/>
                    <a:pt x="589" y="65"/>
                    <a:pt x="589" y="61"/>
                  </a:cubicBezTo>
                  <a:cubicBezTo>
                    <a:pt x="591" y="55"/>
                    <a:pt x="592" y="48"/>
                    <a:pt x="593" y="42"/>
                  </a:cubicBezTo>
                  <a:cubicBezTo>
                    <a:pt x="563" y="36"/>
                    <a:pt x="533" y="33"/>
                    <a:pt x="503" y="33"/>
                  </a:cubicBezTo>
                  <a:cubicBezTo>
                    <a:pt x="476" y="33"/>
                    <a:pt x="450" y="35"/>
                    <a:pt x="424" y="40"/>
                  </a:cubicBezTo>
                  <a:cubicBezTo>
                    <a:pt x="377" y="47"/>
                    <a:pt x="328" y="62"/>
                    <a:pt x="281" y="62"/>
                  </a:cubicBezTo>
                  <a:cubicBezTo>
                    <a:pt x="265" y="62"/>
                    <a:pt x="249" y="61"/>
                    <a:pt x="233" y="56"/>
                  </a:cubicBezTo>
                  <a:cubicBezTo>
                    <a:pt x="197" y="46"/>
                    <a:pt x="165" y="23"/>
                    <a:pt x="130" y="11"/>
                  </a:cubicBezTo>
                  <a:cubicBezTo>
                    <a:pt x="109" y="3"/>
                    <a:pt x="87" y="0"/>
                    <a:pt x="65" y="0"/>
                  </a:cubicBezTo>
                </a:path>
              </a:pathLst>
            </a:custGeom>
            <a:solidFill>
              <a:srgbClr val="3B77DB">
                <a:alpha val="92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4" name="íşļí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5152E2E-2D38-4A93-8220-4D7C8C1D63C5}"/>
                </a:ext>
              </a:extLst>
            </p:cNvPr>
            <p:cNvSpPr/>
            <p:nvPr/>
          </p:nvSpPr>
          <p:spPr bwMode="auto">
            <a:xfrm>
              <a:off x="5594348" y="2867606"/>
              <a:ext cx="627286" cy="629922"/>
            </a:xfrm>
            <a:custGeom>
              <a:avLst/>
              <a:gdLst>
                <a:gd name="T0" fmla="*/ 198 w 390"/>
                <a:gd name="T1" fmla="*/ 5 h 392"/>
                <a:gd name="T2" fmla="*/ 122 w 390"/>
                <a:gd name="T3" fmla="*/ 2 h 392"/>
                <a:gd name="T4" fmla="*/ 73 w 390"/>
                <a:gd name="T5" fmla="*/ 15 h 392"/>
                <a:gd name="T6" fmla="*/ 71 w 390"/>
                <a:gd name="T7" fmla="*/ 67 h 392"/>
                <a:gd name="T8" fmla="*/ 90 w 390"/>
                <a:gd name="T9" fmla="*/ 119 h 392"/>
                <a:gd name="T10" fmla="*/ 45 w 390"/>
                <a:gd name="T11" fmla="*/ 191 h 392"/>
                <a:gd name="T12" fmla="*/ 3 w 390"/>
                <a:gd name="T13" fmla="*/ 264 h 392"/>
                <a:gd name="T14" fmla="*/ 41 w 390"/>
                <a:gd name="T15" fmla="*/ 319 h 392"/>
                <a:gd name="T16" fmla="*/ 129 w 390"/>
                <a:gd name="T17" fmla="*/ 375 h 392"/>
                <a:gd name="T18" fmla="*/ 185 w 390"/>
                <a:gd name="T19" fmla="*/ 392 h 392"/>
                <a:gd name="T20" fmla="*/ 236 w 390"/>
                <a:gd name="T21" fmla="*/ 380 h 392"/>
                <a:gd name="T22" fmla="*/ 315 w 390"/>
                <a:gd name="T23" fmla="*/ 338 h 392"/>
                <a:gd name="T24" fmla="*/ 343 w 390"/>
                <a:gd name="T25" fmla="*/ 300 h 392"/>
                <a:gd name="T26" fmla="*/ 360 w 390"/>
                <a:gd name="T27" fmla="*/ 75 h 392"/>
                <a:gd name="T28" fmla="*/ 332 w 390"/>
                <a:gd name="T29" fmla="*/ 32 h 392"/>
                <a:gd name="T30" fmla="*/ 206 w 390"/>
                <a:gd name="T31" fmla="*/ 1 h 392"/>
                <a:gd name="T32" fmla="*/ 182 w 390"/>
                <a:gd name="T33" fmla="*/ 5 h 392"/>
                <a:gd name="T34" fmla="*/ 173 w 390"/>
                <a:gd name="T35" fmla="*/ 25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0" h="392">
                  <a:moveTo>
                    <a:pt x="198" y="5"/>
                  </a:moveTo>
                  <a:cubicBezTo>
                    <a:pt x="122" y="2"/>
                    <a:pt x="122" y="2"/>
                    <a:pt x="122" y="2"/>
                  </a:cubicBezTo>
                  <a:cubicBezTo>
                    <a:pt x="104" y="1"/>
                    <a:pt x="85" y="2"/>
                    <a:pt x="73" y="15"/>
                  </a:cubicBezTo>
                  <a:cubicBezTo>
                    <a:pt x="61" y="28"/>
                    <a:pt x="64" y="50"/>
                    <a:pt x="71" y="67"/>
                  </a:cubicBezTo>
                  <a:cubicBezTo>
                    <a:pt x="78" y="84"/>
                    <a:pt x="89" y="101"/>
                    <a:pt x="90" y="119"/>
                  </a:cubicBezTo>
                  <a:cubicBezTo>
                    <a:pt x="90" y="148"/>
                    <a:pt x="67" y="171"/>
                    <a:pt x="45" y="191"/>
                  </a:cubicBezTo>
                  <a:cubicBezTo>
                    <a:pt x="23" y="211"/>
                    <a:pt x="0" y="235"/>
                    <a:pt x="3" y="264"/>
                  </a:cubicBezTo>
                  <a:cubicBezTo>
                    <a:pt x="6" y="287"/>
                    <a:pt x="24" y="304"/>
                    <a:pt x="41" y="319"/>
                  </a:cubicBezTo>
                  <a:cubicBezTo>
                    <a:pt x="69" y="340"/>
                    <a:pt x="98" y="359"/>
                    <a:pt x="129" y="375"/>
                  </a:cubicBezTo>
                  <a:cubicBezTo>
                    <a:pt x="147" y="384"/>
                    <a:pt x="165" y="392"/>
                    <a:pt x="185" y="392"/>
                  </a:cubicBezTo>
                  <a:cubicBezTo>
                    <a:pt x="203" y="392"/>
                    <a:pt x="220" y="386"/>
                    <a:pt x="236" y="380"/>
                  </a:cubicBezTo>
                  <a:cubicBezTo>
                    <a:pt x="265" y="370"/>
                    <a:pt x="294" y="359"/>
                    <a:pt x="315" y="338"/>
                  </a:cubicBezTo>
                  <a:cubicBezTo>
                    <a:pt x="327" y="326"/>
                    <a:pt x="336" y="314"/>
                    <a:pt x="343" y="300"/>
                  </a:cubicBezTo>
                  <a:cubicBezTo>
                    <a:pt x="380" y="232"/>
                    <a:pt x="390" y="147"/>
                    <a:pt x="360" y="75"/>
                  </a:cubicBezTo>
                  <a:cubicBezTo>
                    <a:pt x="354" y="59"/>
                    <a:pt x="344" y="45"/>
                    <a:pt x="332" y="32"/>
                  </a:cubicBezTo>
                  <a:cubicBezTo>
                    <a:pt x="300" y="2"/>
                    <a:pt x="250" y="0"/>
                    <a:pt x="206" y="1"/>
                  </a:cubicBezTo>
                  <a:cubicBezTo>
                    <a:pt x="197" y="0"/>
                    <a:pt x="189" y="2"/>
                    <a:pt x="182" y="5"/>
                  </a:cubicBezTo>
                  <a:cubicBezTo>
                    <a:pt x="175" y="9"/>
                    <a:pt x="170" y="18"/>
                    <a:pt x="173" y="25"/>
                  </a:cubicBezTo>
                </a:path>
              </a:pathLst>
            </a:custGeom>
            <a:solidFill>
              <a:srgbClr val="3938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5" name="îślí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92D4CAC-7462-4C60-BF5D-4B755FF345FD}"/>
                </a:ext>
              </a:extLst>
            </p:cNvPr>
            <p:cNvSpPr/>
            <p:nvPr/>
          </p:nvSpPr>
          <p:spPr bwMode="auto">
            <a:xfrm>
              <a:off x="5752487" y="4318973"/>
              <a:ext cx="171318" cy="766097"/>
            </a:xfrm>
            <a:custGeom>
              <a:avLst/>
              <a:gdLst>
                <a:gd name="T0" fmla="*/ 3 w 107"/>
                <a:gd name="T1" fmla="*/ 42 h 477"/>
                <a:gd name="T2" fmla="*/ 12 w 107"/>
                <a:gd name="T3" fmla="*/ 284 h 477"/>
                <a:gd name="T4" fmla="*/ 16 w 107"/>
                <a:gd name="T5" fmla="*/ 311 h 477"/>
                <a:gd name="T6" fmla="*/ 39 w 107"/>
                <a:gd name="T7" fmla="*/ 393 h 477"/>
                <a:gd name="T8" fmla="*/ 50 w 107"/>
                <a:gd name="T9" fmla="*/ 477 h 477"/>
                <a:gd name="T10" fmla="*/ 102 w 107"/>
                <a:gd name="T11" fmla="*/ 473 h 477"/>
                <a:gd name="T12" fmla="*/ 103 w 107"/>
                <a:gd name="T13" fmla="*/ 459 h 477"/>
                <a:gd name="T14" fmla="*/ 96 w 107"/>
                <a:gd name="T15" fmla="*/ 382 h 477"/>
                <a:gd name="T16" fmla="*/ 106 w 107"/>
                <a:gd name="T17" fmla="*/ 308 h 477"/>
                <a:gd name="T18" fmla="*/ 94 w 107"/>
                <a:gd name="T19" fmla="*/ 240 h 477"/>
                <a:gd name="T20" fmla="*/ 91 w 107"/>
                <a:gd name="T21" fmla="*/ 193 h 477"/>
                <a:gd name="T22" fmla="*/ 91 w 107"/>
                <a:gd name="T23" fmla="*/ 129 h 477"/>
                <a:gd name="T24" fmla="*/ 101 w 107"/>
                <a:gd name="T25" fmla="*/ 0 h 477"/>
                <a:gd name="T26" fmla="*/ 3 w 107"/>
                <a:gd name="T27" fmla="*/ 42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7" h="477">
                  <a:moveTo>
                    <a:pt x="3" y="42"/>
                  </a:moveTo>
                  <a:cubicBezTo>
                    <a:pt x="0" y="123"/>
                    <a:pt x="3" y="203"/>
                    <a:pt x="12" y="284"/>
                  </a:cubicBezTo>
                  <a:cubicBezTo>
                    <a:pt x="13" y="293"/>
                    <a:pt x="14" y="302"/>
                    <a:pt x="16" y="311"/>
                  </a:cubicBezTo>
                  <a:cubicBezTo>
                    <a:pt x="21" y="339"/>
                    <a:pt x="31" y="366"/>
                    <a:pt x="39" y="393"/>
                  </a:cubicBezTo>
                  <a:cubicBezTo>
                    <a:pt x="48" y="420"/>
                    <a:pt x="54" y="449"/>
                    <a:pt x="50" y="477"/>
                  </a:cubicBezTo>
                  <a:cubicBezTo>
                    <a:pt x="67" y="475"/>
                    <a:pt x="85" y="474"/>
                    <a:pt x="102" y="473"/>
                  </a:cubicBezTo>
                  <a:cubicBezTo>
                    <a:pt x="103" y="459"/>
                    <a:pt x="103" y="459"/>
                    <a:pt x="103" y="459"/>
                  </a:cubicBezTo>
                  <a:cubicBezTo>
                    <a:pt x="103" y="433"/>
                    <a:pt x="93" y="408"/>
                    <a:pt x="96" y="382"/>
                  </a:cubicBezTo>
                  <a:cubicBezTo>
                    <a:pt x="98" y="357"/>
                    <a:pt x="106" y="333"/>
                    <a:pt x="106" y="308"/>
                  </a:cubicBezTo>
                  <a:cubicBezTo>
                    <a:pt x="105" y="285"/>
                    <a:pt x="98" y="263"/>
                    <a:pt x="94" y="240"/>
                  </a:cubicBezTo>
                  <a:cubicBezTo>
                    <a:pt x="92" y="224"/>
                    <a:pt x="91" y="209"/>
                    <a:pt x="91" y="193"/>
                  </a:cubicBezTo>
                  <a:cubicBezTo>
                    <a:pt x="90" y="172"/>
                    <a:pt x="90" y="151"/>
                    <a:pt x="91" y="129"/>
                  </a:cubicBezTo>
                  <a:cubicBezTo>
                    <a:pt x="94" y="86"/>
                    <a:pt x="107" y="43"/>
                    <a:pt x="101" y="0"/>
                  </a:cubicBezTo>
                  <a:cubicBezTo>
                    <a:pt x="69" y="15"/>
                    <a:pt x="35" y="28"/>
                    <a:pt x="3" y="42"/>
                  </a:cubicBezTo>
                  <a:close/>
                </a:path>
              </a:pathLst>
            </a:cu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6" name="íş1ï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A501FCC-DCE9-42BF-860B-FFB1C778419D}"/>
                </a:ext>
              </a:extLst>
            </p:cNvPr>
            <p:cNvSpPr/>
            <p:nvPr/>
          </p:nvSpPr>
          <p:spPr bwMode="auto">
            <a:xfrm>
              <a:off x="5758637" y="5036750"/>
              <a:ext cx="181860" cy="200310"/>
            </a:xfrm>
            <a:custGeom>
              <a:avLst/>
              <a:gdLst>
                <a:gd name="T0" fmla="*/ 78 w 113"/>
                <a:gd name="T1" fmla="*/ 124 h 125"/>
                <a:gd name="T2" fmla="*/ 84 w 113"/>
                <a:gd name="T3" fmla="*/ 123 h 125"/>
                <a:gd name="T4" fmla="*/ 89 w 113"/>
                <a:gd name="T5" fmla="*/ 114 h 125"/>
                <a:gd name="T6" fmla="*/ 102 w 113"/>
                <a:gd name="T7" fmla="*/ 84 h 125"/>
                <a:gd name="T8" fmla="*/ 113 w 113"/>
                <a:gd name="T9" fmla="*/ 62 h 125"/>
                <a:gd name="T10" fmla="*/ 96 w 113"/>
                <a:gd name="T11" fmla="*/ 26 h 125"/>
                <a:gd name="T12" fmla="*/ 93 w 113"/>
                <a:gd name="T13" fmla="*/ 14 h 125"/>
                <a:gd name="T14" fmla="*/ 74 w 113"/>
                <a:gd name="T15" fmla="*/ 3 h 125"/>
                <a:gd name="T16" fmla="*/ 45 w 113"/>
                <a:gd name="T17" fmla="*/ 9 h 125"/>
                <a:gd name="T18" fmla="*/ 46 w 113"/>
                <a:gd name="T19" fmla="*/ 35 h 125"/>
                <a:gd name="T20" fmla="*/ 32 w 113"/>
                <a:gd name="T21" fmla="*/ 67 h 125"/>
                <a:gd name="T22" fmla="*/ 14 w 113"/>
                <a:gd name="T23" fmla="*/ 119 h 125"/>
                <a:gd name="T24" fmla="*/ 38 w 113"/>
                <a:gd name="T25" fmla="*/ 123 h 125"/>
                <a:gd name="T26" fmla="*/ 78 w 113"/>
                <a:gd name="T27" fmla="*/ 12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3" h="125">
                  <a:moveTo>
                    <a:pt x="78" y="124"/>
                  </a:moveTo>
                  <a:cubicBezTo>
                    <a:pt x="80" y="124"/>
                    <a:pt x="82" y="123"/>
                    <a:pt x="84" y="123"/>
                  </a:cubicBezTo>
                  <a:cubicBezTo>
                    <a:pt x="87" y="120"/>
                    <a:pt x="89" y="117"/>
                    <a:pt x="89" y="114"/>
                  </a:cubicBezTo>
                  <a:cubicBezTo>
                    <a:pt x="92" y="103"/>
                    <a:pt x="96" y="93"/>
                    <a:pt x="102" y="84"/>
                  </a:cubicBezTo>
                  <a:cubicBezTo>
                    <a:pt x="107" y="77"/>
                    <a:pt x="112" y="70"/>
                    <a:pt x="113" y="62"/>
                  </a:cubicBezTo>
                  <a:cubicBezTo>
                    <a:pt x="113" y="48"/>
                    <a:pt x="99" y="39"/>
                    <a:pt x="96" y="26"/>
                  </a:cubicBezTo>
                  <a:cubicBezTo>
                    <a:pt x="95" y="22"/>
                    <a:pt x="95" y="18"/>
                    <a:pt x="93" y="14"/>
                  </a:cubicBezTo>
                  <a:cubicBezTo>
                    <a:pt x="90" y="7"/>
                    <a:pt x="81" y="4"/>
                    <a:pt x="74" y="3"/>
                  </a:cubicBezTo>
                  <a:cubicBezTo>
                    <a:pt x="63" y="0"/>
                    <a:pt x="50" y="0"/>
                    <a:pt x="45" y="9"/>
                  </a:cubicBezTo>
                  <a:cubicBezTo>
                    <a:pt x="41" y="16"/>
                    <a:pt x="46" y="26"/>
                    <a:pt x="46" y="35"/>
                  </a:cubicBezTo>
                  <a:cubicBezTo>
                    <a:pt x="47" y="47"/>
                    <a:pt x="40" y="58"/>
                    <a:pt x="32" y="67"/>
                  </a:cubicBezTo>
                  <a:cubicBezTo>
                    <a:pt x="23" y="78"/>
                    <a:pt x="0" y="104"/>
                    <a:pt x="14" y="119"/>
                  </a:cubicBezTo>
                  <a:cubicBezTo>
                    <a:pt x="19" y="125"/>
                    <a:pt x="31" y="123"/>
                    <a:pt x="38" y="123"/>
                  </a:cubicBezTo>
                  <a:lnTo>
                    <a:pt x="78" y="124"/>
                  </a:ln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7" name="íŝḻ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F4CA5E7-D1E0-4625-A30A-B6E8D8AFB2D4}"/>
                </a:ext>
              </a:extLst>
            </p:cNvPr>
            <p:cNvSpPr/>
            <p:nvPr/>
          </p:nvSpPr>
          <p:spPr bwMode="auto">
            <a:xfrm>
              <a:off x="5964218" y="4318973"/>
              <a:ext cx="173075" cy="766097"/>
            </a:xfrm>
            <a:custGeom>
              <a:avLst/>
              <a:gdLst>
                <a:gd name="T0" fmla="*/ 105 w 108"/>
                <a:gd name="T1" fmla="*/ 42 h 477"/>
                <a:gd name="T2" fmla="*/ 96 w 108"/>
                <a:gd name="T3" fmla="*/ 284 h 477"/>
                <a:gd name="T4" fmla="*/ 92 w 108"/>
                <a:gd name="T5" fmla="*/ 311 h 477"/>
                <a:gd name="T6" fmla="*/ 68 w 108"/>
                <a:gd name="T7" fmla="*/ 393 h 477"/>
                <a:gd name="T8" fmla="*/ 58 w 108"/>
                <a:gd name="T9" fmla="*/ 477 h 477"/>
                <a:gd name="T10" fmla="*/ 5 w 108"/>
                <a:gd name="T11" fmla="*/ 473 h 477"/>
                <a:gd name="T12" fmla="*/ 5 w 108"/>
                <a:gd name="T13" fmla="*/ 459 h 477"/>
                <a:gd name="T14" fmla="*/ 12 w 108"/>
                <a:gd name="T15" fmla="*/ 382 h 477"/>
                <a:gd name="T16" fmla="*/ 2 w 108"/>
                <a:gd name="T17" fmla="*/ 308 h 477"/>
                <a:gd name="T18" fmla="*/ 14 w 108"/>
                <a:gd name="T19" fmla="*/ 240 h 477"/>
                <a:gd name="T20" fmla="*/ 17 w 108"/>
                <a:gd name="T21" fmla="*/ 193 h 477"/>
                <a:gd name="T22" fmla="*/ 17 w 108"/>
                <a:gd name="T23" fmla="*/ 129 h 477"/>
                <a:gd name="T24" fmla="*/ 6 w 108"/>
                <a:gd name="T25" fmla="*/ 0 h 477"/>
                <a:gd name="T26" fmla="*/ 105 w 108"/>
                <a:gd name="T27" fmla="*/ 42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477">
                  <a:moveTo>
                    <a:pt x="105" y="42"/>
                  </a:moveTo>
                  <a:cubicBezTo>
                    <a:pt x="108" y="123"/>
                    <a:pt x="105" y="203"/>
                    <a:pt x="96" y="284"/>
                  </a:cubicBezTo>
                  <a:cubicBezTo>
                    <a:pt x="95" y="293"/>
                    <a:pt x="94" y="302"/>
                    <a:pt x="92" y="311"/>
                  </a:cubicBezTo>
                  <a:cubicBezTo>
                    <a:pt x="87" y="339"/>
                    <a:pt x="77" y="366"/>
                    <a:pt x="68" y="393"/>
                  </a:cubicBezTo>
                  <a:cubicBezTo>
                    <a:pt x="60" y="420"/>
                    <a:pt x="54" y="449"/>
                    <a:pt x="58" y="477"/>
                  </a:cubicBezTo>
                  <a:cubicBezTo>
                    <a:pt x="40" y="475"/>
                    <a:pt x="23" y="474"/>
                    <a:pt x="5" y="473"/>
                  </a:cubicBezTo>
                  <a:cubicBezTo>
                    <a:pt x="5" y="459"/>
                    <a:pt x="5" y="459"/>
                    <a:pt x="5" y="459"/>
                  </a:cubicBezTo>
                  <a:cubicBezTo>
                    <a:pt x="4" y="433"/>
                    <a:pt x="15" y="408"/>
                    <a:pt x="12" y="382"/>
                  </a:cubicBezTo>
                  <a:cubicBezTo>
                    <a:pt x="10" y="357"/>
                    <a:pt x="2" y="333"/>
                    <a:pt x="2" y="308"/>
                  </a:cubicBezTo>
                  <a:cubicBezTo>
                    <a:pt x="2" y="285"/>
                    <a:pt x="10" y="263"/>
                    <a:pt x="14" y="240"/>
                  </a:cubicBezTo>
                  <a:cubicBezTo>
                    <a:pt x="16" y="224"/>
                    <a:pt x="17" y="209"/>
                    <a:pt x="17" y="193"/>
                  </a:cubicBezTo>
                  <a:cubicBezTo>
                    <a:pt x="18" y="172"/>
                    <a:pt x="18" y="151"/>
                    <a:pt x="17" y="129"/>
                  </a:cubicBezTo>
                  <a:cubicBezTo>
                    <a:pt x="13" y="86"/>
                    <a:pt x="0" y="43"/>
                    <a:pt x="6" y="0"/>
                  </a:cubicBezTo>
                  <a:cubicBezTo>
                    <a:pt x="39" y="15"/>
                    <a:pt x="73" y="28"/>
                    <a:pt x="105" y="42"/>
                  </a:cubicBezTo>
                  <a:close/>
                </a:path>
              </a:pathLst>
            </a:cu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8" name="îṣľî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13AA34A-AB26-4F52-9934-7488AA0368FE}"/>
                </a:ext>
              </a:extLst>
            </p:cNvPr>
            <p:cNvSpPr/>
            <p:nvPr/>
          </p:nvSpPr>
          <p:spPr bwMode="auto">
            <a:xfrm>
              <a:off x="5949283" y="5036750"/>
              <a:ext cx="181860" cy="200310"/>
            </a:xfrm>
            <a:custGeom>
              <a:avLst/>
              <a:gdLst>
                <a:gd name="T0" fmla="*/ 34 w 113"/>
                <a:gd name="T1" fmla="*/ 124 h 125"/>
                <a:gd name="T2" fmla="*/ 28 w 113"/>
                <a:gd name="T3" fmla="*/ 123 h 125"/>
                <a:gd name="T4" fmla="*/ 24 w 113"/>
                <a:gd name="T5" fmla="*/ 114 h 125"/>
                <a:gd name="T6" fmla="*/ 10 w 113"/>
                <a:gd name="T7" fmla="*/ 84 h 125"/>
                <a:gd name="T8" fmla="*/ 0 w 113"/>
                <a:gd name="T9" fmla="*/ 62 h 125"/>
                <a:gd name="T10" fmla="*/ 17 w 113"/>
                <a:gd name="T11" fmla="*/ 26 h 125"/>
                <a:gd name="T12" fmla="*/ 19 w 113"/>
                <a:gd name="T13" fmla="*/ 14 h 125"/>
                <a:gd name="T14" fmla="*/ 39 w 113"/>
                <a:gd name="T15" fmla="*/ 3 h 125"/>
                <a:gd name="T16" fmla="*/ 67 w 113"/>
                <a:gd name="T17" fmla="*/ 9 h 125"/>
                <a:gd name="T18" fmla="*/ 66 w 113"/>
                <a:gd name="T19" fmla="*/ 35 h 125"/>
                <a:gd name="T20" fmla="*/ 80 w 113"/>
                <a:gd name="T21" fmla="*/ 67 h 125"/>
                <a:gd name="T22" fmla="*/ 99 w 113"/>
                <a:gd name="T23" fmla="*/ 119 h 125"/>
                <a:gd name="T24" fmla="*/ 75 w 113"/>
                <a:gd name="T25" fmla="*/ 123 h 125"/>
                <a:gd name="T26" fmla="*/ 34 w 113"/>
                <a:gd name="T27" fmla="*/ 12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3" h="125">
                  <a:moveTo>
                    <a:pt x="34" y="124"/>
                  </a:moveTo>
                  <a:cubicBezTo>
                    <a:pt x="32" y="124"/>
                    <a:pt x="30" y="123"/>
                    <a:pt x="28" y="123"/>
                  </a:cubicBezTo>
                  <a:cubicBezTo>
                    <a:pt x="26" y="120"/>
                    <a:pt x="24" y="117"/>
                    <a:pt x="24" y="114"/>
                  </a:cubicBezTo>
                  <a:cubicBezTo>
                    <a:pt x="21" y="103"/>
                    <a:pt x="16" y="93"/>
                    <a:pt x="10" y="84"/>
                  </a:cubicBezTo>
                  <a:cubicBezTo>
                    <a:pt x="6" y="77"/>
                    <a:pt x="0" y="70"/>
                    <a:pt x="0" y="62"/>
                  </a:cubicBezTo>
                  <a:cubicBezTo>
                    <a:pt x="0" y="48"/>
                    <a:pt x="14" y="39"/>
                    <a:pt x="17" y="26"/>
                  </a:cubicBezTo>
                  <a:cubicBezTo>
                    <a:pt x="17" y="22"/>
                    <a:pt x="18" y="18"/>
                    <a:pt x="19" y="14"/>
                  </a:cubicBezTo>
                  <a:cubicBezTo>
                    <a:pt x="23" y="7"/>
                    <a:pt x="31" y="4"/>
                    <a:pt x="39" y="3"/>
                  </a:cubicBezTo>
                  <a:cubicBezTo>
                    <a:pt x="49" y="0"/>
                    <a:pt x="62" y="0"/>
                    <a:pt x="67" y="9"/>
                  </a:cubicBezTo>
                  <a:cubicBezTo>
                    <a:pt x="72" y="16"/>
                    <a:pt x="67" y="26"/>
                    <a:pt x="66" y="35"/>
                  </a:cubicBezTo>
                  <a:cubicBezTo>
                    <a:pt x="65" y="47"/>
                    <a:pt x="73" y="58"/>
                    <a:pt x="80" y="67"/>
                  </a:cubicBezTo>
                  <a:cubicBezTo>
                    <a:pt x="89" y="78"/>
                    <a:pt x="113" y="104"/>
                    <a:pt x="99" y="119"/>
                  </a:cubicBezTo>
                  <a:cubicBezTo>
                    <a:pt x="93" y="125"/>
                    <a:pt x="81" y="123"/>
                    <a:pt x="75" y="123"/>
                  </a:cubicBezTo>
                  <a:lnTo>
                    <a:pt x="34" y="124"/>
                  </a:lnTo>
                  <a:close/>
                </a:path>
              </a:pathLst>
            </a:custGeom>
            <a:solidFill>
              <a:srgbClr val="3F3D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69" name="isli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22769DB-1660-4B05-BC95-FB47B2B3FC75}"/>
                </a:ext>
              </a:extLst>
            </p:cNvPr>
            <p:cNvSpPr/>
            <p:nvPr/>
          </p:nvSpPr>
          <p:spPr bwMode="auto">
            <a:xfrm>
              <a:off x="5771815" y="2985332"/>
              <a:ext cx="262687" cy="262687"/>
            </a:xfrm>
            <a:prstGeom prst="ellipse">
              <a:avLst/>
            </a:pr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0" name="išļî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B79412D-C3D4-4040-A065-977ED8B0723B}"/>
                </a:ext>
              </a:extLst>
            </p:cNvPr>
            <p:cNvSpPr/>
            <p:nvPr/>
          </p:nvSpPr>
          <p:spPr bwMode="auto">
            <a:xfrm>
              <a:off x="5752487" y="3174221"/>
              <a:ext cx="298707" cy="356692"/>
            </a:xfrm>
            <a:custGeom>
              <a:avLst/>
              <a:gdLst>
                <a:gd name="T0" fmla="*/ 48 w 186"/>
                <a:gd name="T1" fmla="*/ 38 h 222"/>
                <a:gd name="T2" fmla="*/ 49 w 186"/>
                <a:gd name="T3" fmla="*/ 50 h 222"/>
                <a:gd name="T4" fmla="*/ 42 w 186"/>
                <a:gd name="T5" fmla="*/ 61 h 222"/>
                <a:gd name="T6" fmla="*/ 2 w 186"/>
                <a:gd name="T7" fmla="*/ 88 h 222"/>
                <a:gd name="T8" fmla="*/ 6 w 186"/>
                <a:gd name="T9" fmla="*/ 103 h 222"/>
                <a:gd name="T10" fmla="*/ 37 w 186"/>
                <a:gd name="T11" fmla="*/ 147 h 222"/>
                <a:gd name="T12" fmla="*/ 106 w 186"/>
                <a:gd name="T13" fmla="*/ 222 h 222"/>
                <a:gd name="T14" fmla="*/ 130 w 186"/>
                <a:gd name="T15" fmla="*/ 192 h 222"/>
                <a:gd name="T16" fmla="*/ 144 w 186"/>
                <a:gd name="T17" fmla="*/ 173 h 222"/>
                <a:gd name="T18" fmla="*/ 157 w 186"/>
                <a:gd name="T19" fmla="*/ 148 h 222"/>
                <a:gd name="T20" fmla="*/ 186 w 186"/>
                <a:gd name="T21" fmla="*/ 80 h 222"/>
                <a:gd name="T22" fmla="*/ 135 w 186"/>
                <a:gd name="T23" fmla="*/ 65 h 222"/>
                <a:gd name="T24" fmla="*/ 128 w 186"/>
                <a:gd name="T25" fmla="*/ 58 h 222"/>
                <a:gd name="T26" fmla="*/ 126 w 186"/>
                <a:gd name="T27" fmla="*/ 50 h 222"/>
                <a:gd name="T28" fmla="*/ 126 w 186"/>
                <a:gd name="T29" fmla="*/ 7 h 222"/>
                <a:gd name="T30" fmla="*/ 62 w 186"/>
                <a:gd name="T31" fmla="*/ 2 h 222"/>
                <a:gd name="T32" fmla="*/ 46 w 186"/>
                <a:gd name="T33" fmla="*/ 9 h 222"/>
                <a:gd name="T34" fmla="*/ 48 w 186"/>
                <a:gd name="T35" fmla="*/ 38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6" h="222">
                  <a:moveTo>
                    <a:pt x="48" y="38"/>
                  </a:moveTo>
                  <a:cubicBezTo>
                    <a:pt x="49" y="42"/>
                    <a:pt x="49" y="46"/>
                    <a:pt x="49" y="50"/>
                  </a:cubicBezTo>
                  <a:cubicBezTo>
                    <a:pt x="48" y="54"/>
                    <a:pt x="45" y="58"/>
                    <a:pt x="42" y="61"/>
                  </a:cubicBezTo>
                  <a:cubicBezTo>
                    <a:pt x="31" y="72"/>
                    <a:pt x="17" y="81"/>
                    <a:pt x="2" y="88"/>
                  </a:cubicBezTo>
                  <a:cubicBezTo>
                    <a:pt x="0" y="93"/>
                    <a:pt x="3" y="98"/>
                    <a:pt x="6" y="103"/>
                  </a:cubicBezTo>
                  <a:cubicBezTo>
                    <a:pt x="16" y="118"/>
                    <a:pt x="26" y="133"/>
                    <a:pt x="37" y="147"/>
                  </a:cubicBezTo>
                  <a:cubicBezTo>
                    <a:pt x="55" y="176"/>
                    <a:pt x="79" y="202"/>
                    <a:pt x="106" y="222"/>
                  </a:cubicBezTo>
                  <a:cubicBezTo>
                    <a:pt x="130" y="192"/>
                    <a:pt x="130" y="192"/>
                    <a:pt x="130" y="192"/>
                  </a:cubicBezTo>
                  <a:cubicBezTo>
                    <a:pt x="135" y="186"/>
                    <a:pt x="140" y="180"/>
                    <a:pt x="144" y="173"/>
                  </a:cubicBezTo>
                  <a:cubicBezTo>
                    <a:pt x="149" y="165"/>
                    <a:pt x="153" y="157"/>
                    <a:pt x="157" y="148"/>
                  </a:cubicBezTo>
                  <a:cubicBezTo>
                    <a:pt x="186" y="80"/>
                    <a:pt x="186" y="80"/>
                    <a:pt x="186" y="80"/>
                  </a:cubicBezTo>
                  <a:cubicBezTo>
                    <a:pt x="168" y="83"/>
                    <a:pt x="150" y="75"/>
                    <a:pt x="135" y="65"/>
                  </a:cubicBezTo>
                  <a:cubicBezTo>
                    <a:pt x="132" y="64"/>
                    <a:pt x="130" y="61"/>
                    <a:pt x="128" y="58"/>
                  </a:cubicBezTo>
                  <a:cubicBezTo>
                    <a:pt x="127" y="55"/>
                    <a:pt x="126" y="53"/>
                    <a:pt x="126" y="50"/>
                  </a:cubicBezTo>
                  <a:cubicBezTo>
                    <a:pt x="126" y="35"/>
                    <a:pt x="126" y="21"/>
                    <a:pt x="126" y="7"/>
                  </a:cubicBezTo>
                  <a:cubicBezTo>
                    <a:pt x="105" y="4"/>
                    <a:pt x="83" y="3"/>
                    <a:pt x="62" y="2"/>
                  </a:cubicBezTo>
                  <a:cubicBezTo>
                    <a:pt x="53" y="2"/>
                    <a:pt x="48" y="0"/>
                    <a:pt x="46" y="9"/>
                  </a:cubicBezTo>
                  <a:cubicBezTo>
                    <a:pt x="44" y="18"/>
                    <a:pt x="46" y="30"/>
                    <a:pt x="48" y="38"/>
                  </a:cubicBezTo>
                  <a:close/>
                </a:path>
              </a:pathLst>
            </a:cu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1" name="iṡḷî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DDA6FE1-EE5D-466E-A9D6-DE894E9B9284}"/>
                </a:ext>
              </a:extLst>
            </p:cNvPr>
            <p:cNvSpPr/>
            <p:nvPr/>
          </p:nvSpPr>
          <p:spPr bwMode="auto">
            <a:xfrm>
              <a:off x="5582048" y="3272619"/>
              <a:ext cx="648371" cy="1203616"/>
            </a:xfrm>
            <a:custGeom>
              <a:avLst/>
              <a:gdLst>
                <a:gd name="T0" fmla="*/ 142 w 404"/>
                <a:gd name="T1" fmla="*/ 67 h 750"/>
                <a:gd name="T2" fmla="*/ 130 w 404"/>
                <a:gd name="T3" fmla="*/ 42 h 750"/>
                <a:gd name="T4" fmla="*/ 127 w 404"/>
                <a:gd name="T5" fmla="*/ 17 h 750"/>
                <a:gd name="T6" fmla="*/ 109 w 404"/>
                <a:gd name="T7" fmla="*/ 18 h 750"/>
                <a:gd name="T8" fmla="*/ 67 w 404"/>
                <a:gd name="T9" fmla="*/ 45 h 750"/>
                <a:gd name="T10" fmla="*/ 24 w 404"/>
                <a:gd name="T11" fmla="*/ 72 h 750"/>
                <a:gd name="T12" fmla="*/ 19 w 404"/>
                <a:gd name="T13" fmla="*/ 257 h 750"/>
                <a:gd name="T14" fmla="*/ 3 w 404"/>
                <a:gd name="T15" fmla="*/ 274 h 750"/>
                <a:gd name="T16" fmla="*/ 7 w 404"/>
                <a:gd name="T17" fmla="*/ 289 h 750"/>
                <a:gd name="T18" fmla="*/ 1 w 404"/>
                <a:gd name="T19" fmla="*/ 329 h 750"/>
                <a:gd name="T20" fmla="*/ 16 w 404"/>
                <a:gd name="T21" fmla="*/ 314 h 750"/>
                <a:gd name="T22" fmla="*/ 55 w 404"/>
                <a:gd name="T23" fmla="*/ 300 h 750"/>
                <a:gd name="T24" fmla="*/ 49 w 404"/>
                <a:gd name="T25" fmla="*/ 511 h 750"/>
                <a:gd name="T26" fmla="*/ 34 w 404"/>
                <a:gd name="T27" fmla="*/ 624 h 750"/>
                <a:gd name="T28" fmla="*/ 41 w 404"/>
                <a:gd name="T29" fmla="*/ 708 h 750"/>
                <a:gd name="T30" fmla="*/ 66 w 404"/>
                <a:gd name="T31" fmla="*/ 732 h 750"/>
                <a:gd name="T32" fmla="*/ 132 w 404"/>
                <a:gd name="T33" fmla="*/ 724 h 750"/>
                <a:gd name="T34" fmla="*/ 172 w 404"/>
                <a:gd name="T35" fmla="*/ 699 h 750"/>
                <a:gd name="T36" fmla="*/ 255 w 404"/>
                <a:gd name="T37" fmla="*/ 705 h 750"/>
                <a:gd name="T38" fmla="*/ 333 w 404"/>
                <a:gd name="T39" fmla="*/ 725 h 750"/>
                <a:gd name="T40" fmla="*/ 363 w 404"/>
                <a:gd name="T41" fmla="*/ 711 h 750"/>
                <a:gd name="T42" fmla="*/ 386 w 404"/>
                <a:gd name="T43" fmla="*/ 693 h 750"/>
                <a:gd name="T44" fmla="*/ 375 w 404"/>
                <a:gd name="T45" fmla="*/ 476 h 750"/>
                <a:gd name="T46" fmla="*/ 355 w 404"/>
                <a:gd name="T47" fmla="*/ 397 h 750"/>
                <a:gd name="T48" fmla="*/ 344 w 404"/>
                <a:gd name="T49" fmla="*/ 279 h 750"/>
                <a:gd name="T50" fmla="*/ 382 w 404"/>
                <a:gd name="T51" fmla="*/ 312 h 750"/>
                <a:gd name="T52" fmla="*/ 394 w 404"/>
                <a:gd name="T53" fmla="*/ 320 h 750"/>
                <a:gd name="T54" fmla="*/ 399 w 404"/>
                <a:gd name="T55" fmla="*/ 251 h 750"/>
                <a:gd name="T56" fmla="*/ 379 w 404"/>
                <a:gd name="T57" fmla="*/ 137 h 750"/>
                <a:gd name="T58" fmla="*/ 365 w 404"/>
                <a:gd name="T59" fmla="*/ 54 h 750"/>
                <a:gd name="T60" fmla="*/ 342 w 404"/>
                <a:gd name="T61" fmla="*/ 30 h 750"/>
                <a:gd name="T62" fmla="*/ 247 w 404"/>
                <a:gd name="T63" fmla="*/ 3 h 750"/>
                <a:gd name="T64" fmla="*/ 250 w 404"/>
                <a:gd name="T65" fmla="*/ 43 h 750"/>
                <a:gd name="T66" fmla="*/ 206 w 404"/>
                <a:gd name="T67" fmla="*/ 11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4" h="750">
                  <a:moveTo>
                    <a:pt x="190" y="131"/>
                  </a:moveTo>
                  <a:cubicBezTo>
                    <a:pt x="177" y="108"/>
                    <a:pt x="161" y="87"/>
                    <a:pt x="142" y="67"/>
                  </a:cubicBezTo>
                  <a:cubicBezTo>
                    <a:pt x="138" y="64"/>
                    <a:pt x="135" y="59"/>
                    <a:pt x="132" y="54"/>
                  </a:cubicBezTo>
                  <a:cubicBezTo>
                    <a:pt x="131" y="50"/>
                    <a:pt x="130" y="46"/>
                    <a:pt x="130" y="42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9" y="19"/>
                    <a:pt x="128" y="18"/>
                    <a:pt x="127" y="17"/>
                  </a:cubicBezTo>
                  <a:cubicBezTo>
                    <a:pt x="126" y="16"/>
                    <a:pt x="125" y="16"/>
                    <a:pt x="124" y="16"/>
                  </a:cubicBezTo>
                  <a:cubicBezTo>
                    <a:pt x="119" y="15"/>
                    <a:pt x="114" y="16"/>
                    <a:pt x="109" y="18"/>
                  </a:cubicBezTo>
                  <a:cubicBezTo>
                    <a:pt x="106" y="20"/>
                    <a:pt x="104" y="23"/>
                    <a:pt x="101" y="26"/>
                  </a:cubicBezTo>
                  <a:cubicBezTo>
                    <a:pt x="92" y="35"/>
                    <a:pt x="79" y="40"/>
                    <a:pt x="67" y="45"/>
                  </a:cubicBezTo>
                  <a:cubicBezTo>
                    <a:pt x="58" y="48"/>
                    <a:pt x="49" y="53"/>
                    <a:pt x="41" y="57"/>
                  </a:cubicBezTo>
                  <a:cubicBezTo>
                    <a:pt x="34" y="61"/>
                    <a:pt x="27" y="65"/>
                    <a:pt x="24" y="72"/>
                  </a:cubicBezTo>
                  <a:cubicBezTo>
                    <a:pt x="22" y="77"/>
                    <a:pt x="22" y="82"/>
                    <a:pt x="22" y="87"/>
                  </a:cubicBezTo>
                  <a:cubicBezTo>
                    <a:pt x="19" y="257"/>
                    <a:pt x="19" y="257"/>
                    <a:pt x="19" y="257"/>
                  </a:cubicBezTo>
                  <a:cubicBezTo>
                    <a:pt x="20" y="262"/>
                    <a:pt x="17" y="266"/>
                    <a:pt x="12" y="267"/>
                  </a:cubicBezTo>
                  <a:cubicBezTo>
                    <a:pt x="9" y="269"/>
                    <a:pt x="5" y="271"/>
                    <a:pt x="3" y="274"/>
                  </a:cubicBezTo>
                  <a:cubicBezTo>
                    <a:pt x="1" y="277"/>
                    <a:pt x="0" y="282"/>
                    <a:pt x="3" y="285"/>
                  </a:cubicBezTo>
                  <a:cubicBezTo>
                    <a:pt x="4" y="287"/>
                    <a:pt x="6" y="288"/>
                    <a:pt x="7" y="289"/>
                  </a:cubicBezTo>
                  <a:cubicBezTo>
                    <a:pt x="11" y="294"/>
                    <a:pt x="7" y="301"/>
                    <a:pt x="5" y="306"/>
                  </a:cubicBezTo>
                  <a:cubicBezTo>
                    <a:pt x="1" y="313"/>
                    <a:pt x="0" y="322"/>
                    <a:pt x="1" y="329"/>
                  </a:cubicBezTo>
                  <a:cubicBezTo>
                    <a:pt x="2" y="338"/>
                    <a:pt x="8" y="344"/>
                    <a:pt x="16" y="345"/>
                  </a:cubicBezTo>
                  <a:cubicBezTo>
                    <a:pt x="20" y="335"/>
                    <a:pt x="12" y="324"/>
                    <a:pt x="16" y="314"/>
                  </a:cubicBezTo>
                  <a:cubicBezTo>
                    <a:pt x="19" y="308"/>
                    <a:pt x="24" y="304"/>
                    <a:pt x="30" y="302"/>
                  </a:cubicBezTo>
                  <a:cubicBezTo>
                    <a:pt x="38" y="299"/>
                    <a:pt x="47" y="298"/>
                    <a:pt x="55" y="300"/>
                  </a:cubicBezTo>
                  <a:cubicBezTo>
                    <a:pt x="60" y="317"/>
                    <a:pt x="60" y="317"/>
                    <a:pt x="60" y="317"/>
                  </a:cubicBezTo>
                  <a:cubicBezTo>
                    <a:pt x="77" y="380"/>
                    <a:pt x="65" y="448"/>
                    <a:pt x="49" y="511"/>
                  </a:cubicBezTo>
                  <a:cubicBezTo>
                    <a:pt x="46" y="526"/>
                    <a:pt x="41" y="541"/>
                    <a:pt x="38" y="556"/>
                  </a:cubicBezTo>
                  <a:cubicBezTo>
                    <a:pt x="34" y="578"/>
                    <a:pt x="34" y="601"/>
                    <a:pt x="34" y="624"/>
                  </a:cubicBezTo>
                  <a:cubicBezTo>
                    <a:pt x="34" y="686"/>
                    <a:pt x="34" y="686"/>
                    <a:pt x="34" y="686"/>
                  </a:cubicBezTo>
                  <a:cubicBezTo>
                    <a:pt x="34" y="694"/>
                    <a:pt x="35" y="703"/>
                    <a:pt x="41" y="708"/>
                  </a:cubicBezTo>
                  <a:cubicBezTo>
                    <a:pt x="47" y="713"/>
                    <a:pt x="57" y="712"/>
                    <a:pt x="62" y="719"/>
                  </a:cubicBezTo>
                  <a:cubicBezTo>
                    <a:pt x="64" y="723"/>
                    <a:pt x="64" y="728"/>
                    <a:pt x="66" y="732"/>
                  </a:cubicBezTo>
                  <a:cubicBezTo>
                    <a:pt x="68" y="735"/>
                    <a:pt x="70" y="737"/>
                    <a:pt x="73" y="738"/>
                  </a:cubicBezTo>
                  <a:cubicBezTo>
                    <a:pt x="93" y="750"/>
                    <a:pt x="119" y="743"/>
                    <a:pt x="132" y="724"/>
                  </a:cubicBezTo>
                  <a:cubicBezTo>
                    <a:pt x="137" y="717"/>
                    <a:pt x="139" y="709"/>
                    <a:pt x="146" y="704"/>
                  </a:cubicBezTo>
                  <a:cubicBezTo>
                    <a:pt x="153" y="698"/>
                    <a:pt x="163" y="698"/>
                    <a:pt x="172" y="699"/>
                  </a:cubicBezTo>
                  <a:cubicBezTo>
                    <a:pt x="227" y="701"/>
                    <a:pt x="227" y="701"/>
                    <a:pt x="227" y="701"/>
                  </a:cubicBezTo>
                  <a:cubicBezTo>
                    <a:pt x="236" y="701"/>
                    <a:pt x="246" y="703"/>
                    <a:pt x="255" y="705"/>
                  </a:cubicBezTo>
                  <a:cubicBezTo>
                    <a:pt x="263" y="708"/>
                    <a:pt x="270" y="711"/>
                    <a:pt x="278" y="715"/>
                  </a:cubicBezTo>
                  <a:cubicBezTo>
                    <a:pt x="295" y="723"/>
                    <a:pt x="314" y="726"/>
                    <a:pt x="333" y="725"/>
                  </a:cubicBezTo>
                  <a:cubicBezTo>
                    <a:pt x="338" y="725"/>
                    <a:pt x="343" y="724"/>
                    <a:pt x="348" y="721"/>
                  </a:cubicBezTo>
                  <a:cubicBezTo>
                    <a:pt x="353" y="718"/>
                    <a:pt x="357" y="713"/>
                    <a:pt x="363" y="711"/>
                  </a:cubicBezTo>
                  <a:cubicBezTo>
                    <a:pt x="369" y="708"/>
                    <a:pt x="377" y="711"/>
                    <a:pt x="382" y="706"/>
                  </a:cubicBezTo>
                  <a:cubicBezTo>
                    <a:pt x="385" y="702"/>
                    <a:pt x="387" y="698"/>
                    <a:pt x="386" y="693"/>
                  </a:cubicBezTo>
                  <a:cubicBezTo>
                    <a:pt x="389" y="640"/>
                    <a:pt x="389" y="640"/>
                    <a:pt x="389" y="640"/>
                  </a:cubicBezTo>
                  <a:cubicBezTo>
                    <a:pt x="391" y="585"/>
                    <a:pt x="393" y="528"/>
                    <a:pt x="375" y="476"/>
                  </a:cubicBezTo>
                  <a:cubicBezTo>
                    <a:pt x="370" y="463"/>
                    <a:pt x="365" y="451"/>
                    <a:pt x="361" y="438"/>
                  </a:cubicBezTo>
                  <a:cubicBezTo>
                    <a:pt x="359" y="424"/>
                    <a:pt x="356" y="411"/>
                    <a:pt x="355" y="397"/>
                  </a:cubicBezTo>
                  <a:cubicBezTo>
                    <a:pt x="349" y="359"/>
                    <a:pt x="337" y="321"/>
                    <a:pt x="339" y="283"/>
                  </a:cubicBezTo>
                  <a:cubicBezTo>
                    <a:pt x="339" y="280"/>
                    <a:pt x="342" y="280"/>
                    <a:pt x="344" y="279"/>
                  </a:cubicBezTo>
                  <a:cubicBezTo>
                    <a:pt x="355" y="278"/>
                    <a:pt x="366" y="280"/>
                    <a:pt x="373" y="287"/>
                  </a:cubicBezTo>
                  <a:cubicBezTo>
                    <a:pt x="379" y="294"/>
                    <a:pt x="382" y="303"/>
                    <a:pt x="382" y="312"/>
                  </a:cubicBezTo>
                  <a:cubicBezTo>
                    <a:pt x="383" y="318"/>
                    <a:pt x="382" y="325"/>
                    <a:pt x="379" y="331"/>
                  </a:cubicBezTo>
                  <a:cubicBezTo>
                    <a:pt x="394" y="320"/>
                    <a:pt x="394" y="320"/>
                    <a:pt x="394" y="320"/>
                  </a:cubicBezTo>
                  <a:cubicBezTo>
                    <a:pt x="399" y="316"/>
                    <a:pt x="404" y="311"/>
                    <a:pt x="403" y="305"/>
                  </a:cubicBezTo>
                  <a:cubicBezTo>
                    <a:pt x="400" y="288"/>
                    <a:pt x="401" y="268"/>
                    <a:pt x="399" y="251"/>
                  </a:cubicBezTo>
                  <a:cubicBezTo>
                    <a:pt x="396" y="221"/>
                    <a:pt x="391" y="191"/>
                    <a:pt x="385" y="162"/>
                  </a:cubicBezTo>
                  <a:cubicBezTo>
                    <a:pt x="382" y="154"/>
                    <a:pt x="380" y="145"/>
                    <a:pt x="379" y="137"/>
                  </a:cubicBezTo>
                  <a:cubicBezTo>
                    <a:pt x="378" y="125"/>
                    <a:pt x="378" y="113"/>
                    <a:pt x="378" y="102"/>
                  </a:cubicBezTo>
                  <a:cubicBezTo>
                    <a:pt x="376" y="85"/>
                    <a:pt x="372" y="69"/>
                    <a:pt x="365" y="54"/>
                  </a:cubicBezTo>
                  <a:cubicBezTo>
                    <a:pt x="363" y="49"/>
                    <a:pt x="360" y="45"/>
                    <a:pt x="357" y="41"/>
                  </a:cubicBezTo>
                  <a:cubicBezTo>
                    <a:pt x="353" y="37"/>
                    <a:pt x="347" y="33"/>
                    <a:pt x="342" y="30"/>
                  </a:cubicBezTo>
                  <a:cubicBezTo>
                    <a:pt x="317" y="17"/>
                    <a:pt x="290" y="8"/>
                    <a:pt x="263" y="2"/>
                  </a:cubicBezTo>
                  <a:cubicBezTo>
                    <a:pt x="258" y="1"/>
                    <a:pt x="251" y="0"/>
                    <a:pt x="247" y="3"/>
                  </a:cubicBezTo>
                  <a:cubicBezTo>
                    <a:pt x="241" y="7"/>
                    <a:pt x="242" y="16"/>
                    <a:pt x="245" y="23"/>
                  </a:cubicBezTo>
                  <a:cubicBezTo>
                    <a:pt x="247" y="29"/>
                    <a:pt x="251" y="36"/>
                    <a:pt x="250" y="43"/>
                  </a:cubicBezTo>
                  <a:cubicBezTo>
                    <a:pt x="249" y="50"/>
                    <a:pt x="243" y="56"/>
                    <a:pt x="238" y="61"/>
                  </a:cubicBezTo>
                  <a:cubicBezTo>
                    <a:pt x="225" y="76"/>
                    <a:pt x="219" y="96"/>
                    <a:pt x="206" y="110"/>
                  </a:cubicBezTo>
                  <a:cubicBezTo>
                    <a:pt x="200" y="117"/>
                    <a:pt x="192" y="122"/>
                    <a:pt x="190" y="131"/>
                  </a:cubicBezTo>
                </a:path>
              </a:pathLst>
            </a:custGeom>
            <a:solidFill>
              <a:srgbClr val="FF6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2" name="îSḷî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00ACD69-ACFD-442C-AE2B-ED134EA4702F}"/>
                </a:ext>
              </a:extLst>
            </p:cNvPr>
            <p:cNvSpPr/>
            <p:nvPr/>
          </p:nvSpPr>
          <p:spPr bwMode="auto">
            <a:xfrm>
              <a:off x="5737552" y="2904505"/>
              <a:ext cx="319793" cy="180103"/>
            </a:xfrm>
            <a:custGeom>
              <a:avLst/>
              <a:gdLst>
                <a:gd name="T0" fmla="*/ 42 w 199"/>
                <a:gd name="T1" fmla="*/ 92 h 112"/>
                <a:gd name="T2" fmla="*/ 64 w 199"/>
                <a:gd name="T3" fmla="*/ 107 h 112"/>
                <a:gd name="T4" fmla="*/ 122 w 199"/>
                <a:gd name="T5" fmla="*/ 85 h 112"/>
                <a:gd name="T6" fmla="*/ 140 w 199"/>
                <a:gd name="T7" fmla="*/ 100 h 112"/>
                <a:gd name="T8" fmla="*/ 188 w 199"/>
                <a:gd name="T9" fmla="*/ 97 h 112"/>
                <a:gd name="T10" fmla="*/ 198 w 199"/>
                <a:gd name="T11" fmla="*/ 50 h 112"/>
                <a:gd name="T12" fmla="*/ 195 w 199"/>
                <a:gd name="T13" fmla="*/ 32 h 112"/>
                <a:gd name="T14" fmla="*/ 187 w 199"/>
                <a:gd name="T15" fmla="*/ 25 h 112"/>
                <a:gd name="T16" fmla="*/ 100 w 199"/>
                <a:gd name="T17" fmla="*/ 1 h 112"/>
                <a:gd name="T18" fmla="*/ 80 w 199"/>
                <a:gd name="T19" fmla="*/ 2 h 112"/>
                <a:gd name="T20" fmla="*/ 56 w 199"/>
                <a:gd name="T21" fmla="*/ 16 h 112"/>
                <a:gd name="T22" fmla="*/ 5 w 199"/>
                <a:gd name="T23" fmla="*/ 68 h 112"/>
                <a:gd name="T24" fmla="*/ 42 w 199"/>
                <a:gd name="T25" fmla="*/ 9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9" h="112">
                  <a:moveTo>
                    <a:pt x="42" y="92"/>
                  </a:moveTo>
                  <a:cubicBezTo>
                    <a:pt x="49" y="98"/>
                    <a:pt x="55" y="106"/>
                    <a:pt x="64" y="107"/>
                  </a:cubicBezTo>
                  <a:cubicBezTo>
                    <a:pt x="85" y="112"/>
                    <a:pt x="102" y="78"/>
                    <a:pt x="122" y="85"/>
                  </a:cubicBezTo>
                  <a:cubicBezTo>
                    <a:pt x="129" y="88"/>
                    <a:pt x="134" y="95"/>
                    <a:pt x="140" y="100"/>
                  </a:cubicBezTo>
                  <a:cubicBezTo>
                    <a:pt x="154" y="112"/>
                    <a:pt x="175" y="110"/>
                    <a:pt x="188" y="97"/>
                  </a:cubicBezTo>
                  <a:cubicBezTo>
                    <a:pt x="198" y="84"/>
                    <a:pt x="199" y="66"/>
                    <a:pt x="198" y="50"/>
                  </a:cubicBezTo>
                  <a:cubicBezTo>
                    <a:pt x="198" y="44"/>
                    <a:pt x="197" y="37"/>
                    <a:pt x="195" y="32"/>
                  </a:cubicBezTo>
                  <a:cubicBezTo>
                    <a:pt x="193" y="29"/>
                    <a:pt x="190" y="27"/>
                    <a:pt x="187" y="25"/>
                  </a:cubicBezTo>
                  <a:cubicBezTo>
                    <a:pt x="163" y="6"/>
                    <a:pt x="131" y="3"/>
                    <a:pt x="100" y="1"/>
                  </a:cubicBezTo>
                  <a:cubicBezTo>
                    <a:pt x="93" y="0"/>
                    <a:pt x="87" y="0"/>
                    <a:pt x="80" y="2"/>
                  </a:cubicBezTo>
                  <a:cubicBezTo>
                    <a:pt x="71" y="4"/>
                    <a:pt x="63" y="10"/>
                    <a:pt x="56" y="16"/>
                  </a:cubicBezTo>
                  <a:cubicBezTo>
                    <a:pt x="42" y="28"/>
                    <a:pt x="9" y="49"/>
                    <a:pt x="5" y="68"/>
                  </a:cubicBezTo>
                  <a:cubicBezTo>
                    <a:pt x="0" y="86"/>
                    <a:pt x="29" y="81"/>
                    <a:pt x="42" y="92"/>
                  </a:cubicBezTo>
                  <a:close/>
                </a:path>
              </a:pathLst>
            </a:custGeom>
            <a:solidFill>
              <a:srgbClr val="3938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3" name="íśľî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C9A682A-C25E-4546-B495-0216BF48B778}"/>
                </a:ext>
              </a:extLst>
            </p:cNvPr>
            <p:cNvSpPr/>
            <p:nvPr/>
          </p:nvSpPr>
          <p:spPr bwMode="auto">
            <a:xfrm>
              <a:off x="5650575" y="3447450"/>
              <a:ext cx="478811" cy="516588"/>
            </a:xfrm>
            <a:custGeom>
              <a:avLst/>
              <a:gdLst>
                <a:gd name="T0" fmla="*/ 11 w 298"/>
                <a:gd name="T1" fmla="*/ 0 h 322"/>
                <a:gd name="T2" fmla="*/ 287 w 298"/>
                <a:gd name="T3" fmla="*/ 0 h 322"/>
                <a:gd name="T4" fmla="*/ 298 w 298"/>
                <a:gd name="T5" fmla="*/ 11 h 322"/>
                <a:gd name="T6" fmla="*/ 298 w 298"/>
                <a:gd name="T7" fmla="*/ 311 h 322"/>
                <a:gd name="T8" fmla="*/ 287 w 298"/>
                <a:gd name="T9" fmla="*/ 322 h 322"/>
                <a:gd name="T10" fmla="*/ 11 w 298"/>
                <a:gd name="T11" fmla="*/ 322 h 322"/>
                <a:gd name="T12" fmla="*/ 0 w 298"/>
                <a:gd name="T13" fmla="*/ 311 h 322"/>
                <a:gd name="T14" fmla="*/ 0 w 298"/>
                <a:gd name="T15" fmla="*/ 11 h 322"/>
                <a:gd name="T16" fmla="*/ 11 w 298"/>
                <a:gd name="T17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8" h="322">
                  <a:moveTo>
                    <a:pt x="11" y="0"/>
                  </a:moveTo>
                  <a:cubicBezTo>
                    <a:pt x="287" y="0"/>
                    <a:pt x="287" y="0"/>
                    <a:pt x="287" y="0"/>
                  </a:cubicBezTo>
                  <a:cubicBezTo>
                    <a:pt x="293" y="0"/>
                    <a:pt x="298" y="5"/>
                    <a:pt x="298" y="11"/>
                  </a:cubicBezTo>
                  <a:cubicBezTo>
                    <a:pt x="298" y="311"/>
                    <a:pt x="298" y="311"/>
                    <a:pt x="298" y="311"/>
                  </a:cubicBezTo>
                  <a:cubicBezTo>
                    <a:pt x="298" y="317"/>
                    <a:pt x="293" y="322"/>
                    <a:pt x="287" y="322"/>
                  </a:cubicBezTo>
                  <a:cubicBezTo>
                    <a:pt x="11" y="322"/>
                    <a:pt x="11" y="322"/>
                    <a:pt x="11" y="322"/>
                  </a:cubicBezTo>
                  <a:cubicBezTo>
                    <a:pt x="5" y="322"/>
                    <a:pt x="0" y="317"/>
                    <a:pt x="0" y="3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4" name="îšḷî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91EF706-570D-4FB0-8BBF-1E600AEEBAA4}"/>
                </a:ext>
              </a:extLst>
            </p:cNvPr>
            <p:cNvSpPr/>
            <p:nvPr/>
          </p:nvSpPr>
          <p:spPr bwMode="auto">
            <a:xfrm>
              <a:off x="5692746" y="3492256"/>
              <a:ext cx="395348" cy="312764"/>
            </a:xfrm>
            <a:custGeom>
              <a:avLst/>
              <a:gdLst>
                <a:gd name="T0" fmla="*/ 11 w 246"/>
                <a:gd name="T1" fmla="*/ 0 h 195"/>
                <a:gd name="T2" fmla="*/ 236 w 246"/>
                <a:gd name="T3" fmla="*/ 0 h 195"/>
                <a:gd name="T4" fmla="*/ 246 w 246"/>
                <a:gd name="T5" fmla="*/ 10 h 195"/>
                <a:gd name="T6" fmla="*/ 246 w 246"/>
                <a:gd name="T7" fmla="*/ 184 h 195"/>
                <a:gd name="T8" fmla="*/ 236 w 246"/>
                <a:gd name="T9" fmla="*/ 195 h 195"/>
                <a:gd name="T10" fmla="*/ 11 w 246"/>
                <a:gd name="T11" fmla="*/ 195 h 195"/>
                <a:gd name="T12" fmla="*/ 0 w 246"/>
                <a:gd name="T13" fmla="*/ 184 h 195"/>
                <a:gd name="T14" fmla="*/ 0 w 246"/>
                <a:gd name="T15" fmla="*/ 10 h 195"/>
                <a:gd name="T16" fmla="*/ 11 w 246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6" h="195">
                  <a:moveTo>
                    <a:pt x="11" y="0"/>
                  </a:moveTo>
                  <a:cubicBezTo>
                    <a:pt x="236" y="0"/>
                    <a:pt x="236" y="0"/>
                    <a:pt x="236" y="0"/>
                  </a:cubicBezTo>
                  <a:cubicBezTo>
                    <a:pt x="241" y="0"/>
                    <a:pt x="246" y="5"/>
                    <a:pt x="246" y="10"/>
                  </a:cubicBezTo>
                  <a:cubicBezTo>
                    <a:pt x="246" y="184"/>
                    <a:pt x="246" y="184"/>
                    <a:pt x="246" y="184"/>
                  </a:cubicBezTo>
                  <a:cubicBezTo>
                    <a:pt x="246" y="190"/>
                    <a:pt x="241" y="195"/>
                    <a:pt x="236" y="195"/>
                  </a:cubicBezTo>
                  <a:cubicBezTo>
                    <a:pt x="11" y="195"/>
                    <a:pt x="11" y="195"/>
                    <a:pt x="11" y="195"/>
                  </a:cubicBezTo>
                  <a:cubicBezTo>
                    <a:pt x="5" y="195"/>
                    <a:pt x="0" y="190"/>
                    <a:pt x="0" y="18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5" name="îśḷi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01EAF9E-A701-4AFC-92ED-2CE6D0944C06}"/>
                </a:ext>
              </a:extLst>
            </p:cNvPr>
            <p:cNvSpPr/>
            <p:nvPr/>
          </p:nvSpPr>
          <p:spPr bwMode="auto">
            <a:xfrm>
              <a:off x="5597862" y="3740008"/>
              <a:ext cx="79070" cy="130904"/>
            </a:xfrm>
            <a:prstGeom prst="ellipse">
              <a:avLst/>
            </a:pr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76" name="îṥḷî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D7A3863-6FEA-4522-8F57-ED2B8729B178}"/>
                </a:ext>
              </a:extLst>
            </p:cNvPr>
            <p:cNvSpPr/>
            <p:nvPr/>
          </p:nvSpPr>
          <p:spPr bwMode="auto">
            <a:xfrm>
              <a:off x="6117086" y="3705744"/>
              <a:ext cx="79948" cy="131783"/>
            </a:xfrm>
            <a:prstGeom prst="ellipse">
              <a:avLst/>
            </a:prstGeom>
            <a:solidFill>
              <a:srgbClr val="A061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grpSp>
          <p:nvGrpSpPr>
            <p:cNvPr id="177" name="iś1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85E069F-5AC7-4516-9CD5-84B94324E175}"/>
                </a:ext>
              </a:extLst>
            </p:cNvPr>
            <p:cNvGrpSpPr/>
            <p:nvPr/>
          </p:nvGrpSpPr>
          <p:grpSpPr>
            <a:xfrm>
              <a:off x="5779723" y="3573804"/>
              <a:ext cx="217600" cy="144240"/>
              <a:chOff x="9931400" y="3994151"/>
              <a:chExt cx="1393825" cy="923925"/>
            </a:xfrm>
          </p:grpSpPr>
          <p:sp>
            <p:nvSpPr>
              <p:cNvPr id="178" name="iSlí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ABA2D8A-3A97-4D32-8F95-C96261CEADA2}"/>
                  </a:ext>
                </a:extLst>
              </p:cNvPr>
              <p:cNvSpPr/>
              <p:nvPr/>
            </p:nvSpPr>
            <p:spPr bwMode="auto">
              <a:xfrm>
                <a:off x="9931400" y="4070351"/>
                <a:ext cx="1393825" cy="846138"/>
              </a:xfrm>
              <a:custGeom>
                <a:avLst/>
                <a:gdLst>
                  <a:gd name="T0" fmla="*/ 480 w 480"/>
                  <a:gd name="T1" fmla="*/ 150 h 292"/>
                  <a:gd name="T2" fmla="*/ 477 w 480"/>
                  <a:gd name="T3" fmla="*/ 134 h 292"/>
                  <a:gd name="T4" fmla="*/ 477 w 480"/>
                  <a:gd name="T5" fmla="*/ 134 h 292"/>
                  <a:gd name="T6" fmla="*/ 403 w 480"/>
                  <a:gd name="T7" fmla="*/ 97 h 292"/>
                  <a:gd name="T8" fmla="*/ 378 w 480"/>
                  <a:gd name="T9" fmla="*/ 114 h 292"/>
                  <a:gd name="T10" fmla="*/ 373 w 480"/>
                  <a:gd name="T11" fmla="*/ 97 h 292"/>
                  <a:gd name="T12" fmla="*/ 327 w 480"/>
                  <a:gd name="T13" fmla="*/ 99 h 292"/>
                  <a:gd name="T14" fmla="*/ 357 w 480"/>
                  <a:gd name="T15" fmla="*/ 110 h 292"/>
                  <a:gd name="T16" fmla="*/ 356 w 480"/>
                  <a:gd name="T17" fmla="*/ 111 h 292"/>
                  <a:gd name="T18" fmla="*/ 323 w 480"/>
                  <a:gd name="T19" fmla="*/ 99 h 292"/>
                  <a:gd name="T20" fmla="*/ 320 w 480"/>
                  <a:gd name="T21" fmla="*/ 97 h 292"/>
                  <a:gd name="T22" fmla="*/ 324 w 480"/>
                  <a:gd name="T23" fmla="*/ 97 h 292"/>
                  <a:gd name="T24" fmla="*/ 373 w 480"/>
                  <a:gd name="T25" fmla="*/ 96 h 292"/>
                  <a:gd name="T26" fmla="*/ 358 w 480"/>
                  <a:gd name="T27" fmla="*/ 73 h 292"/>
                  <a:gd name="T28" fmla="*/ 281 w 480"/>
                  <a:gd name="T29" fmla="*/ 54 h 292"/>
                  <a:gd name="T30" fmla="*/ 282 w 480"/>
                  <a:gd name="T31" fmla="*/ 53 h 292"/>
                  <a:gd name="T32" fmla="*/ 357 w 480"/>
                  <a:gd name="T33" fmla="*/ 71 h 292"/>
                  <a:gd name="T34" fmla="*/ 240 w 480"/>
                  <a:gd name="T35" fmla="*/ 67 h 292"/>
                  <a:gd name="T36" fmla="*/ 226 w 480"/>
                  <a:gd name="T37" fmla="*/ 85 h 292"/>
                  <a:gd name="T38" fmla="*/ 198 w 480"/>
                  <a:gd name="T39" fmla="*/ 22 h 292"/>
                  <a:gd name="T40" fmla="*/ 86 w 480"/>
                  <a:gd name="T41" fmla="*/ 40 h 292"/>
                  <a:gd name="T42" fmla="*/ 116 w 480"/>
                  <a:gd name="T43" fmla="*/ 51 h 292"/>
                  <a:gd name="T44" fmla="*/ 115 w 480"/>
                  <a:gd name="T45" fmla="*/ 52 h 292"/>
                  <a:gd name="T46" fmla="*/ 83 w 480"/>
                  <a:gd name="T47" fmla="*/ 40 h 292"/>
                  <a:gd name="T48" fmla="*/ 80 w 480"/>
                  <a:gd name="T49" fmla="*/ 38 h 292"/>
                  <a:gd name="T50" fmla="*/ 83 w 480"/>
                  <a:gd name="T51" fmla="*/ 39 h 292"/>
                  <a:gd name="T52" fmla="*/ 197 w 480"/>
                  <a:gd name="T53" fmla="*/ 21 h 292"/>
                  <a:gd name="T54" fmla="*/ 193 w 480"/>
                  <a:gd name="T55" fmla="*/ 16 h 292"/>
                  <a:gd name="T56" fmla="*/ 54 w 480"/>
                  <a:gd name="T57" fmla="*/ 0 h 292"/>
                  <a:gd name="T58" fmla="*/ 0 w 480"/>
                  <a:gd name="T59" fmla="*/ 97 h 292"/>
                  <a:gd name="T60" fmla="*/ 16 w 480"/>
                  <a:gd name="T61" fmla="*/ 177 h 292"/>
                  <a:gd name="T62" fmla="*/ 32 w 480"/>
                  <a:gd name="T63" fmla="*/ 216 h 292"/>
                  <a:gd name="T64" fmla="*/ 42 w 480"/>
                  <a:gd name="T65" fmla="*/ 234 h 292"/>
                  <a:gd name="T66" fmla="*/ 56 w 480"/>
                  <a:gd name="T67" fmla="*/ 255 h 292"/>
                  <a:gd name="T68" fmla="*/ 58 w 480"/>
                  <a:gd name="T69" fmla="*/ 258 h 292"/>
                  <a:gd name="T70" fmla="*/ 76 w 480"/>
                  <a:gd name="T71" fmla="*/ 276 h 292"/>
                  <a:gd name="T72" fmla="*/ 80 w 480"/>
                  <a:gd name="T73" fmla="*/ 279 h 292"/>
                  <a:gd name="T74" fmla="*/ 91 w 480"/>
                  <a:gd name="T75" fmla="*/ 286 h 292"/>
                  <a:gd name="T76" fmla="*/ 111 w 480"/>
                  <a:gd name="T77" fmla="*/ 292 h 292"/>
                  <a:gd name="T78" fmla="*/ 113 w 480"/>
                  <a:gd name="T79" fmla="*/ 292 h 292"/>
                  <a:gd name="T80" fmla="*/ 113 w 480"/>
                  <a:gd name="T81" fmla="*/ 292 h 292"/>
                  <a:gd name="T82" fmla="*/ 422 w 480"/>
                  <a:gd name="T83" fmla="*/ 292 h 292"/>
                  <a:gd name="T84" fmla="*/ 422 w 480"/>
                  <a:gd name="T85" fmla="*/ 292 h 292"/>
                  <a:gd name="T86" fmla="*/ 422 w 480"/>
                  <a:gd name="T87" fmla="*/ 292 h 292"/>
                  <a:gd name="T88" fmla="*/ 427 w 480"/>
                  <a:gd name="T89" fmla="*/ 291 h 292"/>
                  <a:gd name="T90" fmla="*/ 456 w 480"/>
                  <a:gd name="T91" fmla="*/ 252 h 292"/>
                  <a:gd name="T92" fmla="*/ 462 w 480"/>
                  <a:gd name="T93" fmla="*/ 238 h 292"/>
                  <a:gd name="T94" fmla="*/ 466 w 480"/>
                  <a:gd name="T95" fmla="*/ 226 h 292"/>
                  <a:gd name="T96" fmla="*/ 475 w 480"/>
                  <a:gd name="T97" fmla="*/ 188 h 292"/>
                  <a:gd name="T98" fmla="*/ 480 w 480"/>
                  <a:gd name="T99" fmla="*/ 152 h 292"/>
                  <a:gd name="T100" fmla="*/ 480 w 480"/>
                  <a:gd name="T101" fmla="*/ 15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80" h="292">
                    <a:moveTo>
                      <a:pt x="480" y="150"/>
                    </a:moveTo>
                    <a:cubicBezTo>
                      <a:pt x="480" y="144"/>
                      <a:pt x="479" y="139"/>
                      <a:pt x="477" y="134"/>
                    </a:cubicBezTo>
                    <a:cubicBezTo>
                      <a:pt x="477" y="134"/>
                      <a:pt x="477" y="134"/>
                      <a:pt x="477" y="134"/>
                    </a:cubicBezTo>
                    <a:cubicBezTo>
                      <a:pt x="466" y="103"/>
                      <a:pt x="433" y="87"/>
                      <a:pt x="403" y="97"/>
                    </a:cubicBezTo>
                    <a:cubicBezTo>
                      <a:pt x="393" y="100"/>
                      <a:pt x="385" y="106"/>
                      <a:pt x="378" y="114"/>
                    </a:cubicBezTo>
                    <a:cubicBezTo>
                      <a:pt x="377" y="108"/>
                      <a:pt x="376" y="102"/>
                      <a:pt x="373" y="97"/>
                    </a:cubicBezTo>
                    <a:cubicBezTo>
                      <a:pt x="358" y="99"/>
                      <a:pt x="343" y="100"/>
                      <a:pt x="327" y="99"/>
                    </a:cubicBezTo>
                    <a:cubicBezTo>
                      <a:pt x="337" y="103"/>
                      <a:pt x="347" y="107"/>
                      <a:pt x="357" y="110"/>
                    </a:cubicBezTo>
                    <a:cubicBezTo>
                      <a:pt x="356" y="111"/>
                      <a:pt x="356" y="111"/>
                      <a:pt x="356" y="111"/>
                    </a:cubicBezTo>
                    <a:cubicBezTo>
                      <a:pt x="345" y="108"/>
                      <a:pt x="334" y="104"/>
                      <a:pt x="323" y="99"/>
                    </a:cubicBezTo>
                    <a:cubicBezTo>
                      <a:pt x="320" y="97"/>
                      <a:pt x="320" y="97"/>
                      <a:pt x="320" y="97"/>
                    </a:cubicBezTo>
                    <a:cubicBezTo>
                      <a:pt x="324" y="97"/>
                      <a:pt x="324" y="97"/>
                      <a:pt x="324" y="97"/>
                    </a:cubicBezTo>
                    <a:cubicBezTo>
                      <a:pt x="340" y="98"/>
                      <a:pt x="357" y="98"/>
                      <a:pt x="373" y="96"/>
                    </a:cubicBezTo>
                    <a:cubicBezTo>
                      <a:pt x="369" y="88"/>
                      <a:pt x="365" y="80"/>
                      <a:pt x="358" y="73"/>
                    </a:cubicBezTo>
                    <a:cubicBezTo>
                      <a:pt x="332" y="71"/>
                      <a:pt x="306" y="64"/>
                      <a:pt x="281" y="54"/>
                    </a:cubicBezTo>
                    <a:cubicBezTo>
                      <a:pt x="282" y="53"/>
                      <a:pt x="282" y="53"/>
                      <a:pt x="282" y="53"/>
                    </a:cubicBezTo>
                    <a:cubicBezTo>
                      <a:pt x="306" y="63"/>
                      <a:pt x="331" y="69"/>
                      <a:pt x="357" y="71"/>
                    </a:cubicBezTo>
                    <a:cubicBezTo>
                      <a:pt x="326" y="38"/>
                      <a:pt x="274" y="36"/>
                      <a:pt x="240" y="67"/>
                    </a:cubicBezTo>
                    <a:cubicBezTo>
                      <a:pt x="235" y="73"/>
                      <a:pt x="230" y="79"/>
                      <a:pt x="226" y="85"/>
                    </a:cubicBezTo>
                    <a:cubicBezTo>
                      <a:pt x="224" y="62"/>
                      <a:pt x="214" y="39"/>
                      <a:pt x="198" y="22"/>
                    </a:cubicBezTo>
                    <a:cubicBezTo>
                      <a:pt x="163" y="36"/>
                      <a:pt x="125" y="42"/>
                      <a:pt x="86" y="40"/>
                    </a:cubicBezTo>
                    <a:cubicBezTo>
                      <a:pt x="96" y="45"/>
                      <a:pt x="106" y="48"/>
                      <a:pt x="116" y="51"/>
                    </a:cubicBezTo>
                    <a:cubicBezTo>
                      <a:pt x="115" y="52"/>
                      <a:pt x="115" y="52"/>
                      <a:pt x="115" y="52"/>
                    </a:cubicBezTo>
                    <a:cubicBezTo>
                      <a:pt x="104" y="49"/>
                      <a:pt x="93" y="45"/>
                      <a:pt x="83" y="40"/>
                    </a:cubicBezTo>
                    <a:cubicBezTo>
                      <a:pt x="80" y="38"/>
                      <a:pt x="80" y="38"/>
                      <a:pt x="80" y="38"/>
                    </a:cubicBezTo>
                    <a:cubicBezTo>
                      <a:pt x="83" y="39"/>
                      <a:pt x="83" y="39"/>
                      <a:pt x="83" y="39"/>
                    </a:cubicBezTo>
                    <a:cubicBezTo>
                      <a:pt x="122" y="41"/>
                      <a:pt x="161" y="35"/>
                      <a:pt x="197" y="21"/>
                    </a:cubicBezTo>
                    <a:cubicBezTo>
                      <a:pt x="196" y="19"/>
                      <a:pt x="194" y="18"/>
                      <a:pt x="193" y="16"/>
                    </a:cubicBezTo>
                    <a:cubicBezTo>
                      <a:pt x="148" y="17"/>
                      <a:pt x="98" y="17"/>
                      <a:pt x="54" y="0"/>
                    </a:cubicBezTo>
                    <a:cubicBezTo>
                      <a:pt x="20" y="21"/>
                      <a:pt x="0" y="58"/>
                      <a:pt x="0" y="97"/>
                    </a:cubicBezTo>
                    <a:cubicBezTo>
                      <a:pt x="0" y="119"/>
                      <a:pt x="6" y="148"/>
                      <a:pt x="16" y="177"/>
                    </a:cubicBezTo>
                    <a:cubicBezTo>
                      <a:pt x="21" y="190"/>
                      <a:pt x="26" y="203"/>
                      <a:pt x="32" y="216"/>
                    </a:cubicBezTo>
                    <a:cubicBezTo>
                      <a:pt x="35" y="222"/>
                      <a:pt x="38" y="228"/>
                      <a:pt x="42" y="234"/>
                    </a:cubicBezTo>
                    <a:cubicBezTo>
                      <a:pt x="46" y="241"/>
                      <a:pt x="51" y="248"/>
                      <a:pt x="56" y="255"/>
                    </a:cubicBezTo>
                    <a:cubicBezTo>
                      <a:pt x="58" y="258"/>
                      <a:pt x="58" y="258"/>
                      <a:pt x="58" y="258"/>
                    </a:cubicBezTo>
                    <a:cubicBezTo>
                      <a:pt x="64" y="265"/>
                      <a:pt x="69" y="271"/>
                      <a:pt x="76" y="276"/>
                    </a:cubicBezTo>
                    <a:cubicBezTo>
                      <a:pt x="77" y="277"/>
                      <a:pt x="78" y="278"/>
                      <a:pt x="80" y="279"/>
                    </a:cubicBezTo>
                    <a:cubicBezTo>
                      <a:pt x="83" y="282"/>
                      <a:pt x="87" y="284"/>
                      <a:pt x="91" y="286"/>
                    </a:cubicBezTo>
                    <a:cubicBezTo>
                      <a:pt x="97" y="289"/>
                      <a:pt x="104" y="291"/>
                      <a:pt x="111" y="292"/>
                    </a:cubicBezTo>
                    <a:cubicBezTo>
                      <a:pt x="113" y="292"/>
                      <a:pt x="113" y="292"/>
                      <a:pt x="113" y="292"/>
                    </a:cubicBezTo>
                    <a:cubicBezTo>
                      <a:pt x="113" y="292"/>
                      <a:pt x="113" y="292"/>
                      <a:pt x="113" y="292"/>
                    </a:cubicBezTo>
                    <a:cubicBezTo>
                      <a:pt x="422" y="292"/>
                      <a:pt x="422" y="292"/>
                      <a:pt x="422" y="292"/>
                    </a:cubicBezTo>
                    <a:cubicBezTo>
                      <a:pt x="422" y="292"/>
                      <a:pt x="422" y="292"/>
                      <a:pt x="422" y="292"/>
                    </a:cubicBezTo>
                    <a:cubicBezTo>
                      <a:pt x="422" y="292"/>
                      <a:pt x="422" y="292"/>
                      <a:pt x="422" y="292"/>
                    </a:cubicBezTo>
                    <a:cubicBezTo>
                      <a:pt x="424" y="292"/>
                      <a:pt x="425" y="291"/>
                      <a:pt x="427" y="291"/>
                    </a:cubicBezTo>
                    <a:cubicBezTo>
                      <a:pt x="438" y="287"/>
                      <a:pt x="448" y="271"/>
                      <a:pt x="456" y="252"/>
                    </a:cubicBezTo>
                    <a:cubicBezTo>
                      <a:pt x="458" y="247"/>
                      <a:pt x="460" y="243"/>
                      <a:pt x="462" y="238"/>
                    </a:cubicBezTo>
                    <a:cubicBezTo>
                      <a:pt x="463" y="233"/>
                      <a:pt x="464" y="230"/>
                      <a:pt x="466" y="226"/>
                    </a:cubicBezTo>
                    <a:cubicBezTo>
                      <a:pt x="470" y="213"/>
                      <a:pt x="473" y="200"/>
                      <a:pt x="475" y="188"/>
                    </a:cubicBezTo>
                    <a:cubicBezTo>
                      <a:pt x="478" y="176"/>
                      <a:pt x="480" y="164"/>
                      <a:pt x="480" y="152"/>
                    </a:cubicBezTo>
                    <a:cubicBezTo>
                      <a:pt x="480" y="151"/>
                      <a:pt x="480" y="151"/>
                      <a:pt x="480" y="150"/>
                    </a:cubicBezTo>
                  </a:path>
                </a:pathLst>
              </a:custGeom>
              <a:solidFill>
                <a:srgbClr val="4285F4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79" name="ïŝḷî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4503B1D-6EBE-47FC-BD7A-85B5DAAE7E8F}"/>
                  </a:ext>
                </a:extLst>
              </p:cNvPr>
              <p:cNvSpPr/>
              <p:nvPr/>
            </p:nvSpPr>
            <p:spPr bwMode="auto">
              <a:xfrm>
                <a:off x="10091738" y="3994151"/>
                <a:ext cx="395288" cy="122238"/>
              </a:xfrm>
              <a:custGeom>
                <a:avLst/>
                <a:gdLst>
                  <a:gd name="T0" fmla="*/ 136 w 136"/>
                  <a:gd name="T1" fmla="*/ 41 h 42"/>
                  <a:gd name="T2" fmla="*/ 0 w 136"/>
                  <a:gd name="T3" fmla="*/ 26 h 42"/>
                  <a:gd name="T4" fmla="*/ 136 w 136"/>
                  <a:gd name="T5" fmla="*/ 4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6" h="42">
                    <a:moveTo>
                      <a:pt x="136" y="41"/>
                    </a:moveTo>
                    <a:cubicBezTo>
                      <a:pt x="100" y="6"/>
                      <a:pt x="44" y="0"/>
                      <a:pt x="0" y="26"/>
                    </a:cubicBezTo>
                    <a:cubicBezTo>
                      <a:pt x="44" y="41"/>
                      <a:pt x="92" y="42"/>
                      <a:pt x="136" y="41"/>
                    </a:cubicBezTo>
                    <a:close/>
                  </a:path>
                </a:pathLst>
              </a:custGeom>
              <a:solidFill>
                <a:srgbClr val="4285F4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0" name="îṩlî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89AF60C-CCE3-4337-B6EF-0C05FA81E106}"/>
                  </a:ext>
                </a:extLst>
              </p:cNvPr>
              <p:cNvSpPr/>
              <p:nvPr/>
            </p:nvSpPr>
            <p:spPr bwMode="auto">
              <a:xfrm>
                <a:off x="10936288" y="4606926"/>
                <a:ext cx="284163" cy="307975"/>
              </a:xfrm>
              <a:custGeom>
                <a:avLst/>
                <a:gdLst>
                  <a:gd name="T0" fmla="*/ 24 w 98"/>
                  <a:gd name="T1" fmla="*/ 93 h 106"/>
                  <a:gd name="T2" fmla="*/ 22 w 98"/>
                  <a:gd name="T3" fmla="*/ 91 h 106"/>
                  <a:gd name="T4" fmla="*/ 23 w 98"/>
                  <a:gd name="T5" fmla="*/ 90 h 106"/>
                  <a:gd name="T6" fmla="*/ 24 w 98"/>
                  <a:gd name="T7" fmla="*/ 90 h 106"/>
                  <a:gd name="T8" fmla="*/ 30 w 98"/>
                  <a:gd name="T9" fmla="*/ 90 h 106"/>
                  <a:gd name="T10" fmla="*/ 32 w 98"/>
                  <a:gd name="T11" fmla="*/ 91 h 106"/>
                  <a:gd name="T12" fmla="*/ 32 w 98"/>
                  <a:gd name="T13" fmla="*/ 92 h 106"/>
                  <a:gd name="T14" fmla="*/ 30 w 98"/>
                  <a:gd name="T15" fmla="*/ 93 h 106"/>
                  <a:gd name="T16" fmla="*/ 24 w 98"/>
                  <a:gd name="T17" fmla="*/ 93 h 106"/>
                  <a:gd name="T18" fmla="*/ 68 w 98"/>
                  <a:gd name="T19" fmla="*/ 93 h 106"/>
                  <a:gd name="T20" fmla="*/ 66 w 98"/>
                  <a:gd name="T21" fmla="*/ 91 h 106"/>
                  <a:gd name="T22" fmla="*/ 66 w 98"/>
                  <a:gd name="T23" fmla="*/ 90 h 106"/>
                  <a:gd name="T24" fmla="*/ 68 w 98"/>
                  <a:gd name="T25" fmla="*/ 90 h 106"/>
                  <a:gd name="T26" fmla="*/ 74 w 98"/>
                  <a:gd name="T27" fmla="*/ 90 h 106"/>
                  <a:gd name="T28" fmla="*/ 76 w 98"/>
                  <a:gd name="T29" fmla="*/ 91 h 106"/>
                  <a:gd name="T30" fmla="*/ 75 w 98"/>
                  <a:gd name="T31" fmla="*/ 92 h 106"/>
                  <a:gd name="T32" fmla="*/ 74 w 98"/>
                  <a:gd name="T33" fmla="*/ 93 h 106"/>
                  <a:gd name="T34" fmla="*/ 74 w 98"/>
                  <a:gd name="T35" fmla="*/ 93 h 106"/>
                  <a:gd name="T36" fmla="*/ 68 w 98"/>
                  <a:gd name="T37" fmla="*/ 93 h 106"/>
                  <a:gd name="T38" fmla="*/ 49 w 98"/>
                  <a:gd name="T39" fmla="*/ 0 h 106"/>
                  <a:gd name="T40" fmla="*/ 48 w 98"/>
                  <a:gd name="T41" fmla="*/ 0 h 106"/>
                  <a:gd name="T42" fmla="*/ 48 w 98"/>
                  <a:gd name="T43" fmla="*/ 1 h 106"/>
                  <a:gd name="T44" fmla="*/ 0 w 98"/>
                  <a:gd name="T45" fmla="*/ 83 h 106"/>
                  <a:gd name="T46" fmla="*/ 1 w 98"/>
                  <a:gd name="T47" fmla="*/ 85 h 106"/>
                  <a:gd name="T48" fmla="*/ 1 w 98"/>
                  <a:gd name="T49" fmla="*/ 85 h 106"/>
                  <a:gd name="T50" fmla="*/ 16 w 98"/>
                  <a:gd name="T51" fmla="*/ 85 h 106"/>
                  <a:gd name="T52" fmla="*/ 17 w 98"/>
                  <a:gd name="T53" fmla="*/ 87 h 106"/>
                  <a:gd name="T54" fmla="*/ 17 w 98"/>
                  <a:gd name="T55" fmla="*/ 105 h 106"/>
                  <a:gd name="T56" fmla="*/ 19 w 98"/>
                  <a:gd name="T57" fmla="*/ 106 h 106"/>
                  <a:gd name="T58" fmla="*/ 37 w 98"/>
                  <a:gd name="T59" fmla="*/ 106 h 106"/>
                  <a:gd name="T60" fmla="*/ 39 w 98"/>
                  <a:gd name="T61" fmla="*/ 105 h 106"/>
                  <a:gd name="T62" fmla="*/ 39 w 98"/>
                  <a:gd name="T63" fmla="*/ 96 h 106"/>
                  <a:gd name="T64" fmla="*/ 40 w 98"/>
                  <a:gd name="T65" fmla="*/ 95 h 106"/>
                  <a:gd name="T66" fmla="*/ 58 w 98"/>
                  <a:gd name="T67" fmla="*/ 95 h 106"/>
                  <a:gd name="T68" fmla="*/ 59 w 98"/>
                  <a:gd name="T69" fmla="*/ 96 h 106"/>
                  <a:gd name="T70" fmla="*/ 59 w 98"/>
                  <a:gd name="T71" fmla="*/ 105 h 106"/>
                  <a:gd name="T72" fmla="*/ 61 w 98"/>
                  <a:gd name="T73" fmla="*/ 106 h 106"/>
                  <a:gd name="T74" fmla="*/ 79 w 98"/>
                  <a:gd name="T75" fmla="*/ 106 h 106"/>
                  <a:gd name="T76" fmla="*/ 81 w 98"/>
                  <a:gd name="T77" fmla="*/ 105 h 106"/>
                  <a:gd name="T78" fmla="*/ 81 w 98"/>
                  <a:gd name="T79" fmla="*/ 105 h 106"/>
                  <a:gd name="T80" fmla="*/ 81 w 98"/>
                  <a:gd name="T81" fmla="*/ 87 h 106"/>
                  <a:gd name="T82" fmla="*/ 82 w 98"/>
                  <a:gd name="T83" fmla="*/ 85 h 106"/>
                  <a:gd name="T84" fmla="*/ 96 w 98"/>
                  <a:gd name="T85" fmla="*/ 85 h 106"/>
                  <a:gd name="T86" fmla="*/ 97 w 98"/>
                  <a:gd name="T87" fmla="*/ 85 h 106"/>
                  <a:gd name="T88" fmla="*/ 98 w 98"/>
                  <a:gd name="T89" fmla="*/ 84 h 106"/>
                  <a:gd name="T90" fmla="*/ 98 w 98"/>
                  <a:gd name="T91" fmla="*/ 83 h 106"/>
                  <a:gd name="T92" fmla="*/ 50 w 98"/>
                  <a:gd name="T93" fmla="*/ 1 h 106"/>
                  <a:gd name="T94" fmla="*/ 49 w 98"/>
                  <a:gd name="T9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8" h="106">
                    <a:moveTo>
                      <a:pt x="24" y="93"/>
                    </a:moveTo>
                    <a:cubicBezTo>
                      <a:pt x="23" y="93"/>
                      <a:pt x="22" y="92"/>
                      <a:pt x="22" y="91"/>
                    </a:cubicBezTo>
                    <a:cubicBezTo>
                      <a:pt x="22" y="91"/>
                      <a:pt x="22" y="90"/>
                      <a:pt x="23" y="90"/>
                    </a:cubicBezTo>
                    <a:cubicBezTo>
                      <a:pt x="23" y="90"/>
                      <a:pt x="23" y="90"/>
                      <a:pt x="24" y="90"/>
                    </a:cubicBezTo>
                    <a:cubicBezTo>
                      <a:pt x="30" y="90"/>
                      <a:pt x="30" y="90"/>
                      <a:pt x="30" y="90"/>
                    </a:cubicBezTo>
                    <a:cubicBezTo>
                      <a:pt x="31" y="90"/>
                      <a:pt x="32" y="90"/>
                      <a:pt x="32" y="91"/>
                    </a:cubicBezTo>
                    <a:cubicBezTo>
                      <a:pt x="32" y="92"/>
                      <a:pt x="32" y="92"/>
                      <a:pt x="32" y="92"/>
                    </a:cubicBezTo>
                    <a:cubicBezTo>
                      <a:pt x="31" y="93"/>
                      <a:pt x="31" y="93"/>
                      <a:pt x="30" y="93"/>
                    </a:cubicBezTo>
                    <a:cubicBezTo>
                      <a:pt x="24" y="93"/>
                      <a:pt x="24" y="93"/>
                      <a:pt x="24" y="93"/>
                    </a:cubicBezTo>
                    <a:moveTo>
                      <a:pt x="68" y="93"/>
                    </a:moveTo>
                    <a:cubicBezTo>
                      <a:pt x="67" y="93"/>
                      <a:pt x="66" y="92"/>
                      <a:pt x="66" y="91"/>
                    </a:cubicBezTo>
                    <a:cubicBezTo>
                      <a:pt x="66" y="91"/>
                      <a:pt x="66" y="90"/>
                      <a:pt x="66" y="90"/>
                    </a:cubicBezTo>
                    <a:cubicBezTo>
                      <a:pt x="67" y="90"/>
                      <a:pt x="67" y="90"/>
                      <a:pt x="68" y="90"/>
                    </a:cubicBezTo>
                    <a:cubicBezTo>
                      <a:pt x="74" y="90"/>
                      <a:pt x="74" y="90"/>
                      <a:pt x="74" y="90"/>
                    </a:cubicBezTo>
                    <a:cubicBezTo>
                      <a:pt x="75" y="90"/>
                      <a:pt x="76" y="90"/>
                      <a:pt x="76" y="91"/>
                    </a:cubicBezTo>
                    <a:cubicBezTo>
                      <a:pt x="76" y="92"/>
                      <a:pt x="76" y="92"/>
                      <a:pt x="75" y="92"/>
                    </a:cubicBezTo>
                    <a:cubicBezTo>
                      <a:pt x="75" y="93"/>
                      <a:pt x="75" y="93"/>
                      <a:pt x="74" y="93"/>
                    </a:cubicBezTo>
                    <a:cubicBezTo>
                      <a:pt x="74" y="93"/>
                      <a:pt x="74" y="93"/>
                      <a:pt x="74" y="93"/>
                    </a:cubicBezTo>
                    <a:cubicBezTo>
                      <a:pt x="68" y="93"/>
                      <a:pt x="68" y="93"/>
                      <a:pt x="68" y="93"/>
                    </a:cubicBezTo>
                    <a:moveTo>
                      <a:pt x="49" y="0"/>
                    </a:moveTo>
                    <a:cubicBezTo>
                      <a:pt x="49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4"/>
                      <a:pt x="0" y="85"/>
                      <a:pt x="1" y="85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16" y="85"/>
                      <a:pt x="16" y="85"/>
                      <a:pt x="16" y="85"/>
                    </a:cubicBezTo>
                    <a:cubicBezTo>
                      <a:pt x="16" y="85"/>
                      <a:pt x="17" y="86"/>
                      <a:pt x="17" y="87"/>
                    </a:cubicBezTo>
                    <a:cubicBezTo>
                      <a:pt x="17" y="105"/>
                      <a:pt x="17" y="105"/>
                      <a:pt x="17" y="105"/>
                    </a:cubicBezTo>
                    <a:cubicBezTo>
                      <a:pt x="17" y="105"/>
                      <a:pt x="18" y="106"/>
                      <a:pt x="19" y="106"/>
                    </a:cubicBezTo>
                    <a:cubicBezTo>
                      <a:pt x="37" y="106"/>
                      <a:pt x="37" y="106"/>
                      <a:pt x="37" y="106"/>
                    </a:cubicBezTo>
                    <a:cubicBezTo>
                      <a:pt x="38" y="106"/>
                      <a:pt x="39" y="105"/>
                      <a:pt x="39" y="105"/>
                    </a:cubicBezTo>
                    <a:cubicBezTo>
                      <a:pt x="39" y="96"/>
                      <a:pt x="39" y="96"/>
                      <a:pt x="39" y="96"/>
                    </a:cubicBezTo>
                    <a:cubicBezTo>
                      <a:pt x="39" y="95"/>
                      <a:pt x="39" y="95"/>
                      <a:pt x="40" y="95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8" y="95"/>
                      <a:pt x="59" y="95"/>
                      <a:pt x="59" y="96"/>
                    </a:cubicBezTo>
                    <a:cubicBezTo>
                      <a:pt x="59" y="105"/>
                      <a:pt x="59" y="105"/>
                      <a:pt x="59" y="105"/>
                    </a:cubicBezTo>
                    <a:cubicBezTo>
                      <a:pt x="59" y="105"/>
                      <a:pt x="60" y="106"/>
                      <a:pt x="61" y="106"/>
                    </a:cubicBezTo>
                    <a:cubicBezTo>
                      <a:pt x="79" y="106"/>
                      <a:pt x="79" y="106"/>
                      <a:pt x="79" y="106"/>
                    </a:cubicBezTo>
                    <a:cubicBezTo>
                      <a:pt x="80" y="106"/>
                      <a:pt x="80" y="106"/>
                      <a:pt x="81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1" y="87"/>
                      <a:pt x="81" y="87"/>
                      <a:pt x="81" y="87"/>
                    </a:cubicBezTo>
                    <a:cubicBezTo>
                      <a:pt x="81" y="86"/>
                      <a:pt x="81" y="85"/>
                      <a:pt x="82" y="85"/>
                    </a:cubicBezTo>
                    <a:cubicBezTo>
                      <a:pt x="96" y="85"/>
                      <a:pt x="96" y="85"/>
                      <a:pt x="96" y="85"/>
                    </a:cubicBezTo>
                    <a:cubicBezTo>
                      <a:pt x="96" y="85"/>
                      <a:pt x="97" y="85"/>
                      <a:pt x="97" y="85"/>
                    </a:cubicBezTo>
                    <a:cubicBezTo>
                      <a:pt x="97" y="85"/>
                      <a:pt x="98" y="85"/>
                      <a:pt x="98" y="84"/>
                    </a:cubicBezTo>
                    <a:cubicBezTo>
                      <a:pt x="98" y="83"/>
                      <a:pt x="98" y="83"/>
                      <a:pt x="98" y="83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0"/>
                      <a:pt x="50" y="0"/>
                      <a:pt x="49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1" name="îṡlï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460276C-9615-475F-A067-9B870786AEBA}"/>
                  </a:ext>
                </a:extLst>
              </p:cNvPr>
              <p:cNvSpPr/>
              <p:nvPr/>
            </p:nvSpPr>
            <p:spPr bwMode="auto">
              <a:xfrm>
                <a:off x="10256838" y="4916488"/>
                <a:ext cx="3175" cy="1588"/>
              </a:xfrm>
              <a:prstGeom prst="ellipse">
                <a:avLst/>
              </a:prstGeom>
              <a:solidFill>
                <a:srgbClr val="ECF3FE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2" name="íŝli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AC68874-927E-4B62-957F-4BCCEBEFA38B}"/>
                  </a:ext>
                </a:extLst>
              </p:cNvPr>
              <p:cNvSpPr/>
              <p:nvPr/>
            </p:nvSpPr>
            <p:spPr bwMode="auto">
              <a:xfrm>
                <a:off x="10101263" y="4610101"/>
                <a:ext cx="266700" cy="306388"/>
              </a:xfrm>
              <a:custGeom>
                <a:avLst/>
                <a:gdLst>
                  <a:gd name="T0" fmla="*/ 61 w 92"/>
                  <a:gd name="T1" fmla="*/ 89 h 106"/>
                  <a:gd name="T2" fmla="*/ 68 w 92"/>
                  <a:gd name="T3" fmla="*/ 89 h 106"/>
                  <a:gd name="T4" fmla="*/ 68 w 92"/>
                  <a:gd name="T5" fmla="*/ 89 h 106"/>
                  <a:gd name="T6" fmla="*/ 70 w 92"/>
                  <a:gd name="T7" fmla="*/ 91 h 106"/>
                  <a:gd name="T8" fmla="*/ 68 w 92"/>
                  <a:gd name="T9" fmla="*/ 92 h 106"/>
                  <a:gd name="T10" fmla="*/ 68 w 92"/>
                  <a:gd name="T11" fmla="*/ 92 h 106"/>
                  <a:gd name="T12" fmla="*/ 61 w 92"/>
                  <a:gd name="T13" fmla="*/ 92 h 106"/>
                  <a:gd name="T14" fmla="*/ 60 w 92"/>
                  <a:gd name="T15" fmla="*/ 91 h 106"/>
                  <a:gd name="T16" fmla="*/ 60 w 92"/>
                  <a:gd name="T17" fmla="*/ 90 h 106"/>
                  <a:gd name="T18" fmla="*/ 61 w 92"/>
                  <a:gd name="T19" fmla="*/ 89 h 106"/>
                  <a:gd name="T20" fmla="*/ 61 w 92"/>
                  <a:gd name="T21" fmla="*/ 89 h 106"/>
                  <a:gd name="T22" fmla="*/ 30 w 92"/>
                  <a:gd name="T23" fmla="*/ 59 h 106"/>
                  <a:gd name="T24" fmla="*/ 29 w 92"/>
                  <a:gd name="T25" fmla="*/ 58 h 106"/>
                  <a:gd name="T26" fmla="*/ 29 w 92"/>
                  <a:gd name="T27" fmla="*/ 46 h 106"/>
                  <a:gd name="T28" fmla="*/ 30 w 92"/>
                  <a:gd name="T29" fmla="*/ 45 h 106"/>
                  <a:gd name="T30" fmla="*/ 55 w 92"/>
                  <a:gd name="T31" fmla="*/ 45 h 106"/>
                  <a:gd name="T32" fmla="*/ 57 w 92"/>
                  <a:gd name="T33" fmla="*/ 46 h 106"/>
                  <a:gd name="T34" fmla="*/ 57 w 92"/>
                  <a:gd name="T35" fmla="*/ 58 h 106"/>
                  <a:gd name="T36" fmla="*/ 55 w 92"/>
                  <a:gd name="T37" fmla="*/ 59 h 106"/>
                  <a:gd name="T38" fmla="*/ 30 w 92"/>
                  <a:gd name="T39" fmla="*/ 59 h 106"/>
                  <a:gd name="T40" fmla="*/ 43 w 92"/>
                  <a:gd name="T41" fmla="*/ 0 h 106"/>
                  <a:gd name="T42" fmla="*/ 42 w 92"/>
                  <a:gd name="T43" fmla="*/ 0 h 106"/>
                  <a:gd name="T44" fmla="*/ 41 w 92"/>
                  <a:gd name="T45" fmla="*/ 0 h 106"/>
                  <a:gd name="T46" fmla="*/ 0 w 92"/>
                  <a:gd name="T47" fmla="*/ 72 h 106"/>
                  <a:gd name="T48" fmla="*/ 18 w 92"/>
                  <a:gd name="T49" fmla="*/ 89 h 106"/>
                  <a:gd name="T50" fmla="*/ 24 w 92"/>
                  <a:gd name="T51" fmla="*/ 89 h 106"/>
                  <a:gd name="T52" fmla="*/ 25 w 92"/>
                  <a:gd name="T53" fmla="*/ 89 h 106"/>
                  <a:gd name="T54" fmla="*/ 26 w 92"/>
                  <a:gd name="T55" fmla="*/ 91 h 106"/>
                  <a:gd name="T56" fmla="*/ 25 w 92"/>
                  <a:gd name="T57" fmla="*/ 92 h 106"/>
                  <a:gd name="T58" fmla="*/ 24 w 92"/>
                  <a:gd name="T59" fmla="*/ 92 h 106"/>
                  <a:gd name="T60" fmla="*/ 21 w 92"/>
                  <a:gd name="T61" fmla="*/ 92 h 106"/>
                  <a:gd name="T62" fmla="*/ 32 w 92"/>
                  <a:gd name="T63" fmla="*/ 99 h 106"/>
                  <a:gd name="T64" fmla="*/ 32 w 92"/>
                  <a:gd name="T65" fmla="*/ 96 h 106"/>
                  <a:gd name="T66" fmla="*/ 34 w 92"/>
                  <a:gd name="T67" fmla="*/ 94 h 106"/>
                  <a:gd name="T68" fmla="*/ 52 w 92"/>
                  <a:gd name="T69" fmla="*/ 94 h 106"/>
                  <a:gd name="T70" fmla="*/ 53 w 92"/>
                  <a:gd name="T71" fmla="*/ 96 h 106"/>
                  <a:gd name="T72" fmla="*/ 53 w 92"/>
                  <a:gd name="T73" fmla="*/ 104 h 106"/>
                  <a:gd name="T74" fmla="*/ 54 w 92"/>
                  <a:gd name="T75" fmla="*/ 106 h 106"/>
                  <a:gd name="T76" fmla="*/ 55 w 92"/>
                  <a:gd name="T77" fmla="*/ 106 h 106"/>
                  <a:gd name="T78" fmla="*/ 55 w 92"/>
                  <a:gd name="T79" fmla="*/ 106 h 106"/>
                  <a:gd name="T80" fmla="*/ 73 w 92"/>
                  <a:gd name="T81" fmla="*/ 106 h 106"/>
                  <a:gd name="T82" fmla="*/ 74 w 92"/>
                  <a:gd name="T83" fmla="*/ 105 h 106"/>
                  <a:gd name="T84" fmla="*/ 75 w 92"/>
                  <a:gd name="T85" fmla="*/ 104 h 106"/>
                  <a:gd name="T86" fmla="*/ 75 w 92"/>
                  <a:gd name="T87" fmla="*/ 87 h 106"/>
                  <a:gd name="T88" fmla="*/ 76 w 92"/>
                  <a:gd name="T89" fmla="*/ 85 h 106"/>
                  <a:gd name="T90" fmla="*/ 90 w 92"/>
                  <a:gd name="T91" fmla="*/ 85 h 106"/>
                  <a:gd name="T92" fmla="*/ 90 w 92"/>
                  <a:gd name="T93" fmla="*/ 85 h 106"/>
                  <a:gd name="T94" fmla="*/ 92 w 92"/>
                  <a:gd name="T95" fmla="*/ 84 h 106"/>
                  <a:gd name="T96" fmla="*/ 92 w 92"/>
                  <a:gd name="T97" fmla="*/ 83 h 106"/>
                  <a:gd name="T98" fmla="*/ 44 w 92"/>
                  <a:gd name="T99" fmla="*/ 0 h 106"/>
                  <a:gd name="T100" fmla="*/ 43 w 92"/>
                  <a:gd name="T101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2" h="106">
                    <a:moveTo>
                      <a:pt x="61" y="89"/>
                    </a:moveTo>
                    <a:cubicBezTo>
                      <a:pt x="68" y="89"/>
                      <a:pt x="68" y="89"/>
                      <a:pt x="68" y="89"/>
                    </a:cubicBezTo>
                    <a:cubicBezTo>
                      <a:pt x="68" y="89"/>
                      <a:pt x="68" y="89"/>
                      <a:pt x="68" y="89"/>
                    </a:cubicBezTo>
                    <a:cubicBezTo>
                      <a:pt x="69" y="89"/>
                      <a:pt x="70" y="90"/>
                      <a:pt x="70" y="91"/>
                    </a:cubicBezTo>
                    <a:cubicBezTo>
                      <a:pt x="70" y="92"/>
                      <a:pt x="69" y="92"/>
                      <a:pt x="68" y="92"/>
                    </a:cubicBezTo>
                    <a:cubicBezTo>
                      <a:pt x="68" y="92"/>
                      <a:pt x="68" y="92"/>
                      <a:pt x="68" y="92"/>
                    </a:cubicBezTo>
                    <a:cubicBezTo>
                      <a:pt x="61" y="92"/>
                      <a:pt x="61" y="92"/>
                      <a:pt x="61" y="92"/>
                    </a:cubicBezTo>
                    <a:cubicBezTo>
                      <a:pt x="60" y="92"/>
                      <a:pt x="60" y="92"/>
                      <a:pt x="60" y="91"/>
                    </a:cubicBezTo>
                    <a:cubicBezTo>
                      <a:pt x="60" y="91"/>
                      <a:pt x="60" y="90"/>
                      <a:pt x="60" y="90"/>
                    </a:cubicBezTo>
                    <a:cubicBezTo>
                      <a:pt x="61" y="90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moveTo>
                      <a:pt x="30" y="59"/>
                    </a:moveTo>
                    <a:cubicBezTo>
                      <a:pt x="30" y="59"/>
                      <a:pt x="29" y="59"/>
                      <a:pt x="29" y="58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5"/>
                      <a:pt x="30" y="45"/>
                      <a:pt x="30" y="45"/>
                    </a:cubicBezTo>
                    <a:cubicBezTo>
                      <a:pt x="55" y="45"/>
                      <a:pt x="55" y="45"/>
                      <a:pt x="55" y="45"/>
                    </a:cubicBezTo>
                    <a:cubicBezTo>
                      <a:pt x="56" y="45"/>
                      <a:pt x="57" y="45"/>
                      <a:pt x="57" y="46"/>
                    </a:cubicBezTo>
                    <a:cubicBezTo>
                      <a:pt x="57" y="58"/>
                      <a:pt x="57" y="58"/>
                      <a:pt x="57" y="58"/>
                    </a:cubicBezTo>
                    <a:cubicBezTo>
                      <a:pt x="57" y="59"/>
                      <a:pt x="56" y="59"/>
                      <a:pt x="55" y="59"/>
                    </a:cubicBezTo>
                    <a:cubicBezTo>
                      <a:pt x="30" y="59"/>
                      <a:pt x="30" y="59"/>
                      <a:pt x="30" y="59"/>
                    </a:cubicBezTo>
                    <a:moveTo>
                      <a:pt x="43" y="0"/>
                    </a:moveTo>
                    <a:cubicBezTo>
                      <a:pt x="43" y="0"/>
                      <a:pt x="42" y="0"/>
                      <a:pt x="42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6" y="78"/>
                      <a:pt x="11" y="84"/>
                      <a:pt x="18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5" y="89"/>
                    </a:cubicBezTo>
                    <a:cubicBezTo>
                      <a:pt x="25" y="89"/>
                      <a:pt x="26" y="90"/>
                      <a:pt x="26" y="91"/>
                    </a:cubicBezTo>
                    <a:cubicBezTo>
                      <a:pt x="26" y="92"/>
                      <a:pt x="26" y="92"/>
                      <a:pt x="25" y="92"/>
                    </a:cubicBezTo>
                    <a:cubicBezTo>
                      <a:pt x="24" y="92"/>
                      <a:pt x="24" y="92"/>
                      <a:pt x="24" y="92"/>
                    </a:cubicBezTo>
                    <a:cubicBezTo>
                      <a:pt x="21" y="92"/>
                      <a:pt x="21" y="92"/>
                      <a:pt x="21" y="92"/>
                    </a:cubicBezTo>
                    <a:cubicBezTo>
                      <a:pt x="25" y="95"/>
                      <a:pt x="29" y="97"/>
                      <a:pt x="32" y="99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2" y="95"/>
                      <a:pt x="33" y="94"/>
                      <a:pt x="34" y="94"/>
                    </a:cubicBezTo>
                    <a:cubicBezTo>
                      <a:pt x="52" y="94"/>
                      <a:pt x="52" y="94"/>
                      <a:pt x="52" y="94"/>
                    </a:cubicBezTo>
                    <a:cubicBezTo>
                      <a:pt x="52" y="94"/>
                      <a:pt x="53" y="95"/>
                      <a:pt x="53" y="96"/>
                    </a:cubicBezTo>
                    <a:cubicBezTo>
                      <a:pt x="53" y="104"/>
                      <a:pt x="53" y="104"/>
                      <a:pt x="53" y="104"/>
                    </a:cubicBezTo>
                    <a:cubicBezTo>
                      <a:pt x="53" y="105"/>
                      <a:pt x="54" y="105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73" y="106"/>
                      <a:pt x="73" y="106"/>
                      <a:pt x="73" y="106"/>
                    </a:cubicBezTo>
                    <a:cubicBezTo>
                      <a:pt x="74" y="106"/>
                      <a:pt x="74" y="106"/>
                      <a:pt x="74" y="105"/>
                    </a:cubicBezTo>
                    <a:cubicBezTo>
                      <a:pt x="75" y="104"/>
                      <a:pt x="75" y="104"/>
                      <a:pt x="75" y="104"/>
                    </a:cubicBezTo>
                    <a:cubicBezTo>
                      <a:pt x="75" y="87"/>
                      <a:pt x="75" y="87"/>
                      <a:pt x="75" y="87"/>
                    </a:cubicBezTo>
                    <a:cubicBezTo>
                      <a:pt x="75" y="86"/>
                      <a:pt x="75" y="85"/>
                      <a:pt x="76" y="85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90" y="85"/>
                      <a:pt x="90" y="85"/>
                      <a:pt x="90" y="85"/>
                    </a:cubicBezTo>
                    <a:cubicBezTo>
                      <a:pt x="91" y="85"/>
                      <a:pt x="92" y="84"/>
                      <a:pt x="92" y="84"/>
                    </a:cubicBezTo>
                    <a:cubicBezTo>
                      <a:pt x="92" y="83"/>
                      <a:pt x="92" y="83"/>
                      <a:pt x="92" y="83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3" y="0"/>
                      <a:pt x="43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3" name="ïşli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631AB7-837B-4FE4-9731-15721A2A9E30}"/>
                  </a:ext>
                </a:extLst>
              </p:cNvPr>
              <p:cNvSpPr/>
              <p:nvPr/>
            </p:nvSpPr>
            <p:spPr bwMode="auto">
              <a:xfrm>
                <a:off x="10375900" y="4330701"/>
                <a:ext cx="539750" cy="584200"/>
              </a:xfrm>
              <a:custGeom>
                <a:avLst/>
                <a:gdLst>
                  <a:gd name="T0" fmla="*/ 31 w 186"/>
                  <a:gd name="T1" fmla="*/ 161 h 201"/>
                  <a:gd name="T2" fmla="*/ 62 w 186"/>
                  <a:gd name="T3" fmla="*/ 170 h 201"/>
                  <a:gd name="T4" fmla="*/ 86 w 186"/>
                  <a:gd name="T5" fmla="*/ 161 h 201"/>
                  <a:gd name="T6" fmla="*/ 99 w 186"/>
                  <a:gd name="T7" fmla="*/ 169 h 201"/>
                  <a:gd name="T8" fmla="*/ 123 w 186"/>
                  <a:gd name="T9" fmla="*/ 169 h 201"/>
                  <a:gd name="T10" fmla="*/ 154 w 186"/>
                  <a:gd name="T11" fmla="*/ 161 h 201"/>
                  <a:gd name="T12" fmla="*/ 177 w 186"/>
                  <a:gd name="T13" fmla="*/ 170 h 201"/>
                  <a:gd name="T14" fmla="*/ 8 w 186"/>
                  <a:gd name="T15" fmla="*/ 140 h 201"/>
                  <a:gd name="T16" fmla="*/ 8 w 186"/>
                  <a:gd name="T17" fmla="*/ 150 h 201"/>
                  <a:gd name="T18" fmla="*/ 85 w 186"/>
                  <a:gd name="T19" fmla="*/ 140 h 201"/>
                  <a:gd name="T20" fmla="*/ 100 w 186"/>
                  <a:gd name="T21" fmla="*/ 150 h 201"/>
                  <a:gd name="T22" fmla="*/ 123 w 186"/>
                  <a:gd name="T23" fmla="*/ 141 h 201"/>
                  <a:gd name="T24" fmla="*/ 154 w 186"/>
                  <a:gd name="T25" fmla="*/ 149 h 201"/>
                  <a:gd name="T26" fmla="*/ 178 w 186"/>
                  <a:gd name="T27" fmla="*/ 149 h 201"/>
                  <a:gd name="T28" fmla="*/ 7 w 186"/>
                  <a:gd name="T29" fmla="*/ 121 h 201"/>
                  <a:gd name="T30" fmla="*/ 31 w 186"/>
                  <a:gd name="T31" fmla="*/ 129 h 201"/>
                  <a:gd name="T32" fmla="*/ 62 w 186"/>
                  <a:gd name="T33" fmla="*/ 120 h 201"/>
                  <a:gd name="T34" fmla="*/ 62 w 186"/>
                  <a:gd name="T35" fmla="*/ 129 h 201"/>
                  <a:gd name="T36" fmla="*/ 123 w 186"/>
                  <a:gd name="T37" fmla="*/ 120 h 201"/>
                  <a:gd name="T38" fmla="*/ 154 w 186"/>
                  <a:gd name="T39" fmla="*/ 129 h 201"/>
                  <a:gd name="T40" fmla="*/ 178 w 186"/>
                  <a:gd name="T41" fmla="*/ 121 h 201"/>
                  <a:gd name="T42" fmla="*/ 7 w 186"/>
                  <a:gd name="T43" fmla="*/ 108 h 201"/>
                  <a:gd name="T44" fmla="*/ 31 w 186"/>
                  <a:gd name="T45" fmla="*/ 108 h 201"/>
                  <a:gd name="T46" fmla="*/ 62 w 186"/>
                  <a:gd name="T47" fmla="*/ 100 h 201"/>
                  <a:gd name="T48" fmla="*/ 85 w 186"/>
                  <a:gd name="T49" fmla="*/ 109 h 201"/>
                  <a:gd name="T50" fmla="*/ 100 w 186"/>
                  <a:gd name="T51" fmla="*/ 100 h 201"/>
                  <a:gd name="T52" fmla="*/ 100 w 186"/>
                  <a:gd name="T53" fmla="*/ 109 h 201"/>
                  <a:gd name="T54" fmla="*/ 177 w 186"/>
                  <a:gd name="T55" fmla="*/ 100 h 201"/>
                  <a:gd name="T56" fmla="*/ 8 w 186"/>
                  <a:gd name="T57" fmla="*/ 88 h 201"/>
                  <a:gd name="T58" fmla="*/ 31 w 186"/>
                  <a:gd name="T59" fmla="*/ 80 h 201"/>
                  <a:gd name="T60" fmla="*/ 62 w 186"/>
                  <a:gd name="T61" fmla="*/ 88 h 201"/>
                  <a:gd name="T62" fmla="*/ 86 w 186"/>
                  <a:gd name="T63" fmla="*/ 88 h 201"/>
                  <a:gd name="T64" fmla="*/ 99 w 186"/>
                  <a:gd name="T65" fmla="*/ 80 h 201"/>
                  <a:gd name="T66" fmla="*/ 123 w 186"/>
                  <a:gd name="T67" fmla="*/ 88 h 201"/>
                  <a:gd name="T68" fmla="*/ 154 w 186"/>
                  <a:gd name="T69" fmla="*/ 79 h 201"/>
                  <a:gd name="T70" fmla="*/ 154 w 186"/>
                  <a:gd name="T71" fmla="*/ 88 h 201"/>
                  <a:gd name="T72" fmla="*/ 31 w 186"/>
                  <a:gd name="T73" fmla="*/ 59 h 201"/>
                  <a:gd name="T74" fmla="*/ 62 w 186"/>
                  <a:gd name="T75" fmla="*/ 68 h 201"/>
                  <a:gd name="T76" fmla="*/ 86 w 186"/>
                  <a:gd name="T77" fmla="*/ 60 h 201"/>
                  <a:gd name="T78" fmla="*/ 99 w 186"/>
                  <a:gd name="T79" fmla="*/ 68 h 201"/>
                  <a:gd name="T80" fmla="*/ 123 w 186"/>
                  <a:gd name="T81" fmla="*/ 68 h 201"/>
                  <a:gd name="T82" fmla="*/ 154 w 186"/>
                  <a:gd name="T83" fmla="*/ 60 h 201"/>
                  <a:gd name="T84" fmla="*/ 177 w 186"/>
                  <a:gd name="T85" fmla="*/ 68 h 201"/>
                  <a:gd name="T86" fmla="*/ 8 w 186"/>
                  <a:gd name="T87" fmla="*/ 39 h 201"/>
                  <a:gd name="T88" fmla="*/ 8 w 186"/>
                  <a:gd name="T89" fmla="*/ 48 h 201"/>
                  <a:gd name="T90" fmla="*/ 85 w 186"/>
                  <a:gd name="T91" fmla="*/ 39 h 201"/>
                  <a:gd name="T92" fmla="*/ 100 w 186"/>
                  <a:gd name="T93" fmla="*/ 48 h 201"/>
                  <a:gd name="T94" fmla="*/ 123 w 186"/>
                  <a:gd name="T95" fmla="*/ 39 h 201"/>
                  <a:gd name="T96" fmla="*/ 154 w 186"/>
                  <a:gd name="T97" fmla="*/ 47 h 201"/>
                  <a:gd name="T98" fmla="*/ 178 w 186"/>
                  <a:gd name="T99" fmla="*/ 47 h 201"/>
                  <a:gd name="T100" fmla="*/ 80 w 186"/>
                  <a:gd name="T101" fmla="*/ 1 h 201"/>
                  <a:gd name="T102" fmla="*/ 0 w 186"/>
                  <a:gd name="T103" fmla="*/ 31 h 201"/>
                  <a:gd name="T104" fmla="*/ 38 w 186"/>
                  <a:gd name="T105" fmla="*/ 201 h 201"/>
                  <a:gd name="T106" fmla="*/ 55 w 186"/>
                  <a:gd name="T107" fmla="*/ 201 h 201"/>
                  <a:gd name="T108" fmla="*/ 131 w 186"/>
                  <a:gd name="T109" fmla="*/ 177 h 201"/>
                  <a:gd name="T110" fmla="*/ 185 w 186"/>
                  <a:gd name="T111" fmla="*/ 201 h 201"/>
                  <a:gd name="T112" fmla="*/ 126 w 186"/>
                  <a:gd name="T113" fmla="*/ 31 h 201"/>
                  <a:gd name="T114" fmla="*/ 104 w 186"/>
                  <a:gd name="T115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6" h="201">
                    <a:moveTo>
                      <a:pt x="8" y="170"/>
                    </a:moveTo>
                    <a:cubicBezTo>
                      <a:pt x="7" y="169"/>
                      <a:pt x="7" y="169"/>
                      <a:pt x="7" y="169"/>
                    </a:cubicBezTo>
                    <a:cubicBezTo>
                      <a:pt x="7" y="161"/>
                      <a:pt x="7" y="161"/>
                      <a:pt x="7" y="161"/>
                    </a:cubicBezTo>
                    <a:cubicBezTo>
                      <a:pt x="8" y="161"/>
                      <a:pt x="8" y="161"/>
                      <a:pt x="8" y="161"/>
                    </a:cubicBezTo>
                    <a:cubicBezTo>
                      <a:pt x="31" y="161"/>
                      <a:pt x="31" y="161"/>
                      <a:pt x="31" y="161"/>
                    </a:cubicBezTo>
                    <a:cubicBezTo>
                      <a:pt x="31" y="161"/>
                      <a:pt x="31" y="161"/>
                      <a:pt x="31" y="161"/>
                    </a:cubicBezTo>
                    <a:cubicBezTo>
                      <a:pt x="31" y="169"/>
                      <a:pt x="31" y="169"/>
                      <a:pt x="31" y="169"/>
                    </a:cubicBezTo>
                    <a:cubicBezTo>
                      <a:pt x="31" y="170"/>
                      <a:pt x="31" y="170"/>
                      <a:pt x="31" y="170"/>
                    </a:cubicBezTo>
                    <a:cubicBezTo>
                      <a:pt x="8" y="170"/>
                      <a:pt x="8" y="170"/>
                      <a:pt x="8" y="170"/>
                    </a:cubicBezTo>
                    <a:moveTo>
                      <a:pt x="62" y="170"/>
                    </a:moveTo>
                    <a:cubicBezTo>
                      <a:pt x="62" y="169"/>
                      <a:pt x="62" y="169"/>
                      <a:pt x="62" y="169"/>
                    </a:cubicBezTo>
                    <a:cubicBezTo>
                      <a:pt x="62" y="161"/>
                      <a:pt x="62" y="161"/>
                      <a:pt x="62" y="161"/>
                    </a:cubicBezTo>
                    <a:cubicBezTo>
                      <a:pt x="62" y="161"/>
                      <a:pt x="62" y="161"/>
                      <a:pt x="62" y="161"/>
                    </a:cubicBezTo>
                    <a:cubicBezTo>
                      <a:pt x="85" y="161"/>
                      <a:pt x="85" y="161"/>
                      <a:pt x="85" y="161"/>
                    </a:cubicBezTo>
                    <a:cubicBezTo>
                      <a:pt x="86" y="161"/>
                      <a:pt x="86" y="161"/>
                      <a:pt x="86" y="161"/>
                    </a:cubicBezTo>
                    <a:cubicBezTo>
                      <a:pt x="86" y="169"/>
                      <a:pt x="86" y="169"/>
                      <a:pt x="86" y="169"/>
                    </a:cubicBezTo>
                    <a:cubicBezTo>
                      <a:pt x="85" y="170"/>
                      <a:pt x="85" y="170"/>
                      <a:pt x="85" y="170"/>
                    </a:cubicBezTo>
                    <a:cubicBezTo>
                      <a:pt x="62" y="170"/>
                      <a:pt x="62" y="170"/>
                      <a:pt x="62" y="170"/>
                    </a:cubicBezTo>
                    <a:moveTo>
                      <a:pt x="100" y="170"/>
                    </a:moveTo>
                    <a:cubicBezTo>
                      <a:pt x="99" y="169"/>
                      <a:pt x="99" y="169"/>
                      <a:pt x="99" y="169"/>
                    </a:cubicBezTo>
                    <a:cubicBezTo>
                      <a:pt x="99" y="161"/>
                      <a:pt x="99" y="161"/>
                      <a:pt x="99" y="161"/>
                    </a:cubicBezTo>
                    <a:cubicBezTo>
                      <a:pt x="100" y="161"/>
                      <a:pt x="100" y="161"/>
                      <a:pt x="100" y="161"/>
                    </a:cubicBezTo>
                    <a:cubicBezTo>
                      <a:pt x="123" y="161"/>
                      <a:pt x="123" y="161"/>
                      <a:pt x="123" y="161"/>
                    </a:cubicBezTo>
                    <a:cubicBezTo>
                      <a:pt x="123" y="161"/>
                      <a:pt x="123" y="161"/>
                      <a:pt x="123" y="161"/>
                    </a:cubicBezTo>
                    <a:cubicBezTo>
                      <a:pt x="123" y="169"/>
                      <a:pt x="123" y="169"/>
                      <a:pt x="123" y="169"/>
                    </a:cubicBezTo>
                    <a:cubicBezTo>
                      <a:pt x="123" y="170"/>
                      <a:pt x="123" y="170"/>
                      <a:pt x="123" y="170"/>
                    </a:cubicBezTo>
                    <a:cubicBezTo>
                      <a:pt x="100" y="170"/>
                      <a:pt x="100" y="170"/>
                      <a:pt x="100" y="170"/>
                    </a:cubicBezTo>
                    <a:moveTo>
                      <a:pt x="154" y="170"/>
                    </a:moveTo>
                    <a:cubicBezTo>
                      <a:pt x="154" y="169"/>
                      <a:pt x="154" y="169"/>
                      <a:pt x="154" y="169"/>
                    </a:cubicBezTo>
                    <a:cubicBezTo>
                      <a:pt x="154" y="161"/>
                      <a:pt x="154" y="161"/>
                      <a:pt x="154" y="161"/>
                    </a:cubicBezTo>
                    <a:cubicBezTo>
                      <a:pt x="154" y="161"/>
                      <a:pt x="154" y="161"/>
                      <a:pt x="154" y="161"/>
                    </a:cubicBezTo>
                    <a:cubicBezTo>
                      <a:pt x="177" y="161"/>
                      <a:pt x="177" y="161"/>
                      <a:pt x="177" y="161"/>
                    </a:cubicBezTo>
                    <a:cubicBezTo>
                      <a:pt x="178" y="161"/>
                      <a:pt x="178" y="161"/>
                      <a:pt x="178" y="161"/>
                    </a:cubicBezTo>
                    <a:cubicBezTo>
                      <a:pt x="178" y="169"/>
                      <a:pt x="178" y="169"/>
                      <a:pt x="178" y="169"/>
                    </a:cubicBezTo>
                    <a:cubicBezTo>
                      <a:pt x="177" y="170"/>
                      <a:pt x="177" y="170"/>
                      <a:pt x="177" y="170"/>
                    </a:cubicBezTo>
                    <a:cubicBezTo>
                      <a:pt x="154" y="170"/>
                      <a:pt x="154" y="170"/>
                      <a:pt x="154" y="170"/>
                    </a:cubicBezTo>
                    <a:moveTo>
                      <a:pt x="8" y="150"/>
                    </a:moveTo>
                    <a:cubicBezTo>
                      <a:pt x="7" y="149"/>
                      <a:pt x="7" y="149"/>
                      <a:pt x="7" y="149"/>
                    </a:cubicBezTo>
                    <a:cubicBezTo>
                      <a:pt x="7" y="141"/>
                      <a:pt x="7" y="141"/>
                      <a:pt x="7" y="141"/>
                    </a:cubicBezTo>
                    <a:cubicBezTo>
                      <a:pt x="8" y="140"/>
                      <a:pt x="8" y="140"/>
                      <a:pt x="8" y="140"/>
                    </a:cubicBezTo>
                    <a:cubicBezTo>
                      <a:pt x="31" y="140"/>
                      <a:pt x="31" y="140"/>
                      <a:pt x="31" y="140"/>
                    </a:cubicBezTo>
                    <a:cubicBezTo>
                      <a:pt x="31" y="141"/>
                      <a:pt x="31" y="141"/>
                      <a:pt x="31" y="141"/>
                    </a:cubicBezTo>
                    <a:cubicBezTo>
                      <a:pt x="31" y="149"/>
                      <a:pt x="31" y="149"/>
                      <a:pt x="31" y="149"/>
                    </a:cubicBezTo>
                    <a:cubicBezTo>
                      <a:pt x="31" y="150"/>
                      <a:pt x="31" y="150"/>
                      <a:pt x="31" y="150"/>
                    </a:cubicBezTo>
                    <a:cubicBezTo>
                      <a:pt x="8" y="150"/>
                      <a:pt x="8" y="150"/>
                      <a:pt x="8" y="150"/>
                    </a:cubicBezTo>
                    <a:moveTo>
                      <a:pt x="62" y="150"/>
                    </a:moveTo>
                    <a:cubicBezTo>
                      <a:pt x="62" y="149"/>
                      <a:pt x="62" y="149"/>
                      <a:pt x="62" y="149"/>
                    </a:cubicBezTo>
                    <a:cubicBezTo>
                      <a:pt x="62" y="141"/>
                      <a:pt x="62" y="141"/>
                      <a:pt x="62" y="141"/>
                    </a:cubicBezTo>
                    <a:cubicBezTo>
                      <a:pt x="62" y="140"/>
                      <a:pt x="62" y="140"/>
                      <a:pt x="62" y="140"/>
                    </a:cubicBezTo>
                    <a:cubicBezTo>
                      <a:pt x="85" y="140"/>
                      <a:pt x="85" y="140"/>
                      <a:pt x="85" y="140"/>
                    </a:cubicBezTo>
                    <a:cubicBezTo>
                      <a:pt x="86" y="141"/>
                      <a:pt x="86" y="141"/>
                      <a:pt x="86" y="141"/>
                    </a:cubicBezTo>
                    <a:cubicBezTo>
                      <a:pt x="86" y="149"/>
                      <a:pt x="86" y="149"/>
                      <a:pt x="86" y="149"/>
                    </a:cubicBezTo>
                    <a:cubicBezTo>
                      <a:pt x="85" y="150"/>
                      <a:pt x="85" y="150"/>
                      <a:pt x="85" y="150"/>
                    </a:cubicBezTo>
                    <a:cubicBezTo>
                      <a:pt x="62" y="150"/>
                      <a:pt x="62" y="150"/>
                      <a:pt x="62" y="150"/>
                    </a:cubicBezTo>
                    <a:moveTo>
                      <a:pt x="100" y="150"/>
                    </a:moveTo>
                    <a:cubicBezTo>
                      <a:pt x="99" y="149"/>
                      <a:pt x="99" y="149"/>
                      <a:pt x="99" y="149"/>
                    </a:cubicBezTo>
                    <a:cubicBezTo>
                      <a:pt x="99" y="141"/>
                      <a:pt x="99" y="141"/>
                      <a:pt x="99" y="141"/>
                    </a:cubicBezTo>
                    <a:cubicBezTo>
                      <a:pt x="100" y="140"/>
                      <a:pt x="100" y="140"/>
                      <a:pt x="100" y="140"/>
                    </a:cubicBezTo>
                    <a:cubicBezTo>
                      <a:pt x="123" y="140"/>
                      <a:pt x="123" y="140"/>
                      <a:pt x="123" y="140"/>
                    </a:cubicBezTo>
                    <a:cubicBezTo>
                      <a:pt x="123" y="141"/>
                      <a:pt x="123" y="141"/>
                      <a:pt x="123" y="141"/>
                    </a:cubicBezTo>
                    <a:cubicBezTo>
                      <a:pt x="123" y="149"/>
                      <a:pt x="123" y="149"/>
                      <a:pt x="123" y="149"/>
                    </a:cubicBezTo>
                    <a:cubicBezTo>
                      <a:pt x="123" y="150"/>
                      <a:pt x="123" y="150"/>
                      <a:pt x="123" y="150"/>
                    </a:cubicBezTo>
                    <a:cubicBezTo>
                      <a:pt x="100" y="150"/>
                      <a:pt x="100" y="150"/>
                      <a:pt x="100" y="150"/>
                    </a:cubicBezTo>
                    <a:moveTo>
                      <a:pt x="154" y="150"/>
                    </a:moveTo>
                    <a:cubicBezTo>
                      <a:pt x="154" y="149"/>
                      <a:pt x="154" y="149"/>
                      <a:pt x="154" y="149"/>
                    </a:cubicBezTo>
                    <a:cubicBezTo>
                      <a:pt x="154" y="141"/>
                      <a:pt x="154" y="141"/>
                      <a:pt x="154" y="141"/>
                    </a:cubicBezTo>
                    <a:cubicBezTo>
                      <a:pt x="154" y="140"/>
                      <a:pt x="154" y="140"/>
                      <a:pt x="154" y="140"/>
                    </a:cubicBezTo>
                    <a:cubicBezTo>
                      <a:pt x="177" y="140"/>
                      <a:pt x="177" y="140"/>
                      <a:pt x="177" y="140"/>
                    </a:cubicBezTo>
                    <a:cubicBezTo>
                      <a:pt x="178" y="141"/>
                      <a:pt x="178" y="141"/>
                      <a:pt x="178" y="141"/>
                    </a:cubicBezTo>
                    <a:cubicBezTo>
                      <a:pt x="178" y="149"/>
                      <a:pt x="178" y="149"/>
                      <a:pt x="178" y="149"/>
                    </a:cubicBezTo>
                    <a:cubicBezTo>
                      <a:pt x="177" y="150"/>
                      <a:pt x="177" y="150"/>
                      <a:pt x="177" y="150"/>
                    </a:cubicBezTo>
                    <a:cubicBezTo>
                      <a:pt x="154" y="150"/>
                      <a:pt x="154" y="150"/>
                      <a:pt x="154" y="150"/>
                    </a:cubicBezTo>
                    <a:moveTo>
                      <a:pt x="8" y="129"/>
                    </a:moveTo>
                    <a:cubicBezTo>
                      <a:pt x="7" y="129"/>
                      <a:pt x="7" y="129"/>
                      <a:pt x="7" y="129"/>
                    </a:cubicBezTo>
                    <a:cubicBezTo>
                      <a:pt x="7" y="121"/>
                      <a:pt x="7" y="121"/>
                      <a:pt x="7" y="121"/>
                    </a:cubicBezTo>
                    <a:cubicBezTo>
                      <a:pt x="8" y="120"/>
                      <a:pt x="8" y="120"/>
                      <a:pt x="8" y="120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31" y="129"/>
                      <a:pt x="31" y="129"/>
                      <a:pt x="31" y="129"/>
                    </a:cubicBezTo>
                    <a:cubicBezTo>
                      <a:pt x="31" y="129"/>
                      <a:pt x="31" y="129"/>
                      <a:pt x="31" y="129"/>
                    </a:cubicBezTo>
                    <a:cubicBezTo>
                      <a:pt x="8" y="129"/>
                      <a:pt x="8" y="129"/>
                      <a:pt x="8" y="129"/>
                    </a:cubicBezTo>
                    <a:moveTo>
                      <a:pt x="62" y="129"/>
                    </a:moveTo>
                    <a:cubicBezTo>
                      <a:pt x="62" y="129"/>
                      <a:pt x="62" y="129"/>
                      <a:pt x="62" y="129"/>
                    </a:cubicBezTo>
                    <a:cubicBezTo>
                      <a:pt x="62" y="121"/>
                      <a:pt x="62" y="121"/>
                      <a:pt x="62" y="121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85" y="120"/>
                      <a:pt x="85" y="120"/>
                      <a:pt x="85" y="120"/>
                    </a:cubicBezTo>
                    <a:cubicBezTo>
                      <a:pt x="86" y="121"/>
                      <a:pt x="86" y="121"/>
                      <a:pt x="86" y="121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5" y="129"/>
                      <a:pt x="85" y="129"/>
                      <a:pt x="85" y="129"/>
                    </a:cubicBezTo>
                    <a:cubicBezTo>
                      <a:pt x="62" y="129"/>
                      <a:pt x="62" y="129"/>
                      <a:pt x="62" y="129"/>
                    </a:cubicBezTo>
                    <a:moveTo>
                      <a:pt x="100" y="129"/>
                    </a:moveTo>
                    <a:cubicBezTo>
                      <a:pt x="99" y="129"/>
                      <a:pt x="99" y="129"/>
                      <a:pt x="99" y="129"/>
                    </a:cubicBezTo>
                    <a:cubicBezTo>
                      <a:pt x="99" y="121"/>
                      <a:pt x="99" y="121"/>
                      <a:pt x="99" y="121"/>
                    </a:cubicBezTo>
                    <a:cubicBezTo>
                      <a:pt x="100" y="120"/>
                      <a:pt x="100" y="120"/>
                      <a:pt x="100" y="120"/>
                    </a:cubicBezTo>
                    <a:cubicBezTo>
                      <a:pt x="123" y="120"/>
                      <a:pt x="123" y="120"/>
                      <a:pt x="123" y="120"/>
                    </a:cubicBezTo>
                    <a:cubicBezTo>
                      <a:pt x="123" y="121"/>
                      <a:pt x="123" y="121"/>
                      <a:pt x="123" y="121"/>
                    </a:cubicBezTo>
                    <a:cubicBezTo>
                      <a:pt x="123" y="129"/>
                      <a:pt x="123" y="129"/>
                      <a:pt x="123" y="129"/>
                    </a:cubicBezTo>
                    <a:cubicBezTo>
                      <a:pt x="123" y="129"/>
                      <a:pt x="123" y="129"/>
                      <a:pt x="123" y="129"/>
                    </a:cubicBezTo>
                    <a:cubicBezTo>
                      <a:pt x="100" y="129"/>
                      <a:pt x="100" y="129"/>
                      <a:pt x="100" y="129"/>
                    </a:cubicBezTo>
                    <a:moveTo>
                      <a:pt x="154" y="129"/>
                    </a:moveTo>
                    <a:cubicBezTo>
                      <a:pt x="154" y="129"/>
                      <a:pt x="154" y="129"/>
                      <a:pt x="154" y="129"/>
                    </a:cubicBezTo>
                    <a:cubicBezTo>
                      <a:pt x="154" y="121"/>
                      <a:pt x="154" y="121"/>
                      <a:pt x="154" y="121"/>
                    </a:cubicBezTo>
                    <a:cubicBezTo>
                      <a:pt x="154" y="120"/>
                      <a:pt x="154" y="120"/>
                      <a:pt x="154" y="120"/>
                    </a:cubicBezTo>
                    <a:cubicBezTo>
                      <a:pt x="177" y="120"/>
                      <a:pt x="177" y="120"/>
                      <a:pt x="177" y="120"/>
                    </a:cubicBezTo>
                    <a:cubicBezTo>
                      <a:pt x="178" y="121"/>
                      <a:pt x="178" y="121"/>
                      <a:pt x="178" y="121"/>
                    </a:cubicBezTo>
                    <a:cubicBezTo>
                      <a:pt x="178" y="129"/>
                      <a:pt x="178" y="129"/>
                      <a:pt x="178" y="129"/>
                    </a:cubicBezTo>
                    <a:cubicBezTo>
                      <a:pt x="177" y="129"/>
                      <a:pt x="177" y="129"/>
                      <a:pt x="177" y="129"/>
                    </a:cubicBezTo>
                    <a:cubicBezTo>
                      <a:pt x="154" y="129"/>
                      <a:pt x="154" y="129"/>
                      <a:pt x="154" y="129"/>
                    </a:cubicBezTo>
                    <a:moveTo>
                      <a:pt x="8" y="109"/>
                    </a:moveTo>
                    <a:cubicBezTo>
                      <a:pt x="7" y="108"/>
                      <a:pt x="7" y="108"/>
                      <a:pt x="7" y="108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31" y="100"/>
                      <a:pt x="31" y="100"/>
                      <a:pt x="31" y="100"/>
                    </a:cubicBezTo>
                    <a:cubicBezTo>
                      <a:pt x="31" y="100"/>
                      <a:pt x="31" y="100"/>
                      <a:pt x="31" y="100"/>
                    </a:cubicBezTo>
                    <a:cubicBezTo>
                      <a:pt x="31" y="108"/>
                      <a:pt x="31" y="108"/>
                      <a:pt x="31" y="108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8" y="109"/>
                      <a:pt x="8" y="109"/>
                      <a:pt x="8" y="109"/>
                    </a:cubicBezTo>
                    <a:moveTo>
                      <a:pt x="62" y="109"/>
                    </a:moveTo>
                    <a:cubicBezTo>
                      <a:pt x="62" y="108"/>
                      <a:pt x="62" y="108"/>
                      <a:pt x="62" y="108"/>
                    </a:cubicBezTo>
                    <a:cubicBezTo>
                      <a:pt x="62" y="100"/>
                      <a:pt x="62" y="100"/>
                      <a:pt x="62" y="100"/>
                    </a:cubicBezTo>
                    <a:cubicBezTo>
                      <a:pt x="62" y="100"/>
                      <a:pt x="62" y="100"/>
                      <a:pt x="62" y="100"/>
                    </a:cubicBezTo>
                    <a:cubicBezTo>
                      <a:pt x="85" y="100"/>
                      <a:pt x="85" y="100"/>
                      <a:pt x="85" y="100"/>
                    </a:cubicBezTo>
                    <a:cubicBezTo>
                      <a:pt x="86" y="100"/>
                      <a:pt x="86" y="100"/>
                      <a:pt x="86" y="100"/>
                    </a:cubicBezTo>
                    <a:cubicBezTo>
                      <a:pt x="86" y="108"/>
                      <a:pt x="86" y="108"/>
                      <a:pt x="86" y="108"/>
                    </a:cubicBezTo>
                    <a:cubicBezTo>
                      <a:pt x="85" y="109"/>
                      <a:pt x="85" y="109"/>
                      <a:pt x="85" y="109"/>
                    </a:cubicBezTo>
                    <a:cubicBezTo>
                      <a:pt x="62" y="109"/>
                      <a:pt x="62" y="109"/>
                      <a:pt x="62" y="109"/>
                    </a:cubicBezTo>
                    <a:moveTo>
                      <a:pt x="100" y="109"/>
                    </a:moveTo>
                    <a:cubicBezTo>
                      <a:pt x="99" y="108"/>
                      <a:pt x="99" y="108"/>
                      <a:pt x="99" y="108"/>
                    </a:cubicBezTo>
                    <a:cubicBezTo>
                      <a:pt x="99" y="100"/>
                      <a:pt x="99" y="100"/>
                      <a:pt x="99" y="100"/>
                    </a:cubicBezTo>
                    <a:cubicBezTo>
                      <a:pt x="100" y="100"/>
                      <a:pt x="100" y="100"/>
                      <a:pt x="100" y="100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23" y="108"/>
                      <a:pt x="123" y="108"/>
                      <a:pt x="123" y="108"/>
                    </a:cubicBezTo>
                    <a:cubicBezTo>
                      <a:pt x="123" y="109"/>
                      <a:pt x="123" y="109"/>
                      <a:pt x="123" y="109"/>
                    </a:cubicBezTo>
                    <a:cubicBezTo>
                      <a:pt x="100" y="109"/>
                      <a:pt x="100" y="109"/>
                      <a:pt x="100" y="109"/>
                    </a:cubicBezTo>
                    <a:moveTo>
                      <a:pt x="154" y="109"/>
                    </a:moveTo>
                    <a:cubicBezTo>
                      <a:pt x="154" y="108"/>
                      <a:pt x="154" y="108"/>
                      <a:pt x="154" y="108"/>
                    </a:cubicBezTo>
                    <a:cubicBezTo>
                      <a:pt x="154" y="100"/>
                      <a:pt x="154" y="100"/>
                      <a:pt x="154" y="100"/>
                    </a:cubicBezTo>
                    <a:cubicBezTo>
                      <a:pt x="154" y="100"/>
                      <a:pt x="154" y="100"/>
                      <a:pt x="154" y="100"/>
                    </a:cubicBezTo>
                    <a:cubicBezTo>
                      <a:pt x="177" y="100"/>
                      <a:pt x="177" y="100"/>
                      <a:pt x="177" y="100"/>
                    </a:cubicBezTo>
                    <a:cubicBezTo>
                      <a:pt x="178" y="100"/>
                      <a:pt x="178" y="100"/>
                      <a:pt x="178" y="100"/>
                    </a:cubicBezTo>
                    <a:cubicBezTo>
                      <a:pt x="178" y="108"/>
                      <a:pt x="178" y="108"/>
                      <a:pt x="178" y="108"/>
                    </a:cubicBezTo>
                    <a:cubicBezTo>
                      <a:pt x="177" y="109"/>
                      <a:pt x="177" y="109"/>
                      <a:pt x="177" y="109"/>
                    </a:cubicBezTo>
                    <a:cubicBezTo>
                      <a:pt x="154" y="109"/>
                      <a:pt x="154" y="109"/>
                      <a:pt x="154" y="109"/>
                    </a:cubicBezTo>
                    <a:moveTo>
                      <a:pt x="8" y="88"/>
                    </a:moveTo>
                    <a:cubicBezTo>
                      <a:pt x="7" y="88"/>
                      <a:pt x="7" y="88"/>
                      <a:pt x="7" y="88"/>
                    </a:cubicBezTo>
                    <a:cubicBezTo>
                      <a:pt x="7" y="80"/>
                      <a:pt x="7" y="80"/>
                      <a:pt x="7" y="80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88"/>
                      <a:pt x="31" y="88"/>
                      <a:pt x="31" y="88"/>
                    </a:cubicBezTo>
                    <a:cubicBezTo>
                      <a:pt x="31" y="88"/>
                      <a:pt x="31" y="88"/>
                      <a:pt x="31" y="88"/>
                    </a:cubicBezTo>
                    <a:cubicBezTo>
                      <a:pt x="8" y="88"/>
                      <a:pt x="8" y="88"/>
                      <a:pt x="8" y="88"/>
                    </a:cubicBezTo>
                    <a:moveTo>
                      <a:pt x="62" y="88"/>
                    </a:moveTo>
                    <a:cubicBezTo>
                      <a:pt x="62" y="88"/>
                      <a:pt x="62" y="88"/>
                      <a:pt x="62" y="88"/>
                    </a:cubicBezTo>
                    <a:cubicBezTo>
                      <a:pt x="62" y="80"/>
                      <a:pt x="62" y="80"/>
                      <a:pt x="62" y="80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85" y="79"/>
                      <a:pt x="85" y="79"/>
                      <a:pt x="85" y="79"/>
                    </a:cubicBezTo>
                    <a:cubicBezTo>
                      <a:pt x="86" y="80"/>
                      <a:pt x="86" y="80"/>
                      <a:pt x="86" y="80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85" y="88"/>
                      <a:pt x="85" y="88"/>
                      <a:pt x="85" y="88"/>
                    </a:cubicBezTo>
                    <a:cubicBezTo>
                      <a:pt x="62" y="88"/>
                      <a:pt x="62" y="88"/>
                      <a:pt x="62" y="88"/>
                    </a:cubicBezTo>
                    <a:moveTo>
                      <a:pt x="100" y="88"/>
                    </a:moveTo>
                    <a:cubicBezTo>
                      <a:pt x="99" y="88"/>
                      <a:pt x="99" y="88"/>
                      <a:pt x="99" y="88"/>
                    </a:cubicBezTo>
                    <a:cubicBezTo>
                      <a:pt x="99" y="80"/>
                      <a:pt x="99" y="80"/>
                      <a:pt x="99" y="80"/>
                    </a:cubicBezTo>
                    <a:cubicBezTo>
                      <a:pt x="100" y="79"/>
                      <a:pt x="100" y="79"/>
                      <a:pt x="100" y="79"/>
                    </a:cubicBezTo>
                    <a:cubicBezTo>
                      <a:pt x="123" y="79"/>
                      <a:pt x="123" y="79"/>
                      <a:pt x="123" y="79"/>
                    </a:cubicBezTo>
                    <a:cubicBezTo>
                      <a:pt x="123" y="80"/>
                      <a:pt x="123" y="80"/>
                      <a:pt x="123" y="80"/>
                    </a:cubicBezTo>
                    <a:cubicBezTo>
                      <a:pt x="123" y="88"/>
                      <a:pt x="123" y="88"/>
                      <a:pt x="123" y="88"/>
                    </a:cubicBezTo>
                    <a:cubicBezTo>
                      <a:pt x="123" y="88"/>
                      <a:pt x="123" y="88"/>
                      <a:pt x="123" y="88"/>
                    </a:cubicBezTo>
                    <a:cubicBezTo>
                      <a:pt x="100" y="88"/>
                      <a:pt x="100" y="88"/>
                      <a:pt x="100" y="88"/>
                    </a:cubicBezTo>
                    <a:moveTo>
                      <a:pt x="154" y="88"/>
                    </a:moveTo>
                    <a:cubicBezTo>
                      <a:pt x="154" y="88"/>
                      <a:pt x="154" y="88"/>
                      <a:pt x="154" y="88"/>
                    </a:cubicBezTo>
                    <a:cubicBezTo>
                      <a:pt x="154" y="80"/>
                      <a:pt x="154" y="80"/>
                      <a:pt x="154" y="80"/>
                    </a:cubicBezTo>
                    <a:cubicBezTo>
                      <a:pt x="154" y="79"/>
                      <a:pt x="154" y="79"/>
                      <a:pt x="154" y="79"/>
                    </a:cubicBezTo>
                    <a:cubicBezTo>
                      <a:pt x="177" y="79"/>
                      <a:pt x="177" y="79"/>
                      <a:pt x="177" y="79"/>
                    </a:cubicBezTo>
                    <a:cubicBezTo>
                      <a:pt x="178" y="80"/>
                      <a:pt x="178" y="80"/>
                      <a:pt x="178" y="80"/>
                    </a:cubicBezTo>
                    <a:cubicBezTo>
                      <a:pt x="178" y="88"/>
                      <a:pt x="178" y="88"/>
                      <a:pt x="178" y="88"/>
                    </a:cubicBezTo>
                    <a:cubicBezTo>
                      <a:pt x="177" y="88"/>
                      <a:pt x="177" y="88"/>
                      <a:pt x="177" y="88"/>
                    </a:cubicBezTo>
                    <a:cubicBezTo>
                      <a:pt x="154" y="88"/>
                      <a:pt x="154" y="88"/>
                      <a:pt x="154" y="88"/>
                    </a:cubicBezTo>
                    <a:moveTo>
                      <a:pt x="8" y="68"/>
                    </a:moveTo>
                    <a:cubicBezTo>
                      <a:pt x="7" y="68"/>
                      <a:pt x="7" y="68"/>
                      <a:pt x="7" y="6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31" y="68"/>
                      <a:pt x="31" y="68"/>
                      <a:pt x="31" y="68"/>
                    </a:cubicBezTo>
                    <a:cubicBezTo>
                      <a:pt x="8" y="68"/>
                      <a:pt x="8" y="68"/>
                      <a:pt x="8" y="68"/>
                    </a:cubicBezTo>
                    <a:moveTo>
                      <a:pt x="62" y="68"/>
                    </a:moveTo>
                    <a:cubicBezTo>
                      <a:pt x="62" y="68"/>
                      <a:pt x="62" y="68"/>
                      <a:pt x="62" y="68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2" y="59"/>
                      <a:pt x="62" y="59"/>
                      <a:pt x="62" y="59"/>
                    </a:cubicBezTo>
                    <a:cubicBezTo>
                      <a:pt x="85" y="59"/>
                      <a:pt x="85" y="59"/>
                      <a:pt x="85" y="59"/>
                    </a:cubicBezTo>
                    <a:cubicBezTo>
                      <a:pt x="86" y="60"/>
                      <a:pt x="86" y="60"/>
                      <a:pt x="86" y="60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62" y="68"/>
                      <a:pt x="62" y="68"/>
                      <a:pt x="62" y="68"/>
                    </a:cubicBezTo>
                    <a:moveTo>
                      <a:pt x="100" y="68"/>
                    </a:moveTo>
                    <a:cubicBezTo>
                      <a:pt x="99" y="68"/>
                      <a:pt x="99" y="68"/>
                      <a:pt x="99" y="68"/>
                    </a:cubicBezTo>
                    <a:cubicBezTo>
                      <a:pt x="99" y="60"/>
                      <a:pt x="99" y="60"/>
                      <a:pt x="99" y="60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23" y="59"/>
                      <a:pt x="123" y="59"/>
                      <a:pt x="123" y="59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23" y="68"/>
                      <a:pt x="123" y="68"/>
                      <a:pt x="123" y="68"/>
                    </a:cubicBezTo>
                    <a:cubicBezTo>
                      <a:pt x="123" y="68"/>
                      <a:pt x="123" y="68"/>
                      <a:pt x="123" y="68"/>
                    </a:cubicBezTo>
                    <a:cubicBezTo>
                      <a:pt x="100" y="68"/>
                      <a:pt x="100" y="68"/>
                      <a:pt x="100" y="68"/>
                    </a:cubicBezTo>
                    <a:moveTo>
                      <a:pt x="154" y="68"/>
                    </a:moveTo>
                    <a:cubicBezTo>
                      <a:pt x="154" y="68"/>
                      <a:pt x="154" y="68"/>
                      <a:pt x="154" y="68"/>
                    </a:cubicBezTo>
                    <a:cubicBezTo>
                      <a:pt x="154" y="60"/>
                      <a:pt x="154" y="60"/>
                      <a:pt x="154" y="60"/>
                    </a:cubicBezTo>
                    <a:cubicBezTo>
                      <a:pt x="154" y="59"/>
                      <a:pt x="154" y="59"/>
                      <a:pt x="154" y="59"/>
                    </a:cubicBezTo>
                    <a:cubicBezTo>
                      <a:pt x="177" y="59"/>
                      <a:pt x="177" y="59"/>
                      <a:pt x="177" y="59"/>
                    </a:cubicBezTo>
                    <a:cubicBezTo>
                      <a:pt x="178" y="60"/>
                      <a:pt x="178" y="60"/>
                      <a:pt x="178" y="60"/>
                    </a:cubicBezTo>
                    <a:cubicBezTo>
                      <a:pt x="178" y="68"/>
                      <a:pt x="178" y="68"/>
                      <a:pt x="178" y="68"/>
                    </a:cubicBezTo>
                    <a:cubicBezTo>
                      <a:pt x="177" y="68"/>
                      <a:pt x="177" y="68"/>
                      <a:pt x="177" y="68"/>
                    </a:cubicBezTo>
                    <a:cubicBezTo>
                      <a:pt x="154" y="68"/>
                      <a:pt x="154" y="68"/>
                      <a:pt x="154" y="68"/>
                    </a:cubicBezTo>
                    <a:moveTo>
                      <a:pt x="8" y="48"/>
                    </a:moveTo>
                    <a:cubicBezTo>
                      <a:pt x="7" y="47"/>
                      <a:pt x="7" y="47"/>
                      <a:pt x="7" y="47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8" y="48"/>
                      <a:pt x="8" y="48"/>
                      <a:pt x="8" y="48"/>
                    </a:cubicBezTo>
                    <a:moveTo>
                      <a:pt x="62" y="48"/>
                    </a:moveTo>
                    <a:cubicBezTo>
                      <a:pt x="62" y="47"/>
                      <a:pt x="62" y="47"/>
                      <a:pt x="62" y="47"/>
                    </a:cubicBezTo>
                    <a:cubicBezTo>
                      <a:pt x="62" y="39"/>
                      <a:pt x="62" y="39"/>
                      <a:pt x="62" y="39"/>
                    </a:cubicBezTo>
                    <a:cubicBezTo>
                      <a:pt x="62" y="39"/>
                      <a:pt x="62" y="39"/>
                      <a:pt x="62" y="39"/>
                    </a:cubicBezTo>
                    <a:cubicBezTo>
                      <a:pt x="85" y="39"/>
                      <a:pt x="85" y="39"/>
                      <a:pt x="85" y="39"/>
                    </a:cubicBezTo>
                    <a:cubicBezTo>
                      <a:pt x="86" y="39"/>
                      <a:pt x="86" y="39"/>
                      <a:pt x="86" y="39"/>
                    </a:cubicBezTo>
                    <a:cubicBezTo>
                      <a:pt x="86" y="47"/>
                      <a:pt x="86" y="47"/>
                      <a:pt x="86" y="47"/>
                    </a:cubicBezTo>
                    <a:cubicBezTo>
                      <a:pt x="85" y="48"/>
                      <a:pt x="85" y="48"/>
                      <a:pt x="85" y="48"/>
                    </a:cubicBezTo>
                    <a:cubicBezTo>
                      <a:pt x="62" y="48"/>
                      <a:pt x="62" y="48"/>
                      <a:pt x="62" y="48"/>
                    </a:cubicBezTo>
                    <a:moveTo>
                      <a:pt x="100" y="48"/>
                    </a:move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39"/>
                      <a:pt x="99" y="39"/>
                      <a:pt x="99" y="39"/>
                    </a:cubicBezTo>
                    <a:cubicBezTo>
                      <a:pt x="100" y="39"/>
                      <a:pt x="100" y="39"/>
                      <a:pt x="100" y="39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23" y="48"/>
                      <a:pt x="123" y="48"/>
                      <a:pt x="123" y="48"/>
                    </a:cubicBezTo>
                    <a:cubicBezTo>
                      <a:pt x="100" y="48"/>
                      <a:pt x="100" y="48"/>
                      <a:pt x="100" y="48"/>
                    </a:cubicBezTo>
                    <a:moveTo>
                      <a:pt x="154" y="48"/>
                    </a:move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8" y="39"/>
                      <a:pt x="178" y="39"/>
                      <a:pt x="178" y="39"/>
                    </a:cubicBezTo>
                    <a:cubicBezTo>
                      <a:pt x="178" y="47"/>
                      <a:pt x="178" y="47"/>
                      <a:pt x="178" y="47"/>
                    </a:cubicBezTo>
                    <a:cubicBezTo>
                      <a:pt x="177" y="48"/>
                      <a:pt x="177" y="48"/>
                      <a:pt x="177" y="48"/>
                    </a:cubicBezTo>
                    <a:cubicBezTo>
                      <a:pt x="154" y="48"/>
                      <a:pt x="154" y="48"/>
                      <a:pt x="154" y="48"/>
                    </a:cubicBezTo>
                    <a:moveTo>
                      <a:pt x="104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0" y="0"/>
                      <a:pt x="80" y="0"/>
                      <a:pt x="80" y="1"/>
                    </a:cubicBezTo>
                    <a:cubicBezTo>
                      <a:pt x="80" y="15"/>
                      <a:pt x="80" y="15"/>
                      <a:pt x="80" y="15"/>
                    </a:cubicBezTo>
                    <a:cubicBezTo>
                      <a:pt x="59" y="15"/>
                      <a:pt x="59" y="15"/>
                      <a:pt x="59" y="15"/>
                    </a:cubicBezTo>
                    <a:cubicBezTo>
                      <a:pt x="57" y="15"/>
                      <a:pt x="56" y="16"/>
                      <a:pt x="56" y="18"/>
                    </a:cubicBezTo>
                    <a:cubicBezTo>
                      <a:pt x="56" y="31"/>
                      <a:pt x="56" y="31"/>
                      <a:pt x="56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201"/>
                      <a:pt x="0" y="201"/>
                      <a:pt x="0" y="201"/>
                    </a:cubicBezTo>
                    <a:cubicBezTo>
                      <a:pt x="0" y="201"/>
                      <a:pt x="0" y="201"/>
                      <a:pt x="0" y="201"/>
                    </a:cubicBezTo>
                    <a:cubicBezTo>
                      <a:pt x="37" y="201"/>
                      <a:pt x="37" y="201"/>
                      <a:pt x="37" y="201"/>
                    </a:cubicBezTo>
                    <a:cubicBezTo>
                      <a:pt x="38" y="201"/>
                      <a:pt x="38" y="201"/>
                      <a:pt x="38" y="201"/>
                    </a:cubicBezTo>
                    <a:cubicBezTo>
                      <a:pt x="38" y="178"/>
                      <a:pt x="38" y="178"/>
                      <a:pt x="38" y="178"/>
                    </a:cubicBezTo>
                    <a:cubicBezTo>
                      <a:pt x="39" y="177"/>
                      <a:pt x="39" y="177"/>
                      <a:pt x="39" y="177"/>
                    </a:cubicBezTo>
                    <a:cubicBezTo>
                      <a:pt x="54" y="177"/>
                      <a:pt x="54" y="177"/>
                      <a:pt x="54" y="177"/>
                    </a:cubicBezTo>
                    <a:cubicBezTo>
                      <a:pt x="55" y="178"/>
                      <a:pt x="55" y="178"/>
                      <a:pt x="55" y="178"/>
                    </a:cubicBezTo>
                    <a:cubicBezTo>
                      <a:pt x="55" y="201"/>
                      <a:pt x="55" y="201"/>
                      <a:pt x="55" y="201"/>
                    </a:cubicBezTo>
                    <a:cubicBezTo>
                      <a:pt x="56" y="201"/>
                      <a:pt x="56" y="201"/>
                      <a:pt x="56" y="201"/>
                    </a:cubicBezTo>
                    <a:cubicBezTo>
                      <a:pt x="129" y="201"/>
                      <a:pt x="129" y="201"/>
                      <a:pt x="129" y="201"/>
                    </a:cubicBezTo>
                    <a:cubicBezTo>
                      <a:pt x="130" y="201"/>
                      <a:pt x="130" y="201"/>
                      <a:pt x="130" y="201"/>
                    </a:cubicBezTo>
                    <a:cubicBezTo>
                      <a:pt x="130" y="178"/>
                      <a:pt x="130" y="178"/>
                      <a:pt x="130" y="178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46" y="177"/>
                      <a:pt x="146" y="177"/>
                      <a:pt x="146" y="177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201"/>
                      <a:pt x="147" y="201"/>
                      <a:pt x="147" y="201"/>
                    </a:cubicBezTo>
                    <a:cubicBezTo>
                      <a:pt x="148" y="201"/>
                      <a:pt x="148" y="201"/>
                      <a:pt x="148" y="201"/>
                    </a:cubicBezTo>
                    <a:cubicBezTo>
                      <a:pt x="185" y="201"/>
                      <a:pt x="185" y="201"/>
                      <a:pt x="185" y="201"/>
                    </a:cubicBezTo>
                    <a:cubicBezTo>
                      <a:pt x="186" y="201"/>
                      <a:pt x="186" y="201"/>
                      <a:pt x="186" y="201"/>
                    </a:cubicBezTo>
                    <a:cubicBezTo>
                      <a:pt x="186" y="31"/>
                      <a:pt x="186" y="31"/>
                      <a:pt x="186" y="31"/>
                    </a:cubicBezTo>
                    <a:cubicBezTo>
                      <a:pt x="185" y="31"/>
                      <a:pt x="185" y="31"/>
                      <a:pt x="185" y="31"/>
                    </a:cubicBezTo>
                    <a:cubicBezTo>
                      <a:pt x="185" y="31"/>
                      <a:pt x="185" y="31"/>
                      <a:pt x="185" y="31"/>
                    </a:cubicBezTo>
                    <a:cubicBezTo>
                      <a:pt x="126" y="31"/>
                      <a:pt x="126" y="31"/>
                      <a:pt x="126" y="31"/>
                    </a:cubicBezTo>
                    <a:cubicBezTo>
                      <a:pt x="126" y="18"/>
                      <a:pt x="126" y="18"/>
                      <a:pt x="126" y="18"/>
                    </a:cubicBezTo>
                    <a:cubicBezTo>
                      <a:pt x="126" y="16"/>
                      <a:pt x="125" y="15"/>
                      <a:pt x="123" y="15"/>
                    </a:cubicBezTo>
                    <a:cubicBezTo>
                      <a:pt x="106" y="15"/>
                      <a:pt x="106" y="15"/>
                      <a:pt x="106" y="15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06" y="0"/>
                      <a:pt x="105" y="0"/>
                      <a:pt x="104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4" name="ï$ḻí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395F73D-9D9C-46BD-A492-0AC5428B6AAA}"/>
                  </a:ext>
                </a:extLst>
              </p:cNvPr>
              <p:cNvSpPr/>
              <p:nvPr/>
            </p:nvSpPr>
            <p:spPr bwMode="auto">
              <a:xfrm>
                <a:off x="10309225" y="4260851"/>
                <a:ext cx="17463" cy="30163"/>
              </a:xfrm>
              <a:custGeom>
                <a:avLst/>
                <a:gdLst>
                  <a:gd name="T0" fmla="*/ 1 w 6"/>
                  <a:gd name="T1" fmla="*/ 0 h 10"/>
                  <a:gd name="T2" fmla="*/ 0 w 6"/>
                  <a:gd name="T3" fmla="*/ 0 h 10"/>
                  <a:gd name="T4" fmla="*/ 6 w 6"/>
                  <a:gd name="T5" fmla="*/ 10 h 10"/>
                  <a:gd name="T6" fmla="*/ 1 w 6"/>
                  <a:gd name="T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3" y="9"/>
                      <a:pt x="6" y="10"/>
                    </a:cubicBezTo>
                    <a:cubicBezTo>
                      <a:pt x="3" y="9"/>
                      <a:pt x="1" y="5"/>
                      <a:pt x="1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5" name="ïsļî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B02FE3-ABE2-4931-B951-339246041C64}"/>
                  </a:ext>
                </a:extLst>
              </p:cNvPr>
              <p:cNvSpPr/>
              <p:nvPr/>
            </p:nvSpPr>
            <p:spPr bwMode="auto">
              <a:xfrm>
                <a:off x="10309225" y="4189413"/>
                <a:ext cx="163513" cy="104775"/>
              </a:xfrm>
              <a:custGeom>
                <a:avLst/>
                <a:gdLst>
                  <a:gd name="T0" fmla="*/ 28 w 56"/>
                  <a:gd name="T1" fmla="*/ 0 h 36"/>
                  <a:gd name="T2" fmla="*/ 17 w 56"/>
                  <a:gd name="T3" fmla="*/ 7 h 36"/>
                  <a:gd name="T4" fmla="*/ 10 w 56"/>
                  <a:gd name="T5" fmla="*/ 11 h 36"/>
                  <a:gd name="T6" fmla="*/ 10 w 56"/>
                  <a:gd name="T7" fmla="*/ 11 h 36"/>
                  <a:gd name="T8" fmla="*/ 9 w 56"/>
                  <a:gd name="T9" fmla="*/ 11 h 36"/>
                  <a:gd name="T10" fmla="*/ 0 w 56"/>
                  <a:gd name="T11" fmla="*/ 23 h 36"/>
                  <a:gd name="T12" fmla="*/ 1 w 56"/>
                  <a:gd name="T13" fmla="*/ 25 h 36"/>
                  <a:gd name="T14" fmla="*/ 3 w 56"/>
                  <a:gd name="T15" fmla="*/ 23 h 36"/>
                  <a:gd name="T16" fmla="*/ 14 w 56"/>
                  <a:gd name="T17" fmla="*/ 16 h 36"/>
                  <a:gd name="T18" fmla="*/ 19 w 56"/>
                  <a:gd name="T19" fmla="*/ 18 h 36"/>
                  <a:gd name="T20" fmla="*/ 25 w 56"/>
                  <a:gd name="T21" fmla="*/ 23 h 36"/>
                  <a:gd name="T22" fmla="*/ 32 w 56"/>
                  <a:gd name="T23" fmla="*/ 27 h 36"/>
                  <a:gd name="T24" fmla="*/ 32 w 56"/>
                  <a:gd name="T25" fmla="*/ 27 h 36"/>
                  <a:gd name="T26" fmla="*/ 40 w 56"/>
                  <a:gd name="T27" fmla="*/ 34 h 36"/>
                  <a:gd name="T28" fmla="*/ 38 w 56"/>
                  <a:gd name="T29" fmla="*/ 34 h 36"/>
                  <a:gd name="T30" fmla="*/ 32 w 56"/>
                  <a:gd name="T31" fmla="*/ 35 h 36"/>
                  <a:gd name="T32" fmla="*/ 28 w 56"/>
                  <a:gd name="T33" fmla="*/ 36 h 36"/>
                  <a:gd name="T34" fmla="*/ 28 w 56"/>
                  <a:gd name="T35" fmla="*/ 36 h 36"/>
                  <a:gd name="T36" fmla="*/ 28 w 56"/>
                  <a:gd name="T37" fmla="*/ 36 h 36"/>
                  <a:gd name="T38" fmla="*/ 23 w 56"/>
                  <a:gd name="T39" fmla="*/ 35 h 36"/>
                  <a:gd name="T40" fmla="*/ 18 w 56"/>
                  <a:gd name="T41" fmla="*/ 34 h 36"/>
                  <a:gd name="T42" fmla="*/ 12 w 56"/>
                  <a:gd name="T43" fmla="*/ 35 h 36"/>
                  <a:gd name="T44" fmla="*/ 9 w 56"/>
                  <a:gd name="T45" fmla="*/ 36 h 36"/>
                  <a:gd name="T46" fmla="*/ 6 w 56"/>
                  <a:gd name="T47" fmla="*/ 35 h 36"/>
                  <a:gd name="T48" fmla="*/ 9 w 56"/>
                  <a:gd name="T49" fmla="*/ 36 h 36"/>
                  <a:gd name="T50" fmla="*/ 9 w 56"/>
                  <a:gd name="T51" fmla="*/ 36 h 36"/>
                  <a:gd name="T52" fmla="*/ 13 w 56"/>
                  <a:gd name="T53" fmla="*/ 35 h 36"/>
                  <a:gd name="T54" fmla="*/ 18 w 56"/>
                  <a:gd name="T55" fmla="*/ 34 h 36"/>
                  <a:gd name="T56" fmla="*/ 23 w 56"/>
                  <a:gd name="T57" fmla="*/ 35 h 36"/>
                  <a:gd name="T58" fmla="*/ 28 w 56"/>
                  <a:gd name="T59" fmla="*/ 36 h 36"/>
                  <a:gd name="T60" fmla="*/ 33 w 56"/>
                  <a:gd name="T61" fmla="*/ 35 h 36"/>
                  <a:gd name="T62" fmla="*/ 38 w 56"/>
                  <a:gd name="T63" fmla="*/ 34 h 36"/>
                  <a:gd name="T64" fmla="*/ 43 w 56"/>
                  <a:gd name="T65" fmla="*/ 35 h 36"/>
                  <a:gd name="T66" fmla="*/ 46 w 56"/>
                  <a:gd name="T67" fmla="*/ 36 h 36"/>
                  <a:gd name="T68" fmla="*/ 47 w 56"/>
                  <a:gd name="T69" fmla="*/ 36 h 36"/>
                  <a:gd name="T70" fmla="*/ 56 w 56"/>
                  <a:gd name="T71" fmla="*/ 23 h 36"/>
                  <a:gd name="T72" fmla="*/ 54 w 56"/>
                  <a:gd name="T73" fmla="*/ 16 h 36"/>
                  <a:gd name="T74" fmla="*/ 46 w 56"/>
                  <a:gd name="T75" fmla="*/ 20 h 36"/>
                  <a:gd name="T76" fmla="*/ 51 w 56"/>
                  <a:gd name="T77" fmla="*/ 12 h 36"/>
                  <a:gd name="T78" fmla="*/ 46 w 56"/>
                  <a:gd name="T79" fmla="*/ 11 h 36"/>
                  <a:gd name="T80" fmla="*/ 46 w 56"/>
                  <a:gd name="T81" fmla="*/ 11 h 36"/>
                  <a:gd name="T82" fmla="*/ 45 w 56"/>
                  <a:gd name="T83" fmla="*/ 11 h 36"/>
                  <a:gd name="T84" fmla="*/ 42 w 56"/>
                  <a:gd name="T85" fmla="*/ 12 h 36"/>
                  <a:gd name="T86" fmla="*/ 44 w 56"/>
                  <a:gd name="T87" fmla="*/ 10 h 36"/>
                  <a:gd name="T88" fmla="*/ 39 w 56"/>
                  <a:gd name="T89" fmla="*/ 7 h 36"/>
                  <a:gd name="T90" fmla="*/ 35 w 56"/>
                  <a:gd name="T91" fmla="*/ 10 h 36"/>
                  <a:gd name="T92" fmla="*/ 38 w 56"/>
                  <a:gd name="T93" fmla="*/ 5 h 36"/>
                  <a:gd name="T94" fmla="*/ 28 w 56"/>
                  <a:gd name="T9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6" h="36">
                    <a:moveTo>
                      <a:pt x="28" y="0"/>
                    </a:moveTo>
                    <a:cubicBezTo>
                      <a:pt x="23" y="0"/>
                      <a:pt x="19" y="3"/>
                      <a:pt x="17" y="7"/>
                    </a:cubicBezTo>
                    <a:cubicBezTo>
                      <a:pt x="15" y="9"/>
                      <a:pt x="13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4" y="11"/>
                      <a:pt x="0" y="16"/>
                      <a:pt x="0" y="23"/>
                    </a:cubicBezTo>
                    <a:cubicBezTo>
                      <a:pt x="0" y="24"/>
                      <a:pt x="0" y="25"/>
                      <a:pt x="1" y="25"/>
                    </a:cubicBezTo>
                    <a:cubicBezTo>
                      <a:pt x="1" y="25"/>
                      <a:pt x="2" y="24"/>
                      <a:pt x="3" y="23"/>
                    </a:cubicBezTo>
                    <a:cubicBezTo>
                      <a:pt x="5" y="19"/>
                      <a:pt x="9" y="16"/>
                      <a:pt x="14" y="16"/>
                    </a:cubicBezTo>
                    <a:cubicBezTo>
                      <a:pt x="15" y="16"/>
                      <a:pt x="17" y="17"/>
                      <a:pt x="19" y="18"/>
                    </a:cubicBezTo>
                    <a:cubicBezTo>
                      <a:pt x="22" y="19"/>
                      <a:pt x="23" y="21"/>
                      <a:pt x="25" y="23"/>
                    </a:cubicBezTo>
                    <a:cubicBezTo>
                      <a:pt x="26" y="26"/>
                      <a:pt x="29" y="27"/>
                      <a:pt x="32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6" y="27"/>
                      <a:pt x="39" y="30"/>
                      <a:pt x="40" y="34"/>
                    </a:cubicBezTo>
                    <a:cubicBezTo>
                      <a:pt x="39" y="34"/>
                      <a:pt x="38" y="34"/>
                      <a:pt x="38" y="34"/>
                    </a:cubicBezTo>
                    <a:cubicBezTo>
                      <a:pt x="36" y="34"/>
                      <a:pt x="34" y="34"/>
                      <a:pt x="32" y="35"/>
                    </a:cubicBezTo>
                    <a:cubicBezTo>
                      <a:pt x="31" y="35"/>
                      <a:pt x="29" y="36"/>
                      <a:pt x="28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6" y="36"/>
                      <a:pt x="25" y="35"/>
                      <a:pt x="23" y="35"/>
                    </a:cubicBezTo>
                    <a:cubicBezTo>
                      <a:pt x="22" y="34"/>
                      <a:pt x="20" y="34"/>
                      <a:pt x="18" y="34"/>
                    </a:cubicBezTo>
                    <a:cubicBezTo>
                      <a:pt x="16" y="34"/>
                      <a:pt x="14" y="34"/>
                      <a:pt x="12" y="35"/>
                    </a:cubicBezTo>
                    <a:cubicBezTo>
                      <a:pt x="11" y="35"/>
                      <a:pt x="10" y="36"/>
                      <a:pt x="9" y="36"/>
                    </a:cubicBezTo>
                    <a:cubicBezTo>
                      <a:pt x="8" y="36"/>
                      <a:pt x="7" y="36"/>
                      <a:pt x="6" y="35"/>
                    </a:cubicBezTo>
                    <a:cubicBezTo>
                      <a:pt x="7" y="36"/>
                      <a:pt x="8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11" y="36"/>
                      <a:pt x="12" y="36"/>
                      <a:pt x="13" y="35"/>
                    </a:cubicBezTo>
                    <a:cubicBezTo>
                      <a:pt x="14" y="34"/>
                      <a:pt x="16" y="34"/>
                      <a:pt x="18" y="34"/>
                    </a:cubicBezTo>
                    <a:cubicBezTo>
                      <a:pt x="20" y="34"/>
                      <a:pt x="22" y="34"/>
                      <a:pt x="23" y="35"/>
                    </a:cubicBezTo>
                    <a:cubicBezTo>
                      <a:pt x="25" y="36"/>
                      <a:pt x="26" y="36"/>
                      <a:pt x="28" y="36"/>
                    </a:cubicBezTo>
                    <a:cubicBezTo>
                      <a:pt x="30" y="36"/>
                      <a:pt x="31" y="36"/>
                      <a:pt x="33" y="35"/>
                    </a:cubicBezTo>
                    <a:cubicBezTo>
                      <a:pt x="34" y="34"/>
                      <a:pt x="36" y="34"/>
                      <a:pt x="38" y="34"/>
                    </a:cubicBezTo>
                    <a:cubicBezTo>
                      <a:pt x="40" y="34"/>
                      <a:pt x="42" y="34"/>
                      <a:pt x="43" y="35"/>
                    </a:cubicBezTo>
                    <a:cubicBezTo>
                      <a:pt x="44" y="36"/>
                      <a:pt x="45" y="36"/>
                      <a:pt x="46" y="36"/>
                    </a:cubicBezTo>
                    <a:cubicBezTo>
                      <a:pt x="46" y="36"/>
                      <a:pt x="47" y="36"/>
                      <a:pt x="47" y="36"/>
                    </a:cubicBezTo>
                    <a:cubicBezTo>
                      <a:pt x="51" y="36"/>
                      <a:pt x="56" y="30"/>
                      <a:pt x="56" y="23"/>
                    </a:cubicBezTo>
                    <a:cubicBezTo>
                      <a:pt x="56" y="21"/>
                      <a:pt x="55" y="18"/>
                      <a:pt x="54" y="16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49" y="11"/>
                      <a:pt x="48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2" y="10"/>
                      <a:pt x="40" y="8"/>
                      <a:pt x="39" y="7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5" y="2"/>
                      <a:pt x="32" y="0"/>
                      <a:pt x="28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86" name="ísļï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A3A97F9-059B-4BC2-A328-F758DF650097}"/>
                  </a:ext>
                </a:extLst>
              </p:cNvPr>
              <p:cNvSpPr/>
              <p:nvPr/>
            </p:nvSpPr>
            <p:spPr bwMode="auto">
              <a:xfrm>
                <a:off x="10312400" y="4235451"/>
                <a:ext cx="112713" cy="58738"/>
              </a:xfrm>
              <a:custGeom>
                <a:avLst/>
                <a:gdLst>
                  <a:gd name="T0" fmla="*/ 13 w 39"/>
                  <a:gd name="T1" fmla="*/ 0 h 20"/>
                  <a:gd name="T2" fmla="*/ 2 w 39"/>
                  <a:gd name="T3" fmla="*/ 7 h 20"/>
                  <a:gd name="T4" fmla="*/ 0 w 39"/>
                  <a:gd name="T5" fmla="*/ 9 h 20"/>
                  <a:gd name="T6" fmla="*/ 5 w 39"/>
                  <a:gd name="T7" fmla="*/ 19 h 20"/>
                  <a:gd name="T8" fmla="*/ 8 w 39"/>
                  <a:gd name="T9" fmla="*/ 20 h 20"/>
                  <a:gd name="T10" fmla="*/ 11 w 39"/>
                  <a:gd name="T11" fmla="*/ 19 h 20"/>
                  <a:gd name="T12" fmla="*/ 17 w 39"/>
                  <a:gd name="T13" fmla="*/ 18 h 20"/>
                  <a:gd name="T14" fmla="*/ 22 w 39"/>
                  <a:gd name="T15" fmla="*/ 19 h 20"/>
                  <a:gd name="T16" fmla="*/ 27 w 39"/>
                  <a:gd name="T17" fmla="*/ 20 h 20"/>
                  <a:gd name="T18" fmla="*/ 27 w 39"/>
                  <a:gd name="T19" fmla="*/ 20 h 20"/>
                  <a:gd name="T20" fmla="*/ 27 w 39"/>
                  <a:gd name="T21" fmla="*/ 20 h 20"/>
                  <a:gd name="T22" fmla="*/ 31 w 39"/>
                  <a:gd name="T23" fmla="*/ 19 h 20"/>
                  <a:gd name="T24" fmla="*/ 37 w 39"/>
                  <a:gd name="T25" fmla="*/ 18 h 20"/>
                  <a:gd name="T26" fmla="*/ 39 w 39"/>
                  <a:gd name="T27" fmla="*/ 18 h 20"/>
                  <a:gd name="T28" fmla="*/ 31 w 39"/>
                  <a:gd name="T29" fmla="*/ 11 h 20"/>
                  <a:gd name="T30" fmla="*/ 31 w 39"/>
                  <a:gd name="T31" fmla="*/ 11 h 20"/>
                  <a:gd name="T32" fmla="*/ 24 w 39"/>
                  <a:gd name="T33" fmla="*/ 7 h 20"/>
                  <a:gd name="T34" fmla="*/ 18 w 39"/>
                  <a:gd name="T35" fmla="*/ 2 h 20"/>
                  <a:gd name="T36" fmla="*/ 13 w 39"/>
                  <a:gd name="T3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9" h="20">
                    <a:moveTo>
                      <a:pt x="13" y="0"/>
                    </a:moveTo>
                    <a:cubicBezTo>
                      <a:pt x="8" y="0"/>
                      <a:pt x="4" y="3"/>
                      <a:pt x="2" y="7"/>
                    </a:cubicBezTo>
                    <a:cubicBezTo>
                      <a:pt x="1" y="8"/>
                      <a:pt x="0" y="9"/>
                      <a:pt x="0" y="9"/>
                    </a:cubicBezTo>
                    <a:cubicBezTo>
                      <a:pt x="0" y="14"/>
                      <a:pt x="2" y="18"/>
                      <a:pt x="5" y="19"/>
                    </a:cubicBezTo>
                    <a:cubicBezTo>
                      <a:pt x="6" y="20"/>
                      <a:pt x="7" y="20"/>
                      <a:pt x="8" y="20"/>
                    </a:cubicBezTo>
                    <a:cubicBezTo>
                      <a:pt x="9" y="20"/>
                      <a:pt x="10" y="19"/>
                      <a:pt x="11" y="19"/>
                    </a:cubicBezTo>
                    <a:cubicBezTo>
                      <a:pt x="13" y="18"/>
                      <a:pt x="15" y="18"/>
                      <a:pt x="17" y="18"/>
                    </a:cubicBezTo>
                    <a:cubicBezTo>
                      <a:pt x="19" y="18"/>
                      <a:pt x="21" y="18"/>
                      <a:pt x="22" y="19"/>
                    </a:cubicBezTo>
                    <a:cubicBezTo>
                      <a:pt x="24" y="19"/>
                      <a:pt x="25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20"/>
                      <a:pt x="30" y="19"/>
                      <a:pt x="31" y="19"/>
                    </a:cubicBezTo>
                    <a:cubicBezTo>
                      <a:pt x="33" y="18"/>
                      <a:pt x="35" y="18"/>
                      <a:pt x="37" y="18"/>
                    </a:cubicBezTo>
                    <a:cubicBezTo>
                      <a:pt x="37" y="18"/>
                      <a:pt x="38" y="18"/>
                      <a:pt x="39" y="18"/>
                    </a:cubicBezTo>
                    <a:cubicBezTo>
                      <a:pt x="38" y="14"/>
                      <a:pt x="35" y="11"/>
                      <a:pt x="31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28" y="11"/>
                      <a:pt x="25" y="10"/>
                      <a:pt x="24" y="7"/>
                    </a:cubicBezTo>
                    <a:cubicBezTo>
                      <a:pt x="22" y="5"/>
                      <a:pt x="21" y="3"/>
                      <a:pt x="18" y="2"/>
                    </a:cubicBezTo>
                    <a:cubicBezTo>
                      <a:pt x="16" y="1"/>
                      <a:pt x="14" y="0"/>
                      <a:pt x="13" y="0"/>
                    </a:cubicBezTo>
                  </a:path>
                </a:pathLst>
              </a:custGeom>
              <a:solidFill>
                <a:srgbClr val="4285F4">
                  <a:alpha val="15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87" name="40c9c96f-e72d-480e-ac9e-9dbee23ddbf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537392" y="4529487"/>
            <a:ext cx="2361581" cy="1563809"/>
            <a:chOff x="2693988" y="1163638"/>
            <a:chExt cx="6851650" cy="4537075"/>
          </a:xfrm>
        </p:grpSpPr>
        <p:sp>
          <p:nvSpPr>
            <p:cNvPr id="188" name="iṣḷi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AE9F205-0A9A-4CB9-BE48-C4F8C053FF50}"/>
                </a:ext>
              </a:extLst>
            </p:cNvPr>
            <p:cNvSpPr/>
            <p:nvPr/>
          </p:nvSpPr>
          <p:spPr bwMode="auto">
            <a:xfrm>
              <a:off x="2693988" y="5240338"/>
              <a:ext cx="6851650" cy="460375"/>
            </a:xfrm>
            <a:custGeom>
              <a:avLst/>
              <a:gdLst>
                <a:gd name="T0" fmla="*/ 1849 w 4057"/>
                <a:gd name="T1" fmla="*/ 1 h 273"/>
                <a:gd name="T2" fmla="*/ 1498 w 4057"/>
                <a:gd name="T3" fmla="*/ 11 h 273"/>
                <a:gd name="T4" fmla="*/ 1367 w 4057"/>
                <a:gd name="T5" fmla="*/ 23 h 273"/>
                <a:gd name="T6" fmla="*/ 1103 w 4057"/>
                <a:gd name="T7" fmla="*/ 43 h 273"/>
                <a:gd name="T8" fmla="*/ 889 w 4057"/>
                <a:gd name="T9" fmla="*/ 54 h 273"/>
                <a:gd name="T10" fmla="*/ 682 w 4057"/>
                <a:gd name="T11" fmla="*/ 50 h 273"/>
                <a:gd name="T12" fmla="*/ 536 w 4057"/>
                <a:gd name="T13" fmla="*/ 33 h 273"/>
                <a:gd name="T14" fmla="*/ 368 w 4057"/>
                <a:gd name="T15" fmla="*/ 17 h 273"/>
                <a:gd name="T16" fmla="*/ 133 w 4057"/>
                <a:gd name="T17" fmla="*/ 34 h 273"/>
                <a:gd name="T18" fmla="*/ 53 w 4057"/>
                <a:gd name="T19" fmla="*/ 62 h 273"/>
                <a:gd name="T20" fmla="*/ 46 w 4057"/>
                <a:gd name="T21" fmla="*/ 192 h 273"/>
                <a:gd name="T22" fmla="*/ 403 w 4057"/>
                <a:gd name="T23" fmla="*/ 263 h 273"/>
                <a:gd name="T24" fmla="*/ 762 w 4057"/>
                <a:gd name="T25" fmla="*/ 255 h 273"/>
                <a:gd name="T26" fmla="*/ 1099 w 4057"/>
                <a:gd name="T27" fmla="*/ 248 h 273"/>
                <a:gd name="T28" fmla="*/ 1788 w 4057"/>
                <a:gd name="T29" fmla="*/ 239 h 273"/>
                <a:gd name="T30" fmla="*/ 2436 w 4057"/>
                <a:gd name="T31" fmla="*/ 233 h 273"/>
                <a:gd name="T32" fmla="*/ 3098 w 4057"/>
                <a:gd name="T33" fmla="*/ 252 h 273"/>
                <a:gd name="T34" fmla="*/ 3387 w 4057"/>
                <a:gd name="T35" fmla="*/ 268 h 273"/>
                <a:gd name="T36" fmla="*/ 3642 w 4057"/>
                <a:gd name="T37" fmla="*/ 263 h 273"/>
                <a:gd name="T38" fmla="*/ 3852 w 4057"/>
                <a:gd name="T39" fmla="*/ 229 h 273"/>
                <a:gd name="T40" fmla="*/ 4012 w 4057"/>
                <a:gd name="T41" fmla="*/ 131 h 273"/>
                <a:gd name="T42" fmla="*/ 3280 w 4057"/>
                <a:gd name="T43" fmla="*/ 32 h 273"/>
                <a:gd name="T44" fmla="*/ 2932 w 4057"/>
                <a:gd name="T45" fmla="*/ 32 h 273"/>
                <a:gd name="T46" fmla="*/ 2788 w 4057"/>
                <a:gd name="T47" fmla="*/ 18 h 273"/>
                <a:gd name="T48" fmla="*/ 2646 w 4057"/>
                <a:gd name="T49" fmla="*/ 11 h 273"/>
                <a:gd name="T50" fmla="*/ 2045 w 4057"/>
                <a:gd name="T51" fmla="*/ 1 h 273"/>
                <a:gd name="T52" fmla="*/ 1849 w 4057"/>
                <a:gd name="T53" fmla="*/ 1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57" h="273">
                  <a:moveTo>
                    <a:pt x="1849" y="1"/>
                  </a:moveTo>
                  <a:cubicBezTo>
                    <a:pt x="1732" y="1"/>
                    <a:pt x="1615" y="3"/>
                    <a:pt x="1498" y="11"/>
                  </a:cubicBezTo>
                  <a:cubicBezTo>
                    <a:pt x="1454" y="14"/>
                    <a:pt x="1411" y="21"/>
                    <a:pt x="1367" y="23"/>
                  </a:cubicBezTo>
                  <a:cubicBezTo>
                    <a:pt x="1278" y="29"/>
                    <a:pt x="1192" y="39"/>
                    <a:pt x="1103" y="43"/>
                  </a:cubicBezTo>
                  <a:cubicBezTo>
                    <a:pt x="1032" y="47"/>
                    <a:pt x="960" y="49"/>
                    <a:pt x="889" y="54"/>
                  </a:cubicBezTo>
                  <a:cubicBezTo>
                    <a:pt x="822" y="58"/>
                    <a:pt x="749" y="57"/>
                    <a:pt x="682" y="50"/>
                  </a:cubicBezTo>
                  <a:cubicBezTo>
                    <a:pt x="633" y="44"/>
                    <a:pt x="584" y="41"/>
                    <a:pt x="536" y="33"/>
                  </a:cubicBezTo>
                  <a:cubicBezTo>
                    <a:pt x="482" y="23"/>
                    <a:pt x="424" y="16"/>
                    <a:pt x="368" y="17"/>
                  </a:cubicBezTo>
                  <a:cubicBezTo>
                    <a:pt x="287" y="17"/>
                    <a:pt x="210" y="17"/>
                    <a:pt x="133" y="34"/>
                  </a:cubicBezTo>
                  <a:cubicBezTo>
                    <a:pt x="106" y="40"/>
                    <a:pt x="73" y="50"/>
                    <a:pt x="53" y="62"/>
                  </a:cubicBezTo>
                  <a:cubicBezTo>
                    <a:pt x="6" y="91"/>
                    <a:pt x="0" y="162"/>
                    <a:pt x="46" y="192"/>
                  </a:cubicBezTo>
                  <a:cubicBezTo>
                    <a:pt x="125" y="242"/>
                    <a:pt x="293" y="262"/>
                    <a:pt x="403" y="263"/>
                  </a:cubicBezTo>
                  <a:cubicBezTo>
                    <a:pt x="524" y="264"/>
                    <a:pt x="641" y="258"/>
                    <a:pt x="762" y="255"/>
                  </a:cubicBezTo>
                  <a:cubicBezTo>
                    <a:pt x="874" y="252"/>
                    <a:pt x="986" y="248"/>
                    <a:pt x="1099" y="248"/>
                  </a:cubicBezTo>
                  <a:cubicBezTo>
                    <a:pt x="1329" y="248"/>
                    <a:pt x="1559" y="248"/>
                    <a:pt x="1788" y="239"/>
                  </a:cubicBezTo>
                  <a:cubicBezTo>
                    <a:pt x="2004" y="230"/>
                    <a:pt x="2220" y="233"/>
                    <a:pt x="2436" y="233"/>
                  </a:cubicBezTo>
                  <a:cubicBezTo>
                    <a:pt x="2658" y="233"/>
                    <a:pt x="2878" y="234"/>
                    <a:pt x="3098" y="252"/>
                  </a:cubicBezTo>
                  <a:cubicBezTo>
                    <a:pt x="3193" y="260"/>
                    <a:pt x="3291" y="262"/>
                    <a:pt x="3387" y="268"/>
                  </a:cubicBezTo>
                  <a:cubicBezTo>
                    <a:pt x="3474" y="273"/>
                    <a:pt x="3557" y="268"/>
                    <a:pt x="3642" y="263"/>
                  </a:cubicBezTo>
                  <a:cubicBezTo>
                    <a:pt x="3715" y="260"/>
                    <a:pt x="3786" y="248"/>
                    <a:pt x="3852" y="229"/>
                  </a:cubicBezTo>
                  <a:cubicBezTo>
                    <a:pt x="3904" y="214"/>
                    <a:pt x="3996" y="167"/>
                    <a:pt x="4012" y="131"/>
                  </a:cubicBezTo>
                  <a:cubicBezTo>
                    <a:pt x="4057" y="29"/>
                    <a:pt x="3384" y="32"/>
                    <a:pt x="3280" y="32"/>
                  </a:cubicBezTo>
                  <a:cubicBezTo>
                    <a:pt x="3164" y="32"/>
                    <a:pt x="3048" y="34"/>
                    <a:pt x="2932" y="32"/>
                  </a:cubicBezTo>
                  <a:cubicBezTo>
                    <a:pt x="2884" y="31"/>
                    <a:pt x="2836" y="25"/>
                    <a:pt x="2788" y="18"/>
                  </a:cubicBezTo>
                  <a:cubicBezTo>
                    <a:pt x="2741" y="12"/>
                    <a:pt x="2694" y="14"/>
                    <a:pt x="2646" y="11"/>
                  </a:cubicBezTo>
                  <a:cubicBezTo>
                    <a:pt x="2446" y="0"/>
                    <a:pt x="2246" y="1"/>
                    <a:pt x="2045" y="1"/>
                  </a:cubicBezTo>
                  <a:cubicBezTo>
                    <a:pt x="1980" y="1"/>
                    <a:pt x="1915" y="1"/>
                    <a:pt x="1849" y="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89" name="ïṥḻï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6C4CD2A-F0AC-4C54-942A-490AA54FAD50}"/>
                </a:ext>
              </a:extLst>
            </p:cNvPr>
            <p:cNvSpPr/>
            <p:nvPr/>
          </p:nvSpPr>
          <p:spPr bwMode="auto">
            <a:xfrm>
              <a:off x="8024813" y="2619375"/>
              <a:ext cx="177800" cy="204788"/>
            </a:xfrm>
            <a:custGeom>
              <a:avLst/>
              <a:gdLst>
                <a:gd name="T0" fmla="*/ 33 w 105"/>
                <a:gd name="T1" fmla="*/ 0 h 121"/>
                <a:gd name="T2" fmla="*/ 36 w 105"/>
                <a:gd name="T3" fmla="*/ 1 h 121"/>
                <a:gd name="T4" fmla="*/ 54 w 105"/>
                <a:gd name="T5" fmla="*/ 15 h 121"/>
                <a:gd name="T6" fmla="*/ 67 w 105"/>
                <a:gd name="T7" fmla="*/ 20 h 121"/>
                <a:gd name="T8" fmla="*/ 65 w 105"/>
                <a:gd name="T9" fmla="*/ 37 h 121"/>
                <a:gd name="T10" fmla="*/ 70 w 105"/>
                <a:gd name="T11" fmla="*/ 55 h 121"/>
                <a:gd name="T12" fmla="*/ 90 w 105"/>
                <a:gd name="T13" fmla="*/ 109 h 121"/>
                <a:gd name="T14" fmla="*/ 81 w 105"/>
                <a:gd name="T15" fmla="*/ 117 h 121"/>
                <a:gd name="T16" fmla="*/ 71 w 105"/>
                <a:gd name="T17" fmla="*/ 120 h 121"/>
                <a:gd name="T18" fmla="*/ 62 w 105"/>
                <a:gd name="T19" fmla="*/ 120 h 121"/>
                <a:gd name="T20" fmla="*/ 57 w 105"/>
                <a:gd name="T21" fmla="*/ 109 h 121"/>
                <a:gd name="T22" fmla="*/ 47 w 105"/>
                <a:gd name="T23" fmla="*/ 88 h 121"/>
                <a:gd name="T24" fmla="*/ 32 w 105"/>
                <a:gd name="T25" fmla="*/ 71 h 121"/>
                <a:gd name="T26" fmla="*/ 27 w 105"/>
                <a:gd name="T27" fmla="*/ 71 h 121"/>
                <a:gd name="T28" fmla="*/ 22 w 105"/>
                <a:gd name="T29" fmla="*/ 68 h 121"/>
                <a:gd name="T30" fmla="*/ 7 w 105"/>
                <a:gd name="T31" fmla="*/ 53 h 121"/>
                <a:gd name="T32" fmla="*/ 9 w 105"/>
                <a:gd name="T33" fmla="*/ 13 h 121"/>
                <a:gd name="T34" fmla="*/ 13 w 105"/>
                <a:gd name="T35" fmla="*/ 6 h 121"/>
                <a:gd name="T36" fmla="*/ 25 w 105"/>
                <a:gd name="T37" fmla="*/ 1 h 121"/>
                <a:gd name="T38" fmla="*/ 33 w 105"/>
                <a:gd name="T3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121">
                  <a:moveTo>
                    <a:pt x="33" y="0"/>
                  </a:moveTo>
                  <a:cubicBezTo>
                    <a:pt x="34" y="0"/>
                    <a:pt x="35" y="0"/>
                    <a:pt x="36" y="1"/>
                  </a:cubicBezTo>
                  <a:cubicBezTo>
                    <a:pt x="45" y="2"/>
                    <a:pt x="47" y="11"/>
                    <a:pt x="54" y="15"/>
                  </a:cubicBezTo>
                  <a:cubicBezTo>
                    <a:pt x="57" y="16"/>
                    <a:pt x="67" y="14"/>
                    <a:pt x="67" y="20"/>
                  </a:cubicBezTo>
                  <a:cubicBezTo>
                    <a:pt x="67" y="22"/>
                    <a:pt x="66" y="30"/>
                    <a:pt x="65" y="37"/>
                  </a:cubicBezTo>
                  <a:cubicBezTo>
                    <a:pt x="67" y="43"/>
                    <a:pt x="68" y="49"/>
                    <a:pt x="70" y="55"/>
                  </a:cubicBezTo>
                  <a:cubicBezTo>
                    <a:pt x="76" y="69"/>
                    <a:pt x="105" y="94"/>
                    <a:pt x="90" y="109"/>
                  </a:cubicBezTo>
                  <a:cubicBezTo>
                    <a:pt x="87" y="112"/>
                    <a:pt x="84" y="116"/>
                    <a:pt x="81" y="117"/>
                  </a:cubicBezTo>
                  <a:cubicBezTo>
                    <a:pt x="78" y="119"/>
                    <a:pt x="74" y="120"/>
                    <a:pt x="71" y="120"/>
                  </a:cubicBezTo>
                  <a:cubicBezTo>
                    <a:pt x="68" y="120"/>
                    <a:pt x="64" y="121"/>
                    <a:pt x="62" y="120"/>
                  </a:cubicBezTo>
                  <a:cubicBezTo>
                    <a:pt x="60" y="118"/>
                    <a:pt x="58" y="112"/>
                    <a:pt x="57" y="109"/>
                  </a:cubicBezTo>
                  <a:cubicBezTo>
                    <a:pt x="54" y="102"/>
                    <a:pt x="51" y="95"/>
                    <a:pt x="47" y="88"/>
                  </a:cubicBezTo>
                  <a:cubicBezTo>
                    <a:pt x="44" y="80"/>
                    <a:pt x="40" y="72"/>
                    <a:pt x="32" y="71"/>
                  </a:cubicBezTo>
                  <a:cubicBezTo>
                    <a:pt x="30" y="71"/>
                    <a:pt x="29" y="71"/>
                    <a:pt x="27" y="71"/>
                  </a:cubicBezTo>
                  <a:cubicBezTo>
                    <a:pt x="25" y="70"/>
                    <a:pt x="24" y="69"/>
                    <a:pt x="22" y="68"/>
                  </a:cubicBezTo>
                  <a:cubicBezTo>
                    <a:pt x="17" y="64"/>
                    <a:pt x="12" y="58"/>
                    <a:pt x="7" y="53"/>
                  </a:cubicBezTo>
                  <a:cubicBezTo>
                    <a:pt x="0" y="43"/>
                    <a:pt x="6" y="24"/>
                    <a:pt x="9" y="13"/>
                  </a:cubicBezTo>
                  <a:cubicBezTo>
                    <a:pt x="10" y="11"/>
                    <a:pt x="11" y="8"/>
                    <a:pt x="13" y="6"/>
                  </a:cubicBezTo>
                  <a:cubicBezTo>
                    <a:pt x="16" y="3"/>
                    <a:pt x="21" y="2"/>
                    <a:pt x="25" y="1"/>
                  </a:cubicBezTo>
                  <a:cubicBezTo>
                    <a:pt x="28" y="1"/>
                    <a:pt x="30" y="0"/>
                    <a:pt x="33" y="0"/>
                  </a:cubicBezTo>
                  <a:close/>
                </a:path>
              </a:pathLst>
            </a:custGeom>
            <a:solidFill>
              <a:srgbClr val="B5D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0" name="iśľî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CCDCE4B-37B9-412C-BE6A-CC2EEE193C77}"/>
                </a:ext>
              </a:extLst>
            </p:cNvPr>
            <p:cNvSpPr/>
            <p:nvPr/>
          </p:nvSpPr>
          <p:spPr bwMode="auto">
            <a:xfrm>
              <a:off x="8099426" y="2725738"/>
              <a:ext cx="790575" cy="509588"/>
            </a:xfrm>
            <a:custGeom>
              <a:avLst/>
              <a:gdLst>
                <a:gd name="T0" fmla="*/ 117 w 468"/>
                <a:gd name="T1" fmla="*/ 190 h 302"/>
                <a:gd name="T2" fmla="*/ 90 w 468"/>
                <a:gd name="T3" fmla="*/ 176 h 302"/>
                <a:gd name="T4" fmla="*/ 74 w 468"/>
                <a:gd name="T5" fmla="*/ 159 h 302"/>
                <a:gd name="T6" fmla="*/ 0 w 468"/>
                <a:gd name="T7" fmla="*/ 32 h 302"/>
                <a:gd name="T8" fmla="*/ 61 w 468"/>
                <a:gd name="T9" fmla="*/ 0 h 302"/>
                <a:gd name="T10" fmla="*/ 137 w 468"/>
                <a:gd name="T11" fmla="*/ 95 h 302"/>
                <a:gd name="T12" fmla="*/ 156 w 468"/>
                <a:gd name="T13" fmla="*/ 111 h 302"/>
                <a:gd name="T14" fmla="*/ 190 w 468"/>
                <a:gd name="T15" fmla="*/ 121 h 302"/>
                <a:gd name="T16" fmla="*/ 326 w 468"/>
                <a:gd name="T17" fmla="*/ 145 h 302"/>
                <a:gd name="T18" fmla="*/ 405 w 468"/>
                <a:gd name="T19" fmla="*/ 171 h 302"/>
                <a:gd name="T20" fmla="*/ 352 w 468"/>
                <a:gd name="T21" fmla="*/ 285 h 302"/>
                <a:gd name="T22" fmla="*/ 117 w 468"/>
                <a:gd name="T23" fmla="*/ 19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8" h="302">
                  <a:moveTo>
                    <a:pt x="117" y="190"/>
                  </a:moveTo>
                  <a:cubicBezTo>
                    <a:pt x="108" y="186"/>
                    <a:pt x="98" y="182"/>
                    <a:pt x="90" y="176"/>
                  </a:cubicBezTo>
                  <a:cubicBezTo>
                    <a:pt x="84" y="172"/>
                    <a:pt x="79" y="166"/>
                    <a:pt x="74" y="159"/>
                  </a:cubicBezTo>
                  <a:cubicBezTo>
                    <a:pt x="43" y="121"/>
                    <a:pt x="18" y="78"/>
                    <a:pt x="0" y="32"/>
                  </a:cubicBezTo>
                  <a:cubicBezTo>
                    <a:pt x="18" y="18"/>
                    <a:pt x="39" y="7"/>
                    <a:pt x="61" y="0"/>
                  </a:cubicBezTo>
                  <a:cubicBezTo>
                    <a:pt x="84" y="34"/>
                    <a:pt x="110" y="65"/>
                    <a:pt x="137" y="95"/>
                  </a:cubicBezTo>
                  <a:cubicBezTo>
                    <a:pt x="143" y="101"/>
                    <a:pt x="149" y="106"/>
                    <a:pt x="156" y="111"/>
                  </a:cubicBezTo>
                  <a:cubicBezTo>
                    <a:pt x="166" y="117"/>
                    <a:pt x="178" y="119"/>
                    <a:pt x="190" y="121"/>
                  </a:cubicBezTo>
                  <a:cubicBezTo>
                    <a:pt x="235" y="129"/>
                    <a:pt x="281" y="137"/>
                    <a:pt x="326" y="145"/>
                  </a:cubicBezTo>
                  <a:cubicBezTo>
                    <a:pt x="354" y="150"/>
                    <a:pt x="382" y="156"/>
                    <a:pt x="405" y="171"/>
                  </a:cubicBezTo>
                  <a:cubicBezTo>
                    <a:pt x="468" y="215"/>
                    <a:pt x="422" y="302"/>
                    <a:pt x="352" y="285"/>
                  </a:cubicBezTo>
                  <a:cubicBezTo>
                    <a:pt x="273" y="267"/>
                    <a:pt x="192" y="220"/>
                    <a:pt x="117" y="190"/>
                  </a:cubicBezTo>
                  <a:close/>
                </a:path>
              </a:pathLst>
            </a:custGeom>
            <a:solidFill>
              <a:srgbClr val="587B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1" name="íṣľï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BCDAC9A-F13D-4B4E-9ABD-4F9776657D92}"/>
                </a:ext>
              </a:extLst>
            </p:cNvPr>
            <p:cNvSpPr/>
            <p:nvPr/>
          </p:nvSpPr>
          <p:spPr bwMode="auto">
            <a:xfrm>
              <a:off x="8491538" y="5357813"/>
              <a:ext cx="282575" cy="204788"/>
            </a:xfrm>
            <a:custGeom>
              <a:avLst/>
              <a:gdLst>
                <a:gd name="T0" fmla="*/ 74 w 167"/>
                <a:gd name="T1" fmla="*/ 36 h 122"/>
                <a:gd name="T2" fmla="*/ 42 w 167"/>
                <a:gd name="T3" fmla="*/ 61 h 122"/>
                <a:gd name="T4" fmla="*/ 12 w 167"/>
                <a:gd name="T5" fmla="*/ 77 h 122"/>
                <a:gd name="T6" fmla="*/ 6 w 167"/>
                <a:gd name="T7" fmla="*/ 108 h 122"/>
                <a:gd name="T8" fmla="*/ 35 w 167"/>
                <a:gd name="T9" fmla="*/ 119 h 122"/>
                <a:gd name="T10" fmla="*/ 116 w 167"/>
                <a:gd name="T11" fmla="*/ 110 h 122"/>
                <a:gd name="T12" fmla="*/ 164 w 167"/>
                <a:gd name="T13" fmla="*/ 62 h 122"/>
                <a:gd name="T14" fmla="*/ 158 w 167"/>
                <a:gd name="T15" fmla="*/ 43 h 122"/>
                <a:gd name="T16" fmla="*/ 146 w 167"/>
                <a:gd name="T17" fmla="*/ 1 h 122"/>
                <a:gd name="T18" fmla="*/ 94 w 167"/>
                <a:gd name="T19" fmla="*/ 0 h 122"/>
                <a:gd name="T20" fmla="*/ 77 w 167"/>
                <a:gd name="T21" fmla="*/ 27 h 122"/>
                <a:gd name="T22" fmla="*/ 74 w 167"/>
                <a:gd name="T23" fmla="*/ 36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7" h="122">
                  <a:moveTo>
                    <a:pt x="74" y="36"/>
                  </a:moveTo>
                  <a:cubicBezTo>
                    <a:pt x="67" y="47"/>
                    <a:pt x="54" y="55"/>
                    <a:pt x="42" y="61"/>
                  </a:cubicBezTo>
                  <a:cubicBezTo>
                    <a:pt x="31" y="65"/>
                    <a:pt x="20" y="69"/>
                    <a:pt x="12" y="77"/>
                  </a:cubicBezTo>
                  <a:cubicBezTo>
                    <a:pt x="4" y="85"/>
                    <a:pt x="0" y="99"/>
                    <a:pt x="6" y="108"/>
                  </a:cubicBezTo>
                  <a:cubicBezTo>
                    <a:pt x="12" y="117"/>
                    <a:pt x="24" y="118"/>
                    <a:pt x="35" y="119"/>
                  </a:cubicBezTo>
                  <a:cubicBezTo>
                    <a:pt x="61" y="120"/>
                    <a:pt x="91" y="122"/>
                    <a:pt x="116" y="110"/>
                  </a:cubicBezTo>
                  <a:cubicBezTo>
                    <a:pt x="134" y="101"/>
                    <a:pt x="167" y="88"/>
                    <a:pt x="164" y="62"/>
                  </a:cubicBezTo>
                  <a:cubicBezTo>
                    <a:pt x="164" y="56"/>
                    <a:pt x="160" y="49"/>
                    <a:pt x="158" y="43"/>
                  </a:cubicBezTo>
                  <a:cubicBezTo>
                    <a:pt x="151" y="30"/>
                    <a:pt x="147" y="15"/>
                    <a:pt x="146" y="1"/>
                  </a:cubicBezTo>
                  <a:cubicBezTo>
                    <a:pt x="146" y="1"/>
                    <a:pt x="98" y="0"/>
                    <a:pt x="94" y="0"/>
                  </a:cubicBezTo>
                  <a:cubicBezTo>
                    <a:pt x="75" y="2"/>
                    <a:pt x="81" y="10"/>
                    <a:pt x="77" y="27"/>
                  </a:cubicBezTo>
                  <a:cubicBezTo>
                    <a:pt x="77" y="30"/>
                    <a:pt x="76" y="33"/>
                    <a:pt x="74" y="36"/>
                  </a:cubicBezTo>
                  <a:close/>
                </a:path>
              </a:pathLst>
            </a:custGeom>
            <a:solidFill>
              <a:srgbClr val="40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2" name="iS1í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A90ADCC-94E3-47EA-A493-4942687042B0}"/>
                </a:ext>
              </a:extLst>
            </p:cNvPr>
            <p:cNvSpPr/>
            <p:nvPr/>
          </p:nvSpPr>
          <p:spPr bwMode="auto">
            <a:xfrm>
              <a:off x="8970963" y="5357813"/>
              <a:ext cx="274638" cy="231775"/>
            </a:xfrm>
            <a:custGeom>
              <a:avLst/>
              <a:gdLst>
                <a:gd name="T0" fmla="*/ 62 w 163"/>
                <a:gd name="T1" fmla="*/ 47 h 138"/>
                <a:gd name="T2" fmla="*/ 35 w 163"/>
                <a:gd name="T3" fmla="*/ 78 h 138"/>
                <a:gd name="T4" fmla="*/ 8 w 163"/>
                <a:gd name="T5" fmla="*/ 99 h 138"/>
                <a:gd name="T6" fmla="*/ 8 w 163"/>
                <a:gd name="T7" fmla="*/ 131 h 138"/>
                <a:gd name="T8" fmla="*/ 38 w 163"/>
                <a:gd name="T9" fmla="*/ 136 h 138"/>
                <a:gd name="T10" fmla="*/ 116 w 163"/>
                <a:gd name="T11" fmla="*/ 112 h 138"/>
                <a:gd name="T12" fmla="*/ 156 w 163"/>
                <a:gd name="T13" fmla="*/ 57 h 138"/>
                <a:gd name="T14" fmla="*/ 146 w 163"/>
                <a:gd name="T15" fmla="*/ 39 h 138"/>
                <a:gd name="T16" fmla="*/ 127 w 163"/>
                <a:gd name="T17" fmla="*/ 0 h 138"/>
                <a:gd name="T18" fmla="*/ 75 w 163"/>
                <a:gd name="T19" fmla="*/ 9 h 138"/>
                <a:gd name="T20" fmla="*/ 64 w 163"/>
                <a:gd name="T21" fmla="*/ 38 h 138"/>
                <a:gd name="T22" fmla="*/ 62 w 163"/>
                <a:gd name="T23" fmla="*/ 4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3" h="138">
                  <a:moveTo>
                    <a:pt x="62" y="47"/>
                  </a:moveTo>
                  <a:cubicBezTo>
                    <a:pt x="58" y="60"/>
                    <a:pt x="46" y="70"/>
                    <a:pt x="35" y="78"/>
                  </a:cubicBezTo>
                  <a:cubicBezTo>
                    <a:pt x="25" y="84"/>
                    <a:pt x="15" y="90"/>
                    <a:pt x="8" y="99"/>
                  </a:cubicBezTo>
                  <a:cubicBezTo>
                    <a:pt x="2" y="109"/>
                    <a:pt x="0" y="123"/>
                    <a:pt x="8" y="131"/>
                  </a:cubicBezTo>
                  <a:cubicBezTo>
                    <a:pt x="16" y="138"/>
                    <a:pt x="28" y="137"/>
                    <a:pt x="38" y="136"/>
                  </a:cubicBezTo>
                  <a:cubicBezTo>
                    <a:pt x="65" y="133"/>
                    <a:pt x="94" y="129"/>
                    <a:pt x="116" y="112"/>
                  </a:cubicBezTo>
                  <a:cubicBezTo>
                    <a:pt x="133" y="100"/>
                    <a:pt x="163" y="82"/>
                    <a:pt x="156" y="57"/>
                  </a:cubicBezTo>
                  <a:cubicBezTo>
                    <a:pt x="154" y="51"/>
                    <a:pt x="150" y="45"/>
                    <a:pt x="146" y="39"/>
                  </a:cubicBezTo>
                  <a:cubicBezTo>
                    <a:pt x="137" y="27"/>
                    <a:pt x="131" y="14"/>
                    <a:pt x="127" y="0"/>
                  </a:cubicBezTo>
                  <a:cubicBezTo>
                    <a:pt x="127" y="0"/>
                    <a:pt x="79" y="7"/>
                    <a:pt x="75" y="9"/>
                  </a:cubicBezTo>
                  <a:cubicBezTo>
                    <a:pt x="58" y="13"/>
                    <a:pt x="64" y="21"/>
                    <a:pt x="64" y="38"/>
                  </a:cubicBezTo>
                  <a:cubicBezTo>
                    <a:pt x="64" y="41"/>
                    <a:pt x="63" y="44"/>
                    <a:pt x="62" y="47"/>
                  </a:cubicBezTo>
                  <a:close/>
                </a:path>
              </a:pathLst>
            </a:custGeom>
            <a:solidFill>
              <a:srgbClr val="40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3" name="íṥlî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DC23218-F2B3-4CC6-8CDB-670A22BBFE9C}"/>
                </a:ext>
              </a:extLst>
            </p:cNvPr>
            <p:cNvSpPr/>
            <p:nvPr/>
          </p:nvSpPr>
          <p:spPr bwMode="auto">
            <a:xfrm>
              <a:off x="8543926" y="4065588"/>
              <a:ext cx="333375" cy="1331913"/>
            </a:xfrm>
            <a:custGeom>
              <a:avLst/>
              <a:gdLst>
                <a:gd name="T0" fmla="*/ 210 w 210"/>
                <a:gd name="T1" fmla="*/ 21 h 839"/>
                <a:gd name="T2" fmla="*/ 189 w 210"/>
                <a:gd name="T3" fmla="*/ 196 h 839"/>
                <a:gd name="T4" fmla="*/ 162 w 210"/>
                <a:gd name="T5" fmla="*/ 519 h 839"/>
                <a:gd name="T6" fmla="*/ 134 w 210"/>
                <a:gd name="T7" fmla="*/ 839 h 839"/>
                <a:gd name="T8" fmla="*/ 46 w 210"/>
                <a:gd name="T9" fmla="*/ 835 h 839"/>
                <a:gd name="T10" fmla="*/ 11 w 210"/>
                <a:gd name="T11" fmla="*/ 485 h 839"/>
                <a:gd name="T12" fmla="*/ 0 w 210"/>
                <a:gd name="T13" fmla="*/ 189 h 839"/>
                <a:gd name="T14" fmla="*/ 33 w 210"/>
                <a:gd name="T15" fmla="*/ 0 h 839"/>
                <a:gd name="T16" fmla="*/ 210 w 210"/>
                <a:gd name="T17" fmla="*/ 21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0" h="839">
                  <a:moveTo>
                    <a:pt x="210" y="21"/>
                  </a:moveTo>
                  <a:lnTo>
                    <a:pt x="189" y="196"/>
                  </a:lnTo>
                  <a:lnTo>
                    <a:pt x="162" y="519"/>
                  </a:lnTo>
                  <a:lnTo>
                    <a:pt x="134" y="839"/>
                  </a:lnTo>
                  <a:lnTo>
                    <a:pt x="46" y="835"/>
                  </a:lnTo>
                  <a:lnTo>
                    <a:pt x="11" y="485"/>
                  </a:lnTo>
                  <a:lnTo>
                    <a:pt x="0" y="189"/>
                  </a:lnTo>
                  <a:lnTo>
                    <a:pt x="33" y="0"/>
                  </a:lnTo>
                  <a:lnTo>
                    <a:pt x="210" y="21"/>
                  </a:lnTo>
                  <a:close/>
                </a:path>
              </a:pathLst>
            </a:custGeom>
            <a:solidFill>
              <a:srgbClr val="D7E8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4" name="ïšľï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25E120F-9CC2-4592-83B0-99B13A59C061}"/>
                </a:ext>
              </a:extLst>
            </p:cNvPr>
            <p:cNvSpPr/>
            <p:nvPr/>
          </p:nvSpPr>
          <p:spPr bwMode="auto">
            <a:xfrm>
              <a:off x="8766176" y="4102100"/>
              <a:ext cx="441325" cy="1314450"/>
            </a:xfrm>
            <a:custGeom>
              <a:avLst/>
              <a:gdLst>
                <a:gd name="T0" fmla="*/ 244 w 278"/>
                <a:gd name="T1" fmla="*/ 0 h 828"/>
                <a:gd name="T2" fmla="*/ 273 w 278"/>
                <a:gd name="T3" fmla="*/ 107 h 828"/>
                <a:gd name="T4" fmla="*/ 241 w 278"/>
                <a:gd name="T5" fmla="*/ 413 h 828"/>
                <a:gd name="T6" fmla="*/ 278 w 278"/>
                <a:gd name="T7" fmla="*/ 821 h 828"/>
                <a:gd name="T8" fmla="*/ 194 w 278"/>
                <a:gd name="T9" fmla="*/ 828 h 828"/>
                <a:gd name="T10" fmla="*/ 85 w 278"/>
                <a:gd name="T11" fmla="*/ 438 h 828"/>
                <a:gd name="T12" fmla="*/ 0 w 278"/>
                <a:gd name="T13" fmla="*/ 12 h 828"/>
                <a:gd name="T14" fmla="*/ 244 w 278"/>
                <a:gd name="T15" fmla="*/ 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828">
                  <a:moveTo>
                    <a:pt x="244" y="0"/>
                  </a:moveTo>
                  <a:lnTo>
                    <a:pt x="273" y="107"/>
                  </a:lnTo>
                  <a:lnTo>
                    <a:pt x="241" y="413"/>
                  </a:lnTo>
                  <a:lnTo>
                    <a:pt x="278" y="821"/>
                  </a:lnTo>
                  <a:lnTo>
                    <a:pt x="194" y="828"/>
                  </a:lnTo>
                  <a:lnTo>
                    <a:pt x="85" y="438"/>
                  </a:lnTo>
                  <a:lnTo>
                    <a:pt x="0" y="12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D7E8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5" name="íṩľî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302C3D1-B0EC-4444-84C0-479B36B4A76C}"/>
                </a:ext>
              </a:extLst>
            </p:cNvPr>
            <p:cNvSpPr/>
            <p:nvPr/>
          </p:nvSpPr>
          <p:spPr bwMode="auto">
            <a:xfrm>
              <a:off x="8443913" y="2908300"/>
              <a:ext cx="847725" cy="1450975"/>
            </a:xfrm>
            <a:custGeom>
              <a:avLst/>
              <a:gdLst>
                <a:gd name="T0" fmla="*/ 13 w 502"/>
                <a:gd name="T1" fmla="*/ 777 h 860"/>
                <a:gd name="T2" fmla="*/ 1 w 502"/>
                <a:gd name="T3" fmla="*/ 824 h 860"/>
                <a:gd name="T4" fmla="*/ 1 w 502"/>
                <a:gd name="T5" fmla="*/ 834 h 860"/>
                <a:gd name="T6" fmla="*/ 7 w 502"/>
                <a:gd name="T7" fmla="*/ 840 h 860"/>
                <a:gd name="T8" fmla="*/ 112 w 502"/>
                <a:gd name="T9" fmla="*/ 848 h 860"/>
                <a:gd name="T10" fmla="*/ 161 w 502"/>
                <a:gd name="T11" fmla="*/ 826 h 860"/>
                <a:gd name="T12" fmla="*/ 249 w 502"/>
                <a:gd name="T13" fmla="*/ 822 h 860"/>
                <a:gd name="T14" fmla="*/ 331 w 502"/>
                <a:gd name="T15" fmla="*/ 811 h 860"/>
                <a:gd name="T16" fmla="*/ 483 w 502"/>
                <a:gd name="T17" fmla="*/ 818 h 860"/>
                <a:gd name="T18" fmla="*/ 480 w 502"/>
                <a:gd name="T19" fmla="*/ 484 h 860"/>
                <a:gd name="T20" fmla="*/ 414 w 502"/>
                <a:gd name="T21" fmla="*/ 143 h 860"/>
                <a:gd name="T22" fmla="*/ 398 w 502"/>
                <a:gd name="T23" fmla="*/ 88 h 860"/>
                <a:gd name="T24" fmla="*/ 200 w 502"/>
                <a:gd name="T25" fmla="*/ 24 h 860"/>
                <a:gd name="T26" fmla="*/ 115 w 502"/>
                <a:gd name="T27" fmla="*/ 114 h 860"/>
                <a:gd name="T28" fmla="*/ 73 w 502"/>
                <a:gd name="T29" fmla="*/ 255 h 860"/>
                <a:gd name="T30" fmla="*/ 26 w 502"/>
                <a:gd name="T31" fmla="*/ 711 h 860"/>
                <a:gd name="T32" fmla="*/ 13 w 502"/>
                <a:gd name="T33" fmla="*/ 777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2" h="860">
                  <a:moveTo>
                    <a:pt x="13" y="777"/>
                  </a:moveTo>
                  <a:cubicBezTo>
                    <a:pt x="9" y="793"/>
                    <a:pt x="6" y="808"/>
                    <a:pt x="1" y="824"/>
                  </a:cubicBezTo>
                  <a:cubicBezTo>
                    <a:pt x="1" y="827"/>
                    <a:pt x="0" y="831"/>
                    <a:pt x="1" y="834"/>
                  </a:cubicBezTo>
                  <a:cubicBezTo>
                    <a:pt x="2" y="837"/>
                    <a:pt x="5" y="838"/>
                    <a:pt x="7" y="840"/>
                  </a:cubicBezTo>
                  <a:cubicBezTo>
                    <a:pt x="39" y="857"/>
                    <a:pt x="78" y="860"/>
                    <a:pt x="112" y="848"/>
                  </a:cubicBezTo>
                  <a:cubicBezTo>
                    <a:pt x="129" y="842"/>
                    <a:pt x="144" y="832"/>
                    <a:pt x="161" y="826"/>
                  </a:cubicBezTo>
                  <a:cubicBezTo>
                    <a:pt x="190" y="817"/>
                    <a:pt x="220" y="821"/>
                    <a:pt x="249" y="822"/>
                  </a:cubicBezTo>
                  <a:cubicBezTo>
                    <a:pt x="278" y="822"/>
                    <a:pt x="303" y="814"/>
                    <a:pt x="331" y="811"/>
                  </a:cubicBezTo>
                  <a:cubicBezTo>
                    <a:pt x="399" y="803"/>
                    <a:pt x="417" y="799"/>
                    <a:pt x="483" y="818"/>
                  </a:cubicBezTo>
                  <a:cubicBezTo>
                    <a:pt x="479" y="695"/>
                    <a:pt x="502" y="600"/>
                    <a:pt x="480" y="484"/>
                  </a:cubicBezTo>
                  <a:cubicBezTo>
                    <a:pt x="458" y="371"/>
                    <a:pt x="436" y="257"/>
                    <a:pt x="414" y="143"/>
                  </a:cubicBezTo>
                  <a:cubicBezTo>
                    <a:pt x="410" y="124"/>
                    <a:pt x="407" y="104"/>
                    <a:pt x="398" y="88"/>
                  </a:cubicBezTo>
                  <a:cubicBezTo>
                    <a:pt x="360" y="12"/>
                    <a:pt x="275" y="0"/>
                    <a:pt x="200" y="24"/>
                  </a:cubicBezTo>
                  <a:cubicBezTo>
                    <a:pt x="162" y="36"/>
                    <a:pt x="133" y="80"/>
                    <a:pt x="115" y="114"/>
                  </a:cubicBezTo>
                  <a:cubicBezTo>
                    <a:pt x="92" y="158"/>
                    <a:pt x="81" y="207"/>
                    <a:pt x="73" y="255"/>
                  </a:cubicBezTo>
                  <a:cubicBezTo>
                    <a:pt x="47" y="406"/>
                    <a:pt x="51" y="560"/>
                    <a:pt x="26" y="711"/>
                  </a:cubicBezTo>
                  <a:cubicBezTo>
                    <a:pt x="22" y="733"/>
                    <a:pt x="18" y="755"/>
                    <a:pt x="13" y="777"/>
                  </a:cubicBezTo>
                  <a:close/>
                </a:path>
              </a:pathLst>
            </a:custGeom>
            <a:solidFill>
              <a:srgbClr val="587B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6" name="iṡlí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DAD1FC2-FCF7-45A9-A1AF-E58BD741687C}"/>
                </a:ext>
              </a:extLst>
            </p:cNvPr>
            <p:cNvSpPr/>
            <p:nvPr/>
          </p:nvSpPr>
          <p:spPr bwMode="auto">
            <a:xfrm>
              <a:off x="8593138" y="2503488"/>
              <a:ext cx="214313" cy="444500"/>
            </a:xfrm>
            <a:custGeom>
              <a:avLst/>
              <a:gdLst>
                <a:gd name="T0" fmla="*/ 77 w 127"/>
                <a:gd name="T1" fmla="*/ 95 h 264"/>
                <a:gd name="T2" fmla="*/ 76 w 127"/>
                <a:gd name="T3" fmla="*/ 100 h 264"/>
                <a:gd name="T4" fmla="*/ 77 w 127"/>
                <a:gd name="T5" fmla="*/ 126 h 264"/>
                <a:gd name="T6" fmla="*/ 62 w 127"/>
                <a:gd name="T7" fmla="*/ 164 h 264"/>
                <a:gd name="T8" fmla="*/ 74 w 127"/>
                <a:gd name="T9" fmla="*/ 195 h 264"/>
                <a:gd name="T10" fmla="*/ 75 w 127"/>
                <a:gd name="T11" fmla="*/ 231 h 264"/>
                <a:gd name="T12" fmla="*/ 95 w 127"/>
                <a:gd name="T13" fmla="*/ 262 h 264"/>
                <a:gd name="T14" fmla="*/ 70 w 127"/>
                <a:gd name="T15" fmla="*/ 262 h 264"/>
                <a:gd name="T16" fmla="*/ 58 w 127"/>
                <a:gd name="T17" fmla="*/ 250 h 264"/>
                <a:gd name="T18" fmla="*/ 50 w 127"/>
                <a:gd name="T19" fmla="*/ 229 h 264"/>
                <a:gd name="T20" fmla="*/ 31 w 127"/>
                <a:gd name="T21" fmla="*/ 207 h 264"/>
                <a:gd name="T22" fmla="*/ 26 w 127"/>
                <a:gd name="T23" fmla="*/ 166 h 264"/>
                <a:gd name="T24" fmla="*/ 3 w 127"/>
                <a:gd name="T25" fmla="*/ 109 h 264"/>
                <a:gd name="T26" fmla="*/ 18 w 127"/>
                <a:gd name="T27" fmla="*/ 76 h 264"/>
                <a:gd name="T28" fmla="*/ 23 w 127"/>
                <a:gd name="T29" fmla="*/ 48 h 264"/>
                <a:gd name="T30" fmla="*/ 38 w 127"/>
                <a:gd name="T31" fmla="*/ 25 h 264"/>
                <a:gd name="T32" fmla="*/ 52 w 127"/>
                <a:gd name="T33" fmla="*/ 21 h 264"/>
                <a:gd name="T34" fmla="*/ 75 w 127"/>
                <a:gd name="T35" fmla="*/ 6 h 264"/>
                <a:gd name="T36" fmla="*/ 118 w 127"/>
                <a:gd name="T37" fmla="*/ 17 h 264"/>
                <a:gd name="T38" fmla="*/ 119 w 127"/>
                <a:gd name="T39" fmla="*/ 45 h 264"/>
                <a:gd name="T40" fmla="*/ 77 w 127"/>
                <a:gd name="T41" fmla="*/ 95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7" h="264">
                  <a:moveTo>
                    <a:pt x="77" y="95"/>
                  </a:moveTo>
                  <a:cubicBezTo>
                    <a:pt x="77" y="97"/>
                    <a:pt x="76" y="98"/>
                    <a:pt x="76" y="100"/>
                  </a:cubicBezTo>
                  <a:cubicBezTo>
                    <a:pt x="75" y="108"/>
                    <a:pt x="78" y="117"/>
                    <a:pt x="77" y="126"/>
                  </a:cubicBezTo>
                  <a:cubicBezTo>
                    <a:pt x="75" y="139"/>
                    <a:pt x="61" y="150"/>
                    <a:pt x="62" y="164"/>
                  </a:cubicBezTo>
                  <a:cubicBezTo>
                    <a:pt x="62" y="175"/>
                    <a:pt x="71" y="184"/>
                    <a:pt x="74" y="195"/>
                  </a:cubicBezTo>
                  <a:cubicBezTo>
                    <a:pt x="77" y="207"/>
                    <a:pt x="71" y="220"/>
                    <a:pt x="75" y="231"/>
                  </a:cubicBezTo>
                  <a:cubicBezTo>
                    <a:pt x="78" y="241"/>
                    <a:pt x="87" y="255"/>
                    <a:pt x="95" y="262"/>
                  </a:cubicBezTo>
                  <a:cubicBezTo>
                    <a:pt x="92" y="260"/>
                    <a:pt x="75" y="264"/>
                    <a:pt x="70" y="262"/>
                  </a:cubicBezTo>
                  <a:cubicBezTo>
                    <a:pt x="62" y="259"/>
                    <a:pt x="61" y="257"/>
                    <a:pt x="58" y="250"/>
                  </a:cubicBezTo>
                  <a:cubicBezTo>
                    <a:pt x="54" y="243"/>
                    <a:pt x="55" y="236"/>
                    <a:pt x="50" y="229"/>
                  </a:cubicBezTo>
                  <a:cubicBezTo>
                    <a:pt x="45" y="221"/>
                    <a:pt x="35" y="216"/>
                    <a:pt x="31" y="207"/>
                  </a:cubicBezTo>
                  <a:cubicBezTo>
                    <a:pt x="25" y="194"/>
                    <a:pt x="29" y="179"/>
                    <a:pt x="26" y="166"/>
                  </a:cubicBezTo>
                  <a:cubicBezTo>
                    <a:pt x="21" y="145"/>
                    <a:pt x="0" y="129"/>
                    <a:pt x="3" y="109"/>
                  </a:cubicBezTo>
                  <a:cubicBezTo>
                    <a:pt x="4" y="97"/>
                    <a:pt x="14" y="87"/>
                    <a:pt x="18" y="76"/>
                  </a:cubicBezTo>
                  <a:cubicBezTo>
                    <a:pt x="22" y="67"/>
                    <a:pt x="22" y="57"/>
                    <a:pt x="23" y="48"/>
                  </a:cubicBezTo>
                  <a:cubicBezTo>
                    <a:pt x="25" y="39"/>
                    <a:pt x="29" y="30"/>
                    <a:pt x="38" y="25"/>
                  </a:cubicBezTo>
                  <a:cubicBezTo>
                    <a:pt x="42" y="23"/>
                    <a:pt x="48" y="23"/>
                    <a:pt x="52" y="21"/>
                  </a:cubicBezTo>
                  <a:cubicBezTo>
                    <a:pt x="61" y="18"/>
                    <a:pt x="67" y="10"/>
                    <a:pt x="75" y="6"/>
                  </a:cubicBezTo>
                  <a:cubicBezTo>
                    <a:pt x="86" y="0"/>
                    <a:pt x="109" y="8"/>
                    <a:pt x="118" y="17"/>
                  </a:cubicBezTo>
                  <a:cubicBezTo>
                    <a:pt x="127" y="25"/>
                    <a:pt x="125" y="34"/>
                    <a:pt x="119" y="45"/>
                  </a:cubicBezTo>
                  <a:cubicBezTo>
                    <a:pt x="110" y="62"/>
                    <a:pt x="84" y="77"/>
                    <a:pt x="77" y="95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7" name="ï$ļi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C4F71A9-A632-4E7B-9452-34197375F3B3}"/>
                </a:ext>
              </a:extLst>
            </p:cNvPr>
            <p:cNvSpPr/>
            <p:nvPr/>
          </p:nvSpPr>
          <p:spPr bwMode="auto">
            <a:xfrm>
              <a:off x="8658226" y="2574925"/>
              <a:ext cx="307975" cy="430213"/>
            </a:xfrm>
            <a:custGeom>
              <a:avLst/>
              <a:gdLst>
                <a:gd name="T0" fmla="*/ 150 w 182"/>
                <a:gd name="T1" fmla="*/ 235 h 255"/>
                <a:gd name="T2" fmla="*/ 148 w 182"/>
                <a:gd name="T3" fmla="*/ 239 h 255"/>
                <a:gd name="T4" fmla="*/ 131 w 182"/>
                <a:gd name="T5" fmla="*/ 251 h 255"/>
                <a:gd name="T6" fmla="*/ 103 w 182"/>
                <a:gd name="T7" fmla="*/ 255 h 255"/>
                <a:gd name="T8" fmla="*/ 86 w 182"/>
                <a:gd name="T9" fmla="*/ 236 h 255"/>
                <a:gd name="T10" fmla="*/ 80 w 182"/>
                <a:gd name="T11" fmla="*/ 219 h 255"/>
                <a:gd name="T12" fmla="*/ 76 w 182"/>
                <a:gd name="T13" fmla="*/ 201 h 255"/>
                <a:gd name="T14" fmla="*/ 65 w 182"/>
                <a:gd name="T15" fmla="*/ 200 h 255"/>
                <a:gd name="T16" fmla="*/ 54 w 182"/>
                <a:gd name="T17" fmla="*/ 192 h 255"/>
                <a:gd name="T18" fmla="*/ 41 w 182"/>
                <a:gd name="T19" fmla="*/ 174 h 255"/>
                <a:gd name="T20" fmla="*/ 23 w 182"/>
                <a:gd name="T21" fmla="*/ 139 h 255"/>
                <a:gd name="T22" fmla="*/ 7 w 182"/>
                <a:gd name="T23" fmla="*/ 102 h 255"/>
                <a:gd name="T24" fmla="*/ 12 w 182"/>
                <a:gd name="T25" fmla="*/ 38 h 255"/>
                <a:gd name="T26" fmla="*/ 60 w 182"/>
                <a:gd name="T27" fmla="*/ 8 h 255"/>
                <a:gd name="T28" fmla="*/ 132 w 182"/>
                <a:gd name="T29" fmla="*/ 9 h 255"/>
                <a:gd name="T30" fmla="*/ 157 w 182"/>
                <a:gd name="T31" fmla="*/ 26 h 255"/>
                <a:gd name="T32" fmla="*/ 172 w 182"/>
                <a:gd name="T33" fmla="*/ 73 h 255"/>
                <a:gd name="T34" fmla="*/ 178 w 182"/>
                <a:gd name="T35" fmla="*/ 119 h 255"/>
                <a:gd name="T36" fmla="*/ 171 w 182"/>
                <a:gd name="T37" fmla="*/ 169 h 255"/>
                <a:gd name="T38" fmla="*/ 151 w 182"/>
                <a:gd name="T39" fmla="*/ 186 h 255"/>
                <a:gd name="T40" fmla="*/ 150 w 182"/>
                <a:gd name="T41" fmla="*/ 218 h 255"/>
                <a:gd name="T42" fmla="*/ 150 w 182"/>
                <a:gd name="T43" fmla="*/ 23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2" h="255">
                  <a:moveTo>
                    <a:pt x="150" y="235"/>
                  </a:moveTo>
                  <a:cubicBezTo>
                    <a:pt x="150" y="236"/>
                    <a:pt x="149" y="238"/>
                    <a:pt x="148" y="239"/>
                  </a:cubicBezTo>
                  <a:cubicBezTo>
                    <a:pt x="144" y="245"/>
                    <a:pt x="138" y="249"/>
                    <a:pt x="131" y="251"/>
                  </a:cubicBezTo>
                  <a:cubicBezTo>
                    <a:pt x="122" y="254"/>
                    <a:pt x="112" y="255"/>
                    <a:pt x="103" y="255"/>
                  </a:cubicBezTo>
                  <a:cubicBezTo>
                    <a:pt x="90" y="254"/>
                    <a:pt x="90" y="247"/>
                    <a:pt x="86" y="236"/>
                  </a:cubicBezTo>
                  <a:cubicBezTo>
                    <a:pt x="84" y="231"/>
                    <a:pt x="82" y="225"/>
                    <a:pt x="80" y="219"/>
                  </a:cubicBezTo>
                  <a:cubicBezTo>
                    <a:pt x="79" y="215"/>
                    <a:pt x="78" y="203"/>
                    <a:pt x="76" y="201"/>
                  </a:cubicBezTo>
                  <a:cubicBezTo>
                    <a:pt x="74" y="200"/>
                    <a:pt x="68" y="201"/>
                    <a:pt x="65" y="200"/>
                  </a:cubicBezTo>
                  <a:cubicBezTo>
                    <a:pt x="61" y="199"/>
                    <a:pt x="57" y="196"/>
                    <a:pt x="54" y="192"/>
                  </a:cubicBezTo>
                  <a:cubicBezTo>
                    <a:pt x="48" y="187"/>
                    <a:pt x="45" y="180"/>
                    <a:pt x="41" y="174"/>
                  </a:cubicBezTo>
                  <a:cubicBezTo>
                    <a:pt x="35" y="162"/>
                    <a:pt x="29" y="150"/>
                    <a:pt x="23" y="139"/>
                  </a:cubicBezTo>
                  <a:cubicBezTo>
                    <a:pt x="17" y="127"/>
                    <a:pt x="11" y="115"/>
                    <a:pt x="7" y="102"/>
                  </a:cubicBezTo>
                  <a:cubicBezTo>
                    <a:pt x="2" y="83"/>
                    <a:pt x="0" y="55"/>
                    <a:pt x="12" y="38"/>
                  </a:cubicBezTo>
                  <a:cubicBezTo>
                    <a:pt x="23" y="22"/>
                    <a:pt x="42" y="14"/>
                    <a:pt x="60" y="8"/>
                  </a:cubicBezTo>
                  <a:cubicBezTo>
                    <a:pt x="83" y="1"/>
                    <a:pt x="109" y="0"/>
                    <a:pt x="132" y="9"/>
                  </a:cubicBezTo>
                  <a:cubicBezTo>
                    <a:pt x="141" y="13"/>
                    <a:pt x="150" y="18"/>
                    <a:pt x="157" y="26"/>
                  </a:cubicBezTo>
                  <a:cubicBezTo>
                    <a:pt x="167" y="39"/>
                    <a:pt x="170" y="57"/>
                    <a:pt x="172" y="73"/>
                  </a:cubicBezTo>
                  <a:cubicBezTo>
                    <a:pt x="174" y="89"/>
                    <a:pt x="176" y="104"/>
                    <a:pt x="178" y="119"/>
                  </a:cubicBezTo>
                  <a:cubicBezTo>
                    <a:pt x="181" y="137"/>
                    <a:pt x="182" y="157"/>
                    <a:pt x="171" y="169"/>
                  </a:cubicBezTo>
                  <a:cubicBezTo>
                    <a:pt x="165" y="176"/>
                    <a:pt x="156" y="178"/>
                    <a:pt x="151" y="186"/>
                  </a:cubicBezTo>
                  <a:cubicBezTo>
                    <a:pt x="145" y="196"/>
                    <a:pt x="148" y="208"/>
                    <a:pt x="150" y="218"/>
                  </a:cubicBezTo>
                  <a:cubicBezTo>
                    <a:pt x="151" y="224"/>
                    <a:pt x="152" y="229"/>
                    <a:pt x="150" y="235"/>
                  </a:cubicBezTo>
                  <a:close/>
                </a:path>
              </a:pathLst>
            </a:custGeom>
            <a:solidFill>
              <a:srgbClr val="EAC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8" name="îśľîḍ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43EDD80-CEFB-4E2F-B618-2734A467451E}"/>
                </a:ext>
              </a:extLst>
            </p:cNvPr>
            <p:cNvSpPr/>
            <p:nvPr/>
          </p:nvSpPr>
          <p:spPr bwMode="auto">
            <a:xfrm>
              <a:off x="8707438" y="2455863"/>
              <a:ext cx="376238" cy="500063"/>
            </a:xfrm>
            <a:custGeom>
              <a:avLst/>
              <a:gdLst>
                <a:gd name="T0" fmla="*/ 158 w 223"/>
                <a:gd name="T1" fmla="*/ 33 h 296"/>
                <a:gd name="T2" fmla="*/ 183 w 223"/>
                <a:gd name="T3" fmla="*/ 44 h 296"/>
                <a:gd name="T4" fmla="*/ 208 w 223"/>
                <a:gd name="T5" fmla="*/ 89 h 296"/>
                <a:gd name="T6" fmla="*/ 222 w 223"/>
                <a:gd name="T7" fmla="*/ 134 h 296"/>
                <a:gd name="T8" fmla="*/ 213 w 223"/>
                <a:gd name="T9" fmla="*/ 165 h 296"/>
                <a:gd name="T10" fmla="*/ 184 w 223"/>
                <a:gd name="T11" fmla="*/ 193 h 296"/>
                <a:gd name="T12" fmla="*/ 192 w 223"/>
                <a:gd name="T13" fmla="*/ 236 h 296"/>
                <a:gd name="T14" fmla="*/ 173 w 223"/>
                <a:gd name="T15" fmla="*/ 252 h 296"/>
                <a:gd name="T16" fmla="*/ 161 w 223"/>
                <a:gd name="T17" fmla="*/ 276 h 296"/>
                <a:gd name="T18" fmla="*/ 143 w 223"/>
                <a:gd name="T19" fmla="*/ 296 h 296"/>
                <a:gd name="T20" fmla="*/ 141 w 223"/>
                <a:gd name="T21" fmla="*/ 258 h 296"/>
                <a:gd name="T22" fmla="*/ 142 w 223"/>
                <a:gd name="T23" fmla="*/ 228 h 296"/>
                <a:gd name="T24" fmla="*/ 122 w 223"/>
                <a:gd name="T25" fmla="*/ 214 h 296"/>
                <a:gd name="T26" fmla="*/ 125 w 223"/>
                <a:gd name="T27" fmla="*/ 202 h 296"/>
                <a:gd name="T28" fmla="*/ 120 w 223"/>
                <a:gd name="T29" fmla="*/ 159 h 296"/>
                <a:gd name="T30" fmla="*/ 84 w 223"/>
                <a:gd name="T31" fmla="*/ 133 h 296"/>
                <a:gd name="T32" fmla="*/ 61 w 223"/>
                <a:gd name="T33" fmla="*/ 109 h 296"/>
                <a:gd name="T34" fmla="*/ 32 w 223"/>
                <a:gd name="T35" fmla="*/ 92 h 296"/>
                <a:gd name="T36" fmla="*/ 10 w 223"/>
                <a:gd name="T37" fmla="*/ 77 h 296"/>
                <a:gd name="T38" fmla="*/ 2 w 223"/>
                <a:gd name="T39" fmla="*/ 52 h 296"/>
                <a:gd name="T40" fmla="*/ 15 w 223"/>
                <a:gd name="T41" fmla="*/ 33 h 296"/>
                <a:gd name="T42" fmla="*/ 55 w 223"/>
                <a:gd name="T43" fmla="*/ 6 h 296"/>
                <a:gd name="T44" fmla="*/ 82 w 223"/>
                <a:gd name="T45" fmla="*/ 7 h 296"/>
                <a:gd name="T46" fmla="*/ 100 w 223"/>
                <a:gd name="T47" fmla="*/ 2 h 296"/>
                <a:gd name="T48" fmla="*/ 130 w 223"/>
                <a:gd name="T49" fmla="*/ 5 h 296"/>
                <a:gd name="T50" fmla="*/ 147 w 223"/>
                <a:gd name="T51" fmla="*/ 24 h 296"/>
                <a:gd name="T52" fmla="*/ 158 w 223"/>
                <a:gd name="T53" fmla="*/ 33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3" h="296">
                  <a:moveTo>
                    <a:pt x="158" y="33"/>
                  </a:moveTo>
                  <a:cubicBezTo>
                    <a:pt x="166" y="37"/>
                    <a:pt x="176" y="39"/>
                    <a:pt x="183" y="44"/>
                  </a:cubicBezTo>
                  <a:cubicBezTo>
                    <a:pt x="198" y="53"/>
                    <a:pt x="204" y="72"/>
                    <a:pt x="208" y="89"/>
                  </a:cubicBezTo>
                  <a:cubicBezTo>
                    <a:pt x="211" y="105"/>
                    <a:pt x="221" y="117"/>
                    <a:pt x="222" y="134"/>
                  </a:cubicBezTo>
                  <a:cubicBezTo>
                    <a:pt x="223" y="145"/>
                    <a:pt x="220" y="156"/>
                    <a:pt x="213" y="165"/>
                  </a:cubicBezTo>
                  <a:cubicBezTo>
                    <a:pt x="203" y="175"/>
                    <a:pt x="186" y="179"/>
                    <a:pt x="184" y="193"/>
                  </a:cubicBezTo>
                  <a:cubicBezTo>
                    <a:pt x="181" y="207"/>
                    <a:pt x="198" y="222"/>
                    <a:pt x="192" y="236"/>
                  </a:cubicBezTo>
                  <a:cubicBezTo>
                    <a:pt x="188" y="243"/>
                    <a:pt x="179" y="246"/>
                    <a:pt x="173" y="252"/>
                  </a:cubicBezTo>
                  <a:cubicBezTo>
                    <a:pt x="166" y="258"/>
                    <a:pt x="164" y="268"/>
                    <a:pt x="161" y="276"/>
                  </a:cubicBezTo>
                  <a:cubicBezTo>
                    <a:pt x="158" y="285"/>
                    <a:pt x="152" y="294"/>
                    <a:pt x="143" y="296"/>
                  </a:cubicBezTo>
                  <a:cubicBezTo>
                    <a:pt x="140" y="282"/>
                    <a:pt x="138" y="271"/>
                    <a:pt x="141" y="258"/>
                  </a:cubicBezTo>
                  <a:cubicBezTo>
                    <a:pt x="143" y="250"/>
                    <a:pt x="151" y="234"/>
                    <a:pt x="142" y="228"/>
                  </a:cubicBezTo>
                  <a:cubicBezTo>
                    <a:pt x="136" y="222"/>
                    <a:pt x="124" y="222"/>
                    <a:pt x="122" y="214"/>
                  </a:cubicBezTo>
                  <a:cubicBezTo>
                    <a:pt x="121" y="210"/>
                    <a:pt x="123" y="206"/>
                    <a:pt x="125" y="202"/>
                  </a:cubicBezTo>
                  <a:cubicBezTo>
                    <a:pt x="130" y="188"/>
                    <a:pt x="128" y="171"/>
                    <a:pt x="120" y="159"/>
                  </a:cubicBezTo>
                  <a:cubicBezTo>
                    <a:pt x="112" y="146"/>
                    <a:pt x="98" y="137"/>
                    <a:pt x="84" y="133"/>
                  </a:cubicBezTo>
                  <a:cubicBezTo>
                    <a:pt x="66" y="128"/>
                    <a:pt x="68" y="124"/>
                    <a:pt x="61" y="109"/>
                  </a:cubicBezTo>
                  <a:cubicBezTo>
                    <a:pt x="54" y="96"/>
                    <a:pt x="45" y="94"/>
                    <a:pt x="32" y="92"/>
                  </a:cubicBezTo>
                  <a:cubicBezTo>
                    <a:pt x="20" y="89"/>
                    <a:pt x="16" y="87"/>
                    <a:pt x="10" y="77"/>
                  </a:cubicBezTo>
                  <a:cubicBezTo>
                    <a:pt x="5" y="70"/>
                    <a:pt x="0" y="62"/>
                    <a:pt x="2" y="52"/>
                  </a:cubicBezTo>
                  <a:cubicBezTo>
                    <a:pt x="5" y="45"/>
                    <a:pt x="10" y="39"/>
                    <a:pt x="15" y="33"/>
                  </a:cubicBezTo>
                  <a:cubicBezTo>
                    <a:pt x="26" y="21"/>
                    <a:pt x="39" y="8"/>
                    <a:pt x="55" y="6"/>
                  </a:cubicBezTo>
                  <a:cubicBezTo>
                    <a:pt x="64" y="5"/>
                    <a:pt x="73" y="8"/>
                    <a:pt x="82" y="7"/>
                  </a:cubicBezTo>
                  <a:cubicBezTo>
                    <a:pt x="88" y="6"/>
                    <a:pt x="94" y="3"/>
                    <a:pt x="100" y="2"/>
                  </a:cubicBezTo>
                  <a:cubicBezTo>
                    <a:pt x="110" y="0"/>
                    <a:pt x="121" y="1"/>
                    <a:pt x="130" y="5"/>
                  </a:cubicBezTo>
                  <a:cubicBezTo>
                    <a:pt x="140" y="10"/>
                    <a:pt x="141" y="16"/>
                    <a:pt x="147" y="24"/>
                  </a:cubicBezTo>
                  <a:cubicBezTo>
                    <a:pt x="150" y="28"/>
                    <a:pt x="154" y="31"/>
                    <a:pt x="158" y="33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99" name="îṥ1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BA08110-055E-449F-B61C-3BD4C56C9831}"/>
                </a:ext>
              </a:extLst>
            </p:cNvPr>
            <p:cNvSpPr/>
            <p:nvPr/>
          </p:nvSpPr>
          <p:spPr bwMode="auto">
            <a:xfrm>
              <a:off x="8886826" y="2270125"/>
              <a:ext cx="320675" cy="277813"/>
            </a:xfrm>
            <a:custGeom>
              <a:avLst/>
              <a:gdLst>
                <a:gd name="T0" fmla="*/ 6 w 190"/>
                <a:gd name="T1" fmla="*/ 92 h 165"/>
                <a:gd name="T2" fmla="*/ 10 w 190"/>
                <a:gd name="T3" fmla="*/ 65 h 165"/>
                <a:gd name="T4" fmla="*/ 25 w 190"/>
                <a:gd name="T5" fmla="*/ 62 h 165"/>
                <a:gd name="T6" fmla="*/ 42 w 190"/>
                <a:gd name="T7" fmla="*/ 32 h 165"/>
                <a:gd name="T8" fmla="*/ 44 w 190"/>
                <a:gd name="T9" fmla="*/ 28 h 165"/>
                <a:gd name="T10" fmla="*/ 52 w 190"/>
                <a:gd name="T11" fmla="*/ 27 h 165"/>
                <a:gd name="T12" fmla="*/ 79 w 190"/>
                <a:gd name="T13" fmla="*/ 8 h 165"/>
                <a:gd name="T14" fmla="*/ 115 w 190"/>
                <a:gd name="T15" fmla="*/ 18 h 165"/>
                <a:gd name="T16" fmla="*/ 121 w 190"/>
                <a:gd name="T17" fmla="*/ 34 h 165"/>
                <a:gd name="T18" fmla="*/ 171 w 190"/>
                <a:gd name="T19" fmla="*/ 82 h 165"/>
                <a:gd name="T20" fmla="*/ 170 w 190"/>
                <a:gd name="T21" fmla="*/ 128 h 165"/>
                <a:gd name="T22" fmla="*/ 189 w 190"/>
                <a:gd name="T23" fmla="*/ 151 h 165"/>
                <a:gd name="T24" fmla="*/ 177 w 190"/>
                <a:gd name="T25" fmla="*/ 164 h 165"/>
                <a:gd name="T26" fmla="*/ 159 w 190"/>
                <a:gd name="T27" fmla="*/ 159 h 165"/>
                <a:gd name="T28" fmla="*/ 134 w 190"/>
                <a:gd name="T29" fmla="*/ 141 h 165"/>
                <a:gd name="T30" fmla="*/ 105 w 190"/>
                <a:gd name="T31" fmla="*/ 134 h 165"/>
                <a:gd name="T32" fmla="*/ 78 w 190"/>
                <a:gd name="T33" fmla="*/ 147 h 165"/>
                <a:gd name="T34" fmla="*/ 55 w 190"/>
                <a:gd name="T35" fmla="*/ 141 h 165"/>
                <a:gd name="T36" fmla="*/ 33 w 190"/>
                <a:gd name="T37" fmla="*/ 146 h 165"/>
                <a:gd name="T38" fmla="*/ 14 w 190"/>
                <a:gd name="T39" fmla="*/ 138 h 165"/>
                <a:gd name="T40" fmla="*/ 13 w 190"/>
                <a:gd name="T41" fmla="*/ 133 h 165"/>
                <a:gd name="T42" fmla="*/ 0 w 190"/>
                <a:gd name="T43" fmla="*/ 126 h 165"/>
                <a:gd name="T44" fmla="*/ 10 w 190"/>
                <a:gd name="T45" fmla="*/ 112 h 165"/>
                <a:gd name="T46" fmla="*/ 6 w 190"/>
                <a:gd name="T47" fmla="*/ 9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0" h="165">
                  <a:moveTo>
                    <a:pt x="6" y="92"/>
                  </a:moveTo>
                  <a:cubicBezTo>
                    <a:pt x="2" y="83"/>
                    <a:pt x="1" y="70"/>
                    <a:pt x="10" y="65"/>
                  </a:cubicBezTo>
                  <a:cubicBezTo>
                    <a:pt x="14" y="63"/>
                    <a:pt x="20" y="64"/>
                    <a:pt x="25" y="62"/>
                  </a:cubicBezTo>
                  <a:cubicBezTo>
                    <a:pt x="36" y="57"/>
                    <a:pt x="37" y="43"/>
                    <a:pt x="42" y="32"/>
                  </a:cubicBezTo>
                  <a:cubicBezTo>
                    <a:pt x="42" y="31"/>
                    <a:pt x="43" y="29"/>
                    <a:pt x="44" y="28"/>
                  </a:cubicBezTo>
                  <a:cubicBezTo>
                    <a:pt x="46" y="26"/>
                    <a:pt x="49" y="27"/>
                    <a:pt x="52" y="27"/>
                  </a:cubicBezTo>
                  <a:cubicBezTo>
                    <a:pt x="63" y="26"/>
                    <a:pt x="69" y="13"/>
                    <a:pt x="79" y="8"/>
                  </a:cubicBezTo>
                  <a:cubicBezTo>
                    <a:pt x="91" y="0"/>
                    <a:pt x="109" y="5"/>
                    <a:pt x="115" y="18"/>
                  </a:cubicBezTo>
                  <a:cubicBezTo>
                    <a:pt x="118" y="23"/>
                    <a:pt x="119" y="29"/>
                    <a:pt x="121" y="34"/>
                  </a:cubicBezTo>
                  <a:cubicBezTo>
                    <a:pt x="131" y="55"/>
                    <a:pt x="166" y="59"/>
                    <a:pt x="171" y="82"/>
                  </a:cubicBezTo>
                  <a:cubicBezTo>
                    <a:pt x="174" y="97"/>
                    <a:pt x="162" y="115"/>
                    <a:pt x="170" y="128"/>
                  </a:cubicBezTo>
                  <a:cubicBezTo>
                    <a:pt x="176" y="137"/>
                    <a:pt x="189" y="141"/>
                    <a:pt x="189" y="151"/>
                  </a:cubicBezTo>
                  <a:cubicBezTo>
                    <a:pt x="190" y="157"/>
                    <a:pt x="184" y="163"/>
                    <a:pt x="177" y="164"/>
                  </a:cubicBezTo>
                  <a:cubicBezTo>
                    <a:pt x="171" y="165"/>
                    <a:pt x="164" y="163"/>
                    <a:pt x="159" y="159"/>
                  </a:cubicBezTo>
                  <a:cubicBezTo>
                    <a:pt x="150" y="154"/>
                    <a:pt x="142" y="147"/>
                    <a:pt x="134" y="141"/>
                  </a:cubicBezTo>
                  <a:cubicBezTo>
                    <a:pt x="125" y="135"/>
                    <a:pt x="114" y="131"/>
                    <a:pt x="105" y="134"/>
                  </a:cubicBezTo>
                  <a:cubicBezTo>
                    <a:pt x="95" y="137"/>
                    <a:pt x="88" y="147"/>
                    <a:pt x="78" y="147"/>
                  </a:cubicBezTo>
                  <a:cubicBezTo>
                    <a:pt x="70" y="147"/>
                    <a:pt x="63" y="141"/>
                    <a:pt x="55" y="141"/>
                  </a:cubicBezTo>
                  <a:cubicBezTo>
                    <a:pt x="47" y="140"/>
                    <a:pt x="40" y="144"/>
                    <a:pt x="33" y="146"/>
                  </a:cubicBezTo>
                  <a:cubicBezTo>
                    <a:pt x="26" y="148"/>
                    <a:pt x="16" y="146"/>
                    <a:pt x="14" y="138"/>
                  </a:cubicBezTo>
                  <a:cubicBezTo>
                    <a:pt x="14" y="137"/>
                    <a:pt x="14" y="135"/>
                    <a:pt x="13" y="133"/>
                  </a:cubicBezTo>
                  <a:cubicBezTo>
                    <a:pt x="11" y="129"/>
                    <a:pt x="3" y="130"/>
                    <a:pt x="0" y="126"/>
                  </a:cubicBezTo>
                  <a:cubicBezTo>
                    <a:pt x="3" y="119"/>
                    <a:pt x="9" y="120"/>
                    <a:pt x="10" y="112"/>
                  </a:cubicBezTo>
                  <a:cubicBezTo>
                    <a:pt x="11" y="106"/>
                    <a:pt x="8" y="98"/>
                    <a:pt x="6" y="92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0" name="íṣļî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B75FCF0-C69E-4C8A-9ADA-D4862959248D}"/>
                </a:ext>
              </a:extLst>
            </p:cNvPr>
            <p:cNvSpPr/>
            <p:nvPr/>
          </p:nvSpPr>
          <p:spPr bwMode="auto">
            <a:xfrm>
              <a:off x="4159251" y="5014913"/>
              <a:ext cx="441325" cy="439738"/>
            </a:xfrm>
            <a:prstGeom prst="ellipse">
              <a:avLst/>
            </a:prstGeom>
            <a:solidFill>
              <a:srgbClr val="1A31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1" name="íṩľí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30C08CC-7041-42E9-8BEB-8DF443C40395}"/>
                </a:ext>
              </a:extLst>
            </p:cNvPr>
            <p:cNvSpPr/>
            <p:nvPr/>
          </p:nvSpPr>
          <p:spPr bwMode="auto">
            <a:xfrm>
              <a:off x="6464301" y="2708275"/>
              <a:ext cx="533400" cy="638175"/>
            </a:xfrm>
            <a:custGeom>
              <a:avLst/>
              <a:gdLst>
                <a:gd name="T0" fmla="*/ 2 w 315"/>
                <a:gd name="T1" fmla="*/ 0 h 378"/>
                <a:gd name="T2" fmla="*/ 0 w 315"/>
                <a:gd name="T3" fmla="*/ 40 h 378"/>
                <a:gd name="T4" fmla="*/ 278 w 315"/>
                <a:gd name="T5" fmla="*/ 367 h 378"/>
                <a:gd name="T6" fmla="*/ 295 w 315"/>
                <a:gd name="T7" fmla="*/ 378 h 378"/>
                <a:gd name="T8" fmla="*/ 301 w 315"/>
                <a:gd name="T9" fmla="*/ 377 h 378"/>
                <a:gd name="T10" fmla="*/ 311 w 315"/>
                <a:gd name="T11" fmla="*/ 353 h 378"/>
                <a:gd name="T12" fmla="*/ 2 w 315"/>
                <a:gd name="T1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5" h="378">
                  <a:moveTo>
                    <a:pt x="2" y="0"/>
                  </a:moveTo>
                  <a:cubicBezTo>
                    <a:pt x="1" y="13"/>
                    <a:pt x="1" y="27"/>
                    <a:pt x="0" y="40"/>
                  </a:cubicBezTo>
                  <a:cubicBezTo>
                    <a:pt x="122" y="116"/>
                    <a:pt x="220" y="228"/>
                    <a:pt x="278" y="367"/>
                  </a:cubicBezTo>
                  <a:cubicBezTo>
                    <a:pt x="281" y="374"/>
                    <a:pt x="287" y="378"/>
                    <a:pt x="295" y="378"/>
                  </a:cubicBezTo>
                  <a:cubicBezTo>
                    <a:pt x="297" y="378"/>
                    <a:pt x="299" y="378"/>
                    <a:pt x="301" y="377"/>
                  </a:cubicBezTo>
                  <a:cubicBezTo>
                    <a:pt x="311" y="373"/>
                    <a:pt x="315" y="362"/>
                    <a:pt x="311" y="353"/>
                  </a:cubicBezTo>
                  <a:cubicBezTo>
                    <a:pt x="248" y="201"/>
                    <a:pt x="138" y="79"/>
                    <a:pt x="2" y="0"/>
                  </a:cubicBezTo>
                </a:path>
              </a:pathLst>
            </a:custGeom>
            <a:solidFill>
              <a:srgbClr val="859F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2" name="ïSḷî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15BE5F1-7D99-43A3-B973-3E07611243E2}"/>
                </a:ext>
              </a:extLst>
            </p:cNvPr>
            <p:cNvSpPr/>
            <p:nvPr/>
          </p:nvSpPr>
          <p:spPr bwMode="auto">
            <a:xfrm>
              <a:off x="4597401" y="3005138"/>
              <a:ext cx="1265238" cy="2019300"/>
            </a:xfrm>
            <a:custGeom>
              <a:avLst/>
              <a:gdLst>
                <a:gd name="T0" fmla="*/ 171 w 749"/>
                <a:gd name="T1" fmla="*/ 0 h 1197"/>
                <a:gd name="T2" fmla="*/ 157 w 749"/>
                <a:gd name="T3" fmla="*/ 7 h 1197"/>
                <a:gd name="T4" fmla="*/ 1 w 749"/>
                <a:gd name="T5" fmla="*/ 457 h 1197"/>
                <a:gd name="T6" fmla="*/ 214 w 749"/>
                <a:gd name="T7" fmla="*/ 978 h 1197"/>
                <a:gd name="T8" fmla="*/ 734 w 749"/>
                <a:gd name="T9" fmla="*/ 1197 h 1197"/>
                <a:gd name="T10" fmla="*/ 734 w 749"/>
                <a:gd name="T11" fmla="*/ 1197 h 1197"/>
                <a:gd name="T12" fmla="*/ 749 w 749"/>
                <a:gd name="T13" fmla="*/ 1188 h 1197"/>
                <a:gd name="T14" fmla="*/ 731 w 749"/>
                <a:gd name="T15" fmla="*/ 1161 h 1197"/>
                <a:gd name="T16" fmla="*/ 240 w 749"/>
                <a:gd name="T17" fmla="*/ 953 h 1197"/>
                <a:gd name="T18" fmla="*/ 37 w 749"/>
                <a:gd name="T19" fmla="*/ 457 h 1197"/>
                <a:gd name="T20" fmla="*/ 185 w 749"/>
                <a:gd name="T21" fmla="*/ 29 h 1197"/>
                <a:gd name="T22" fmla="*/ 182 w 749"/>
                <a:gd name="T23" fmla="*/ 4 h 1197"/>
                <a:gd name="T24" fmla="*/ 171 w 749"/>
                <a:gd name="T25" fmla="*/ 0 h 1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9" h="1197">
                  <a:moveTo>
                    <a:pt x="171" y="0"/>
                  </a:moveTo>
                  <a:cubicBezTo>
                    <a:pt x="166" y="0"/>
                    <a:pt x="161" y="2"/>
                    <a:pt x="157" y="7"/>
                  </a:cubicBezTo>
                  <a:cubicBezTo>
                    <a:pt x="56" y="136"/>
                    <a:pt x="2" y="292"/>
                    <a:pt x="1" y="457"/>
                  </a:cubicBezTo>
                  <a:cubicBezTo>
                    <a:pt x="0" y="653"/>
                    <a:pt x="76" y="838"/>
                    <a:pt x="214" y="978"/>
                  </a:cubicBezTo>
                  <a:cubicBezTo>
                    <a:pt x="352" y="1118"/>
                    <a:pt x="537" y="1196"/>
                    <a:pt x="734" y="1197"/>
                  </a:cubicBezTo>
                  <a:cubicBezTo>
                    <a:pt x="734" y="1197"/>
                    <a:pt x="734" y="1197"/>
                    <a:pt x="734" y="1197"/>
                  </a:cubicBezTo>
                  <a:cubicBezTo>
                    <a:pt x="740" y="1197"/>
                    <a:pt x="746" y="1193"/>
                    <a:pt x="749" y="1188"/>
                  </a:cubicBezTo>
                  <a:cubicBezTo>
                    <a:pt x="743" y="1179"/>
                    <a:pt x="736" y="1170"/>
                    <a:pt x="731" y="1161"/>
                  </a:cubicBezTo>
                  <a:cubicBezTo>
                    <a:pt x="545" y="1159"/>
                    <a:pt x="370" y="1085"/>
                    <a:pt x="240" y="953"/>
                  </a:cubicBezTo>
                  <a:cubicBezTo>
                    <a:pt x="108" y="820"/>
                    <a:pt x="36" y="644"/>
                    <a:pt x="37" y="457"/>
                  </a:cubicBezTo>
                  <a:cubicBezTo>
                    <a:pt x="38" y="300"/>
                    <a:pt x="89" y="152"/>
                    <a:pt x="185" y="29"/>
                  </a:cubicBezTo>
                  <a:cubicBezTo>
                    <a:pt x="191" y="21"/>
                    <a:pt x="190" y="10"/>
                    <a:pt x="182" y="4"/>
                  </a:cubicBezTo>
                  <a:cubicBezTo>
                    <a:pt x="179" y="1"/>
                    <a:pt x="175" y="0"/>
                    <a:pt x="171" y="0"/>
                  </a:cubicBezTo>
                </a:path>
              </a:pathLst>
            </a:custGeom>
            <a:solidFill>
              <a:srgbClr val="859F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3" name="îṧḻî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6FBA776-F68B-4F23-A6BA-32C3B717E594}"/>
                </a:ext>
              </a:extLst>
            </p:cNvPr>
            <p:cNvSpPr/>
            <p:nvPr/>
          </p:nvSpPr>
          <p:spPr bwMode="auto">
            <a:xfrm>
              <a:off x="6662738" y="3757613"/>
              <a:ext cx="423863" cy="915988"/>
            </a:xfrm>
            <a:custGeom>
              <a:avLst/>
              <a:gdLst>
                <a:gd name="T0" fmla="*/ 233 w 251"/>
                <a:gd name="T1" fmla="*/ 0 h 543"/>
                <a:gd name="T2" fmla="*/ 233 w 251"/>
                <a:gd name="T3" fmla="*/ 0 h 543"/>
                <a:gd name="T4" fmla="*/ 215 w 251"/>
                <a:gd name="T5" fmla="*/ 18 h 543"/>
                <a:gd name="T6" fmla="*/ 7 w 251"/>
                <a:gd name="T7" fmla="*/ 512 h 543"/>
                <a:gd name="T8" fmla="*/ 7 w 251"/>
                <a:gd name="T9" fmla="*/ 537 h 543"/>
                <a:gd name="T10" fmla="*/ 20 w 251"/>
                <a:gd name="T11" fmla="*/ 543 h 543"/>
                <a:gd name="T12" fmla="*/ 32 w 251"/>
                <a:gd name="T13" fmla="*/ 538 h 543"/>
                <a:gd name="T14" fmla="*/ 250 w 251"/>
                <a:gd name="T15" fmla="*/ 18 h 543"/>
                <a:gd name="T16" fmla="*/ 233 w 251"/>
                <a:gd name="T17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1" h="543">
                  <a:moveTo>
                    <a:pt x="233" y="0"/>
                  </a:moveTo>
                  <a:cubicBezTo>
                    <a:pt x="233" y="0"/>
                    <a:pt x="233" y="0"/>
                    <a:pt x="233" y="0"/>
                  </a:cubicBezTo>
                  <a:cubicBezTo>
                    <a:pt x="223" y="0"/>
                    <a:pt x="215" y="8"/>
                    <a:pt x="215" y="18"/>
                  </a:cubicBezTo>
                  <a:cubicBezTo>
                    <a:pt x="214" y="205"/>
                    <a:pt x="140" y="380"/>
                    <a:pt x="7" y="512"/>
                  </a:cubicBezTo>
                  <a:cubicBezTo>
                    <a:pt x="0" y="519"/>
                    <a:pt x="0" y="530"/>
                    <a:pt x="7" y="537"/>
                  </a:cubicBezTo>
                  <a:cubicBezTo>
                    <a:pt x="10" y="541"/>
                    <a:pt x="15" y="543"/>
                    <a:pt x="20" y="543"/>
                  </a:cubicBezTo>
                  <a:cubicBezTo>
                    <a:pt x="24" y="543"/>
                    <a:pt x="29" y="541"/>
                    <a:pt x="32" y="538"/>
                  </a:cubicBezTo>
                  <a:cubicBezTo>
                    <a:pt x="172" y="399"/>
                    <a:pt x="249" y="215"/>
                    <a:pt x="250" y="18"/>
                  </a:cubicBezTo>
                  <a:cubicBezTo>
                    <a:pt x="251" y="8"/>
                    <a:pt x="243" y="0"/>
                    <a:pt x="233" y="0"/>
                  </a:cubicBezTo>
                </a:path>
              </a:pathLst>
            </a:custGeom>
            <a:solidFill>
              <a:srgbClr val="859F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4" name="íṣḻ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553484D-879C-48A9-8AF2-0AAB355B9C9F}"/>
                </a:ext>
              </a:extLst>
            </p:cNvPr>
            <p:cNvSpPr/>
            <p:nvPr/>
          </p:nvSpPr>
          <p:spPr bwMode="auto">
            <a:xfrm>
              <a:off x="5938838" y="4149725"/>
              <a:ext cx="1220788" cy="1000125"/>
            </a:xfrm>
            <a:custGeom>
              <a:avLst/>
              <a:gdLst>
                <a:gd name="T0" fmla="*/ 701 w 723"/>
                <a:gd name="T1" fmla="*/ 0 h 593"/>
                <a:gd name="T2" fmla="*/ 682 w 723"/>
                <a:gd name="T3" fmla="*/ 14 h 593"/>
                <a:gd name="T4" fmla="*/ 22 w 723"/>
                <a:gd name="T5" fmla="*/ 553 h 593"/>
                <a:gd name="T6" fmla="*/ 26 w 723"/>
                <a:gd name="T7" fmla="*/ 592 h 593"/>
                <a:gd name="T8" fmla="*/ 1 w 723"/>
                <a:gd name="T9" fmla="*/ 565 h 593"/>
                <a:gd name="T10" fmla="*/ 0 w 723"/>
                <a:gd name="T11" fmla="*/ 575 h 593"/>
                <a:gd name="T12" fmla="*/ 20 w 723"/>
                <a:gd name="T13" fmla="*/ 593 h 593"/>
                <a:gd name="T14" fmla="*/ 22 w 723"/>
                <a:gd name="T15" fmla="*/ 593 h 593"/>
                <a:gd name="T16" fmla="*/ 720 w 723"/>
                <a:gd name="T17" fmla="*/ 26 h 593"/>
                <a:gd name="T18" fmla="*/ 707 w 723"/>
                <a:gd name="T19" fmla="*/ 1 h 593"/>
                <a:gd name="T20" fmla="*/ 701 w 723"/>
                <a:gd name="T21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3" h="593">
                  <a:moveTo>
                    <a:pt x="701" y="0"/>
                  </a:moveTo>
                  <a:cubicBezTo>
                    <a:pt x="693" y="0"/>
                    <a:pt x="685" y="5"/>
                    <a:pt x="682" y="14"/>
                  </a:cubicBezTo>
                  <a:cubicBezTo>
                    <a:pt x="589" y="310"/>
                    <a:pt x="331" y="521"/>
                    <a:pt x="22" y="553"/>
                  </a:cubicBezTo>
                  <a:cubicBezTo>
                    <a:pt x="23" y="566"/>
                    <a:pt x="24" y="579"/>
                    <a:pt x="26" y="592"/>
                  </a:cubicBezTo>
                  <a:cubicBezTo>
                    <a:pt x="18" y="583"/>
                    <a:pt x="9" y="574"/>
                    <a:pt x="1" y="565"/>
                  </a:cubicBezTo>
                  <a:cubicBezTo>
                    <a:pt x="0" y="568"/>
                    <a:pt x="0" y="571"/>
                    <a:pt x="0" y="575"/>
                  </a:cubicBezTo>
                  <a:cubicBezTo>
                    <a:pt x="1" y="585"/>
                    <a:pt x="9" y="593"/>
                    <a:pt x="20" y="593"/>
                  </a:cubicBezTo>
                  <a:cubicBezTo>
                    <a:pt x="20" y="593"/>
                    <a:pt x="21" y="593"/>
                    <a:pt x="22" y="593"/>
                  </a:cubicBezTo>
                  <a:cubicBezTo>
                    <a:pt x="348" y="561"/>
                    <a:pt x="622" y="338"/>
                    <a:pt x="720" y="26"/>
                  </a:cubicBezTo>
                  <a:cubicBezTo>
                    <a:pt x="723" y="15"/>
                    <a:pt x="717" y="4"/>
                    <a:pt x="707" y="1"/>
                  </a:cubicBezTo>
                  <a:cubicBezTo>
                    <a:pt x="705" y="0"/>
                    <a:pt x="703" y="0"/>
                    <a:pt x="701" y="0"/>
                  </a:cubicBezTo>
                </a:path>
              </a:pathLst>
            </a:custGeom>
            <a:solidFill>
              <a:srgbClr val="CED0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5" name="îSļí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07B9785-F576-4AE4-93D4-B95F25EDDCBA}"/>
                </a:ext>
              </a:extLst>
            </p:cNvPr>
            <p:cNvSpPr/>
            <p:nvPr/>
          </p:nvSpPr>
          <p:spPr bwMode="auto">
            <a:xfrm>
              <a:off x="4524376" y="2520950"/>
              <a:ext cx="2455863" cy="895350"/>
            </a:xfrm>
            <a:custGeom>
              <a:avLst/>
              <a:gdLst>
                <a:gd name="T0" fmla="*/ 1152 w 1454"/>
                <a:gd name="T1" fmla="*/ 23 h 530"/>
                <a:gd name="T2" fmla="*/ 1152 w 1454"/>
                <a:gd name="T3" fmla="*/ 68 h 530"/>
                <a:gd name="T4" fmla="*/ 1415 w 1454"/>
                <a:gd name="T5" fmla="*/ 304 h 530"/>
                <a:gd name="T6" fmla="*/ 1432 w 1454"/>
                <a:gd name="T7" fmla="*/ 313 h 530"/>
                <a:gd name="T8" fmla="*/ 1443 w 1454"/>
                <a:gd name="T9" fmla="*/ 309 h 530"/>
                <a:gd name="T10" fmla="*/ 1448 w 1454"/>
                <a:gd name="T11" fmla="*/ 282 h 530"/>
                <a:gd name="T12" fmla="*/ 1152 w 1454"/>
                <a:gd name="T13" fmla="*/ 23 h 530"/>
                <a:gd name="T14" fmla="*/ 459 w 1454"/>
                <a:gd name="T15" fmla="*/ 0 h 530"/>
                <a:gd name="T16" fmla="*/ 403 w 1454"/>
                <a:gd name="T17" fmla="*/ 26 h 530"/>
                <a:gd name="T18" fmla="*/ 4 w 1454"/>
                <a:gd name="T19" fmla="*/ 504 h 530"/>
                <a:gd name="T20" fmla="*/ 17 w 1454"/>
                <a:gd name="T21" fmla="*/ 529 h 530"/>
                <a:gd name="T22" fmla="*/ 22 w 1454"/>
                <a:gd name="T23" fmla="*/ 530 h 530"/>
                <a:gd name="T24" fmla="*/ 41 w 1454"/>
                <a:gd name="T25" fmla="*/ 516 h 530"/>
                <a:gd name="T26" fmla="*/ 421 w 1454"/>
                <a:gd name="T27" fmla="*/ 61 h 530"/>
                <a:gd name="T28" fmla="*/ 458 w 1454"/>
                <a:gd name="T29" fmla="*/ 43 h 530"/>
                <a:gd name="T30" fmla="*/ 459 w 1454"/>
                <a:gd name="T31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54" h="530">
                  <a:moveTo>
                    <a:pt x="1152" y="23"/>
                  </a:moveTo>
                  <a:cubicBezTo>
                    <a:pt x="1153" y="38"/>
                    <a:pt x="1153" y="53"/>
                    <a:pt x="1152" y="68"/>
                  </a:cubicBezTo>
                  <a:cubicBezTo>
                    <a:pt x="1257" y="125"/>
                    <a:pt x="1346" y="205"/>
                    <a:pt x="1415" y="304"/>
                  </a:cubicBezTo>
                  <a:cubicBezTo>
                    <a:pt x="1419" y="310"/>
                    <a:pt x="1425" y="313"/>
                    <a:pt x="1432" y="313"/>
                  </a:cubicBezTo>
                  <a:cubicBezTo>
                    <a:pt x="1435" y="313"/>
                    <a:pt x="1439" y="312"/>
                    <a:pt x="1443" y="309"/>
                  </a:cubicBezTo>
                  <a:cubicBezTo>
                    <a:pt x="1452" y="303"/>
                    <a:pt x="1454" y="291"/>
                    <a:pt x="1448" y="282"/>
                  </a:cubicBezTo>
                  <a:cubicBezTo>
                    <a:pt x="1371" y="171"/>
                    <a:pt x="1270" y="83"/>
                    <a:pt x="1152" y="23"/>
                  </a:cubicBezTo>
                  <a:moveTo>
                    <a:pt x="459" y="0"/>
                  </a:moveTo>
                  <a:cubicBezTo>
                    <a:pt x="440" y="8"/>
                    <a:pt x="421" y="17"/>
                    <a:pt x="403" y="26"/>
                  </a:cubicBezTo>
                  <a:cubicBezTo>
                    <a:pt x="210" y="127"/>
                    <a:pt x="68" y="297"/>
                    <a:pt x="4" y="504"/>
                  </a:cubicBezTo>
                  <a:cubicBezTo>
                    <a:pt x="0" y="515"/>
                    <a:pt x="6" y="526"/>
                    <a:pt x="17" y="529"/>
                  </a:cubicBezTo>
                  <a:cubicBezTo>
                    <a:pt x="19" y="530"/>
                    <a:pt x="21" y="530"/>
                    <a:pt x="22" y="530"/>
                  </a:cubicBezTo>
                  <a:cubicBezTo>
                    <a:pt x="31" y="530"/>
                    <a:pt x="39" y="524"/>
                    <a:pt x="41" y="516"/>
                  </a:cubicBezTo>
                  <a:cubicBezTo>
                    <a:pt x="103" y="319"/>
                    <a:pt x="238" y="157"/>
                    <a:pt x="421" y="61"/>
                  </a:cubicBezTo>
                  <a:cubicBezTo>
                    <a:pt x="433" y="55"/>
                    <a:pt x="445" y="49"/>
                    <a:pt x="458" y="43"/>
                  </a:cubicBezTo>
                  <a:cubicBezTo>
                    <a:pt x="458" y="29"/>
                    <a:pt x="458" y="14"/>
                    <a:pt x="459" y="0"/>
                  </a:cubicBezTo>
                </a:path>
              </a:pathLst>
            </a:custGeom>
            <a:solidFill>
              <a:srgbClr val="CED0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6" name="ï$ļi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509E350-B949-489D-BB52-3E275DC3414F}"/>
                </a:ext>
              </a:extLst>
            </p:cNvPr>
            <p:cNvSpPr/>
            <p:nvPr/>
          </p:nvSpPr>
          <p:spPr bwMode="auto">
            <a:xfrm>
              <a:off x="4616451" y="4370388"/>
              <a:ext cx="862013" cy="723900"/>
            </a:xfrm>
            <a:custGeom>
              <a:avLst/>
              <a:gdLst>
                <a:gd name="T0" fmla="*/ 23 w 511"/>
                <a:gd name="T1" fmla="*/ 0 h 429"/>
                <a:gd name="T2" fmla="*/ 13 w 511"/>
                <a:gd name="T3" fmla="*/ 2 h 429"/>
                <a:gd name="T4" fmla="*/ 5 w 511"/>
                <a:gd name="T5" fmla="*/ 29 h 429"/>
                <a:gd name="T6" fmla="*/ 483 w 511"/>
                <a:gd name="T7" fmla="*/ 428 h 429"/>
                <a:gd name="T8" fmla="*/ 489 w 511"/>
                <a:gd name="T9" fmla="*/ 429 h 429"/>
                <a:gd name="T10" fmla="*/ 508 w 511"/>
                <a:gd name="T11" fmla="*/ 415 h 429"/>
                <a:gd name="T12" fmla="*/ 495 w 511"/>
                <a:gd name="T13" fmla="*/ 390 h 429"/>
                <a:gd name="T14" fmla="*/ 40 w 511"/>
                <a:gd name="T15" fmla="*/ 10 h 429"/>
                <a:gd name="T16" fmla="*/ 23 w 511"/>
                <a:gd name="T1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1" h="429">
                  <a:moveTo>
                    <a:pt x="23" y="0"/>
                  </a:moveTo>
                  <a:cubicBezTo>
                    <a:pt x="20" y="0"/>
                    <a:pt x="16" y="0"/>
                    <a:pt x="13" y="2"/>
                  </a:cubicBezTo>
                  <a:cubicBezTo>
                    <a:pt x="4" y="7"/>
                    <a:pt x="0" y="19"/>
                    <a:pt x="5" y="29"/>
                  </a:cubicBezTo>
                  <a:cubicBezTo>
                    <a:pt x="106" y="221"/>
                    <a:pt x="276" y="363"/>
                    <a:pt x="483" y="428"/>
                  </a:cubicBezTo>
                  <a:cubicBezTo>
                    <a:pt x="485" y="429"/>
                    <a:pt x="487" y="429"/>
                    <a:pt x="489" y="429"/>
                  </a:cubicBezTo>
                  <a:cubicBezTo>
                    <a:pt x="497" y="429"/>
                    <a:pt x="505" y="423"/>
                    <a:pt x="508" y="415"/>
                  </a:cubicBezTo>
                  <a:cubicBezTo>
                    <a:pt x="511" y="405"/>
                    <a:pt x="505" y="393"/>
                    <a:pt x="495" y="390"/>
                  </a:cubicBezTo>
                  <a:cubicBezTo>
                    <a:pt x="298" y="328"/>
                    <a:pt x="136" y="193"/>
                    <a:pt x="40" y="10"/>
                  </a:cubicBezTo>
                  <a:cubicBezTo>
                    <a:pt x="37" y="3"/>
                    <a:pt x="30" y="0"/>
                    <a:pt x="23" y="0"/>
                  </a:cubicBezTo>
                </a:path>
              </a:pathLst>
            </a:custGeom>
            <a:solidFill>
              <a:srgbClr val="CED0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7" name="iś1î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7453D64-99D7-49BE-8FC5-FFC42BDCB6A2}"/>
                </a:ext>
              </a:extLst>
            </p:cNvPr>
            <p:cNvSpPr/>
            <p:nvPr/>
          </p:nvSpPr>
          <p:spPr bwMode="auto">
            <a:xfrm>
              <a:off x="3798888" y="2471738"/>
              <a:ext cx="168275" cy="225425"/>
            </a:xfrm>
            <a:custGeom>
              <a:avLst/>
              <a:gdLst>
                <a:gd name="T0" fmla="*/ 0 w 100"/>
                <a:gd name="T1" fmla="*/ 112 h 134"/>
                <a:gd name="T2" fmla="*/ 20 w 100"/>
                <a:gd name="T3" fmla="*/ 85 h 134"/>
                <a:gd name="T4" fmla="*/ 17 w 100"/>
                <a:gd name="T5" fmla="*/ 55 h 134"/>
                <a:gd name="T6" fmla="*/ 22 w 100"/>
                <a:gd name="T7" fmla="*/ 51 h 134"/>
                <a:gd name="T8" fmla="*/ 27 w 100"/>
                <a:gd name="T9" fmla="*/ 58 h 134"/>
                <a:gd name="T10" fmla="*/ 48 w 100"/>
                <a:gd name="T11" fmla="*/ 19 h 134"/>
                <a:gd name="T12" fmla="*/ 77 w 100"/>
                <a:gd name="T13" fmla="*/ 11 h 134"/>
                <a:gd name="T14" fmla="*/ 100 w 100"/>
                <a:gd name="T15" fmla="*/ 22 h 134"/>
                <a:gd name="T16" fmla="*/ 80 w 100"/>
                <a:gd name="T17" fmla="*/ 73 h 134"/>
                <a:gd name="T18" fmla="*/ 56 w 100"/>
                <a:gd name="T19" fmla="*/ 95 h 134"/>
                <a:gd name="T20" fmla="*/ 30 w 100"/>
                <a:gd name="T21" fmla="*/ 134 h 134"/>
                <a:gd name="T22" fmla="*/ 0 w 100"/>
                <a:gd name="T23" fmla="*/ 11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0" h="134">
                  <a:moveTo>
                    <a:pt x="0" y="112"/>
                  </a:moveTo>
                  <a:cubicBezTo>
                    <a:pt x="20" y="85"/>
                    <a:pt x="20" y="85"/>
                    <a:pt x="20" y="8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8" y="44"/>
                    <a:pt x="41" y="30"/>
                    <a:pt x="48" y="19"/>
                  </a:cubicBezTo>
                  <a:cubicBezTo>
                    <a:pt x="60" y="0"/>
                    <a:pt x="63" y="5"/>
                    <a:pt x="77" y="11"/>
                  </a:cubicBezTo>
                  <a:cubicBezTo>
                    <a:pt x="85" y="14"/>
                    <a:pt x="92" y="18"/>
                    <a:pt x="100" y="22"/>
                  </a:cubicBezTo>
                  <a:cubicBezTo>
                    <a:pt x="92" y="39"/>
                    <a:pt x="85" y="55"/>
                    <a:pt x="80" y="73"/>
                  </a:cubicBezTo>
                  <a:cubicBezTo>
                    <a:pt x="56" y="95"/>
                    <a:pt x="56" y="95"/>
                    <a:pt x="56" y="95"/>
                  </a:cubicBezTo>
                  <a:cubicBezTo>
                    <a:pt x="30" y="134"/>
                    <a:pt x="30" y="134"/>
                    <a:pt x="30" y="134"/>
                  </a:cubicBezTo>
                  <a:lnTo>
                    <a:pt x="0" y="112"/>
                  </a:lnTo>
                  <a:close/>
                </a:path>
              </a:pathLst>
            </a:custGeom>
            <a:solidFill>
              <a:srgbClr val="EAC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8" name="íšḷi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EC56C96-6480-46C9-9F60-5331EA549A04}"/>
                </a:ext>
              </a:extLst>
            </p:cNvPr>
            <p:cNvSpPr/>
            <p:nvPr/>
          </p:nvSpPr>
          <p:spPr bwMode="auto">
            <a:xfrm>
              <a:off x="3281363" y="2617788"/>
              <a:ext cx="633413" cy="544513"/>
            </a:xfrm>
            <a:custGeom>
              <a:avLst/>
              <a:gdLst>
                <a:gd name="T0" fmla="*/ 337 w 399"/>
                <a:gd name="T1" fmla="*/ 0 h 343"/>
                <a:gd name="T2" fmla="*/ 220 w 399"/>
                <a:gd name="T3" fmla="*/ 167 h 343"/>
                <a:gd name="T4" fmla="*/ 77 w 399"/>
                <a:gd name="T5" fmla="*/ 133 h 343"/>
                <a:gd name="T6" fmla="*/ 0 w 399"/>
                <a:gd name="T7" fmla="*/ 231 h 343"/>
                <a:gd name="T8" fmla="*/ 236 w 399"/>
                <a:gd name="T9" fmla="*/ 343 h 343"/>
                <a:gd name="T10" fmla="*/ 399 w 399"/>
                <a:gd name="T11" fmla="*/ 27 h 343"/>
                <a:gd name="T12" fmla="*/ 337 w 399"/>
                <a:gd name="T13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343">
                  <a:moveTo>
                    <a:pt x="337" y="0"/>
                  </a:moveTo>
                  <a:lnTo>
                    <a:pt x="220" y="167"/>
                  </a:lnTo>
                  <a:lnTo>
                    <a:pt x="77" y="133"/>
                  </a:lnTo>
                  <a:lnTo>
                    <a:pt x="0" y="231"/>
                  </a:lnTo>
                  <a:lnTo>
                    <a:pt x="236" y="343"/>
                  </a:lnTo>
                  <a:lnTo>
                    <a:pt x="399" y="27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D7E8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09" name="iṧľï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3FE1178-D382-49F2-B7B1-981A53B3CC3B}"/>
                </a:ext>
              </a:extLst>
            </p:cNvPr>
            <p:cNvSpPr/>
            <p:nvPr/>
          </p:nvSpPr>
          <p:spPr bwMode="auto">
            <a:xfrm>
              <a:off x="3116263" y="2363788"/>
              <a:ext cx="333375" cy="387350"/>
            </a:xfrm>
            <a:custGeom>
              <a:avLst/>
              <a:gdLst>
                <a:gd name="T0" fmla="*/ 124 w 197"/>
                <a:gd name="T1" fmla="*/ 218 h 230"/>
                <a:gd name="T2" fmla="*/ 72 w 197"/>
                <a:gd name="T3" fmla="*/ 230 h 230"/>
                <a:gd name="T4" fmla="*/ 60 w 197"/>
                <a:gd name="T5" fmla="*/ 183 h 230"/>
                <a:gd name="T6" fmla="*/ 18 w 197"/>
                <a:gd name="T7" fmla="*/ 164 h 230"/>
                <a:gd name="T8" fmla="*/ 14 w 197"/>
                <a:gd name="T9" fmla="*/ 148 h 230"/>
                <a:gd name="T10" fmla="*/ 3 w 197"/>
                <a:gd name="T11" fmla="*/ 79 h 230"/>
                <a:gd name="T12" fmla="*/ 2 w 197"/>
                <a:gd name="T13" fmla="*/ 55 h 230"/>
                <a:gd name="T14" fmla="*/ 26 w 197"/>
                <a:gd name="T15" fmla="*/ 25 h 230"/>
                <a:gd name="T16" fmla="*/ 159 w 197"/>
                <a:gd name="T17" fmla="*/ 21 h 230"/>
                <a:gd name="T18" fmla="*/ 170 w 197"/>
                <a:gd name="T19" fmla="*/ 23 h 230"/>
                <a:gd name="T20" fmla="*/ 179 w 197"/>
                <a:gd name="T21" fmla="*/ 41 h 230"/>
                <a:gd name="T22" fmla="*/ 166 w 197"/>
                <a:gd name="T23" fmla="*/ 156 h 230"/>
                <a:gd name="T24" fmla="*/ 144 w 197"/>
                <a:gd name="T25" fmla="*/ 170 h 230"/>
                <a:gd name="T26" fmla="*/ 130 w 197"/>
                <a:gd name="T27" fmla="*/ 215 h 230"/>
                <a:gd name="T28" fmla="*/ 124 w 197"/>
                <a:gd name="T29" fmla="*/ 218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7" h="230">
                  <a:moveTo>
                    <a:pt x="124" y="218"/>
                  </a:moveTo>
                  <a:cubicBezTo>
                    <a:pt x="109" y="223"/>
                    <a:pt x="71" y="228"/>
                    <a:pt x="72" y="230"/>
                  </a:cubicBezTo>
                  <a:cubicBezTo>
                    <a:pt x="67" y="215"/>
                    <a:pt x="63" y="199"/>
                    <a:pt x="60" y="183"/>
                  </a:cubicBezTo>
                  <a:cubicBezTo>
                    <a:pt x="44" y="182"/>
                    <a:pt x="26" y="180"/>
                    <a:pt x="18" y="164"/>
                  </a:cubicBezTo>
                  <a:cubicBezTo>
                    <a:pt x="15" y="159"/>
                    <a:pt x="15" y="153"/>
                    <a:pt x="14" y="148"/>
                  </a:cubicBezTo>
                  <a:cubicBezTo>
                    <a:pt x="10" y="125"/>
                    <a:pt x="6" y="102"/>
                    <a:pt x="3" y="79"/>
                  </a:cubicBezTo>
                  <a:cubicBezTo>
                    <a:pt x="1" y="71"/>
                    <a:pt x="0" y="62"/>
                    <a:pt x="2" y="55"/>
                  </a:cubicBezTo>
                  <a:cubicBezTo>
                    <a:pt x="4" y="41"/>
                    <a:pt x="15" y="31"/>
                    <a:pt x="26" y="25"/>
                  </a:cubicBezTo>
                  <a:cubicBezTo>
                    <a:pt x="65" y="0"/>
                    <a:pt x="116" y="18"/>
                    <a:pt x="159" y="21"/>
                  </a:cubicBezTo>
                  <a:cubicBezTo>
                    <a:pt x="163" y="21"/>
                    <a:pt x="167" y="21"/>
                    <a:pt x="170" y="23"/>
                  </a:cubicBezTo>
                  <a:cubicBezTo>
                    <a:pt x="176" y="27"/>
                    <a:pt x="178" y="34"/>
                    <a:pt x="179" y="41"/>
                  </a:cubicBezTo>
                  <a:cubicBezTo>
                    <a:pt x="187" y="78"/>
                    <a:pt x="197" y="132"/>
                    <a:pt x="166" y="156"/>
                  </a:cubicBezTo>
                  <a:cubicBezTo>
                    <a:pt x="159" y="161"/>
                    <a:pt x="151" y="165"/>
                    <a:pt x="144" y="170"/>
                  </a:cubicBezTo>
                  <a:cubicBezTo>
                    <a:pt x="128" y="183"/>
                    <a:pt x="140" y="201"/>
                    <a:pt x="130" y="215"/>
                  </a:cubicBezTo>
                  <a:cubicBezTo>
                    <a:pt x="129" y="216"/>
                    <a:pt x="127" y="217"/>
                    <a:pt x="124" y="218"/>
                  </a:cubicBezTo>
                  <a:close/>
                </a:path>
              </a:pathLst>
            </a:custGeom>
            <a:solidFill>
              <a:srgbClr val="EAC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0" name="îśľí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9A9907D-9498-4B01-87CB-C95ADCF444AB}"/>
                </a:ext>
              </a:extLst>
            </p:cNvPr>
            <p:cNvSpPr/>
            <p:nvPr/>
          </p:nvSpPr>
          <p:spPr bwMode="auto">
            <a:xfrm>
              <a:off x="2962276" y="2078038"/>
              <a:ext cx="563563" cy="577850"/>
            </a:xfrm>
            <a:custGeom>
              <a:avLst/>
              <a:gdLst>
                <a:gd name="T0" fmla="*/ 315 w 334"/>
                <a:gd name="T1" fmla="*/ 104 h 343"/>
                <a:gd name="T2" fmla="*/ 319 w 334"/>
                <a:gd name="T3" fmla="*/ 85 h 343"/>
                <a:gd name="T4" fmla="*/ 332 w 334"/>
                <a:gd name="T5" fmla="*/ 45 h 343"/>
                <a:gd name="T6" fmla="*/ 321 w 334"/>
                <a:gd name="T7" fmla="*/ 6 h 343"/>
                <a:gd name="T8" fmla="*/ 297 w 334"/>
                <a:gd name="T9" fmla="*/ 0 h 343"/>
                <a:gd name="T10" fmla="*/ 221 w 334"/>
                <a:gd name="T11" fmla="*/ 27 h 343"/>
                <a:gd name="T12" fmla="*/ 156 w 334"/>
                <a:gd name="T13" fmla="*/ 60 h 343"/>
                <a:gd name="T14" fmla="*/ 96 w 334"/>
                <a:gd name="T15" fmla="*/ 87 h 343"/>
                <a:gd name="T16" fmla="*/ 23 w 334"/>
                <a:gd name="T17" fmla="*/ 145 h 343"/>
                <a:gd name="T18" fmla="*/ 9 w 334"/>
                <a:gd name="T19" fmla="*/ 180 h 343"/>
                <a:gd name="T20" fmla="*/ 47 w 334"/>
                <a:gd name="T21" fmla="*/ 303 h 343"/>
                <a:gd name="T22" fmla="*/ 70 w 334"/>
                <a:gd name="T23" fmla="*/ 320 h 343"/>
                <a:gd name="T24" fmla="*/ 125 w 334"/>
                <a:gd name="T25" fmla="*/ 343 h 343"/>
                <a:gd name="T26" fmla="*/ 97 w 334"/>
                <a:gd name="T27" fmla="*/ 260 h 343"/>
                <a:gd name="T28" fmla="*/ 173 w 334"/>
                <a:gd name="T29" fmla="*/ 221 h 343"/>
                <a:gd name="T30" fmla="*/ 252 w 334"/>
                <a:gd name="T31" fmla="*/ 224 h 343"/>
                <a:gd name="T32" fmla="*/ 300 w 334"/>
                <a:gd name="T33" fmla="*/ 187 h 343"/>
                <a:gd name="T34" fmla="*/ 315 w 334"/>
                <a:gd name="T35" fmla="*/ 104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4" h="343">
                  <a:moveTo>
                    <a:pt x="315" y="104"/>
                  </a:moveTo>
                  <a:cubicBezTo>
                    <a:pt x="316" y="98"/>
                    <a:pt x="318" y="91"/>
                    <a:pt x="319" y="85"/>
                  </a:cubicBezTo>
                  <a:cubicBezTo>
                    <a:pt x="324" y="72"/>
                    <a:pt x="330" y="59"/>
                    <a:pt x="332" y="45"/>
                  </a:cubicBezTo>
                  <a:cubicBezTo>
                    <a:pt x="334" y="31"/>
                    <a:pt x="331" y="14"/>
                    <a:pt x="321" y="6"/>
                  </a:cubicBezTo>
                  <a:cubicBezTo>
                    <a:pt x="314" y="0"/>
                    <a:pt x="305" y="0"/>
                    <a:pt x="297" y="0"/>
                  </a:cubicBezTo>
                  <a:cubicBezTo>
                    <a:pt x="270" y="1"/>
                    <a:pt x="244" y="10"/>
                    <a:pt x="221" y="27"/>
                  </a:cubicBezTo>
                  <a:cubicBezTo>
                    <a:pt x="200" y="42"/>
                    <a:pt x="183" y="62"/>
                    <a:pt x="156" y="60"/>
                  </a:cubicBezTo>
                  <a:cubicBezTo>
                    <a:pt x="131" y="59"/>
                    <a:pt x="116" y="69"/>
                    <a:pt x="96" y="87"/>
                  </a:cubicBezTo>
                  <a:cubicBezTo>
                    <a:pt x="74" y="107"/>
                    <a:pt x="41" y="122"/>
                    <a:pt x="23" y="145"/>
                  </a:cubicBezTo>
                  <a:cubicBezTo>
                    <a:pt x="16" y="155"/>
                    <a:pt x="11" y="167"/>
                    <a:pt x="9" y="180"/>
                  </a:cubicBezTo>
                  <a:cubicBezTo>
                    <a:pt x="0" y="224"/>
                    <a:pt x="16" y="274"/>
                    <a:pt x="47" y="303"/>
                  </a:cubicBezTo>
                  <a:cubicBezTo>
                    <a:pt x="54" y="310"/>
                    <a:pt x="62" y="315"/>
                    <a:pt x="70" y="320"/>
                  </a:cubicBezTo>
                  <a:cubicBezTo>
                    <a:pt x="87" y="330"/>
                    <a:pt x="107" y="343"/>
                    <a:pt x="125" y="343"/>
                  </a:cubicBezTo>
                  <a:cubicBezTo>
                    <a:pt x="120" y="326"/>
                    <a:pt x="90" y="278"/>
                    <a:pt x="97" y="260"/>
                  </a:cubicBezTo>
                  <a:cubicBezTo>
                    <a:pt x="107" y="231"/>
                    <a:pt x="150" y="224"/>
                    <a:pt x="173" y="221"/>
                  </a:cubicBezTo>
                  <a:cubicBezTo>
                    <a:pt x="199" y="218"/>
                    <a:pt x="227" y="229"/>
                    <a:pt x="252" y="224"/>
                  </a:cubicBezTo>
                  <a:cubicBezTo>
                    <a:pt x="270" y="221"/>
                    <a:pt x="289" y="203"/>
                    <a:pt x="300" y="187"/>
                  </a:cubicBezTo>
                  <a:cubicBezTo>
                    <a:pt x="314" y="168"/>
                    <a:pt x="311" y="128"/>
                    <a:pt x="315" y="104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1" name="iŝlîď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FD8C0FC-AFFA-4963-A74F-82BA2AD37074}"/>
                </a:ext>
              </a:extLst>
            </p:cNvPr>
            <p:cNvSpPr/>
            <p:nvPr/>
          </p:nvSpPr>
          <p:spPr bwMode="auto">
            <a:xfrm>
              <a:off x="2974976" y="5341938"/>
              <a:ext cx="168275" cy="169863"/>
            </a:xfrm>
            <a:custGeom>
              <a:avLst/>
              <a:gdLst>
                <a:gd name="T0" fmla="*/ 4 w 106"/>
                <a:gd name="T1" fmla="*/ 33 h 107"/>
                <a:gd name="T2" fmla="*/ 0 w 106"/>
                <a:gd name="T3" fmla="*/ 66 h 107"/>
                <a:gd name="T4" fmla="*/ 67 w 106"/>
                <a:gd name="T5" fmla="*/ 107 h 107"/>
                <a:gd name="T6" fmla="*/ 106 w 106"/>
                <a:gd name="T7" fmla="*/ 78 h 107"/>
                <a:gd name="T8" fmla="*/ 75 w 106"/>
                <a:gd name="T9" fmla="*/ 41 h 107"/>
                <a:gd name="T10" fmla="*/ 8 w 106"/>
                <a:gd name="T11" fmla="*/ 0 h 107"/>
                <a:gd name="T12" fmla="*/ 4 w 106"/>
                <a:gd name="T13" fmla="*/ 3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107">
                  <a:moveTo>
                    <a:pt x="4" y="33"/>
                  </a:moveTo>
                  <a:lnTo>
                    <a:pt x="0" y="66"/>
                  </a:lnTo>
                  <a:lnTo>
                    <a:pt x="67" y="107"/>
                  </a:lnTo>
                  <a:lnTo>
                    <a:pt x="106" y="78"/>
                  </a:lnTo>
                  <a:lnTo>
                    <a:pt x="75" y="41"/>
                  </a:lnTo>
                  <a:lnTo>
                    <a:pt x="8" y="0"/>
                  </a:lnTo>
                  <a:lnTo>
                    <a:pt x="4" y="33"/>
                  </a:lnTo>
                  <a:close/>
                </a:path>
              </a:pathLst>
            </a:custGeom>
            <a:solidFill>
              <a:srgbClr val="292B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2" name="íṩlî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49B6D13-CF86-4310-A560-13D321B64885}"/>
                </a:ext>
              </a:extLst>
            </p:cNvPr>
            <p:cNvSpPr/>
            <p:nvPr/>
          </p:nvSpPr>
          <p:spPr bwMode="auto">
            <a:xfrm>
              <a:off x="2978151" y="3779838"/>
              <a:ext cx="506413" cy="1628775"/>
            </a:xfrm>
            <a:custGeom>
              <a:avLst/>
              <a:gdLst>
                <a:gd name="T0" fmla="*/ 20 w 319"/>
                <a:gd name="T1" fmla="*/ 12 h 1026"/>
                <a:gd name="T2" fmla="*/ 7 w 319"/>
                <a:gd name="T3" fmla="*/ 112 h 1026"/>
                <a:gd name="T4" fmla="*/ 94 w 319"/>
                <a:gd name="T5" fmla="*/ 560 h 1026"/>
                <a:gd name="T6" fmla="*/ 0 w 319"/>
                <a:gd name="T7" fmla="*/ 1006 h 1026"/>
                <a:gd name="T8" fmla="*/ 69 w 319"/>
                <a:gd name="T9" fmla="*/ 1026 h 1026"/>
                <a:gd name="T10" fmla="*/ 303 w 319"/>
                <a:gd name="T11" fmla="*/ 499 h 1026"/>
                <a:gd name="T12" fmla="*/ 319 w 319"/>
                <a:gd name="T13" fmla="*/ 337 h 1026"/>
                <a:gd name="T14" fmla="*/ 295 w 319"/>
                <a:gd name="T15" fmla="*/ 0 h 1026"/>
                <a:gd name="T16" fmla="*/ 20 w 319"/>
                <a:gd name="T17" fmla="*/ 12 h 1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9" h="1026">
                  <a:moveTo>
                    <a:pt x="20" y="12"/>
                  </a:moveTo>
                  <a:lnTo>
                    <a:pt x="7" y="112"/>
                  </a:lnTo>
                  <a:lnTo>
                    <a:pt x="94" y="560"/>
                  </a:lnTo>
                  <a:lnTo>
                    <a:pt x="0" y="1006"/>
                  </a:lnTo>
                  <a:lnTo>
                    <a:pt x="69" y="1026"/>
                  </a:lnTo>
                  <a:lnTo>
                    <a:pt x="303" y="499"/>
                  </a:lnTo>
                  <a:lnTo>
                    <a:pt x="319" y="337"/>
                  </a:lnTo>
                  <a:lnTo>
                    <a:pt x="295" y="0"/>
                  </a:lnTo>
                  <a:lnTo>
                    <a:pt x="20" y="12"/>
                  </a:ln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3" name="îŝḻî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66E78C-4697-46B5-9C76-F8AB5F1AFF3A}"/>
                </a:ext>
              </a:extLst>
            </p:cNvPr>
            <p:cNvSpPr/>
            <p:nvPr/>
          </p:nvSpPr>
          <p:spPr bwMode="auto">
            <a:xfrm>
              <a:off x="3228976" y="3798888"/>
              <a:ext cx="488950" cy="1597025"/>
            </a:xfrm>
            <a:custGeom>
              <a:avLst/>
              <a:gdLst>
                <a:gd name="T0" fmla="*/ 301 w 308"/>
                <a:gd name="T1" fmla="*/ 38 h 1006"/>
                <a:gd name="T2" fmla="*/ 308 w 308"/>
                <a:gd name="T3" fmla="*/ 461 h 1006"/>
                <a:gd name="T4" fmla="*/ 214 w 308"/>
                <a:gd name="T5" fmla="*/ 1006 h 1006"/>
                <a:gd name="T6" fmla="*/ 143 w 308"/>
                <a:gd name="T7" fmla="*/ 1006 h 1006"/>
                <a:gd name="T8" fmla="*/ 98 w 308"/>
                <a:gd name="T9" fmla="*/ 503 h 1006"/>
                <a:gd name="T10" fmla="*/ 0 w 308"/>
                <a:gd name="T11" fmla="*/ 0 h 1006"/>
                <a:gd name="T12" fmla="*/ 301 w 308"/>
                <a:gd name="T13" fmla="*/ 38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8" h="1006">
                  <a:moveTo>
                    <a:pt x="301" y="38"/>
                  </a:moveTo>
                  <a:lnTo>
                    <a:pt x="308" y="461"/>
                  </a:lnTo>
                  <a:lnTo>
                    <a:pt x="214" y="1006"/>
                  </a:lnTo>
                  <a:lnTo>
                    <a:pt x="143" y="1006"/>
                  </a:lnTo>
                  <a:lnTo>
                    <a:pt x="98" y="503"/>
                  </a:lnTo>
                  <a:lnTo>
                    <a:pt x="0" y="0"/>
                  </a:lnTo>
                  <a:lnTo>
                    <a:pt x="301" y="38"/>
                  </a:ln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4" name="íṩľí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153F70-A781-4196-B149-1008E1A5468B}"/>
                </a:ext>
              </a:extLst>
            </p:cNvPr>
            <p:cNvSpPr/>
            <p:nvPr/>
          </p:nvSpPr>
          <p:spPr bwMode="auto">
            <a:xfrm>
              <a:off x="3455988" y="5384800"/>
              <a:ext cx="184150" cy="104775"/>
            </a:xfrm>
            <a:custGeom>
              <a:avLst/>
              <a:gdLst>
                <a:gd name="T0" fmla="*/ 0 w 116"/>
                <a:gd name="T1" fmla="*/ 0 h 66"/>
                <a:gd name="T2" fmla="*/ 0 w 116"/>
                <a:gd name="T3" fmla="*/ 34 h 66"/>
                <a:gd name="T4" fmla="*/ 77 w 116"/>
                <a:gd name="T5" fmla="*/ 66 h 66"/>
                <a:gd name="T6" fmla="*/ 116 w 116"/>
                <a:gd name="T7" fmla="*/ 34 h 66"/>
                <a:gd name="T8" fmla="*/ 77 w 116"/>
                <a:gd name="T9" fmla="*/ 0 h 66"/>
                <a:gd name="T10" fmla="*/ 0 w 116"/>
                <a:gd name="T1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6" h="66">
                  <a:moveTo>
                    <a:pt x="0" y="0"/>
                  </a:moveTo>
                  <a:lnTo>
                    <a:pt x="0" y="34"/>
                  </a:lnTo>
                  <a:lnTo>
                    <a:pt x="77" y="66"/>
                  </a:lnTo>
                  <a:lnTo>
                    <a:pt x="116" y="34"/>
                  </a:lnTo>
                  <a:lnTo>
                    <a:pt x="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B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5" name="îş1î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AF974BB-53DD-4A03-A73D-D09BF7B7FEB3}"/>
                </a:ext>
              </a:extLst>
            </p:cNvPr>
            <p:cNvSpPr/>
            <p:nvPr/>
          </p:nvSpPr>
          <p:spPr bwMode="auto">
            <a:xfrm>
              <a:off x="2946401" y="2674938"/>
              <a:ext cx="869950" cy="1352550"/>
            </a:xfrm>
            <a:custGeom>
              <a:avLst/>
              <a:gdLst>
                <a:gd name="T0" fmla="*/ 2 w 516"/>
                <a:gd name="T1" fmla="*/ 701 h 802"/>
                <a:gd name="T2" fmla="*/ 22 w 516"/>
                <a:gd name="T3" fmla="*/ 802 h 802"/>
                <a:gd name="T4" fmla="*/ 324 w 516"/>
                <a:gd name="T5" fmla="*/ 740 h 802"/>
                <a:gd name="T6" fmla="*/ 419 w 516"/>
                <a:gd name="T7" fmla="*/ 750 h 802"/>
                <a:gd name="T8" fmla="*/ 463 w 516"/>
                <a:gd name="T9" fmla="*/ 765 h 802"/>
                <a:gd name="T10" fmla="*/ 509 w 516"/>
                <a:gd name="T11" fmla="*/ 752 h 802"/>
                <a:gd name="T12" fmla="*/ 471 w 516"/>
                <a:gd name="T13" fmla="*/ 436 h 802"/>
                <a:gd name="T14" fmla="*/ 365 w 516"/>
                <a:gd name="T15" fmla="*/ 196 h 802"/>
                <a:gd name="T16" fmla="*/ 312 w 516"/>
                <a:gd name="T17" fmla="*/ 89 h 802"/>
                <a:gd name="T18" fmla="*/ 151 w 516"/>
                <a:gd name="T19" fmla="*/ 50 h 802"/>
                <a:gd name="T20" fmla="*/ 116 w 516"/>
                <a:gd name="T21" fmla="*/ 100 h 802"/>
                <a:gd name="T22" fmla="*/ 1 w 516"/>
                <a:gd name="T23" fmla="*/ 623 h 802"/>
                <a:gd name="T24" fmla="*/ 2 w 516"/>
                <a:gd name="T25" fmla="*/ 701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6" h="802">
                  <a:moveTo>
                    <a:pt x="2" y="701"/>
                  </a:moveTo>
                  <a:cubicBezTo>
                    <a:pt x="5" y="735"/>
                    <a:pt x="10" y="770"/>
                    <a:pt x="22" y="802"/>
                  </a:cubicBezTo>
                  <a:cubicBezTo>
                    <a:pt x="117" y="762"/>
                    <a:pt x="221" y="741"/>
                    <a:pt x="324" y="740"/>
                  </a:cubicBezTo>
                  <a:cubicBezTo>
                    <a:pt x="356" y="740"/>
                    <a:pt x="388" y="742"/>
                    <a:pt x="419" y="750"/>
                  </a:cubicBezTo>
                  <a:cubicBezTo>
                    <a:pt x="434" y="753"/>
                    <a:pt x="449" y="763"/>
                    <a:pt x="463" y="765"/>
                  </a:cubicBezTo>
                  <a:cubicBezTo>
                    <a:pt x="478" y="768"/>
                    <a:pt x="495" y="757"/>
                    <a:pt x="509" y="752"/>
                  </a:cubicBezTo>
                  <a:cubicBezTo>
                    <a:pt x="516" y="749"/>
                    <a:pt x="486" y="471"/>
                    <a:pt x="471" y="436"/>
                  </a:cubicBezTo>
                  <a:cubicBezTo>
                    <a:pt x="437" y="355"/>
                    <a:pt x="401" y="276"/>
                    <a:pt x="365" y="196"/>
                  </a:cubicBezTo>
                  <a:cubicBezTo>
                    <a:pt x="349" y="162"/>
                    <a:pt x="336" y="115"/>
                    <a:pt x="312" y="89"/>
                  </a:cubicBezTo>
                  <a:cubicBezTo>
                    <a:pt x="271" y="46"/>
                    <a:pt x="204" y="0"/>
                    <a:pt x="151" y="50"/>
                  </a:cubicBezTo>
                  <a:cubicBezTo>
                    <a:pt x="136" y="64"/>
                    <a:pt x="125" y="82"/>
                    <a:pt x="116" y="100"/>
                  </a:cubicBezTo>
                  <a:cubicBezTo>
                    <a:pt x="31" y="259"/>
                    <a:pt x="3" y="443"/>
                    <a:pt x="1" y="623"/>
                  </a:cubicBezTo>
                  <a:cubicBezTo>
                    <a:pt x="0" y="649"/>
                    <a:pt x="0" y="675"/>
                    <a:pt x="2" y="701"/>
                  </a:cubicBezTo>
                  <a:close/>
                </a:path>
              </a:pathLst>
            </a:custGeom>
            <a:solidFill>
              <a:srgbClr val="D7E8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6" name="iṧľï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FD69641-2DBF-41DC-9FD9-EA81253F6D46}"/>
                </a:ext>
              </a:extLst>
            </p:cNvPr>
            <p:cNvSpPr/>
            <p:nvPr/>
          </p:nvSpPr>
          <p:spPr bwMode="auto">
            <a:xfrm>
              <a:off x="3656013" y="1503363"/>
              <a:ext cx="1257300" cy="1254125"/>
            </a:xfrm>
            <a:custGeom>
              <a:avLst/>
              <a:gdLst>
                <a:gd name="T0" fmla="*/ 694 w 744"/>
                <a:gd name="T1" fmla="*/ 282 h 744"/>
                <a:gd name="T2" fmla="*/ 461 w 744"/>
                <a:gd name="T3" fmla="*/ 694 h 744"/>
                <a:gd name="T4" fmla="*/ 49 w 744"/>
                <a:gd name="T5" fmla="*/ 461 h 744"/>
                <a:gd name="T6" fmla="*/ 282 w 744"/>
                <a:gd name="T7" fmla="*/ 49 h 744"/>
                <a:gd name="T8" fmla="*/ 694 w 744"/>
                <a:gd name="T9" fmla="*/ 282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4" h="744">
                  <a:moveTo>
                    <a:pt x="694" y="282"/>
                  </a:moveTo>
                  <a:cubicBezTo>
                    <a:pt x="744" y="460"/>
                    <a:pt x="639" y="645"/>
                    <a:pt x="461" y="694"/>
                  </a:cubicBezTo>
                  <a:cubicBezTo>
                    <a:pt x="283" y="744"/>
                    <a:pt x="99" y="639"/>
                    <a:pt x="49" y="461"/>
                  </a:cubicBezTo>
                  <a:cubicBezTo>
                    <a:pt x="0" y="283"/>
                    <a:pt x="104" y="99"/>
                    <a:pt x="282" y="49"/>
                  </a:cubicBezTo>
                  <a:cubicBezTo>
                    <a:pt x="460" y="0"/>
                    <a:pt x="645" y="104"/>
                    <a:pt x="694" y="282"/>
                  </a:cubicBezTo>
                  <a:close/>
                </a:path>
              </a:pathLst>
            </a:custGeom>
            <a:solidFill>
              <a:srgbClr val="305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7" name="iṧ1i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794DD6-B6D2-4D9E-9C7D-51E323CB0621}"/>
                </a:ext>
              </a:extLst>
            </p:cNvPr>
            <p:cNvSpPr/>
            <p:nvPr/>
          </p:nvSpPr>
          <p:spPr bwMode="auto">
            <a:xfrm>
              <a:off x="7342188" y="1603375"/>
              <a:ext cx="1209675" cy="1209675"/>
            </a:xfrm>
            <a:prstGeom prst="ellipse">
              <a:avLst/>
            </a:pr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8" name="ïṥlî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799C619-E419-4A97-A788-1F7D7417186F}"/>
                </a:ext>
              </a:extLst>
            </p:cNvPr>
            <p:cNvSpPr/>
            <p:nvPr/>
          </p:nvSpPr>
          <p:spPr bwMode="auto">
            <a:xfrm>
              <a:off x="7500938" y="1843088"/>
              <a:ext cx="928688" cy="566738"/>
            </a:xfrm>
            <a:custGeom>
              <a:avLst/>
              <a:gdLst>
                <a:gd name="T0" fmla="*/ 528 w 550"/>
                <a:gd name="T1" fmla="*/ 158 h 336"/>
                <a:gd name="T2" fmla="*/ 390 w 550"/>
                <a:gd name="T3" fmla="*/ 104 h 336"/>
                <a:gd name="T4" fmla="*/ 390 w 550"/>
                <a:gd name="T5" fmla="*/ 104 h 336"/>
                <a:gd name="T6" fmla="*/ 355 w 550"/>
                <a:gd name="T7" fmla="*/ 139 h 336"/>
                <a:gd name="T8" fmla="*/ 349 w 550"/>
                <a:gd name="T9" fmla="*/ 137 h 336"/>
                <a:gd name="T10" fmla="*/ 385 w 550"/>
                <a:gd name="T11" fmla="*/ 99 h 336"/>
                <a:gd name="T12" fmla="*/ 249 w 550"/>
                <a:gd name="T13" fmla="*/ 5 h 336"/>
                <a:gd name="T14" fmla="*/ 128 w 550"/>
                <a:gd name="T15" fmla="*/ 115 h 336"/>
                <a:gd name="T16" fmla="*/ 143 w 550"/>
                <a:gd name="T17" fmla="*/ 120 h 336"/>
                <a:gd name="T18" fmla="*/ 188 w 550"/>
                <a:gd name="T19" fmla="*/ 162 h 336"/>
                <a:gd name="T20" fmla="*/ 182 w 550"/>
                <a:gd name="T21" fmla="*/ 165 h 336"/>
                <a:gd name="T22" fmla="*/ 170 w 550"/>
                <a:gd name="T23" fmla="*/ 149 h 336"/>
                <a:gd name="T24" fmla="*/ 102 w 550"/>
                <a:gd name="T25" fmla="*/ 120 h 336"/>
                <a:gd name="T26" fmla="*/ 31 w 550"/>
                <a:gd name="T27" fmla="*/ 154 h 336"/>
                <a:gd name="T28" fmla="*/ 3 w 550"/>
                <a:gd name="T29" fmla="*/ 236 h 336"/>
                <a:gd name="T30" fmla="*/ 44 w 550"/>
                <a:gd name="T31" fmla="*/ 310 h 336"/>
                <a:gd name="T32" fmla="*/ 119 w 550"/>
                <a:gd name="T33" fmla="*/ 334 h 336"/>
                <a:gd name="T34" fmla="*/ 172 w 550"/>
                <a:gd name="T35" fmla="*/ 335 h 336"/>
                <a:gd name="T36" fmla="*/ 325 w 550"/>
                <a:gd name="T37" fmla="*/ 335 h 336"/>
                <a:gd name="T38" fmla="*/ 391 w 550"/>
                <a:gd name="T39" fmla="*/ 335 h 336"/>
                <a:gd name="T40" fmla="*/ 447 w 550"/>
                <a:gd name="T41" fmla="*/ 332 h 336"/>
                <a:gd name="T42" fmla="*/ 544 w 550"/>
                <a:gd name="T43" fmla="*/ 205 h 336"/>
                <a:gd name="T44" fmla="*/ 528 w 550"/>
                <a:gd name="T45" fmla="*/ 158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50" h="336">
                  <a:moveTo>
                    <a:pt x="528" y="158"/>
                  </a:moveTo>
                  <a:cubicBezTo>
                    <a:pt x="500" y="111"/>
                    <a:pt x="442" y="89"/>
                    <a:pt x="390" y="104"/>
                  </a:cubicBezTo>
                  <a:cubicBezTo>
                    <a:pt x="390" y="104"/>
                    <a:pt x="390" y="104"/>
                    <a:pt x="390" y="104"/>
                  </a:cubicBezTo>
                  <a:cubicBezTo>
                    <a:pt x="374" y="110"/>
                    <a:pt x="360" y="121"/>
                    <a:pt x="355" y="139"/>
                  </a:cubicBezTo>
                  <a:cubicBezTo>
                    <a:pt x="354" y="143"/>
                    <a:pt x="347" y="141"/>
                    <a:pt x="349" y="137"/>
                  </a:cubicBezTo>
                  <a:cubicBezTo>
                    <a:pt x="355" y="118"/>
                    <a:pt x="368" y="105"/>
                    <a:pt x="385" y="99"/>
                  </a:cubicBezTo>
                  <a:cubicBezTo>
                    <a:pt x="367" y="41"/>
                    <a:pt x="310" y="0"/>
                    <a:pt x="249" y="5"/>
                  </a:cubicBezTo>
                  <a:cubicBezTo>
                    <a:pt x="188" y="10"/>
                    <a:pt x="139" y="56"/>
                    <a:pt x="128" y="115"/>
                  </a:cubicBezTo>
                  <a:cubicBezTo>
                    <a:pt x="133" y="116"/>
                    <a:pt x="138" y="118"/>
                    <a:pt x="143" y="120"/>
                  </a:cubicBezTo>
                  <a:cubicBezTo>
                    <a:pt x="162" y="129"/>
                    <a:pt x="177" y="144"/>
                    <a:pt x="188" y="162"/>
                  </a:cubicBezTo>
                  <a:cubicBezTo>
                    <a:pt x="190" y="166"/>
                    <a:pt x="184" y="169"/>
                    <a:pt x="182" y="165"/>
                  </a:cubicBezTo>
                  <a:cubicBezTo>
                    <a:pt x="179" y="159"/>
                    <a:pt x="175" y="154"/>
                    <a:pt x="170" y="149"/>
                  </a:cubicBezTo>
                  <a:cubicBezTo>
                    <a:pt x="153" y="130"/>
                    <a:pt x="128" y="118"/>
                    <a:pt x="102" y="120"/>
                  </a:cubicBezTo>
                  <a:cubicBezTo>
                    <a:pt x="76" y="121"/>
                    <a:pt x="48" y="135"/>
                    <a:pt x="31" y="154"/>
                  </a:cubicBezTo>
                  <a:cubicBezTo>
                    <a:pt x="10" y="176"/>
                    <a:pt x="0" y="206"/>
                    <a:pt x="3" y="236"/>
                  </a:cubicBezTo>
                  <a:cubicBezTo>
                    <a:pt x="5" y="265"/>
                    <a:pt x="21" y="292"/>
                    <a:pt x="44" y="310"/>
                  </a:cubicBezTo>
                  <a:cubicBezTo>
                    <a:pt x="66" y="326"/>
                    <a:pt x="92" y="333"/>
                    <a:pt x="119" y="334"/>
                  </a:cubicBezTo>
                  <a:cubicBezTo>
                    <a:pt x="137" y="334"/>
                    <a:pt x="155" y="335"/>
                    <a:pt x="172" y="335"/>
                  </a:cubicBezTo>
                  <a:cubicBezTo>
                    <a:pt x="223" y="335"/>
                    <a:pt x="274" y="335"/>
                    <a:pt x="325" y="335"/>
                  </a:cubicBezTo>
                  <a:cubicBezTo>
                    <a:pt x="347" y="335"/>
                    <a:pt x="369" y="335"/>
                    <a:pt x="391" y="335"/>
                  </a:cubicBezTo>
                  <a:cubicBezTo>
                    <a:pt x="410" y="335"/>
                    <a:pt x="429" y="336"/>
                    <a:pt x="447" y="332"/>
                  </a:cubicBezTo>
                  <a:cubicBezTo>
                    <a:pt x="506" y="321"/>
                    <a:pt x="550" y="266"/>
                    <a:pt x="544" y="205"/>
                  </a:cubicBezTo>
                  <a:cubicBezTo>
                    <a:pt x="542" y="188"/>
                    <a:pt x="537" y="172"/>
                    <a:pt x="528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9" name="išļi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E310FC3-5EC3-4D65-B034-5E040A2C9BFF}"/>
                </a:ext>
              </a:extLst>
            </p:cNvPr>
            <p:cNvSpPr/>
            <p:nvPr/>
          </p:nvSpPr>
          <p:spPr bwMode="auto">
            <a:xfrm>
              <a:off x="3903663" y="1682750"/>
              <a:ext cx="763588" cy="741363"/>
            </a:xfrm>
            <a:custGeom>
              <a:avLst/>
              <a:gdLst>
                <a:gd name="T0" fmla="*/ 387 w 452"/>
                <a:gd name="T1" fmla="*/ 310 h 439"/>
                <a:gd name="T2" fmla="*/ 328 w 452"/>
                <a:gd name="T3" fmla="*/ 347 h 439"/>
                <a:gd name="T4" fmla="*/ 187 w 452"/>
                <a:gd name="T5" fmla="*/ 328 h 439"/>
                <a:gd name="T6" fmla="*/ 157 w 452"/>
                <a:gd name="T7" fmla="*/ 263 h 439"/>
                <a:gd name="T8" fmla="*/ 237 w 452"/>
                <a:gd name="T9" fmla="*/ 149 h 439"/>
                <a:gd name="T10" fmla="*/ 267 w 452"/>
                <a:gd name="T11" fmla="*/ 155 h 439"/>
                <a:gd name="T12" fmla="*/ 345 w 452"/>
                <a:gd name="T13" fmla="*/ 78 h 439"/>
                <a:gd name="T14" fmla="*/ 267 w 452"/>
                <a:gd name="T15" fmla="*/ 0 h 439"/>
                <a:gd name="T16" fmla="*/ 189 w 452"/>
                <a:gd name="T17" fmla="*/ 78 h 439"/>
                <a:gd name="T18" fmla="*/ 206 w 452"/>
                <a:gd name="T19" fmla="*/ 126 h 439"/>
                <a:gd name="T20" fmla="*/ 124 w 452"/>
                <a:gd name="T21" fmla="*/ 244 h 439"/>
                <a:gd name="T22" fmla="*/ 93 w 452"/>
                <a:gd name="T23" fmla="*/ 239 h 439"/>
                <a:gd name="T24" fmla="*/ 0 w 452"/>
                <a:gd name="T25" fmla="*/ 332 h 439"/>
                <a:gd name="T26" fmla="*/ 93 w 452"/>
                <a:gd name="T27" fmla="*/ 425 h 439"/>
                <a:gd name="T28" fmla="*/ 181 w 452"/>
                <a:gd name="T29" fmla="*/ 366 h 439"/>
                <a:gd name="T30" fmla="*/ 323 w 452"/>
                <a:gd name="T31" fmla="*/ 386 h 439"/>
                <a:gd name="T32" fmla="*/ 387 w 452"/>
                <a:gd name="T33" fmla="*/ 439 h 439"/>
                <a:gd name="T34" fmla="*/ 452 w 452"/>
                <a:gd name="T35" fmla="*/ 374 h 439"/>
                <a:gd name="T36" fmla="*/ 387 w 452"/>
                <a:gd name="T37" fmla="*/ 31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2" h="439">
                  <a:moveTo>
                    <a:pt x="387" y="310"/>
                  </a:moveTo>
                  <a:cubicBezTo>
                    <a:pt x="361" y="310"/>
                    <a:pt x="338" y="325"/>
                    <a:pt x="328" y="347"/>
                  </a:cubicBezTo>
                  <a:cubicBezTo>
                    <a:pt x="187" y="328"/>
                    <a:pt x="187" y="328"/>
                    <a:pt x="187" y="328"/>
                  </a:cubicBezTo>
                  <a:cubicBezTo>
                    <a:pt x="186" y="302"/>
                    <a:pt x="175" y="280"/>
                    <a:pt x="157" y="263"/>
                  </a:cubicBezTo>
                  <a:cubicBezTo>
                    <a:pt x="237" y="149"/>
                    <a:pt x="237" y="149"/>
                    <a:pt x="237" y="149"/>
                  </a:cubicBezTo>
                  <a:cubicBezTo>
                    <a:pt x="246" y="153"/>
                    <a:pt x="256" y="155"/>
                    <a:pt x="267" y="155"/>
                  </a:cubicBezTo>
                  <a:cubicBezTo>
                    <a:pt x="310" y="155"/>
                    <a:pt x="345" y="120"/>
                    <a:pt x="345" y="78"/>
                  </a:cubicBezTo>
                  <a:cubicBezTo>
                    <a:pt x="345" y="35"/>
                    <a:pt x="310" y="0"/>
                    <a:pt x="267" y="0"/>
                  </a:cubicBezTo>
                  <a:cubicBezTo>
                    <a:pt x="224" y="0"/>
                    <a:pt x="189" y="35"/>
                    <a:pt x="189" y="78"/>
                  </a:cubicBezTo>
                  <a:cubicBezTo>
                    <a:pt x="189" y="96"/>
                    <a:pt x="196" y="113"/>
                    <a:pt x="206" y="126"/>
                  </a:cubicBezTo>
                  <a:cubicBezTo>
                    <a:pt x="124" y="244"/>
                    <a:pt x="124" y="244"/>
                    <a:pt x="124" y="244"/>
                  </a:cubicBezTo>
                  <a:cubicBezTo>
                    <a:pt x="115" y="240"/>
                    <a:pt x="104" y="239"/>
                    <a:pt x="93" y="239"/>
                  </a:cubicBezTo>
                  <a:cubicBezTo>
                    <a:pt x="42" y="239"/>
                    <a:pt x="0" y="280"/>
                    <a:pt x="0" y="332"/>
                  </a:cubicBezTo>
                  <a:cubicBezTo>
                    <a:pt x="0" y="383"/>
                    <a:pt x="42" y="425"/>
                    <a:pt x="93" y="425"/>
                  </a:cubicBezTo>
                  <a:cubicBezTo>
                    <a:pt x="133" y="425"/>
                    <a:pt x="167" y="401"/>
                    <a:pt x="181" y="366"/>
                  </a:cubicBezTo>
                  <a:cubicBezTo>
                    <a:pt x="323" y="386"/>
                    <a:pt x="323" y="386"/>
                    <a:pt x="323" y="386"/>
                  </a:cubicBezTo>
                  <a:cubicBezTo>
                    <a:pt x="328" y="416"/>
                    <a:pt x="355" y="439"/>
                    <a:pt x="387" y="439"/>
                  </a:cubicBezTo>
                  <a:cubicBezTo>
                    <a:pt x="423" y="439"/>
                    <a:pt x="452" y="410"/>
                    <a:pt x="452" y="374"/>
                  </a:cubicBezTo>
                  <a:cubicBezTo>
                    <a:pt x="452" y="339"/>
                    <a:pt x="423" y="310"/>
                    <a:pt x="387" y="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0" name="ïŝľi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08CB9B0-A6D1-438B-AE03-A6AC70F5E3E7}"/>
                </a:ext>
              </a:extLst>
            </p:cNvPr>
            <p:cNvSpPr/>
            <p:nvPr/>
          </p:nvSpPr>
          <p:spPr bwMode="auto">
            <a:xfrm>
              <a:off x="7034213" y="2935288"/>
              <a:ext cx="868363" cy="866775"/>
            </a:xfrm>
            <a:prstGeom prst="ellipse">
              <a:avLst/>
            </a:pr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1" name="îşḷï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7DC133E-7B2A-4A76-A98A-1EAEEDD69C75}"/>
                </a:ext>
              </a:extLst>
            </p:cNvPr>
            <p:cNvSpPr/>
            <p:nvPr/>
          </p:nvSpPr>
          <p:spPr bwMode="auto">
            <a:xfrm>
              <a:off x="7116763" y="3176588"/>
              <a:ext cx="717550" cy="415925"/>
            </a:xfrm>
            <a:custGeom>
              <a:avLst/>
              <a:gdLst>
                <a:gd name="T0" fmla="*/ 272 w 425"/>
                <a:gd name="T1" fmla="*/ 0 h 247"/>
                <a:gd name="T2" fmla="*/ 121 w 425"/>
                <a:gd name="T3" fmla="*/ 64 h 247"/>
                <a:gd name="T4" fmla="*/ 1 w 425"/>
                <a:gd name="T5" fmla="*/ 166 h 247"/>
                <a:gd name="T6" fmla="*/ 208 w 425"/>
                <a:gd name="T7" fmla="*/ 247 h 247"/>
                <a:gd name="T8" fmla="*/ 273 w 425"/>
                <a:gd name="T9" fmla="*/ 193 h 247"/>
                <a:gd name="T10" fmla="*/ 359 w 425"/>
                <a:gd name="T11" fmla="*/ 183 h 247"/>
                <a:gd name="T12" fmla="*/ 425 w 425"/>
                <a:gd name="T13" fmla="*/ 71 h 247"/>
                <a:gd name="T14" fmla="*/ 222 w 425"/>
                <a:gd name="T15" fmla="*/ 93 h 247"/>
                <a:gd name="T16" fmla="*/ 231 w 425"/>
                <a:gd name="T17" fmla="*/ 97 h 247"/>
                <a:gd name="T18" fmla="*/ 239 w 425"/>
                <a:gd name="T19" fmla="*/ 105 h 247"/>
                <a:gd name="T20" fmla="*/ 245 w 425"/>
                <a:gd name="T21" fmla="*/ 118 h 247"/>
                <a:gd name="T22" fmla="*/ 246 w 425"/>
                <a:gd name="T23" fmla="*/ 155 h 247"/>
                <a:gd name="T24" fmla="*/ 214 w 425"/>
                <a:gd name="T25" fmla="*/ 155 h 247"/>
                <a:gd name="T26" fmla="*/ 201 w 425"/>
                <a:gd name="T27" fmla="*/ 153 h 247"/>
                <a:gd name="T28" fmla="*/ 191 w 425"/>
                <a:gd name="T29" fmla="*/ 147 h 247"/>
                <a:gd name="T30" fmla="*/ 185 w 425"/>
                <a:gd name="T31" fmla="*/ 139 h 247"/>
                <a:gd name="T32" fmla="*/ 180 w 425"/>
                <a:gd name="T33" fmla="*/ 128 h 247"/>
                <a:gd name="T34" fmla="*/ 180 w 425"/>
                <a:gd name="T35" fmla="*/ 92 h 247"/>
                <a:gd name="T36" fmla="*/ 217 w 425"/>
                <a:gd name="T37" fmla="*/ 92 h 247"/>
                <a:gd name="T38" fmla="*/ 244 w 425"/>
                <a:gd name="T39" fmla="*/ 197 h 247"/>
                <a:gd name="T40" fmla="*/ 238 w 425"/>
                <a:gd name="T41" fmla="*/ 207 h 247"/>
                <a:gd name="T42" fmla="*/ 233 w 425"/>
                <a:gd name="T43" fmla="*/ 212 h 247"/>
                <a:gd name="T44" fmla="*/ 217 w 425"/>
                <a:gd name="T45" fmla="*/ 219 h 247"/>
                <a:gd name="T46" fmla="*/ 91 w 425"/>
                <a:gd name="T47" fmla="*/ 219 h 247"/>
                <a:gd name="T48" fmla="*/ 54 w 425"/>
                <a:gd name="T49" fmla="*/ 218 h 247"/>
                <a:gd name="T50" fmla="*/ 43 w 425"/>
                <a:gd name="T51" fmla="*/ 213 h 247"/>
                <a:gd name="T52" fmla="*/ 36 w 425"/>
                <a:gd name="T53" fmla="*/ 205 h 247"/>
                <a:gd name="T54" fmla="*/ 31 w 425"/>
                <a:gd name="T55" fmla="*/ 198 h 247"/>
                <a:gd name="T56" fmla="*/ 29 w 425"/>
                <a:gd name="T57" fmla="*/ 188 h 247"/>
                <a:gd name="T58" fmla="*/ 29 w 425"/>
                <a:gd name="T59" fmla="*/ 122 h 247"/>
                <a:gd name="T60" fmla="*/ 32 w 425"/>
                <a:gd name="T61" fmla="*/ 112 h 247"/>
                <a:gd name="T62" fmla="*/ 39 w 425"/>
                <a:gd name="T63" fmla="*/ 101 h 247"/>
                <a:gd name="T64" fmla="*/ 49 w 425"/>
                <a:gd name="T65" fmla="*/ 94 h 247"/>
                <a:gd name="T66" fmla="*/ 63 w 425"/>
                <a:gd name="T67" fmla="*/ 92 h 247"/>
                <a:gd name="T68" fmla="*/ 152 w 425"/>
                <a:gd name="T69" fmla="*/ 92 h 247"/>
                <a:gd name="T70" fmla="*/ 152 w 425"/>
                <a:gd name="T71" fmla="*/ 94 h 247"/>
                <a:gd name="T72" fmla="*/ 222 w 425"/>
                <a:gd name="T73" fmla="*/ 183 h 247"/>
                <a:gd name="T74" fmla="*/ 246 w 425"/>
                <a:gd name="T75" fmla="*/ 185 h 247"/>
                <a:gd name="T76" fmla="*/ 397 w 425"/>
                <a:gd name="T77" fmla="*/ 121 h 247"/>
                <a:gd name="T78" fmla="*/ 395 w 425"/>
                <a:gd name="T79" fmla="*/ 134 h 247"/>
                <a:gd name="T80" fmla="*/ 389 w 425"/>
                <a:gd name="T81" fmla="*/ 143 h 247"/>
                <a:gd name="T82" fmla="*/ 383 w 425"/>
                <a:gd name="T83" fmla="*/ 149 h 247"/>
                <a:gd name="T84" fmla="*/ 368 w 425"/>
                <a:gd name="T85" fmla="*/ 155 h 247"/>
                <a:gd name="T86" fmla="*/ 280 w 425"/>
                <a:gd name="T87" fmla="*/ 155 h 247"/>
                <a:gd name="T88" fmla="*/ 212 w 425"/>
                <a:gd name="T89" fmla="*/ 64 h 247"/>
                <a:gd name="T90" fmla="*/ 180 w 425"/>
                <a:gd name="T91" fmla="*/ 58 h 247"/>
                <a:gd name="T92" fmla="*/ 182 w 425"/>
                <a:gd name="T93" fmla="*/ 48 h 247"/>
                <a:gd name="T94" fmla="*/ 190 w 425"/>
                <a:gd name="T95" fmla="*/ 38 h 247"/>
                <a:gd name="T96" fmla="*/ 200 w 425"/>
                <a:gd name="T97" fmla="*/ 31 h 247"/>
                <a:gd name="T98" fmla="*/ 214 w 425"/>
                <a:gd name="T99" fmla="*/ 28 h 247"/>
                <a:gd name="T100" fmla="*/ 327 w 425"/>
                <a:gd name="T101" fmla="*/ 28 h 247"/>
                <a:gd name="T102" fmla="*/ 368 w 425"/>
                <a:gd name="T103" fmla="*/ 28 h 247"/>
                <a:gd name="T104" fmla="*/ 376 w 425"/>
                <a:gd name="T105" fmla="*/ 30 h 247"/>
                <a:gd name="T106" fmla="*/ 385 w 425"/>
                <a:gd name="T107" fmla="*/ 36 h 247"/>
                <a:gd name="T108" fmla="*/ 393 w 425"/>
                <a:gd name="T109" fmla="*/ 45 h 247"/>
                <a:gd name="T110" fmla="*/ 397 w 425"/>
                <a:gd name="T111" fmla="*/ 5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5" h="247">
                  <a:moveTo>
                    <a:pt x="417" y="31"/>
                  </a:moveTo>
                  <a:cubicBezTo>
                    <a:pt x="406" y="12"/>
                    <a:pt x="385" y="0"/>
                    <a:pt x="363" y="0"/>
                  </a:cubicBezTo>
                  <a:cubicBezTo>
                    <a:pt x="358" y="0"/>
                    <a:pt x="353" y="0"/>
                    <a:pt x="348" y="0"/>
                  </a:cubicBezTo>
                  <a:cubicBezTo>
                    <a:pt x="323" y="0"/>
                    <a:pt x="297" y="0"/>
                    <a:pt x="272" y="0"/>
                  </a:cubicBezTo>
                  <a:cubicBezTo>
                    <a:pt x="253" y="0"/>
                    <a:pt x="234" y="0"/>
                    <a:pt x="215" y="0"/>
                  </a:cubicBezTo>
                  <a:cubicBezTo>
                    <a:pt x="197" y="0"/>
                    <a:pt x="181" y="7"/>
                    <a:pt x="169" y="20"/>
                  </a:cubicBezTo>
                  <a:cubicBezTo>
                    <a:pt x="157" y="32"/>
                    <a:pt x="152" y="47"/>
                    <a:pt x="152" y="64"/>
                  </a:cubicBezTo>
                  <a:cubicBezTo>
                    <a:pt x="142" y="64"/>
                    <a:pt x="131" y="64"/>
                    <a:pt x="121" y="64"/>
                  </a:cubicBezTo>
                  <a:cubicBezTo>
                    <a:pt x="102" y="64"/>
                    <a:pt x="83" y="64"/>
                    <a:pt x="64" y="64"/>
                  </a:cubicBezTo>
                  <a:cubicBezTo>
                    <a:pt x="47" y="64"/>
                    <a:pt x="30" y="71"/>
                    <a:pt x="18" y="83"/>
                  </a:cubicBezTo>
                  <a:cubicBezTo>
                    <a:pt x="6" y="96"/>
                    <a:pt x="1" y="112"/>
                    <a:pt x="1" y="129"/>
                  </a:cubicBezTo>
                  <a:cubicBezTo>
                    <a:pt x="1" y="141"/>
                    <a:pt x="1" y="154"/>
                    <a:pt x="1" y="166"/>
                  </a:cubicBezTo>
                  <a:cubicBezTo>
                    <a:pt x="1" y="177"/>
                    <a:pt x="0" y="189"/>
                    <a:pt x="3" y="200"/>
                  </a:cubicBezTo>
                  <a:cubicBezTo>
                    <a:pt x="8" y="221"/>
                    <a:pt x="25" y="239"/>
                    <a:pt x="47" y="245"/>
                  </a:cubicBezTo>
                  <a:cubicBezTo>
                    <a:pt x="55" y="247"/>
                    <a:pt x="63" y="247"/>
                    <a:pt x="71" y="247"/>
                  </a:cubicBezTo>
                  <a:cubicBezTo>
                    <a:pt x="117" y="247"/>
                    <a:pt x="163" y="247"/>
                    <a:pt x="208" y="247"/>
                  </a:cubicBezTo>
                  <a:cubicBezTo>
                    <a:pt x="210" y="247"/>
                    <a:pt x="211" y="247"/>
                    <a:pt x="212" y="247"/>
                  </a:cubicBezTo>
                  <a:cubicBezTo>
                    <a:pt x="235" y="246"/>
                    <a:pt x="256" y="234"/>
                    <a:pt x="267" y="214"/>
                  </a:cubicBezTo>
                  <a:cubicBezTo>
                    <a:pt x="270" y="207"/>
                    <a:pt x="272" y="200"/>
                    <a:pt x="273" y="193"/>
                  </a:cubicBezTo>
                  <a:cubicBezTo>
                    <a:pt x="273" y="193"/>
                    <a:pt x="273" y="193"/>
                    <a:pt x="273" y="193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89"/>
                    <a:pt x="274" y="186"/>
                    <a:pt x="274" y="183"/>
                  </a:cubicBezTo>
                  <a:cubicBezTo>
                    <a:pt x="276" y="183"/>
                    <a:pt x="278" y="183"/>
                    <a:pt x="280" y="183"/>
                  </a:cubicBezTo>
                  <a:cubicBezTo>
                    <a:pt x="306" y="183"/>
                    <a:pt x="333" y="183"/>
                    <a:pt x="359" y="183"/>
                  </a:cubicBezTo>
                  <a:cubicBezTo>
                    <a:pt x="361" y="183"/>
                    <a:pt x="362" y="183"/>
                    <a:pt x="363" y="183"/>
                  </a:cubicBezTo>
                  <a:cubicBezTo>
                    <a:pt x="386" y="183"/>
                    <a:pt x="407" y="171"/>
                    <a:pt x="418" y="151"/>
                  </a:cubicBezTo>
                  <a:cubicBezTo>
                    <a:pt x="424" y="138"/>
                    <a:pt x="425" y="125"/>
                    <a:pt x="425" y="111"/>
                  </a:cubicBezTo>
                  <a:cubicBezTo>
                    <a:pt x="425" y="98"/>
                    <a:pt x="425" y="85"/>
                    <a:pt x="425" y="71"/>
                  </a:cubicBezTo>
                  <a:cubicBezTo>
                    <a:pt x="425" y="57"/>
                    <a:pt x="424" y="44"/>
                    <a:pt x="417" y="31"/>
                  </a:cubicBezTo>
                  <a:close/>
                  <a:moveTo>
                    <a:pt x="217" y="92"/>
                  </a:moveTo>
                  <a:cubicBezTo>
                    <a:pt x="217" y="92"/>
                    <a:pt x="217" y="92"/>
                    <a:pt x="217" y="92"/>
                  </a:cubicBezTo>
                  <a:cubicBezTo>
                    <a:pt x="219" y="92"/>
                    <a:pt x="221" y="93"/>
                    <a:pt x="222" y="93"/>
                  </a:cubicBezTo>
                  <a:cubicBezTo>
                    <a:pt x="223" y="93"/>
                    <a:pt x="224" y="94"/>
                    <a:pt x="225" y="94"/>
                  </a:cubicBezTo>
                  <a:cubicBezTo>
                    <a:pt x="225" y="94"/>
                    <a:pt x="225" y="94"/>
                    <a:pt x="225" y="94"/>
                  </a:cubicBezTo>
                  <a:cubicBezTo>
                    <a:pt x="226" y="94"/>
                    <a:pt x="226" y="94"/>
                    <a:pt x="226" y="94"/>
                  </a:cubicBezTo>
                  <a:cubicBezTo>
                    <a:pt x="228" y="95"/>
                    <a:pt x="229" y="96"/>
                    <a:pt x="231" y="97"/>
                  </a:cubicBezTo>
                  <a:cubicBezTo>
                    <a:pt x="233" y="99"/>
                    <a:pt x="233" y="99"/>
                    <a:pt x="233" y="99"/>
                  </a:cubicBezTo>
                  <a:cubicBezTo>
                    <a:pt x="234" y="100"/>
                    <a:pt x="234" y="100"/>
                    <a:pt x="234" y="100"/>
                  </a:cubicBezTo>
                  <a:cubicBezTo>
                    <a:pt x="236" y="101"/>
                    <a:pt x="238" y="103"/>
                    <a:pt x="239" y="105"/>
                  </a:cubicBezTo>
                  <a:cubicBezTo>
                    <a:pt x="239" y="105"/>
                    <a:pt x="239" y="105"/>
                    <a:pt x="239" y="105"/>
                  </a:cubicBezTo>
                  <a:cubicBezTo>
                    <a:pt x="240" y="106"/>
                    <a:pt x="240" y="106"/>
                    <a:pt x="240" y="106"/>
                  </a:cubicBezTo>
                  <a:cubicBezTo>
                    <a:pt x="240" y="107"/>
                    <a:pt x="241" y="108"/>
                    <a:pt x="242" y="109"/>
                  </a:cubicBezTo>
                  <a:cubicBezTo>
                    <a:pt x="242" y="110"/>
                    <a:pt x="244" y="114"/>
                    <a:pt x="244" y="113"/>
                  </a:cubicBezTo>
                  <a:cubicBezTo>
                    <a:pt x="244" y="114"/>
                    <a:pt x="245" y="116"/>
                    <a:pt x="245" y="118"/>
                  </a:cubicBezTo>
                  <a:cubicBezTo>
                    <a:pt x="245" y="119"/>
                    <a:pt x="246" y="120"/>
                    <a:pt x="246" y="121"/>
                  </a:cubicBezTo>
                  <a:cubicBezTo>
                    <a:pt x="246" y="120"/>
                    <a:pt x="246" y="123"/>
                    <a:pt x="246" y="123"/>
                  </a:cubicBezTo>
                  <a:cubicBezTo>
                    <a:pt x="247" y="132"/>
                    <a:pt x="246" y="141"/>
                    <a:pt x="246" y="150"/>
                  </a:cubicBezTo>
                  <a:cubicBezTo>
                    <a:pt x="246" y="152"/>
                    <a:pt x="246" y="153"/>
                    <a:pt x="246" y="155"/>
                  </a:cubicBezTo>
                  <a:cubicBezTo>
                    <a:pt x="245" y="155"/>
                    <a:pt x="244" y="155"/>
                    <a:pt x="243" y="155"/>
                  </a:cubicBezTo>
                  <a:cubicBezTo>
                    <a:pt x="243" y="155"/>
                    <a:pt x="242" y="155"/>
                    <a:pt x="242" y="155"/>
                  </a:cubicBezTo>
                  <a:cubicBezTo>
                    <a:pt x="234" y="155"/>
                    <a:pt x="226" y="155"/>
                    <a:pt x="217" y="155"/>
                  </a:cubicBezTo>
                  <a:cubicBezTo>
                    <a:pt x="216" y="155"/>
                    <a:pt x="215" y="155"/>
                    <a:pt x="214" y="155"/>
                  </a:cubicBezTo>
                  <a:cubicBezTo>
                    <a:pt x="212" y="155"/>
                    <a:pt x="211" y="155"/>
                    <a:pt x="209" y="155"/>
                  </a:cubicBezTo>
                  <a:cubicBezTo>
                    <a:pt x="210" y="155"/>
                    <a:pt x="206" y="154"/>
                    <a:pt x="205" y="154"/>
                  </a:cubicBezTo>
                  <a:cubicBezTo>
                    <a:pt x="204" y="154"/>
                    <a:pt x="203" y="153"/>
                    <a:pt x="201" y="153"/>
                  </a:cubicBezTo>
                  <a:cubicBezTo>
                    <a:pt x="201" y="153"/>
                    <a:pt x="201" y="153"/>
                    <a:pt x="201" y="153"/>
                  </a:cubicBezTo>
                  <a:cubicBezTo>
                    <a:pt x="201" y="153"/>
                    <a:pt x="201" y="153"/>
                    <a:pt x="201" y="153"/>
                  </a:cubicBezTo>
                  <a:cubicBezTo>
                    <a:pt x="198" y="152"/>
                    <a:pt x="196" y="150"/>
                    <a:pt x="194" y="149"/>
                  </a:cubicBezTo>
                  <a:cubicBezTo>
                    <a:pt x="193" y="148"/>
                    <a:pt x="193" y="148"/>
                    <a:pt x="193" y="148"/>
                  </a:cubicBezTo>
                  <a:cubicBezTo>
                    <a:pt x="192" y="148"/>
                    <a:pt x="192" y="147"/>
                    <a:pt x="191" y="147"/>
                  </a:cubicBezTo>
                  <a:cubicBezTo>
                    <a:pt x="189" y="145"/>
                    <a:pt x="188" y="144"/>
                    <a:pt x="187" y="142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0"/>
                    <a:pt x="185" y="140"/>
                    <a:pt x="185" y="139"/>
                  </a:cubicBezTo>
                  <a:cubicBezTo>
                    <a:pt x="184" y="138"/>
                    <a:pt x="184" y="137"/>
                    <a:pt x="183" y="136"/>
                  </a:cubicBezTo>
                  <a:cubicBezTo>
                    <a:pt x="183" y="135"/>
                    <a:pt x="183" y="135"/>
                    <a:pt x="182" y="134"/>
                  </a:cubicBezTo>
                  <a:cubicBezTo>
                    <a:pt x="182" y="134"/>
                    <a:pt x="182" y="134"/>
                    <a:pt x="182" y="134"/>
                  </a:cubicBezTo>
                  <a:cubicBezTo>
                    <a:pt x="181" y="132"/>
                    <a:pt x="181" y="130"/>
                    <a:pt x="180" y="128"/>
                  </a:cubicBezTo>
                  <a:cubicBezTo>
                    <a:pt x="180" y="127"/>
                    <a:pt x="180" y="127"/>
                    <a:pt x="180" y="126"/>
                  </a:cubicBezTo>
                  <a:cubicBezTo>
                    <a:pt x="180" y="124"/>
                    <a:pt x="180" y="124"/>
                    <a:pt x="180" y="124"/>
                  </a:cubicBezTo>
                  <a:cubicBezTo>
                    <a:pt x="180" y="123"/>
                    <a:pt x="180" y="121"/>
                    <a:pt x="180" y="120"/>
                  </a:cubicBezTo>
                  <a:cubicBezTo>
                    <a:pt x="180" y="110"/>
                    <a:pt x="180" y="101"/>
                    <a:pt x="180" y="92"/>
                  </a:cubicBezTo>
                  <a:cubicBezTo>
                    <a:pt x="188" y="92"/>
                    <a:pt x="196" y="92"/>
                    <a:pt x="204" y="92"/>
                  </a:cubicBezTo>
                  <a:cubicBezTo>
                    <a:pt x="206" y="92"/>
                    <a:pt x="209" y="92"/>
                    <a:pt x="211" y="92"/>
                  </a:cubicBezTo>
                  <a:cubicBezTo>
                    <a:pt x="212" y="92"/>
                    <a:pt x="212" y="92"/>
                    <a:pt x="212" y="92"/>
                  </a:cubicBezTo>
                  <a:cubicBezTo>
                    <a:pt x="214" y="92"/>
                    <a:pt x="215" y="92"/>
                    <a:pt x="217" y="92"/>
                  </a:cubicBezTo>
                  <a:close/>
                  <a:moveTo>
                    <a:pt x="246" y="189"/>
                  </a:moveTo>
                  <a:cubicBezTo>
                    <a:pt x="246" y="189"/>
                    <a:pt x="246" y="189"/>
                    <a:pt x="246" y="189"/>
                  </a:cubicBezTo>
                  <a:cubicBezTo>
                    <a:pt x="246" y="189"/>
                    <a:pt x="246" y="189"/>
                    <a:pt x="246" y="189"/>
                  </a:cubicBezTo>
                  <a:cubicBezTo>
                    <a:pt x="245" y="192"/>
                    <a:pt x="245" y="195"/>
                    <a:pt x="244" y="197"/>
                  </a:cubicBezTo>
                  <a:cubicBezTo>
                    <a:pt x="244" y="198"/>
                    <a:pt x="244" y="198"/>
                    <a:pt x="244" y="198"/>
                  </a:cubicBezTo>
                  <a:cubicBezTo>
                    <a:pt x="243" y="199"/>
                    <a:pt x="243" y="200"/>
                    <a:pt x="242" y="201"/>
                  </a:cubicBezTo>
                  <a:cubicBezTo>
                    <a:pt x="242" y="202"/>
                    <a:pt x="241" y="203"/>
                    <a:pt x="240" y="205"/>
                  </a:cubicBezTo>
                  <a:cubicBezTo>
                    <a:pt x="238" y="207"/>
                    <a:pt x="238" y="207"/>
                    <a:pt x="238" y="207"/>
                  </a:cubicBezTo>
                  <a:cubicBezTo>
                    <a:pt x="238" y="207"/>
                    <a:pt x="237" y="208"/>
                    <a:pt x="237" y="209"/>
                  </a:cubicBezTo>
                  <a:cubicBezTo>
                    <a:pt x="236" y="209"/>
                    <a:pt x="235" y="210"/>
                    <a:pt x="234" y="211"/>
                  </a:cubicBezTo>
                  <a:cubicBezTo>
                    <a:pt x="234" y="211"/>
                    <a:pt x="233" y="212"/>
                    <a:pt x="233" y="212"/>
                  </a:cubicBezTo>
                  <a:cubicBezTo>
                    <a:pt x="233" y="212"/>
                    <a:pt x="233" y="212"/>
                    <a:pt x="233" y="212"/>
                  </a:cubicBezTo>
                  <a:cubicBezTo>
                    <a:pt x="231" y="213"/>
                    <a:pt x="229" y="215"/>
                    <a:pt x="227" y="216"/>
                  </a:cubicBezTo>
                  <a:cubicBezTo>
                    <a:pt x="226" y="216"/>
                    <a:pt x="226" y="216"/>
                    <a:pt x="226" y="216"/>
                  </a:cubicBezTo>
                  <a:cubicBezTo>
                    <a:pt x="223" y="217"/>
                    <a:pt x="223" y="217"/>
                    <a:pt x="223" y="217"/>
                  </a:cubicBezTo>
                  <a:cubicBezTo>
                    <a:pt x="221" y="218"/>
                    <a:pt x="219" y="218"/>
                    <a:pt x="217" y="219"/>
                  </a:cubicBezTo>
                  <a:cubicBezTo>
                    <a:pt x="217" y="219"/>
                    <a:pt x="217" y="219"/>
                    <a:pt x="217" y="219"/>
                  </a:cubicBezTo>
                  <a:cubicBezTo>
                    <a:pt x="216" y="219"/>
                    <a:pt x="216" y="219"/>
                    <a:pt x="216" y="219"/>
                  </a:cubicBezTo>
                  <a:cubicBezTo>
                    <a:pt x="215" y="219"/>
                    <a:pt x="213" y="219"/>
                    <a:pt x="212" y="219"/>
                  </a:cubicBezTo>
                  <a:cubicBezTo>
                    <a:pt x="172" y="219"/>
                    <a:pt x="131" y="219"/>
                    <a:pt x="91" y="219"/>
                  </a:cubicBezTo>
                  <a:cubicBezTo>
                    <a:pt x="83" y="219"/>
                    <a:pt x="75" y="219"/>
                    <a:pt x="67" y="219"/>
                  </a:cubicBezTo>
                  <a:cubicBezTo>
                    <a:pt x="65" y="219"/>
                    <a:pt x="64" y="219"/>
                    <a:pt x="63" y="219"/>
                  </a:cubicBezTo>
                  <a:cubicBezTo>
                    <a:pt x="61" y="219"/>
                    <a:pt x="60" y="219"/>
                    <a:pt x="58" y="219"/>
                  </a:cubicBezTo>
                  <a:cubicBezTo>
                    <a:pt x="59" y="219"/>
                    <a:pt x="55" y="218"/>
                    <a:pt x="54" y="218"/>
                  </a:cubicBezTo>
                  <a:cubicBezTo>
                    <a:pt x="53" y="217"/>
                    <a:pt x="52" y="217"/>
                    <a:pt x="50" y="217"/>
                  </a:cubicBezTo>
                  <a:cubicBezTo>
                    <a:pt x="50" y="217"/>
                    <a:pt x="50" y="217"/>
                    <a:pt x="50" y="217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47" y="215"/>
                    <a:pt x="45" y="214"/>
                    <a:pt x="43" y="213"/>
                  </a:cubicBezTo>
                  <a:cubicBezTo>
                    <a:pt x="42" y="212"/>
                    <a:pt x="42" y="212"/>
                    <a:pt x="42" y="212"/>
                  </a:cubicBezTo>
                  <a:cubicBezTo>
                    <a:pt x="41" y="211"/>
                    <a:pt x="41" y="211"/>
                    <a:pt x="40" y="210"/>
                  </a:cubicBezTo>
                  <a:cubicBezTo>
                    <a:pt x="39" y="209"/>
                    <a:pt x="37" y="207"/>
                    <a:pt x="36" y="206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35" y="205"/>
                    <a:pt x="35" y="205"/>
                    <a:pt x="35" y="205"/>
                  </a:cubicBezTo>
                  <a:cubicBezTo>
                    <a:pt x="35" y="204"/>
                    <a:pt x="34" y="203"/>
                    <a:pt x="34" y="203"/>
                  </a:cubicBezTo>
                  <a:cubicBezTo>
                    <a:pt x="33" y="202"/>
                    <a:pt x="33" y="201"/>
                    <a:pt x="32" y="200"/>
                  </a:cubicBezTo>
                  <a:cubicBezTo>
                    <a:pt x="32" y="199"/>
                    <a:pt x="32" y="199"/>
                    <a:pt x="31" y="198"/>
                  </a:cubicBezTo>
                  <a:cubicBezTo>
                    <a:pt x="31" y="198"/>
                    <a:pt x="31" y="198"/>
                    <a:pt x="31" y="198"/>
                  </a:cubicBezTo>
                  <a:cubicBezTo>
                    <a:pt x="31" y="196"/>
                    <a:pt x="30" y="194"/>
                    <a:pt x="29" y="191"/>
                  </a:cubicBezTo>
                  <a:cubicBezTo>
                    <a:pt x="29" y="191"/>
                    <a:pt x="29" y="190"/>
                    <a:pt x="29" y="190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29" y="186"/>
                    <a:pt x="29" y="185"/>
                    <a:pt x="29" y="183"/>
                  </a:cubicBezTo>
                  <a:cubicBezTo>
                    <a:pt x="29" y="173"/>
                    <a:pt x="29" y="162"/>
                    <a:pt x="29" y="151"/>
                  </a:cubicBezTo>
                  <a:cubicBezTo>
                    <a:pt x="29" y="142"/>
                    <a:pt x="29" y="133"/>
                    <a:pt x="29" y="124"/>
                  </a:cubicBezTo>
                  <a:cubicBezTo>
                    <a:pt x="29" y="123"/>
                    <a:pt x="29" y="123"/>
                    <a:pt x="29" y="122"/>
                  </a:cubicBezTo>
                  <a:cubicBezTo>
                    <a:pt x="29" y="121"/>
                    <a:pt x="29" y="121"/>
                    <a:pt x="29" y="121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30" y="118"/>
                    <a:pt x="30" y="116"/>
                    <a:pt x="31" y="114"/>
                  </a:cubicBezTo>
                  <a:cubicBezTo>
                    <a:pt x="32" y="112"/>
                    <a:pt x="32" y="112"/>
                    <a:pt x="32" y="112"/>
                  </a:cubicBezTo>
                  <a:cubicBezTo>
                    <a:pt x="32" y="112"/>
                    <a:pt x="32" y="111"/>
                    <a:pt x="32" y="110"/>
                  </a:cubicBezTo>
                  <a:cubicBezTo>
                    <a:pt x="33" y="110"/>
                    <a:pt x="33" y="109"/>
                    <a:pt x="34" y="108"/>
                  </a:cubicBezTo>
                  <a:cubicBezTo>
                    <a:pt x="36" y="105"/>
                    <a:pt x="36" y="105"/>
                    <a:pt x="36" y="105"/>
                  </a:cubicBezTo>
                  <a:cubicBezTo>
                    <a:pt x="37" y="104"/>
                    <a:pt x="38" y="102"/>
                    <a:pt x="39" y="101"/>
                  </a:cubicBezTo>
                  <a:cubicBezTo>
                    <a:pt x="40" y="100"/>
                    <a:pt x="41" y="100"/>
                    <a:pt x="41" y="99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4" y="97"/>
                    <a:pt x="45" y="96"/>
                    <a:pt x="47" y="96"/>
                  </a:cubicBezTo>
                  <a:cubicBezTo>
                    <a:pt x="48" y="95"/>
                    <a:pt x="49" y="95"/>
                    <a:pt x="49" y="94"/>
                  </a:cubicBezTo>
                  <a:cubicBezTo>
                    <a:pt x="49" y="94"/>
                    <a:pt x="52" y="93"/>
                    <a:pt x="52" y="93"/>
                  </a:cubicBezTo>
                  <a:cubicBezTo>
                    <a:pt x="54" y="93"/>
                    <a:pt x="56" y="92"/>
                    <a:pt x="58" y="92"/>
                  </a:cubicBezTo>
                  <a:cubicBezTo>
                    <a:pt x="59" y="92"/>
                    <a:pt x="59" y="92"/>
                    <a:pt x="59" y="92"/>
                  </a:cubicBezTo>
                  <a:cubicBezTo>
                    <a:pt x="60" y="92"/>
                    <a:pt x="61" y="92"/>
                    <a:pt x="63" y="92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66" y="92"/>
                    <a:pt x="68" y="92"/>
                    <a:pt x="70" y="92"/>
                  </a:cubicBezTo>
                  <a:cubicBezTo>
                    <a:pt x="80" y="92"/>
                    <a:pt x="89" y="92"/>
                    <a:pt x="99" y="92"/>
                  </a:cubicBezTo>
                  <a:cubicBezTo>
                    <a:pt x="116" y="92"/>
                    <a:pt x="134" y="92"/>
                    <a:pt x="152" y="92"/>
                  </a:cubicBezTo>
                  <a:cubicBezTo>
                    <a:pt x="152" y="92"/>
                    <a:pt x="152" y="92"/>
                    <a:pt x="152" y="92"/>
                  </a:cubicBezTo>
                  <a:cubicBezTo>
                    <a:pt x="152" y="92"/>
                    <a:pt x="152" y="92"/>
                    <a:pt x="152" y="92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7"/>
                    <a:pt x="152" y="100"/>
                    <a:pt x="152" y="103"/>
                  </a:cubicBezTo>
                  <a:cubicBezTo>
                    <a:pt x="152" y="114"/>
                    <a:pt x="151" y="125"/>
                    <a:pt x="154" y="136"/>
                  </a:cubicBezTo>
                  <a:cubicBezTo>
                    <a:pt x="159" y="158"/>
                    <a:pt x="176" y="175"/>
                    <a:pt x="197" y="181"/>
                  </a:cubicBezTo>
                  <a:cubicBezTo>
                    <a:pt x="206" y="183"/>
                    <a:pt x="214" y="183"/>
                    <a:pt x="222" y="183"/>
                  </a:cubicBezTo>
                  <a:cubicBezTo>
                    <a:pt x="229" y="183"/>
                    <a:pt x="236" y="183"/>
                    <a:pt x="243" y="183"/>
                  </a:cubicBezTo>
                  <a:cubicBezTo>
                    <a:pt x="244" y="183"/>
                    <a:pt x="245" y="183"/>
                    <a:pt x="246" y="183"/>
                  </a:cubicBezTo>
                  <a:cubicBezTo>
                    <a:pt x="246" y="183"/>
                    <a:pt x="246" y="183"/>
                    <a:pt x="246" y="183"/>
                  </a:cubicBezTo>
                  <a:cubicBezTo>
                    <a:pt x="246" y="184"/>
                    <a:pt x="246" y="184"/>
                    <a:pt x="246" y="185"/>
                  </a:cubicBezTo>
                  <a:cubicBezTo>
                    <a:pt x="246" y="186"/>
                    <a:pt x="246" y="188"/>
                    <a:pt x="246" y="189"/>
                  </a:cubicBezTo>
                  <a:close/>
                  <a:moveTo>
                    <a:pt x="397" y="86"/>
                  </a:moveTo>
                  <a:cubicBezTo>
                    <a:pt x="397" y="97"/>
                    <a:pt x="397" y="108"/>
                    <a:pt x="397" y="120"/>
                  </a:cubicBezTo>
                  <a:cubicBezTo>
                    <a:pt x="397" y="120"/>
                    <a:pt x="397" y="121"/>
                    <a:pt x="397" y="121"/>
                  </a:cubicBezTo>
                  <a:cubicBezTo>
                    <a:pt x="397" y="123"/>
                    <a:pt x="397" y="124"/>
                    <a:pt x="397" y="125"/>
                  </a:cubicBezTo>
                  <a:cubicBezTo>
                    <a:pt x="397" y="126"/>
                    <a:pt x="397" y="126"/>
                    <a:pt x="397" y="126"/>
                  </a:cubicBezTo>
                  <a:cubicBezTo>
                    <a:pt x="397" y="126"/>
                    <a:pt x="397" y="126"/>
                    <a:pt x="397" y="126"/>
                  </a:cubicBezTo>
                  <a:cubicBezTo>
                    <a:pt x="396" y="129"/>
                    <a:pt x="396" y="131"/>
                    <a:pt x="395" y="134"/>
                  </a:cubicBezTo>
                  <a:cubicBezTo>
                    <a:pt x="394" y="135"/>
                    <a:pt x="394" y="135"/>
                    <a:pt x="394" y="135"/>
                  </a:cubicBezTo>
                  <a:cubicBezTo>
                    <a:pt x="394" y="135"/>
                    <a:pt x="394" y="136"/>
                    <a:pt x="393" y="137"/>
                  </a:cubicBezTo>
                  <a:cubicBezTo>
                    <a:pt x="392" y="138"/>
                    <a:pt x="392" y="140"/>
                    <a:pt x="391" y="141"/>
                  </a:cubicBezTo>
                  <a:cubicBezTo>
                    <a:pt x="389" y="143"/>
                    <a:pt x="389" y="143"/>
                    <a:pt x="389" y="143"/>
                  </a:cubicBezTo>
                  <a:cubicBezTo>
                    <a:pt x="389" y="144"/>
                    <a:pt x="388" y="144"/>
                    <a:pt x="388" y="145"/>
                  </a:cubicBezTo>
                  <a:cubicBezTo>
                    <a:pt x="387" y="146"/>
                    <a:pt x="386" y="147"/>
                    <a:pt x="385" y="147"/>
                  </a:cubicBezTo>
                  <a:cubicBezTo>
                    <a:pt x="385" y="148"/>
                    <a:pt x="384" y="148"/>
                    <a:pt x="384" y="148"/>
                  </a:cubicBezTo>
                  <a:cubicBezTo>
                    <a:pt x="383" y="149"/>
                    <a:pt x="383" y="149"/>
                    <a:pt x="383" y="149"/>
                  </a:cubicBezTo>
                  <a:cubicBezTo>
                    <a:pt x="382" y="150"/>
                    <a:pt x="380" y="151"/>
                    <a:pt x="378" y="152"/>
                  </a:cubicBezTo>
                  <a:cubicBezTo>
                    <a:pt x="377" y="152"/>
                    <a:pt x="377" y="152"/>
                    <a:pt x="377" y="153"/>
                  </a:cubicBezTo>
                  <a:cubicBezTo>
                    <a:pt x="374" y="153"/>
                    <a:pt x="374" y="153"/>
                    <a:pt x="374" y="153"/>
                  </a:cubicBezTo>
                  <a:cubicBezTo>
                    <a:pt x="372" y="154"/>
                    <a:pt x="370" y="155"/>
                    <a:pt x="368" y="155"/>
                  </a:cubicBezTo>
                  <a:cubicBezTo>
                    <a:pt x="368" y="155"/>
                    <a:pt x="368" y="155"/>
                    <a:pt x="368" y="155"/>
                  </a:cubicBezTo>
                  <a:cubicBezTo>
                    <a:pt x="367" y="155"/>
                    <a:pt x="367" y="155"/>
                    <a:pt x="367" y="155"/>
                  </a:cubicBezTo>
                  <a:cubicBezTo>
                    <a:pt x="366" y="155"/>
                    <a:pt x="364" y="155"/>
                    <a:pt x="363" y="155"/>
                  </a:cubicBezTo>
                  <a:cubicBezTo>
                    <a:pt x="335" y="155"/>
                    <a:pt x="308" y="155"/>
                    <a:pt x="280" y="155"/>
                  </a:cubicBezTo>
                  <a:cubicBezTo>
                    <a:pt x="278" y="155"/>
                    <a:pt x="276" y="155"/>
                    <a:pt x="274" y="155"/>
                  </a:cubicBezTo>
                  <a:cubicBezTo>
                    <a:pt x="274" y="148"/>
                    <a:pt x="274" y="142"/>
                    <a:pt x="274" y="135"/>
                  </a:cubicBezTo>
                  <a:cubicBezTo>
                    <a:pt x="274" y="121"/>
                    <a:pt x="273" y="107"/>
                    <a:pt x="266" y="95"/>
                  </a:cubicBezTo>
                  <a:cubicBezTo>
                    <a:pt x="255" y="76"/>
                    <a:pt x="234" y="64"/>
                    <a:pt x="212" y="64"/>
                  </a:cubicBezTo>
                  <a:cubicBezTo>
                    <a:pt x="207" y="64"/>
                    <a:pt x="202" y="64"/>
                    <a:pt x="197" y="64"/>
                  </a:cubicBezTo>
                  <a:cubicBezTo>
                    <a:pt x="192" y="64"/>
                    <a:pt x="186" y="64"/>
                    <a:pt x="180" y="64"/>
                  </a:cubicBezTo>
                  <a:cubicBezTo>
                    <a:pt x="180" y="63"/>
                    <a:pt x="180" y="62"/>
                    <a:pt x="180" y="61"/>
                  </a:cubicBezTo>
                  <a:cubicBezTo>
                    <a:pt x="180" y="60"/>
                    <a:pt x="180" y="59"/>
                    <a:pt x="180" y="58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1" y="55"/>
                    <a:pt x="181" y="53"/>
                    <a:pt x="182" y="51"/>
                  </a:cubicBezTo>
                  <a:cubicBezTo>
                    <a:pt x="182" y="48"/>
                    <a:pt x="182" y="48"/>
                    <a:pt x="182" y="48"/>
                  </a:cubicBezTo>
                  <a:cubicBezTo>
                    <a:pt x="183" y="48"/>
                    <a:pt x="183" y="47"/>
                    <a:pt x="183" y="47"/>
                  </a:cubicBezTo>
                  <a:cubicBezTo>
                    <a:pt x="184" y="46"/>
                    <a:pt x="184" y="45"/>
                    <a:pt x="185" y="44"/>
                  </a:cubicBezTo>
                  <a:cubicBezTo>
                    <a:pt x="187" y="41"/>
                    <a:pt x="187" y="41"/>
                    <a:pt x="187" y="41"/>
                  </a:cubicBezTo>
                  <a:cubicBezTo>
                    <a:pt x="188" y="40"/>
                    <a:pt x="189" y="39"/>
                    <a:pt x="190" y="38"/>
                  </a:cubicBezTo>
                  <a:cubicBezTo>
                    <a:pt x="191" y="37"/>
                    <a:pt x="192" y="36"/>
                    <a:pt x="192" y="36"/>
                  </a:cubicBezTo>
                  <a:cubicBezTo>
                    <a:pt x="193" y="35"/>
                    <a:pt x="193" y="35"/>
                    <a:pt x="193" y="35"/>
                  </a:cubicBezTo>
                  <a:cubicBezTo>
                    <a:pt x="195" y="34"/>
                    <a:pt x="196" y="33"/>
                    <a:pt x="198" y="32"/>
                  </a:cubicBezTo>
                  <a:cubicBezTo>
                    <a:pt x="199" y="31"/>
                    <a:pt x="200" y="31"/>
                    <a:pt x="200" y="31"/>
                  </a:cubicBezTo>
                  <a:cubicBezTo>
                    <a:pt x="200" y="31"/>
                    <a:pt x="203" y="30"/>
                    <a:pt x="203" y="30"/>
                  </a:cubicBezTo>
                  <a:cubicBezTo>
                    <a:pt x="205" y="29"/>
                    <a:pt x="207" y="29"/>
                    <a:pt x="209" y="28"/>
                  </a:cubicBezTo>
                  <a:cubicBezTo>
                    <a:pt x="210" y="28"/>
                    <a:pt x="210" y="28"/>
                    <a:pt x="210" y="28"/>
                  </a:cubicBezTo>
                  <a:cubicBezTo>
                    <a:pt x="211" y="28"/>
                    <a:pt x="212" y="28"/>
                    <a:pt x="214" y="28"/>
                  </a:cubicBezTo>
                  <a:cubicBezTo>
                    <a:pt x="215" y="28"/>
                    <a:pt x="215" y="28"/>
                    <a:pt x="215" y="28"/>
                  </a:cubicBezTo>
                  <a:cubicBezTo>
                    <a:pt x="217" y="28"/>
                    <a:pt x="219" y="28"/>
                    <a:pt x="221" y="28"/>
                  </a:cubicBezTo>
                  <a:cubicBezTo>
                    <a:pt x="231" y="28"/>
                    <a:pt x="240" y="28"/>
                    <a:pt x="249" y="28"/>
                  </a:cubicBezTo>
                  <a:cubicBezTo>
                    <a:pt x="275" y="28"/>
                    <a:pt x="301" y="28"/>
                    <a:pt x="327" y="28"/>
                  </a:cubicBezTo>
                  <a:cubicBezTo>
                    <a:pt x="336" y="28"/>
                    <a:pt x="346" y="28"/>
                    <a:pt x="355" y="28"/>
                  </a:cubicBezTo>
                  <a:cubicBezTo>
                    <a:pt x="357" y="28"/>
                    <a:pt x="360" y="28"/>
                    <a:pt x="362" y="28"/>
                  </a:cubicBezTo>
                  <a:cubicBezTo>
                    <a:pt x="363" y="28"/>
                    <a:pt x="363" y="28"/>
                    <a:pt x="363" y="28"/>
                  </a:cubicBezTo>
                  <a:cubicBezTo>
                    <a:pt x="365" y="28"/>
                    <a:pt x="366" y="28"/>
                    <a:pt x="368" y="28"/>
                  </a:cubicBezTo>
                  <a:cubicBezTo>
                    <a:pt x="368" y="28"/>
                    <a:pt x="368" y="28"/>
                    <a:pt x="368" y="28"/>
                  </a:cubicBezTo>
                  <a:cubicBezTo>
                    <a:pt x="370" y="29"/>
                    <a:pt x="372" y="29"/>
                    <a:pt x="373" y="30"/>
                  </a:cubicBezTo>
                  <a:cubicBezTo>
                    <a:pt x="374" y="30"/>
                    <a:pt x="375" y="30"/>
                    <a:pt x="375" y="30"/>
                  </a:cubicBezTo>
                  <a:cubicBezTo>
                    <a:pt x="376" y="30"/>
                    <a:pt x="376" y="30"/>
                    <a:pt x="376" y="30"/>
                  </a:cubicBezTo>
                  <a:cubicBezTo>
                    <a:pt x="377" y="31"/>
                    <a:pt x="377" y="31"/>
                    <a:pt x="377" y="31"/>
                  </a:cubicBezTo>
                  <a:cubicBezTo>
                    <a:pt x="378" y="32"/>
                    <a:pt x="380" y="33"/>
                    <a:pt x="382" y="34"/>
                  </a:cubicBezTo>
                  <a:cubicBezTo>
                    <a:pt x="384" y="35"/>
                    <a:pt x="384" y="35"/>
                    <a:pt x="384" y="35"/>
                  </a:cubicBezTo>
                  <a:cubicBezTo>
                    <a:pt x="385" y="36"/>
                    <a:pt x="385" y="36"/>
                    <a:pt x="385" y="36"/>
                  </a:cubicBezTo>
                  <a:cubicBezTo>
                    <a:pt x="387" y="38"/>
                    <a:pt x="389" y="40"/>
                    <a:pt x="390" y="42"/>
                  </a:cubicBezTo>
                  <a:cubicBezTo>
                    <a:pt x="390" y="42"/>
                    <a:pt x="390" y="42"/>
                    <a:pt x="390" y="42"/>
                  </a:cubicBezTo>
                  <a:cubicBezTo>
                    <a:pt x="391" y="42"/>
                    <a:pt x="391" y="42"/>
                    <a:pt x="391" y="42"/>
                  </a:cubicBezTo>
                  <a:cubicBezTo>
                    <a:pt x="391" y="43"/>
                    <a:pt x="392" y="44"/>
                    <a:pt x="393" y="45"/>
                  </a:cubicBezTo>
                  <a:cubicBezTo>
                    <a:pt x="393" y="46"/>
                    <a:pt x="395" y="50"/>
                    <a:pt x="395" y="49"/>
                  </a:cubicBezTo>
                  <a:cubicBezTo>
                    <a:pt x="395" y="51"/>
                    <a:pt x="396" y="53"/>
                    <a:pt x="396" y="54"/>
                  </a:cubicBezTo>
                  <a:cubicBezTo>
                    <a:pt x="396" y="55"/>
                    <a:pt x="397" y="56"/>
                    <a:pt x="397" y="57"/>
                  </a:cubicBezTo>
                  <a:cubicBezTo>
                    <a:pt x="397" y="57"/>
                    <a:pt x="397" y="59"/>
                    <a:pt x="397" y="59"/>
                  </a:cubicBezTo>
                  <a:cubicBezTo>
                    <a:pt x="397" y="68"/>
                    <a:pt x="397" y="77"/>
                    <a:pt x="397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2" name="íş1ï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B0347A-6DDB-46B3-93BC-5729BAC7EBBC}"/>
                </a:ext>
              </a:extLst>
            </p:cNvPr>
            <p:cNvSpPr/>
            <p:nvPr/>
          </p:nvSpPr>
          <p:spPr bwMode="auto">
            <a:xfrm>
              <a:off x="5084763" y="2716213"/>
              <a:ext cx="482600" cy="1120775"/>
            </a:xfrm>
            <a:custGeom>
              <a:avLst/>
              <a:gdLst>
                <a:gd name="T0" fmla="*/ 26 w 285"/>
                <a:gd name="T1" fmla="*/ 665 h 665"/>
                <a:gd name="T2" fmla="*/ 285 w 285"/>
                <a:gd name="T3" fmla="*/ 434 h 665"/>
                <a:gd name="T4" fmla="*/ 285 w 285"/>
                <a:gd name="T5" fmla="*/ 0 h 665"/>
                <a:gd name="T6" fmla="*/ 0 w 285"/>
                <a:gd name="T7" fmla="*/ 279 h 665"/>
                <a:gd name="T8" fmla="*/ 26 w 285"/>
                <a:gd name="T9" fmla="*/ 665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665">
                  <a:moveTo>
                    <a:pt x="26" y="665"/>
                  </a:moveTo>
                  <a:cubicBezTo>
                    <a:pt x="33" y="665"/>
                    <a:pt x="285" y="434"/>
                    <a:pt x="285" y="434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26" y="665"/>
                    <a:pt x="26" y="665"/>
                    <a:pt x="26" y="665"/>
                  </a:cubicBezTo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3" name="i$ḻí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73FA89-D9BB-462E-B75D-59C855829529}"/>
                </a:ext>
              </a:extLst>
            </p:cNvPr>
            <p:cNvSpPr/>
            <p:nvPr/>
          </p:nvSpPr>
          <p:spPr bwMode="auto">
            <a:xfrm>
              <a:off x="4889501" y="2908300"/>
              <a:ext cx="300038" cy="1231900"/>
            </a:xfrm>
            <a:custGeom>
              <a:avLst/>
              <a:gdLst>
                <a:gd name="T0" fmla="*/ 176 w 178"/>
                <a:gd name="T1" fmla="*/ 390 h 731"/>
                <a:gd name="T2" fmla="*/ 89 w 178"/>
                <a:gd name="T3" fmla="*/ 0 h 731"/>
                <a:gd name="T4" fmla="*/ 2 w 178"/>
                <a:gd name="T5" fmla="*/ 390 h 731"/>
                <a:gd name="T6" fmla="*/ 6 w 178"/>
                <a:gd name="T7" fmla="*/ 477 h 731"/>
                <a:gd name="T8" fmla="*/ 43 w 178"/>
                <a:gd name="T9" fmla="*/ 705 h 731"/>
                <a:gd name="T10" fmla="*/ 134 w 178"/>
                <a:gd name="T11" fmla="*/ 705 h 731"/>
                <a:gd name="T12" fmla="*/ 171 w 178"/>
                <a:gd name="T13" fmla="*/ 477 h 731"/>
                <a:gd name="T14" fmla="*/ 176 w 178"/>
                <a:gd name="T15" fmla="*/ 39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8" h="731">
                  <a:moveTo>
                    <a:pt x="176" y="390"/>
                  </a:moveTo>
                  <a:cubicBezTo>
                    <a:pt x="171" y="303"/>
                    <a:pt x="152" y="87"/>
                    <a:pt x="89" y="0"/>
                  </a:cubicBezTo>
                  <a:cubicBezTo>
                    <a:pt x="26" y="87"/>
                    <a:pt x="6" y="303"/>
                    <a:pt x="2" y="390"/>
                  </a:cubicBezTo>
                  <a:cubicBezTo>
                    <a:pt x="0" y="420"/>
                    <a:pt x="2" y="450"/>
                    <a:pt x="6" y="477"/>
                  </a:cubicBezTo>
                  <a:cubicBezTo>
                    <a:pt x="43" y="705"/>
                    <a:pt x="43" y="705"/>
                    <a:pt x="43" y="705"/>
                  </a:cubicBezTo>
                  <a:cubicBezTo>
                    <a:pt x="63" y="731"/>
                    <a:pt x="115" y="731"/>
                    <a:pt x="134" y="705"/>
                  </a:cubicBezTo>
                  <a:cubicBezTo>
                    <a:pt x="171" y="477"/>
                    <a:pt x="171" y="477"/>
                    <a:pt x="171" y="477"/>
                  </a:cubicBezTo>
                  <a:cubicBezTo>
                    <a:pt x="176" y="450"/>
                    <a:pt x="178" y="420"/>
                    <a:pt x="176" y="390"/>
                  </a:cubicBezTo>
                  <a:close/>
                </a:path>
              </a:pathLst>
            </a:cu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4" name="ïSḷí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E26A711-1BA3-4BFF-B84A-733D09CF317D}"/>
                </a:ext>
              </a:extLst>
            </p:cNvPr>
            <p:cNvSpPr/>
            <p:nvPr/>
          </p:nvSpPr>
          <p:spPr bwMode="auto">
            <a:xfrm>
              <a:off x="4946651" y="4000500"/>
              <a:ext cx="184150" cy="138113"/>
            </a:xfrm>
            <a:custGeom>
              <a:avLst/>
              <a:gdLst>
                <a:gd name="T0" fmla="*/ 43 w 109"/>
                <a:gd name="T1" fmla="*/ 6 h 82"/>
                <a:gd name="T2" fmla="*/ 0 w 109"/>
                <a:gd name="T3" fmla="*/ 2 h 82"/>
                <a:gd name="T4" fmla="*/ 9 w 109"/>
                <a:gd name="T5" fmla="*/ 57 h 82"/>
                <a:gd name="T6" fmla="*/ 100 w 109"/>
                <a:gd name="T7" fmla="*/ 57 h 82"/>
                <a:gd name="T8" fmla="*/ 109 w 109"/>
                <a:gd name="T9" fmla="*/ 0 h 82"/>
                <a:gd name="T10" fmla="*/ 43 w 109"/>
                <a:gd name="T11" fmla="*/ 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82">
                  <a:moveTo>
                    <a:pt x="43" y="6"/>
                  </a:moveTo>
                  <a:cubicBezTo>
                    <a:pt x="29" y="5"/>
                    <a:pt x="14" y="4"/>
                    <a:pt x="0" y="2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29" y="82"/>
                    <a:pt x="81" y="82"/>
                    <a:pt x="100" y="57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88" y="6"/>
                    <a:pt x="65" y="7"/>
                    <a:pt x="43" y="6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5" name="îšḷi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27F30D1-0F79-4EC6-94B2-CFD8BADAC7A3}"/>
                </a:ext>
              </a:extLst>
            </p:cNvPr>
            <p:cNvSpPr/>
            <p:nvPr/>
          </p:nvSpPr>
          <p:spPr bwMode="auto">
            <a:xfrm>
              <a:off x="5297488" y="2959100"/>
              <a:ext cx="22225" cy="20638"/>
            </a:xfrm>
            <a:custGeom>
              <a:avLst/>
              <a:gdLst>
                <a:gd name="T0" fmla="*/ 14 w 14"/>
                <a:gd name="T1" fmla="*/ 0 h 13"/>
                <a:gd name="T2" fmla="*/ 0 w 14"/>
                <a:gd name="T3" fmla="*/ 13 h 13"/>
                <a:gd name="T4" fmla="*/ 14 w 14"/>
                <a:gd name="T5" fmla="*/ 0 h 13"/>
                <a:gd name="T6" fmla="*/ 14 w 14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14" y="0"/>
                  </a:moveTo>
                  <a:lnTo>
                    <a:pt x="0" y="13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6" name="îsḷi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8DC7CE2-7FA5-414D-87BE-8DD2E610C5D5}"/>
                </a:ext>
              </a:extLst>
            </p:cNvPr>
            <p:cNvSpPr/>
            <p:nvPr/>
          </p:nvSpPr>
          <p:spPr bwMode="auto">
            <a:xfrm>
              <a:off x="5297488" y="2959100"/>
              <a:ext cx="22225" cy="20638"/>
            </a:xfrm>
            <a:custGeom>
              <a:avLst/>
              <a:gdLst>
                <a:gd name="T0" fmla="*/ 14 w 14"/>
                <a:gd name="T1" fmla="*/ 0 h 13"/>
                <a:gd name="T2" fmla="*/ 0 w 14"/>
                <a:gd name="T3" fmla="*/ 13 h 13"/>
                <a:gd name="T4" fmla="*/ 14 w 14"/>
                <a:gd name="T5" fmla="*/ 0 h 13"/>
                <a:gd name="T6" fmla="*/ 14 w 14"/>
                <a:gd name="T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14" y="0"/>
                  </a:moveTo>
                  <a:lnTo>
                    <a:pt x="0" y="13"/>
                  </a:lnTo>
                  <a:lnTo>
                    <a:pt x="14" y="0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7" name="íS1îḋ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8937B0A-8976-48E1-8EC9-70F3903039BA}"/>
                </a:ext>
              </a:extLst>
            </p:cNvPr>
            <p:cNvSpPr/>
            <p:nvPr/>
          </p:nvSpPr>
          <p:spPr bwMode="auto">
            <a:xfrm>
              <a:off x="5297488" y="2959100"/>
              <a:ext cx="90488" cy="717550"/>
            </a:xfrm>
            <a:custGeom>
              <a:avLst/>
              <a:gdLst>
                <a:gd name="T0" fmla="*/ 13 w 53"/>
                <a:gd name="T1" fmla="*/ 0 h 426"/>
                <a:gd name="T2" fmla="*/ 0 w 53"/>
                <a:gd name="T3" fmla="*/ 13 h 426"/>
                <a:gd name="T4" fmla="*/ 9 w 53"/>
                <a:gd name="T5" fmla="*/ 426 h 426"/>
                <a:gd name="T6" fmla="*/ 53 w 53"/>
                <a:gd name="T7" fmla="*/ 386 h 426"/>
                <a:gd name="T8" fmla="*/ 43 w 53"/>
                <a:gd name="T9" fmla="*/ 263 h 426"/>
                <a:gd name="T10" fmla="*/ 13 w 53"/>
                <a:gd name="T11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426">
                  <a:moveTo>
                    <a:pt x="13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426"/>
                    <a:pt x="9" y="426"/>
                    <a:pt x="9" y="426"/>
                  </a:cubicBezTo>
                  <a:cubicBezTo>
                    <a:pt x="53" y="386"/>
                    <a:pt x="53" y="386"/>
                    <a:pt x="53" y="386"/>
                  </a:cubicBezTo>
                  <a:cubicBezTo>
                    <a:pt x="50" y="345"/>
                    <a:pt x="46" y="304"/>
                    <a:pt x="43" y="263"/>
                  </a:cubicBezTo>
                  <a:cubicBezTo>
                    <a:pt x="35" y="175"/>
                    <a:pt x="23" y="87"/>
                    <a:pt x="13" y="0"/>
                  </a:cubicBezTo>
                </a:path>
              </a:pathLst>
            </a:custGeom>
            <a:solidFill>
              <a:srgbClr val="343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8" name="í$ľî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ADACA32-50BB-4FF8-9FEB-982B108443D8}"/>
                </a:ext>
              </a:extLst>
            </p:cNvPr>
            <p:cNvSpPr/>
            <p:nvPr/>
          </p:nvSpPr>
          <p:spPr bwMode="auto">
            <a:xfrm>
              <a:off x="6165851" y="2716213"/>
              <a:ext cx="481013" cy="1120775"/>
            </a:xfrm>
            <a:custGeom>
              <a:avLst/>
              <a:gdLst>
                <a:gd name="T0" fmla="*/ 259 w 285"/>
                <a:gd name="T1" fmla="*/ 665 h 665"/>
                <a:gd name="T2" fmla="*/ 0 w 285"/>
                <a:gd name="T3" fmla="*/ 434 h 665"/>
                <a:gd name="T4" fmla="*/ 0 w 285"/>
                <a:gd name="T5" fmla="*/ 0 h 665"/>
                <a:gd name="T6" fmla="*/ 285 w 285"/>
                <a:gd name="T7" fmla="*/ 279 h 665"/>
                <a:gd name="T8" fmla="*/ 259 w 285"/>
                <a:gd name="T9" fmla="*/ 665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5" h="665">
                  <a:moveTo>
                    <a:pt x="259" y="665"/>
                  </a:moveTo>
                  <a:cubicBezTo>
                    <a:pt x="252" y="665"/>
                    <a:pt x="0" y="434"/>
                    <a:pt x="0" y="4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5" y="279"/>
                    <a:pt x="285" y="279"/>
                    <a:pt x="285" y="279"/>
                  </a:cubicBezTo>
                  <a:cubicBezTo>
                    <a:pt x="259" y="665"/>
                    <a:pt x="259" y="665"/>
                    <a:pt x="259" y="665"/>
                  </a:cubicBezTo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9" name="íṩ1ï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83535FF-6B70-448E-9CCE-4B3AD1D55B1B}"/>
                </a:ext>
              </a:extLst>
            </p:cNvPr>
            <p:cNvSpPr/>
            <p:nvPr/>
          </p:nvSpPr>
          <p:spPr bwMode="auto">
            <a:xfrm>
              <a:off x="6543676" y="2908300"/>
              <a:ext cx="300038" cy="1231900"/>
            </a:xfrm>
            <a:custGeom>
              <a:avLst/>
              <a:gdLst>
                <a:gd name="T0" fmla="*/ 1 w 177"/>
                <a:gd name="T1" fmla="*/ 390 h 731"/>
                <a:gd name="T2" fmla="*/ 88 w 177"/>
                <a:gd name="T3" fmla="*/ 0 h 731"/>
                <a:gd name="T4" fmla="*/ 175 w 177"/>
                <a:gd name="T5" fmla="*/ 390 h 731"/>
                <a:gd name="T6" fmla="*/ 171 w 177"/>
                <a:gd name="T7" fmla="*/ 477 h 731"/>
                <a:gd name="T8" fmla="*/ 134 w 177"/>
                <a:gd name="T9" fmla="*/ 705 h 731"/>
                <a:gd name="T10" fmla="*/ 43 w 177"/>
                <a:gd name="T11" fmla="*/ 705 h 731"/>
                <a:gd name="T12" fmla="*/ 6 w 177"/>
                <a:gd name="T13" fmla="*/ 477 h 731"/>
                <a:gd name="T14" fmla="*/ 1 w 177"/>
                <a:gd name="T15" fmla="*/ 39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7" h="731">
                  <a:moveTo>
                    <a:pt x="1" y="390"/>
                  </a:moveTo>
                  <a:cubicBezTo>
                    <a:pt x="6" y="303"/>
                    <a:pt x="25" y="87"/>
                    <a:pt x="88" y="0"/>
                  </a:cubicBezTo>
                  <a:cubicBezTo>
                    <a:pt x="151" y="87"/>
                    <a:pt x="171" y="303"/>
                    <a:pt x="175" y="390"/>
                  </a:cubicBezTo>
                  <a:cubicBezTo>
                    <a:pt x="177" y="420"/>
                    <a:pt x="175" y="450"/>
                    <a:pt x="171" y="477"/>
                  </a:cubicBezTo>
                  <a:cubicBezTo>
                    <a:pt x="134" y="705"/>
                    <a:pt x="134" y="705"/>
                    <a:pt x="134" y="705"/>
                  </a:cubicBezTo>
                  <a:cubicBezTo>
                    <a:pt x="114" y="731"/>
                    <a:pt x="62" y="731"/>
                    <a:pt x="43" y="705"/>
                  </a:cubicBezTo>
                  <a:cubicBezTo>
                    <a:pt x="6" y="477"/>
                    <a:pt x="6" y="477"/>
                    <a:pt x="6" y="477"/>
                  </a:cubicBezTo>
                  <a:cubicBezTo>
                    <a:pt x="1" y="450"/>
                    <a:pt x="0" y="420"/>
                    <a:pt x="1" y="390"/>
                  </a:cubicBezTo>
                  <a:close/>
                </a:path>
              </a:pathLst>
            </a:cu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0" name="isļi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C7837D4-FD28-4DD7-9559-8668DA485EE1}"/>
                </a:ext>
              </a:extLst>
            </p:cNvPr>
            <p:cNvSpPr/>
            <p:nvPr/>
          </p:nvSpPr>
          <p:spPr bwMode="auto">
            <a:xfrm>
              <a:off x="6602413" y="4000500"/>
              <a:ext cx="184150" cy="138113"/>
            </a:xfrm>
            <a:custGeom>
              <a:avLst/>
              <a:gdLst>
                <a:gd name="T0" fmla="*/ 66 w 109"/>
                <a:gd name="T1" fmla="*/ 6 h 82"/>
                <a:gd name="T2" fmla="*/ 109 w 109"/>
                <a:gd name="T3" fmla="*/ 2 h 82"/>
                <a:gd name="T4" fmla="*/ 100 w 109"/>
                <a:gd name="T5" fmla="*/ 57 h 82"/>
                <a:gd name="T6" fmla="*/ 9 w 109"/>
                <a:gd name="T7" fmla="*/ 57 h 82"/>
                <a:gd name="T8" fmla="*/ 0 w 109"/>
                <a:gd name="T9" fmla="*/ 0 h 82"/>
                <a:gd name="T10" fmla="*/ 66 w 109"/>
                <a:gd name="T11" fmla="*/ 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82">
                  <a:moveTo>
                    <a:pt x="66" y="6"/>
                  </a:moveTo>
                  <a:cubicBezTo>
                    <a:pt x="80" y="5"/>
                    <a:pt x="95" y="4"/>
                    <a:pt x="109" y="2"/>
                  </a:cubicBezTo>
                  <a:cubicBezTo>
                    <a:pt x="100" y="57"/>
                    <a:pt x="100" y="57"/>
                    <a:pt x="100" y="57"/>
                  </a:cubicBezTo>
                  <a:cubicBezTo>
                    <a:pt x="80" y="82"/>
                    <a:pt x="29" y="82"/>
                    <a:pt x="9" y="5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6"/>
                    <a:pt x="44" y="7"/>
                    <a:pt x="66" y="6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1" name="iṡḻ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45B8224-1807-4AFC-814A-9788910942CB}"/>
                </a:ext>
              </a:extLst>
            </p:cNvPr>
            <p:cNvSpPr/>
            <p:nvPr/>
          </p:nvSpPr>
          <p:spPr bwMode="auto">
            <a:xfrm>
              <a:off x="6376988" y="3086100"/>
              <a:ext cx="55563" cy="590550"/>
            </a:xfrm>
            <a:custGeom>
              <a:avLst/>
              <a:gdLst>
                <a:gd name="T0" fmla="*/ 33 w 33"/>
                <a:gd name="T1" fmla="*/ 0 h 350"/>
                <a:gd name="T2" fmla="*/ 13 w 33"/>
                <a:gd name="T3" fmla="*/ 187 h 350"/>
                <a:gd name="T4" fmla="*/ 0 w 33"/>
                <a:gd name="T5" fmla="*/ 328 h 350"/>
                <a:gd name="T6" fmla="*/ 25 w 33"/>
                <a:gd name="T7" fmla="*/ 350 h 350"/>
                <a:gd name="T8" fmla="*/ 33 w 33"/>
                <a:gd name="T9" fmla="*/ 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50">
                  <a:moveTo>
                    <a:pt x="33" y="0"/>
                  </a:moveTo>
                  <a:cubicBezTo>
                    <a:pt x="26" y="62"/>
                    <a:pt x="18" y="124"/>
                    <a:pt x="13" y="187"/>
                  </a:cubicBezTo>
                  <a:cubicBezTo>
                    <a:pt x="9" y="234"/>
                    <a:pt x="5" y="281"/>
                    <a:pt x="0" y="328"/>
                  </a:cubicBezTo>
                  <a:cubicBezTo>
                    <a:pt x="25" y="350"/>
                    <a:pt x="25" y="350"/>
                    <a:pt x="25" y="350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343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2" name="isḷí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C18A9EA-BCC2-4EB4-99DC-83142A43226F}"/>
                </a:ext>
              </a:extLst>
            </p:cNvPr>
            <p:cNvSpPr/>
            <p:nvPr/>
          </p:nvSpPr>
          <p:spPr bwMode="auto">
            <a:xfrm>
              <a:off x="5665788" y="3892550"/>
              <a:ext cx="479425" cy="117475"/>
            </a:xfrm>
            <a:prstGeom prst="rect">
              <a:avLst/>
            </a:pr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3" name="îśḻî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2A1177D-8993-44D3-9A7F-7662687248BB}"/>
                </a:ext>
              </a:extLst>
            </p:cNvPr>
            <p:cNvSpPr/>
            <p:nvPr/>
          </p:nvSpPr>
          <p:spPr bwMode="auto">
            <a:xfrm>
              <a:off x="5665788" y="3892550"/>
              <a:ext cx="479425" cy="117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4" name="íSḻï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3637DFE-8A08-4AF1-8022-94D1919259A9}"/>
                </a:ext>
              </a:extLst>
            </p:cNvPr>
            <p:cNvSpPr/>
            <p:nvPr/>
          </p:nvSpPr>
          <p:spPr bwMode="auto">
            <a:xfrm>
              <a:off x="5613401" y="4000500"/>
              <a:ext cx="577850" cy="117475"/>
            </a:xfrm>
            <a:custGeom>
              <a:avLst/>
              <a:gdLst>
                <a:gd name="T0" fmla="*/ 364 w 364"/>
                <a:gd name="T1" fmla="*/ 74 h 74"/>
                <a:gd name="T2" fmla="*/ 0 w 364"/>
                <a:gd name="T3" fmla="*/ 74 h 74"/>
                <a:gd name="T4" fmla="*/ 23 w 364"/>
                <a:gd name="T5" fmla="*/ 0 h 74"/>
                <a:gd name="T6" fmla="*/ 342 w 364"/>
                <a:gd name="T7" fmla="*/ 0 h 74"/>
                <a:gd name="T8" fmla="*/ 364 w 364"/>
                <a:gd name="T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74">
                  <a:moveTo>
                    <a:pt x="364" y="74"/>
                  </a:moveTo>
                  <a:lnTo>
                    <a:pt x="0" y="74"/>
                  </a:lnTo>
                  <a:lnTo>
                    <a:pt x="23" y="0"/>
                  </a:lnTo>
                  <a:lnTo>
                    <a:pt x="342" y="0"/>
                  </a:lnTo>
                  <a:lnTo>
                    <a:pt x="364" y="74"/>
                  </a:lnTo>
                  <a:close/>
                </a:path>
              </a:pathLst>
            </a:custGeom>
            <a:solidFill>
              <a:srgbClr val="D7E8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5" name="îṧḻïď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0A1DE56-520D-4145-8509-CC8E9EE48912}"/>
                </a:ext>
              </a:extLst>
            </p:cNvPr>
            <p:cNvSpPr/>
            <p:nvPr/>
          </p:nvSpPr>
          <p:spPr bwMode="auto">
            <a:xfrm>
              <a:off x="5268913" y="1163638"/>
              <a:ext cx="1231900" cy="2740025"/>
            </a:xfrm>
            <a:custGeom>
              <a:avLst/>
              <a:gdLst>
                <a:gd name="T0" fmla="*/ 704 w 729"/>
                <a:gd name="T1" fmla="*/ 723 h 1624"/>
                <a:gd name="T2" fmla="*/ 517 w 729"/>
                <a:gd name="T3" fmla="*/ 180 h 1624"/>
                <a:gd name="T4" fmla="*/ 364 w 729"/>
                <a:gd name="T5" fmla="*/ 0 h 1624"/>
                <a:gd name="T6" fmla="*/ 211 w 729"/>
                <a:gd name="T7" fmla="*/ 180 h 1624"/>
                <a:gd name="T8" fmla="*/ 24 w 729"/>
                <a:gd name="T9" fmla="*/ 723 h 1624"/>
                <a:gd name="T10" fmla="*/ 60 w 729"/>
                <a:gd name="T11" fmla="*/ 1327 h 1624"/>
                <a:gd name="T12" fmla="*/ 85 w 729"/>
                <a:gd name="T13" fmla="*/ 1624 h 1624"/>
                <a:gd name="T14" fmla="*/ 364 w 729"/>
                <a:gd name="T15" fmla="*/ 1624 h 1624"/>
                <a:gd name="T16" fmla="*/ 643 w 729"/>
                <a:gd name="T17" fmla="*/ 1624 h 1624"/>
                <a:gd name="T18" fmla="*/ 669 w 729"/>
                <a:gd name="T19" fmla="*/ 1327 h 1624"/>
                <a:gd name="T20" fmla="*/ 704 w 729"/>
                <a:gd name="T21" fmla="*/ 723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9" h="1624">
                  <a:moveTo>
                    <a:pt x="704" y="723"/>
                  </a:moveTo>
                  <a:cubicBezTo>
                    <a:pt x="681" y="532"/>
                    <a:pt x="615" y="346"/>
                    <a:pt x="517" y="180"/>
                  </a:cubicBezTo>
                  <a:cubicBezTo>
                    <a:pt x="479" y="117"/>
                    <a:pt x="418" y="40"/>
                    <a:pt x="364" y="0"/>
                  </a:cubicBezTo>
                  <a:cubicBezTo>
                    <a:pt x="310" y="40"/>
                    <a:pt x="249" y="117"/>
                    <a:pt x="211" y="180"/>
                  </a:cubicBezTo>
                  <a:cubicBezTo>
                    <a:pt x="113" y="346"/>
                    <a:pt x="47" y="532"/>
                    <a:pt x="24" y="723"/>
                  </a:cubicBezTo>
                  <a:cubicBezTo>
                    <a:pt x="0" y="927"/>
                    <a:pt x="42" y="1125"/>
                    <a:pt x="60" y="1327"/>
                  </a:cubicBezTo>
                  <a:cubicBezTo>
                    <a:pt x="68" y="1426"/>
                    <a:pt x="76" y="1525"/>
                    <a:pt x="85" y="1624"/>
                  </a:cubicBezTo>
                  <a:cubicBezTo>
                    <a:pt x="364" y="1624"/>
                    <a:pt x="364" y="1624"/>
                    <a:pt x="364" y="1624"/>
                  </a:cubicBezTo>
                  <a:cubicBezTo>
                    <a:pt x="643" y="1624"/>
                    <a:pt x="643" y="1624"/>
                    <a:pt x="643" y="1624"/>
                  </a:cubicBezTo>
                  <a:cubicBezTo>
                    <a:pt x="652" y="1525"/>
                    <a:pt x="660" y="1426"/>
                    <a:pt x="669" y="1327"/>
                  </a:cubicBezTo>
                  <a:cubicBezTo>
                    <a:pt x="686" y="1125"/>
                    <a:pt x="729" y="927"/>
                    <a:pt x="704" y="723"/>
                  </a:cubicBezTo>
                </a:path>
              </a:pathLst>
            </a:custGeom>
            <a:solidFill>
              <a:srgbClr val="587B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6" name="i$ḷí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CACC55-5D2B-4D2B-973F-E8887C7AB91C}"/>
                </a:ext>
              </a:extLst>
            </p:cNvPr>
            <p:cNvSpPr/>
            <p:nvPr/>
          </p:nvSpPr>
          <p:spPr bwMode="auto">
            <a:xfrm>
              <a:off x="5567363" y="4108450"/>
              <a:ext cx="677863" cy="42863"/>
            </a:xfrm>
            <a:custGeom>
              <a:avLst/>
              <a:gdLst>
                <a:gd name="T0" fmla="*/ 396 w 402"/>
                <a:gd name="T1" fmla="*/ 25 h 25"/>
                <a:gd name="T2" fmla="*/ 6 w 402"/>
                <a:gd name="T3" fmla="*/ 25 h 25"/>
                <a:gd name="T4" fmla="*/ 0 w 402"/>
                <a:gd name="T5" fmla="*/ 19 h 25"/>
                <a:gd name="T6" fmla="*/ 0 w 402"/>
                <a:gd name="T7" fmla="*/ 6 h 25"/>
                <a:gd name="T8" fmla="*/ 6 w 402"/>
                <a:gd name="T9" fmla="*/ 0 h 25"/>
                <a:gd name="T10" fmla="*/ 396 w 402"/>
                <a:gd name="T11" fmla="*/ 0 h 25"/>
                <a:gd name="T12" fmla="*/ 402 w 402"/>
                <a:gd name="T13" fmla="*/ 6 h 25"/>
                <a:gd name="T14" fmla="*/ 402 w 402"/>
                <a:gd name="T15" fmla="*/ 19 h 25"/>
                <a:gd name="T16" fmla="*/ 396 w 402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2" h="25">
                  <a:moveTo>
                    <a:pt x="396" y="25"/>
                  </a:moveTo>
                  <a:cubicBezTo>
                    <a:pt x="6" y="25"/>
                    <a:pt x="6" y="25"/>
                    <a:pt x="6" y="25"/>
                  </a:cubicBezTo>
                  <a:cubicBezTo>
                    <a:pt x="3" y="25"/>
                    <a:pt x="0" y="22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96" y="0"/>
                    <a:pt x="396" y="0"/>
                    <a:pt x="396" y="0"/>
                  </a:cubicBezTo>
                  <a:cubicBezTo>
                    <a:pt x="399" y="0"/>
                    <a:pt x="402" y="3"/>
                    <a:pt x="402" y="6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2" y="22"/>
                    <a:pt x="399" y="25"/>
                    <a:pt x="396" y="25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7" name="í$ḻ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74ADF74-778B-44E9-BB59-4628004E6F7F}"/>
                </a:ext>
              </a:extLst>
            </p:cNvPr>
            <p:cNvSpPr/>
            <p:nvPr/>
          </p:nvSpPr>
          <p:spPr bwMode="auto">
            <a:xfrm>
              <a:off x="5665788" y="3903663"/>
              <a:ext cx="479425" cy="77788"/>
            </a:xfrm>
            <a:custGeom>
              <a:avLst/>
              <a:gdLst>
                <a:gd name="T0" fmla="*/ 302 w 302"/>
                <a:gd name="T1" fmla="*/ 0 h 49"/>
                <a:gd name="T2" fmla="*/ 137 w 302"/>
                <a:gd name="T3" fmla="*/ 0 h 49"/>
                <a:gd name="T4" fmla="*/ 0 w 302"/>
                <a:gd name="T5" fmla="*/ 0 h 49"/>
                <a:gd name="T6" fmla="*/ 0 w 302"/>
                <a:gd name="T7" fmla="*/ 13 h 49"/>
                <a:gd name="T8" fmla="*/ 302 w 302"/>
                <a:gd name="T9" fmla="*/ 49 h 49"/>
                <a:gd name="T10" fmla="*/ 302 w 302"/>
                <a:gd name="T1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49">
                  <a:moveTo>
                    <a:pt x="302" y="0"/>
                  </a:moveTo>
                  <a:lnTo>
                    <a:pt x="13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302" y="4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323B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8" name="isľîd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6F92FE6-1A79-450D-813D-2AEE95C023DD}"/>
                </a:ext>
              </a:extLst>
            </p:cNvPr>
            <p:cNvSpPr/>
            <p:nvPr/>
          </p:nvSpPr>
          <p:spPr bwMode="auto">
            <a:xfrm>
              <a:off x="5665788" y="3903663"/>
              <a:ext cx="479425" cy="77788"/>
            </a:xfrm>
            <a:custGeom>
              <a:avLst/>
              <a:gdLst>
                <a:gd name="T0" fmla="*/ 302 w 302"/>
                <a:gd name="T1" fmla="*/ 0 h 49"/>
                <a:gd name="T2" fmla="*/ 137 w 302"/>
                <a:gd name="T3" fmla="*/ 0 h 49"/>
                <a:gd name="T4" fmla="*/ 0 w 302"/>
                <a:gd name="T5" fmla="*/ 0 h 49"/>
                <a:gd name="T6" fmla="*/ 0 w 302"/>
                <a:gd name="T7" fmla="*/ 13 h 49"/>
                <a:gd name="T8" fmla="*/ 302 w 302"/>
                <a:gd name="T9" fmla="*/ 49 h 49"/>
                <a:gd name="T10" fmla="*/ 302 w 302"/>
                <a:gd name="T1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49">
                  <a:moveTo>
                    <a:pt x="302" y="0"/>
                  </a:moveTo>
                  <a:lnTo>
                    <a:pt x="137" y="0"/>
                  </a:lnTo>
                  <a:lnTo>
                    <a:pt x="0" y="0"/>
                  </a:lnTo>
                  <a:lnTo>
                    <a:pt x="0" y="13"/>
                  </a:lnTo>
                  <a:lnTo>
                    <a:pt x="302" y="49"/>
                  </a:lnTo>
                  <a:lnTo>
                    <a:pt x="3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9" name="iṥ1í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F1C55DC-C850-4928-8665-362EBC444ABF}"/>
                </a:ext>
              </a:extLst>
            </p:cNvPr>
            <p:cNvSpPr/>
            <p:nvPr/>
          </p:nvSpPr>
          <p:spPr bwMode="auto">
            <a:xfrm>
              <a:off x="5665788" y="3903663"/>
              <a:ext cx="479425" cy="0"/>
            </a:xfrm>
            <a:custGeom>
              <a:avLst/>
              <a:gdLst>
                <a:gd name="T0" fmla="*/ 302 w 302"/>
                <a:gd name="T1" fmla="*/ 0 w 302"/>
                <a:gd name="T2" fmla="*/ 137 w 302"/>
                <a:gd name="T3" fmla="*/ 302 w 30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02">
                  <a:moveTo>
                    <a:pt x="302" y="0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B69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0" name="î$ḷíḍ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B23AAAC-1E2A-4293-8762-C877CEEDEF4C}"/>
                </a:ext>
              </a:extLst>
            </p:cNvPr>
            <p:cNvSpPr/>
            <p:nvPr/>
          </p:nvSpPr>
          <p:spPr bwMode="auto">
            <a:xfrm>
              <a:off x="5665788" y="3903663"/>
              <a:ext cx="479425" cy="0"/>
            </a:xfrm>
            <a:custGeom>
              <a:avLst/>
              <a:gdLst>
                <a:gd name="T0" fmla="*/ 302 w 302"/>
                <a:gd name="T1" fmla="*/ 0 w 302"/>
                <a:gd name="T2" fmla="*/ 137 w 302"/>
                <a:gd name="T3" fmla="*/ 302 w 30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02">
                  <a:moveTo>
                    <a:pt x="302" y="0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3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1" name="íś1i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EA781A2-1B33-43D3-9CBD-FF25F856A10A}"/>
                </a:ext>
              </a:extLst>
            </p:cNvPr>
            <p:cNvSpPr/>
            <p:nvPr/>
          </p:nvSpPr>
          <p:spPr bwMode="auto">
            <a:xfrm>
              <a:off x="5557838" y="2054225"/>
              <a:ext cx="690563" cy="690563"/>
            </a:xfrm>
            <a:prstGeom prst="ellipse">
              <a:avLst/>
            </a:prstGeom>
            <a:solidFill>
              <a:srgbClr val="D7E8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2" name="î$ḷï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92D73D6-8E5C-44FE-BE26-E3617B26C295}"/>
                </a:ext>
              </a:extLst>
            </p:cNvPr>
            <p:cNvSpPr/>
            <p:nvPr/>
          </p:nvSpPr>
          <p:spPr bwMode="auto">
            <a:xfrm>
              <a:off x="5676901" y="2120900"/>
              <a:ext cx="23813" cy="15875"/>
            </a:xfrm>
            <a:custGeom>
              <a:avLst/>
              <a:gdLst>
                <a:gd name="T0" fmla="*/ 14 w 14"/>
                <a:gd name="T1" fmla="*/ 0 h 10"/>
                <a:gd name="T2" fmla="*/ 0 w 14"/>
                <a:gd name="T3" fmla="*/ 9 h 10"/>
                <a:gd name="T4" fmla="*/ 1 w 14"/>
                <a:gd name="T5" fmla="*/ 10 h 10"/>
                <a:gd name="T6" fmla="*/ 14 w 14"/>
                <a:gd name="T7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0">
                  <a:moveTo>
                    <a:pt x="14" y="0"/>
                  </a:moveTo>
                  <a:cubicBezTo>
                    <a:pt x="9" y="3"/>
                    <a:pt x="5" y="6"/>
                    <a:pt x="0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5" y="6"/>
                    <a:pt x="10" y="3"/>
                    <a:pt x="14" y="0"/>
                  </a:cubicBezTo>
                </a:path>
              </a:pathLst>
            </a:custGeom>
            <a:solidFill>
              <a:srgbClr val="799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3" name="í$ļi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22C1071-045E-425B-97BD-68AA24EABE35}"/>
                </a:ext>
              </a:extLst>
            </p:cNvPr>
            <p:cNvSpPr/>
            <p:nvPr/>
          </p:nvSpPr>
          <p:spPr bwMode="auto">
            <a:xfrm>
              <a:off x="5678488" y="2070100"/>
              <a:ext cx="546100" cy="609600"/>
            </a:xfrm>
            <a:custGeom>
              <a:avLst/>
              <a:gdLst>
                <a:gd name="T0" fmla="*/ 119 w 324"/>
                <a:gd name="T1" fmla="*/ 0 h 362"/>
                <a:gd name="T2" fmla="*/ 13 w 324"/>
                <a:gd name="T3" fmla="*/ 30 h 362"/>
                <a:gd name="T4" fmla="*/ 0 w 324"/>
                <a:gd name="T5" fmla="*/ 40 h 362"/>
                <a:gd name="T6" fmla="*/ 249 w 324"/>
                <a:gd name="T7" fmla="*/ 362 h 362"/>
                <a:gd name="T8" fmla="*/ 324 w 324"/>
                <a:gd name="T9" fmla="*/ 205 h 362"/>
                <a:gd name="T10" fmla="*/ 119 w 324"/>
                <a:gd name="T11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4" h="362">
                  <a:moveTo>
                    <a:pt x="119" y="0"/>
                  </a:moveTo>
                  <a:cubicBezTo>
                    <a:pt x="80" y="0"/>
                    <a:pt x="44" y="11"/>
                    <a:pt x="13" y="30"/>
                  </a:cubicBezTo>
                  <a:cubicBezTo>
                    <a:pt x="9" y="33"/>
                    <a:pt x="4" y="36"/>
                    <a:pt x="0" y="40"/>
                  </a:cubicBezTo>
                  <a:cubicBezTo>
                    <a:pt x="249" y="362"/>
                    <a:pt x="249" y="362"/>
                    <a:pt x="249" y="362"/>
                  </a:cubicBezTo>
                  <a:cubicBezTo>
                    <a:pt x="295" y="325"/>
                    <a:pt x="324" y="268"/>
                    <a:pt x="324" y="205"/>
                  </a:cubicBezTo>
                  <a:cubicBezTo>
                    <a:pt x="324" y="92"/>
                    <a:pt x="232" y="0"/>
                    <a:pt x="119" y="0"/>
                  </a:cubicBezTo>
                </a:path>
              </a:pathLst>
            </a:custGeom>
            <a:solidFill>
              <a:srgbClr val="DFED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4" name="ísḷï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CFA7AAC-AFFB-4069-A2B8-428692B6841E}"/>
                </a:ext>
              </a:extLst>
            </p:cNvPr>
            <p:cNvSpPr/>
            <p:nvPr/>
          </p:nvSpPr>
          <p:spPr bwMode="auto">
            <a:xfrm>
              <a:off x="5534026" y="2030413"/>
              <a:ext cx="736600" cy="736600"/>
            </a:xfrm>
            <a:custGeom>
              <a:avLst/>
              <a:gdLst>
                <a:gd name="T0" fmla="*/ 218 w 436"/>
                <a:gd name="T1" fmla="*/ 436 h 436"/>
                <a:gd name="T2" fmla="*/ 0 w 436"/>
                <a:gd name="T3" fmla="*/ 218 h 436"/>
                <a:gd name="T4" fmla="*/ 218 w 436"/>
                <a:gd name="T5" fmla="*/ 0 h 436"/>
                <a:gd name="T6" fmla="*/ 436 w 436"/>
                <a:gd name="T7" fmla="*/ 218 h 436"/>
                <a:gd name="T8" fmla="*/ 218 w 436"/>
                <a:gd name="T9" fmla="*/ 436 h 436"/>
                <a:gd name="T10" fmla="*/ 218 w 436"/>
                <a:gd name="T11" fmla="*/ 28 h 436"/>
                <a:gd name="T12" fmla="*/ 28 w 436"/>
                <a:gd name="T13" fmla="*/ 218 h 436"/>
                <a:gd name="T14" fmla="*/ 218 w 436"/>
                <a:gd name="T15" fmla="*/ 409 h 436"/>
                <a:gd name="T16" fmla="*/ 409 w 436"/>
                <a:gd name="T17" fmla="*/ 218 h 436"/>
                <a:gd name="T18" fmla="*/ 218 w 436"/>
                <a:gd name="T19" fmla="*/ 28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6" h="436">
                  <a:moveTo>
                    <a:pt x="218" y="436"/>
                  </a:moveTo>
                  <a:cubicBezTo>
                    <a:pt x="98" y="436"/>
                    <a:pt x="0" y="339"/>
                    <a:pt x="0" y="218"/>
                  </a:cubicBezTo>
                  <a:cubicBezTo>
                    <a:pt x="0" y="98"/>
                    <a:pt x="98" y="0"/>
                    <a:pt x="218" y="0"/>
                  </a:cubicBezTo>
                  <a:cubicBezTo>
                    <a:pt x="338" y="0"/>
                    <a:pt x="436" y="98"/>
                    <a:pt x="436" y="218"/>
                  </a:cubicBezTo>
                  <a:cubicBezTo>
                    <a:pt x="436" y="339"/>
                    <a:pt x="338" y="436"/>
                    <a:pt x="218" y="436"/>
                  </a:cubicBezTo>
                  <a:close/>
                  <a:moveTo>
                    <a:pt x="218" y="28"/>
                  </a:moveTo>
                  <a:cubicBezTo>
                    <a:pt x="113" y="28"/>
                    <a:pt x="28" y="113"/>
                    <a:pt x="28" y="218"/>
                  </a:cubicBezTo>
                  <a:cubicBezTo>
                    <a:pt x="28" y="323"/>
                    <a:pt x="113" y="409"/>
                    <a:pt x="218" y="409"/>
                  </a:cubicBezTo>
                  <a:cubicBezTo>
                    <a:pt x="323" y="409"/>
                    <a:pt x="409" y="323"/>
                    <a:pt x="409" y="218"/>
                  </a:cubicBezTo>
                  <a:cubicBezTo>
                    <a:pt x="409" y="113"/>
                    <a:pt x="323" y="28"/>
                    <a:pt x="218" y="28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5" name="íŝľî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9E88B75-41BB-473A-A2ED-6E9BA21DE0D6}"/>
                </a:ext>
              </a:extLst>
            </p:cNvPr>
            <p:cNvSpPr/>
            <p:nvPr/>
          </p:nvSpPr>
          <p:spPr bwMode="auto">
            <a:xfrm>
              <a:off x="5400676" y="3757613"/>
              <a:ext cx="12700" cy="146050"/>
            </a:xfrm>
            <a:custGeom>
              <a:avLst/>
              <a:gdLst>
                <a:gd name="T0" fmla="*/ 0 w 7"/>
                <a:gd name="T1" fmla="*/ 0 h 86"/>
                <a:gd name="T2" fmla="*/ 5 w 7"/>
                <a:gd name="T3" fmla="*/ 86 h 86"/>
                <a:gd name="T4" fmla="*/ 7 w 7"/>
                <a:gd name="T5" fmla="*/ 86 h 86"/>
                <a:gd name="T6" fmla="*/ 0 w 7"/>
                <a:gd name="T7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86">
                  <a:moveTo>
                    <a:pt x="0" y="0"/>
                  </a:moveTo>
                  <a:cubicBezTo>
                    <a:pt x="5" y="86"/>
                    <a:pt x="5" y="86"/>
                    <a:pt x="5" y="86"/>
                  </a:cubicBezTo>
                  <a:cubicBezTo>
                    <a:pt x="7" y="86"/>
                    <a:pt x="7" y="86"/>
                    <a:pt x="7" y="86"/>
                  </a:cubicBezTo>
                  <a:cubicBezTo>
                    <a:pt x="4" y="58"/>
                    <a:pt x="2" y="29"/>
                    <a:pt x="0" y="0"/>
                  </a:cubicBezTo>
                </a:path>
              </a:pathLst>
            </a:custGeom>
            <a:solidFill>
              <a:srgbClr val="D8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6" name="isḷí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FD7771D-8B61-49DA-A59B-9C2FCE0436CE}"/>
                </a:ext>
              </a:extLst>
            </p:cNvPr>
            <p:cNvSpPr/>
            <p:nvPr/>
          </p:nvSpPr>
          <p:spPr bwMode="auto">
            <a:xfrm>
              <a:off x="5394326" y="3654425"/>
              <a:ext cx="979488" cy="249238"/>
            </a:xfrm>
            <a:custGeom>
              <a:avLst/>
              <a:gdLst>
                <a:gd name="T0" fmla="*/ 580 w 580"/>
                <a:gd name="T1" fmla="*/ 0 h 147"/>
                <a:gd name="T2" fmla="*/ 0 w 580"/>
                <a:gd name="T3" fmla="*/ 5 h 147"/>
                <a:gd name="T4" fmla="*/ 4 w 580"/>
                <a:gd name="T5" fmla="*/ 61 h 147"/>
                <a:gd name="T6" fmla="*/ 11 w 580"/>
                <a:gd name="T7" fmla="*/ 147 h 147"/>
                <a:gd name="T8" fmla="*/ 567 w 580"/>
                <a:gd name="T9" fmla="*/ 147 h 147"/>
                <a:gd name="T10" fmla="*/ 580 w 580"/>
                <a:gd name="T11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0" h="147">
                  <a:moveTo>
                    <a:pt x="580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6" y="90"/>
                    <a:pt x="8" y="119"/>
                    <a:pt x="11" y="147"/>
                  </a:cubicBezTo>
                  <a:cubicBezTo>
                    <a:pt x="567" y="147"/>
                    <a:pt x="567" y="147"/>
                    <a:pt x="567" y="147"/>
                  </a:cubicBezTo>
                  <a:cubicBezTo>
                    <a:pt x="580" y="0"/>
                    <a:pt x="580" y="0"/>
                    <a:pt x="580" y="0"/>
                  </a:cubicBezTo>
                </a:path>
              </a:pathLst>
            </a:custGeom>
            <a:solidFill>
              <a:srgbClr val="507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7" name="ïşḻî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71187ED-D8F7-4BEE-9355-E56D05152587}"/>
                </a:ext>
              </a:extLst>
            </p:cNvPr>
            <p:cNvSpPr/>
            <p:nvPr/>
          </p:nvSpPr>
          <p:spPr bwMode="auto">
            <a:xfrm>
              <a:off x="5594351" y="4256088"/>
              <a:ext cx="628650" cy="892175"/>
            </a:xfrm>
            <a:custGeom>
              <a:avLst/>
              <a:gdLst>
                <a:gd name="T0" fmla="*/ 337 w 373"/>
                <a:gd name="T1" fmla="*/ 104 h 529"/>
                <a:gd name="T2" fmla="*/ 364 w 373"/>
                <a:gd name="T3" fmla="*/ 229 h 529"/>
                <a:gd name="T4" fmla="*/ 261 w 373"/>
                <a:gd name="T5" fmla="*/ 419 h 529"/>
                <a:gd name="T6" fmla="*/ 237 w 373"/>
                <a:gd name="T7" fmla="*/ 336 h 529"/>
                <a:gd name="T8" fmla="*/ 230 w 373"/>
                <a:gd name="T9" fmla="*/ 529 h 529"/>
                <a:gd name="T10" fmla="*/ 104 w 373"/>
                <a:gd name="T11" fmla="*/ 336 h 529"/>
                <a:gd name="T12" fmla="*/ 94 w 373"/>
                <a:gd name="T13" fmla="*/ 393 h 529"/>
                <a:gd name="T14" fmla="*/ 53 w 373"/>
                <a:gd name="T15" fmla="*/ 348 h 529"/>
                <a:gd name="T16" fmla="*/ 17 w 373"/>
                <a:gd name="T17" fmla="*/ 285 h 529"/>
                <a:gd name="T18" fmla="*/ 16 w 373"/>
                <a:gd name="T19" fmla="*/ 160 h 529"/>
                <a:gd name="T20" fmla="*/ 337 w 373"/>
                <a:gd name="T21" fmla="*/ 104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3" h="529">
                  <a:moveTo>
                    <a:pt x="337" y="104"/>
                  </a:moveTo>
                  <a:cubicBezTo>
                    <a:pt x="363" y="139"/>
                    <a:pt x="373" y="186"/>
                    <a:pt x="364" y="229"/>
                  </a:cubicBezTo>
                  <a:cubicBezTo>
                    <a:pt x="349" y="300"/>
                    <a:pt x="287" y="351"/>
                    <a:pt x="261" y="419"/>
                  </a:cubicBezTo>
                  <a:cubicBezTo>
                    <a:pt x="249" y="392"/>
                    <a:pt x="237" y="365"/>
                    <a:pt x="237" y="336"/>
                  </a:cubicBezTo>
                  <a:cubicBezTo>
                    <a:pt x="224" y="399"/>
                    <a:pt x="221" y="465"/>
                    <a:pt x="230" y="529"/>
                  </a:cubicBezTo>
                  <a:cubicBezTo>
                    <a:pt x="177" y="472"/>
                    <a:pt x="122" y="412"/>
                    <a:pt x="104" y="336"/>
                  </a:cubicBezTo>
                  <a:cubicBezTo>
                    <a:pt x="93" y="352"/>
                    <a:pt x="89" y="374"/>
                    <a:pt x="94" y="393"/>
                  </a:cubicBezTo>
                  <a:cubicBezTo>
                    <a:pt x="91" y="381"/>
                    <a:pt x="62" y="360"/>
                    <a:pt x="53" y="348"/>
                  </a:cubicBezTo>
                  <a:cubicBezTo>
                    <a:pt x="38" y="329"/>
                    <a:pt x="26" y="308"/>
                    <a:pt x="17" y="285"/>
                  </a:cubicBezTo>
                  <a:cubicBezTo>
                    <a:pt x="0" y="244"/>
                    <a:pt x="4" y="202"/>
                    <a:pt x="16" y="160"/>
                  </a:cubicBezTo>
                  <a:cubicBezTo>
                    <a:pt x="50" y="30"/>
                    <a:pt x="261" y="0"/>
                    <a:pt x="337" y="104"/>
                  </a:cubicBezTo>
                </a:path>
              </a:pathLst>
            </a:custGeom>
            <a:solidFill>
              <a:srgbClr val="305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8" name="isli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BD3C069-D1A0-4675-83DF-A6107108C027}"/>
                </a:ext>
              </a:extLst>
            </p:cNvPr>
            <p:cNvSpPr/>
            <p:nvPr/>
          </p:nvSpPr>
          <p:spPr bwMode="auto">
            <a:xfrm>
              <a:off x="5715001" y="4352925"/>
              <a:ext cx="376238" cy="519113"/>
            </a:xfrm>
            <a:custGeom>
              <a:avLst/>
              <a:gdLst>
                <a:gd name="T0" fmla="*/ 208 w 223"/>
                <a:gd name="T1" fmla="*/ 66 h 307"/>
                <a:gd name="T2" fmla="*/ 214 w 223"/>
                <a:gd name="T3" fmla="*/ 142 h 307"/>
                <a:gd name="T4" fmla="*/ 140 w 223"/>
                <a:gd name="T5" fmla="*/ 245 h 307"/>
                <a:gd name="T6" fmla="*/ 132 w 223"/>
                <a:gd name="T7" fmla="*/ 194 h 307"/>
                <a:gd name="T8" fmla="*/ 113 w 223"/>
                <a:gd name="T9" fmla="*/ 307 h 307"/>
                <a:gd name="T10" fmla="*/ 54 w 223"/>
                <a:gd name="T11" fmla="*/ 184 h 307"/>
                <a:gd name="T12" fmla="*/ 44 w 223"/>
                <a:gd name="T13" fmla="*/ 217 h 307"/>
                <a:gd name="T14" fmla="*/ 23 w 223"/>
                <a:gd name="T15" fmla="*/ 188 h 307"/>
                <a:gd name="T16" fmla="*/ 7 w 223"/>
                <a:gd name="T17" fmla="*/ 148 h 307"/>
                <a:gd name="T18" fmla="*/ 16 w 223"/>
                <a:gd name="T19" fmla="*/ 74 h 307"/>
                <a:gd name="T20" fmla="*/ 208 w 223"/>
                <a:gd name="T21" fmla="*/ 66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3" h="307">
                  <a:moveTo>
                    <a:pt x="208" y="66"/>
                  </a:moveTo>
                  <a:cubicBezTo>
                    <a:pt x="221" y="89"/>
                    <a:pt x="223" y="117"/>
                    <a:pt x="214" y="142"/>
                  </a:cubicBezTo>
                  <a:cubicBezTo>
                    <a:pt x="200" y="182"/>
                    <a:pt x="160" y="207"/>
                    <a:pt x="140" y="245"/>
                  </a:cubicBezTo>
                  <a:cubicBezTo>
                    <a:pt x="135" y="228"/>
                    <a:pt x="130" y="211"/>
                    <a:pt x="132" y="194"/>
                  </a:cubicBezTo>
                  <a:cubicBezTo>
                    <a:pt x="119" y="230"/>
                    <a:pt x="113" y="269"/>
                    <a:pt x="113" y="307"/>
                  </a:cubicBezTo>
                  <a:cubicBezTo>
                    <a:pt x="86" y="270"/>
                    <a:pt x="59" y="230"/>
                    <a:pt x="54" y="184"/>
                  </a:cubicBezTo>
                  <a:cubicBezTo>
                    <a:pt x="46" y="193"/>
                    <a:pt x="43" y="205"/>
                    <a:pt x="44" y="217"/>
                  </a:cubicBezTo>
                  <a:cubicBezTo>
                    <a:pt x="43" y="210"/>
                    <a:pt x="27" y="195"/>
                    <a:pt x="23" y="188"/>
                  </a:cubicBezTo>
                  <a:cubicBezTo>
                    <a:pt x="16" y="175"/>
                    <a:pt x="11" y="162"/>
                    <a:pt x="7" y="148"/>
                  </a:cubicBezTo>
                  <a:cubicBezTo>
                    <a:pt x="0" y="123"/>
                    <a:pt x="6" y="99"/>
                    <a:pt x="16" y="74"/>
                  </a:cubicBezTo>
                  <a:cubicBezTo>
                    <a:pt x="46" y="1"/>
                    <a:pt x="172" y="0"/>
                    <a:pt x="208" y="66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9" name="îṣļi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A2CCFD5-5EB6-4667-B0A6-EE39856ED36D}"/>
                </a:ext>
              </a:extLst>
            </p:cNvPr>
            <p:cNvSpPr/>
            <p:nvPr/>
          </p:nvSpPr>
          <p:spPr bwMode="auto">
            <a:xfrm>
              <a:off x="5603876" y="4324350"/>
              <a:ext cx="560388" cy="312738"/>
            </a:xfrm>
            <a:custGeom>
              <a:avLst/>
              <a:gdLst>
                <a:gd name="T0" fmla="*/ 10 w 332"/>
                <a:gd name="T1" fmla="*/ 118 h 185"/>
                <a:gd name="T2" fmla="*/ 10 w 332"/>
                <a:gd name="T3" fmla="*/ 119 h 185"/>
                <a:gd name="T4" fmla="*/ 0 w 332"/>
                <a:gd name="T5" fmla="*/ 185 h 185"/>
                <a:gd name="T6" fmla="*/ 10 w 332"/>
                <a:gd name="T7" fmla="*/ 119 h 185"/>
                <a:gd name="T8" fmla="*/ 10 w 332"/>
                <a:gd name="T9" fmla="*/ 118 h 185"/>
                <a:gd name="T10" fmla="*/ 10 w 332"/>
                <a:gd name="T11" fmla="*/ 117 h 185"/>
                <a:gd name="T12" fmla="*/ 10 w 332"/>
                <a:gd name="T13" fmla="*/ 117 h 185"/>
                <a:gd name="T14" fmla="*/ 10 w 332"/>
                <a:gd name="T15" fmla="*/ 117 h 185"/>
                <a:gd name="T16" fmla="*/ 332 w 332"/>
                <a:gd name="T17" fmla="*/ 64 h 185"/>
                <a:gd name="T18" fmla="*/ 332 w 332"/>
                <a:gd name="T19" fmla="*/ 64 h 185"/>
                <a:gd name="T20" fmla="*/ 332 w 332"/>
                <a:gd name="T21" fmla="*/ 64 h 185"/>
                <a:gd name="T22" fmla="*/ 332 w 332"/>
                <a:gd name="T23" fmla="*/ 64 h 185"/>
                <a:gd name="T24" fmla="*/ 200 w 332"/>
                <a:gd name="T25" fmla="*/ 1 h 185"/>
                <a:gd name="T26" fmla="*/ 301 w 332"/>
                <a:gd name="T27" fmla="*/ 33 h 185"/>
                <a:gd name="T28" fmla="*/ 300 w 332"/>
                <a:gd name="T29" fmla="*/ 32 h 185"/>
                <a:gd name="T30" fmla="*/ 264 w 332"/>
                <a:gd name="T31" fmla="*/ 13 h 185"/>
                <a:gd name="T32" fmla="*/ 200 w 332"/>
                <a:gd name="T33" fmla="*/ 1 h 185"/>
                <a:gd name="T34" fmla="*/ 199 w 332"/>
                <a:gd name="T35" fmla="*/ 1 h 185"/>
                <a:gd name="T36" fmla="*/ 200 w 332"/>
                <a:gd name="T37" fmla="*/ 1 h 185"/>
                <a:gd name="T38" fmla="*/ 199 w 332"/>
                <a:gd name="T39" fmla="*/ 1 h 185"/>
                <a:gd name="T40" fmla="*/ 198 w 332"/>
                <a:gd name="T41" fmla="*/ 1 h 185"/>
                <a:gd name="T42" fmla="*/ 199 w 332"/>
                <a:gd name="T43" fmla="*/ 1 h 185"/>
                <a:gd name="T44" fmla="*/ 198 w 332"/>
                <a:gd name="T45" fmla="*/ 1 h 185"/>
                <a:gd name="T46" fmla="*/ 197 w 332"/>
                <a:gd name="T47" fmla="*/ 1 h 185"/>
                <a:gd name="T48" fmla="*/ 197 w 332"/>
                <a:gd name="T49" fmla="*/ 1 h 185"/>
                <a:gd name="T50" fmla="*/ 197 w 332"/>
                <a:gd name="T51" fmla="*/ 1 h 185"/>
                <a:gd name="T52" fmla="*/ 196 w 332"/>
                <a:gd name="T53" fmla="*/ 0 h 185"/>
                <a:gd name="T54" fmla="*/ 196 w 332"/>
                <a:gd name="T55" fmla="*/ 0 h 185"/>
                <a:gd name="T56" fmla="*/ 196 w 332"/>
                <a:gd name="T57" fmla="*/ 0 h 185"/>
                <a:gd name="T58" fmla="*/ 195 w 332"/>
                <a:gd name="T59" fmla="*/ 0 h 185"/>
                <a:gd name="T60" fmla="*/ 195 w 332"/>
                <a:gd name="T61" fmla="*/ 0 h 185"/>
                <a:gd name="T62" fmla="*/ 195 w 332"/>
                <a:gd name="T63" fmla="*/ 0 h 185"/>
                <a:gd name="T64" fmla="*/ 195 w 332"/>
                <a:gd name="T65" fmla="*/ 0 h 185"/>
                <a:gd name="T66" fmla="*/ 191 w 332"/>
                <a:gd name="T67" fmla="*/ 0 h 185"/>
                <a:gd name="T68" fmla="*/ 62 w 332"/>
                <a:gd name="T69" fmla="*/ 42 h 185"/>
                <a:gd name="T70" fmla="*/ 59 w 332"/>
                <a:gd name="T71" fmla="*/ 45 h 185"/>
                <a:gd name="T72" fmla="*/ 192 w 332"/>
                <a:gd name="T73" fmla="*/ 0 h 185"/>
                <a:gd name="T74" fmla="*/ 194 w 332"/>
                <a:gd name="T75" fmla="*/ 0 h 185"/>
                <a:gd name="T76" fmla="*/ 191 w 332"/>
                <a:gd name="T77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2" h="185">
                  <a:moveTo>
                    <a:pt x="10" y="118"/>
                  </a:moveTo>
                  <a:cubicBezTo>
                    <a:pt x="10" y="118"/>
                    <a:pt x="10" y="118"/>
                    <a:pt x="10" y="119"/>
                  </a:cubicBezTo>
                  <a:cubicBezTo>
                    <a:pt x="4" y="141"/>
                    <a:pt x="0" y="163"/>
                    <a:pt x="0" y="185"/>
                  </a:cubicBezTo>
                  <a:cubicBezTo>
                    <a:pt x="0" y="163"/>
                    <a:pt x="4" y="141"/>
                    <a:pt x="10" y="119"/>
                  </a:cubicBezTo>
                  <a:cubicBezTo>
                    <a:pt x="10" y="118"/>
                    <a:pt x="10" y="118"/>
                    <a:pt x="10" y="118"/>
                  </a:cubicBezTo>
                  <a:moveTo>
                    <a:pt x="10" y="117"/>
                  </a:moveTo>
                  <a:cubicBezTo>
                    <a:pt x="10" y="117"/>
                    <a:pt x="10" y="117"/>
                    <a:pt x="10" y="117"/>
                  </a:cubicBezTo>
                  <a:cubicBezTo>
                    <a:pt x="10" y="117"/>
                    <a:pt x="10" y="117"/>
                    <a:pt x="10" y="117"/>
                  </a:cubicBezTo>
                  <a:moveTo>
                    <a:pt x="332" y="64"/>
                  </a:moveTo>
                  <a:cubicBezTo>
                    <a:pt x="332" y="64"/>
                    <a:pt x="332" y="64"/>
                    <a:pt x="332" y="64"/>
                  </a:cubicBezTo>
                  <a:cubicBezTo>
                    <a:pt x="332" y="64"/>
                    <a:pt x="332" y="64"/>
                    <a:pt x="332" y="64"/>
                  </a:cubicBezTo>
                  <a:cubicBezTo>
                    <a:pt x="332" y="64"/>
                    <a:pt x="332" y="64"/>
                    <a:pt x="332" y="64"/>
                  </a:cubicBezTo>
                  <a:moveTo>
                    <a:pt x="200" y="1"/>
                  </a:moveTo>
                  <a:cubicBezTo>
                    <a:pt x="237" y="2"/>
                    <a:pt x="273" y="13"/>
                    <a:pt x="301" y="33"/>
                  </a:cubicBezTo>
                  <a:cubicBezTo>
                    <a:pt x="301" y="33"/>
                    <a:pt x="300" y="32"/>
                    <a:pt x="300" y="32"/>
                  </a:cubicBezTo>
                  <a:cubicBezTo>
                    <a:pt x="289" y="24"/>
                    <a:pt x="277" y="18"/>
                    <a:pt x="264" y="13"/>
                  </a:cubicBezTo>
                  <a:cubicBezTo>
                    <a:pt x="243" y="5"/>
                    <a:pt x="222" y="1"/>
                    <a:pt x="200" y="1"/>
                  </a:cubicBezTo>
                  <a:moveTo>
                    <a:pt x="199" y="1"/>
                  </a:moveTo>
                  <a:cubicBezTo>
                    <a:pt x="199" y="1"/>
                    <a:pt x="200" y="1"/>
                    <a:pt x="200" y="1"/>
                  </a:cubicBezTo>
                  <a:cubicBezTo>
                    <a:pt x="200" y="1"/>
                    <a:pt x="199" y="1"/>
                    <a:pt x="199" y="1"/>
                  </a:cubicBezTo>
                  <a:moveTo>
                    <a:pt x="198" y="1"/>
                  </a:moveTo>
                  <a:cubicBezTo>
                    <a:pt x="198" y="1"/>
                    <a:pt x="198" y="1"/>
                    <a:pt x="199" y="1"/>
                  </a:cubicBezTo>
                  <a:cubicBezTo>
                    <a:pt x="198" y="1"/>
                    <a:pt x="198" y="1"/>
                    <a:pt x="198" y="1"/>
                  </a:cubicBezTo>
                  <a:moveTo>
                    <a:pt x="197" y="1"/>
                  </a:move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moveTo>
                    <a:pt x="196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6" y="0"/>
                    <a:pt x="196" y="0"/>
                    <a:pt x="196" y="0"/>
                  </a:cubicBezTo>
                  <a:moveTo>
                    <a:pt x="195" y="0"/>
                  </a:moveTo>
                  <a:cubicBezTo>
                    <a:pt x="195" y="0"/>
                    <a:pt x="195" y="0"/>
                    <a:pt x="195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0"/>
                    <a:pt x="195" y="0"/>
                    <a:pt x="195" y="0"/>
                  </a:cubicBezTo>
                  <a:moveTo>
                    <a:pt x="191" y="0"/>
                  </a:moveTo>
                  <a:cubicBezTo>
                    <a:pt x="146" y="0"/>
                    <a:pt x="99" y="14"/>
                    <a:pt x="62" y="42"/>
                  </a:cubicBezTo>
                  <a:cubicBezTo>
                    <a:pt x="61" y="43"/>
                    <a:pt x="60" y="44"/>
                    <a:pt x="59" y="45"/>
                  </a:cubicBezTo>
                  <a:cubicBezTo>
                    <a:pt x="94" y="16"/>
                    <a:pt x="143" y="0"/>
                    <a:pt x="192" y="0"/>
                  </a:cubicBezTo>
                  <a:cubicBezTo>
                    <a:pt x="192" y="0"/>
                    <a:pt x="193" y="0"/>
                    <a:pt x="194" y="0"/>
                  </a:cubicBezTo>
                  <a:cubicBezTo>
                    <a:pt x="193" y="0"/>
                    <a:pt x="192" y="0"/>
                    <a:pt x="191" y="0"/>
                  </a:cubicBezTo>
                </a:path>
              </a:pathLst>
            </a:custGeom>
            <a:solidFill>
              <a:srgbClr val="E8E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0" name="ïṥļî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9AAF34D-B3ED-4E62-B69A-3524C42AD400}"/>
                </a:ext>
              </a:extLst>
            </p:cNvPr>
            <p:cNvSpPr/>
            <p:nvPr/>
          </p:nvSpPr>
          <p:spPr bwMode="auto">
            <a:xfrm>
              <a:off x="5603876" y="4324350"/>
              <a:ext cx="560388" cy="466725"/>
            </a:xfrm>
            <a:custGeom>
              <a:avLst/>
              <a:gdLst>
                <a:gd name="T0" fmla="*/ 192 w 332"/>
                <a:gd name="T1" fmla="*/ 0 h 276"/>
                <a:gd name="T2" fmla="*/ 59 w 332"/>
                <a:gd name="T3" fmla="*/ 45 h 276"/>
                <a:gd name="T4" fmla="*/ 10 w 332"/>
                <a:gd name="T5" fmla="*/ 117 h 276"/>
                <a:gd name="T6" fmla="*/ 10 w 332"/>
                <a:gd name="T7" fmla="*/ 117 h 276"/>
                <a:gd name="T8" fmla="*/ 10 w 332"/>
                <a:gd name="T9" fmla="*/ 118 h 276"/>
                <a:gd name="T10" fmla="*/ 10 w 332"/>
                <a:gd name="T11" fmla="*/ 119 h 276"/>
                <a:gd name="T12" fmla="*/ 0 w 332"/>
                <a:gd name="T13" fmla="*/ 185 h 276"/>
                <a:gd name="T14" fmla="*/ 11 w 332"/>
                <a:gd name="T15" fmla="*/ 244 h 276"/>
                <a:gd name="T16" fmla="*/ 26 w 332"/>
                <a:gd name="T17" fmla="*/ 276 h 276"/>
                <a:gd name="T18" fmla="*/ 19 w 332"/>
                <a:gd name="T19" fmla="*/ 184 h 276"/>
                <a:gd name="T20" fmla="*/ 127 w 332"/>
                <a:gd name="T21" fmla="*/ 39 h 276"/>
                <a:gd name="T22" fmla="*/ 195 w 332"/>
                <a:gd name="T23" fmla="*/ 27 h 276"/>
                <a:gd name="T24" fmla="*/ 227 w 332"/>
                <a:gd name="T25" fmla="*/ 29 h 276"/>
                <a:gd name="T26" fmla="*/ 332 w 332"/>
                <a:gd name="T27" fmla="*/ 64 h 276"/>
                <a:gd name="T28" fmla="*/ 332 w 332"/>
                <a:gd name="T29" fmla="*/ 64 h 276"/>
                <a:gd name="T30" fmla="*/ 319 w 332"/>
                <a:gd name="T31" fmla="*/ 48 h 276"/>
                <a:gd name="T32" fmla="*/ 301 w 332"/>
                <a:gd name="T33" fmla="*/ 33 h 276"/>
                <a:gd name="T34" fmla="*/ 200 w 332"/>
                <a:gd name="T35" fmla="*/ 1 h 276"/>
                <a:gd name="T36" fmla="*/ 200 w 332"/>
                <a:gd name="T37" fmla="*/ 1 h 276"/>
                <a:gd name="T38" fmla="*/ 199 w 332"/>
                <a:gd name="T39" fmla="*/ 1 h 276"/>
                <a:gd name="T40" fmla="*/ 199 w 332"/>
                <a:gd name="T41" fmla="*/ 1 h 276"/>
                <a:gd name="T42" fmla="*/ 198 w 332"/>
                <a:gd name="T43" fmla="*/ 1 h 276"/>
                <a:gd name="T44" fmla="*/ 197 w 332"/>
                <a:gd name="T45" fmla="*/ 1 h 276"/>
                <a:gd name="T46" fmla="*/ 197 w 332"/>
                <a:gd name="T47" fmla="*/ 1 h 276"/>
                <a:gd name="T48" fmla="*/ 196 w 332"/>
                <a:gd name="T49" fmla="*/ 0 h 276"/>
                <a:gd name="T50" fmla="*/ 196 w 332"/>
                <a:gd name="T51" fmla="*/ 0 h 276"/>
                <a:gd name="T52" fmla="*/ 195 w 332"/>
                <a:gd name="T53" fmla="*/ 0 h 276"/>
                <a:gd name="T54" fmla="*/ 195 w 332"/>
                <a:gd name="T55" fmla="*/ 0 h 276"/>
                <a:gd name="T56" fmla="*/ 194 w 332"/>
                <a:gd name="T57" fmla="*/ 0 h 276"/>
                <a:gd name="T58" fmla="*/ 192 w 332"/>
                <a:gd name="T59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32" h="276">
                  <a:moveTo>
                    <a:pt x="192" y="0"/>
                  </a:moveTo>
                  <a:cubicBezTo>
                    <a:pt x="143" y="0"/>
                    <a:pt x="94" y="16"/>
                    <a:pt x="59" y="45"/>
                  </a:cubicBezTo>
                  <a:cubicBezTo>
                    <a:pt x="36" y="64"/>
                    <a:pt x="18" y="88"/>
                    <a:pt x="10" y="117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10" y="118"/>
                    <a:pt x="10" y="118"/>
                    <a:pt x="10" y="118"/>
                  </a:cubicBezTo>
                  <a:cubicBezTo>
                    <a:pt x="10" y="118"/>
                    <a:pt x="10" y="118"/>
                    <a:pt x="10" y="119"/>
                  </a:cubicBezTo>
                  <a:cubicBezTo>
                    <a:pt x="4" y="141"/>
                    <a:pt x="0" y="163"/>
                    <a:pt x="0" y="185"/>
                  </a:cubicBezTo>
                  <a:cubicBezTo>
                    <a:pt x="0" y="205"/>
                    <a:pt x="3" y="224"/>
                    <a:pt x="11" y="244"/>
                  </a:cubicBezTo>
                  <a:cubicBezTo>
                    <a:pt x="16" y="255"/>
                    <a:pt x="21" y="266"/>
                    <a:pt x="26" y="276"/>
                  </a:cubicBezTo>
                  <a:cubicBezTo>
                    <a:pt x="13" y="253"/>
                    <a:pt x="16" y="210"/>
                    <a:pt x="19" y="184"/>
                  </a:cubicBezTo>
                  <a:cubicBezTo>
                    <a:pt x="27" y="120"/>
                    <a:pt x="64" y="61"/>
                    <a:pt x="127" y="39"/>
                  </a:cubicBezTo>
                  <a:cubicBezTo>
                    <a:pt x="149" y="31"/>
                    <a:pt x="172" y="27"/>
                    <a:pt x="195" y="27"/>
                  </a:cubicBezTo>
                  <a:cubicBezTo>
                    <a:pt x="206" y="27"/>
                    <a:pt x="216" y="28"/>
                    <a:pt x="227" y="29"/>
                  </a:cubicBezTo>
                  <a:cubicBezTo>
                    <a:pt x="264" y="34"/>
                    <a:pt x="300" y="46"/>
                    <a:pt x="332" y="64"/>
                  </a:cubicBezTo>
                  <a:cubicBezTo>
                    <a:pt x="332" y="64"/>
                    <a:pt x="332" y="64"/>
                    <a:pt x="332" y="64"/>
                  </a:cubicBezTo>
                  <a:cubicBezTo>
                    <a:pt x="327" y="61"/>
                    <a:pt x="323" y="52"/>
                    <a:pt x="319" y="48"/>
                  </a:cubicBezTo>
                  <a:cubicBezTo>
                    <a:pt x="313" y="43"/>
                    <a:pt x="307" y="38"/>
                    <a:pt x="301" y="33"/>
                  </a:cubicBezTo>
                  <a:cubicBezTo>
                    <a:pt x="273" y="13"/>
                    <a:pt x="237" y="2"/>
                    <a:pt x="200" y="1"/>
                  </a:cubicBezTo>
                  <a:cubicBezTo>
                    <a:pt x="200" y="1"/>
                    <a:pt x="200" y="1"/>
                    <a:pt x="200" y="1"/>
                  </a:cubicBezTo>
                  <a:cubicBezTo>
                    <a:pt x="200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8" y="1"/>
                    <a:pt x="198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6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0"/>
                    <a:pt x="195" y="0"/>
                    <a:pt x="195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0"/>
                    <a:pt x="195" y="0"/>
                    <a:pt x="194" y="0"/>
                  </a:cubicBezTo>
                  <a:cubicBezTo>
                    <a:pt x="193" y="0"/>
                    <a:pt x="192" y="0"/>
                    <a:pt x="192" y="0"/>
                  </a:cubicBezTo>
                </a:path>
              </a:pathLst>
            </a:custGeom>
            <a:solidFill>
              <a:srgbClr val="2C4C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1" name="íSľîḓ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F6E1EAA-99E7-4AF2-9592-6117D2105132}"/>
                </a:ext>
              </a:extLst>
            </p:cNvPr>
            <p:cNvSpPr/>
            <p:nvPr/>
          </p:nvSpPr>
          <p:spPr bwMode="auto">
            <a:xfrm>
              <a:off x="3197226" y="3492500"/>
              <a:ext cx="1258888" cy="1257300"/>
            </a:xfrm>
            <a:prstGeom prst="ellipse">
              <a:avLst/>
            </a:pr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2" name="işļíḋ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A41F545-2C22-4C55-A517-63FCED1C5715}"/>
                </a:ext>
              </a:extLst>
            </p:cNvPr>
            <p:cNvSpPr/>
            <p:nvPr/>
          </p:nvSpPr>
          <p:spPr bwMode="auto">
            <a:xfrm>
              <a:off x="3311526" y="3822700"/>
              <a:ext cx="966788" cy="744538"/>
            </a:xfrm>
            <a:custGeom>
              <a:avLst/>
              <a:gdLst>
                <a:gd name="T0" fmla="*/ 570 w 572"/>
                <a:gd name="T1" fmla="*/ 3 h 442"/>
                <a:gd name="T2" fmla="*/ 566 w 572"/>
                <a:gd name="T3" fmla="*/ 1 h 442"/>
                <a:gd name="T4" fmla="*/ 516 w 572"/>
                <a:gd name="T5" fmla="*/ 10 h 442"/>
                <a:gd name="T6" fmla="*/ 397 w 572"/>
                <a:gd name="T7" fmla="*/ 32 h 442"/>
                <a:gd name="T8" fmla="*/ 254 w 572"/>
                <a:gd name="T9" fmla="*/ 59 h 442"/>
                <a:gd name="T10" fmla="*/ 130 w 572"/>
                <a:gd name="T11" fmla="*/ 82 h 442"/>
                <a:gd name="T12" fmla="*/ 70 w 572"/>
                <a:gd name="T13" fmla="*/ 93 h 442"/>
                <a:gd name="T14" fmla="*/ 69 w 572"/>
                <a:gd name="T15" fmla="*/ 93 h 442"/>
                <a:gd name="T16" fmla="*/ 67 w 572"/>
                <a:gd name="T17" fmla="*/ 94 h 442"/>
                <a:gd name="T18" fmla="*/ 65 w 572"/>
                <a:gd name="T19" fmla="*/ 94 h 442"/>
                <a:gd name="T20" fmla="*/ 65 w 572"/>
                <a:gd name="T21" fmla="*/ 95 h 442"/>
                <a:gd name="T22" fmla="*/ 66 w 572"/>
                <a:gd name="T23" fmla="*/ 102 h 442"/>
                <a:gd name="T24" fmla="*/ 146 w 572"/>
                <a:gd name="T25" fmla="*/ 191 h 442"/>
                <a:gd name="T26" fmla="*/ 153 w 572"/>
                <a:gd name="T27" fmla="*/ 198 h 442"/>
                <a:gd name="T28" fmla="*/ 1 w 572"/>
                <a:gd name="T29" fmla="*/ 302 h 442"/>
                <a:gd name="T30" fmla="*/ 2 w 572"/>
                <a:gd name="T31" fmla="*/ 303 h 442"/>
                <a:gd name="T32" fmla="*/ 1 w 572"/>
                <a:gd name="T33" fmla="*/ 309 h 442"/>
                <a:gd name="T34" fmla="*/ 64 w 572"/>
                <a:gd name="T35" fmla="*/ 400 h 442"/>
                <a:gd name="T36" fmla="*/ 79 w 572"/>
                <a:gd name="T37" fmla="*/ 423 h 442"/>
                <a:gd name="T38" fmla="*/ 86 w 572"/>
                <a:gd name="T39" fmla="*/ 424 h 442"/>
                <a:gd name="T40" fmla="*/ 139 w 572"/>
                <a:gd name="T41" fmla="*/ 388 h 442"/>
                <a:gd name="T42" fmla="*/ 222 w 572"/>
                <a:gd name="T43" fmla="*/ 331 h 442"/>
                <a:gd name="T44" fmla="*/ 237 w 572"/>
                <a:gd name="T45" fmla="*/ 321 h 442"/>
                <a:gd name="T46" fmla="*/ 289 w 572"/>
                <a:gd name="T47" fmla="*/ 423 h 442"/>
                <a:gd name="T48" fmla="*/ 296 w 572"/>
                <a:gd name="T49" fmla="*/ 439 h 442"/>
                <a:gd name="T50" fmla="*/ 305 w 572"/>
                <a:gd name="T51" fmla="*/ 438 h 442"/>
                <a:gd name="T52" fmla="*/ 331 w 572"/>
                <a:gd name="T53" fmla="*/ 395 h 442"/>
                <a:gd name="T54" fmla="*/ 395 w 572"/>
                <a:gd name="T55" fmla="*/ 292 h 442"/>
                <a:gd name="T56" fmla="*/ 471 w 572"/>
                <a:gd name="T57" fmla="*/ 168 h 442"/>
                <a:gd name="T58" fmla="*/ 538 w 572"/>
                <a:gd name="T59" fmla="*/ 61 h 442"/>
                <a:gd name="T60" fmla="*/ 560 w 572"/>
                <a:gd name="T61" fmla="*/ 25 h 442"/>
                <a:gd name="T62" fmla="*/ 570 w 572"/>
                <a:gd name="T63" fmla="*/ 9 h 442"/>
                <a:gd name="T64" fmla="*/ 570 w 572"/>
                <a:gd name="T65" fmla="*/ 8 h 442"/>
                <a:gd name="T66" fmla="*/ 570 w 572"/>
                <a:gd name="T67" fmla="*/ 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2" h="442">
                  <a:moveTo>
                    <a:pt x="570" y="3"/>
                  </a:moveTo>
                  <a:cubicBezTo>
                    <a:pt x="570" y="1"/>
                    <a:pt x="568" y="0"/>
                    <a:pt x="566" y="1"/>
                  </a:cubicBezTo>
                  <a:cubicBezTo>
                    <a:pt x="549" y="4"/>
                    <a:pt x="533" y="7"/>
                    <a:pt x="516" y="10"/>
                  </a:cubicBezTo>
                  <a:cubicBezTo>
                    <a:pt x="477" y="17"/>
                    <a:pt x="437" y="25"/>
                    <a:pt x="397" y="32"/>
                  </a:cubicBezTo>
                  <a:cubicBezTo>
                    <a:pt x="350" y="41"/>
                    <a:pt x="302" y="50"/>
                    <a:pt x="254" y="59"/>
                  </a:cubicBezTo>
                  <a:cubicBezTo>
                    <a:pt x="213" y="67"/>
                    <a:pt x="172" y="74"/>
                    <a:pt x="130" y="82"/>
                  </a:cubicBezTo>
                  <a:cubicBezTo>
                    <a:pt x="110" y="86"/>
                    <a:pt x="90" y="89"/>
                    <a:pt x="70" y="93"/>
                  </a:cubicBezTo>
                  <a:cubicBezTo>
                    <a:pt x="69" y="93"/>
                    <a:pt x="69" y="93"/>
                    <a:pt x="69" y="93"/>
                  </a:cubicBezTo>
                  <a:cubicBezTo>
                    <a:pt x="68" y="93"/>
                    <a:pt x="68" y="94"/>
                    <a:pt x="67" y="94"/>
                  </a:cubicBezTo>
                  <a:cubicBezTo>
                    <a:pt x="65" y="94"/>
                    <a:pt x="65" y="94"/>
                    <a:pt x="65" y="94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4" y="97"/>
                    <a:pt x="64" y="100"/>
                    <a:pt x="66" y="102"/>
                  </a:cubicBezTo>
                  <a:cubicBezTo>
                    <a:pt x="93" y="132"/>
                    <a:pt x="119" y="161"/>
                    <a:pt x="146" y="191"/>
                  </a:cubicBezTo>
                  <a:cubicBezTo>
                    <a:pt x="149" y="193"/>
                    <a:pt x="151" y="196"/>
                    <a:pt x="153" y="198"/>
                  </a:cubicBezTo>
                  <a:cubicBezTo>
                    <a:pt x="1" y="302"/>
                    <a:pt x="1" y="302"/>
                    <a:pt x="1" y="302"/>
                  </a:cubicBezTo>
                  <a:cubicBezTo>
                    <a:pt x="2" y="303"/>
                    <a:pt x="2" y="303"/>
                    <a:pt x="2" y="303"/>
                  </a:cubicBezTo>
                  <a:cubicBezTo>
                    <a:pt x="0" y="305"/>
                    <a:pt x="0" y="307"/>
                    <a:pt x="1" y="309"/>
                  </a:cubicBezTo>
                  <a:cubicBezTo>
                    <a:pt x="22" y="339"/>
                    <a:pt x="43" y="369"/>
                    <a:pt x="64" y="400"/>
                  </a:cubicBezTo>
                  <a:cubicBezTo>
                    <a:pt x="69" y="407"/>
                    <a:pt x="74" y="415"/>
                    <a:pt x="79" y="423"/>
                  </a:cubicBezTo>
                  <a:cubicBezTo>
                    <a:pt x="81" y="425"/>
                    <a:pt x="84" y="426"/>
                    <a:pt x="86" y="424"/>
                  </a:cubicBezTo>
                  <a:cubicBezTo>
                    <a:pt x="104" y="412"/>
                    <a:pt x="121" y="400"/>
                    <a:pt x="139" y="388"/>
                  </a:cubicBezTo>
                  <a:cubicBezTo>
                    <a:pt x="167" y="369"/>
                    <a:pt x="195" y="350"/>
                    <a:pt x="222" y="331"/>
                  </a:cubicBezTo>
                  <a:cubicBezTo>
                    <a:pt x="227" y="328"/>
                    <a:pt x="232" y="324"/>
                    <a:pt x="237" y="321"/>
                  </a:cubicBezTo>
                  <a:cubicBezTo>
                    <a:pt x="254" y="355"/>
                    <a:pt x="272" y="389"/>
                    <a:pt x="289" y="423"/>
                  </a:cubicBezTo>
                  <a:cubicBezTo>
                    <a:pt x="291" y="428"/>
                    <a:pt x="294" y="433"/>
                    <a:pt x="296" y="439"/>
                  </a:cubicBezTo>
                  <a:cubicBezTo>
                    <a:pt x="298" y="442"/>
                    <a:pt x="303" y="441"/>
                    <a:pt x="305" y="438"/>
                  </a:cubicBezTo>
                  <a:cubicBezTo>
                    <a:pt x="314" y="424"/>
                    <a:pt x="323" y="409"/>
                    <a:pt x="331" y="395"/>
                  </a:cubicBezTo>
                  <a:cubicBezTo>
                    <a:pt x="353" y="361"/>
                    <a:pt x="374" y="327"/>
                    <a:pt x="395" y="292"/>
                  </a:cubicBezTo>
                  <a:cubicBezTo>
                    <a:pt x="420" y="251"/>
                    <a:pt x="446" y="210"/>
                    <a:pt x="471" y="168"/>
                  </a:cubicBezTo>
                  <a:cubicBezTo>
                    <a:pt x="494" y="133"/>
                    <a:pt x="516" y="97"/>
                    <a:pt x="538" y="61"/>
                  </a:cubicBezTo>
                  <a:cubicBezTo>
                    <a:pt x="545" y="49"/>
                    <a:pt x="552" y="37"/>
                    <a:pt x="560" y="25"/>
                  </a:cubicBezTo>
                  <a:cubicBezTo>
                    <a:pt x="563" y="20"/>
                    <a:pt x="567" y="14"/>
                    <a:pt x="570" y="9"/>
                  </a:cubicBezTo>
                  <a:cubicBezTo>
                    <a:pt x="570" y="8"/>
                    <a:pt x="570" y="8"/>
                    <a:pt x="570" y="8"/>
                  </a:cubicBezTo>
                  <a:cubicBezTo>
                    <a:pt x="572" y="6"/>
                    <a:pt x="571" y="4"/>
                    <a:pt x="57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3" name="îŝlîḓ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A3F8928-DEF9-4A4F-81B5-07CB2565B914}"/>
                </a:ext>
              </a:extLst>
            </p:cNvPr>
            <p:cNvSpPr/>
            <p:nvPr/>
          </p:nvSpPr>
          <p:spPr bwMode="auto">
            <a:xfrm>
              <a:off x="7383463" y="3675063"/>
              <a:ext cx="1352550" cy="1350963"/>
            </a:xfrm>
            <a:custGeom>
              <a:avLst/>
              <a:gdLst>
                <a:gd name="T0" fmla="*/ 344 w 801"/>
                <a:gd name="T1" fmla="*/ 770 h 801"/>
                <a:gd name="T2" fmla="*/ 31 w 801"/>
                <a:gd name="T3" fmla="*/ 344 h 801"/>
                <a:gd name="T4" fmla="*/ 457 w 801"/>
                <a:gd name="T5" fmla="*/ 31 h 801"/>
                <a:gd name="T6" fmla="*/ 770 w 801"/>
                <a:gd name="T7" fmla="*/ 457 h 801"/>
                <a:gd name="T8" fmla="*/ 344 w 801"/>
                <a:gd name="T9" fmla="*/ 77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1" h="801">
                  <a:moveTo>
                    <a:pt x="344" y="770"/>
                  </a:moveTo>
                  <a:cubicBezTo>
                    <a:pt x="140" y="739"/>
                    <a:pt x="0" y="548"/>
                    <a:pt x="31" y="344"/>
                  </a:cubicBezTo>
                  <a:cubicBezTo>
                    <a:pt x="62" y="140"/>
                    <a:pt x="253" y="0"/>
                    <a:pt x="457" y="31"/>
                  </a:cubicBezTo>
                  <a:cubicBezTo>
                    <a:pt x="661" y="62"/>
                    <a:pt x="801" y="253"/>
                    <a:pt x="770" y="457"/>
                  </a:cubicBezTo>
                  <a:cubicBezTo>
                    <a:pt x="738" y="661"/>
                    <a:pt x="548" y="801"/>
                    <a:pt x="344" y="770"/>
                  </a:cubicBezTo>
                  <a:close/>
                </a:path>
              </a:pathLst>
            </a:cu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4" name="i$ḷï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A6DDB2C-A0EB-4110-A0FA-54D0B94BDD75}"/>
                </a:ext>
              </a:extLst>
            </p:cNvPr>
            <p:cNvSpPr/>
            <p:nvPr/>
          </p:nvSpPr>
          <p:spPr bwMode="auto">
            <a:xfrm>
              <a:off x="7556501" y="3810000"/>
              <a:ext cx="1016000" cy="1046163"/>
            </a:xfrm>
            <a:custGeom>
              <a:avLst/>
              <a:gdLst>
                <a:gd name="T0" fmla="*/ 0 w 602"/>
                <a:gd name="T1" fmla="*/ 310 h 620"/>
                <a:gd name="T2" fmla="*/ 602 w 602"/>
                <a:gd name="T3" fmla="*/ 310 h 620"/>
                <a:gd name="T4" fmla="*/ 325 w 602"/>
                <a:gd name="T5" fmla="*/ 595 h 620"/>
                <a:gd name="T6" fmla="*/ 313 w 602"/>
                <a:gd name="T7" fmla="*/ 452 h 620"/>
                <a:gd name="T8" fmla="*/ 325 w 602"/>
                <a:gd name="T9" fmla="*/ 595 h 620"/>
                <a:gd name="T10" fmla="*/ 289 w 602"/>
                <a:gd name="T11" fmla="*/ 452 h 620"/>
                <a:gd name="T12" fmla="*/ 277 w 602"/>
                <a:gd name="T13" fmla="*/ 595 h 620"/>
                <a:gd name="T14" fmla="*/ 277 w 602"/>
                <a:gd name="T15" fmla="*/ 25 h 620"/>
                <a:gd name="T16" fmla="*/ 289 w 602"/>
                <a:gd name="T17" fmla="*/ 168 h 620"/>
                <a:gd name="T18" fmla="*/ 277 w 602"/>
                <a:gd name="T19" fmla="*/ 25 h 620"/>
                <a:gd name="T20" fmla="*/ 313 w 602"/>
                <a:gd name="T21" fmla="*/ 168 h 620"/>
                <a:gd name="T22" fmla="*/ 327 w 602"/>
                <a:gd name="T23" fmla="*/ 25 h 620"/>
                <a:gd name="T24" fmla="*/ 415 w 602"/>
                <a:gd name="T25" fmla="*/ 150 h 620"/>
                <a:gd name="T26" fmla="*/ 424 w 602"/>
                <a:gd name="T27" fmla="*/ 173 h 620"/>
                <a:gd name="T28" fmla="*/ 313 w 602"/>
                <a:gd name="T29" fmla="*/ 298 h 620"/>
                <a:gd name="T30" fmla="*/ 289 w 602"/>
                <a:gd name="T31" fmla="*/ 192 h 620"/>
                <a:gd name="T32" fmla="*/ 154 w 602"/>
                <a:gd name="T33" fmla="*/ 298 h 620"/>
                <a:gd name="T34" fmla="*/ 289 w 602"/>
                <a:gd name="T35" fmla="*/ 192 h 620"/>
                <a:gd name="T36" fmla="*/ 24 w 602"/>
                <a:gd name="T37" fmla="*/ 298 h 620"/>
                <a:gd name="T38" fmla="*/ 156 w 602"/>
                <a:gd name="T39" fmla="*/ 164 h 620"/>
                <a:gd name="T40" fmla="*/ 130 w 602"/>
                <a:gd name="T41" fmla="*/ 322 h 620"/>
                <a:gd name="T42" fmla="*/ 87 w 602"/>
                <a:gd name="T43" fmla="*/ 492 h 620"/>
                <a:gd name="T44" fmla="*/ 130 w 602"/>
                <a:gd name="T45" fmla="*/ 322 h 620"/>
                <a:gd name="T46" fmla="*/ 289 w 602"/>
                <a:gd name="T47" fmla="*/ 322 h 620"/>
                <a:gd name="T48" fmla="*/ 179 w 602"/>
                <a:gd name="T49" fmla="*/ 447 h 620"/>
                <a:gd name="T50" fmla="*/ 313 w 602"/>
                <a:gd name="T51" fmla="*/ 427 h 620"/>
                <a:gd name="T52" fmla="*/ 448 w 602"/>
                <a:gd name="T53" fmla="*/ 322 h 620"/>
                <a:gd name="T54" fmla="*/ 313 w 602"/>
                <a:gd name="T55" fmla="*/ 427 h 620"/>
                <a:gd name="T56" fmla="*/ 578 w 602"/>
                <a:gd name="T57" fmla="*/ 322 h 620"/>
                <a:gd name="T58" fmla="*/ 446 w 602"/>
                <a:gd name="T59" fmla="*/ 455 h 620"/>
                <a:gd name="T60" fmla="*/ 472 w 602"/>
                <a:gd name="T61" fmla="*/ 298 h 620"/>
                <a:gd name="T62" fmla="*/ 515 w 602"/>
                <a:gd name="T63" fmla="*/ 128 h 620"/>
                <a:gd name="T64" fmla="*/ 472 w 602"/>
                <a:gd name="T65" fmla="*/ 298 h 620"/>
                <a:gd name="T66" fmla="*/ 437 w 602"/>
                <a:gd name="T67" fmla="*/ 142 h 620"/>
                <a:gd name="T68" fmla="*/ 499 w 602"/>
                <a:gd name="T69" fmla="*/ 110 h 620"/>
                <a:gd name="T70" fmla="*/ 165 w 602"/>
                <a:gd name="T71" fmla="*/ 142 h 620"/>
                <a:gd name="T72" fmla="*/ 237 w 602"/>
                <a:gd name="T73" fmla="*/ 32 h 620"/>
                <a:gd name="T74" fmla="*/ 165 w 602"/>
                <a:gd name="T75" fmla="*/ 478 h 620"/>
                <a:gd name="T76" fmla="*/ 103 w 602"/>
                <a:gd name="T77" fmla="*/ 510 h 620"/>
                <a:gd name="T78" fmla="*/ 437 w 602"/>
                <a:gd name="T79" fmla="*/ 478 h 620"/>
                <a:gd name="T80" fmla="*/ 365 w 602"/>
                <a:gd name="T81" fmla="*/ 588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02" h="620">
                  <a:moveTo>
                    <a:pt x="301" y="0"/>
                  </a:moveTo>
                  <a:cubicBezTo>
                    <a:pt x="135" y="0"/>
                    <a:pt x="0" y="139"/>
                    <a:pt x="0" y="310"/>
                  </a:cubicBezTo>
                  <a:cubicBezTo>
                    <a:pt x="0" y="481"/>
                    <a:pt x="135" y="620"/>
                    <a:pt x="301" y="620"/>
                  </a:cubicBezTo>
                  <a:cubicBezTo>
                    <a:pt x="467" y="620"/>
                    <a:pt x="602" y="481"/>
                    <a:pt x="602" y="310"/>
                  </a:cubicBezTo>
                  <a:cubicBezTo>
                    <a:pt x="602" y="139"/>
                    <a:pt x="467" y="0"/>
                    <a:pt x="301" y="0"/>
                  </a:cubicBezTo>
                  <a:close/>
                  <a:moveTo>
                    <a:pt x="325" y="595"/>
                  </a:moveTo>
                  <a:cubicBezTo>
                    <a:pt x="321" y="595"/>
                    <a:pt x="317" y="595"/>
                    <a:pt x="313" y="595"/>
                  </a:cubicBezTo>
                  <a:cubicBezTo>
                    <a:pt x="313" y="452"/>
                    <a:pt x="313" y="452"/>
                    <a:pt x="313" y="452"/>
                  </a:cubicBezTo>
                  <a:cubicBezTo>
                    <a:pt x="348" y="453"/>
                    <a:pt x="382" y="459"/>
                    <a:pt x="415" y="470"/>
                  </a:cubicBezTo>
                  <a:cubicBezTo>
                    <a:pt x="394" y="517"/>
                    <a:pt x="363" y="559"/>
                    <a:pt x="325" y="595"/>
                  </a:cubicBezTo>
                  <a:close/>
                  <a:moveTo>
                    <a:pt x="188" y="470"/>
                  </a:moveTo>
                  <a:cubicBezTo>
                    <a:pt x="220" y="459"/>
                    <a:pt x="255" y="453"/>
                    <a:pt x="289" y="452"/>
                  </a:cubicBezTo>
                  <a:cubicBezTo>
                    <a:pt x="289" y="595"/>
                    <a:pt x="289" y="595"/>
                    <a:pt x="289" y="595"/>
                  </a:cubicBezTo>
                  <a:cubicBezTo>
                    <a:pt x="285" y="595"/>
                    <a:pt x="281" y="595"/>
                    <a:pt x="277" y="595"/>
                  </a:cubicBezTo>
                  <a:cubicBezTo>
                    <a:pt x="239" y="559"/>
                    <a:pt x="209" y="517"/>
                    <a:pt x="188" y="470"/>
                  </a:cubicBezTo>
                  <a:close/>
                  <a:moveTo>
                    <a:pt x="277" y="25"/>
                  </a:moveTo>
                  <a:cubicBezTo>
                    <a:pt x="281" y="25"/>
                    <a:pt x="285" y="24"/>
                    <a:pt x="289" y="24"/>
                  </a:cubicBezTo>
                  <a:cubicBezTo>
                    <a:pt x="289" y="168"/>
                    <a:pt x="289" y="168"/>
                    <a:pt x="289" y="168"/>
                  </a:cubicBezTo>
                  <a:cubicBezTo>
                    <a:pt x="255" y="167"/>
                    <a:pt x="220" y="161"/>
                    <a:pt x="188" y="150"/>
                  </a:cubicBezTo>
                  <a:cubicBezTo>
                    <a:pt x="209" y="103"/>
                    <a:pt x="239" y="60"/>
                    <a:pt x="277" y="25"/>
                  </a:cubicBezTo>
                  <a:close/>
                  <a:moveTo>
                    <a:pt x="415" y="150"/>
                  </a:moveTo>
                  <a:cubicBezTo>
                    <a:pt x="382" y="161"/>
                    <a:pt x="348" y="167"/>
                    <a:pt x="313" y="168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8" y="24"/>
                    <a:pt x="323" y="25"/>
                    <a:pt x="327" y="25"/>
                  </a:cubicBezTo>
                  <a:cubicBezTo>
                    <a:pt x="327" y="26"/>
                    <a:pt x="327" y="26"/>
                    <a:pt x="327" y="26"/>
                  </a:cubicBezTo>
                  <a:cubicBezTo>
                    <a:pt x="364" y="61"/>
                    <a:pt x="394" y="104"/>
                    <a:pt x="415" y="150"/>
                  </a:cubicBezTo>
                  <a:close/>
                  <a:moveTo>
                    <a:pt x="313" y="192"/>
                  </a:moveTo>
                  <a:cubicBezTo>
                    <a:pt x="351" y="191"/>
                    <a:pt x="388" y="185"/>
                    <a:pt x="424" y="173"/>
                  </a:cubicBezTo>
                  <a:cubicBezTo>
                    <a:pt x="439" y="212"/>
                    <a:pt x="447" y="255"/>
                    <a:pt x="448" y="298"/>
                  </a:cubicBezTo>
                  <a:cubicBezTo>
                    <a:pt x="313" y="298"/>
                    <a:pt x="313" y="298"/>
                    <a:pt x="313" y="298"/>
                  </a:cubicBezTo>
                  <a:lnTo>
                    <a:pt x="313" y="192"/>
                  </a:lnTo>
                  <a:close/>
                  <a:moveTo>
                    <a:pt x="289" y="192"/>
                  </a:moveTo>
                  <a:cubicBezTo>
                    <a:pt x="289" y="298"/>
                    <a:pt x="289" y="298"/>
                    <a:pt x="289" y="298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5" y="254"/>
                    <a:pt x="164" y="212"/>
                    <a:pt x="179" y="173"/>
                  </a:cubicBezTo>
                  <a:cubicBezTo>
                    <a:pt x="214" y="185"/>
                    <a:pt x="251" y="191"/>
                    <a:pt x="289" y="192"/>
                  </a:cubicBezTo>
                  <a:close/>
                  <a:moveTo>
                    <a:pt x="130" y="298"/>
                  </a:moveTo>
                  <a:cubicBezTo>
                    <a:pt x="24" y="298"/>
                    <a:pt x="24" y="298"/>
                    <a:pt x="24" y="298"/>
                  </a:cubicBezTo>
                  <a:cubicBezTo>
                    <a:pt x="27" y="233"/>
                    <a:pt x="50" y="174"/>
                    <a:pt x="87" y="128"/>
                  </a:cubicBezTo>
                  <a:cubicBezTo>
                    <a:pt x="109" y="142"/>
                    <a:pt x="132" y="155"/>
                    <a:pt x="156" y="164"/>
                  </a:cubicBezTo>
                  <a:cubicBezTo>
                    <a:pt x="141" y="207"/>
                    <a:pt x="132" y="252"/>
                    <a:pt x="130" y="298"/>
                  </a:cubicBezTo>
                  <a:close/>
                  <a:moveTo>
                    <a:pt x="130" y="322"/>
                  </a:moveTo>
                  <a:cubicBezTo>
                    <a:pt x="132" y="368"/>
                    <a:pt x="141" y="413"/>
                    <a:pt x="156" y="455"/>
                  </a:cubicBezTo>
                  <a:cubicBezTo>
                    <a:pt x="132" y="465"/>
                    <a:pt x="109" y="477"/>
                    <a:pt x="87" y="492"/>
                  </a:cubicBezTo>
                  <a:cubicBezTo>
                    <a:pt x="50" y="445"/>
                    <a:pt x="27" y="386"/>
                    <a:pt x="24" y="322"/>
                  </a:cubicBezTo>
                  <a:lnTo>
                    <a:pt x="130" y="322"/>
                  </a:lnTo>
                  <a:close/>
                  <a:moveTo>
                    <a:pt x="154" y="322"/>
                  </a:moveTo>
                  <a:cubicBezTo>
                    <a:pt x="289" y="322"/>
                    <a:pt x="289" y="322"/>
                    <a:pt x="289" y="322"/>
                  </a:cubicBezTo>
                  <a:cubicBezTo>
                    <a:pt x="289" y="427"/>
                    <a:pt x="289" y="427"/>
                    <a:pt x="289" y="427"/>
                  </a:cubicBezTo>
                  <a:cubicBezTo>
                    <a:pt x="251" y="428"/>
                    <a:pt x="214" y="435"/>
                    <a:pt x="179" y="447"/>
                  </a:cubicBezTo>
                  <a:cubicBezTo>
                    <a:pt x="164" y="407"/>
                    <a:pt x="155" y="365"/>
                    <a:pt x="154" y="322"/>
                  </a:cubicBezTo>
                  <a:close/>
                  <a:moveTo>
                    <a:pt x="313" y="427"/>
                  </a:moveTo>
                  <a:cubicBezTo>
                    <a:pt x="313" y="322"/>
                    <a:pt x="313" y="322"/>
                    <a:pt x="313" y="322"/>
                  </a:cubicBezTo>
                  <a:cubicBezTo>
                    <a:pt x="448" y="322"/>
                    <a:pt x="448" y="322"/>
                    <a:pt x="448" y="322"/>
                  </a:cubicBezTo>
                  <a:cubicBezTo>
                    <a:pt x="447" y="365"/>
                    <a:pt x="439" y="407"/>
                    <a:pt x="424" y="447"/>
                  </a:cubicBezTo>
                  <a:cubicBezTo>
                    <a:pt x="388" y="435"/>
                    <a:pt x="351" y="428"/>
                    <a:pt x="313" y="427"/>
                  </a:cubicBezTo>
                  <a:close/>
                  <a:moveTo>
                    <a:pt x="472" y="322"/>
                  </a:moveTo>
                  <a:cubicBezTo>
                    <a:pt x="578" y="322"/>
                    <a:pt x="578" y="322"/>
                    <a:pt x="578" y="322"/>
                  </a:cubicBezTo>
                  <a:cubicBezTo>
                    <a:pt x="576" y="386"/>
                    <a:pt x="552" y="445"/>
                    <a:pt x="515" y="492"/>
                  </a:cubicBezTo>
                  <a:cubicBezTo>
                    <a:pt x="493" y="477"/>
                    <a:pt x="470" y="465"/>
                    <a:pt x="446" y="455"/>
                  </a:cubicBezTo>
                  <a:cubicBezTo>
                    <a:pt x="462" y="413"/>
                    <a:pt x="471" y="368"/>
                    <a:pt x="472" y="322"/>
                  </a:cubicBezTo>
                  <a:close/>
                  <a:moveTo>
                    <a:pt x="472" y="298"/>
                  </a:moveTo>
                  <a:cubicBezTo>
                    <a:pt x="471" y="252"/>
                    <a:pt x="462" y="207"/>
                    <a:pt x="446" y="164"/>
                  </a:cubicBezTo>
                  <a:cubicBezTo>
                    <a:pt x="470" y="155"/>
                    <a:pt x="493" y="142"/>
                    <a:pt x="515" y="128"/>
                  </a:cubicBezTo>
                  <a:cubicBezTo>
                    <a:pt x="552" y="174"/>
                    <a:pt x="576" y="233"/>
                    <a:pt x="578" y="298"/>
                  </a:cubicBezTo>
                  <a:lnTo>
                    <a:pt x="472" y="298"/>
                  </a:lnTo>
                  <a:close/>
                  <a:moveTo>
                    <a:pt x="499" y="110"/>
                  </a:moveTo>
                  <a:cubicBezTo>
                    <a:pt x="479" y="122"/>
                    <a:pt x="458" y="133"/>
                    <a:pt x="437" y="142"/>
                  </a:cubicBezTo>
                  <a:cubicBezTo>
                    <a:pt x="419" y="102"/>
                    <a:pt x="395" y="64"/>
                    <a:pt x="365" y="32"/>
                  </a:cubicBezTo>
                  <a:cubicBezTo>
                    <a:pt x="417" y="44"/>
                    <a:pt x="463" y="72"/>
                    <a:pt x="499" y="110"/>
                  </a:cubicBezTo>
                  <a:close/>
                  <a:moveTo>
                    <a:pt x="237" y="32"/>
                  </a:moveTo>
                  <a:cubicBezTo>
                    <a:pt x="207" y="64"/>
                    <a:pt x="183" y="102"/>
                    <a:pt x="165" y="142"/>
                  </a:cubicBezTo>
                  <a:cubicBezTo>
                    <a:pt x="144" y="133"/>
                    <a:pt x="123" y="122"/>
                    <a:pt x="103" y="110"/>
                  </a:cubicBezTo>
                  <a:cubicBezTo>
                    <a:pt x="139" y="72"/>
                    <a:pt x="185" y="44"/>
                    <a:pt x="237" y="32"/>
                  </a:cubicBezTo>
                  <a:close/>
                  <a:moveTo>
                    <a:pt x="103" y="510"/>
                  </a:moveTo>
                  <a:cubicBezTo>
                    <a:pt x="123" y="497"/>
                    <a:pt x="144" y="486"/>
                    <a:pt x="165" y="478"/>
                  </a:cubicBezTo>
                  <a:cubicBezTo>
                    <a:pt x="183" y="518"/>
                    <a:pt x="207" y="555"/>
                    <a:pt x="237" y="588"/>
                  </a:cubicBezTo>
                  <a:cubicBezTo>
                    <a:pt x="185" y="575"/>
                    <a:pt x="139" y="548"/>
                    <a:pt x="103" y="510"/>
                  </a:cubicBezTo>
                  <a:close/>
                  <a:moveTo>
                    <a:pt x="365" y="588"/>
                  </a:moveTo>
                  <a:cubicBezTo>
                    <a:pt x="395" y="555"/>
                    <a:pt x="419" y="518"/>
                    <a:pt x="437" y="478"/>
                  </a:cubicBezTo>
                  <a:cubicBezTo>
                    <a:pt x="459" y="486"/>
                    <a:pt x="479" y="497"/>
                    <a:pt x="499" y="510"/>
                  </a:cubicBezTo>
                  <a:cubicBezTo>
                    <a:pt x="463" y="548"/>
                    <a:pt x="417" y="575"/>
                    <a:pt x="365" y="5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5" name="îş1í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9E0739-A6B8-4EE5-933B-60B7BF6C5A91}"/>
                </a:ext>
              </a:extLst>
            </p:cNvPr>
            <p:cNvSpPr/>
            <p:nvPr/>
          </p:nvSpPr>
          <p:spPr bwMode="auto">
            <a:xfrm>
              <a:off x="8359776" y="3776663"/>
              <a:ext cx="247650" cy="207963"/>
            </a:xfrm>
            <a:custGeom>
              <a:avLst/>
              <a:gdLst>
                <a:gd name="T0" fmla="*/ 0 w 147"/>
                <a:gd name="T1" fmla="*/ 82 h 123"/>
                <a:gd name="T2" fmla="*/ 1 w 147"/>
                <a:gd name="T3" fmla="*/ 78 h 123"/>
                <a:gd name="T4" fmla="*/ 18 w 147"/>
                <a:gd name="T5" fmla="*/ 57 h 123"/>
                <a:gd name="T6" fmla="*/ 25 w 147"/>
                <a:gd name="T7" fmla="*/ 42 h 123"/>
                <a:gd name="T8" fmla="*/ 45 w 147"/>
                <a:gd name="T9" fmla="*/ 44 h 123"/>
                <a:gd name="T10" fmla="*/ 67 w 147"/>
                <a:gd name="T11" fmla="*/ 39 h 123"/>
                <a:gd name="T12" fmla="*/ 133 w 147"/>
                <a:gd name="T13" fmla="*/ 18 h 123"/>
                <a:gd name="T14" fmla="*/ 142 w 147"/>
                <a:gd name="T15" fmla="*/ 30 h 123"/>
                <a:gd name="T16" fmla="*/ 145 w 147"/>
                <a:gd name="T17" fmla="*/ 41 h 123"/>
                <a:gd name="T18" fmla="*/ 145 w 147"/>
                <a:gd name="T19" fmla="*/ 52 h 123"/>
                <a:gd name="T20" fmla="*/ 131 w 147"/>
                <a:gd name="T21" fmla="*/ 57 h 123"/>
                <a:gd name="T22" fmla="*/ 105 w 147"/>
                <a:gd name="T23" fmla="*/ 68 h 123"/>
                <a:gd name="T24" fmla="*/ 85 w 147"/>
                <a:gd name="T25" fmla="*/ 86 h 123"/>
                <a:gd name="T26" fmla="*/ 85 w 147"/>
                <a:gd name="T27" fmla="*/ 92 h 123"/>
                <a:gd name="T28" fmla="*/ 81 w 147"/>
                <a:gd name="T29" fmla="*/ 98 h 123"/>
                <a:gd name="T30" fmla="*/ 62 w 147"/>
                <a:gd name="T31" fmla="*/ 115 h 123"/>
                <a:gd name="T32" fmla="*/ 15 w 147"/>
                <a:gd name="T33" fmla="*/ 110 h 123"/>
                <a:gd name="T34" fmla="*/ 6 w 147"/>
                <a:gd name="T35" fmla="*/ 106 h 123"/>
                <a:gd name="T36" fmla="*/ 1 w 147"/>
                <a:gd name="T37" fmla="*/ 91 h 123"/>
                <a:gd name="T38" fmla="*/ 0 w 147"/>
                <a:gd name="T39" fmla="*/ 8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23">
                  <a:moveTo>
                    <a:pt x="0" y="82"/>
                  </a:moveTo>
                  <a:cubicBezTo>
                    <a:pt x="0" y="81"/>
                    <a:pt x="0" y="80"/>
                    <a:pt x="1" y="78"/>
                  </a:cubicBezTo>
                  <a:cubicBezTo>
                    <a:pt x="3" y="68"/>
                    <a:pt x="14" y="66"/>
                    <a:pt x="18" y="57"/>
                  </a:cubicBezTo>
                  <a:cubicBezTo>
                    <a:pt x="21" y="54"/>
                    <a:pt x="18" y="41"/>
                    <a:pt x="25" y="42"/>
                  </a:cubicBezTo>
                  <a:cubicBezTo>
                    <a:pt x="28" y="43"/>
                    <a:pt x="37" y="43"/>
                    <a:pt x="45" y="44"/>
                  </a:cubicBezTo>
                  <a:cubicBezTo>
                    <a:pt x="53" y="43"/>
                    <a:pt x="60" y="41"/>
                    <a:pt x="67" y="39"/>
                  </a:cubicBezTo>
                  <a:cubicBezTo>
                    <a:pt x="85" y="33"/>
                    <a:pt x="115" y="0"/>
                    <a:pt x="133" y="18"/>
                  </a:cubicBezTo>
                  <a:cubicBezTo>
                    <a:pt x="137" y="22"/>
                    <a:pt x="140" y="25"/>
                    <a:pt x="142" y="30"/>
                  </a:cubicBezTo>
                  <a:cubicBezTo>
                    <a:pt x="144" y="33"/>
                    <a:pt x="145" y="37"/>
                    <a:pt x="145" y="41"/>
                  </a:cubicBezTo>
                  <a:cubicBezTo>
                    <a:pt x="145" y="45"/>
                    <a:pt x="147" y="49"/>
                    <a:pt x="145" y="52"/>
                  </a:cubicBezTo>
                  <a:cubicBezTo>
                    <a:pt x="143" y="54"/>
                    <a:pt x="135" y="56"/>
                    <a:pt x="131" y="57"/>
                  </a:cubicBezTo>
                  <a:cubicBezTo>
                    <a:pt x="123" y="61"/>
                    <a:pt x="114" y="65"/>
                    <a:pt x="105" y="68"/>
                  </a:cubicBezTo>
                  <a:cubicBezTo>
                    <a:pt x="97" y="72"/>
                    <a:pt x="87" y="77"/>
                    <a:pt x="85" y="86"/>
                  </a:cubicBezTo>
                  <a:cubicBezTo>
                    <a:pt x="85" y="88"/>
                    <a:pt x="85" y="90"/>
                    <a:pt x="85" y="92"/>
                  </a:cubicBezTo>
                  <a:cubicBezTo>
                    <a:pt x="84" y="94"/>
                    <a:pt x="82" y="96"/>
                    <a:pt x="81" y="98"/>
                  </a:cubicBezTo>
                  <a:cubicBezTo>
                    <a:pt x="75" y="104"/>
                    <a:pt x="69" y="110"/>
                    <a:pt x="62" y="115"/>
                  </a:cubicBezTo>
                  <a:cubicBezTo>
                    <a:pt x="50" y="123"/>
                    <a:pt x="28" y="114"/>
                    <a:pt x="15" y="110"/>
                  </a:cubicBezTo>
                  <a:cubicBezTo>
                    <a:pt x="12" y="109"/>
                    <a:pt x="9" y="108"/>
                    <a:pt x="6" y="106"/>
                  </a:cubicBezTo>
                  <a:cubicBezTo>
                    <a:pt x="2" y="102"/>
                    <a:pt x="1" y="97"/>
                    <a:pt x="1" y="91"/>
                  </a:cubicBezTo>
                  <a:cubicBezTo>
                    <a:pt x="0" y="88"/>
                    <a:pt x="0" y="85"/>
                    <a:pt x="0" y="82"/>
                  </a:cubicBezTo>
                  <a:close/>
                </a:path>
              </a:pathLst>
            </a:custGeom>
            <a:solidFill>
              <a:srgbClr val="EAC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6" name="îs1í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3AC46C5-9B8E-4DCA-B4F5-39576DBBB371}"/>
                </a:ext>
              </a:extLst>
            </p:cNvPr>
            <p:cNvSpPr/>
            <p:nvPr/>
          </p:nvSpPr>
          <p:spPr bwMode="auto">
            <a:xfrm>
              <a:off x="8513763" y="2984500"/>
              <a:ext cx="633413" cy="931863"/>
            </a:xfrm>
            <a:custGeom>
              <a:avLst/>
              <a:gdLst>
                <a:gd name="T0" fmla="*/ 229 w 375"/>
                <a:gd name="T1" fmla="*/ 419 h 553"/>
                <a:gd name="T2" fmla="*/ 211 w 375"/>
                <a:gd name="T3" fmla="*/ 450 h 553"/>
                <a:gd name="T4" fmla="*/ 190 w 375"/>
                <a:gd name="T5" fmla="*/ 469 h 553"/>
                <a:gd name="T6" fmla="*/ 35 w 375"/>
                <a:gd name="T7" fmla="*/ 553 h 553"/>
                <a:gd name="T8" fmla="*/ 0 w 375"/>
                <a:gd name="T9" fmla="*/ 478 h 553"/>
                <a:gd name="T10" fmla="*/ 115 w 375"/>
                <a:gd name="T11" fmla="*/ 391 h 553"/>
                <a:gd name="T12" fmla="*/ 136 w 375"/>
                <a:gd name="T13" fmla="*/ 369 h 553"/>
                <a:gd name="T14" fmla="*/ 149 w 375"/>
                <a:gd name="T15" fmla="*/ 329 h 553"/>
                <a:gd name="T16" fmla="*/ 184 w 375"/>
                <a:gd name="T17" fmla="*/ 167 h 553"/>
                <a:gd name="T18" fmla="*/ 219 w 375"/>
                <a:gd name="T19" fmla="*/ 74 h 553"/>
                <a:gd name="T20" fmla="*/ 353 w 375"/>
                <a:gd name="T21" fmla="*/ 142 h 553"/>
                <a:gd name="T22" fmla="*/ 229 w 375"/>
                <a:gd name="T23" fmla="*/ 419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5" h="553">
                  <a:moveTo>
                    <a:pt x="229" y="419"/>
                  </a:moveTo>
                  <a:cubicBezTo>
                    <a:pt x="224" y="430"/>
                    <a:pt x="219" y="441"/>
                    <a:pt x="211" y="450"/>
                  </a:cubicBezTo>
                  <a:cubicBezTo>
                    <a:pt x="205" y="458"/>
                    <a:pt x="198" y="464"/>
                    <a:pt x="190" y="469"/>
                  </a:cubicBezTo>
                  <a:cubicBezTo>
                    <a:pt x="143" y="505"/>
                    <a:pt x="91" y="533"/>
                    <a:pt x="35" y="553"/>
                  </a:cubicBezTo>
                  <a:cubicBezTo>
                    <a:pt x="19" y="530"/>
                    <a:pt x="6" y="505"/>
                    <a:pt x="0" y="478"/>
                  </a:cubicBezTo>
                  <a:cubicBezTo>
                    <a:pt x="40" y="452"/>
                    <a:pt x="79" y="423"/>
                    <a:pt x="115" y="391"/>
                  </a:cubicBezTo>
                  <a:cubicBezTo>
                    <a:pt x="123" y="384"/>
                    <a:pt x="130" y="377"/>
                    <a:pt x="136" y="369"/>
                  </a:cubicBezTo>
                  <a:cubicBezTo>
                    <a:pt x="143" y="357"/>
                    <a:pt x="146" y="343"/>
                    <a:pt x="149" y="329"/>
                  </a:cubicBezTo>
                  <a:cubicBezTo>
                    <a:pt x="161" y="275"/>
                    <a:pt x="173" y="221"/>
                    <a:pt x="184" y="167"/>
                  </a:cubicBezTo>
                  <a:cubicBezTo>
                    <a:pt x="191" y="134"/>
                    <a:pt x="199" y="100"/>
                    <a:pt x="219" y="74"/>
                  </a:cubicBezTo>
                  <a:cubicBezTo>
                    <a:pt x="274" y="0"/>
                    <a:pt x="375" y="58"/>
                    <a:pt x="353" y="142"/>
                  </a:cubicBezTo>
                  <a:cubicBezTo>
                    <a:pt x="327" y="235"/>
                    <a:pt x="268" y="330"/>
                    <a:pt x="229" y="419"/>
                  </a:cubicBezTo>
                  <a:close/>
                </a:path>
              </a:pathLst>
            </a:custGeom>
            <a:solidFill>
              <a:srgbClr val="587B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7" name="îṣl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FEAF667-3D15-4A1E-AF97-8901ABDEC3CC}"/>
                </a:ext>
              </a:extLst>
            </p:cNvPr>
            <p:cNvSpPr/>
            <p:nvPr/>
          </p:nvSpPr>
          <p:spPr bwMode="auto">
            <a:xfrm>
              <a:off x="3703638" y="3560763"/>
              <a:ext cx="192088" cy="155575"/>
            </a:xfrm>
            <a:custGeom>
              <a:avLst/>
              <a:gdLst>
                <a:gd name="T0" fmla="*/ 25 w 121"/>
                <a:gd name="T1" fmla="*/ 0 h 98"/>
                <a:gd name="T2" fmla="*/ 52 w 121"/>
                <a:gd name="T3" fmla="*/ 23 h 98"/>
                <a:gd name="T4" fmla="*/ 84 w 121"/>
                <a:gd name="T5" fmla="*/ 21 h 98"/>
                <a:gd name="T6" fmla="*/ 88 w 121"/>
                <a:gd name="T7" fmla="*/ 28 h 98"/>
                <a:gd name="T8" fmla="*/ 80 w 121"/>
                <a:gd name="T9" fmla="*/ 32 h 98"/>
                <a:gd name="T10" fmla="*/ 108 w 121"/>
                <a:gd name="T11" fmla="*/ 37 h 98"/>
                <a:gd name="T12" fmla="*/ 121 w 121"/>
                <a:gd name="T13" fmla="*/ 54 h 98"/>
                <a:gd name="T14" fmla="*/ 114 w 121"/>
                <a:gd name="T15" fmla="*/ 81 h 98"/>
                <a:gd name="T16" fmla="*/ 90 w 121"/>
                <a:gd name="T17" fmla="*/ 98 h 98"/>
                <a:gd name="T18" fmla="*/ 61 w 121"/>
                <a:gd name="T19" fmla="*/ 87 h 98"/>
                <a:gd name="T20" fmla="*/ 38 w 121"/>
                <a:gd name="T21" fmla="*/ 61 h 98"/>
                <a:gd name="T22" fmla="*/ 0 w 121"/>
                <a:gd name="T23" fmla="*/ 31 h 98"/>
                <a:gd name="T24" fmla="*/ 25 w 121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1" h="98">
                  <a:moveTo>
                    <a:pt x="25" y="0"/>
                  </a:moveTo>
                  <a:lnTo>
                    <a:pt x="52" y="23"/>
                  </a:lnTo>
                  <a:lnTo>
                    <a:pt x="84" y="21"/>
                  </a:lnTo>
                  <a:lnTo>
                    <a:pt x="88" y="28"/>
                  </a:lnTo>
                  <a:lnTo>
                    <a:pt x="80" y="32"/>
                  </a:lnTo>
                  <a:lnTo>
                    <a:pt x="108" y="37"/>
                  </a:lnTo>
                  <a:lnTo>
                    <a:pt x="121" y="54"/>
                  </a:lnTo>
                  <a:lnTo>
                    <a:pt x="114" y="81"/>
                  </a:lnTo>
                  <a:lnTo>
                    <a:pt x="90" y="98"/>
                  </a:lnTo>
                  <a:lnTo>
                    <a:pt x="61" y="87"/>
                  </a:lnTo>
                  <a:lnTo>
                    <a:pt x="38" y="61"/>
                  </a:lnTo>
                  <a:lnTo>
                    <a:pt x="0" y="3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EAC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58" name="ïśľïḓ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3293033-705F-4FE3-ABE2-B47A1A05158D}"/>
                </a:ext>
              </a:extLst>
            </p:cNvPr>
            <p:cNvSpPr/>
            <p:nvPr/>
          </p:nvSpPr>
          <p:spPr bwMode="auto">
            <a:xfrm>
              <a:off x="3124201" y="2924175"/>
              <a:ext cx="660400" cy="752475"/>
            </a:xfrm>
            <a:custGeom>
              <a:avLst/>
              <a:gdLst>
                <a:gd name="T0" fmla="*/ 391 w 391"/>
                <a:gd name="T1" fmla="*/ 390 h 446"/>
                <a:gd name="T2" fmla="*/ 203 w 391"/>
                <a:gd name="T3" fmla="*/ 217 h 446"/>
                <a:gd name="T4" fmla="*/ 178 w 391"/>
                <a:gd name="T5" fmla="*/ 136 h 446"/>
                <a:gd name="T6" fmla="*/ 139 w 391"/>
                <a:gd name="T7" fmla="*/ 28 h 446"/>
                <a:gd name="T8" fmla="*/ 116 w 391"/>
                <a:gd name="T9" fmla="*/ 14 h 446"/>
                <a:gd name="T10" fmla="*/ 70 w 391"/>
                <a:gd name="T11" fmla="*/ 0 h 446"/>
                <a:gd name="T12" fmla="*/ 27 w 391"/>
                <a:gd name="T13" fmla="*/ 18 h 446"/>
                <a:gd name="T14" fmla="*/ 43 w 391"/>
                <a:gd name="T15" fmla="*/ 161 h 446"/>
                <a:gd name="T16" fmla="*/ 72 w 391"/>
                <a:gd name="T17" fmla="*/ 276 h 446"/>
                <a:gd name="T18" fmla="*/ 363 w 391"/>
                <a:gd name="T19" fmla="*/ 446 h 446"/>
                <a:gd name="T20" fmla="*/ 391 w 391"/>
                <a:gd name="T21" fmla="*/ 39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1" h="446">
                  <a:moveTo>
                    <a:pt x="391" y="390"/>
                  </a:moveTo>
                  <a:cubicBezTo>
                    <a:pt x="203" y="217"/>
                    <a:pt x="203" y="217"/>
                    <a:pt x="203" y="217"/>
                  </a:cubicBezTo>
                  <a:cubicBezTo>
                    <a:pt x="195" y="190"/>
                    <a:pt x="187" y="163"/>
                    <a:pt x="178" y="136"/>
                  </a:cubicBezTo>
                  <a:cubicBezTo>
                    <a:pt x="169" y="106"/>
                    <a:pt x="163" y="49"/>
                    <a:pt x="139" y="28"/>
                  </a:cubicBezTo>
                  <a:cubicBezTo>
                    <a:pt x="132" y="22"/>
                    <a:pt x="124" y="18"/>
                    <a:pt x="116" y="14"/>
                  </a:cubicBezTo>
                  <a:cubicBezTo>
                    <a:pt x="101" y="8"/>
                    <a:pt x="86" y="1"/>
                    <a:pt x="70" y="0"/>
                  </a:cubicBezTo>
                  <a:cubicBezTo>
                    <a:pt x="54" y="0"/>
                    <a:pt x="37" y="5"/>
                    <a:pt x="27" y="18"/>
                  </a:cubicBezTo>
                  <a:cubicBezTo>
                    <a:pt x="0" y="55"/>
                    <a:pt x="33" y="123"/>
                    <a:pt x="43" y="161"/>
                  </a:cubicBezTo>
                  <a:cubicBezTo>
                    <a:pt x="53" y="200"/>
                    <a:pt x="62" y="238"/>
                    <a:pt x="72" y="276"/>
                  </a:cubicBezTo>
                  <a:cubicBezTo>
                    <a:pt x="363" y="446"/>
                    <a:pt x="363" y="446"/>
                    <a:pt x="363" y="446"/>
                  </a:cubicBezTo>
                  <a:lnTo>
                    <a:pt x="391" y="390"/>
                  </a:lnTo>
                  <a:close/>
                </a:path>
              </a:pathLst>
            </a:custGeom>
            <a:solidFill>
              <a:srgbClr val="D7E8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59" name="c2158496-6631-401a-b9ea-e1a779adf8b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6293027" y="1772816"/>
            <a:ext cx="2251767" cy="1872208"/>
            <a:chOff x="5571839" y="1289057"/>
            <a:chExt cx="5831110" cy="4848217"/>
          </a:xfrm>
          <a:solidFill>
            <a:srgbClr val="3ABABA"/>
          </a:solidFill>
        </p:grpSpPr>
        <p:grpSp>
          <p:nvGrpSpPr>
            <p:cNvPr id="260" name="iṩ1îḍ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86DD89E-E57F-46D3-8B90-842691FA632C}"/>
                </a:ext>
              </a:extLst>
            </p:cNvPr>
            <p:cNvGrpSpPr/>
            <p:nvPr/>
          </p:nvGrpSpPr>
          <p:grpSpPr>
            <a:xfrm>
              <a:off x="5571839" y="1731374"/>
              <a:ext cx="2896466" cy="2255498"/>
              <a:chOff x="4814101" y="1314952"/>
              <a:chExt cx="3614505" cy="2814638"/>
            </a:xfrm>
            <a:grpFill/>
          </p:grpSpPr>
          <p:sp>
            <p:nvSpPr>
              <p:cNvPr id="402" name="isḷï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C772475-4A05-4277-9C6D-8FB47556D235}"/>
                  </a:ext>
                </a:extLst>
              </p:cNvPr>
              <p:cNvSpPr/>
              <p:nvPr/>
            </p:nvSpPr>
            <p:spPr bwMode="auto">
              <a:xfrm>
                <a:off x="7011500" y="1314952"/>
                <a:ext cx="246623" cy="199648"/>
              </a:xfrm>
              <a:custGeom>
                <a:avLst/>
                <a:gdLst>
                  <a:gd name="T0" fmla="*/ 77 w 77"/>
                  <a:gd name="T1" fmla="*/ 7 h 62"/>
                  <a:gd name="T2" fmla="*/ 68 w 77"/>
                  <a:gd name="T3" fmla="*/ 10 h 62"/>
                  <a:gd name="T4" fmla="*/ 75 w 77"/>
                  <a:gd name="T5" fmla="*/ 1 h 62"/>
                  <a:gd name="T6" fmla="*/ 65 w 77"/>
                  <a:gd name="T7" fmla="*/ 5 h 62"/>
                  <a:gd name="T8" fmla="*/ 53 w 77"/>
                  <a:gd name="T9" fmla="*/ 0 h 62"/>
                  <a:gd name="T10" fmla="*/ 38 w 77"/>
                  <a:gd name="T11" fmla="*/ 15 h 62"/>
                  <a:gd name="T12" fmla="*/ 38 w 77"/>
                  <a:gd name="T13" fmla="*/ 19 h 62"/>
                  <a:gd name="T14" fmla="*/ 6 w 77"/>
                  <a:gd name="T15" fmla="*/ 3 h 62"/>
                  <a:gd name="T16" fmla="*/ 3 w 77"/>
                  <a:gd name="T17" fmla="*/ 10 h 62"/>
                  <a:gd name="T18" fmla="*/ 10 w 77"/>
                  <a:gd name="T19" fmla="*/ 24 h 62"/>
                  <a:gd name="T20" fmla="*/ 3 w 77"/>
                  <a:gd name="T21" fmla="*/ 22 h 62"/>
                  <a:gd name="T22" fmla="*/ 3 w 77"/>
                  <a:gd name="T23" fmla="*/ 22 h 62"/>
                  <a:gd name="T24" fmla="*/ 16 w 77"/>
                  <a:gd name="T25" fmla="*/ 37 h 62"/>
                  <a:gd name="T26" fmla="*/ 12 w 77"/>
                  <a:gd name="T27" fmla="*/ 38 h 62"/>
                  <a:gd name="T28" fmla="*/ 9 w 77"/>
                  <a:gd name="T29" fmla="*/ 38 h 62"/>
                  <a:gd name="T30" fmla="*/ 24 w 77"/>
                  <a:gd name="T31" fmla="*/ 48 h 62"/>
                  <a:gd name="T32" fmla="*/ 4 w 77"/>
                  <a:gd name="T33" fmla="*/ 55 h 62"/>
                  <a:gd name="T34" fmla="*/ 0 w 77"/>
                  <a:gd name="T35" fmla="*/ 55 h 62"/>
                  <a:gd name="T36" fmla="*/ 24 w 77"/>
                  <a:gd name="T37" fmla="*/ 62 h 62"/>
                  <a:gd name="T38" fmla="*/ 69 w 77"/>
                  <a:gd name="T39" fmla="*/ 17 h 62"/>
                  <a:gd name="T40" fmla="*/ 69 w 77"/>
                  <a:gd name="T41" fmla="*/ 15 h 62"/>
                  <a:gd name="T42" fmla="*/ 77 w 77"/>
                  <a:gd name="T43" fmla="*/ 7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7" h="62">
                    <a:moveTo>
                      <a:pt x="77" y="7"/>
                    </a:moveTo>
                    <a:cubicBezTo>
                      <a:pt x="74" y="8"/>
                      <a:pt x="71" y="9"/>
                      <a:pt x="68" y="10"/>
                    </a:cubicBezTo>
                    <a:cubicBezTo>
                      <a:pt x="71" y="8"/>
                      <a:pt x="74" y="4"/>
                      <a:pt x="75" y="1"/>
                    </a:cubicBezTo>
                    <a:cubicBezTo>
                      <a:pt x="72" y="3"/>
                      <a:pt x="68" y="4"/>
                      <a:pt x="65" y="5"/>
                    </a:cubicBezTo>
                    <a:cubicBezTo>
                      <a:pt x="62" y="2"/>
                      <a:pt x="58" y="0"/>
                      <a:pt x="53" y="0"/>
                    </a:cubicBezTo>
                    <a:cubicBezTo>
                      <a:pt x="45" y="0"/>
                      <a:pt x="38" y="7"/>
                      <a:pt x="38" y="15"/>
                    </a:cubicBezTo>
                    <a:cubicBezTo>
                      <a:pt x="38" y="17"/>
                      <a:pt x="38" y="18"/>
                      <a:pt x="38" y="19"/>
                    </a:cubicBezTo>
                    <a:cubicBezTo>
                      <a:pt x="25" y="18"/>
                      <a:pt x="13" y="12"/>
                      <a:pt x="6" y="3"/>
                    </a:cubicBezTo>
                    <a:cubicBezTo>
                      <a:pt x="4" y="5"/>
                      <a:pt x="3" y="8"/>
                      <a:pt x="3" y="10"/>
                    </a:cubicBezTo>
                    <a:cubicBezTo>
                      <a:pt x="3" y="16"/>
                      <a:pt x="6" y="21"/>
                      <a:pt x="10" y="24"/>
                    </a:cubicBezTo>
                    <a:cubicBezTo>
                      <a:pt x="8" y="24"/>
                      <a:pt x="5" y="23"/>
                      <a:pt x="3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29"/>
                      <a:pt x="9" y="36"/>
                      <a:pt x="16" y="37"/>
                    </a:cubicBezTo>
                    <a:cubicBezTo>
                      <a:pt x="15" y="38"/>
                      <a:pt x="13" y="38"/>
                      <a:pt x="12" y="38"/>
                    </a:cubicBezTo>
                    <a:cubicBezTo>
                      <a:pt x="11" y="38"/>
                      <a:pt x="10" y="38"/>
                      <a:pt x="9" y="38"/>
                    </a:cubicBezTo>
                    <a:cubicBezTo>
                      <a:pt x="11" y="44"/>
                      <a:pt x="17" y="48"/>
                      <a:pt x="24" y="48"/>
                    </a:cubicBezTo>
                    <a:cubicBezTo>
                      <a:pt x="18" y="53"/>
                      <a:pt x="11" y="55"/>
                      <a:pt x="4" y="55"/>
                    </a:cubicBezTo>
                    <a:cubicBezTo>
                      <a:pt x="3" y="55"/>
                      <a:pt x="1" y="55"/>
                      <a:pt x="0" y="55"/>
                    </a:cubicBezTo>
                    <a:cubicBezTo>
                      <a:pt x="7" y="59"/>
                      <a:pt x="15" y="62"/>
                      <a:pt x="24" y="62"/>
                    </a:cubicBezTo>
                    <a:cubicBezTo>
                      <a:pt x="53" y="62"/>
                      <a:pt x="69" y="38"/>
                      <a:pt x="69" y="17"/>
                    </a:cubicBezTo>
                    <a:cubicBezTo>
                      <a:pt x="69" y="17"/>
                      <a:pt x="69" y="16"/>
                      <a:pt x="69" y="15"/>
                    </a:cubicBezTo>
                    <a:cubicBezTo>
                      <a:pt x="72" y="13"/>
                      <a:pt x="75" y="10"/>
                      <a:pt x="77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3" name="ïṡḻí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B1D65A6-3935-49F1-A318-95D84181DEA1}"/>
                  </a:ext>
                </a:extLst>
              </p:cNvPr>
              <p:cNvSpPr/>
              <p:nvPr/>
            </p:nvSpPr>
            <p:spPr bwMode="auto">
              <a:xfrm>
                <a:off x="7246379" y="2080266"/>
                <a:ext cx="246623" cy="246623"/>
              </a:xfrm>
              <a:custGeom>
                <a:avLst/>
                <a:gdLst>
                  <a:gd name="T0" fmla="*/ 38 w 77"/>
                  <a:gd name="T1" fmla="*/ 0 h 77"/>
                  <a:gd name="T2" fmla="*/ 0 w 77"/>
                  <a:gd name="T3" fmla="*/ 39 h 77"/>
                  <a:gd name="T4" fmla="*/ 38 w 77"/>
                  <a:gd name="T5" fmla="*/ 77 h 77"/>
                  <a:gd name="T6" fmla="*/ 77 w 77"/>
                  <a:gd name="T7" fmla="*/ 39 h 77"/>
                  <a:gd name="T8" fmla="*/ 38 w 77"/>
                  <a:gd name="T9" fmla="*/ 0 h 77"/>
                  <a:gd name="T10" fmla="*/ 24 w 77"/>
                  <a:gd name="T11" fmla="*/ 39 h 77"/>
                  <a:gd name="T12" fmla="*/ 38 w 77"/>
                  <a:gd name="T13" fmla="*/ 24 h 77"/>
                  <a:gd name="T14" fmla="*/ 53 w 77"/>
                  <a:gd name="T15" fmla="*/ 39 h 77"/>
                  <a:gd name="T16" fmla="*/ 38 w 77"/>
                  <a:gd name="T17" fmla="*/ 53 h 77"/>
                  <a:gd name="T18" fmla="*/ 24 w 77"/>
                  <a:gd name="T19" fmla="*/ 39 h 77"/>
                  <a:gd name="T20" fmla="*/ 70 w 77"/>
                  <a:gd name="T21" fmla="*/ 52 h 77"/>
                  <a:gd name="T22" fmla="*/ 70 w 77"/>
                  <a:gd name="T23" fmla="*/ 52 h 77"/>
                  <a:gd name="T24" fmla="*/ 56 w 77"/>
                  <a:gd name="T25" fmla="*/ 46 h 77"/>
                  <a:gd name="T26" fmla="*/ 58 w 77"/>
                  <a:gd name="T27" fmla="*/ 39 h 77"/>
                  <a:gd name="T28" fmla="*/ 56 w 77"/>
                  <a:gd name="T29" fmla="*/ 31 h 77"/>
                  <a:gd name="T30" fmla="*/ 66 w 77"/>
                  <a:gd name="T31" fmla="*/ 27 h 77"/>
                  <a:gd name="T32" fmla="*/ 70 w 77"/>
                  <a:gd name="T33" fmla="*/ 26 h 77"/>
                  <a:gd name="T34" fmla="*/ 72 w 77"/>
                  <a:gd name="T35" fmla="*/ 39 h 77"/>
                  <a:gd name="T36" fmla="*/ 70 w 77"/>
                  <a:gd name="T37" fmla="*/ 52 h 77"/>
                  <a:gd name="T38" fmla="*/ 51 w 77"/>
                  <a:gd name="T39" fmla="*/ 7 h 77"/>
                  <a:gd name="T40" fmla="*/ 51 w 77"/>
                  <a:gd name="T41" fmla="*/ 7 h 77"/>
                  <a:gd name="T42" fmla="*/ 51 w 77"/>
                  <a:gd name="T43" fmla="*/ 7 h 77"/>
                  <a:gd name="T44" fmla="*/ 46 w 77"/>
                  <a:gd name="T45" fmla="*/ 21 h 77"/>
                  <a:gd name="T46" fmla="*/ 38 w 77"/>
                  <a:gd name="T47" fmla="*/ 19 h 77"/>
                  <a:gd name="T48" fmla="*/ 31 w 77"/>
                  <a:gd name="T49" fmla="*/ 21 h 77"/>
                  <a:gd name="T50" fmla="*/ 28 w 77"/>
                  <a:gd name="T51" fmla="*/ 14 h 77"/>
                  <a:gd name="T52" fmla="*/ 25 w 77"/>
                  <a:gd name="T53" fmla="*/ 7 h 77"/>
                  <a:gd name="T54" fmla="*/ 38 w 77"/>
                  <a:gd name="T55" fmla="*/ 5 h 77"/>
                  <a:gd name="T56" fmla="*/ 51 w 77"/>
                  <a:gd name="T57" fmla="*/ 7 h 77"/>
                  <a:gd name="T58" fmla="*/ 7 w 77"/>
                  <a:gd name="T59" fmla="*/ 26 h 77"/>
                  <a:gd name="T60" fmla="*/ 14 w 77"/>
                  <a:gd name="T61" fmla="*/ 29 h 77"/>
                  <a:gd name="T62" fmla="*/ 20 w 77"/>
                  <a:gd name="T63" fmla="*/ 31 h 77"/>
                  <a:gd name="T64" fmla="*/ 19 w 77"/>
                  <a:gd name="T65" fmla="*/ 39 h 77"/>
                  <a:gd name="T66" fmla="*/ 20 w 77"/>
                  <a:gd name="T67" fmla="*/ 46 h 77"/>
                  <a:gd name="T68" fmla="*/ 7 w 77"/>
                  <a:gd name="T69" fmla="*/ 52 h 77"/>
                  <a:gd name="T70" fmla="*/ 4 w 77"/>
                  <a:gd name="T71" fmla="*/ 39 h 77"/>
                  <a:gd name="T72" fmla="*/ 7 w 77"/>
                  <a:gd name="T73" fmla="*/ 26 h 77"/>
                  <a:gd name="T74" fmla="*/ 25 w 77"/>
                  <a:gd name="T75" fmla="*/ 70 h 77"/>
                  <a:gd name="T76" fmla="*/ 27 w 77"/>
                  <a:gd name="T77" fmla="*/ 66 h 77"/>
                  <a:gd name="T78" fmla="*/ 31 w 77"/>
                  <a:gd name="T79" fmla="*/ 57 h 77"/>
                  <a:gd name="T80" fmla="*/ 38 w 77"/>
                  <a:gd name="T81" fmla="*/ 58 h 77"/>
                  <a:gd name="T82" fmla="*/ 46 w 77"/>
                  <a:gd name="T83" fmla="*/ 57 h 77"/>
                  <a:gd name="T84" fmla="*/ 51 w 77"/>
                  <a:gd name="T85" fmla="*/ 70 h 77"/>
                  <a:gd name="T86" fmla="*/ 51 w 77"/>
                  <a:gd name="T87" fmla="*/ 70 h 77"/>
                  <a:gd name="T88" fmla="*/ 51 w 77"/>
                  <a:gd name="T89" fmla="*/ 70 h 77"/>
                  <a:gd name="T90" fmla="*/ 38 w 77"/>
                  <a:gd name="T91" fmla="*/ 73 h 77"/>
                  <a:gd name="T92" fmla="*/ 25 w 77"/>
                  <a:gd name="T93" fmla="*/ 7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7" h="77">
                    <a:moveTo>
                      <a:pt x="38" y="0"/>
                    </a:moveTo>
                    <a:cubicBezTo>
                      <a:pt x="17" y="0"/>
                      <a:pt x="0" y="17"/>
                      <a:pt x="0" y="39"/>
                    </a:cubicBezTo>
                    <a:cubicBezTo>
                      <a:pt x="0" y="60"/>
                      <a:pt x="17" y="77"/>
                      <a:pt x="38" y="77"/>
                    </a:cubicBezTo>
                    <a:cubicBezTo>
                      <a:pt x="60" y="77"/>
                      <a:pt x="77" y="60"/>
                      <a:pt x="77" y="39"/>
                    </a:cubicBezTo>
                    <a:cubicBezTo>
                      <a:pt x="77" y="17"/>
                      <a:pt x="60" y="0"/>
                      <a:pt x="38" y="0"/>
                    </a:cubicBezTo>
                    <a:close/>
                    <a:moveTo>
                      <a:pt x="24" y="39"/>
                    </a:moveTo>
                    <a:cubicBezTo>
                      <a:pt x="24" y="31"/>
                      <a:pt x="30" y="24"/>
                      <a:pt x="38" y="24"/>
                    </a:cubicBezTo>
                    <a:cubicBezTo>
                      <a:pt x="46" y="24"/>
                      <a:pt x="53" y="31"/>
                      <a:pt x="53" y="39"/>
                    </a:cubicBezTo>
                    <a:cubicBezTo>
                      <a:pt x="53" y="47"/>
                      <a:pt x="46" y="53"/>
                      <a:pt x="38" y="53"/>
                    </a:cubicBezTo>
                    <a:cubicBezTo>
                      <a:pt x="30" y="53"/>
                      <a:pt x="24" y="47"/>
                      <a:pt x="24" y="39"/>
                    </a:cubicBezTo>
                    <a:close/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4"/>
                      <a:pt x="58" y="41"/>
                      <a:pt x="58" y="39"/>
                    </a:cubicBezTo>
                    <a:cubicBezTo>
                      <a:pt x="58" y="36"/>
                      <a:pt x="57" y="34"/>
                      <a:pt x="56" y="31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1" y="30"/>
                      <a:pt x="72" y="34"/>
                      <a:pt x="72" y="39"/>
                    </a:cubicBezTo>
                    <a:cubicBezTo>
                      <a:pt x="72" y="43"/>
                      <a:pt x="71" y="48"/>
                      <a:pt x="70" y="52"/>
                    </a:cubicBezTo>
                    <a:close/>
                    <a:moveTo>
                      <a:pt x="51" y="7"/>
                    </a:moveTo>
                    <a:cubicBezTo>
                      <a:pt x="51" y="7"/>
                      <a:pt x="51" y="7"/>
                      <a:pt x="51" y="7"/>
                    </a:cubicBezTo>
                    <a:cubicBezTo>
                      <a:pt x="51" y="7"/>
                      <a:pt x="51" y="7"/>
                      <a:pt x="51" y="7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3" y="20"/>
                      <a:pt x="41" y="19"/>
                      <a:pt x="38" y="19"/>
                    </a:cubicBezTo>
                    <a:cubicBezTo>
                      <a:pt x="36" y="19"/>
                      <a:pt x="33" y="20"/>
                      <a:pt x="31" y="21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5" y="7"/>
                      <a:pt x="25" y="7"/>
                      <a:pt x="25" y="7"/>
                    </a:cubicBezTo>
                    <a:cubicBezTo>
                      <a:pt x="29" y="6"/>
                      <a:pt x="34" y="5"/>
                      <a:pt x="38" y="5"/>
                    </a:cubicBezTo>
                    <a:cubicBezTo>
                      <a:pt x="43" y="5"/>
                      <a:pt x="47" y="6"/>
                      <a:pt x="51" y="7"/>
                    </a:cubicBezTo>
                    <a:close/>
                    <a:moveTo>
                      <a:pt x="7" y="26"/>
                    </a:moveTo>
                    <a:cubicBezTo>
                      <a:pt x="14" y="29"/>
                      <a:pt x="14" y="29"/>
                      <a:pt x="14" y="29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19" y="34"/>
                      <a:pt x="19" y="36"/>
                      <a:pt x="19" y="39"/>
                    </a:cubicBezTo>
                    <a:cubicBezTo>
                      <a:pt x="19" y="41"/>
                      <a:pt x="19" y="44"/>
                      <a:pt x="20" y="46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5" y="48"/>
                      <a:pt x="4" y="43"/>
                      <a:pt x="4" y="39"/>
                    </a:cubicBezTo>
                    <a:cubicBezTo>
                      <a:pt x="4" y="34"/>
                      <a:pt x="5" y="30"/>
                      <a:pt x="7" y="26"/>
                    </a:cubicBezTo>
                    <a:close/>
                    <a:moveTo>
                      <a:pt x="25" y="70"/>
                    </a:moveTo>
                    <a:cubicBezTo>
                      <a:pt x="27" y="66"/>
                      <a:pt x="27" y="66"/>
                      <a:pt x="27" y="66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3" y="58"/>
                      <a:pt x="36" y="58"/>
                      <a:pt x="38" y="58"/>
                    </a:cubicBezTo>
                    <a:cubicBezTo>
                      <a:pt x="41" y="58"/>
                      <a:pt x="43" y="58"/>
                      <a:pt x="46" y="57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47" y="72"/>
                      <a:pt x="43" y="73"/>
                      <a:pt x="38" y="73"/>
                    </a:cubicBezTo>
                    <a:cubicBezTo>
                      <a:pt x="34" y="73"/>
                      <a:pt x="29" y="72"/>
                      <a:pt x="25" y="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4" name="iṧľî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A11695C-F137-4F4A-BE15-A89A361E1C59}"/>
                  </a:ext>
                </a:extLst>
              </p:cNvPr>
              <p:cNvSpPr/>
              <p:nvPr/>
            </p:nvSpPr>
            <p:spPr bwMode="auto">
              <a:xfrm>
                <a:off x="6616120" y="2281872"/>
                <a:ext cx="211391" cy="172245"/>
              </a:xfrm>
              <a:custGeom>
                <a:avLst/>
                <a:gdLst>
                  <a:gd name="T0" fmla="*/ 66 w 66"/>
                  <a:gd name="T1" fmla="*/ 29 h 54"/>
                  <a:gd name="T2" fmla="*/ 58 w 66"/>
                  <a:gd name="T3" fmla="*/ 13 h 54"/>
                  <a:gd name="T4" fmla="*/ 46 w 66"/>
                  <a:gd name="T5" fmla="*/ 13 h 54"/>
                  <a:gd name="T6" fmla="*/ 46 w 66"/>
                  <a:gd name="T7" fmla="*/ 4 h 54"/>
                  <a:gd name="T8" fmla="*/ 42 w 66"/>
                  <a:gd name="T9" fmla="*/ 0 h 54"/>
                  <a:gd name="T10" fmla="*/ 4 w 66"/>
                  <a:gd name="T11" fmla="*/ 0 h 54"/>
                  <a:gd name="T12" fmla="*/ 0 w 66"/>
                  <a:gd name="T13" fmla="*/ 4 h 54"/>
                  <a:gd name="T14" fmla="*/ 0 w 66"/>
                  <a:gd name="T15" fmla="*/ 37 h 54"/>
                  <a:gd name="T16" fmla="*/ 4 w 66"/>
                  <a:gd name="T17" fmla="*/ 41 h 54"/>
                  <a:gd name="T18" fmla="*/ 10 w 66"/>
                  <a:gd name="T19" fmla="*/ 41 h 54"/>
                  <a:gd name="T20" fmla="*/ 9 w 66"/>
                  <a:gd name="T21" fmla="*/ 46 h 54"/>
                  <a:gd name="T22" fmla="*/ 17 w 66"/>
                  <a:gd name="T23" fmla="*/ 54 h 54"/>
                  <a:gd name="T24" fmla="*/ 25 w 66"/>
                  <a:gd name="T25" fmla="*/ 46 h 54"/>
                  <a:gd name="T26" fmla="*/ 24 w 66"/>
                  <a:gd name="T27" fmla="*/ 41 h 54"/>
                  <a:gd name="T28" fmla="*/ 47 w 66"/>
                  <a:gd name="T29" fmla="*/ 41 h 54"/>
                  <a:gd name="T30" fmla="*/ 46 w 66"/>
                  <a:gd name="T31" fmla="*/ 46 h 54"/>
                  <a:gd name="T32" fmla="*/ 54 w 66"/>
                  <a:gd name="T33" fmla="*/ 54 h 54"/>
                  <a:gd name="T34" fmla="*/ 62 w 66"/>
                  <a:gd name="T35" fmla="*/ 46 h 54"/>
                  <a:gd name="T36" fmla="*/ 61 w 66"/>
                  <a:gd name="T37" fmla="*/ 41 h 54"/>
                  <a:gd name="T38" fmla="*/ 66 w 66"/>
                  <a:gd name="T39" fmla="*/ 41 h 54"/>
                  <a:gd name="T40" fmla="*/ 66 w 66"/>
                  <a:gd name="T41" fmla="*/ 29 h 54"/>
                  <a:gd name="T42" fmla="*/ 46 w 66"/>
                  <a:gd name="T43" fmla="*/ 29 h 54"/>
                  <a:gd name="T44" fmla="*/ 46 w 66"/>
                  <a:gd name="T45" fmla="*/ 19 h 54"/>
                  <a:gd name="T46" fmla="*/ 54 w 66"/>
                  <a:gd name="T47" fmla="*/ 19 h 54"/>
                  <a:gd name="T48" fmla="*/ 59 w 66"/>
                  <a:gd name="T49" fmla="*/ 29 h 54"/>
                  <a:gd name="T50" fmla="*/ 46 w 66"/>
                  <a:gd name="T51" fmla="*/ 2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6" h="54">
                    <a:moveTo>
                      <a:pt x="66" y="29"/>
                    </a:moveTo>
                    <a:cubicBezTo>
                      <a:pt x="58" y="13"/>
                      <a:pt x="58" y="13"/>
                      <a:pt x="58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2"/>
                      <a:pt x="44" y="0"/>
                      <a:pt x="4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4"/>
                      <a:pt x="9" y="46"/>
                    </a:cubicBezTo>
                    <a:cubicBezTo>
                      <a:pt x="9" y="50"/>
                      <a:pt x="12" y="54"/>
                      <a:pt x="17" y="54"/>
                    </a:cubicBezTo>
                    <a:cubicBezTo>
                      <a:pt x="21" y="54"/>
                      <a:pt x="25" y="50"/>
                      <a:pt x="25" y="46"/>
                    </a:cubicBezTo>
                    <a:cubicBezTo>
                      <a:pt x="25" y="44"/>
                      <a:pt x="25" y="43"/>
                      <a:pt x="24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3"/>
                      <a:pt x="46" y="44"/>
                      <a:pt x="46" y="46"/>
                    </a:cubicBezTo>
                    <a:cubicBezTo>
                      <a:pt x="46" y="50"/>
                      <a:pt x="49" y="54"/>
                      <a:pt x="54" y="54"/>
                    </a:cubicBezTo>
                    <a:cubicBezTo>
                      <a:pt x="59" y="54"/>
                      <a:pt x="62" y="50"/>
                      <a:pt x="62" y="46"/>
                    </a:cubicBezTo>
                    <a:cubicBezTo>
                      <a:pt x="62" y="44"/>
                      <a:pt x="62" y="43"/>
                      <a:pt x="61" y="41"/>
                    </a:cubicBezTo>
                    <a:cubicBezTo>
                      <a:pt x="66" y="41"/>
                      <a:pt x="66" y="41"/>
                      <a:pt x="66" y="41"/>
                    </a:cubicBezTo>
                    <a:lnTo>
                      <a:pt x="66" y="29"/>
                    </a:lnTo>
                    <a:close/>
                    <a:moveTo>
                      <a:pt x="46" y="29"/>
                    </a:moveTo>
                    <a:cubicBezTo>
                      <a:pt x="46" y="19"/>
                      <a:pt x="46" y="19"/>
                      <a:pt x="46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9" y="29"/>
                      <a:pt x="59" y="29"/>
                      <a:pt x="59" y="29"/>
                    </a:cubicBezTo>
                    <a:lnTo>
                      <a:pt x="46" y="2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5" name="îsľí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5DAA527-9D26-4EA8-9A01-92639DED60B7}"/>
                  </a:ext>
                </a:extLst>
              </p:cNvPr>
              <p:cNvSpPr/>
              <p:nvPr/>
            </p:nvSpPr>
            <p:spPr bwMode="auto">
              <a:xfrm>
                <a:off x="6242269" y="1630081"/>
                <a:ext cx="211391" cy="183989"/>
              </a:xfrm>
              <a:custGeom>
                <a:avLst/>
                <a:gdLst>
                  <a:gd name="T0" fmla="*/ 66 w 66"/>
                  <a:gd name="T1" fmla="*/ 19 h 58"/>
                  <a:gd name="T2" fmla="*/ 47 w 66"/>
                  <a:gd name="T3" fmla="*/ 0 h 58"/>
                  <a:gd name="T4" fmla="*/ 33 w 66"/>
                  <a:gd name="T5" fmla="*/ 6 h 58"/>
                  <a:gd name="T6" fmla="*/ 19 w 66"/>
                  <a:gd name="T7" fmla="*/ 0 h 58"/>
                  <a:gd name="T8" fmla="*/ 0 w 66"/>
                  <a:gd name="T9" fmla="*/ 19 h 58"/>
                  <a:gd name="T10" fmla="*/ 6 w 66"/>
                  <a:gd name="T11" fmla="*/ 33 h 58"/>
                  <a:gd name="T12" fmla="*/ 6 w 66"/>
                  <a:gd name="T13" fmla="*/ 33 h 58"/>
                  <a:gd name="T14" fmla="*/ 26 w 66"/>
                  <a:gd name="T15" fmla="*/ 54 h 58"/>
                  <a:gd name="T16" fmla="*/ 33 w 66"/>
                  <a:gd name="T17" fmla="*/ 58 h 58"/>
                  <a:gd name="T18" fmla="*/ 39 w 66"/>
                  <a:gd name="T19" fmla="*/ 54 h 58"/>
                  <a:gd name="T20" fmla="*/ 59 w 66"/>
                  <a:gd name="T21" fmla="*/ 33 h 58"/>
                  <a:gd name="T22" fmla="*/ 59 w 66"/>
                  <a:gd name="T23" fmla="*/ 33 h 58"/>
                  <a:gd name="T24" fmla="*/ 66 w 66"/>
                  <a:gd name="T25" fmla="*/ 19 h 58"/>
                  <a:gd name="T26" fmla="*/ 54 w 66"/>
                  <a:gd name="T27" fmla="*/ 27 h 58"/>
                  <a:gd name="T28" fmla="*/ 33 w 66"/>
                  <a:gd name="T29" fmla="*/ 48 h 58"/>
                  <a:gd name="T30" fmla="*/ 33 w 66"/>
                  <a:gd name="T31" fmla="*/ 48 h 58"/>
                  <a:gd name="T32" fmla="*/ 32 w 66"/>
                  <a:gd name="T33" fmla="*/ 48 h 58"/>
                  <a:gd name="T34" fmla="*/ 11 w 66"/>
                  <a:gd name="T35" fmla="*/ 27 h 58"/>
                  <a:gd name="T36" fmla="*/ 8 w 66"/>
                  <a:gd name="T37" fmla="*/ 19 h 58"/>
                  <a:gd name="T38" fmla="*/ 19 w 66"/>
                  <a:gd name="T39" fmla="*/ 8 h 58"/>
                  <a:gd name="T40" fmla="*/ 27 w 66"/>
                  <a:gd name="T41" fmla="*/ 12 h 58"/>
                  <a:gd name="T42" fmla="*/ 33 w 66"/>
                  <a:gd name="T43" fmla="*/ 19 h 58"/>
                  <a:gd name="T44" fmla="*/ 39 w 66"/>
                  <a:gd name="T45" fmla="*/ 12 h 58"/>
                  <a:gd name="T46" fmla="*/ 47 w 66"/>
                  <a:gd name="T47" fmla="*/ 8 h 58"/>
                  <a:gd name="T48" fmla="*/ 57 w 66"/>
                  <a:gd name="T49" fmla="*/ 19 h 58"/>
                  <a:gd name="T50" fmla="*/ 54 w 66"/>
                  <a:gd name="T51" fmla="*/ 2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6" h="58">
                    <a:moveTo>
                      <a:pt x="66" y="19"/>
                    </a:moveTo>
                    <a:cubicBezTo>
                      <a:pt x="66" y="9"/>
                      <a:pt x="57" y="0"/>
                      <a:pt x="47" y="0"/>
                    </a:cubicBezTo>
                    <a:cubicBezTo>
                      <a:pt x="41" y="0"/>
                      <a:pt x="36" y="3"/>
                      <a:pt x="33" y="6"/>
                    </a:cubicBezTo>
                    <a:cubicBezTo>
                      <a:pt x="29" y="3"/>
                      <a:pt x="24" y="0"/>
                      <a:pt x="19" y="0"/>
                    </a:cubicBezTo>
                    <a:cubicBezTo>
                      <a:pt x="8" y="0"/>
                      <a:pt x="0" y="9"/>
                      <a:pt x="0" y="19"/>
                    </a:cubicBezTo>
                    <a:cubicBezTo>
                      <a:pt x="0" y="25"/>
                      <a:pt x="2" y="30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26" y="54"/>
                      <a:pt x="26" y="54"/>
                      <a:pt x="26" y="54"/>
                    </a:cubicBezTo>
                    <a:cubicBezTo>
                      <a:pt x="28" y="56"/>
                      <a:pt x="31" y="58"/>
                      <a:pt x="33" y="58"/>
                    </a:cubicBezTo>
                    <a:cubicBezTo>
                      <a:pt x="35" y="58"/>
                      <a:pt x="37" y="56"/>
                      <a:pt x="39" y="5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63" y="30"/>
                      <a:pt x="66" y="25"/>
                      <a:pt x="66" y="19"/>
                    </a:cubicBezTo>
                    <a:close/>
                    <a:moveTo>
                      <a:pt x="54" y="27"/>
                    </a:moveTo>
                    <a:cubicBezTo>
                      <a:pt x="33" y="48"/>
                      <a:pt x="33" y="48"/>
                      <a:pt x="33" y="48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8" y="22"/>
                      <a:pt x="8" y="19"/>
                    </a:cubicBezTo>
                    <a:cubicBezTo>
                      <a:pt x="8" y="13"/>
                      <a:pt x="13" y="8"/>
                      <a:pt x="19" y="8"/>
                    </a:cubicBezTo>
                    <a:cubicBezTo>
                      <a:pt x="22" y="8"/>
                      <a:pt x="24" y="10"/>
                      <a:pt x="27" y="12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41" y="10"/>
                      <a:pt x="44" y="8"/>
                      <a:pt x="47" y="8"/>
                    </a:cubicBezTo>
                    <a:cubicBezTo>
                      <a:pt x="53" y="8"/>
                      <a:pt x="57" y="13"/>
                      <a:pt x="57" y="19"/>
                    </a:cubicBezTo>
                    <a:cubicBezTo>
                      <a:pt x="57" y="22"/>
                      <a:pt x="56" y="25"/>
                      <a:pt x="54" y="2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6" name="íSlî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3A063B1-71E7-4E51-BFCC-E49685A1957E}"/>
                  </a:ext>
                </a:extLst>
              </p:cNvPr>
              <p:cNvSpPr/>
              <p:nvPr/>
            </p:nvSpPr>
            <p:spPr bwMode="auto">
              <a:xfrm>
                <a:off x="5806087" y="1515560"/>
                <a:ext cx="197691" cy="191818"/>
              </a:xfrm>
              <a:custGeom>
                <a:avLst/>
                <a:gdLst>
                  <a:gd name="T0" fmla="*/ 39 w 62"/>
                  <a:gd name="T1" fmla="*/ 42 h 60"/>
                  <a:gd name="T2" fmla="*/ 37 w 62"/>
                  <a:gd name="T3" fmla="*/ 38 h 60"/>
                  <a:gd name="T4" fmla="*/ 43 w 62"/>
                  <a:gd name="T5" fmla="*/ 27 h 60"/>
                  <a:gd name="T6" fmla="*/ 44 w 62"/>
                  <a:gd name="T7" fmla="*/ 19 h 60"/>
                  <a:gd name="T8" fmla="*/ 31 w 62"/>
                  <a:gd name="T9" fmla="*/ 0 h 60"/>
                  <a:gd name="T10" fmla="*/ 18 w 62"/>
                  <a:gd name="T11" fmla="*/ 19 h 60"/>
                  <a:gd name="T12" fmla="*/ 20 w 62"/>
                  <a:gd name="T13" fmla="*/ 27 h 60"/>
                  <a:gd name="T14" fmla="*/ 25 w 62"/>
                  <a:gd name="T15" fmla="*/ 38 h 60"/>
                  <a:gd name="T16" fmla="*/ 23 w 62"/>
                  <a:gd name="T17" fmla="*/ 42 h 60"/>
                  <a:gd name="T18" fmla="*/ 0 w 62"/>
                  <a:gd name="T19" fmla="*/ 60 h 60"/>
                  <a:gd name="T20" fmla="*/ 31 w 62"/>
                  <a:gd name="T21" fmla="*/ 60 h 60"/>
                  <a:gd name="T22" fmla="*/ 62 w 62"/>
                  <a:gd name="T23" fmla="*/ 60 h 60"/>
                  <a:gd name="T24" fmla="*/ 39 w 62"/>
                  <a:gd name="T25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60">
                    <a:moveTo>
                      <a:pt x="39" y="42"/>
                    </a:moveTo>
                    <a:cubicBezTo>
                      <a:pt x="37" y="42"/>
                      <a:pt x="37" y="38"/>
                      <a:pt x="37" y="38"/>
                    </a:cubicBezTo>
                    <a:cubicBezTo>
                      <a:pt x="37" y="38"/>
                      <a:pt x="42" y="33"/>
                      <a:pt x="43" y="27"/>
                    </a:cubicBezTo>
                    <a:cubicBezTo>
                      <a:pt x="45" y="27"/>
                      <a:pt x="47" y="21"/>
                      <a:pt x="44" y="19"/>
                    </a:cubicBezTo>
                    <a:cubicBezTo>
                      <a:pt x="44" y="16"/>
                      <a:pt x="48" y="0"/>
                      <a:pt x="31" y="0"/>
                    </a:cubicBezTo>
                    <a:cubicBezTo>
                      <a:pt x="15" y="0"/>
                      <a:pt x="18" y="16"/>
                      <a:pt x="18" y="19"/>
                    </a:cubicBezTo>
                    <a:cubicBezTo>
                      <a:pt x="15" y="21"/>
                      <a:pt x="17" y="27"/>
                      <a:pt x="20" y="27"/>
                    </a:cubicBezTo>
                    <a:cubicBezTo>
                      <a:pt x="21" y="33"/>
                      <a:pt x="25" y="38"/>
                      <a:pt x="25" y="38"/>
                    </a:cubicBezTo>
                    <a:cubicBezTo>
                      <a:pt x="25" y="38"/>
                      <a:pt x="25" y="42"/>
                      <a:pt x="23" y="42"/>
                    </a:cubicBezTo>
                    <a:cubicBezTo>
                      <a:pt x="19" y="43"/>
                      <a:pt x="0" y="51"/>
                      <a:pt x="0" y="60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2" y="51"/>
                      <a:pt x="44" y="43"/>
                      <a:pt x="39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7" name="îṧlï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2FAC863-D49E-4E31-AAA2-367CC04F02B3}"/>
                  </a:ext>
                </a:extLst>
              </p:cNvPr>
              <p:cNvSpPr/>
              <p:nvPr/>
            </p:nvSpPr>
            <p:spPr bwMode="auto">
              <a:xfrm>
                <a:off x="6771087" y="1745564"/>
                <a:ext cx="150715" cy="150714"/>
              </a:xfrm>
              <a:custGeom>
                <a:avLst/>
                <a:gdLst>
                  <a:gd name="T0" fmla="*/ 3 w 47"/>
                  <a:gd name="T1" fmla="*/ 0 h 47"/>
                  <a:gd name="T2" fmla="*/ 21 w 47"/>
                  <a:gd name="T3" fmla="*/ 0 h 47"/>
                  <a:gd name="T4" fmla="*/ 21 w 47"/>
                  <a:gd name="T5" fmla="*/ 3 h 47"/>
                  <a:gd name="T6" fmla="*/ 3 w 47"/>
                  <a:gd name="T7" fmla="*/ 3 h 47"/>
                  <a:gd name="T8" fmla="*/ 3 w 47"/>
                  <a:gd name="T9" fmla="*/ 0 h 47"/>
                  <a:gd name="T10" fmla="*/ 26 w 47"/>
                  <a:gd name="T11" fmla="*/ 0 h 47"/>
                  <a:gd name="T12" fmla="*/ 44 w 47"/>
                  <a:gd name="T13" fmla="*/ 0 h 47"/>
                  <a:gd name="T14" fmla="*/ 44 w 47"/>
                  <a:gd name="T15" fmla="*/ 3 h 47"/>
                  <a:gd name="T16" fmla="*/ 26 w 47"/>
                  <a:gd name="T17" fmla="*/ 3 h 47"/>
                  <a:gd name="T18" fmla="*/ 26 w 47"/>
                  <a:gd name="T19" fmla="*/ 0 h 47"/>
                  <a:gd name="T20" fmla="*/ 43 w 47"/>
                  <a:gd name="T21" fmla="*/ 15 h 47"/>
                  <a:gd name="T22" fmla="*/ 41 w 47"/>
                  <a:gd name="T23" fmla="*/ 15 h 47"/>
                  <a:gd name="T24" fmla="*/ 41 w 47"/>
                  <a:gd name="T25" fmla="*/ 3 h 47"/>
                  <a:gd name="T26" fmla="*/ 29 w 47"/>
                  <a:gd name="T27" fmla="*/ 3 h 47"/>
                  <a:gd name="T28" fmla="*/ 29 w 47"/>
                  <a:gd name="T29" fmla="*/ 15 h 47"/>
                  <a:gd name="T30" fmla="*/ 18 w 47"/>
                  <a:gd name="T31" fmla="*/ 15 h 47"/>
                  <a:gd name="T32" fmla="*/ 18 w 47"/>
                  <a:gd name="T33" fmla="*/ 3 h 47"/>
                  <a:gd name="T34" fmla="*/ 6 w 47"/>
                  <a:gd name="T35" fmla="*/ 3 h 47"/>
                  <a:gd name="T36" fmla="*/ 6 w 47"/>
                  <a:gd name="T37" fmla="*/ 15 h 47"/>
                  <a:gd name="T38" fmla="*/ 4 w 47"/>
                  <a:gd name="T39" fmla="*/ 15 h 47"/>
                  <a:gd name="T40" fmla="*/ 0 w 47"/>
                  <a:gd name="T41" fmla="*/ 18 h 47"/>
                  <a:gd name="T42" fmla="*/ 0 w 47"/>
                  <a:gd name="T43" fmla="*/ 44 h 47"/>
                  <a:gd name="T44" fmla="*/ 4 w 47"/>
                  <a:gd name="T45" fmla="*/ 47 h 47"/>
                  <a:gd name="T46" fmla="*/ 17 w 47"/>
                  <a:gd name="T47" fmla="*/ 47 h 47"/>
                  <a:gd name="T48" fmla="*/ 21 w 47"/>
                  <a:gd name="T49" fmla="*/ 44 h 47"/>
                  <a:gd name="T50" fmla="*/ 21 w 47"/>
                  <a:gd name="T51" fmla="*/ 27 h 47"/>
                  <a:gd name="T52" fmla="*/ 26 w 47"/>
                  <a:gd name="T53" fmla="*/ 27 h 47"/>
                  <a:gd name="T54" fmla="*/ 26 w 47"/>
                  <a:gd name="T55" fmla="*/ 44 h 47"/>
                  <a:gd name="T56" fmla="*/ 30 w 47"/>
                  <a:gd name="T57" fmla="*/ 47 h 47"/>
                  <a:gd name="T58" fmla="*/ 43 w 47"/>
                  <a:gd name="T59" fmla="*/ 47 h 47"/>
                  <a:gd name="T60" fmla="*/ 47 w 47"/>
                  <a:gd name="T61" fmla="*/ 44 h 47"/>
                  <a:gd name="T62" fmla="*/ 47 w 47"/>
                  <a:gd name="T63" fmla="*/ 18 h 47"/>
                  <a:gd name="T64" fmla="*/ 43 w 47"/>
                  <a:gd name="T65" fmla="*/ 15 h 47"/>
                  <a:gd name="T66" fmla="*/ 16 w 47"/>
                  <a:gd name="T67" fmla="*/ 44 h 47"/>
                  <a:gd name="T68" fmla="*/ 5 w 47"/>
                  <a:gd name="T69" fmla="*/ 44 h 47"/>
                  <a:gd name="T70" fmla="*/ 3 w 47"/>
                  <a:gd name="T71" fmla="*/ 42 h 47"/>
                  <a:gd name="T72" fmla="*/ 5 w 47"/>
                  <a:gd name="T73" fmla="*/ 41 h 47"/>
                  <a:gd name="T74" fmla="*/ 16 w 47"/>
                  <a:gd name="T75" fmla="*/ 41 h 47"/>
                  <a:gd name="T76" fmla="*/ 18 w 47"/>
                  <a:gd name="T77" fmla="*/ 42 h 47"/>
                  <a:gd name="T78" fmla="*/ 16 w 47"/>
                  <a:gd name="T79" fmla="*/ 44 h 47"/>
                  <a:gd name="T80" fmla="*/ 25 w 47"/>
                  <a:gd name="T81" fmla="*/ 24 h 47"/>
                  <a:gd name="T82" fmla="*/ 22 w 47"/>
                  <a:gd name="T83" fmla="*/ 24 h 47"/>
                  <a:gd name="T84" fmla="*/ 21 w 47"/>
                  <a:gd name="T85" fmla="*/ 22 h 47"/>
                  <a:gd name="T86" fmla="*/ 22 w 47"/>
                  <a:gd name="T87" fmla="*/ 21 h 47"/>
                  <a:gd name="T88" fmla="*/ 25 w 47"/>
                  <a:gd name="T89" fmla="*/ 21 h 47"/>
                  <a:gd name="T90" fmla="*/ 26 w 47"/>
                  <a:gd name="T91" fmla="*/ 22 h 47"/>
                  <a:gd name="T92" fmla="*/ 25 w 47"/>
                  <a:gd name="T93" fmla="*/ 24 h 47"/>
                  <a:gd name="T94" fmla="*/ 42 w 47"/>
                  <a:gd name="T95" fmla="*/ 44 h 47"/>
                  <a:gd name="T96" fmla="*/ 31 w 47"/>
                  <a:gd name="T97" fmla="*/ 44 h 47"/>
                  <a:gd name="T98" fmla="*/ 29 w 47"/>
                  <a:gd name="T99" fmla="*/ 42 h 47"/>
                  <a:gd name="T100" fmla="*/ 31 w 47"/>
                  <a:gd name="T101" fmla="*/ 41 h 47"/>
                  <a:gd name="T102" fmla="*/ 42 w 47"/>
                  <a:gd name="T103" fmla="*/ 41 h 47"/>
                  <a:gd name="T104" fmla="*/ 44 w 47"/>
                  <a:gd name="T105" fmla="*/ 42 h 47"/>
                  <a:gd name="T106" fmla="*/ 42 w 47"/>
                  <a:gd name="T107" fmla="*/ 4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" h="47">
                    <a:moveTo>
                      <a:pt x="3" y="0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3" y="0"/>
                    </a:lnTo>
                    <a:close/>
                    <a:moveTo>
                      <a:pt x="26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26" y="3"/>
                      <a:pt x="26" y="3"/>
                      <a:pt x="26" y="3"/>
                    </a:cubicBezTo>
                    <a:lnTo>
                      <a:pt x="26" y="0"/>
                    </a:lnTo>
                    <a:close/>
                    <a:moveTo>
                      <a:pt x="43" y="15"/>
                    </a:move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2" y="15"/>
                      <a:pt x="0" y="16"/>
                      <a:pt x="0" y="1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5"/>
                      <a:pt x="2" y="47"/>
                      <a:pt x="4" y="47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9" y="47"/>
                      <a:pt x="21" y="45"/>
                      <a:pt x="21" y="44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6" y="45"/>
                      <a:pt x="28" y="47"/>
                      <a:pt x="30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5" y="47"/>
                      <a:pt x="47" y="45"/>
                      <a:pt x="47" y="44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5" y="15"/>
                      <a:pt x="43" y="15"/>
                    </a:cubicBezTo>
                    <a:close/>
                    <a:moveTo>
                      <a:pt x="16" y="44"/>
                    </a:moveTo>
                    <a:cubicBezTo>
                      <a:pt x="5" y="44"/>
                      <a:pt x="5" y="44"/>
                      <a:pt x="5" y="44"/>
                    </a:cubicBezTo>
                    <a:cubicBezTo>
                      <a:pt x="4" y="44"/>
                      <a:pt x="3" y="43"/>
                      <a:pt x="3" y="42"/>
                    </a:cubicBezTo>
                    <a:cubicBezTo>
                      <a:pt x="3" y="42"/>
                      <a:pt x="4" y="41"/>
                      <a:pt x="5" y="41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7" y="41"/>
                      <a:pt x="18" y="42"/>
                      <a:pt x="18" y="42"/>
                    </a:cubicBezTo>
                    <a:cubicBezTo>
                      <a:pt x="18" y="43"/>
                      <a:pt x="17" y="44"/>
                      <a:pt x="16" y="44"/>
                    </a:cubicBezTo>
                    <a:close/>
                    <a:moveTo>
                      <a:pt x="25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4"/>
                      <a:pt x="21" y="23"/>
                      <a:pt x="21" y="22"/>
                    </a:cubicBezTo>
                    <a:cubicBezTo>
                      <a:pt x="21" y="21"/>
                      <a:pt x="21" y="21"/>
                      <a:pt x="22" y="21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6" y="21"/>
                      <a:pt x="26" y="21"/>
                      <a:pt x="26" y="22"/>
                    </a:cubicBezTo>
                    <a:cubicBezTo>
                      <a:pt x="26" y="23"/>
                      <a:pt x="26" y="24"/>
                      <a:pt x="25" y="24"/>
                    </a:cubicBezTo>
                    <a:close/>
                    <a:moveTo>
                      <a:pt x="42" y="44"/>
                    </a:moveTo>
                    <a:cubicBezTo>
                      <a:pt x="31" y="44"/>
                      <a:pt x="31" y="44"/>
                      <a:pt x="31" y="44"/>
                    </a:cubicBezTo>
                    <a:cubicBezTo>
                      <a:pt x="30" y="44"/>
                      <a:pt x="29" y="43"/>
                      <a:pt x="29" y="42"/>
                    </a:cubicBezTo>
                    <a:cubicBezTo>
                      <a:pt x="29" y="42"/>
                      <a:pt x="30" y="41"/>
                      <a:pt x="31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4" y="42"/>
                      <a:pt x="44" y="42"/>
                    </a:cubicBezTo>
                    <a:cubicBezTo>
                      <a:pt x="44" y="43"/>
                      <a:pt x="43" y="44"/>
                      <a:pt x="42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8" name="íṧļî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3E638F2-A359-47B5-B236-0B9D7470D3C7}"/>
                  </a:ext>
                </a:extLst>
              </p:cNvPr>
              <p:cNvSpPr/>
              <p:nvPr/>
            </p:nvSpPr>
            <p:spPr bwMode="auto">
              <a:xfrm>
                <a:off x="8191769" y="2620489"/>
                <a:ext cx="236837" cy="266197"/>
              </a:xfrm>
              <a:custGeom>
                <a:avLst/>
                <a:gdLst>
                  <a:gd name="T0" fmla="*/ 58 w 74"/>
                  <a:gd name="T1" fmla="*/ 25 h 83"/>
                  <a:gd name="T2" fmla="*/ 62 w 74"/>
                  <a:gd name="T3" fmla="*/ 22 h 83"/>
                  <a:gd name="T4" fmla="*/ 68 w 74"/>
                  <a:gd name="T5" fmla="*/ 12 h 83"/>
                  <a:gd name="T6" fmla="*/ 65 w 74"/>
                  <a:gd name="T7" fmla="*/ 3 h 83"/>
                  <a:gd name="T8" fmla="*/ 58 w 74"/>
                  <a:gd name="T9" fmla="*/ 0 h 83"/>
                  <a:gd name="T10" fmla="*/ 46 w 74"/>
                  <a:gd name="T11" fmla="*/ 5 h 83"/>
                  <a:gd name="T12" fmla="*/ 36 w 74"/>
                  <a:gd name="T13" fmla="*/ 24 h 83"/>
                  <a:gd name="T14" fmla="*/ 27 w 74"/>
                  <a:gd name="T15" fmla="*/ 6 h 83"/>
                  <a:gd name="T16" fmla="*/ 18 w 74"/>
                  <a:gd name="T17" fmla="*/ 2 h 83"/>
                  <a:gd name="T18" fmla="*/ 11 w 74"/>
                  <a:gd name="T19" fmla="*/ 5 h 83"/>
                  <a:gd name="T20" fmla="*/ 12 w 74"/>
                  <a:gd name="T21" fmla="*/ 21 h 83"/>
                  <a:gd name="T22" fmla="*/ 18 w 74"/>
                  <a:gd name="T23" fmla="*/ 25 h 83"/>
                  <a:gd name="T24" fmla="*/ 0 w 74"/>
                  <a:gd name="T25" fmla="*/ 25 h 83"/>
                  <a:gd name="T26" fmla="*/ 0 w 74"/>
                  <a:gd name="T27" fmla="*/ 46 h 83"/>
                  <a:gd name="T28" fmla="*/ 5 w 74"/>
                  <a:gd name="T29" fmla="*/ 46 h 83"/>
                  <a:gd name="T30" fmla="*/ 5 w 74"/>
                  <a:gd name="T31" fmla="*/ 83 h 83"/>
                  <a:gd name="T32" fmla="*/ 68 w 74"/>
                  <a:gd name="T33" fmla="*/ 83 h 83"/>
                  <a:gd name="T34" fmla="*/ 68 w 74"/>
                  <a:gd name="T35" fmla="*/ 46 h 83"/>
                  <a:gd name="T36" fmla="*/ 74 w 74"/>
                  <a:gd name="T37" fmla="*/ 46 h 83"/>
                  <a:gd name="T38" fmla="*/ 74 w 74"/>
                  <a:gd name="T39" fmla="*/ 25 h 83"/>
                  <a:gd name="T40" fmla="*/ 58 w 74"/>
                  <a:gd name="T41" fmla="*/ 25 h 83"/>
                  <a:gd name="T42" fmla="*/ 50 w 74"/>
                  <a:gd name="T43" fmla="*/ 9 h 83"/>
                  <a:gd name="T44" fmla="*/ 58 w 74"/>
                  <a:gd name="T45" fmla="*/ 6 h 83"/>
                  <a:gd name="T46" fmla="*/ 61 w 74"/>
                  <a:gd name="T47" fmla="*/ 7 h 83"/>
                  <a:gd name="T48" fmla="*/ 58 w 74"/>
                  <a:gd name="T49" fmla="*/ 17 h 83"/>
                  <a:gd name="T50" fmla="*/ 46 w 74"/>
                  <a:gd name="T51" fmla="*/ 25 h 83"/>
                  <a:gd name="T52" fmla="*/ 41 w 74"/>
                  <a:gd name="T53" fmla="*/ 25 h 83"/>
                  <a:gd name="T54" fmla="*/ 50 w 74"/>
                  <a:gd name="T55" fmla="*/ 9 h 83"/>
                  <a:gd name="T56" fmla="*/ 14 w 74"/>
                  <a:gd name="T57" fmla="*/ 12 h 83"/>
                  <a:gd name="T58" fmla="*/ 15 w 74"/>
                  <a:gd name="T59" fmla="*/ 9 h 83"/>
                  <a:gd name="T60" fmla="*/ 18 w 74"/>
                  <a:gd name="T61" fmla="*/ 8 h 83"/>
                  <a:gd name="T62" fmla="*/ 18 w 74"/>
                  <a:gd name="T63" fmla="*/ 8 h 83"/>
                  <a:gd name="T64" fmla="*/ 23 w 74"/>
                  <a:gd name="T65" fmla="*/ 10 h 83"/>
                  <a:gd name="T66" fmla="*/ 29 w 74"/>
                  <a:gd name="T67" fmla="*/ 23 h 83"/>
                  <a:gd name="T68" fmla="*/ 29 w 74"/>
                  <a:gd name="T69" fmla="*/ 23 h 83"/>
                  <a:gd name="T70" fmla="*/ 29 w 74"/>
                  <a:gd name="T71" fmla="*/ 23 h 83"/>
                  <a:gd name="T72" fmla="*/ 16 w 74"/>
                  <a:gd name="T73" fmla="*/ 17 h 83"/>
                  <a:gd name="T74" fmla="*/ 14 w 74"/>
                  <a:gd name="T75" fmla="*/ 12 h 83"/>
                  <a:gd name="T76" fmla="*/ 32 w 74"/>
                  <a:gd name="T77" fmla="*/ 78 h 83"/>
                  <a:gd name="T78" fmla="*/ 11 w 74"/>
                  <a:gd name="T79" fmla="*/ 78 h 83"/>
                  <a:gd name="T80" fmla="*/ 11 w 74"/>
                  <a:gd name="T81" fmla="*/ 44 h 83"/>
                  <a:gd name="T82" fmla="*/ 32 w 74"/>
                  <a:gd name="T83" fmla="*/ 44 h 83"/>
                  <a:gd name="T84" fmla="*/ 32 w 74"/>
                  <a:gd name="T85" fmla="*/ 78 h 83"/>
                  <a:gd name="T86" fmla="*/ 32 w 74"/>
                  <a:gd name="T87" fmla="*/ 41 h 83"/>
                  <a:gd name="T88" fmla="*/ 5 w 74"/>
                  <a:gd name="T89" fmla="*/ 41 h 83"/>
                  <a:gd name="T90" fmla="*/ 5 w 74"/>
                  <a:gd name="T91" fmla="*/ 30 h 83"/>
                  <a:gd name="T92" fmla="*/ 32 w 74"/>
                  <a:gd name="T93" fmla="*/ 30 h 83"/>
                  <a:gd name="T94" fmla="*/ 32 w 74"/>
                  <a:gd name="T95" fmla="*/ 41 h 83"/>
                  <a:gd name="T96" fmla="*/ 63 w 74"/>
                  <a:gd name="T97" fmla="*/ 78 h 83"/>
                  <a:gd name="T98" fmla="*/ 42 w 74"/>
                  <a:gd name="T99" fmla="*/ 78 h 83"/>
                  <a:gd name="T100" fmla="*/ 42 w 74"/>
                  <a:gd name="T101" fmla="*/ 44 h 83"/>
                  <a:gd name="T102" fmla="*/ 63 w 74"/>
                  <a:gd name="T103" fmla="*/ 44 h 83"/>
                  <a:gd name="T104" fmla="*/ 63 w 74"/>
                  <a:gd name="T105" fmla="*/ 78 h 83"/>
                  <a:gd name="T106" fmla="*/ 68 w 74"/>
                  <a:gd name="T107" fmla="*/ 41 h 83"/>
                  <a:gd name="T108" fmla="*/ 42 w 74"/>
                  <a:gd name="T109" fmla="*/ 41 h 83"/>
                  <a:gd name="T110" fmla="*/ 42 w 74"/>
                  <a:gd name="T111" fmla="*/ 30 h 83"/>
                  <a:gd name="T112" fmla="*/ 68 w 74"/>
                  <a:gd name="T113" fmla="*/ 30 h 83"/>
                  <a:gd name="T114" fmla="*/ 68 w 74"/>
                  <a:gd name="T115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4" h="83">
                    <a:moveTo>
                      <a:pt x="58" y="25"/>
                    </a:moveTo>
                    <a:cubicBezTo>
                      <a:pt x="60" y="24"/>
                      <a:pt x="61" y="23"/>
                      <a:pt x="62" y="22"/>
                    </a:cubicBezTo>
                    <a:cubicBezTo>
                      <a:pt x="65" y="19"/>
                      <a:pt x="67" y="15"/>
                      <a:pt x="68" y="12"/>
                    </a:cubicBezTo>
                    <a:cubicBezTo>
                      <a:pt x="68" y="8"/>
                      <a:pt x="67" y="5"/>
                      <a:pt x="65" y="3"/>
                    </a:cubicBezTo>
                    <a:cubicBezTo>
                      <a:pt x="63" y="1"/>
                      <a:pt x="61" y="0"/>
                      <a:pt x="58" y="0"/>
                    </a:cubicBezTo>
                    <a:cubicBezTo>
                      <a:pt x="54" y="0"/>
                      <a:pt x="49" y="2"/>
                      <a:pt x="46" y="5"/>
                    </a:cubicBezTo>
                    <a:cubicBezTo>
                      <a:pt x="41" y="11"/>
                      <a:pt x="37" y="18"/>
                      <a:pt x="36" y="24"/>
                    </a:cubicBezTo>
                    <a:cubicBezTo>
                      <a:pt x="34" y="18"/>
                      <a:pt x="32" y="11"/>
                      <a:pt x="27" y="6"/>
                    </a:cubicBezTo>
                    <a:cubicBezTo>
                      <a:pt x="24" y="3"/>
                      <a:pt x="21" y="2"/>
                      <a:pt x="18" y="2"/>
                    </a:cubicBezTo>
                    <a:cubicBezTo>
                      <a:pt x="15" y="2"/>
                      <a:pt x="13" y="3"/>
                      <a:pt x="11" y="5"/>
                    </a:cubicBezTo>
                    <a:cubicBezTo>
                      <a:pt x="7" y="9"/>
                      <a:pt x="7" y="16"/>
                      <a:pt x="12" y="21"/>
                    </a:cubicBezTo>
                    <a:cubicBezTo>
                      <a:pt x="14" y="22"/>
                      <a:pt x="16" y="24"/>
                      <a:pt x="18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83"/>
                      <a:pt x="5" y="83"/>
                      <a:pt x="5" y="83"/>
                    </a:cubicBezTo>
                    <a:cubicBezTo>
                      <a:pt x="68" y="83"/>
                      <a:pt x="68" y="83"/>
                      <a:pt x="68" y="83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4" y="25"/>
                      <a:pt x="74" y="25"/>
                      <a:pt x="74" y="25"/>
                    </a:cubicBezTo>
                    <a:lnTo>
                      <a:pt x="58" y="25"/>
                    </a:lnTo>
                    <a:close/>
                    <a:moveTo>
                      <a:pt x="50" y="9"/>
                    </a:moveTo>
                    <a:cubicBezTo>
                      <a:pt x="52" y="7"/>
                      <a:pt x="55" y="6"/>
                      <a:pt x="58" y="6"/>
                    </a:cubicBezTo>
                    <a:cubicBezTo>
                      <a:pt x="59" y="6"/>
                      <a:pt x="60" y="6"/>
                      <a:pt x="61" y="7"/>
                    </a:cubicBezTo>
                    <a:cubicBezTo>
                      <a:pt x="63" y="9"/>
                      <a:pt x="62" y="14"/>
                      <a:pt x="58" y="17"/>
                    </a:cubicBezTo>
                    <a:cubicBezTo>
                      <a:pt x="55" y="21"/>
                      <a:pt x="50" y="23"/>
                      <a:pt x="46" y="25"/>
                    </a:cubicBezTo>
                    <a:cubicBezTo>
                      <a:pt x="41" y="25"/>
                      <a:pt x="41" y="25"/>
                      <a:pt x="41" y="25"/>
                    </a:cubicBezTo>
                    <a:cubicBezTo>
                      <a:pt x="43" y="20"/>
                      <a:pt x="46" y="14"/>
                      <a:pt x="50" y="9"/>
                    </a:cubicBezTo>
                    <a:close/>
                    <a:moveTo>
                      <a:pt x="14" y="12"/>
                    </a:moveTo>
                    <a:cubicBezTo>
                      <a:pt x="14" y="11"/>
                      <a:pt x="14" y="10"/>
                      <a:pt x="15" y="9"/>
                    </a:cubicBezTo>
                    <a:cubicBezTo>
                      <a:pt x="16" y="8"/>
                      <a:pt x="17" y="8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9" y="8"/>
                      <a:pt x="21" y="9"/>
                      <a:pt x="23" y="10"/>
                    </a:cubicBezTo>
                    <a:cubicBezTo>
                      <a:pt x="25" y="13"/>
                      <a:pt x="28" y="17"/>
                      <a:pt x="29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3" y="22"/>
                      <a:pt x="19" y="19"/>
                      <a:pt x="16" y="17"/>
                    </a:cubicBezTo>
                    <a:cubicBezTo>
                      <a:pt x="15" y="15"/>
                      <a:pt x="14" y="14"/>
                      <a:pt x="14" y="12"/>
                    </a:cubicBezTo>
                    <a:close/>
                    <a:moveTo>
                      <a:pt x="32" y="78"/>
                    </a:move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32" y="44"/>
                      <a:pt x="32" y="44"/>
                      <a:pt x="32" y="44"/>
                    </a:cubicBezTo>
                    <a:lnTo>
                      <a:pt x="32" y="78"/>
                    </a:lnTo>
                    <a:close/>
                    <a:moveTo>
                      <a:pt x="32" y="41"/>
                    </a:moveTo>
                    <a:cubicBezTo>
                      <a:pt x="5" y="41"/>
                      <a:pt x="5" y="41"/>
                      <a:pt x="5" y="4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32" y="30"/>
                      <a:pt x="32" y="30"/>
                      <a:pt x="32" y="30"/>
                    </a:cubicBezTo>
                    <a:lnTo>
                      <a:pt x="32" y="41"/>
                    </a:lnTo>
                    <a:close/>
                    <a:moveTo>
                      <a:pt x="63" y="78"/>
                    </a:moveTo>
                    <a:cubicBezTo>
                      <a:pt x="42" y="78"/>
                      <a:pt x="42" y="78"/>
                      <a:pt x="42" y="78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63" y="44"/>
                      <a:pt x="63" y="44"/>
                      <a:pt x="63" y="44"/>
                    </a:cubicBezTo>
                    <a:lnTo>
                      <a:pt x="63" y="78"/>
                    </a:lnTo>
                    <a:close/>
                    <a:moveTo>
                      <a:pt x="68" y="41"/>
                    </a:move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68" y="30"/>
                      <a:pt x="68" y="30"/>
                      <a:pt x="68" y="30"/>
                    </a:cubicBezTo>
                    <a:lnTo>
                      <a:pt x="68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9" name="ïśḷí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54BC0CC-8304-44E0-8454-BA2202068E36}"/>
                  </a:ext>
                </a:extLst>
              </p:cNvPr>
              <p:cNvSpPr/>
              <p:nvPr/>
            </p:nvSpPr>
            <p:spPr bwMode="auto">
              <a:xfrm>
                <a:off x="8084116" y="2039163"/>
                <a:ext cx="303387" cy="264239"/>
              </a:xfrm>
              <a:custGeom>
                <a:avLst/>
                <a:gdLst>
                  <a:gd name="T0" fmla="*/ 95 w 95"/>
                  <a:gd name="T1" fmla="*/ 34 h 83"/>
                  <a:gd name="T2" fmla="*/ 83 w 95"/>
                  <a:gd name="T3" fmla="*/ 0 h 83"/>
                  <a:gd name="T4" fmla="*/ 83 w 95"/>
                  <a:gd name="T5" fmla="*/ 0 h 83"/>
                  <a:gd name="T6" fmla="*/ 75 w 95"/>
                  <a:gd name="T7" fmla="*/ 0 h 83"/>
                  <a:gd name="T8" fmla="*/ 31 w 95"/>
                  <a:gd name="T9" fmla="*/ 19 h 83"/>
                  <a:gd name="T10" fmla="*/ 30 w 95"/>
                  <a:gd name="T11" fmla="*/ 34 h 83"/>
                  <a:gd name="T12" fmla="*/ 31 w 95"/>
                  <a:gd name="T13" fmla="*/ 49 h 83"/>
                  <a:gd name="T14" fmla="*/ 75 w 95"/>
                  <a:gd name="T15" fmla="*/ 68 h 83"/>
                  <a:gd name="T16" fmla="*/ 83 w 95"/>
                  <a:gd name="T17" fmla="*/ 68 h 83"/>
                  <a:gd name="T18" fmla="*/ 83 w 95"/>
                  <a:gd name="T19" fmla="*/ 68 h 83"/>
                  <a:gd name="T20" fmla="*/ 95 w 95"/>
                  <a:gd name="T21" fmla="*/ 34 h 83"/>
                  <a:gd name="T22" fmla="*/ 80 w 95"/>
                  <a:gd name="T23" fmla="*/ 63 h 83"/>
                  <a:gd name="T24" fmla="*/ 78 w 95"/>
                  <a:gd name="T25" fmla="*/ 61 h 83"/>
                  <a:gd name="T26" fmla="*/ 75 w 95"/>
                  <a:gd name="T27" fmla="*/ 55 h 83"/>
                  <a:gd name="T28" fmla="*/ 71 w 95"/>
                  <a:gd name="T29" fmla="*/ 34 h 83"/>
                  <a:gd name="T30" fmla="*/ 75 w 95"/>
                  <a:gd name="T31" fmla="*/ 13 h 83"/>
                  <a:gd name="T32" fmla="*/ 78 w 95"/>
                  <a:gd name="T33" fmla="*/ 7 h 83"/>
                  <a:gd name="T34" fmla="*/ 80 w 95"/>
                  <a:gd name="T35" fmla="*/ 5 h 83"/>
                  <a:gd name="T36" fmla="*/ 83 w 95"/>
                  <a:gd name="T37" fmla="*/ 7 h 83"/>
                  <a:gd name="T38" fmla="*/ 86 w 95"/>
                  <a:gd name="T39" fmla="*/ 13 h 83"/>
                  <a:gd name="T40" fmla="*/ 89 w 95"/>
                  <a:gd name="T41" fmla="*/ 34 h 83"/>
                  <a:gd name="T42" fmla="*/ 86 w 95"/>
                  <a:gd name="T43" fmla="*/ 55 h 83"/>
                  <a:gd name="T44" fmla="*/ 83 w 95"/>
                  <a:gd name="T45" fmla="*/ 61 h 83"/>
                  <a:gd name="T46" fmla="*/ 80 w 95"/>
                  <a:gd name="T47" fmla="*/ 63 h 83"/>
                  <a:gd name="T48" fmla="*/ 24 w 95"/>
                  <a:gd name="T49" fmla="*/ 34 h 83"/>
                  <a:gd name="T50" fmla="*/ 25 w 95"/>
                  <a:gd name="T51" fmla="*/ 20 h 83"/>
                  <a:gd name="T52" fmla="*/ 12 w 95"/>
                  <a:gd name="T53" fmla="*/ 21 h 83"/>
                  <a:gd name="T54" fmla="*/ 5 w 95"/>
                  <a:gd name="T55" fmla="*/ 21 h 83"/>
                  <a:gd name="T56" fmla="*/ 0 w 95"/>
                  <a:gd name="T57" fmla="*/ 30 h 83"/>
                  <a:gd name="T58" fmla="*/ 0 w 95"/>
                  <a:gd name="T59" fmla="*/ 38 h 83"/>
                  <a:gd name="T60" fmla="*/ 5 w 95"/>
                  <a:gd name="T61" fmla="*/ 47 h 83"/>
                  <a:gd name="T62" fmla="*/ 12 w 95"/>
                  <a:gd name="T63" fmla="*/ 47 h 83"/>
                  <a:gd name="T64" fmla="*/ 25 w 95"/>
                  <a:gd name="T65" fmla="*/ 48 h 83"/>
                  <a:gd name="T66" fmla="*/ 24 w 95"/>
                  <a:gd name="T67" fmla="*/ 34 h 83"/>
                  <a:gd name="T68" fmla="*/ 34 w 95"/>
                  <a:gd name="T69" fmla="*/ 54 h 83"/>
                  <a:gd name="T70" fmla="*/ 23 w 95"/>
                  <a:gd name="T71" fmla="*/ 51 h 83"/>
                  <a:gd name="T72" fmla="*/ 30 w 95"/>
                  <a:gd name="T73" fmla="*/ 81 h 83"/>
                  <a:gd name="T74" fmla="*/ 34 w 95"/>
                  <a:gd name="T75" fmla="*/ 83 h 83"/>
                  <a:gd name="T76" fmla="*/ 44 w 95"/>
                  <a:gd name="T77" fmla="*/ 78 h 83"/>
                  <a:gd name="T78" fmla="*/ 46 w 95"/>
                  <a:gd name="T79" fmla="*/ 75 h 83"/>
                  <a:gd name="T80" fmla="*/ 34 w 95"/>
                  <a:gd name="T81" fmla="*/ 54 h 83"/>
                  <a:gd name="T82" fmla="*/ 80 w 95"/>
                  <a:gd name="T83" fmla="*/ 45 h 83"/>
                  <a:gd name="T84" fmla="*/ 79 w 95"/>
                  <a:gd name="T85" fmla="*/ 45 h 83"/>
                  <a:gd name="T86" fmla="*/ 78 w 95"/>
                  <a:gd name="T87" fmla="*/ 42 h 83"/>
                  <a:gd name="T88" fmla="*/ 77 w 95"/>
                  <a:gd name="T89" fmla="*/ 34 h 83"/>
                  <a:gd name="T90" fmla="*/ 78 w 95"/>
                  <a:gd name="T91" fmla="*/ 26 h 83"/>
                  <a:gd name="T92" fmla="*/ 79 w 95"/>
                  <a:gd name="T93" fmla="*/ 24 h 83"/>
                  <a:gd name="T94" fmla="*/ 80 w 95"/>
                  <a:gd name="T95" fmla="*/ 23 h 83"/>
                  <a:gd name="T96" fmla="*/ 81 w 95"/>
                  <a:gd name="T97" fmla="*/ 24 h 83"/>
                  <a:gd name="T98" fmla="*/ 82 w 95"/>
                  <a:gd name="T99" fmla="*/ 26 h 83"/>
                  <a:gd name="T100" fmla="*/ 84 w 95"/>
                  <a:gd name="T101" fmla="*/ 34 h 83"/>
                  <a:gd name="T102" fmla="*/ 82 w 95"/>
                  <a:gd name="T103" fmla="*/ 42 h 83"/>
                  <a:gd name="T104" fmla="*/ 81 w 95"/>
                  <a:gd name="T105" fmla="*/ 45 h 83"/>
                  <a:gd name="T106" fmla="*/ 80 w 95"/>
                  <a:gd name="T107" fmla="*/ 45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5" h="83">
                    <a:moveTo>
                      <a:pt x="95" y="34"/>
                    </a:moveTo>
                    <a:cubicBezTo>
                      <a:pt x="95" y="15"/>
                      <a:pt x="90" y="0"/>
                      <a:pt x="83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57" y="14"/>
                      <a:pt x="31" y="19"/>
                    </a:cubicBezTo>
                    <a:cubicBezTo>
                      <a:pt x="31" y="23"/>
                      <a:pt x="30" y="28"/>
                      <a:pt x="30" y="34"/>
                    </a:cubicBezTo>
                    <a:cubicBezTo>
                      <a:pt x="30" y="40"/>
                      <a:pt x="31" y="45"/>
                      <a:pt x="31" y="49"/>
                    </a:cubicBezTo>
                    <a:cubicBezTo>
                      <a:pt x="57" y="54"/>
                      <a:pt x="75" y="68"/>
                      <a:pt x="75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90" y="68"/>
                      <a:pt x="95" y="53"/>
                      <a:pt x="95" y="34"/>
                    </a:cubicBezTo>
                    <a:close/>
                    <a:moveTo>
                      <a:pt x="80" y="63"/>
                    </a:moveTo>
                    <a:cubicBezTo>
                      <a:pt x="79" y="63"/>
                      <a:pt x="78" y="62"/>
                      <a:pt x="78" y="61"/>
                    </a:cubicBezTo>
                    <a:cubicBezTo>
                      <a:pt x="77" y="60"/>
                      <a:pt x="76" y="58"/>
                      <a:pt x="75" y="55"/>
                    </a:cubicBezTo>
                    <a:cubicBezTo>
                      <a:pt x="73" y="50"/>
                      <a:pt x="71" y="42"/>
                      <a:pt x="71" y="34"/>
                    </a:cubicBezTo>
                    <a:cubicBezTo>
                      <a:pt x="71" y="26"/>
                      <a:pt x="73" y="18"/>
                      <a:pt x="75" y="13"/>
                    </a:cubicBezTo>
                    <a:cubicBezTo>
                      <a:pt x="76" y="10"/>
                      <a:pt x="77" y="8"/>
                      <a:pt x="78" y="7"/>
                    </a:cubicBezTo>
                    <a:cubicBezTo>
                      <a:pt x="78" y="6"/>
                      <a:pt x="79" y="5"/>
                      <a:pt x="80" y="5"/>
                    </a:cubicBezTo>
                    <a:cubicBezTo>
                      <a:pt x="81" y="5"/>
                      <a:pt x="82" y="6"/>
                      <a:pt x="83" y="7"/>
                    </a:cubicBezTo>
                    <a:cubicBezTo>
                      <a:pt x="84" y="8"/>
                      <a:pt x="85" y="10"/>
                      <a:pt x="86" y="13"/>
                    </a:cubicBezTo>
                    <a:cubicBezTo>
                      <a:pt x="88" y="18"/>
                      <a:pt x="89" y="26"/>
                      <a:pt x="89" y="34"/>
                    </a:cubicBezTo>
                    <a:cubicBezTo>
                      <a:pt x="89" y="42"/>
                      <a:pt x="88" y="50"/>
                      <a:pt x="86" y="55"/>
                    </a:cubicBezTo>
                    <a:cubicBezTo>
                      <a:pt x="85" y="58"/>
                      <a:pt x="84" y="60"/>
                      <a:pt x="83" y="61"/>
                    </a:cubicBezTo>
                    <a:cubicBezTo>
                      <a:pt x="82" y="62"/>
                      <a:pt x="81" y="63"/>
                      <a:pt x="80" y="63"/>
                    </a:cubicBezTo>
                    <a:close/>
                    <a:moveTo>
                      <a:pt x="24" y="34"/>
                    </a:moveTo>
                    <a:cubicBezTo>
                      <a:pt x="24" y="29"/>
                      <a:pt x="24" y="25"/>
                      <a:pt x="25" y="20"/>
                    </a:cubicBezTo>
                    <a:cubicBezTo>
                      <a:pt x="20" y="21"/>
                      <a:pt x="16" y="21"/>
                      <a:pt x="12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5" y="47"/>
                      <a:pt x="5" y="47"/>
                      <a:pt x="12" y="47"/>
                    </a:cubicBezTo>
                    <a:cubicBezTo>
                      <a:pt x="16" y="47"/>
                      <a:pt x="20" y="47"/>
                      <a:pt x="25" y="48"/>
                    </a:cubicBezTo>
                    <a:cubicBezTo>
                      <a:pt x="24" y="43"/>
                      <a:pt x="24" y="39"/>
                      <a:pt x="24" y="34"/>
                    </a:cubicBezTo>
                    <a:close/>
                    <a:moveTo>
                      <a:pt x="34" y="54"/>
                    </a:moveTo>
                    <a:cubicBezTo>
                      <a:pt x="23" y="51"/>
                      <a:pt x="23" y="51"/>
                      <a:pt x="23" y="51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1" y="83"/>
                      <a:pt x="32" y="83"/>
                      <a:pt x="34" y="83"/>
                    </a:cubicBezTo>
                    <a:cubicBezTo>
                      <a:pt x="44" y="78"/>
                      <a:pt x="44" y="78"/>
                      <a:pt x="44" y="78"/>
                    </a:cubicBezTo>
                    <a:cubicBezTo>
                      <a:pt x="46" y="78"/>
                      <a:pt x="47" y="76"/>
                      <a:pt x="46" y="75"/>
                    </a:cubicBezTo>
                    <a:lnTo>
                      <a:pt x="34" y="54"/>
                    </a:lnTo>
                    <a:close/>
                    <a:moveTo>
                      <a:pt x="80" y="45"/>
                    </a:moveTo>
                    <a:cubicBezTo>
                      <a:pt x="80" y="45"/>
                      <a:pt x="80" y="45"/>
                      <a:pt x="79" y="45"/>
                    </a:cubicBezTo>
                    <a:cubicBezTo>
                      <a:pt x="79" y="44"/>
                      <a:pt x="79" y="43"/>
                      <a:pt x="78" y="42"/>
                    </a:cubicBezTo>
                    <a:cubicBezTo>
                      <a:pt x="77" y="40"/>
                      <a:pt x="77" y="37"/>
                      <a:pt x="77" y="34"/>
                    </a:cubicBezTo>
                    <a:cubicBezTo>
                      <a:pt x="77" y="31"/>
                      <a:pt x="77" y="28"/>
                      <a:pt x="78" y="26"/>
                    </a:cubicBezTo>
                    <a:cubicBezTo>
                      <a:pt x="79" y="25"/>
                      <a:pt x="79" y="24"/>
                      <a:pt x="79" y="24"/>
                    </a:cubicBezTo>
                    <a:cubicBezTo>
                      <a:pt x="80" y="23"/>
                      <a:pt x="80" y="23"/>
                      <a:pt x="80" y="23"/>
                    </a:cubicBezTo>
                    <a:cubicBezTo>
                      <a:pt x="81" y="23"/>
                      <a:pt x="81" y="23"/>
                      <a:pt x="81" y="24"/>
                    </a:cubicBezTo>
                    <a:cubicBezTo>
                      <a:pt x="82" y="24"/>
                      <a:pt x="82" y="25"/>
                      <a:pt x="82" y="26"/>
                    </a:cubicBezTo>
                    <a:cubicBezTo>
                      <a:pt x="83" y="28"/>
                      <a:pt x="84" y="31"/>
                      <a:pt x="84" y="34"/>
                    </a:cubicBezTo>
                    <a:cubicBezTo>
                      <a:pt x="84" y="37"/>
                      <a:pt x="83" y="40"/>
                      <a:pt x="82" y="42"/>
                    </a:cubicBezTo>
                    <a:cubicBezTo>
                      <a:pt x="82" y="43"/>
                      <a:pt x="82" y="44"/>
                      <a:pt x="81" y="45"/>
                    </a:cubicBezTo>
                    <a:cubicBezTo>
                      <a:pt x="81" y="45"/>
                      <a:pt x="81" y="45"/>
                      <a:pt x="8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0" name="îṡḷí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05B586D-C4A6-433D-93DC-F362382DD464}"/>
                  </a:ext>
                </a:extLst>
              </p:cNvPr>
              <p:cNvSpPr/>
              <p:nvPr/>
            </p:nvSpPr>
            <p:spPr bwMode="auto">
              <a:xfrm>
                <a:off x="7751370" y="2444330"/>
                <a:ext cx="236837" cy="236836"/>
              </a:xfrm>
              <a:custGeom>
                <a:avLst/>
                <a:gdLst>
                  <a:gd name="T0" fmla="*/ 60 w 121"/>
                  <a:gd name="T1" fmla="*/ 121 h 121"/>
                  <a:gd name="T2" fmla="*/ 121 w 121"/>
                  <a:gd name="T3" fmla="*/ 61 h 121"/>
                  <a:gd name="T4" fmla="*/ 83 w 121"/>
                  <a:gd name="T5" fmla="*/ 61 h 121"/>
                  <a:gd name="T6" fmla="*/ 83 w 121"/>
                  <a:gd name="T7" fmla="*/ 0 h 121"/>
                  <a:gd name="T8" fmla="*/ 37 w 121"/>
                  <a:gd name="T9" fmla="*/ 0 h 121"/>
                  <a:gd name="T10" fmla="*/ 37 w 121"/>
                  <a:gd name="T11" fmla="*/ 61 h 121"/>
                  <a:gd name="T12" fmla="*/ 0 w 121"/>
                  <a:gd name="T13" fmla="*/ 61 h 121"/>
                  <a:gd name="T14" fmla="*/ 60 w 121"/>
                  <a:gd name="T15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121">
                    <a:moveTo>
                      <a:pt x="60" y="121"/>
                    </a:moveTo>
                    <a:lnTo>
                      <a:pt x="121" y="61"/>
                    </a:lnTo>
                    <a:lnTo>
                      <a:pt x="83" y="61"/>
                    </a:lnTo>
                    <a:lnTo>
                      <a:pt x="83" y="0"/>
                    </a:lnTo>
                    <a:lnTo>
                      <a:pt x="37" y="0"/>
                    </a:lnTo>
                    <a:lnTo>
                      <a:pt x="37" y="61"/>
                    </a:lnTo>
                    <a:lnTo>
                      <a:pt x="0" y="61"/>
                    </a:lnTo>
                    <a:lnTo>
                      <a:pt x="60" y="1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1" name="ïṧḻí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385E8BC-65FF-451F-A06F-57E6A21BE595}"/>
                  </a:ext>
                </a:extLst>
              </p:cNvPr>
              <p:cNvSpPr/>
              <p:nvPr/>
            </p:nvSpPr>
            <p:spPr bwMode="auto">
              <a:xfrm>
                <a:off x="7222892" y="3976918"/>
                <a:ext cx="205520" cy="152672"/>
              </a:xfrm>
              <a:custGeom>
                <a:avLst/>
                <a:gdLst>
                  <a:gd name="T0" fmla="*/ 56 w 64"/>
                  <a:gd name="T1" fmla="*/ 8 h 48"/>
                  <a:gd name="T2" fmla="*/ 56 w 64"/>
                  <a:gd name="T3" fmla="*/ 0 h 48"/>
                  <a:gd name="T4" fmla="*/ 0 w 64"/>
                  <a:gd name="T5" fmla="*/ 0 h 48"/>
                  <a:gd name="T6" fmla="*/ 0 w 64"/>
                  <a:gd name="T7" fmla="*/ 44 h 48"/>
                  <a:gd name="T8" fmla="*/ 4 w 64"/>
                  <a:gd name="T9" fmla="*/ 48 h 48"/>
                  <a:gd name="T10" fmla="*/ 58 w 64"/>
                  <a:gd name="T11" fmla="*/ 48 h 48"/>
                  <a:gd name="T12" fmla="*/ 64 w 64"/>
                  <a:gd name="T13" fmla="*/ 42 h 48"/>
                  <a:gd name="T14" fmla="*/ 64 w 64"/>
                  <a:gd name="T15" fmla="*/ 8 h 48"/>
                  <a:gd name="T16" fmla="*/ 56 w 64"/>
                  <a:gd name="T17" fmla="*/ 8 h 48"/>
                  <a:gd name="T18" fmla="*/ 52 w 64"/>
                  <a:gd name="T19" fmla="*/ 44 h 48"/>
                  <a:gd name="T20" fmla="*/ 4 w 64"/>
                  <a:gd name="T21" fmla="*/ 44 h 48"/>
                  <a:gd name="T22" fmla="*/ 4 w 64"/>
                  <a:gd name="T23" fmla="*/ 4 h 48"/>
                  <a:gd name="T24" fmla="*/ 52 w 64"/>
                  <a:gd name="T25" fmla="*/ 4 h 48"/>
                  <a:gd name="T26" fmla="*/ 52 w 64"/>
                  <a:gd name="T27" fmla="*/ 44 h 48"/>
                  <a:gd name="T28" fmla="*/ 8 w 64"/>
                  <a:gd name="T29" fmla="*/ 12 h 48"/>
                  <a:gd name="T30" fmla="*/ 48 w 64"/>
                  <a:gd name="T31" fmla="*/ 12 h 48"/>
                  <a:gd name="T32" fmla="*/ 48 w 64"/>
                  <a:gd name="T33" fmla="*/ 16 h 48"/>
                  <a:gd name="T34" fmla="*/ 8 w 64"/>
                  <a:gd name="T35" fmla="*/ 16 h 48"/>
                  <a:gd name="T36" fmla="*/ 8 w 64"/>
                  <a:gd name="T37" fmla="*/ 12 h 48"/>
                  <a:gd name="T38" fmla="*/ 32 w 64"/>
                  <a:gd name="T39" fmla="*/ 20 h 48"/>
                  <a:gd name="T40" fmla="*/ 48 w 64"/>
                  <a:gd name="T41" fmla="*/ 20 h 48"/>
                  <a:gd name="T42" fmla="*/ 48 w 64"/>
                  <a:gd name="T43" fmla="*/ 24 h 48"/>
                  <a:gd name="T44" fmla="*/ 32 w 64"/>
                  <a:gd name="T45" fmla="*/ 24 h 48"/>
                  <a:gd name="T46" fmla="*/ 32 w 64"/>
                  <a:gd name="T47" fmla="*/ 20 h 48"/>
                  <a:gd name="T48" fmla="*/ 32 w 64"/>
                  <a:gd name="T49" fmla="*/ 28 h 48"/>
                  <a:gd name="T50" fmla="*/ 48 w 64"/>
                  <a:gd name="T51" fmla="*/ 28 h 48"/>
                  <a:gd name="T52" fmla="*/ 48 w 64"/>
                  <a:gd name="T53" fmla="*/ 32 h 48"/>
                  <a:gd name="T54" fmla="*/ 32 w 64"/>
                  <a:gd name="T55" fmla="*/ 32 h 48"/>
                  <a:gd name="T56" fmla="*/ 32 w 64"/>
                  <a:gd name="T57" fmla="*/ 28 h 48"/>
                  <a:gd name="T58" fmla="*/ 32 w 64"/>
                  <a:gd name="T59" fmla="*/ 36 h 48"/>
                  <a:gd name="T60" fmla="*/ 44 w 64"/>
                  <a:gd name="T61" fmla="*/ 36 h 48"/>
                  <a:gd name="T62" fmla="*/ 44 w 64"/>
                  <a:gd name="T63" fmla="*/ 40 h 48"/>
                  <a:gd name="T64" fmla="*/ 32 w 64"/>
                  <a:gd name="T65" fmla="*/ 40 h 48"/>
                  <a:gd name="T66" fmla="*/ 32 w 64"/>
                  <a:gd name="T67" fmla="*/ 36 h 48"/>
                  <a:gd name="T68" fmla="*/ 8 w 64"/>
                  <a:gd name="T69" fmla="*/ 20 h 48"/>
                  <a:gd name="T70" fmla="*/ 28 w 64"/>
                  <a:gd name="T71" fmla="*/ 20 h 48"/>
                  <a:gd name="T72" fmla="*/ 28 w 64"/>
                  <a:gd name="T73" fmla="*/ 40 h 48"/>
                  <a:gd name="T74" fmla="*/ 8 w 64"/>
                  <a:gd name="T75" fmla="*/ 40 h 48"/>
                  <a:gd name="T76" fmla="*/ 8 w 64"/>
                  <a:gd name="T77" fmla="*/ 2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64" h="48">
                    <a:moveTo>
                      <a:pt x="56" y="8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58" y="48"/>
                      <a:pt x="58" y="48"/>
                      <a:pt x="58" y="48"/>
                    </a:cubicBezTo>
                    <a:cubicBezTo>
                      <a:pt x="61" y="48"/>
                      <a:pt x="64" y="45"/>
                      <a:pt x="64" y="42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56" y="8"/>
                    </a:lnTo>
                    <a:close/>
                    <a:moveTo>
                      <a:pt x="52" y="44"/>
                    </a:moveTo>
                    <a:cubicBezTo>
                      <a:pt x="4" y="44"/>
                      <a:pt x="4" y="44"/>
                      <a:pt x="4" y="4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52" y="4"/>
                      <a:pt x="52" y="4"/>
                      <a:pt x="52" y="4"/>
                    </a:cubicBezTo>
                    <a:lnTo>
                      <a:pt x="52" y="44"/>
                    </a:lnTo>
                    <a:close/>
                    <a:moveTo>
                      <a:pt x="8" y="12"/>
                    </a:move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12"/>
                    </a:lnTo>
                    <a:close/>
                    <a:moveTo>
                      <a:pt x="32" y="20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32" y="24"/>
                      <a:pt x="32" y="24"/>
                      <a:pt x="32" y="24"/>
                    </a:cubicBezTo>
                    <a:lnTo>
                      <a:pt x="32" y="20"/>
                    </a:lnTo>
                    <a:close/>
                    <a:moveTo>
                      <a:pt x="32" y="28"/>
                    </a:move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32" y="32"/>
                      <a:pt x="32" y="32"/>
                      <a:pt x="32" y="32"/>
                    </a:cubicBezTo>
                    <a:lnTo>
                      <a:pt x="32" y="28"/>
                    </a:lnTo>
                    <a:close/>
                    <a:moveTo>
                      <a:pt x="32" y="36"/>
                    </a:move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32" y="40"/>
                      <a:pt x="32" y="40"/>
                      <a:pt x="32" y="40"/>
                    </a:cubicBezTo>
                    <a:lnTo>
                      <a:pt x="32" y="36"/>
                    </a:lnTo>
                    <a:close/>
                    <a:moveTo>
                      <a:pt x="8" y="20"/>
                    </a:move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8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2" name="íslí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2ACAD0E-4D41-44D9-9CA0-50CAB6CAF551}"/>
                  </a:ext>
                </a:extLst>
              </p:cNvPr>
              <p:cNvSpPr/>
              <p:nvPr/>
            </p:nvSpPr>
            <p:spPr bwMode="auto">
              <a:xfrm>
                <a:off x="8054756" y="1359970"/>
                <a:ext cx="246623" cy="246623"/>
              </a:xfrm>
              <a:custGeom>
                <a:avLst/>
                <a:gdLst>
                  <a:gd name="T0" fmla="*/ 64 w 77"/>
                  <a:gd name="T1" fmla="*/ 0 h 77"/>
                  <a:gd name="T2" fmla="*/ 13 w 77"/>
                  <a:gd name="T3" fmla="*/ 0 h 77"/>
                  <a:gd name="T4" fmla="*/ 0 w 77"/>
                  <a:gd name="T5" fmla="*/ 13 h 77"/>
                  <a:gd name="T6" fmla="*/ 0 w 77"/>
                  <a:gd name="T7" fmla="*/ 64 h 77"/>
                  <a:gd name="T8" fmla="*/ 13 w 77"/>
                  <a:gd name="T9" fmla="*/ 77 h 77"/>
                  <a:gd name="T10" fmla="*/ 64 w 77"/>
                  <a:gd name="T11" fmla="*/ 77 h 77"/>
                  <a:gd name="T12" fmla="*/ 77 w 77"/>
                  <a:gd name="T13" fmla="*/ 64 h 77"/>
                  <a:gd name="T14" fmla="*/ 77 w 77"/>
                  <a:gd name="T15" fmla="*/ 13 h 77"/>
                  <a:gd name="T16" fmla="*/ 64 w 77"/>
                  <a:gd name="T17" fmla="*/ 0 h 77"/>
                  <a:gd name="T18" fmla="*/ 25 w 77"/>
                  <a:gd name="T19" fmla="*/ 34 h 77"/>
                  <a:gd name="T20" fmla="*/ 52 w 77"/>
                  <a:gd name="T21" fmla="*/ 34 h 77"/>
                  <a:gd name="T22" fmla="*/ 53 w 77"/>
                  <a:gd name="T23" fmla="*/ 38 h 77"/>
                  <a:gd name="T24" fmla="*/ 39 w 77"/>
                  <a:gd name="T25" fmla="*/ 53 h 77"/>
                  <a:gd name="T26" fmla="*/ 24 w 77"/>
                  <a:gd name="T27" fmla="*/ 38 h 77"/>
                  <a:gd name="T28" fmla="*/ 25 w 77"/>
                  <a:gd name="T29" fmla="*/ 34 h 77"/>
                  <a:gd name="T30" fmla="*/ 67 w 77"/>
                  <a:gd name="T31" fmla="*/ 33 h 77"/>
                  <a:gd name="T32" fmla="*/ 67 w 77"/>
                  <a:gd name="T33" fmla="*/ 53 h 77"/>
                  <a:gd name="T34" fmla="*/ 67 w 77"/>
                  <a:gd name="T35" fmla="*/ 62 h 77"/>
                  <a:gd name="T36" fmla="*/ 63 w 77"/>
                  <a:gd name="T37" fmla="*/ 67 h 77"/>
                  <a:gd name="T38" fmla="*/ 15 w 77"/>
                  <a:gd name="T39" fmla="*/ 67 h 77"/>
                  <a:gd name="T40" fmla="*/ 10 w 77"/>
                  <a:gd name="T41" fmla="*/ 63 h 77"/>
                  <a:gd name="T42" fmla="*/ 10 w 77"/>
                  <a:gd name="T43" fmla="*/ 53 h 77"/>
                  <a:gd name="T44" fmla="*/ 10 w 77"/>
                  <a:gd name="T45" fmla="*/ 34 h 77"/>
                  <a:gd name="T46" fmla="*/ 10 w 77"/>
                  <a:gd name="T47" fmla="*/ 34 h 77"/>
                  <a:gd name="T48" fmla="*/ 17 w 77"/>
                  <a:gd name="T49" fmla="*/ 34 h 77"/>
                  <a:gd name="T50" fmla="*/ 17 w 77"/>
                  <a:gd name="T51" fmla="*/ 39 h 77"/>
                  <a:gd name="T52" fmla="*/ 39 w 77"/>
                  <a:gd name="T53" fmla="*/ 60 h 77"/>
                  <a:gd name="T54" fmla="*/ 60 w 77"/>
                  <a:gd name="T55" fmla="*/ 38 h 77"/>
                  <a:gd name="T56" fmla="*/ 60 w 77"/>
                  <a:gd name="T57" fmla="*/ 33 h 77"/>
                  <a:gd name="T58" fmla="*/ 67 w 77"/>
                  <a:gd name="T59" fmla="*/ 33 h 77"/>
                  <a:gd name="T60" fmla="*/ 67 w 77"/>
                  <a:gd name="T61" fmla="*/ 17 h 77"/>
                  <a:gd name="T62" fmla="*/ 65 w 77"/>
                  <a:gd name="T63" fmla="*/ 19 h 77"/>
                  <a:gd name="T64" fmla="*/ 60 w 77"/>
                  <a:gd name="T65" fmla="*/ 19 h 77"/>
                  <a:gd name="T66" fmla="*/ 58 w 77"/>
                  <a:gd name="T67" fmla="*/ 17 h 77"/>
                  <a:gd name="T68" fmla="*/ 58 w 77"/>
                  <a:gd name="T69" fmla="*/ 12 h 77"/>
                  <a:gd name="T70" fmla="*/ 60 w 77"/>
                  <a:gd name="T71" fmla="*/ 10 h 77"/>
                  <a:gd name="T72" fmla="*/ 65 w 77"/>
                  <a:gd name="T73" fmla="*/ 10 h 77"/>
                  <a:gd name="T74" fmla="*/ 67 w 77"/>
                  <a:gd name="T75" fmla="*/ 12 h 77"/>
                  <a:gd name="T76" fmla="*/ 67 w 77"/>
                  <a:gd name="T77" fmla="*/ 1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7" h="77">
                    <a:moveTo>
                      <a:pt x="64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1" y="71"/>
                      <a:pt x="6" y="77"/>
                      <a:pt x="13" y="77"/>
                    </a:cubicBezTo>
                    <a:cubicBezTo>
                      <a:pt x="64" y="77"/>
                      <a:pt x="64" y="77"/>
                      <a:pt x="64" y="77"/>
                    </a:cubicBezTo>
                    <a:cubicBezTo>
                      <a:pt x="71" y="76"/>
                      <a:pt x="77" y="71"/>
                      <a:pt x="77" y="64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6"/>
                      <a:pt x="71" y="0"/>
                      <a:pt x="64" y="0"/>
                    </a:cubicBezTo>
                    <a:close/>
                    <a:moveTo>
                      <a:pt x="25" y="34"/>
                    </a:moveTo>
                    <a:cubicBezTo>
                      <a:pt x="52" y="34"/>
                      <a:pt x="52" y="34"/>
                      <a:pt x="52" y="34"/>
                    </a:cubicBezTo>
                    <a:cubicBezTo>
                      <a:pt x="53" y="35"/>
                      <a:pt x="53" y="37"/>
                      <a:pt x="53" y="38"/>
                    </a:cubicBezTo>
                    <a:cubicBezTo>
                      <a:pt x="53" y="46"/>
                      <a:pt x="47" y="53"/>
                      <a:pt x="39" y="53"/>
                    </a:cubicBezTo>
                    <a:cubicBezTo>
                      <a:pt x="31" y="53"/>
                      <a:pt x="24" y="47"/>
                      <a:pt x="24" y="38"/>
                    </a:cubicBezTo>
                    <a:cubicBezTo>
                      <a:pt x="24" y="37"/>
                      <a:pt x="24" y="35"/>
                      <a:pt x="25" y="34"/>
                    </a:cubicBezTo>
                    <a:close/>
                    <a:moveTo>
                      <a:pt x="67" y="33"/>
                    </a:moveTo>
                    <a:cubicBezTo>
                      <a:pt x="67" y="53"/>
                      <a:pt x="67" y="53"/>
                      <a:pt x="67" y="53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67" y="65"/>
                      <a:pt x="65" y="67"/>
                      <a:pt x="63" y="67"/>
                    </a:cubicBezTo>
                    <a:cubicBezTo>
                      <a:pt x="15" y="67"/>
                      <a:pt x="15" y="67"/>
                      <a:pt x="15" y="67"/>
                    </a:cubicBezTo>
                    <a:cubicBezTo>
                      <a:pt x="12" y="67"/>
                      <a:pt x="10" y="65"/>
                      <a:pt x="10" y="63"/>
                    </a:cubicBezTo>
                    <a:cubicBezTo>
                      <a:pt x="10" y="53"/>
                      <a:pt x="10" y="53"/>
                      <a:pt x="10" y="53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7" y="35"/>
                      <a:pt x="17" y="37"/>
                      <a:pt x="17" y="39"/>
                    </a:cubicBezTo>
                    <a:cubicBezTo>
                      <a:pt x="17" y="51"/>
                      <a:pt x="27" y="60"/>
                      <a:pt x="39" y="60"/>
                    </a:cubicBezTo>
                    <a:cubicBezTo>
                      <a:pt x="51" y="60"/>
                      <a:pt x="60" y="50"/>
                      <a:pt x="60" y="38"/>
                    </a:cubicBezTo>
                    <a:cubicBezTo>
                      <a:pt x="60" y="37"/>
                      <a:pt x="60" y="35"/>
                      <a:pt x="60" y="33"/>
                    </a:cubicBezTo>
                    <a:cubicBezTo>
                      <a:pt x="67" y="33"/>
                      <a:pt x="67" y="33"/>
                      <a:pt x="67" y="33"/>
                    </a:cubicBezTo>
                    <a:close/>
                    <a:moveTo>
                      <a:pt x="67" y="17"/>
                    </a:moveTo>
                    <a:cubicBezTo>
                      <a:pt x="67" y="18"/>
                      <a:pt x="66" y="19"/>
                      <a:pt x="65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59" y="19"/>
                      <a:pt x="58" y="18"/>
                      <a:pt x="58" y="17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58" y="11"/>
                      <a:pt x="59" y="10"/>
                      <a:pt x="60" y="10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6" y="9"/>
                      <a:pt x="67" y="11"/>
                      <a:pt x="67" y="12"/>
                    </a:cubicBezTo>
                    <a:lnTo>
                      <a:pt x="6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3" name="îśļï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B303C61-43ED-46D4-A27C-ADD2A15729A5}"/>
                  </a:ext>
                </a:extLst>
              </p:cNvPr>
              <p:cNvSpPr/>
              <p:nvPr/>
            </p:nvSpPr>
            <p:spPr bwMode="auto">
              <a:xfrm>
                <a:off x="7590869" y="1725991"/>
                <a:ext cx="252496" cy="191818"/>
              </a:xfrm>
              <a:custGeom>
                <a:avLst/>
                <a:gdLst>
                  <a:gd name="T0" fmla="*/ 76 w 79"/>
                  <a:gd name="T1" fmla="*/ 3 h 60"/>
                  <a:gd name="T2" fmla="*/ 40 w 79"/>
                  <a:gd name="T3" fmla="*/ 0 h 60"/>
                  <a:gd name="T4" fmla="*/ 4 w 79"/>
                  <a:gd name="T5" fmla="*/ 3 h 60"/>
                  <a:gd name="T6" fmla="*/ 0 w 79"/>
                  <a:gd name="T7" fmla="*/ 30 h 60"/>
                  <a:gd name="T8" fmla="*/ 4 w 79"/>
                  <a:gd name="T9" fmla="*/ 57 h 60"/>
                  <a:gd name="T10" fmla="*/ 40 w 79"/>
                  <a:gd name="T11" fmla="*/ 60 h 60"/>
                  <a:gd name="T12" fmla="*/ 76 w 79"/>
                  <a:gd name="T13" fmla="*/ 57 h 60"/>
                  <a:gd name="T14" fmla="*/ 79 w 79"/>
                  <a:gd name="T15" fmla="*/ 30 h 60"/>
                  <a:gd name="T16" fmla="*/ 76 w 79"/>
                  <a:gd name="T17" fmla="*/ 3 h 60"/>
                  <a:gd name="T18" fmla="*/ 30 w 79"/>
                  <a:gd name="T19" fmla="*/ 45 h 60"/>
                  <a:gd name="T20" fmla="*/ 30 w 79"/>
                  <a:gd name="T21" fmla="*/ 15 h 60"/>
                  <a:gd name="T22" fmla="*/ 55 w 79"/>
                  <a:gd name="T23" fmla="*/ 30 h 60"/>
                  <a:gd name="T24" fmla="*/ 30 w 79"/>
                  <a:gd name="T25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9" h="60">
                    <a:moveTo>
                      <a:pt x="76" y="3"/>
                    </a:moveTo>
                    <a:cubicBezTo>
                      <a:pt x="65" y="1"/>
                      <a:pt x="53" y="0"/>
                      <a:pt x="40" y="0"/>
                    </a:cubicBezTo>
                    <a:cubicBezTo>
                      <a:pt x="27" y="0"/>
                      <a:pt x="15" y="1"/>
                      <a:pt x="4" y="3"/>
                    </a:cubicBezTo>
                    <a:cubicBezTo>
                      <a:pt x="2" y="11"/>
                      <a:pt x="0" y="20"/>
                      <a:pt x="0" y="30"/>
                    </a:cubicBezTo>
                    <a:cubicBezTo>
                      <a:pt x="0" y="40"/>
                      <a:pt x="2" y="49"/>
                      <a:pt x="4" y="57"/>
                    </a:cubicBezTo>
                    <a:cubicBezTo>
                      <a:pt x="15" y="59"/>
                      <a:pt x="27" y="60"/>
                      <a:pt x="40" y="60"/>
                    </a:cubicBezTo>
                    <a:cubicBezTo>
                      <a:pt x="53" y="60"/>
                      <a:pt x="65" y="59"/>
                      <a:pt x="76" y="57"/>
                    </a:cubicBezTo>
                    <a:cubicBezTo>
                      <a:pt x="78" y="49"/>
                      <a:pt x="79" y="40"/>
                      <a:pt x="79" y="30"/>
                    </a:cubicBezTo>
                    <a:cubicBezTo>
                      <a:pt x="79" y="20"/>
                      <a:pt x="78" y="11"/>
                      <a:pt x="76" y="3"/>
                    </a:cubicBezTo>
                    <a:close/>
                    <a:moveTo>
                      <a:pt x="30" y="45"/>
                    </a:moveTo>
                    <a:cubicBezTo>
                      <a:pt x="30" y="15"/>
                      <a:pt x="30" y="15"/>
                      <a:pt x="30" y="15"/>
                    </a:cubicBezTo>
                    <a:cubicBezTo>
                      <a:pt x="55" y="30"/>
                      <a:pt x="55" y="30"/>
                      <a:pt x="55" y="30"/>
                    </a:cubicBezTo>
                    <a:lnTo>
                      <a:pt x="30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4" name="íSľî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459AF15-A392-4FB2-B7ED-6120AA4D81CF}"/>
                  </a:ext>
                </a:extLst>
              </p:cNvPr>
              <p:cNvSpPr/>
              <p:nvPr/>
            </p:nvSpPr>
            <p:spPr bwMode="auto">
              <a:xfrm>
                <a:off x="7334459" y="2704655"/>
                <a:ext cx="219221" cy="217263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4 w 68"/>
                  <a:gd name="T11" fmla="*/ 61 h 68"/>
                  <a:gd name="T12" fmla="*/ 7 w 68"/>
                  <a:gd name="T13" fmla="*/ 34 h 68"/>
                  <a:gd name="T14" fmla="*/ 34 w 68"/>
                  <a:gd name="T15" fmla="*/ 6 h 68"/>
                  <a:gd name="T16" fmla="*/ 62 w 68"/>
                  <a:gd name="T17" fmla="*/ 34 h 68"/>
                  <a:gd name="T18" fmla="*/ 34 w 68"/>
                  <a:gd name="T19" fmla="*/ 61 h 68"/>
                  <a:gd name="T20" fmla="*/ 21 w 68"/>
                  <a:gd name="T21" fmla="*/ 21 h 68"/>
                  <a:gd name="T22" fmla="*/ 47 w 68"/>
                  <a:gd name="T23" fmla="*/ 21 h 68"/>
                  <a:gd name="T24" fmla="*/ 47 w 68"/>
                  <a:gd name="T25" fmla="*/ 46 h 68"/>
                  <a:gd name="T26" fmla="*/ 21 w 68"/>
                  <a:gd name="T27" fmla="*/ 46 h 68"/>
                  <a:gd name="T28" fmla="*/ 21 w 68"/>
                  <a:gd name="T29" fmla="*/ 2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2"/>
                      <a:pt x="15" y="68"/>
                      <a:pt x="34" y="68"/>
                    </a:cubicBezTo>
                    <a:cubicBezTo>
                      <a:pt x="53" y="68"/>
                      <a:pt x="68" y="52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4" y="61"/>
                    </a:moveTo>
                    <a:cubicBezTo>
                      <a:pt x="19" y="61"/>
                      <a:pt x="7" y="49"/>
                      <a:pt x="7" y="34"/>
                    </a:cubicBezTo>
                    <a:cubicBezTo>
                      <a:pt x="7" y="18"/>
                      <a:pt x="19" y="6"/>
                      <a:pt x="34" y="6"/>
                    </a:cubicBezTo>
                    <a:cubicBezTo>
                      <a:pt x="49" y="6"/>
                      <a:pt x="62" y="18"/>
                      <a:pt x="62" y="34"/>
                    </a:cubicBezTo>
                    <a:cubicBezTo>
                      <a:pt x="62" y="49"/>
                      <a:pt x="49" y="61"/>
                      <a:pt x="34" y="61"/>
                    </a:cubicBezTo>
                    <a:close/>
                    <a:moveTo>
                      <a:pt x="21" y="21"/>
                    </a:move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21" y="46"/>
                      <a:pt x="21" y="46"/>
                      <a:pt x="21" y="46"/>
                    </a:cubicBezTo>
                    <a:lnTo>
                      <a:pt x="21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5" name="îšḻï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C8BB8EA-3A46-485C-95ED-0D0863575820}"/>
                  </a:ext>
                </a:extLst>
              </p:cNvPr>
              <p:cNvSpPr/>
              <p:nvPr/>
            </p:nvSpPr>
            <p:spPr bwMode="auto">
              <a:xfrm>
                <a:off x="6575015" y="3595239"/>
                <a:ext cx="229008" cy="230965"/>
              </a:xfrm>
              <a:custGeom>
                <a:avLst/>
                <a:gdLst>
                  <a:gd name="T0" fmla="*/ 36 w 72"/>
                  <a:gd name="T1" fmla="*/ 0 h 72"/>
                  <a:gd name="T2" fmla="*/ 0 w 72"/>
                  <a:gd name="T3" fmla="*/ 36 h 72"/>
                  <a:gd name="T4" fmla="*/ 36 w 72"/>
                  <a:gd name="T5" fmla="*/ 72 h 72"/>
                  <a:gd name="T6" fmla="*/ 72 w 72"/>
                  <a:gd name="T7" fmla="*/ 36 h 72"/>
                  <a:gd name="T8" fmla="*/ 36 w 72"/>
                  <a:gd name="T9" fmla="*/ 0 h 72"/>
                  <a:gd name="T10" fmla="*/ 57 w 72"/>
                  <a:gd name="T11" fmla="*/ 31 h 72"/>
                  <a:gd name="T12" fmla="*/ 38 w 72"/>
                  <a:gd name="T13" fmla="*/ 59 h 72"/>
                  <a:gd name="T14" fmla="*/ 29 w 72"/>
                  <a:gd name="T15" fmla="*/ 55 h 72"/>
                  <a:gd name="T16" fmla="*/ 21 w 72"/>
                  <a:gd name="T17" fmla="*/ 33 h 72"/>
                  <a:gd name="T18" fmla="*/ 16 w 72"/>
                  <a:gd name="T19" fmla="*/ 35 h 72"/>
                  <a:gd name="T20" fmla="*/ 15 w 72"/>
                  <a:gd name="T21" fmla="*/ 32 h 72"/>
                  <a:gd name="T22" fmla="*/ 28 w 72"/>
                  <a:gd name="T23" fmla="*/ 23 h 72"/>
                  <a:gd name="T24" fmla="*/ 35 w 72"/>
                  <a:gd name="T25" fmla="*/ 37 h 72"/>
                  <a:gd name="T26" fmla="*/ 38 w 72"/>
                  <a:gd name="T27" fmla="*/ 46 h 72"/>
                  <a:gd name="T28" fmla="*/ 44 w 72"/>
                  <a:gd name="T29" fmla="*/ 38 h 72"/>
                  <a:gd name="T30" fmla="*/ 39 w 72"/>
                  <a:gd name="T31" fmla="*/ 32 h 72"/>
                  <a:gd name="T32" fmla="*/ 57 w 72"/>
                  <a:gd name="T33" fmla="*/ 3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36" y="0"/>
                    </a:moveTo>
                    <a:cubicBezTo>
                      <a:pt x="16" y="0"/>
                      <a:pt x="0" y="17"/>
                      <a:pt x="0" y="36"/>
                    </a:cubicBezTo>
                    <a:cubicBezTo>
                      <a:pt x="0" y="56"/>
                      <a:pt x="16" y="72"/>
                      <a:pt x="36" y="72"/>
                    </a:cubicBezTo>
                    <a:cubicBezTo>
                      <a:pt x="56" y="72"/>
                      <a:pt x="72" y="56"/>
                      <a:pt x="72" y="36"/>
                    </a:cubicBezTo>
                    <a:cubicBezTo>
                      <a:pt x="72" y="17"/>
                      <a:pt x="56" y="0"/>
                      <a:pt x="36" y="0"/>
                    </a:cubicBezTo>
                    <a:close/>
                    <a:moveTo>
                      <a:pt x="57" y="31"/>
                    </a:moveTo>
                    <a:cubicBezTo>
                      <a:pt x="55" y="45"/>
                      <a:pt x="42" y="56"/>
                      <a:pt x="38" y="59"/>
                    </a:cubicBezTo>
                    <a:cubicBezTo>
                      <a:pt x="34" y="61"/>
                      <a:pt x="30" y="58"/>
                      <a:pt x="29" y="55"/>
                    </a:cubicBezTo>
                    <a:cubicBezTo>
                      <a:pt x="27" y="52"/>
                      <a:pt x="22" y="35"/>
                      <a:pt x="21" y="33"/>
                    </a:cubicBezTo>
                    <a:cubicBezTo>
                      <a:pt x="20" y="32"/>
                      <a:pt x="16" y="35"/>
                      <a:pt x="16" y="35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2"/>
                      <a:pt x="22" y="24"/>
                      <a:pt x="28" y="23"/>
                    </a:cubicBezTo>
                    <a:cubicBezTo>
                      <a:pt x="33" y="22"/>
                      <a:pt x="33" y="32"/>
                      <a:pt x="35" y="37"/>
                    </a:cubicBezTo>
                    <a:cubicBezTo>
                      <a:pt x="36" y="43"/>
                      <a:pt x="37" y="46"/>
                      <a:pt x="38" y="46"/>
                    </a:cubicBezTo>
                    <a:cubicBezTo>
                      <a:pt x="39" y="46"/>
                      <a:pt x="42" y="43"/>
                      <a:pt x="44" y="38"/>
                    </a:cubicBezTo>
                    <a:cubicBezTo>
                      <a:pt x="47" y="34"/>
                      <a:pt x="44" y="29"/>
                      <a:pt x="39" y="32"/>
                    </a:cubicBezTo>
                    <a:cubicBezTo>
                      <a:pt x="41" y="21"/>
                      <a:pt x="60" y="18"/>
                      <a:pt x="57" y="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6" name="ïṩľî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90F8123-B42E-4FD0-BBA6-084B0B9CE3E1}"/>
                  </a:ext>
                </a:extLst>
              </p:cNvPr>
              <p:cNvSpPr/>
              <p:nvPr/>
            </p:nvSpPr>
            <p:spPr bwMode="auto">
              <a:xfrm>
                <a:off x="5843656" y="2888235"/>
                <a:ext cx="150715" cy="150714"/>
              </a:xfrm>
              <a:custGeom>
                <a:avLst/>
                <a:gdLst>
                  <a:gd name="T0" fmla="*/ 23 w 47"/>
                  <a:gd name="T1" fmla="*/ 0 h 47"/>
                  <a:gd name="T2" fmla="*/ 0 w 47"/>
                  <a:gd name="T3" fmla="*/ 24 h 47"/>
                  <a:gd name="T4" fmla="*/ 23 w 47"/>
                  <a:gd name="T5" fmla="*/ 47 h 47"/>
                  <a:gd name="T6" fmla="*/ 47 w 47"/>
                  <a:gd name="T7" fmla="*/ 24 h 47"/>
                  <a:gd name="T8" fmla="*/ 23 w 47"/>
                  <a:gd name="T9" fmla="*/ 0 h 47"/>
                  <a:gd name="T10" fmla="*/ 5 w 47"/>
                  <a:gd name="T11" fmla="*/ 24 h 47"/>
                  <a:gd name="T12" fmla="*/ 23 w 47"/>
                  <a:gd name="T13" fmla="*/ 6 h 47"/>
                  <a:gd name="T14" fmla="*/ 23 w 47"/>
                  <a:gd name="T15" fmla="*/ 42 h 47"/>
                  <a:gd name="T16" fmla="*/ 5 w 47"/>
                  <a:gd name="T17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7">
                    <a:moveTo>
                      <a:pt x="23" y="0"/>
                    </a:moveTo>
                    <a:cubicBezTo>
                      <a:pt x="10" y="0"/>
                      <a:pt x="0" y="11"/>
                      <a:pt x="0" y="24"/>
                    </a:cubicBezTo>
                    <a:cubicBezTo>
                      <a:pt x="0" y="37"/>
                      <a:pt x="10" y="47"/>
                      <a:pt x="23" y="47"/>
                    </a:cubicBezTo>
                    <a:cubicBezTo>
                      <a:pt x="36" y="47"/>
                      <a:pt x="47" y="37"/>
                      <a:pt x="47" y="24"/>
                    </a:cubicBezTo>
                    <a:cubicBezTo>
                      <a:pt x="47" y="11"/>
                      <a:pt x="36" y="0"/>
                      <a:pt x="23" y="0"/>
                    </a:cubicBezTo>
                    <a:close/>
                    <a:moveTo>
                      <a:pt x="5" y="24"/>
                    </a:moveTo>
                    <a:cubicBezTo>
                      <a:pt x="5" y="14"/>
                      <a:pt x="13" y="6"/>
                      <a:pt x="23" y="6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13" y="42"/>
                      <a:pt x="5" y="34"/>
                      <a:pt x="5" y="2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7" name="íş1i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DDF35E-72C4-48EE-859B-F72ECED844EF}"/>
                  </a:ext>
                </a:extLst>
              </p:cNvPr>
              <p:cNvSpPr/>
              <p:nvPr/>
            </p:nvSpPr>
            <p:spPr bwMode="auto">
              <a:xfrm>
                <a:off x="5900419" y="2101389"/>
                <a:ext cx="215306" cy="199648"/>
              </a:xfrm>
              <a:custGeom>
                <a:avLst/>
                <a:gdLst>
                  <a:gd name="T0" fmla="*/ 34 w 67"/>
                  <a:gd name="T1" fmla="*/ 8 h 62"/>
                  <a:gd name="T2" fmla="*/ 23 w 67"/>
                  <a:gd name="T3" fmla="*/ 10 h 62"/>
                  <a:gd name="T4" fmla="*/ 15 w 67"/>
                  <a:gd name="T5" fmla="*/ 14 h 62"/>
                  <a:gd name="T6" fmla="*/ 8 w 67"/>
                  <a:gd name="T7" fmla="*/ 27 h 62"/>
                  <a:gd name="T8" fmla="*/ 11 w 67"/>
                  <a:gd name="T9" fmla="*/ 35 h 62"/>
                  <a:gd name="T10" fmla="*/ 17 w 67"/>
                  <a:gd name="T11" fmla="*/ 41 h 62"/>
                  <a:gd name="T12" fmla="*/ 21 w 67"/>
                  <a:gd name="T13" fmla="*/ 47 h 62"/>
                  <a:gd name="T14" fmla="*/ 21 w 67"/>
                  <a:gd name="T15" fmla="*/ 49 h 62"/>
                  <a:gd name="T16" fmla="*/ 22 w 67"/>
                  <a:gd name="T17" fmla="*/ 48 h 62"/>
                  <a:gd name="T18" fmla="*/ 28 w 67"/>
                  <a:gd name="T19" fmla="*/ 45 h 62"/>
                  <a:gd name="T20" fmla="*/ 29 w 67"/>
                  <a:gd name="T21" fmla="*/ 46 h 62"/>
                  <a:gd name="T22" fmla="*/ 34 w 67"/>
                  <a:gd name="T23" fmla="*/ 46 h 62"/>
                  <a:gd name="T24" fmla="*/ 44 w 67"/>
                  <a:gd name="T25" fmla="*/ 44 h 62"/>
                  <a:gd name="T26" fmla="*/ 52 w 67"/>
                  <a:gd name="T27" fmla="*/ 40 h 62"/>
                  <a:gd name="T28" fmla="*/ 59 w 67"/>
                  <a:gd name="T29" fmla="*/ 27 h 62"/>
                  <a:gd name="T30" fmla="*/ 52 w 67"/>
                  <a:gd name="T31" fmla="*/ 14 h 62"/>
                  <a:gd name="T32" fmla="*/ 44 w 67"/>
                  <a:gd name="T33" fmla="*/ 10 h 62"/>
                  <a:gd name="T34" fmla="*/ 34 w 67"/>
                  <a:gd name="T35" fmla="*/ 8 h 62"/>
                  <a:gd name="T36" fmla="*/ 34 w 67"/>
                  <a:gd name="T37" fmla="*/ 0 h 62"/>
                  <a:gd name="T38" fmla="*/ 34 w 67"/>
                  <a:gd name="T39" fmla="*/ 0 h 62"/>
                  <a:gd name="T40" fmla="*/ 67 w 67"/>
                  <a:gd name="T41" fmla="*/ 27 h 62"/>
                  <a:gd name="T42" fmla="*/ 34 w 67"/>
                  <a:gd name="T43" fmla="*/ 54 h 62"/>
                  <a:gd name="T44" fmla="*/ 28 w 67"/>
                  <a:gd name="T45" fmla="*/ 54 h 62"/>
                  <a:gd name="T46" fmla="*/ 4 w 67"/>
                  <a:gd name="T47" fmla="*/ 62 h 62"/>
                  <a:gd name="T48" fmla="*/ 4 w 67"/>
                  <a:gd name="T49" fmla="*/ 61 h 62"/>
                  <a:gd name="T50" fmla="*/ 13 w 67"/>
                  <a:gd name="T51" fmla="*/ 50 h 62"/>
                  <a:gd name="T52" fmla="*/ 12 w 67"/>
                  <a:gd name="T53" fmla="*/ 48 h 62"/>
                  <a:gd name="T54" fmla="*/ 0 w 67"/>
                  <a:gd name="T55" fmla="*/ 27 h 62"/>
                  <a:gd name="T56" fmla="*/ 34 w 67"/>
                  <a:gd name="T5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7" h="62">
                    <a:moveTo>
                      <a:pt x="34" y="8"/>
                    </a:moveTo>
                    <a:cubicBezTo>
                      <a:pt x="30" y="8"/>
                      <a:pt x="26" y="9"/>
                      <a:pt x="23" y="10"/>
                    </a:cubicBezTo>
                    <a:cubicBezTo>
                      <a:pt x="20" y="11"/>
                      <a:pt x="17" y="12"/>
                      <a:pt x="15" y="14"/>
                    </a:cubicBezTo>
                    <a:cubicBezTo>
                      <a:pt x="11" y="18"/>
                      <a:pt x="8" y="22"/>
                      <a:pt x="8" y="27"/>
                    </a:cubicBezTo>
                    <a:cubicBezTo>
                      <a:pt x="8" y="30"/>
                      <a:pt x="9" y="32"/>
                      <a:pt x="11" y="35"/>
                    </a:cubicBezTo>
                    <a:cubicBezTo>
                      <a:pt x="12" y="37"/>
                      <a:pt x="14" y="39"/>
                      <a:pt x="17" y="41"/>
                    </a:cubicBezTo>
                    <a:cubicBezTo>
                      <a:pt x="19" y="42"/>
                      <a:pt x="20" y="45"/>
                      <a:pt x="21" y="47"/>
                    </a:cubicBezTo>
                    <a:cubicBezTo>
                      <a:pt x="21" y="48"/>
                      <a:pt x="21" y="48"/>
                      <a:pt x="21" y="49"/>
                    </a:cubicBezTo>
                    <a:cubicBezTo>
                      <a:pt x="21" y="49"/>
                      <a:pt x="22" y="48"/>
                      <a:pt x="22" y="48"/>
                    </a:cubicBezTo>
                    <a:cubicBezTo>
                      <a:pt x="24" y="46"/>
                      <a:pt x="26" y="45"/>
                      <a:pt x="28" y="45"/>
                    </a:cubicBezTo>
                    <a:cubicBezTo>
                      <a:pt x="29" y="45"/>
                      <a:pt x="29" y="45"/>
                      <a:pt x="29" y="46"/>
                    </a:cubicBezTo>
                    <a:cubicBezTo>
                      <a:pt x="31" y="46"/>
                      <a:pt x="32" y="46"/>
                      <a:pt x="34" y="46"/>
                    </a:cubicBezTo>
                    <a:cubicBezTo>
                      <a:pt x="37" y="46"/>
                      <a:pt x="41" y="45"/>
                      <a:pt x="44" y="44"/>
                    </a:cubicBezTo>
                    <a:cubicBezTo>
                      <a:pt x="47" y="43"/>
                      <a:pt x="50" y="42"/>
                      <a:pt x="52" y="40"/>
                    </a:cubicBezTo>
                    <a:cubicBezTo>
                      <a:pt x="56" y="36"/>
                      <a:pt x="59" y="32"/>
                      <a:pt x="59" y="27"/>
                    </a:cubicBezTo>
                    <a:cubicBezTo>
                      <a:pt x="59" y="22"/>
                      <a:pt x="56" y="18"/>
                      <a:pt x="52" y="14"/>
                    </a:cubicBezTo>
                    <a:cubicBezTo>
                      <a:pt x="50" y="12"/>
                      <a:pt x="47" y="11"/>
                      <a:pt x="44" y="10"/>
                    </a:cubicBezTo>
                    <a:cubicBezTo>
                      <a:pt x="41" y="9"/>
                      <a:pt x="37" y="8"/>
                      <a:pt x="34" y="8"/>
                    </a:cubicBezTo>
                    <a:close/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52" y="0"/>
                      <a:pt x="67" y="12"/>
                      <a:pt x="67" y="27"/>
                    </a:cubicBezTo>
                    <a:cubicBezTo>
                      <a:pt x="67" y="42"/>
                      <a:pt x="52" y="54"/>
                      <a:pt x="34" y="54"/>
                    </a:cubicBezTo>
                    <a:cubicBezTo>
                      <a:pt x="32" y="54"/>
                      <a:pt x="30" y="54"/>
                      <a:pt x="28" y="54"/>
                    </a:cubicBezTo>
                    <a:cubicBezTo>
                      <a:pt x="21" y="61"/>
                      <a:pt x="13" y="62"/>
                      <a:pt x="4" y="62"/>
                    </a:cubicBezTo>
                    <a:cubicBezTo>
                      <a:pt x="4" y="61"/>
                      <a:pt x="4" y="61"/>
                      <a:pt x="4" y="61"/>
                    </a:cubicBezTo>
                    <a:cubicBezTo>
                      <a:pt x="9" y="59"/>
                      <a:pt x="13" y="55"/>
                      <a:pt x="13" y="50"/>
                    </a:cubicBezTo>
                    <a:cubicBezTo>
                      <a:pt x="13" y="49"/>
                      <a:pt x="13" y="49"/>
                      <a:pt x="12" y="48"/>
                    </a:cubicBezTo>
                    <a:cubicBezTo>
                      <a:pt x="5" y="43"/>
                      <a:pt x="0" y="36"/>
                      <a:pt x="0" y="27"/>
                    </a:cubicBezTo>
                    <a:cubicBezTo>
                      <a:pt x="0" y="12"/>
                      <a:pt x="15" y="0"/>
                      <a:pt x="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8" name="îṣḷî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FE0FE14-86C2-4327-893D-351B1CC9EE61}"/>
                  </a:ext>
                </a:extLst>
              </p:cNvPr>
              <p:cNvSpPr/>
              <p:nvPr/>
            </p:nvSpPr>
            <p:spPr bwMode="auto">
              <a:xfrm>
                <a:off x="6312733" y="2886686"/>
                <a:ext cx="207477" cy="203562"/>
              </a:xfrm>
              <a:custGeom>
                <a:avLst/>
                <a:gdLst>
                  <a:gd name="T0" fmla="*/ 62 w 65"/>
                  <a:gd name="T1" fmla="*/ 36 h 64"/>
                  <a:gd name="T2" fmla="*/ 62 w 65"/>
                  <a:gd name="T3" fmla="*/ 32 h 64"/>
                  <a:gd name="T4" fmla="*/ 33 w 65"/>
                  <a:gd name="T5" fmla="*/ 3 h 64"/>
                  <a:gd name="T6" fmla="*/ 28 w 65"/>
                  <a:gd name="T7" fmla="*/ 3 h 64"/>
                  <a:gd name="T8" fmla="*/ 18 w 65"/>
                  <a:gd name="T9" fmla="*/ 0 h 64"/>
                  <a:gd name="T10" fmla="*/ 0 w 65"/>
                  <a:gd name="T11" fmla="*/ 18 h 64"/>
                  <a:gd name="T12" fmla="*/ 3 w 65"/>
                  <a:gd name="T13" fmla="*/ 28 h 64"/>
                  <a:gd name="T14" fmla="*/ 3 w 65"/>
                  <a:gd name="T15" fmla="*/ 32 h 64"/>
                  <a:gd name="T16" fmla="*/ 33 w 65"/>
                  <a:gd name="T17" fmla="*/ 62 h 64"/>
                  <a:gd name="T18" fmla="*/ 38 w 65"/>
                  <a:gd name="T19" fmla="*/ 62 h 64"/>
                  <a:gd name="T20" fmla="*/ 47 w 65"/>
                  <a:gd name="T21" fmla="*/ 64 h 64"/>
                  <a:gd name="T22" fmla="*/ 65 w 65"/>
                  <a:gd name="T23" fmla="*/ 46 h 64"/>
                  <a:gd name="T24" fmla="*/ 62 w 65"/>
                  <a:gd name="T25" fmla="*/ 36 h 64"/>
                  <a:gd name="T26" fmla="*/ 35 w 65"/>
                  <a:gd name="T27" fmla="*/ 54 h 64"/>
                  <a:gd name="T28" fmla="*/ 17 w 65"/>
                  <a:gd name="T29" fmla="*/ 49 h 64"/>
                  <a:gd name="T30" fmla="*/ 18 w 65"/>
                  <a:gd name="T31" fmla="*/ 39 h 64"/>
                  <a:gd name="T32" fmla="*/ 26 w 65"/>
                  <a:gd name="T33" fmla="*/ 45 h 64"/>
                  <a:gd name="T34" fmla="*/ 40 w 65"/>
                  <a:gd name="T35" fmla="*/ 44 h 64"/>
                  <a:gd name="T36" fmla="*/ 32 w 65"/>
                  <a:gd name="T37" fmla="*/ 36 h 64"/>
                  <a:gd name="T38" fmla="*/ 15 w 65"/>
                  <a:gd name="T39" fmla="*/ 23 h 64"/>
                  <a:gd name="T40" fmla="*/ 28 w 65"/>
                  <a:gd name="T41" fmla="*/ 10 h 64"/>
                  <a:gd name="T42" fmla="*/ 46 w 65"/>
                  <a:gd name="T43" fmla="*/ 15 h 64"/>
                  <a:gd name="T44" fmla="*/ 45 w 65"/>
                  <a:gd name="T45" fmla="*/ 24 h 64"/>
                  <a:gd name="T46" fmla="*/ 32 w 65"/>
                  <a:gd name="T47" fmla="*/ 17 h 64"/>
                  <a:gd name="T48" fmla="*/ 29 w 65"/>
                  <a:gd name="T49" fmla="*/ 27 h 64"/>
                  <a:gd name="T50" fmla="*/ 50 w 65"/>
                  <a:gd name="T51" fmla="*/ 37 h 64"/>
                  <a:gd name="T52" fmla="*/ 35 w 65"/>
                  <a:gd name="T53" fmla="*/ 5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5" h="64">
                    <a:moveTo>
                      <a:pt x="62" y="36"/>
                    </a:moveTo>
                    <a:cubicBezTo>
                      <a:pt x="62" y="35"/>
                      <a:pt x="62" y="34"/>
                      <a:pt x="62" y="32"/>
                    </a:cubicBezTo>
                    <a:cubicBezTo>
                      <a:pt x="62" y="16"/>
                      <a:pt x="49" y="3"/>
                      <a:pt x="33" y="3"/>
                    </a:cubicBezTo>
                    <a:cubicBezTo>
                      <a:pt x="31" y="3"/>
                      <a:pt x="29" y="3"/>
                      <a:pt x="28" y="3"/>
                    </a:cubicBezTo>
                    <a:cubicBezTo>
                      <a:pt x="25" y="1"/>
                      <a:pt x="22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1"/>
                      <a:pt x="1" y="25"/>
                      <a:pt x="3" y="28"/>
                    </a:cubicBezTo>
                    <a:cubicBezTo>
                      <a:pt x="3" y="29"/>
                      <a:pt x="3" y="31"/>
                      <a:pt x="3" y="32"/>
                    </a:cubicBezTo>
                    <a:cubicBezTo>
                      <a:pt x="3" y="49"/>
                      <a:pt x="16" y="62"/>
                      <a:pt x="33" y="62"/>
                    </a:cubicBezTo>
                    <a:cubicBezTo>
                      <a:pt x="34" y="62"/>
                      <a:pt x="36" y="62"/>
                      <a:pt x="38" y="62"/>
                    </a:cubicBezTo>
                    <a:cubicBezTo>
                      <a:pt x="41" y="63"/>
                      <a:pt x="44" y="64"/>
                      <a:pt x="47" y="64"/>
                    </a:cubicBezTo>
                    <a:cubicBezTo>
                      <a:pt x="57" y="64"/>
                      <a:pt x="65" y="56"/>
                      <a:pt x="65" y="46"/>
                    </a:cubicBezTo>
                    <a:cubicBezTo>
                      <a:pt x="65" y="43"/>
                      <a:pt x="64" y="39"/>
                      <a:pt x="62" y="36"/>
                    </a:cubicBezTo>
                    <a:close/>
                    <a:moveTo>
                      <a:pt x="35" y="54"/>
                    </a:moveTo>
                    <a:cubicBezTo>
                      <a:pt x="26" y="55"/>
                      <a:pt x="21" y="53"/>
                      <a:pt x="17" y="49"/>
                    </a:cubicBezTo>
                    <a:cubicBezTo>
                      <a:pt x="13" y="45"/>
                      <a:pt x="15" y="40"/>
                      <a:pt x="18" y="39"/>
                    </a:cubicBezTo>
                    <a:cubicBezTo>
                      <a:pt x="22" y="39"/>
                      <a:pt x="24" y="44"/>
                      <a:pt x="26" y="45"/>
                    </a:cubicBezTo>
                    <a:cubicBezTo>
                      <a:pt x="28" y="46"/>
                      <a:pt x="36" y="49"/>
                      <a:pt x="40" y="44"/>
                    </a:cubicBezTo>
                    <a:cubicBezTo>
                      <a:pt x="44" y="39"/>
                      <a:pt x="37" y="37"/>
                      <a:pt x="32" y="36"/>
                    </a:cubicBezTo>
                    <a:cubicBezTo>
                      <a:pt x="24" y="35"/>
                      <a:pt x="14" y="31"/>
                      <a:pt x="15" y="23"/>
                    </a:cubicBezTo>
                    <a:cubicBezTo>
                      <a:pt x="16" y="15"/>
                      <a:pt x="22" y="11"/>
                      <a:pt x="28" y="10"/>
                    </a:cubicBezTo>
                    <a:cubicBezTo>
                      <a:pt x="37" y="9"/>
                      <a:pt x="42" y="11"/>
                      <a:pt x="46" y="15"/>
                    </a:cubicBezTo>
                    <a:cubicBezTo>
                      <a:pt x="51" y="19"/>
                      <a:pt x="48" y="24"/>
                      <a:pt x="45" y="24"/>
                    </a:cubicBezTo>
                    <a:cubicBezTo>
                      <a:pt x="42" y="24"/>
                      <a:pt x="39" y="17"/>
                      <a:pt x="32" y="17"/>
                    </a:cubicBezTo>
                    <a:cubicBezTo>
                      <a:pt x="25" y="17"/>
                      <a:pt x="20" y="24"/>
                      <a:pt x="29" y="27"/>
                    </a:cubicBezTo>
                    <a:cubicBezTo>
                      <a:pt x="37" y="29"/>
                      <a:pt x="47" y="30"/>
                      <a:pt x="50" y="37"/>
                    </a:cubicBezTo>
                    <a:cubicBezTo>
                      <a:pt x="53" y="45"/>
                      <a:pt x="45" y="54"/>
                      <a:pt x="35" y="5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9" name="îṧlï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5A1030D-34D1-4B37-B44B-335E2BB81893}"/>
                  </a:ext>
                </a:extLst>
              </p:cNvPr>
              <p:cNvSpPr/>
              <p:nvPr/>
            </p:nvSpPr>
            <p:spPr bwMode="auto">
              <a:xfrm>
                <a:off x="5156634" y="2140536"/>
                <a:ext cx="262282" cy="281855"/>
              </a:xfrm>
              <a:custGeom>
                <a:avLst/>
                <a:gdLst>
                  <a:gd name="T0" fmla="*/ 78 w 82"/>
                  <a:gd name="T1" fmla="*/ 22 h 88"/>
                  <a:gd name="T2" fmla="*/ 50 w 82"/>
                  <a:gd name="T3" fmla="*/ 2 h 88"/>
                  <a:gd name="T4" fmla="*/ 40 w 82"/>
                  <a:gd name="T5" fmla="*/ 4 h 88"/>
                  <a:gd name="T6" fmla="*/ 3 w 82"/>
                  <a:gd name="T7" fmla="*/ 55 h 88"/>
                  <a:gd name="T8" fmla="*/ 4 w 82"/>
                  <a:gd name="T9" fmla="*/ 65 h 88"/>
                  <a:gd name="T10" fmla="*/ 32 w 82"/>
                  <a:gd name="T11" fmla="*/ 85 h 88"/>
                  <a:gd name="T12" fmla="*/ 42 w 82"/>
                  <a:gd name="T13" fmla="*/ 84 h 88"/>
                  <a:gd name="T14" fmla="*/ 80 w 82"/>
                  <a:gd name="T15" fmla="*/ 33 h 88"/>
                  <a:gd name="T16" fmla="*/ 78 w 82"/>
                  <a:gd name="T17" fmla="*/ 22 h 88"/>
                  <a:gd name="T18" fmla="*/ 54 w 82"/>
                  <a:gd name="T19" fmla="*/ 9 h 88"/>
                  <a:gd name="T20" fmla="*/ 70 w 82"/>
                  <a:gd name="T21" fmla="*/ 21 h 88"/>
                  <a:gd name="T22" fmla="*/ 68 w 82"/>
                  <a:gd name="T23" fmla="*/ 23 h 88"/>
                  <a:gd name="T24" fmla="*/ 53 w 82"/>
                  <a:gd name="T25" fmla="*/ 11 h 88"/>
                  <a:gd name="T26" fmla="*/ 54 w 82"/>
                  <a:gd name="T27" fmla="*/ 9 h 88"/>
                  <a:gd name="T28" fmla="*/ 21 w 82"/>
                  <a:gd name="T29" fmla="*/ 71 h 88"/>
                  <a:gd name="T30" fmla="*/ 20 w 82"/>
                  <a:gd name="T31" fmla="*/ 64 h 88"/>
                  <a:gd name="T32" fmla="*/ 27 w 82"/>
                  <a:gd name="T33" fmla="*/ 63 h 88"/>
                  <a:gd name="T34" fmla="*/ 28 w 82"/>
                  <a:gd name="T35" fmla="*/ 70 h 88"/>
                  <a:gd name="T36" fmla="*/ 21 w 82"/>
                  <a:gd name="T37" fmla="*/ 71 h 88"/>
                  <a:gd name="T38" fmla="*/ 45 w 82"/>
                  <a:gd name="T39" fmla="*/ 71 h 88"/>
                  <a:gd name="T40" fmla="*/ 14 w 82"/>
                  <a:gd name="T41" fmla="*/ 48 h 88"/>
                  <a:gd name="T42" fmla="*/ 43 w 82"/>
                  <a:gd name="T43" fmla="*/ 9 h 88"/>
                  <a:gd name="T44" fmla="*/ 74 w 82"/>
                  <a:gd name="T45" fmla="*/ 32 h 88"/>
                  <a:gd name="T46" fmla="*/ 45 w 82"/>
                  <a:gd name="T47" fmla="*/ 7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2" h="88">
                    <a:moveTo>
                      <a:pt x="78" y="22"/>
                    </a:moveTo>
                    <a:cubicBezTo>
                      <a:pt x="50" y="2"/>
                      <a:pt x="50" y="2"/>
                      <a:pt x="50" y="2"/>
                    </a:cubicBezTo>
                    <a:cubicBezTo>
                      <a:pt x="47" y="0"/>
                      <a:pt x="43" y="1"/>
                      <a:pt x="40" y="4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0" y="58"/>
                      <a:pt x="1" y="63"/>
                      <a:pt x="4" y="65"/>
                    </a:cubicBezTo>
                    <a:cubicBezTo>
                      <a:pt x="32" y="85"/>
                      <a:pt x="32" y="85"/>
                      <a:pt x="32" y="85"/>
                    </a:cubicBezTo>
                    <a:cubicBezTo>
                      <a:pt x="35" y="88"/>
                      <a:pt x="40" y="87"/>
                      <a:pt x="42" y="84"/>
                    </a:cubicBezTo>
                    <a:cubicBezTo>
                      <a:pt x="80" y="33"/>
                      <a:pt x="80" y="33"/>
                      <a:pt x="80" y="33"/>
                    </a:cubicBezTo>
                    <a:cubicBezTo>
                      <a:pt x="82" y="29"/>
                      <a:pt x="81" y="25"/>
                      <a:pt x="78" y="22"/>
                    </a:cubicBezTo>
                    <a:close/>
                    <a:moveTo>
                      <a:pt x="54" y="9"/>
                    </a:moveTo>
                    <a:cubicBezTo>
                      <a:pt x="70" y="21"/>
                      <a:pt x="70" y="21"/>
                      <a:pt x="70" y="21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9"/>
                    </a:lnTo>
                    <a:close/>
                    <a:moveTo>
                      <a:pt x="21" y="71"/>
                    </a:moveTo>
                    <a:cubicBezTo>
                      <a:pt x="19" y="70"/>
                      <a:pt x="18" y="67"/>
                      <a:pt x="20" y="64"/>
                    </a:cubicBezTo>
                    <a:cubicBezTo>
                      <a:pt x="22" y="62"/>
                      <a:pt x="25" y="62"/>
                      <a:pt x="27" y="63"/>
                    </a:cubicBezTo>
                    <a:cubicBezTo>
                      <a:pt x="29" y="65"/>
                      <a:pt x="29" y="68"/>
                      <a:pt x="28" y="70"/>
                    </a:cubicBezTo>
                    <a:cubicBezTo>
                      <a:pt x="26" y="72"/>
                      <a:pt x="23" y="73"/>
                      <a:pt x="21" y="71"/>
                    </a:cubicBezTo>
                    <a:close/>
                    <a:moveTo>
                      <a:pt x="45" y="71"/>
                    </a:moveTo>
                    <a:cubicBezTo>
                      <a:pt x="14" y="48"/>
                      <a:pt x="14" y="48"/>
                      <a:pt x="14" y="48"/>
                    </a:cubicBezTo>
                    <a:cubicBezTo>
                      <a:pt x="43" y="9"/>
                      <a:pt x="43" y="9"/>
                      <a:pt x="43" y="9"/>
                    </a:cubicBezTo>
                    <a:cubicBezTo>
                      <a:pt x="74" y="32"/>
                      <a:pt x="74" y="32"/>
                      <a:pt x="74" y="32"/>
                    </a:cubicBezTo>
                    <a:lnTo>
                      <a:pt x="45" y="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0" name="iśľi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E21A92B-FFAB-4740-B036-7170030ABBBD}"/>
                  </a:ext>
                </a:extLst>
              </p:cNvPr>
              <p:cNvSpPr/>
              <p:nvPr/>
            </p:nvSpPr>
            <p:spPr bwMode="auto">
              <a:xfrm>
                <a:off x="4814101" y="2956741"/>
                <a:ext cx="137013" cy="152672"/>
              </a:xfrm>
              <a:custGeom>
                <a:avLst/>
                <a:gdLst>
                  <a:gd name="T0" fmla="*/ 34 w 43"/>
                  <a:gd name="T1" fmla="*/ 15 h 48"/>
                  <a:gd name="T2" fmla="*/ 36 w 43"/>
                  <a:gd name="T3" fmla="*/ 12 h 48"/>
                  <a:gd name="T4" fmla="*/ 39 w 43"/>
                  <a:gd name="T5" fmla="*/ 7 h 48"/>
                  <a:gd name="T6" fmla="*/ 38 w 43"/>
                  <a:gd name="T7" fmla="*/ 1 h 48"/>
                  <a:gd name="T8" fmla="*/ 34 w 43"/>
                  <a:gd name="T9" fmla="*/ 0 h 48"/>
                  <a:gd name="T10" fmla="*/ 27 w 43"/>
                  <a:gd name="T11" fmla="*/ 3 h 48"/>
                  <a:gd name="T12" fmla="*/ 21 w 43"/>
                  <a:gd name="T13" fmla="*/ 14 h 48"/>
                  <a:gd name="T14" fmla="*/ 16 w 43"/>
                  <a:gd name="T15" fmla="*/ 3 h 48"/>
                  <a:gd name="T16" fmla="*/ 10 w 43"/>
                  <a:gd name="T17" fmla="*/ 1 h 48"/>
                  <a:gd name="T18" fmla="*/ 6 w 43"/>
                  <a:gd name="T19" fmla="*/ 3 h 48"/>
                  <a:gd name="T20" fmla="*/ 7 w 43"/>
                  <a:gd name="T21" fmla="*/ 12 h 48"/>
                  <a:gd name="T22" fmla="*/ 10 w 43"/>
                  <a:gd name="T23" fmla="*/ 15 h 48"/>
                  <a:gd name="T24" fmla="*/ 0 w 43"/>
                  <a:gd name="T25" fmla="*/ 15 h 48"/>
                  <a:gd name="T26" fmla="*/ 0 w 43"/>
                  <a:gd name="T27" fmla="*/ 27 h 48"/>
                  <a:gd name="T28" fmla="*/ 3 w 43"/>
                  <a:gd name="T29" fmla="*/ 27 h 48"/>
                  <a:gd name="T30" fmla="*/ 3 w 43"/>
                  <a:gd name="T31" fmla="*/ 48 h 48"/>
                  <a:gd name="T32" fmla="*/ 40 w 43"/>
                  <a:gd name="T33" fmla="*/ 48 h 48"/>
                  <a:gd name="T34" fmla="*/ 40 w 43"/>
                  <a:gd name="T35" fmla="*/ 27 h 48"/>
                  <a:gd name="T36" fmla="*/ 43 w 43"/>
                  <a:gd name="T37" fmla="*/ 27 h 48"/>
                  <a:gd name="T38" fmla="*/ 43 w 43"/>
                  <a:gd name="T39" fmla="*/ 15 h 48"/>
                  <a:gd name="T40" fmla="*/ 34 w 43"/>
                  <a:gd name="T41" fmla="*/ 15 h 48"/>
                  <a:gd name="T42" fmla="*/ 29 w 43"/>
                  <a:gd name="T43" fmla="*/ 5 h 48"/>
                  <a:gd name="T44" fmla="*/ 34 w 43"/>
                  <a:gd name="T45" fmla="*/ 3 h 48"/>
                  <a:gd name="T46" fmla="*/ 35 w 43"/>
                  <a:gd name="T47" fmla="*/ 4 h 48"/>
                  <a:gd name="T48" fmla="*/ 34 w 43"/>
                  <a:gd name="T49" fmla="*/ 10 h 48"/>
                  <a:gd name="T50" fmla="*/ 27 w 43"/>
                  <a:gd name="T51" fmla="*/ 15 h 48"/>
                  <a:gd name="T52" fmla="*/ 24 w 43"/>
                  <a:gd name="T53" fmla="*/ 15 h 48"/>
                  <a:gd name="T54" fmla="*/ 29 w 43"/>
                  <a:gd name="T55" fmla="*/ 5 h 48"/>
                  <a:gd name="T56" fmla="*/ 8 w 43"/>
                  <a:gd name="T57" fmla="*/ 7 h 48"/>
                  <a:gd name="T58" fmla="*/ 9 w 43"/>
                  <a:gd name="T59" fmla="*/ 5 h 48"/>
                  <a:gd name="T60" fmla="*/ 10 w 43"/>
                  <a:gd name="T61" fmla="*/ 4 h 48"/>
                  <a:gd name="T62" fmla="*/ 10 w 43"/>
                  <a:gd name="T63" fmla="*/ 4 h 48"/>
                  <a:gd name="T64" fmla="*/ 13 w 43"/>
                  <a:gd name="T65" fmla="*/ 6 h 48"/>
                  <a:gd name="T66" fmla="*/ 17 w 43"/>
                  <a:gd name="T67" fmla="*/ 13 h 48"/>
                  <a:gd name="T68" fmla="*/ 17 w 43"/>
                  <a:gd name="T69" fmla="*/ 13 h 48"/>
                  <a:gd name="T70" fmla="*/ 17 w 43"/>
                  <a:gd name="T71" fmla="*/ 13 h 48"/>
                  <a:gd name="T72" fmla="*/ 9 w 43"/>
                  <a:gd name="T73" fmla="*/ 10 h 48"/>
                  <a:gd name="T74" fmla="*/ 8 w 43"/>
                  <a:gd name="T75" fmla="*/ 7 h 48"/>
                  <a:gd name="T76" fmla="*/ 18 w 43"/>
                  <a:gd name="T77" fmla="*/ 45 h 48"/>
                  <a:gd name="T78" fmla="*/ 6 w 43"/>
                  <a:gd name="T79" fmla="*/ 45 h 48"/>
                  <a:gd name="T80" fmla="*/ 6 w 43"/>
                  <a:gd name="T81" fmla="*/ 25 h 48"/>
                  <a:gd name="T82" fmla="*/ 18 w 43"/>
                  <a:gd name="T83" fmla="*/ 25 h 48"/>
                  <a:gd name="T84" fmla="*/ 18 w 43"/>
                  <a:gd name="T85" fmla="*/ 45 h 48"/>
                  <a:gd name="T86" fmla="*/ 18 w 43"/>
                  <a:gd name="T87" fmla="*/ 24 h 48"/>
                  <a:gd name="T88" fmla="*/ 3 w 43"/>
                  <a:gd name="T89" fmla="*/ 24 h 48"/>
                  <a:gd name="T90" fmla="*/ 3 w 43"/>
                  <a:gd name="T91" fmla="*/ 18 h 48"/>
                  <a:gd name="T92" fmla="*/ 18 w 43"/>
                  <a:gd name="T93" fmla="*/ 18 h 48"/>
                  <a:gd name="T94" fmla="*/ 18 w 43"/>
                  <a:gd name="T95" fmla="*/ 24 h 48"/>
                  <a:gd name="T96" fmla="*/ 37 w 43"/>
                  <a:gd name="T97" fmla="*/ 45 h 48"/>
                  <a:gd name="T98" fmla="*/ 25 w 43"/>
                  <a:gd name="T99" fmla="*/ 45 h 48"/>
                  <a:gd name="T100" fmla="*/ 25 w 43"/>
                  <a:gd name="T101" fmla="*/ 25 h 48"/>
                  <a:gd name="T102" fmla="*/ 37 w 43"/>
                  <a:gd name="T103" fmla="*/ 25 h 48"/>
                  <a:gd name="T104" fmla="*/ 37 w 43"/>
                  <a:gd name="T105" fmla="*/ 45 h 48"/>
                  <a:gd name="T106" fmla="*/ 40 w 43"/>
                  <a:gd name="T107" fmla="*/ 24 h 48"/>
                  <a:gd name="T108" fmla="*/ 25 w 43"/>
                  <a:gd name="T109" fmla="*/ 24 h 48"/>
                  <a:gd name="T110" fmla="*/ 25 w 43"/>
                  <a:gd name="T111" fmla="*/ 18 h 48"/>
                  <a:gd name="T112" fmla="*/ 40 w 43"/>
                  <a:gd name="T113" fmla="*/ 18 h 48"/>
                  <a:gd name="T114" fmla="*/ 40 w 43"/>
                  <a:gd name="T115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3" h="48">
                    <a:moveTo>
                      <a:pt x="34" y="15"/>
                    </a:moveTo>
                    <a:cubicBezTo>
                      <a:pt x="35" y="14"/>
                      <a:pt x="36" y="13"/>
                      <a:pt x="36" y="12"/>
                    </a:cubicBezTo>
                    <a:cubicBezTo>
                      <a:pt x="38" y="11"/>
                      <a:pt x="39" y="9"/>
                      <a:pt x="39" y="7"/>
                    </a:cubicBezTo>
                    <a:cubicBezTo>
                      <a:pt x="40" y="5"/>
                      <a:pt x="39" y="3"/>
                      <a:pt x="38" y="1"/>
                    </a:cubicBezTo>
                    <a:cubicBezTo>
                      <a:pt x="37" y="0"/>
                      <a:pt x="35" y="0"/>
                      <a:pt x="34" y="0"/>
                    </a:cubicBezTo>
                    <a:cubicBezTo>
                      <a:pt x="31" y="0"/>
                      <a:pt x="29" y="1"/>
                      <a:pt x="27" y="3"/>
                    </a:cubicBezTo>
                    <a:cubicBezTo>
                      <a:pt x="24" y="6"/>
                      <a:pt x="22" y="10"/>
                      <a:pt x="21" y="14"/>
                    </a:cubicBezTo>
                    <a:cubicBezTo>
                      <a:pt x="20" y="10"/>
                      <a:pt x="19" y="6"/>
                      <a:pt x="16" y="3"/>
                    </a:cubicBezTo>
                    <a:cubicBezTo>
                      <a:pt x="14" y="2"/>
                      <a:pt x="12" y="1"/>
                      <a:pt x="10" y="1"/>
                    </a:cubicBezTo>
                    <a:cubicBezTo>
                      <a:pt x="9" y="1"/>
                      <a:pt x="7" y="1"/>
                      <a:pt x="6" y="3"/>
                    </a:cubicBezTo>
                    <a:cubicBezTo>
                      <a:pt x="4" y="5"/>
                      <a:pt x="4" y="9"/>
                      <a:pt x="7" y="12"/>
                    </a:cubicBezTo>
                    <a:cubicBezTo>
                      <a:pt x="8" y="13"/>
                      <a:pt x="9" y="14"/>
                      <a:pt x="1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27"/>
                      <a:pt x="40" y="27"/>
                      <a:pt x="40" y="27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3" y="15"/>
                      <a:pt x="43" y="15"/>
                      <a:pt x="43" y="15"/>
                    </a:cubicBezTo>
                    <a:lnTo>
                      <a:pt x="34" y="15"/>
                    </a:lnTo>
                    <a:close/>
                    <a:moveTo>
                      <a:pt x="29" y="5"/>
                    </a:moveTo>
                    <a:cubicBezTo>
                      <a:pt x="31" y="4"/>
                      <a:pt x="32" y="3"/>
                      <a:pt x="34" y="3"/>
                    </a:cubicBezTo>
                    <a:cubicBezTo>
                      <a:pt x="34" y="3"/>
                      <a:pt x="35" y="3"/>
                      <a:pt x="35" y="4"/>
                    </a:cubicBezTo>
                    <a:cubicBezTo>
                      <a:pt x="37" y="5"/>
                      <a:pt x="36" y="8"/>
                      <a:pt x="34" y="10"/>
                    </a:cubicBezTo>
                    <a:cubicBezTo>
                      <a:pt x="32" y="12"/>
                      <a:pt x="29" y="14"/>
                      <a:pt x="27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2"/>
                      <a:pt x="27" y="8"/>
                      <a:pt x="29" y="5"/>
                    </a:cubicBezTo>
                    <a:close/>
                    <a:moveTo>
                      <a:pt x="8" y="7"/>
                    </a:moveTo>
                    <a:cubicBezTo>
                      <a:pt x="8" y="6"/>
                      <a:pt x="8" y="6"/>
                      <a:pt x="9" y="5"/>
                    </a:cubicBezTo>
                    <a:cubicBezTo>
                      <a:pt x="9" y="5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1" y="4"/>
                      <a:pt x="12" y="5"/>
                      <a:pt x="13" y="6"/>
                    </a:cubicBezTo>
                    <a:cubicBezTo>
                      <a:pt x="15" y="7"/>
                      <a:pt x="16" y="10"/>
                      <a:pt x="17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4" y="13"/>
                      <a:pt x="11" y="11"/>
                      <a:pt x="9" y="10"/>
                    </a:cubicBezTo>
                    <a:cubicBezTo>
                      <a:pt x="9" y="9"/>
                      <a:pt x="8" y="8"/>
                      <a:pt x="8" y="7"/>
                    </a:cubicBezTo>
                    <a:close/>
                    <a:moveTo>
                      <a:pt x="18" y="45"/>
                    </a:moveTo>
                    <a:cubicBezTo>
                      <a:pt x="6" y="45"/>
                      <a:pt x="6" y="45"/>
                      <a:pt x="6" y="4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18" y="25"/>
                      <a:pt x="18" y="25"/>
                      <a:pt x="18" y="25"/>
                    </a:cubicBezTo>
                    <a:lnTo>
                      <a:pt x="18" y="45"/>
                    </a:lnTo>
                    <a:close/>
                    <a:moveTo>
                      <a:pt x="18" y="24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18" y="18"/>
                      <a:pt x="18" y="18"/>
                      <a:pt x="18" y="18"/>
                    </a:cubicBezTo>
                    <a:lnTo>
                      <a:pt x="18" y="24"/>
                    </a:lnTo>
                    <a:close/>
                    <a:moveTo>
                      <a:pt x="37" y="45"/>
                    </a:move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37" y="25"/>
                      <a:pt x="37" y="25"/>
                      <a:pt x="37" y="25"/>
                    </a:cubicBezTo>
                    <a:lnTo>
                      <a:pt x="37" y="45"/>
                    </a:lnTo>
                    <a:close/>
                    <a:moveTo>
                      <a:pt x="40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40" y="18"/>
                      <a:pt x="40" y="18"/>
                      <a:pt x="40" y="18"/>
                    </a:cubicBezTo>
                    <a:lnTo>
                      <a:pt x="40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1" name="íṩlî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D51FA23-7D64-47A9-BB3D-32278A0925EA}"/>
                  </a:ext>
                </a:extLst>
              </p:cNvPr>
              <p:cNvSpPr/>
              <p:nvPr/>
            </p:nvSpPr>
            <p:spPr bwMode="auto">
              <a:xfrm>
                <a:off x="5646087" y="3307798"/>
                <a:ext cx="227050" cy="199648"/>
              </a:xfrm>
              <a:custGeom>
                <a:avLst/>
                <a:gdLst>
                  <a:gd name="T0" fmla="*/ 76 w 116"/>
                  <a:gd name="T1" fmla="*/ 15 h 102"/>
                  <a:gd name="T2" fmla="*/ 40 w 116"/>
                  <a:gd name="T3" fmla="*/ 0 h 102"/>
                  <a:gd name="T4" fmla="*/ 0 w 116"/>
                  <a:gd name="T5" fmla="*/ 15 h 102"/>
                  <a:gd name="T6" fmla="*/ 0 w 116"/>
                  <a:gd name="T7" fmla="*/ 102 h 102"/>
                  <a:gd name="T8" fmla="*/ 40 w 116"/>
                  <a:gd name="T9" fmla="*/ 87 h 102"/>
                  <a:gd name="T10" fmla="*/ 76 w 116"/>
                  <a:gd name="T11" fmla="*/ 102 h 102"/>
                  <a:gd name="T12" fmla="*/ 116 w 116"/>
                  <a:gd name="T13" fmla="*/ 87 h 102"/>
                  <a:gd name="T14" fmla="*/ 116 w 116"/>
                  <a:gd name="T15" fmla="*/ 0 h 102"/>
                  <a:gd name="T16" fmla="*/ 76 w 116"/>
                  <a:gd name="T17" fmla="*/ 15 h 102"/>
                  <a:gd name="T18" fmla="*/ 44 w 116"/>
                  <a:gd name="T19" fmla="*/ 9 h 102"/>
                  <a:gd name="T20" fmla="*/ 73 w 116"/>
                  <a:gd name="T21" fmla="*/ 22 h 102"/>
                  <a:gd name="T22" fmla="*/ 73 w 116"/>
                  <a:gd name="T23" fmla="*/ 92 h 102"/>
                  <a:gd name="T24" fmla="*/ 44 w 116"/>
                  <a:gd name="T25" fmla="*/ 80 h 102"/>
                  <a:gd name="T26" fmla="*/ 44 w 116"/>
                  <a:gd name="T27" fmla="*/ 9 h 102"/>
                  <a:gd name="T28" fmla="*/ 8 w 116"/>
                  <a:gd name="T29" fmla="*/ 20 h 102"/>
                  <a:gd name="T30" fmla="*/ 37 w 116"/>
                  <a:gd name="T31" fmla="*/ 9 h 102"/>
                  <a:gd name="T32" fmla="*/ 37 w 116"/>
                  <a:gd name="T33" fmla="*/ 80 h 102"/>
                  <a:gd name="T34" fmla="*/ 8 w 116"/>
                  <a:gd name="T35" fmla="*/ 92 h 102"/>
                  <a:gd name="T36" fmla="*/ 8 w 116"/>
                  <a:gd name="T37" fmla="*/ 20 h 102"/>
                  <a:gd name="T38" fmla="*/ 109 w 116"/>
                  <a:gd name="T39" fmla="*/ 82 h 102"/>
                  <a:gd name="T40" fmla="*/ 80 w 116"/>
                  <a:gd name="T41" fmla="*/ 92 h 102"/>
                  <a:gd name="T42" fmla="*/ 80 w 116"/>
                  <a:gd name="T43" fmla="*/ 22 h 102"/>
                  <a:gd name="T44" fmla="*/ 109 w 116"/>
                  <a:gd name="T45" fmla="*/ 10 h 102"/>
                  <a:gd name="T46" fmla="*/ 109 w 116"/>
                  <a:gd name="T47" fmla="*/ 8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6" h="102">
                    <a:moveTo>
                      <a:pt x="76" y="15"/>
                    </a:moveTo>
                    <a:lnTo>
                      <a:pt x="40" y="0"/>
                    </a:lnTo>
                    <a:lnTo>
                      <a:pt x="0" y="15"/>
                    </a:lnTo>
                    <a:lnTo>
                      <a:pt x="0" y="102"/>
                    </a:lnTo>
                    <a:lnTo>
                      <a:pt x="40" y="87"/>
                    </a:lnTo>
                    <a:lnTo>
                      <a:pt x="76" y="102"/>
                    </a:lnTo>
                    <a:lnTo>
                      <a:pt x="116" y="87"/>
                    </a:lnTo>
                    <a:lnTo>
                      <a:pt x="116" y="0"/>
                    </a:lnTo>
                    <a:lnTo>
                      <a:pt x="76" y="15"/>
                    </a:lnTo>
                    <a:close/>
                    <a:moveTo>
                      <a:pt x="44" y="9"/>
                    </a:moveTo>
                    <a:lnTo>
                      <a:pt x="73" y="22"/>
                    </a:lnTo>
                    <a:lnTo>
                      <a:pt x="73" y="92"/>
                    </a:lnTo>
                    <a:lnTo>
                      <a:pt x="44" y="80"/>
                    </a:lnTo>
                    <a:lnTo>
                      <a:pt x="44" y="9"/>
                    </a:lnTo>
                    <a:close/>
                    <a:moveTo>
                      <a:pt x="8" y="20"/>
                    </a:moveTo>
                    <a:lnTo>
                      <a:pt x="37" y="9"/>
                    </a:lnTo>
                    <a:lnTo>
                      <a:pt x="37" y="80"/>
                    </a:lnTo>
                    <a:lnTo>
                      <a:pt x="8" y="92"/>
                    </a:lnTo>
                    <a:lnTo>
                      <a:pt x="8" y="20"/>
                    </a:lnTo>
                    <a:close/>
                    <a:moveTo>
                      <a:pt x="109" y="82"/>
                    </a:moveTo>
                    <a:lnTo>
                      <a:pt x="80" y="92"/>
                    </a:lnTo>
                    <a:lnTo>
                      <a:pt x="80" y="22"/>
                    </a:lnTo>
                    <a:lnTo>
                      <a:pt x="109" y="10"/>
                    </a:lnTo>
                    <a:lnTo>
                      <a:pt x="109" y="8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1" name="îšľi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8F738A5-EB40-4770-AD7F-1367CB7F7DFB}"/>
                </a:ext>
              </a:extLst>
            </p:cNvPr>
            <p:cNvGrpSpPr/>
            <p:nvPr/>
          </p:nvGrpSpPr>
          <p:grpSpPr>
            <a:xfrm>
              <a:off x="7218207" y="1289057"/>
              <a:ext cx="4184742" cy="4848217"/>
              <a:chOff x="6868614" y="762985"/>
              <a:chExt cx="5222153" cy="6050102"/>
            </a:xfrm>
            <a:grpFill/>
          </p:grpSpPr>
          <p:sp>
            <p:nvSpPr>
              <p:cNvPr id="262" name="îšľi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BF1E98E-819D-4C4B-9B0A-61F55695A1FF}"/>
                  </a:ext>
                </a:extLst>
              </p:cNvPr>
              <p:cNvSpPr/>
              <p:nvPr/>
            </p:nvSpPr>
            <p:spPr bwMode="auto">
              <a:xfrm>
                <a:off x="11738448" y="4076742"/>
                <a:ext cx="342533" cy="319044"/>
              </a:xfrm>
              <a:custGeom>
                <a:avLst/>
                <a:gdLst>
                  <a:gd name="T0" fmla="*/ 53 w 107"/>
                  <a:gd name="T1" fmla="*/ 13 h 100"/>
                  <a:gd name="T2" fmla="*/ 37 w 107"/>
                  <a:gd name="T3" fmla="*/ 16 h 100"/>
                  <a:gd name="T4" fmla="*/ 24 w 107"/>
                  <a:gd name="T5" fmla="*/ 23 h 100"/>
                  <a:gd name="T6" fmla="*/ 13 w 107"/>
                  <a:gd name="T7" fmla="*/ 43 h 100"/>
                  <a:gd name="T8" fmla="*/ 17 w 107"/>
                  <a:gd name="T9" fmla="*/ 55 h 100"/>
                  <a:gd name="T10" fmla="*/ 27 w 107"/>
                  <a:gd name="T11" fmla="*/ 66 h 100"/>
                  <a:gd name="T12" fmla="*/ 33 w 107"/>
                  <a:gd name="T13" fmla="*/ 75 h 100"/>
                  <a:gd name="T14" fmla="*/ 33 w 107"/>
                  <a:gd name="T15" fmla="*/ 79 h 100"/>
                  <a:gd name="T16" fmla="*/ 36 w 107"/>
                  <a:gd name="T17" fmla="*/ 77 h 100"/>
                  <a:gd name="T18" fmla="*/ 45 w 107"/>
                  <a:gd name="T19" fmla="*/ 73 h 100"/>
                  <a:gd name="T20" fmla="*/ 47 w 107"/>
                  <a:gd name="T21" fmla="*/ 73 h 100"/>
                  <a:gd name="T22" fmla="*/ 53 w 107"/>
                  <a:gd name="T23" fmla="*/ 73 h 100"/>
                  <a:gd name="T24" fmla="*/ 70 w 107"/>
                  <a:gd name="T25" fmla="*/ 71 h 100"/>
                  <a:gd name="T26" fmla="*/ 83 w 107"/>
                  <a:gd name="T27" fmla="*/ 64 h 100"/>
                  <a:gd name="T28" fmla="*/ 93 w 107"/>
                  <a:gd name="T29" fmla="*/ 43 h 100"/>
                  <a:gd name="T30" fmla="*/ 83 w 107"/>
                  <a:gd name="T31" fmla="*/ 23 h 100"/>
                  <a:gd name="T32" fmla="*/ 70 w 107"/>
                  <a:gd name="T33" fmla="*/ 16 h 100"/>
                  <a:gd name="T34" fmla="*/ 53 w 107"/>
                  <a:gd name="T35" fmla="*/ 13 h 100"/>
                  <a:gd name="T36" fmla="*/ 53 w 107"/>
                  <a:gd name="T37" fmla="*/ 0 h 100"/>
                  <a:gd name="T38" fmla="*/ 53 w 107"/>
                  <a:gd name="T39" fmla="*/ 0 h 100"/>
                  <a:gd name="T40" fmla="*/ 107 w 107"/>
                  <a:gd name="T41" fmla="*/ 43 h 100"/>
                  <a:gd name="T42" fmla="*/ 53 w 107"/>
                  <a:gd name="T43" fmla="*/ 87 h 100"/>
                  <a:gd name="T44" fmla="*/ 45 w 107"/>
                  <a:gd name="T45" fmla="*/ 86 h 100"/>
                  <a:gd name="T46" fmla="*/ 7 w 107"/>
                  <a:gd name="T47" fmla="*/ 100 h 100"/>
                  <a:gd name="T48" fmla="*/ 7 w 107"/>
                  <a:gd name="T49" fmla="*/ 97 h 100"/>
                  <a:gd name="T50" fmla="*/ 20 w 107"/>
                  <a:gd name="T51" fmla="*/ 80 h 100"/>
                  <a:gd name="T52" fmla="*/ 20 w 107"/>
                  <a:gd name="T53" fmla="*/ 77 h 100"/>
                  <a:gd name="T54" fmla="*/ 0 w 107"/>
                  <a:gd name="T55" fmla="*/ 43 h 100"/>
                  <a:gd name="T56" fmla="*/ 53 w 107"/>
                  <a:gd name="T57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07" h="100">
                    <a:moveTo>
                      <a:pt x="53" y="13"/>
                    </a:moveTo>
                    <a:cubicBezTo>
                      <a:pt x="48" y="13"/>
                      <a:pt x="42" y="14"/>
                      <a:pt x="37" y="16"/>
                    </a:cubicBezTo>
                    <a:cubicBezTo>
                      <a:pt x="32" y="18"/>
                      <a:pt x="28" y="20"/>
                      <a:pt x="24" y="23"/>
                    </a:cubicBezTo>
                    <a:cubicBezTo>
                      <a:pt x="17" y="29"/>
                      <a:pt x="13" y="36"/>
                      <a:pt x="13" y="43"/>
                    </a:cubicBezTo>
                    <a:cubicBezTo>
                      <a:pt x="13" y="48"/>
                      <a:pt x="14" y="52"/>
                      <a:pt x="17" y="55"/>
                    </a:cubicBezTo>
                    <a:cubicBezTo>
                      <a:pt x="19" y="59"/>
                      <a:pt x="23" y="63"/>
                      <a:pt x="27" y="66"/>
                    </a:cubicBezTo>
                    <a:cubicBezTo>
                      <a:pt x="30" y="68"/>
                      <a:pt x="32" y="71"/>
                      <a:pt x="33" y="75"/>
                    </a:cubicBezTo>
                    <a:cubicBezTo>
                      <a:pt x="33" y="76"/>
                      <a:pt x="33" y="78"/>
                      <a:pt x="33" y="79"/>
                    </a:cubicBezTo>
                    <a:cubicBezTo>
                      <a:pt x="34" y="78"/>
                      <a:pt x="35" y="78"/>
                      <a:pt x="36" y="77"/>
                    </a:cubicBezTo>
                    <a:cubicBezTo>
                      <a:pt x="38" y="74"/>
                      <a:pt x="42" y="73"/>
                      <a:pt x="45" y="73"/>
                    </a:cubicBezTo>
                    <a:cubicBezTo>
                      <a:pt x="46" y="73"/>
                      <a:pt x="46" y="73"/>
                      <a:pt x="47" y="73"/>
                    </a:cubicBezTo>
                    <a:cubicBezTo>
                      <a:pt x="49" y="73"/>
                      <a:pt x="51" y="73"/>
                      <a:pt x="53" y="73"/>
                    </a:cubicBezTo>
                    <a:cubicBezTo>
                      <a:pt x="59" y="73"/>
                      <a:pt x="65" y="73"/>
                      <a:pt x="70" y="71"/>
                    </a:cubicBezTo>
                    <a:cubicBezTo>
                      <a:pt x="75" y="69"/>
                      <a:pt x="79" y="67"/>
                      <a:pt x="83" y="64"/>
                    </a:cubicBezTo>
                    <a:cubicBezTo>
                      <a:pt x="90" y="58"/>
                      <a:pt x="93" y="51"/>
                      <a:pt x="93" y="43"/>
                    </a:cubicBezTo>
                    <a:cubicBezTo>
                      <a:pt x="93" y="36"/>
                      <a:pt x="90" y="29"/>
                      <a:pt x="83" y="23"/>
                    </a:cubicBezTo>
                    <a:cubicBezTo>
                      <a:pt x="79" y="20"/>
                      <a:pt x="75" y="18"/>
                      <a:pt x="70" y="16"/>
                    </a:cubicBezTo>
                    <a:cubicBezTo>
                      <a:pt x="65" y="14"/>
                      <a:pt x="59" y="13"/>
                      <a:pt x="53" y="13"/>
                    </a:cubicBezTo>
                    <a:close/>
                    <a:moveTo>
                      <a:pt x="53" y="0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83" y="0"/>
                      <a:pt x="107" y="19"/>
                      <a:pt x="107" y="43"/>
                    </a:cubicBezTo>
                    <a:cubicBezTo>
                      <a:pt x="107" y="67"/>
                      <a:pt x="83" y="87"/>
                      <a:pt x="53" y="87"/>
                    </a:cubicBezTo>
                    <a:cubicBezTo>
                      <a:pt x="51" y="87"/>
                      <a:pt x="48" y="87"/>
                      <a:pt x="45" y="86"/>
                    </a:cubicBezTo>
                    <a:cubicBezTo>
                      <a:pt x="34" y="98"/>
                      <a:pt x="20" y="100"/>
                      <a:pt x="7" y="100"/>
                    </a:cubicBezTo>
                    <a:cubicBezTo>
                      <a:pt x="7" y="97"/>
                      <a:pt x="7" y="97"/>
                      <a:pt x="7" y="97"/>
                    </a:cubicBezTo>
                    <a:cubicBezTo>
                      <a:pt x="14" y="94"/>
                      <a:pt x="20" y="87"/>
                      <a:pt x="20" y="80"/>
                    </a:cubicBezTo>
                    <a:cubicBezTo>
                      <a:pt x="20" y="79"/>
                      <a:pt x="20" y="78"/>
                      <a:pt x="20" y="77"/>
                    </a:cubicBezTo>
                    <a:cubicBezTo>
                      <a:pt x="8" y="69"/>
                      <a:pt x="0" y="57"/>
                      <a:pt x="0" y="43"/>
                    </a:cubicBezTo>
                    <a:cubicBezTo>
                      <a:pt x="0" y="19"/>
                      <a:pt x="24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3" name="îśḻï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AE82C17-EA04-41D8-AF8A-C372B549B8C3}"/>
                  </a:ext>
                </a:extLst>
              </p:cNvPr>
              <p:cNvSpPr/>
              <p:nvPr/>
            </p:nvSpPr>
            <p:spPr bwMode="auto">
              <a:xfrm>
                <a:off x="11501612" y="4250944"/>
                <a:ext cx="215306" cy="215306"/>
              </a:xfrm>
              <a:custGeom>
                <a:avLst/>
                <a:gdLst>
                  <a:gd name="T0" fmla="*/ 62 w 67"/>
                  <a:gd name="T1" fmla="*/ 17 h 67"/>
                  <a:gd name="T2" fmla="*/ 67 w 67"/>
                  <a:gd name="T3" fmla="*/ 13 h 67"/>
                  <a:gd name="T4" fmla="*/ 67 w 67"/>
                  <a:gd name="T5" fmla="*/ 5 h 67"/>
                  <a:gd name="T6" fmla="*/ 58 w 67"/>
                  <a:gd name="T7" fmla="*/ 5 h 67"/>
                  <a:gd name="T8" fmla="*/ 58 w 67"/>
                  <a:gd name="T9" fmla="*/ 0 h 67"/>
                  <a:gd name="T10" fmla="*/ 4 w 67"/>
                  <a:gd name="T11" fmla="*/ 0 h 67"/>
                  <a:gd name="T12" fmla="*/ 0 w 67"/>
                  <a:gd name="T13" fmla="*/ 5 h 67"/>
                  <a:gd name="T14" fmla="*/ 0 w 67"/>
                  <a:gd name="T15" fmla="*/ 63 h 67"/>
                  <a:gd name="T16" fmla="*/ 4 w 67"/>
                  <a:gd name="T17" fmla="*/ 67 h 67"/>
                  <a:gd name="T18" fmla="*/ 58 w 67"/>
                  <a:gd name="T19" fmla="*/ 67 h 67"/>
                  <a:gd name="T20" fmla="*/ 58 w 67"/>
                  <a:gd name="T21" fmla="*/ 50 h 67"/>
                  <a:gd name="T22" fmla="*/ 62 w 67"/>
                  <a:gd name="T23" fmla="*/ 50 h 67"/>
                  <a:gd name="T24" fmla="*/ 67 w 67"/>
                  <a:gd name="T25" fmla="*/ 46 h 67"/>
                  <a:gd name="T26" fmla="*/ 67 w 67"/>
                  <a:gd name="T27" fmla="*/ 38 h 67"/>
                  <a:gd name="T28" fmla="*/ 58 w 67"/>
                  <a:gd name="T29" fmla="*/ 38 h 67"/>
                  <a:gd name="T30" fmla="*/ 58 w 67"/>
                  <a:gd name="T31" fmla="*/ 34 h 67"/>
                  <a:gd name="T32" fmla="*/ 62 w 67"/>
                  <a:gd name="T33" fmla="*/ 34 h 67"/>
                  <a:gd name="T34" fmla="*/ 67 w 67"/>
                  <a:gd name="T35" fmla="*/ 30 h 67"/>
                  <a:gd name="T36" fmla="*/ 67 w 67"/>
                  <a:gd name="T37" fmla="*/ 21 h 67"/>
                  <a:gd name="T38" fmla="*/ 58 w 67"/>
                  <a:gd name="T39" fmla="*/ 21 h 67"/>
                  <a:gd name="T40" fmla="*/ 58 w 67"/>
                  <a:gd name="T41" fmla="*/ 17 h 67"/>
                  <a:gd name="T42" fmla="*/ 62 w 67"/>
                  <a:gd name="T43" fmla="*/ 17 h 67"/>
                  <a:gd name="T44" fmla="*/ 37 w 67"/>
                  <a:gd name="T45" fmla="*/ 17 h 67"/>
                  <a:gd name="T46" fmla="*/ 46 w 67"/>
                  <a:gd name="T47" fmla="*/ 25 h 67"/>
                  <a:gd name="T48" fmla="*/ 37 w 67"/>
                  <a:gd name="T49" fmla="*/ 34 h 67"/>
                  <a:gd name="T50" fmla="*/ 29 w 67"/>
                  <a:gd name="T51" fmla="*/ 25 h 67"/>
                  <a:gd name="T52" fmla="*/ 37 w 67"/>
                  <a:gd name="T53" fmla="*/ 17 h 67"/>
                  <a:gd name="T54" fmla="*/ 16 w 67"/>
                  <a:gd name="T55" fmla="*/ 63 h 67"/>
                  <a:gd name="T56" fmla="*/ 12 w 67"/>
                  <a:gd name="T57" fmla="*/ 63 h 67"/>
                  <a:gd name="T58" fmla="*/ 12 w 67"/>
                  <a:gd name="T59" fmla="*/ 5 h 67"/>
                  <a:gd name="T60" fmla="*/ 16 w 67"/>
                  <a:gd name="T61" fmla="*/ 5 h 67"/>
                  <a:gd name="T62" fmla="*/ 16 w 67"/>
                  <a:gd name="T63" fmla="*/ 63 h 67"/>
                  <a:gd name="T64" fmla="*/ 50 w 67"/>
                  <a:gd name="T65" fmla="*/ 50 h 67"/>
                  <a:gd name="T66" fmla="*/ 25 w 67"/>
                  <a:gd name="T67" fmla="*/ 50 h 67"/>
                  <a:gd name="T68" fmla="*/ 25 w 67"/>
                  <a:gd name="T69" fmla="*/ 46 h 67"/>
                  <a:gd name="T70" fmla="*/ 33 w 67"/>
                  <a:gd name="T71" fmla="*/ 38 h 67"/>
                  <a:gd name="T72" fmla="*/ 33 w 67"/>
                  <a:gd name="T73" fmla="*/ 38 h 67"/>
                  <a:gd name="T74" fmla="*/ 41 w 67"/>
                  <a:gd name="T75" fmla="*/ 38 h 67"/>
                  <a:gd name="T76" fmla="*/ 50 w 67"/>
                  <a:gd name="T77" fmla="*/ 46 h 67"/>
                  <a:gd name="T78" fmla="*/ 50 w 67"/>
                  <a:gd name="T79" fmla="*/ 5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7" h="67">
                    <a:moveTo>
                      <a:pt x="62" y="17"/>
                    </a:moveTo>
                    <a:cubicBezTo>
                      <a:pt x="65" y="17"/>
                      <a:pt x="67" y="15"/>
                      <a:pt x="67" y="13"/>
                    </a:cubicBezTo>
                    <a:cubicBezTo>
                      <a:pt x="67" y="5"/>
                      <a:pt x="67" y="5"/>
                      <a:pt x="67" y="5"/>
                    </a:cubicBezTo>
                    <a:cubicBezTo>
                      <a:pt x="58" y="5"/>
                      <a:pt x="58" y="5"/>
                      <a:pt x="58" y="5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5"/>
                      <a:pt x="2" y="67"/>
                      <a:pt x="4" y="67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58" y="50"/>
                      <a:pt x="58" y="50"/>
                      <a:pt x="58" y="5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5" y="50"/>
                      <a:pt x="67" y="49"/>
                      <a:pt x="67" y="46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65" y="34"/>
                      <a:pt x="67" y="32"/>
                      <a:pt x="67" y="30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8" y="17"/>
                      <a:pt x="58" y="17"/>
                      <a:pt x="58" y="17"/>
                    </a:cubicBezTo>
                    <a:lnTo>
                      <a:pt x="62" y="17"/>
                    </a:lnTo>
                    <a:close/>
                    <a:moveTo>
                      <a:pt x="37" y="17"/>
                    </a:moveTo>
                    <a:cubicBezTo>
                      <a:pt x="42" y="17"/>
                      <a:pt x="46" y="21"/>
                      <a:pt x="46" y="25"/>
                    </a:cubicBezTo>
                    <a:cubicBezTo>
                      <a:pt x="46" y="30"/>
                      <a:pt x="42" y="34"/>
                      <a:pt x="37" y="34"/>
                    </a:cubicBezTo>
                    <a:cubicBezTo>
                      <a:pt x="33" y="34"/>
                      <a:pt x="29" y="30"/>
                      <a:pt x="29" y="25"/>
                    </a:cubicBezTo>
                    <a:cubicBezTo>
                      <a:pt x="29" y="21"/>
                      <a:pt x="33" y="17"/>
                      <a:pt x="37" y="17"/>
                    </a:cubicBezTo>
                    <a:close/>
                    <a:moveTo>
                      <a:pt x="16" y="63"/>
                    </a:move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6" y="5"/>
                      <a:pt x="16" y="5"/>
                      <a:pt x="16" y="5"/>
                    </a:cubicBezTo>
                    <a:lnTo>
                      <a:pt x="16" y="63"/>
                    </a:lnTo>
                    <a:close/>
                    <a:moveTo>
                      <a:pt x="50" y="50"/>
                    </a:move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5" y="42"/>
                      <a:pt x="28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6" y="38"/>
                      <a:pt x="50" y="42"/>
                      <a:pt x="50" y="46"/>
                    </a:cubicBezTo>
                    <a:lnTo>
                      <a:pt x="50" y="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4" name="işḻi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4E63CBA-8D7E-4F33-ACC3-60E8720A17F0}"/>
                  </a:ext>
                </a:extLst>
              </p:cNvPr>
              <p:cNvSpPr/>
              <p:nvPr/>
            </p:nvSpPr>
            <p:spPr bwMode="auto">
              <a:xfrm>
                <a:off x="11869589" y="3663746"/>
                <a:ext cx="185947" cy="182031"/>
              </a:xfrm>
              <a:custGeom>
                <a:avLst/>
                <a:gdLst>
                  <a:gd name="T0" fmla="*/ 58 w 58"/>
                  <a:gd name="T1" fmla="*/ 29 h 57"/>
                  <a:gd name="T2" fmla="*/ 29 w 58"/>
                  <a:gd name="T3" fmla="*/ 57 h 57"/>
                  <a:gd name="T4" fmla="*/ 0 w 58"/>
                  <a:gd name="T5" fmla="*/ 29 h 57"/>
                  <a:gd name="T6" fmla="*/ 29 w 58"/>
                  <a:gd name="T7" fmla="*/ 0 h 57"/>
                  <a:gd name="T8" fmla="*/ 58 w 58"/>
                  <a:gd name="T9" fmla="*/ 29 h 57"/>
                  <a:gd name="T10" fmla="*/ 6 w 58"/>
                  <a:gd name="T11" fmla="*/ 29 h 57"/>
                  <a:gd name="T12" fmla="*/ 29 w 58"/>
                  <a:gd name="T13" fmla="*/ 52 h 57"/>
                  <a:gd name="T14" fmla="*/ 52 w 58"/>
                  <a:gd name="T15" fmla="*/ 29 h 57"/>
                  <a:gd name="T16" fmla="*/ 29 w 58"/>
                  <a:gd name="T17" fmla="*/ 6 h 57"/>
                  <a:gd name="T18" fmla="*/ 6 w 58"/>
                  <a:gd name="T19" fmla="*/ 29 h 57"/>
                  <a:gd name="T20" fmla="*/ 32 w 58"/>
                  <a:gd name="T21" fmla="*/ 12 h 57"/>
                  <a:gd name="T22" fmla="*/ 46 w 58"/>
                  <a:gd name="T23" fmla="*/ 26 h 57"/>
                  <a:gd name="T24" fmla="*/ 46 w 58"/>
                  <a:gd name="T25" fmla="*/ 31 h 57"/>
                  <a:gd name="T26" fmla="*/ 41 w 58"/>
                  <a:gd name="T27" fmla="*/ 31 h 57"/>
                  <a:gd name="T28" fmla="*/ 33 w 58"/>
                  <a:gd name="T29" fmla="*/ 23 h 57"/>
                  <a:gd name="T30" fmla="*/ 33 w 58"/>
                  <a:gd name="T31" fmla="*/ 43 h 57"/>
                  <a:gd name="T32" fmla="*/ 29 w 58"/>
                  <a:gd name="T33" fmla="*/ 47 h 57"/>
                  <a:gd name="T34" fmla="*/ 25 w 58"/>
                  <a:gd name="T35" fmla="*/ 43 h 57"/>
                  <a:gd name="T36" fmla="*/ 25 w 58"/>
                  <a:gd name="T37" fmla="*/ 23 h 57"/>
                  <a:gd name="T38" fmla="*/ 17 w 58"/>
                  <a:gd name="T39" fmla="*/ 31 h 57"/>
                  <a:gd name="T40" fmla="*/ 12 w 58"/>
                  <a:gd name="T41" fmla="*/ 31 h 57"/>
                  <a:gd name="T42" fmla="*/ 11 w 58"/>
                  <a:gd name="T43" fmla="*/ 29 h 57"/>
                  <a:gd name="T44" fmla="*/ 12 w 58"/>
                  <a:gd name="T45" fmla="*/ 26 h 57"/>
                  <a:gd name="T46" fmla="*/ 27 w 58"/>
                  <a:gd name="T47" fmla="*/ 12 h 57"/>
                  <a:gd name="T48" fmla="*/ 32 w 58"/>
                  <a:gd name="T49" fmla="*/ 12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8" h="57">
                    <a:moveTo>
                      <a:pt x="58" y="29"/>
                    </a:moveTo>
                    <a:cubicBezTo>
                      <a:pt x="58" y="45"/>
                      <a:pt x="45" y="57"/>
                      <a:pt x="29" y="57"/>
                    </a:cubicBezTo>
                    <a:cubicBezTo>
                      <a:pt x="13" y="57"/>
                      <a:pt x="0" y="45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29"/>
                    </a:cubicBezTo>
                    <a:close/>
                    <a:moveTo>
                      <a:pt x="6" y="29"/>
                    </a:moveTo>
                    <a:cubicBezTo>
                      <a:pt x="6" y="42"/>
                      <a:pt x="16" y="52"/>
                      <a:pt x="29" y="52"/>
                    </a:cubicBezTo>
                    <a:cubicBezTo>
                      <a:pt x="42" y="52"/>
                      <a:pt x="52" y="42"/>
                      <a:pt x="52" y="29"/>
                    </a:cubicBezTo>
                    <a:cubicBezTo>
                      <a:pt x="52" y="16"/>
                      <a:pt x="42" y="6"/>
                      <a:pt x="29" y="6"/>
                    </a:cubicBezTo>
                    <a:cubicBezTo>
                      <a:pt x="16" y="6"/>
                      <a:pt x="6" y="16"/>
                      <a:pt x="6" y="29"/>
                    </a:cubicBezTo>
                    <a:close/>
                    <a:moveTo>
                      <a:pt x="32" y="12"/>
                    </a:move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8"/>
                      <a:pt x="47" y="30"/>
                      <a:pt x="46" y="31"/>
                    </a:cubicBezTo>
                    <a:cubicBezTo>
                      <a:pt x="45" y="33"/>
                      <a:pt x="42" y="33"/>
                      <a:pt x="41" y="31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43"/>
                      <a:pt x="33" y="43"/>
                      <a:pt x="33" y="43"/>
                    </a:cubicBezTo>
                    <a:cubicBezTo>
                      <a:pt x="33" y="45"/>
                      <a:pt x="31" y="47"/>
                      <a:pt x="29" y="47"/>
                    </a:cubicBezTo>
                    <a:cubicBezTo>
                      <a:pt x="27" y="47"/>
                      <a:pt x="25" y="45"/>
                      <a:pt x="25" y="4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33"/>
                      <a:pt x="14" y="33"/>
                      <a:pt x="12" y="31"/>
                    </a:cubicBezTo>
                    <a:cubicBezTo>
                      <a:pt x="12" y="31"/>
                      <a:pt x="11" y="30"/>
                      <a:pt x="11" y="29"/>
                    </a:cubicBezTo>
                    <a:cubicBezTo>
                      <a:pt x="11" y="28"/>
                      <a:pt x="12" y="27"/>
                      <a:pt x="12" y="26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8" y="11"/>
                      <a:pt x="30" y="11"/>
                      <a:pt x="3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5" name="íSļi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B0CA9B8-A409-4B4B-9074-BF60E6CE2BB2}"/>
                  </a:ext>
                </a:extLst>
              </p:cNvPr>
              <p:cNvSpPr/>
              <p:nvPr/>
            </p:nvSpPr>
            <p:spPr bwMode="auto">
              <a:xfrm>
                <a:off x="11838272" y="3890796"/>
                <a:ext cx="146800" cy="146799"/>
              </a:xfrm>
              <a:custGeom>
                <a:avLst/>
                <a:gdLst>
                  <a:gd name="T0" fmla="*/ 3 w 46"/>
                  <a:gd name="T1" fmla="*/ 0 h 46"/>
                  <a:gd name="T2" fmla="*/ 20 w 46"/>
                  <a:gd name="T3" fmla="*/ 0 h 46"/>
                  <a:gd name="T4" fmla="*/ 20 w 46"/>
                  <a:gd name="T5" fmla="*/ 3 h 46"/>
                  <a:gd name="T6" fmla="*/ 3 w 46"/>
                  <a:gd name="T7" fmla="*/ 3 h 46"/>
                  <a:gd name="T8" fmla="*/ 3 w 46"/>
                  <a:gd name="T9" fmla="*/ 0 h 46"/>
                  <a:gd name="T10" fmla="*/ 26 w 46"/>
                  <a:gd name="T11" fmla="*/ 0 h 46"/>
                  <a:gd name="T12" fmla="*/ 43 w 46"/>
                  <a:gd name="T13" fmla="*/ 0 h 46"/>
                  <a:gd name="T14" fmla="*/ 43 w 46"/>
                  <a:gd name="T15" fmla="*/ 3 h 46"/>
                  <a:gd name="T16" fmla="*/ 26 w 46"/>
                  <a:gd name="T17" fmla="*/ 3 h 46"/>
                  <a:gd name="T18" fmla="*/ 26 w 46"/>
                  <a:gd name="T19" fmla="*/ 0 h 46"/>
                  <a:gd name="T20" fmla="*/ 43 w 46"/>
                  <a:gd name="T21" fmla="*/ 14 h 46"/>
                  <a:gd name="T22" fmla="*/ 41 w 46"/>
                  <a:gd name="T23" fmla="*/ 14 h 46"/>
                  <a:gd name="T24" fmla="*/ 41 w 46"/>
                  <a:gd name="T25" fmla="*/ 3 h 46"/>
                  <a:gd name="T26" fmla="*/ 29 w 46"/>
                  <a:gd name="T27" fmla="*/ 3 h 46"/>
                  <a:gd name="T28" fmla="*/ 29 w 46"/>
                  <a:gd name="T29" fmla="*/ 14 h 46"/>
                  <a:gd name="T30" fmla="*/ 17 w 46"/>
                  <a:gd name="T31" fmla="*/ 14 h 46"/>
                  <a:gd name="T32" fmla="*/ 17 w 46"/>
                  <a:gd name="T33" fmla="*/ 3 h 46"/>
                  <a:gd name="T34" fmla="*/ 6 w 46"/>
                  <a:gd name="T35" fmla="*/ 3 h 46"/>
                  <a:gd name="T36" fmla="*/ 6 w 46"/>
                  <a:gd name="T37" fmla="*/ 14 h 46"/>
                  <a:gd name="T38" fmla="*/ 3 w 46"/>
                  <a:gd name="T39" fmla="*/ 14 h 46"/>
                  <a:gd name="T40" fmla="*/ 0 w 46"/>
                  <a:gd name="T41" fmla="*/ 18 h 46"/>
                  <a:gd name="T42" fmla="*/ 0 w 46"/>
                  <a:gd name="T43" fmla="*/ 43 h 46"/>
                  <a:gd name="T44" fmla="*/ 3 w 46"/>
                  <a:gd name="T45" fmla="*/ 46 h 46"/>
                  <a:gd name="T46" fmla="*/ 17 w 46"/>
                  <a:gd name="T47" fmla="*/ 46 h 46"/>
                  <a:gd name="T48" fmla="*/ 20 w 46"/>
                  <a:gd name="T49" fmla="*/ 43 h 46"/>
                  <a:gd name="T50" fmla="*/ 20 w 46"/>
                  <a:gd name="T51" fmla="*/ 26 h 46"/>
                  <a:gd name="T52" fmla="*/ 26 w 46"/>
                  <a:gd name="T53" fmla="*/ 26 h 46"/>
                  <a:gd name="T54" fmla="*/ 26 w 46"/>
                  <a:gd name="T55" fmla="*/ 43 h 46"/>
                  <a:gd name="T56" fmla="*/ 29 w 46"/>
                  <a:gd name="T57" fmla="*/ 46 h 46"/>
                  <a:gd name="T58" fmla="*/ 43 w 46"/>
                  <a:gd name="T59" fmla="*/ 46 h 46"/>
                  <a:gd name="T60" fmla="*/ 46 w 46"/>
                  <a:gd name="T61" fmla="*/ 43 h 46"/>
                  <a:gd name="T62" fmla="*/ 46 w 46"/>
                  <a:gd name="T63" fmla="*/ 18 h 46"/>
                  <a:gd name="T64" fmla="*/ 43 w 46"/>
                  <a:gd name="T65" fmla="*/ 14 h 46"/>
                  <a:gd name="T66" fmla="*/ 16 w 46"/>
                  <a:gd name="T67" fmla="*/ 43 h 46"/>
                  <a:gd name="T68" fmla="*/ 5 w 46"/>
                  <a:gd name="T69" fmla="*/ 43 h 46"/>
                  <a:gd name="T70" fmla="*/ 3 w 46"/>
                  <a:gd name="T71" fmla="*/ 42 h 46"/>
                  <a:gd name="T72" fmla="*/ 5 w 46"/>
                  <a:gd name="T73" fmla="*/ 40 h 46"/>
                  <a:gd name="T74" fmla="*/ 16 w 46"/>
                  <a:gd name="T75" fmla="*/ 40 h 46"/>
                  <a:gd name="T76" fmla="*/ 17 w 46"/>
                  <a:gd name="T77" fmla="*/ 42 h 46"/>
                  <a:gd name="T78" fmla="*/ 16 w 46"/>
                  <a:gd name="T79" fmla="*/ 43 h 46"/>
                  <a:gd name="T80" fmla="*/ 25 w 46"/>
                  <a:gd name="T81" fmla="*/ 23 h 46"/>
                  <a:gd name="T82" fmla="*/ 22 w 46"/>
                  <a:gd name="T83" fmla="*/ 23 h 46"/>
                  <a:gd name="T84" fmla="*/ 20 w 46"/>
                  <a:gd name="T85" fmla="*/ 22 h 46"/>
                  <a:gd name="T86" fmla="*/ 22 w 46"/>
                  <a:gd name="T87" fmla="*/ 20 h 46"/>
                  <a:gd name="T88" fmla="*/ 25 w 46"/>
                  <a:gd name="T89" fmla="*/ 20 h 46"/>
                  <a:gd name="T90" fmla="*/ 26 w 46"/>
                  <a:gd name="T91" fmla="*/ 22 h 46"/>
                  <a:gd name="T92" fmla="*/ 25 w 46"/>
                  <a:gd name="T93" fmla="*/ 23 h 46"/>
                  <a:gd name="T94" fmla="*/ 42 w 46"/>
                  <a:gd name="T95" fmla="*/ 43 h 46"/>
                  <a:gd name="T96" fmla="*/ 31 w 46"/>
                  <a:gd name="T97" fmla="*/ 43 h 46"/>
                  <a:gd name="T98" fmla="*/ 29 w 46"/>
                  <a:gd name="T99" fmla="*/ 42 h 46"/>
                  <a:gd name="T100" fmla="*/ 31 w 46"/>
                  <a:gd name="T101" fmla="*/ 40 h 46"/>
                  <a:gd name="T102" fmla="*/ 42 w 46"/>
                  <a:gd name="T103" fmla="*/ 40 h 46"/>
                  <a:gd name="T104" fmla="*/ 43 w 46"/>
                  <a:gd name="T105" fmla="*/ 42 h 46"/>
                  <a:gd name="T106" fmla="*/ 42 w 46"/>
                  <a:gd name="T107" fmla="*/ 4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6" h="46">
                    <a:moveTo>
                      <a:pt x="3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3" y="3"/>
                      <a:pt x="3" y="3"/>
                      <a:pt x="3" y="3"/>
                    </a:cubicBezTo>
                    <a:lnTo>
                      <a:pt x="3" y="0"/>
                    </a:lnTo>
                    <a:close/>
                    <a:moveTo>
                      <a:pt x="26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43" y="3"/>
                      <a:pt x="43" y="3"/>
                      <a:pt x="43" y="3"/>
                    </a:cubicBezTo>
                    <a:cubicBezTo>
                      <a:pt x="26" y="3"/>
                      <a:pt x="26" y="3"/>
                      <a:pt x="26" y="3"/>
                    </a:cubicBezTo>
                    <a:lnTo>
                      <a:pt x="26" y="0"/>
                    </a:lnTo>
                    <a:close/>
                    <a:moveTo>
                      <a:pt x="43" y="14"/>
                    </a:moveTo>
                    <a:cubicBezTo>
                      <a:pt x="41" y="14"/>
                      <a:pt x="41" y="14"/>
                      <a:pt x="41" y="14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4"/>
                      <a:pt x="0" y="16"/>
                      <a:pt x="0" y="18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5"/>
                      <a:pt x="2" y="46"/>
                      <a:pt x="3" y="46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9" y="46"/>
                      <a:pt x="20" y="45"/>
                      <a:pt x="20" y="43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5"/>
                      <a:pt x="28" y="46"/>
                      <a:pt x="29" y="46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5" y="46"/>
                      <a:pt x="46" y="45"/>
                      <a:pt x="46" y="43"/>
                    </a:cubicBez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6"/>
                      <a:pt x="45" y="14"/>
                      <a:pt x="43" y="14"/>
                    </a:cubicBezTo>
                    <a:close/>
                    <a:moveTo>
                      <a:pt x="16" y="43"/>
                    </a:moveTo>
                    <a:cubicBezTo>
                      <a:pt x="5" y="43"/>
                      <a:pt x="5" y="43"/>
                      <a:pt x="5" y="43"/>
                    </a:cubicBezTo>
                    <a:cubicBezTo>
                      <a:pt x="4" y="43"/>
                      <a:pt x="3" y="43"/>
                      <a:pt x="3" y="42"/>
                    </a:cubicBezTo>
                    <a:cubicBezTo>
                      <a:pt x="3" y="41"/>
                      <a:pt x="4" y="40"/>
                      <a:pt x="5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7" y="40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6" y="43"/>
                    </a:cubicBezTo>
                    <a:close/>
                    <a:moveTo>
                      <a:pt x="25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1" y="23"/>
                      <a:pt x="20" y="22"/>
                      <a:pt x="20" y="22"/>
                    </a:cubicBezTo>
                    <a:cubicBezTo>
                      <a:pt x="20" y="21"/>
                      <a:pt x="21" y="20"/>
                      <a:pt x="22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6" y="21"/>
                      <a:pt x="26" y="22"/>
                    </a:cubicBezTo>
                    <a:cubicBezTo>
                      <a:pt x="26" y="22"/>
                      <a:pt x="25" y="23"/>
                      <a:pt x="25" y="23"/>
                    </a:cubicBezTo>
                    <a:close/>
                    <a:moveTo>
                      <a:pt x="42" y="43"/>
                    </a:moveTo>
                    <a:cubicBezTo>
                      <a:pt x="31" y="43"/>
                      <a:pt x="31" y="43"/>
                      <a:pt x="31" y="43"/>
                    </a:cubicBezTo>
                    <a:cubicBezTo>
                      <a:pt x="30" y="43"/>
                      <a:pt x="29" y="43"/>
                      <a:pt x="29" y="42"/>
                    </a:cubicBezTo>
                    <a:cubicBezTo>
                      <a:pt x="29" y="41"/>
                      <a:pt x="30" y="40"/>
                      <a:pt x="31" y="40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3" y="40"/>
                      <a:pt x="43" y="41"/>
                      <a:pt x="43" y="42"/>
                    </a:cubicBezTo>
                    <a:cubicBezTo>
                      <a:pt x="43" y="43"/>
                      <a:pt x="43" y="43"/>
                      <a:pt x="42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" name="iṩḻí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5162373-D5BE-4CE0-AF32-72B73D4C3637}"/>
                  </a:ext>
                </a:extLst>
              </p:cNvPr>
              <p:cNvSpPr/>
              <p:nvPr/>
            </p:nvSpPr>
            <p:spPr bwMode="auto">
              <a:xfrm>
                <a:off x="11572076" y="3920155"/>
                <a:ext cx="236837" cy="238794"/>
              </a:xfrm>
              <a:custGeom>
                <a:avLst/>
                <a:gdLst>
                  <a:gd name="T0" fmla="*/ 61 w 121"/>
                  <a:gd name="T1" fmla="*/ 122 h 122"/>
                  <a:gd name="T2" fmla="*/ 121 w 121"/>
                  <a:gd name="T3" fmla="*/ 62 h 122"/>
                  <a:gd name="T4" fmla="*/ 84 w 121"/>
                  <a:gd name="T5" fmla="*/ 62 h 122"/>
                  <a:gd name="T6" fmla="*/ 84 w 121"/>
                  <a:gd name="T7" fmla="*/ 0 h 122"/>
                  <a:gd name="T8" fmla="*/ 38 w 121"/>
                  <a:gd name="T9" fmla="*/ 0 h 122"/>
                  <a:gd name="T10" fmla="*/ 38 w 121"/>
                  <a:gd name="T11" fmla="*/ 62 h 122"/>
                  <a:gd name="T12" fmla="*/ 0 w 121"/>
                  <a:gd name="T13" fmla="*/ 62 h 122"/>
                  <a:gd name="T14" fmla="*/ 61 w 121"/>
                  <a:gd name="T15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122">
                    <a:moveTo>
                      <a:pt x="61" y="122"/>
                    </a:moveTo>
                    <a:lnTo>
                      <a:pt x="121" y="62"/>
                    </a:lnTo>
                    <a:lnTo>
                      <a:pt x="84" y="62"/>
                    </a:lnTo>
                    <a:lnTo>
                      <a:pt x="84" y="0"/>
                    </a:lnTo>
                    <a:lnTo>
                      <a:pt x="38" y="0"/>
                    </a:lnTo>
                    <a:lnTo>
                      <a:pt x="38" y="62"/>
                    </a:lnTo>
                    <a:lnTo>
                      <a:pt x="0" y="62"/>
                    </a:lnTo>
                    <a:lnTo>
                      <a:pt x="61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" name="íslî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CA038FB-198C-4C6A-B986-1FF7811902F2}"/>
                  </a:ext>
                </a:extLst>
              </p:cNvPr>
              <p:cNvSpPr/>
              <p:nvPr/>
            </p:nvSpPr>
            <p:spPr bwMode="auto">
              <a:xfrm>
                <a:off x="11848058" y="3391677"/>
                <a:ext cx="197691" cy="197690"/>
              </a:xfrm>
              <a:custGeom>
                <a:avLst/>
                <a:gdLst>
                  <a:gd name="T0" fmla="*/ 31 w 62"/>
                  <a:gd name="T1" fmla="*/ 62 h 62"/>
                  <a:gd name="T2" fmla="*/ 0 w 62"/>
                  <a:gd name="T3" fmla="*/ 31 h 62"/>
                  <a:gd name="T4" fmla="*/ 31 w 62"/>
                  <a:gd name="T5" fmla="*/ 0 h 62"/>
                  <a:gd name="T6" fmla="*/ 62 w 62"/>
                  <a:gd name="T7" fmla="*/ 31 h 62"/>
                  <a:gd name="T8" fmla="*/ 31 w 62"/>
                  <a:gd name="T9" fmla="*/ 62 h 62"/>
                  <a:gd name="T10" fmla="*/ 57 w 62"/>
                  <a:gd name="T11" fmla="*/ 35 h 62"/>
                  <a:gd name="T12" fmla="*/ 41 w 62"/>
                  <a:gd name="T13" fmla="*/ 34 h 62"/>
                  <a:gd name="T14" fmla="*/ 46 w 62"/>
                  <a:gd name="T15" fmla="*/ 53 h 62"/>
                  <a:gd name="T16" fmla="*/ 57 w 62"/>
                  <a:gd name="T17" fmla="*/ 35 h 62"/>
                  <a:gd name="T18" fmla="*/ 41 w 62"/>
                  <a:gd name="T19" fmla="*/ 55 h 62"/>
                  <a:gd name="T20" fmla="*/ 36 w 62"/>
                  <a:gd name="T21" fmla="*/ 35 h 62"/>
                  <a:gd name="T22" fmla="*/ 35 w 62"/>
                  <a:gd name="T23" fmla="*/ 35 h 62"/>
                  <a:gd name="T24" fmla="*/ 15 w 62"/>
                  <a:gd name="T25" fmla="*/ 52 h 62"/>
                  <a:gd name="T26" fmla="*/ 31 w 62"/>
                  <a:gd name="T27" fmla="*/ 57 h 62"/>
                  <a:gd name="T28" fmla="*/ 41 w 62"/>
                  <a:gd name="T29" fmla="*/ 55 h 62"/>
                  <a:gd name="T30" fmla="*/ 11 w 62"/>
                  <a:gd name="T31" fmla="*/ 48 h 62"/>
                  <a:gd name="T32" fmla="*/ 33 w 62"/>
                  <a:gd name="T33" fmla="*/ 31 h 62"/>
                  <a:gd name="T34" fmla="*/ 34 w 62"/>
                  <a:gd name="T35" fmla="*/ 31 h 62"/>
                  <a:gd name="T36" fmla="*/ 32 w 62"/>
                  <a:gd name="T37" fmla="*/ 26 h 62"/>
                  <a:gd name="T38" fmla="*/ 4 w 62"/>
                  <a:gd name="T39" fmla="*/ 30 h 62"/>
                  <a:gd name="T40" fmla="*/ 4 w 62"/>
                  <a:gd name="T41" fmla="*/ 31 h 62"/>
                  <a:gd name="T42" fmla="*/ 11 w 62"/>
                  <a:gd name="T43" fmla="*/ 48 h 62"/>
                  <a:gd name="T44" fmla="*/ 5 w 62"/>
                  <a:gd name="T45" fmla="*/ 25 h 62"/>
                  <a:gd name="T46" fmla="*/ 29 w 62"/>
                  <a:gd name="T47" fmla="*/ 22 h 62"/>
                  <a:gd name="T48" fmla="*/ 20 w 62"/>
                  <a:gd name="T49" fmla="*/ 7 h 62"/>
                  <a:gd name="T50" fmla="*/ 5 w 62"/>
                  <a:gd name="T51" fmla="*/ 25 h 62"/>
                  <a:gd name="T52" fmla="*/ 25 w 62"/>
                  <a:gd name="T53" fmla="*/ 5 h 62"/>
                  <a:gd name="T54" fmla="*/ 35 w 62"/>
                  <a:gd name="T55" fmla="*/ 20 h 62"/>
                  <a:gd name="T56" fmla="*/ 49 w 62"/>
                  <a:gd name="T57" fmla="*/ 11 h 62"/>
                  <a:gd name="T58" fmla="*/ 31 w 62"/>
                  <a:gd name="T59" fmla="*/ 4 h 62"/>
                  <a:gd name="T60" fmla="*/ 25 w 62"/>
                  <a:gd name="T61" fmla="*/ 5 h 62"/>
                  <a:gd name="T62" fmla="*/ 51 w 62"/>
                  <a:gd name="T63" fmla="*/ 14 h 62"/>
                  <a:gd name="T64" fmla="*/ 37 w 62"/>
                  <a:gd name="T65" fmla="*/ 24 h 62"/>
                  <a:gd name="T66" fmla="*/ 38 w 62"/>
                  <a:gd name="T67" fmla="*/ 28 h 62"/>
                  <a:gd name="T68" fmla="*/ 39 w 62"/>
                  <a:gd name="T69" fmla="*/ 30 h 62"/>
                  <a:gd name="T70" fmla="*/ 57 w 62"/>
                  <a:gd name="T71" fmla="*/ 30 h 62"/>
                  <a:gd name="T72" fmla="*/ 51 w 62"/>
                  <a:gd name="T73" fmla="*/ 1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2" h="62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57" y="35"/>
                    </a:moveTo>
                    <a:cubicBezTo>
                      <a:pt x="56" y="35"/>
                      <a:pt x="49" y="32"/>
                      <a:pt x="41" y="34"/>
                    </a:cubicBezTo>
                    <a:cubicBezTo>
                      <a:pt x="44" y="43"/>
                      <a:pt x="45" y="51"/>
                      <a:pt x="46" y="53"/>
                    </a:cubicBezTo>
                    <a:cubicBezTo>
                      <a:pt x="52" y="49"/>
                      <a:pt x="56" y="42"/>
                      <a:pt x="57" y="35"/>
                    </a:cubicBezTo>
                    <a:close/>
                    <a:moveTo>
                      <a:pt x="41" y="55"/>
                    </a:moveTo>
                    <a:cubicBezTo>
                      <a:pt x="41" y="53"/>
                      <a:pt x="39" y="45"/>
                      <a:pt x="36" y="35"/>
                    </a:cubicBezTo>
                    <a:cubicBezTo>
                      <a:pt x="36" y="35"/>
                      <a:pt x="36" y="35"/>
                      <a:pt x="35" y="35"/>
                    </a:cubicBezTo>
                    <a:cubicBezTo>
                      <a:pt x="20" y="40"/>
                      <a:pt x="15" y="51"/>
                      <a:pt x="15" y="52"/>
                    </a:cubicBezTo>
                    <a:cubicBezTo>
                      <a:pt x="19" y="55"/>
                      <a:pt x="25" y="57"/>
                      <a:pt x="31" y="57"/>
                    </a:cubicBezTo>
                    <a:cubicBezTo>
                      <a:pt x="35" y="57"/>
                      <a:pt x="38" y="57"/>
                      <a:pt x="41" y="55"/>
                    </a:cubicBezTo>
                    <a:close/>
                    <a:moveTo>
                      <a:pt x="11" y="48"/>
                    </a:moveTo>
                    <a:cubicBezTo>
                      <a:pt x="12" y="47"/>
                      <a:pt x="19" y="35"/>
                      <a:pt x="33" y="31"/>
                    </a:cubicBezTo>
                    <a:cubicBezTo>
                      <a:pt x="33" y="31"/>
                      <a:pt x="33" y="31"/>
                      <a:pt x="34" y="31"/>
                    </a:cubicBezTo>
                    <a:cubicBezTo>
                      <a:pt x="33" y="29"/>
                      <a:pt x="32" y="28"/>
                      <a:pt x="32" y="26"/>
                    </a:cubicBezTo>
                    <a:cubicBezTo>
                      <a:pt x="18" y="30"/>
                      <a:pt x="6" y="30"/>
                      <a:pt x="4" y="30"/>
                    </a:cubicBezTo>
                    <a:cubicBezTo>
                      <a:pt x="4" y="30"/>
                      <a:pt x="4" y="30"/>
                      <a:pt x="4" y="31"/>
                    </a:cubicBezTo>
                    <a:cubicBezTo>
                      <a:pt x="4" y="38"/>
                      <a:pt x="7" y="44"/>
                      <a:pt x="11" y="48"/>
                    </a:cubicBezTo>
                    <a:close/>
                    <a:moveTo>
                      <a:pt x="5" y="25"/>
                    </a:moveTo>
                    <a:cubicBezTo>
                      <a:pt x="6" y="25"/>
                      <a:pt x="17" y="25"/>
                      <a:pt x="29" y="22"/>
                    </a:cubicBezTo>
                    <a:cubicBezTo>
                      <a:pt x="25" y="14"/>
                      <a:pt x="20" y="8"/>
                      <a:pt x="20" y="7"/>
                    </a:cubicBezTo>
                    <a:cubicBezTo>
                      <a:pt x="12" y="10"/>
                      <a:pt x="7" y="17"/>
                      <a:pt x="5" y="25"/>
                    </a:cubicBezTo>
                    <a:close/>
                    <a:moveTo>
                      <a:pt x="25" y="5"/>
                    </a:moveTo>
                    <a:cubicBezTo>
                      <a:pt x="25" y="6"/>
                      <a:pt x="30" y="12"/>
                      <a:pt x="35" y="20"/>
                    </a:cubicBezTo>
                    <a:cubicBezTo>
                      <a:pt x="44" y="17"/>
                      <a:pt x="48" y="12"/>
                      <a:pt x="49" y="11"/>
                    </a:cubicBezTo>
                    <a:cubicBezTo>
                      <a:pt x="44" y="7"/>
                      <a:pt x="38" y="4"/>
                      <a:pt x="31" y="4"/>
                    </a:cubicBezTo>
                    <a:cubicBezTo>
                      <a:pt x="29" y="4"/>
                      <a:pt x="27" y="4"/>
                      <a:pt x="25" y="5"/>
                    </a:cubicBezTo>
                    <a:close/>
                    <a:moveTo>
                      <a:pt x="51" y="14"/>
                    </a:moveTo>
                    <a:cubicBezTo>
                      <a:pt x="51" y="15"/>
                      <a:pt x="46" y="20"/>
                      <a:pt x="37" y="24"/>
                    </a:cubicBezTo>
                    <a:cubicBezTo>
                      <a:pt x="37" y="26"/>
                      <a:pt x="38" y="27"/>
                      <a:pt x="38" y="28"/>
                    </a:cubicBezTo>
                    <a:cubicBezTo>
                      <a:pt x="39" y="29"/>
                      <a:pt x="39" y="29"/>
                      <a:pt x="39" y="30"/>
                    </a:cubicBezTo>
                    <a:cubicBezTo>
                      <a:pt x="48" y="29"/>
                      <a:pt x="57" y="30"/>
                      <a:pt x="57" y="30"/>
                    </a:cubicBezTo>
                    <a:cubicBezTo>
                      <a:pt x="57" y="24"/>
                      <a:pt x="55" y="18"/>
                      <a:pt x="5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8" name="íṥľi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FD76C88-2E4D-4FE3-86ED-E98383AB2DDC}"/>
                  </a:ext>
                </a:extLst>
              </p:cNvPr>
              <p:cNvSpPr/>
              <p:nvPr/>
            </p:nvSpPr>
            <p:spPr bwMode="auto">
              <a:xfrm>
                <a:off x="11650369" y="3689191"/>
                <a:ext cx="187904" cy="166372"/>
              </a:xfrm>
              <a:custGeom>
                <a:avLst/>
                <a:gdLst>
                  <a:gd name="T0" fmla="*/ 48 w 59"/>
                  <a:gd name="T1" fmla="*/ 0 h 52"/>
                  <a:gd name="T2" fmla="*/ 11 w 59"/>
                  <a:gd name="T3" fmla="*/ 0 h 52"/>
                  <a:gd name="T4" fmla="*/ 0 w 59"/>
                  <a:gd name="T5" fmla="*/ 12 h 52"/>
                  <a:gd name="T6" fmla="*/ 0 w 59"/>
                  <a:gd name="T7" fmla="*/ 50 h 52"/>
                  <a:gd name="T8" fmla="*/ 2 w 59"/>
                  <a:gd name="T9" fmla="*/ 52 h 52"/>
                  <a:gd name="T10" fmla="*/ 57 w 59"/>
                  <a:gd name="T11" fmla="*/ 52 h 52"/>
                  <a:gd name="T12" fmla="*/ 59 w 59"/>
                  <a:gd name="T13" fmla="*/ 50 h 52"/>
                  <a:gd name="T14" fmla="*/ 59 w 59"/>
                  <a:gd name="T15" fmla="*/ 12 h 52"/>
                  <a:gd name="T16" fmla="*/ 48 w 59"/>
                  <a:gd name="T17" fmla="*/ 0 h 52"/>
                  <a:gd name="T18" fmla="*/ 37 w 59"/>
                  <a:gd name="T19" fmla="*/ 34 h 52"/>
                  <a:gd name="T20" fmla="*/ 37 w 59"/>
                  <a:gd name="T21" fmla="*/ 45 h 52"/>
                  <a:gd name="T22" fmla="*/ 22 w 59"/>
                  <a:gd name="T23" fmla="*/ 45 h 52"/>
                  <a:gd name="T24" fmla="*/ 22 w 59"/>
                  <a:gd name="T25" fmla="*/ 34 h 52"/>
                  <a:gd name="T26" fmla="*/ 11 w 59"/>
                  <a:gd name="T27" fmla="*/ 34 h 52"/>
                  <a:gd name="T28" fmla="*/ 29 w 59"/>
                  <a:gd name="T29" fmla="*/ 19 h 52"/>
                  <a:gd name="T30" fmla="*/ 48 w 59"/>
                  <a:gd name="T31" fmla="*/ 34 h 52"/>
                  <a:gd name="T32" fmla="*/ 37 w 59"/>
                  <a:gd name="T33" fmla="*/ 34 h 52"/>
                  <a:gd name="T34" fmla="*/ 9 w 59"/>
                  <a:gd name="T35" fmla="*/ 8 h 52"/>
                  <a:gd name="T36" fmla="*/ 12 w 59"/>
                  <a:gd name="T37" fmla="*/ 4 h 52"/>
                  <a:gd name="T38" fmla="*/ 46 w 59"/>
                  <a:gd name="T39" fmla="*/ 4 h 52"/>
                  <a:gd name="T40" fmla="*/ 50 w 59"/>
                  <a:gd name="T41" fmla="*/ 8 h 52"/>
                  <a:gd name="T42" fmla="*/ 9 w 59"/>
                  <a:gd name="T43" fmla="*/ 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9" h="52">
                    <a:moveTo>
                      <a:pt x="48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2"/>
                      <a:pt x="1" y="52"/>
                      <a:pt x="2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8" y="52"/>
                      <a:pt x="59" y="52"/>
                      <a:pt x="59" y="50"/>
                    </a:cubicBezTo>
                    <a:cubicBezTo>
                      <a:pt x="59" y="12"/>
                      <a:pt x="59" y="12"/>
                      <a:pt x="59" y="12"/>
                    </a:cubicBezTo>
                    <a:lnTo>
                      <a:pt x="48" y="0"/>
                    </a:lnTo>
                    <a:close/>
                    <a:moveTo>
                      <a:pt x="37" y="34"/>
                    </a:moveTo>
                    <a:cubicBezTo>
                      <a:pt x="37" y="45"/>
                      <a:pt x="37" y="45"/>
                      <a:pt x="37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48" y="34"/>
                      <a:pt x="48" y="34"/>
                      <a:pt x="48" y="34"/>
                    </a:cubicBezTo>
                    <a:lnTo>
                      <a:pt x="37" y="34"/>
                    </a:lnTo>
                    <a:close/>
                    <a:moveTo>
                      <a:pt x="9" y="8"/>
                    </a:moveTo>
                    <a:cubicBezTo>
                      <a:pt x="12" y="4"/>
                      <a:pt x="12" y="4"/>
                      <a:pt x="12" y="4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50" y="8"/>
                      <a:pt x="50" y="8"/>
                      <a:pt x="50" y="8"/>
                    </a:cubicBezTo>
                    <a:lnTo>
                      <a:pt x="9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9" name="íśľî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EEE113B-0770-4DDE-80FE-DB45BA33DDFF}"/>
                  </a:ext>
                </a:extLst>
              </p:cNvPr>
              <p:cNvSpPr/>
              <p:nvPr/>
            </p:nvSpPr>
            <p:spPr bwMode="auto">
              <a:xfrm>
                <a:off x="11243244" y="4012150"/>
                <a:ext cx="303387" cy="266197"/>
              </a:xfrm>
              <a:custGeom>
                <a:avLst/>
                <a:gdLst>
                  <a:gd name="T0" fmla="*/ 95 w 95"/>
                  <a:gd name="T1" fmla="*/ 34 h 83"/>
                  <a:gd name="T2" fmla="*/ 83 w 95"/>
                  <a:gd name="T3" fmla="*/ 0 h 83"/>
                  <a:gd name="T4" fmla="*/ 83 w 95"/>
                  <a:gd name="T5" fmla="*/ 0 h 83"/>
                  <a:gd name="T6" fmla="*/ 75 w 95"/>
                  <a:gd name="T7" fmla="*/ 0 h 83"/>
                  <a:gd name="T8" fmla="*/ 31 w 95"/>
                  <a:gd name="T9" fmla="*/ 19 h 83"/>
                  <a:gd name="T10" fmla="*/ 30 w 95"/>
                  <a:gd name="T11" fmla="*/ 34 h 83"/>
                  <a:gd name="T12" fmla="*/ 31 w 95"/>
                  <a:gd name="T13" fmla="*/ 49 h 83"/>
                  <a:gd name="T14" fmla="*/ 75 w 95"/>
                  <a:gd name="T15" fmla="*/ 67 h 83"/>
                  <a:gd name="T16" fmla="*/ 83 w 95"/>
                  <a:gd name="T17" fmla="*/ 67 h 83"/>
                  <a:gd name="T18" fmla="*/ 83 w 95"/>
                  <a:gd name="T19" fmla="*/ 67 h 83"/>
                  <a:gd name="T20" fmla="*/ 95 w 95"/>
                  <a:gd name="T21" fmla="*/ 34 h 83"/>
                  <a:gd name="T22" fmla="*/ 80 w 95"/>
                  <a:gd name="T23" fmla="*/ 62 h 83"/>
                  <a:gd name="T24" fmla="*/ 78 w 95"/>
                  <a:gd name="T25" fmla="*/ 61 h 83"/>
                  <a:gd name="T26" fmla="*/ 75 w 95"/>
                  <a:gd name="T27" fmla="*/ 55 h 83"/>
                  <a:gd name="T28" fmla="*/ 71 w 95"/>
                  <a:gd name="T29" fmla="*/ 34 h 83"/>
                  <a:gd name="T30" fmla="*/ 75 w 95"/>
                  <a:gd name="T31" fmla="*/ 12 h 83"/>
                  <a:gd name="T32" fmla="*/ 78 w 95"/>
                  <a:gd name="T33" fmla="*/ 7 h 83"/>
                  <a:gd name="T34" fmla="*/ 80 w 95"/>
                  <a:gd name="T35" fmla="*/ 5 h 83"/>
                  <a:gd name="T36" fmla="*/ 82 w 95"/>
                  <a:gd name="T37" fmla="*/ 7 h 83"/>
                  <a:gd name="T38" fmla="*/ 86 w 95"/>
                  <a:gd name="T39" fmla="*/ 12 h 83"/>
                  <a:gd name="T40" fmla="*/ 89 w 95"/>
                  <a:gd name="T41" fmla="*/ 34 h 83"/>
                  <a:gd name="T42" fmla="*/ 86 w 95"/>
                  <a:gd name="T43" fmla="*/ 55 h 83"/>
                  <a:gd name="T44" fmla="*/ 82 w 95"/>
                  <a:gd name="T45" fmla="*/ 61 h 83"/>
                  <a:gd name="T46" fmla="*/ 80 w 95"/>
                  <a:gd name="T47" fmla="*/ 62 h 83"/>
                  <a:gd name="T48" fmla="*/ 23 w 95"/>
                  <a:gd name="T49" fmla="*/ 34 h 83"/>
                  <a:gd name="T50" fmla="*/ 24 w 95"/>
                  <a:gd name="T51" fmla="*/ 20 h 83"/>
                  <a:gd name="T52" fmla="*/ 12 w 95"/>
                  <a:gd name="T53" fmla="*/ 21 h 83"/>
                  <a:gd name="T54" fmla="*/ 5 w 95"/>
                  <a:gd name="T55" fmla="*/ 21 h 83"/>
                  <a:gd name="T56" fmla="*/ 0 w 95"/>
                  <a:gd name="T57" fmla="*/ 30 h 83"/>
                  <a:gd name="T58" fmla="*/ 0 w 95"/>
                  <a:gd name="T59" fmla="*/ 38 h 83"/>
                  <a:gd name="T60" fmla="*/ 5 w 95"/>
                  <a:gd name="T61" fmla="*/ 47 h 83"/>
                  <a:gd name="T62" fmla="*/ 12 w 95"/>
                  <a:gd name="T63" fmla="*/ 47 h 83"/>
                  <a:gd name="T64" fmla="*/ 24 w 95"/>
                  <a:gd name="T65" fmla="*/ 47 h 83"/>
                  <a:gd name="T66" fmla="*/ 23 w 95"/>
                  <a:gd name="T67" fmla="*/ 34 h 83"/>
                  <a:gd name="T68" fmla="*/ 34 w 95"/>
                  <a:gd name="T69" fmla="*/ 53 h 83"/>
                  <a:gd name="T70" fmla="*/ 22 w 95"/>
                  <a:gd name="T71" fmla="*/ 51 h 83"/>
                  <a:gd name="T72" fmla="*/ 30 w 95"/>
                  <a:gd name="T73" fmla="*/ 81 h 83"/>
                  <a:gd name="T74" fmla="*/ 33 w 95"/>
                  <a:gd name="T75" fmla="*/ 83 h 83"/>
                  <a:gd name="T76" fmla="*/ 44 w 95"/>
                  <a:gd name="T77" fmla="*/ 78 h 83"/>
                  <a:gd name="T78" fmla="*/ 46 w 95"/>
                  <a:gd name="T79" fmla="*/ 75 h 83"/>
                  <a:gd name="T80" fmla="*/ 34 w 95"/>
                  <a:gd name="T81" fmla="*/ 53 h 83"/>
                  <a:gd name="T82" fmla="*/ 80 w 95"/>
                  <a:gd name="T83" fmla="*/ 45 h 83"/>
                  <a:gd name="T84" fmla="*/ 79 w 95"/>
                  <a:gd name="T85" fmla="*/ 44 h 83"/>
                  <a:gd name="T86" fmla="*/ 78 w 95"/>
                  <a:gd name="T87" fmla="*/ 42 h 83"/>
                  <a:gd name="T88" fmla="*/ 77 w 95"/>
                  <a:gd name="T89" fmla="*/ 34 h 83"/>
                  <a:gd name="T90" fmla="*/ 78 w 95"/>
                  <a:gd name="T91" fmla="*/ 25 h 83"/>
                  <a:gd name="T92" fmla="*/ 79 w 95"/>
                  <a:gd name="T93" fmla="*/ 23 h 83"/>
                  <a:gd name="T94" fmla="*/ 80 w 95"/>
                  <a:gd name="T95" fmla="*/ 23 h 83"/>
                  <a:gd name="T96" fmla="*/ 81 w 95"/>
                  <a:gd name="T97" fmla="*/ 23 h 83"/>
                  <a:gd name="T98" fmla="*/ 82 w 95"/>
                  <a:gd name="T99" fmla="*/ 25 h 83"/>
                  <a:gd name="T100" fmla="*/ 84 w 95"/>
                  <a:gd name="T101" fmla="*/ 34 h 83"/>
                  <a:gd name="T102" fmla="*/ 82 w 95"/>
                  <a:gd name="T103" fmla="*/ 42 h 83"/>
                  <a:gd name="T104" fmla="*/ 81 w 95"/>
                  <a:gd name="T105" fmla="*/ 44 h 83"/>
                  <a:gd name="T106" fmla="*/ 80 w 95"/>
                  <a:gd name="T107" fmla="*/ 45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5" h="83">
                    <a:moveTo>
                      <a:pt x="95" y="34"/>
                    </a:moveTo>
                    <a:cubicBezTo>
                      <a:pt x="95" y="15"/>
                      <a:pt x="89" y="0"/>
                      <a:pt x="83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57" y="13"/>
                      <a:pt x="31" y="19"/>
                    </a:cubicBezTo>
                    <a:cubicBezTo>
                      <a:pt x="30" y="23"/>
                      <a:pt x="30" y="28"/>
                      <a:pt x="30" y="34"/>
                    </a:cubicBezTo>
                    <a:cubicBezTo>
                      <a:pt x="30" y="39"/>
                      <a:pt x="30" y="44"/>
                      <a:pt x="31" y="49"/>
                    </a:cubicBezTo>
                    <a:cubicBezTo>
                      <a:pt x="57" y="54"/>
                      <a:pt x="75" y="67"/>
                      <a:pt x="75" y="67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89" y="67"/>
                      <a:pt x="95" y="52"/>
                      <a:pt x="95" y="34"/>
                    </a:cubicBezTo>
                    <a:close/>
                    <a:moveTo>
                      <a:pt x="80" y="62"/>
                    </a:moveTo>
                    <a:cubicBezTo>
                      <a:pt x="79" y="62"/>
                      <a:pt x="78" y="61"/>
                      <a:pt x="78" y="61"/>
                    </a:cubicBezTo>
                    <a:cubicBezTo>
                      <a:pt x="77" y="60"/>
                      <a:pt x="76" y="58"/>
                      <a:pt x="75" y="55"/>
                    </a:cubicBezTo>
                    <a:cubicBezTo>
                      <a:pt x="72" y="49"/>
                      <a:pt x="71" y="42"/>
                      <a:pt x="71" y="34"/>
                    </a:cubicBezTo>
                    <a:cubicBezTo>
                      <a:pt x="71" y="26"/>
                      <a:pt x="72" y="18"/>
                      <a:pt x="75" y="12"/>
                    </a:cubicBezTo>
                    <a:cubicBezTo>
                      <a:pt x="76" y="10"/>
                      <a:pt x="77" y="8"/>
                      <a:pt x="78" y="7"/>
                    </a:cubicBezTo>
                    <a:cubicBezTo>
                      <a:pt x="78" y="6"/>
                      <a:pt x="79" y="5"/>
                      <a:pt x="80" y="5"/>
                    </a:cubicBezTo>
                    <a:cubicBezTo>
                      <a:pt x="81" y="5"/>
                      <a:pt x="82" y="6"/>
                      <a:pt x="82" y="7"/>
                    </a:cubicBezTo>
                    <a:cubicBezTo>
                      <a:pt x="84" y="8"/>
                      <a:pt x="85" y="10"/>
                      <a:pt x="86" y="12"/>
                    </a:cubicBezTo>
                    <a:cubicBezTo>
                      <a:pt x="88" y="18"/>
                      <a:pt x="89" y="26"/>
                      <a:pt x="89" y="34"/>
                    </a:cubicBezTo>
                    <a:cubicBezTo>
                      <a:pt x="89" y="42"/>
                      <a:pt x="88" y="49"/>
                      <a:pt x="86" y="55"/>
                    </a:cubicBezTo>
                    <a:cubicBezTo>
                      <a:pt x="85" y="58"/>
                      <a:pt x="84" y="60"/>
                      <a:pt x="82" y="61"/>
                    </a:cubicBezTo>
                    <a:cubicBezTo>
                      <a:pt x="82" y="61"/>
                      <a:pt x="81" y="62"/>
                      <a:pt x="80" y="62"/>
                    </a:cubicBezTo>
                    <a:close/>
                    <a:moveTo>
                      <a:pt x="23" y="34"/>
                    </a:moveTo>
                    <a:cubicBezTo>
                      <a:pt x="23" y="29"/>
                      <a:pt x="24" y="24"/>
                      <a:pt x="24" y="20"/>
                    </a:cubicBezTo>
                    <a:cubicBezTo>
                      <a:pt x="20" y="21"/>
                      <a:pt x="16" y="21"/>
                      <a:pt x="12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5" y="47"/>
                      <a:pt x="5" y="47"/>
                      <a:pt x="12" y="47"/>
                    </a:cubicBezTo>
                    <a:cubicBezTo>
                      <a:pt x="16" y="47"/>
                      <a:pt x="20" y="47"/>
                      <a:pt x="24" y="47"/>
                    </a:cubicBezTo>
                    <a:cubicBezTo>
                      <a:pt x="24" y="43"/>
                      <a:pt x="23" y="39"/>
                      <a:pt x="23" y="34"/>
                    </a:cubicBezTo>
                    <a:close/>
                    <a:moveTo>
                      <a:pt x="34" y="53"/>
                    </a:moveTo>
                    <a:cubicBezTo>
                      <a:pt x="22" y="51"/>
                      <a:pt x="22" y="51"/>
                      <a:pt x="22" y="51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0" y="82"/>
                      <a:pt x="32" y="83"/>
                      <a:pt x="33" y="83"/>
                    </a:cubicBezTo>
                    <a:cubicBezTo>
                      <a:pt x="44" y="78"/>
                      <a:pt x="44" y="78"/>
                      <a:pt x="44" y="78"/>
                    </a:cubicBezTo>
                    <a:cubicBezTo>
                      <a:pt x="46" y="78"/>
                      <a:pt x="46" y="76"/>
                      <a:pt x="46" y="75"/>
                    </a:cubicBezTo>
                    <a:lnTo>
                      <a:pt x="34" y="53"/>
                    </a:lnTo>
                    <a:close/>
                    <a:moveTo>
                      <a:pt x="80" y="45"/>
                    </a:moveTo>
                    <a:cubicBezTo>
                      <a:pt x="80" y="45"/>
                      <a:pt x="79" y="44"/>
                      <a:pt x="79" y="44"/>
                    </a:cubicBezTo>
                    <a:cubicBezTo>
                      <a:pt x="79" y="44"/>
                      <a:pt x="78" y="43"/>
                      <a:pt x="78" y="42"/>
                    </a:cubicBezTo>
                    <a:cubicBezTo>
                      <a:pt x="77" y="40"/>
                      <a:pt x="77" y="37"/>
                      <a:pt x="77" y="34"/>
                    </a:cubicBezTo>
                    <a:cubicBezTo>
                      <a:pt x="77" y="31"/>
                      <a:pt x="77" y="28"/>
                      <a:pt x="78" y="25"/>
                    </a:cubicBezTo>
                    <a:cubicBezTo>
                      <a:pt x="78" y="25"/>
                      <a:pt x="79" y="24"/>
                      <a:pt x="79" y="23"/>
                    </a:cubicBezTo>
                    <a:cubicBezTo>
                      <a:pt x="79" y="23"/>
                      <a:pt x="80" y="23"/>
                      <a:pt x="80" y="23"/>
                    </a:cubicBezTo>
                    <a:cubicBezTo>
                      <a:pt x="80" y="23"/>
                      <a:pt x="81" y="23"/>
                      <a:pt x="81" y="23"/>
                    </a:cubicBezTo>
                    <a:cubicBezTo>
                      <a:pt x="81" y="24"/>
                      <a:pt x="82" y="25"/>
                      <a:pt x="82" y="25"/>
                    </a:cubicBezTo>
                    <a:cubicBezTo>
                      <a:pt x="83" y="28"/>
                      <a:pt x="84" y="31"/>
                      <a:pt x="84" y="34"/>
                    </a:cubicBezTo>
                    <a:cubicBezTo>
                      <a:pt x="84" y="37"/>
                      <a:pt x="83" y="40"/>
                      <a:pt x="82" y="42"/>
                    </a:cubicBezTo>
                    <a:cubicBezTo>
                      <a:pt x="82" y="43"/>
                      <a:pt x="81" y="44"/>
                      <a:pt x="81" y="44"/>
                    </a:cubicBezTo>
                    <a:cubicBezTo>
                      <a:pt x="81" y="44"/>
                      <a:pt x="80" y="45"/>
                      <a:pt x="8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0" name="ï$li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11D1A96-A576-4551-9AB7-9A212A845927}"/>
                  </a:ext>
                </a:extLst>
              </p:cNvPr>
              <p:cNvSpPr/>
              <p:nvPr/>
            </p:nvSpPr>
            <p:spPr bwMode="auto">
              <a:xfrm>
                <a:off x="11767808" y="3599153"/>
                <a:ext cx="160501" cy="64591"/>
              </a:xfrm>
              <a:custGeom>
                <a:avLst/>
                <a:gdLst>
                  <a:gd name="T0" fmla="*/ 50 w 50"/>
                  <a:gd name="T1" fmla="*/ 10 h 20"/>
                  <a:gd name="T2" fmla="*/ 50 w 50"/>
                  <a:gd name="T3" fmla="*/ 10 h 20"/>
                  <a:gd name="T4" fmla="*/ 40 w 50"/>
                  <a:gd name="T5" fmla="*/ 0 h 20"/>
                  <a:gd name="T6" fmla="*/ 28 w 50"/>
                  <a:gd name="T7" fmla="*/ 0 h 20"/>
                  <a:gd name="T8" fmla="*/ 18 w 50"/>
                  <a:gd name="T9" fmla="*/ 10 h 20"/>
                  <a:gd name="T10" fmla="*/ 18 w 50"/>
                  <a:gd name="T11" fmla="*/ 10 h 20"/>
                  <a:gd name="T12" fmla="*/ 18 w 50"/>
                  <a:gd name="T13" fmla="*/ 11 h 20"/>
                  <a:gd name="T14" fmla="*/ 23 w 50"/>
                  <a:gd name="T15" fmla="*/ 11 h 20"/>
                  <a:gd name="T16" fmla="*/ 23 w 50"/>
                  <a:gd name="T17" fmla="*/ 10 h 20"/>
                  <a:gd name="T18" fmla="*/ 23 w 50"/>
                  <a:gd name="T19" fmla="*/ 10 h 20"/>
                  <a:gd name="T20" fmla="*/ 28 w 50"/>
                  <a:gd name="T21" fmla="*/ 5 h 20"/>
                  <a:gd name="T22" fmla="*/ 40 w 50"/>
                  <a:gd name="T23" fmla="*/ 5 h 20"/>
                  <a:gd name="T24" fmla="*/ 45 w 50"/>
                  <a:gd name="T25" fmla="*/ 10 h 20"/>
                  <a:gd name="T26" fmla="*/ 45 w 50"/>
                  <a:gd name="T27" fmla="*/ 10 h 20"/>
                  <a:gd name="T28" fmla="*/ 40 w 50"/>
                  <a:gd name="T29" fmla="*/ 15 h 20"/>
                  <a:gd name="T30" fmla="*/ 35 w 50"/>
                  <a:gd name="T31" fmla="*/ 15 h 20"/>
                  <a:gd name="T32" fmla="*/ 32 w 50"/>
                  <a:gd name="T33" fmla="*/ 20 h 20"/>
                  <a:gd name="T34" fmla="*/ 40 w 50"/>
                  <a:gd name="T35" fmla="*/ 20 h 20"/>
                  <a:gd name="T36" fmla="*/ 50 w 50"/>
                  <a:gd name="T37" fmla="*/ 10 h 20"/>
                  <a:gd name="T38" fmla="*/ 32 w 50"/>
                  <a:gd name="T39" fmla="*/ 10 h 20"/>
                  <a:gd name="T40" fmla="*/ 32 w 50"/>
                  <a:gd name="T41" fmla="*/ 9 h 20"/>
                  <a:gd name="T42" fmla="*/ 27 w 50"/>
                  <a:gd name="T43" fmla="*/ 9 h 20"/>
                  <a:gd name="T44" fmla="*/ 28 w 50"/>
                  <a:gd name="T45" fmla="*/ 10 h 20"/>
                  <a:gd name="T46" fmla="*/ 28 w 50"/>
                  <a:gd name="T47" fmla="*/ 10 h 20"/>
                  <a:gd name="T48" fmla="*/ 22 w 50"/>
                  <a:gd name="T49" fmla="*/ 15 h 20"/>
                  <a:gd name="T50" fmla="*/ 10 w 50"/>
                  <a:gd name="T51" fmla="*/ 15 h 20"/>
                  <a:gd name="T52" fmla="*/ 5 w 50"/>
                  <a:gd name="T53" fmla="*/ 10 h 20"/>
                  <a:gd name="T54" fmla="*/ 5 w 50"/>
                  <a:gd name="T55" fmla="*/ 10 h 20"/>
                  <a:gd name="T56" fmla="*/ 10 w 50"/>
                  <a:gd name="T57" fmla="*/ 5 h 20"/>
                  <a:gd name="T58" fmla="*/ 16 w 50"/>
                  <a:gd name="T59" fmla="*/ 5 h 20"/>
                  <a:gd name="T60" fmla="*/ 19 w 50"/>
                  <a:gd name="T61" fmla="*/ 0 h 20"/>
                  <a:gd name="T62" fmla="*/ 10 w 50"/>
                  <a:gd name="T63" fmla="*/ 0 h 20"/>
                  <a:gd name="T64" fmla="*/ 0 w 50"/>
                  <a:gd name="T65" fmla="*/ 10 h 20"/>
                  <a:gd name="T66" fmla="*/ 0 w 50"/>
                  <a:gd name="T67" fmla="*/ 10 h 20"/>
                  <a:gd name="T68" fmla="*/ 10 w 50"/>
                  <a:gd name="T69" fmla="*/ 20 h 20"/>
                  <a:gd name="T70" fmla="*/ 22 w 50"/>
                  <a:gd name="T71" fmla="*/ 20 h 20"/>
                  <a:gd name="T72" fmla="*/ 32 w 50"/>
                  <a:gd name="T73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0" h="20">
                    <a:moveTo>
                      <a:pt x="50" y="10"/>
                    </a:move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5"/>
                      <a:pt x="46" y="0"/>
                      <a:pt x="40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3" y="0"/>
                      <a:pt x="18" y="5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10"/>
                      <a:pt x="18" y="11"/>
                      <a:pt x="18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3" y="10"/>
                      <a:pt x="23" y="10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3" y="7"/>
                      <a:pt x="25" y="5"/>
                      <a:pt x="28" y="5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43" y="5"/>
                      <a:pt x="45" y="7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3"/>
                      <a:pt x="43" y="15"/>
                      <a:pt x="40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7"/>
                      <a:pt x="33" y="18"/>
                      <a:pt x="32" y="20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6" y="20"/>
                      <a:pt x="50" y="15"/>
                      <a:pt x="50" y="10"/>
                    </a:cubicBezTo>
                    <a:close/>
                    <a:moveTo>
                      <a:pt x="32" y="10"/>
                    </a:moveTo>
                    <a:cubicBezTo>
                      <a:pt x="32" y="9"/>
                      <a:pt x="32" y="9"/>
                      <a:pt x="32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9"/>
                      <a:pt x="28" y="9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3"/>
                      <a:pt x="25" y="15"/>
                      <a:pt x="22" y="15"/>
                    </a:cubicBezTo>
                    <a:cubicBezTo>
                      <a:pt x="10" y="15"/>
                      <a:pt x="10" y="15"/>
                      <a:pt x="10" y="15"/>
                    </a:cubicBezTo>
                    <a:cubicBezTo>
                      <a:pt x="7" y="15"/>
                      <a:pt x="5" y="13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5" y="7"/>
                      <a:pt x="7" y="5"/>
                      <a:pt x="10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3"/>
                      <a:pt x="17" y="1"/>
                      <a:pt x="19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5"/>
                      <a:pt x="5" y="20"/>
                      <a:pt x="10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8" y="20"/>
                      <a:pt x="32" y="15"/>
                      <a:pt x="32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1" name="íṩlï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6B86F73-D378-4AF9-A4B4-61E918969126}"/>
                  </a:ext>
                </a:extLst>
              </p:cNvPr>
              <p:cNvSpPr/>
              <p:nvPr/>
            </p:nvSpPr>
            <p:spPr bwMode="auto">
              <a:xfrm>
                <a:off x="11918522" y="2912132"/>
                <a:ext cx="172245" cy="168330"/>
              </a:xfrm>
              <a:custGeom>
                <a:avLst/>
                <a:gdLst>
                  <a:gd name="T0" fmla="*/ 27 w 54"/>
                  <a:gd name="T1" fmla="*/ 0 h 53"/>
                  <a:gd name="T2" fmla="*/ 0 w 54"/>
                  <a:gd name="T3" fmla="*/ 27 h 53"/>
                  <a:gd name="T4" fmla="*/ 27 w 54"/>
                  <a:gd name="T5" fmla="*/ 53 h 53"/>
                  <a:gd name="T6" fmla="*/ 54 w 54"/>
                  <a:gd name="T7" fmla="*/ 27 h 53"/>
                  <a:gd name="T8" fmla="*/ 27 w 54"/>
                  <a:gd name="T9" fmla="*/ 0 h 53"/>
                  <a:gd name="T10" fmla="*/ 16 w 54"/>
                  <a:gd name="T11" fmla="*/ 43 h 53"/>
                  <a:gd name="T12" fmla="*/ 17 w 54"/>
                  <a:gd name="T13" fmla="*/ 38 h 53"/>
                  <a:gd name="T14" fmla="*/ 7 w 54"/>
                  <a:gd name="T15" fmla="*/ 24 h 53"/>
                  <a:gd name="T16" fmla="*/ 13 w 54"/>
                  <a:gd name="T17" fmla="*/ 12 h 53"/>
                  <a:gd name="T18" fmla="*/ 27 w 54"/>
                  <a:gd name="T19" fmla="*/ 7 h 53"/>
                  <a:gd name="T20" fmla="*/ 41 w 54"/>
                  <a:gd name="T21" fmla="*/ 12 h 53"/>
                  <a:gd name="T22" fmla="*/ 47 w 54"/>
                  <a:gd name="T23" fmla="*/ 24 h 53"/>
                  <a:gd name="T24" fmla="*/ 37 w 54"/>
                  <a:gd name="T25" fmla="*/ 38 h 53"/>
                  <a:gd name="T26" fmla="*/ 38 w 54"/>
                  <a:gd name="T27" fmla="*/ 43 h 53"/>
                  <a:gd name="T28" fmla="*/ 27 w 54"/>
                  <a:gd name="T29" fmla="*/ 47 h 53"/>
                  <a:gd name="T30" fmla="*/ 16 w 54"/>
                  <a:gd name="T31" fmla="*/ 43 h 53"/>
                  <a:gd name="T32" fmla="*/ 29 w 54"/>
                  <a:gd name="T33" fmla="*/ 33 h 53"/>
                  <a:gd name="T34" fmla="*/ 30 w 54"/>
                  <a:gd name="T35" fmla="*/ 35 h 53"/>
                  <a:gd name="T36" fmla="*/ 30 w 54"/>
                  <a:gd name="T37" fmla="*/ 38 h 53"/>
                  <a:gd name="T38" fmla="*/ 29 w 54"/>
                  <a:gd name="T39" fmla="*/ 40 h 53"/>
                  <a:gd name="T40" fmla="*/ 25 w 54"/>
                  <a:gd name="T41" fmla="*/ 40 h 53"/>
                  <a:gd name="T42" fmla="*/ 24 w 54"/>
                  <a:gd name="T43" fmla="*/ 38 h 53"/>
                  <a:gd name="T44" fmla="*/ 24 w 54"/>
                  <a:gd name="T45" fmla="*/ 35 h 53"/>
                  <a:gd name="T46" fmla="*/ 25 w 54"/>
                  <a:gd name="T47" fmla="*/ 33 h 53"/>
                  <a:gd name="T48" fmla="*/ 26 w 54"/>
                  <a:gd name="T49" fmla="*/ 10 h 53"/>
                  <a:gd name="T50" fmla="*/ 28 w 54"/>
                  <a:gd name="T51" fmla="*/ 10 h 53"/>
                  <a:gd name="T52" fmla="*/ 29 w 54"/>
                  <a:gd name="T53" fmla="*/ 3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4" h="53">
                    <a:moveTo>
                      <a:pt x="27" y="0"/>
                    </a:moveTo>
                    <a:cubicBezTo>
                      <a:pt x="12" y="0"/>
                      <a:pt x="0" y="12"/>
                      <a:pt x="0" y="27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7"/>
                    </a:cubicBezTo>
                    <a:cubicBezTo>
                      <a:pt x="54" y="12"/>
                      <a:pt x="42" y="0"/>
                      <a:pt x="27" y="0"/>
                    </a:cubicBezTo>
                    <a:close/>
                    <a:moveTo>
                      <a:pt x="16" y="43"/>
                    </a:move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32"/>
                      <a:pt x="13" y="26"/>
                      <a:pt x="7" y="24"/>
                    </a:cubicBezTo>
                    <a:cubicBezTo>
                      <a:pt x="8" y="20"/>
                      <a:pt x="10" y="16"/>
                      <a:pt x="13" y="12"/>
                    </a:cubicBezTo>
                    <a:cubicBezTo>
                      <a:pt x="17" y="9"/>
                      <a:pt x="22" y="7"/>
                      <a:pt x="27" y="7"/>
                    </a:cubicBezTo>
                    <a:cubicBezTo>
                      <a:pt x="32" y="7"/>
                      <a:pt x="37" y="9"/>
                      <a:pt x="41" y="12"/>
                    </a:cubicBezTo>
                    <a:cubicBezTo>
                      <a:pt x="44" y="16"/>
                      <a:pt x="46" y="20"/>
                      <a:pt x="47" y="24"/>
                    </a:cubicBezTo>
                    <a:cubicBezTo>
                      <a:pt x="41" y="26"/>
                      <a:pt x="37" y="32"/>
                      <a:pt x="37" y="38"/>
                    </a:cubicBezTo>
                    <a:cubicBezTo>
                      <a:pt x="37" y="40"/>
                      <a:pt x="37" y="42"/>
                      <a:pt x="38" y="43"/>
                    </a:cubicBezTo>
                    <a:cubicBezTo>
                      <a:pt x="35" y="45"/>
                      <a:pt x="31" y="47"/>
                      <a:pt x="27" y="47"/>
                    </a:cubicBezTo>
                    <a:cubicBezTo>
                      <a:pt x="23" y="47"/>
                      <a:pt x="19" y="45"/>
                      <a:pt x="16" y="43"/>
                    </a:cubicBezTo>
                    <a:close/>
                    <a:moveTo>
                      <a:pt x="29" y="33"/>
                    </a:moveTo>
                    <a:cubicBezTo>
                      <a:pt x="30" y="33"/>
                      <a:pt x="30" y="34"/>
                      <a:pt x="30" y="35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0" y="39"/>
                      <a:pt x="30" y="40"/>
                      <a:pt x="29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4" y="39"/>
                      <a:pt x="24" y="38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4" y="33"/>
                      <a:pt x="25" y="33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8" y="10"/>
                      <a:pt x="28" y="10"/>
                      <a:pt x="28" y="10"/>
                    </a:cubicBezTo>
                    <a:lnTo>
                      <a:pt x="29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" name="iśľi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590BF1-0CD1-4B3B-B8E7-C513153C5594}"/>
                  </a:ext>
                </a:extLst>
              </p:cNvPr>
              <p:cNvSpPr/>
              <p:nvPr/>
            </p:nvSpPr>
            <p:spPr bwMode="auto">
              <a:xfrm>
                <a:off x="11895034" y="3100035"/>
                <a:ext cx="150715" cy="121354"/>
              </a:xfrm>
              <a:custGeom>
                <a:avLst/>
                <a:gdLst>
                  <a:gd name="T0" fmla="*/ 30 w 77"/>
                  <a:gd name="T1" fmla="*/ 62 h 62"/>
                  <a:gd name="T2" fmla="*/ 0 w 77"/>
                  <a:gd name="T3" fmla="*/ 31 h 62"/>
                  <a:gd name="T4" fmla="*/ 15 w 77"/>
                  <a:gd name="T5" fmla="*/ 17 h 62"/>
                  <a:gd name="T6" fmla="*/ 30 w 77"/>
                  <a:gd name="T7" fmla="*/ 33 h 62"/>
                  <a:gd name="T8" fmla="*/ 62 w 77"/>
                  <a:gd name="T9" fmla="*/ 0 h 62"/>
                  <a:gd name="T10" fmla="*/ 77 w 77"/>
                  <a:gd name="T11" fmla="*/ 15 h 62"/>
                  <a:gd name="T12" fmla="*/ 30 w 77"/>
                  <a:gd name="T13" fmla="*/ 62 h 62"/>
                  <a:gd name="T14" fmla="*/ 9 w 77"/>
                  <a:gd name="T15" fmla="*/ 31 h 62"/>
                  <a:gd name="T16" fmla="*/ 30 w 77"/>
                  <a:gd name="T17" fmla="*/ 54 h 62"/>
                  <a:gd name="T18" fmla="*/ 69 w 77"/>
                  <a:gd name="T19" fmla="*/ 15 h 62"/>
                  <a:gd name="T20" fmla="*/ 62 w 77"/>
                  <a:gd name="T21" fmla="*/ 8 h 62"/>
                  <a:gd name="T22" fmla="*/ 30 w 77"/>
                  <a:gd name="T23" fmla="*/ 41 h 62"/>
                  <a:gd name="T24" fmla="*/ 15 w 77"/>
                  <a:gd name="T25" fmla="*/ 25 h 62"/>
                  <a:gd name="T26" fmla="*/ 9 w 77"/>
                  <a:gd name="T27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62">
                    <a:moveTo>
                      <a:pt x="30" y="62"/>
                    </a:moveTo>
                    <a:lnTo>
                      <a:pt x="0" y="31"/>
                    </a:lnTo>
                    <a:lnTo>
                      <a:pt x="15" y="17"/>
                    </a:lnTo>
                    <a:lnTo>
                      <a:pt x="30" y="33"/>
                    </a:lnTo>
                    <a:lnTo>
                      <a:pt x="62" y="0"/>
                    </a:lnTo>
                    <a:lnTo>
                      <a:pt x="77" y="15"/>
                    </a:lnTo>
                    <a:lnTo>
                      <a:pt x="30" y="62"/>
                    </a:lnTo>
                    <a:close/>
                    <a:moveTo>
                      <a:pt x="9" y="31"/>
                    </a:moveTo>
                    <a:lnTo>
                      <a:pt x="30" y="54"/>
                    </a:lnTo>
                    <a:lnTo>
                      <a:pt x="69" y="15"/>
                    </a:lnTo>
                    <a:lnTo>
                      <a:pt x="62" y="8"/>
                    </a:lnTo>
                    <a:lnTo>
                      <a:pt x="30" y="41"/>
                    </a:lnTo>
                    <a:lnTo>
                      <a:pt x="15" y="25"/>
                    </a:lnTo>
                    <a:lnTo>
                      <a:pt x="9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3" name="îṥ1ï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F48031-AFB1-4794-9ECD-4DE58A087D24}"/>
                  </a:ext>
                </a:extLst>
              </p:cNvPr>
              <p:cNvSpPr/>
              <p:nvPr/>
            </p:nvSpPr>
            <p:spPr bwMode="auto">
              <a:xfrm>
                <a:off x="11640581" y="3336871"/>
                <a:ext cx="178118" cy="236836"/>
              </a:xfrm>
              <a:custGeom>
                <a:avLst/>
                <a:gdLst>
                  <a:gd name="T0" fmla="*/ 53 w 56"/>
                  <a:gd name="T1" fmla="*/ 9 h 74"/>
                  <a:gd name="T2" fmla="*/ 49 w 56"/>
                  <a:gd name="T3" fmla="*/ 9 h 74"/>
                  <a:gd name="T4" fmla="*/ 49 w 56"/>
                  <a:gd name="T5" fmla="*/ 14 h 74"/>
                  <a:gd name="T6" fmla="*/ 51 w 56"/>
                  <a:gd name="T7" fmla="*/ 14 h 74"/>
                  <a:gd name="T8" fmla="*/ 51 w 56"/>
                  <a:gd name="T9" fmla="*/ 51 h 74"/>
                  <a:gd name="T10" fmla="*/ 32 w 56"/>
                  <a:gd name="T11" fmla="*/ 51 h 74"/>
                  <a:gd name="T12" fmla="*/ 32 w 56"/>
                  <a:gd name="T13" fmla="*/ 70 h 74"/>
                  <a:gd name="T14" fmla="*/ 5 w 56"/>
                  <a:gd name="T15" fmla="*/ 70 h 74"/>
                  <a:gd name="T16" fmla="*/ 5 w 56"/>
                  <a:gd name="T17" fmla="*/ 14 h 74"/>
                  <a:gd name="T18" fmla="*/ 7 w 56"/>
                  <a:gd name="T19" fmla="*/ 14 h 74"/>
                  <a:gd name="T20" fmla="*/ 7 w 56"/>
                  <a:gd name="T21" fmla="*/ 9 h 74"/>
                  <a:gd name="T22" fmla="*/ 2 w 56"/>
                  <a:gd name="T23" fmla="*/ 9 h 74"/>
                  <a:gd name="T24" fmla="*/ 0 w 56"/>
                  <a:gd name="T25" fmla="*/ 12 h 74"/>
                  <a:gd name="T26" fmla="*/ 0 w 56"/>
                  <a:gd name="T27" fmla="*/ 72 h 74"/>
                  <a:gd name="T28" fmla="*/ 2 w 56"/>
                  <a:gd name="T29" fmla="*/ 74 h 74"/>
                  <a:gd name="T30" fmla="*/ 39 w 56"/>
                  <a:gd name="T31" fmla="*/ 74 h 74"/>
                  <a:gd name="T32" fmla="*/ 56 w 56"/>
                  <a:gd name="T33" fmla="*/ 58 h 74"/>
                  <a:gd name="T34" fmla="*/ 56 w 56"/>
                  <a:gd name="T35" fmla="*/ 12 h 74"/>
                  <a:gd name="T36" fmla="*/ 53 w 56"/>
                  <a:gd name="T37" fmla="*/ 9 h 74"/>
                  <a:gd name="T38" fmla="*/ 37 w 56"/>
                  <a:gd name="T39" fmla="*/ 70 h 74"/>
                  <a:gd name="T40" fmla="*/ 37 w 56"/>
                  <a:gd name="T41" fmla="*/ 56 h 74"/>
                  <a:gd name="T42" fmla="*/ 51 w 56"/>
                  <a:gd name="T43" fmla="*/ 56 h 74"/>
                  <a:gd name="T44" fmla="*/ 37 w 56"/>
                  <a:gd name="T45" fmla="*/ 70 h 74"/>
                  <a:gd name="T46" fmla="*/ 46 w 56"/>
                  <a:gd name="T47" fmla="*/ 9 h 74"/>
                  <a:gd name="T48" fmla="*/ 37 w 56"/>
                  <a:gd name="T49" fmla="*/ 9 h 74"/>
                  <a:gd name="T50" fmla="*/ 37 w 56"/>
                  <a:gd name="T51" fmla="*/ 5 h 74"/>
                  <a:gd name="T52" fmla="*/ 32 w 56"/>
                  <a:gd name="T53" fmla="*/ 0 h 74"/>
                  <a:gd name="T54" fmla="*/ 23 w 56"/>
                  <a:gd name="T55" fmla="*/ 0 h 74"/>
                  <a:gd name="T56" fmla="*/ 19 w 56"/>
                  <a:gd name="T57" fmla="*/ 5 h 74"/>
                  <a:gd name="T58" fmla="*/ 19 w 56"/>
                  <a:gd name="T59" fmla="*/ 9 h 74"/>
                  <a:gd name="T60" fmla="*/ 9 w 56"/>
                  <a:gd name="T61" fmla="*/ 9 h 74"/>
                  <a:gd name="T62" fmla="*/ 9 w 56"/>
                  <a:gd name="T63" fmla="*/ 19 h 74"/>
                  <a:gd name="T64" fmla="*/ 46 w 56"/>
                  <a:gd name="T65" fmla="*/ 19 h 74"/>
                  <a:gd name="T66" fmla="*/ 46 w 56"/>
                  <a:gd name="T67" fmla="*/ 9 h 74"/>
                  <a:gd name="T68" fmla="*/ 32 w 56"/>
                  <a:gd name="T69" fmla="*/ 9 h 74"/>
                  <a:gd name="T70" fmla="*/ 23 w 56"/>
                  <a:gd name="T71" fmla="*/ 9 h 74"/>
                  <a:gd name="T72" fmla="*/ 23 w 56"/>
                  <a:gd name="T73" fmla="*/ 5 h 74"/>
                  <a:gd name="T74" fmla="*/ 23 w 56"/>
                  <a:gd name="T75" fmla="*/ 5 h 74"/>
                  <a:gd name="T76" fmla="*/ 32 w 56"/>
                  <a:gd name="T77" fmla="*/ 5 h 74"/>
                  <a:gd name="T78" fmla="*/ 32 w 56"/>
                  <a:gd name="T79" fmla="*/ 5 h 74"/>
                  <a:gd name="T80" fmla="*/ 32 w 56"/>
                  <a:gd name="T81" fmla="*/ 9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6" h="74">
                    <a:moveTo>
                      <a:pt x="53" y="9"/>
                    </a:moveTo>
                    <a:cubicBezTo>
                      <a:pt x="49" y="9"/>
                      <a:pt x="49" y="9"/>
                      <a:pt x="49" y="9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51" y="14"/>
                      <a:pt x="51" y="14"/>
                      <a:pt x="51" y="14"/>
                    </a:cubicBezTo>
                    <a:cubicBezTo>
                      <a:pt x="51" y="51"/>
                      <a:pt x="51" y="51"/>
                      <a:pt x="51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70"/>
                      <a:pt x="32" y="70"/>
                      <a:pt x="32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9"/>
                      <a:pt x="0" y="10"/>
                      <a:pt x="0" y="1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3"/>
                      <a:pt x="1" y="74"/>
                      <a:pt x="2" y="74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0"/>
                      <a:pt x="55" y="9"/>
                      <a:pt x="53" y="9"/>
                    </a:cubicBezTo>
                    <a:close/>
                    <a:moveTo>
                      <a:pt x="37" y="70"/>
                    </a:moveTo>
                    <a:cubicBezTo>
                      <a:pt x="37" y="56"/>
                      <a:pt x="37" y="56"/>
                      <a:pt x="37" y="56"/>
                    </a:cubicBezTo>
                    <a:cubicBezTo>
                      <a:pt x="51" y="56"/>
                      <a:pt x="51" y="56"/>
                      <a:pt x="51" y="56"/>
                    </a:cubicBezTo>
                    <a:lnTo>
                      <a:pt x="37" y="70"/>
                    </a:lnTo>
                    <a:close/>
                    <a:moveTo>
                      <a:pt x="46" y="9"/>
                    </a:moveTo>
                    <a:cubicBezTo>
                      <a:pt x="37" y="9"/>
                      <a:pt x="37" y="9"/>
                      <a:pt x="37" y="9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7" y="2"/>
                      <a:pt x="35" y="0"/>
                      <a:pt x="32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1" y="0"/>
                      <a:pt x="19" y="2"/>
                      <a:pt x="19" y="5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46" y="19"/>
                      <a:pt x="46" y="19"/>
                      <a:pt x="46" y="19"/>
                    </a:cubicBezTo>
                    <a:lnTo>
                      <a:pt x="46" y="9"/>
                    </a:lnTo>
                    <a:close/>
                    <a:moveTo>
                      <a:pt x="32" y="9"/>
                    </a:moveTo>
                    <a:cubicBezTo>
                      <a:pt x="23" y="9"/>
                      <a:pt x="23" y="9"/>
                      <a:pt x="23" y="9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2" y="5"/>
                      <a:pt x="32" y="5"/>
                      <a:pt x="32" y="5"/>
                    </a:cubicBezTo>
                    <a:lnTo>
                      <a:pt x="32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" name="ïśḷi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38555D4-DCA7-49F0-B9D5-863D6F90A563}"/>
                  </a:ext>
                </a:extLst>
              </p:cNvPr>
              <p:cNvSpPr/>
              <p:nvPr/>
            </p:nvSpPr>
            <p:spPr bwMode="auto">
              <a:xfrm>
                <a:off x="10986834" y="3618727"/>
                <a:ext cx="608730" cy="342532"/>
              </a:xfrm>
              <a:custGeom>
                <a:avLst/>
                <a:gdLst>
                  <a:gd name="T0" fmla="*/ 190 w 190"/>
                  <a:gd name="T1" fmla="*/ 74 h 107"/>
                  <a:gd name="T2" fmla="*/ 166 w 190"/>
                  <a:gd name="T3" fmla="*/ 43 h 107"/>
                  <a:gd name="T4" fmla="*/ 122 w 190"/>
                  <a:gd name="T5" fmla="*/ 0 h 107"/>
                  <a:gd name="T6" fmla="*/ 87 w 190"/>
                  <a:gd name="T7" fmla="*/ 17 h 107"/>
                  <a:gd name="T8" fmla="*/ 67 w 190"/>
                  <a:gd name="T9" fmla="*/ 7 h 107"/>
                  <a:gd name="T10" fmla="*/ 42 w 190"/>
                  <a:gd name="T11" fmla="*/ 32 h 107"/>
                  <a:gd name="T12" fmla="*/ 43 w 190"/>
                  <a:gd name="T13" fmla="*/ 35 h 107"/>
                  <a:gd name="T14" fmla="*/ 36 w 190"/>
                  <a:gd name="T15" fmla="*/ 35 h 107"/>
                  <a:gd name="T16" fmla="*/ 0 w 190"/>
                  <a:gd name="T17" fmla="*/ 71 h 107"/>
                  <a:gd name="T18" fmla="*/ 36 w 190"/>
                  <a:gd name="T19" fmla="*/ 107 h 107"/>
                  <a:gd name="T20" fmla="*/ 158 w 190"/>
                  <a:gd name="T21" fmla="*/ 107 h 107"/>
                  <a:gd name="T22" fmla="*/ 158 w 190"/>
                  <a:gd name="T23" fmla="*/ 107 h 107"/>
                  <a:gd name="T24" fmla="*/ 190 w 190"/>
                  <a:gd name="T25" fmla="*/ 7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0" h="107">
                    <a:moveTo>
                      <a:pt x="190" y="74"/>
                    </a:moveTo>
                    <a:cubicBezTo>
                      <a:pt x="190" y="59"/>
                      <a:pt x="180" y="46"/>
                      <a:pt x="166" y="43"/>
                    </a:cubicBezTo>
                    <a:cubicBezTo>
                      <a:pt x="165" y="19"/>
                      <a:pt x="146" y="0"/>
                      <a:pt x="122" y="0"/>
                    </a:cubicBezTo>
                    <a:cubicBezTo>
                      <a:pt x="107" y="0"/>
                      <a:pt x="95" y="6"/>
                      <a:pt x="87" y="17"/>
                    </a:cubicBezTo>
                    <a:cubicBezTo>
                      <a:pt x="82" y="11"/>
                      <a:pt x="75" y="7"/>
                      <a:pt x="67" y="7"/>
                    </a:cubicBezTo>
                    <a:cubicBezTo>
                      <a:pt x="54" y="7"/>
                      <a:pt x="42" y="18"/>
                      <a:pt x="42" y="32"/>
                    </a:cubicBezTo>
                    <a:cubicBezTo>
                      <a:pt x="42" y="33"/>
                      <a:pt x="43" y="34"/>
                      <a:pt x="43" y="35"/>
                    </a:cubicBezTo>
                    <a:cubicBezTo>
                      <a:pt x="41" y="35"/>
                      <a:pt x="38" y="35"/>
                      <a:pt x="36" y="35"/>
                    </a:cubicBezTo>
                    <a:cubicBezTo>
                      <a:pt x="16" y="35"/>
                      <a:pt x="0" y="51"/>
                      <a:pt x="0" y="71"/>
                    </a:cubicBezTo>
                    <a:cubicBezTo>
                      <a:pt x="0" y="91"/>
                      <a:pt x="16" y="107"/>
                      <a:pt x="36" y="107"/>
                    </a:cubicBezTo>
                    <a:cubicBezTo>
                      <a:pt x="158" y="107"/>
                      <a:pt x="158" y="107"/>
                      <a:pt x="158" y="107"/>
                    </a:cubicBezTo>
                    <a:cubicBezTo>
                      <a:pt x="158" y="107"/>
                      <a:pt x="158" y="107"/>
                      <a:pt x="158" y="107"/>
                    </a:cubicBezTo>
                    <a:cubicBezTo>
                      <a:pt x="176" y="107"/>
                      <a:pt x="190" y="92"/>
                      <a:pt x="190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5" name="iṩľi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D7CD930-0F0B-49A8-9F0E-710AF7E8EF02}"/>
                  </a:ext>
                </a:extLst>
              </p:cNvPr>
              <p:cNvSpPr/>
              <p:nvPr/>
            </p:nvSpPr>
            <p:spPr bwMode="auto">
              <a:xfrm>
                <a:off x="11632752" y="2722270"/>
                <a:ext cx="291643" cy="317087"/>
              </a:xfrm>
              <a:custGeom>
                <a:avLst/>
                <a:gdLst>
                  <a:gd name="T0" fmla="*/ 61 w 91"/>
                  <a:gd name="T1" fmla="*/ 27 h 99"/>
                  <a:gd name="T2" fmla="*/ 51 w 91"/>
                  <a:gd name="T3" fmla="*/ 38 h 99"/>
                  <a:gd name="T4" fmla="*/ 46 w 91"/>
                  <a:gd name="T5" fmla="*/ 46 h 99"/>
                  <a:gd name="T6" fmla="*/ 48 w 91"/>
                  <a:gd name="T7" fmla="*/ 29 h 99"/>
                  <a:gd name="T8" fmla="*/ 48 w 91"/>
                  <a:gd name="T9" fmla="*/ 14 h 99"/>
                  <a:gd name="T10" fmla="*/ 23 w 91"/>
                  <a:gd name="T11" fmla="*/ 4 h 99"/>
                  <a:gd name="T12" fmla="*/ 13 w 91"/>
                  <a:gd name="T13" fmla="*/ 29 h 99"/>
                  <a:gd name="T14" fmla="*/ 24 w 91"/>
                  <a:gd name="T15" fmla="*/ 40 h 99"/>
                  <a:gd name="T16" fmla="*/ 38 w 91"/>
                  <a:gd name="T17" fmla="*/ 50 h 99"/>
                  <a:gd name="T18" fmla="*/ 29 w 91"/>
                  <a:gd name="T19" fmla="*/ 48 h 99"/>
                  <a:gd name="T20" fmla="*/ 14 w 91"/>
                  <a:gd name="T21" fmla="*/ 48 h 99"/>
                  <a:gd name="T22" fmla="*/ 4 w 91"/>
                  <a:gd name="T23" fmla="*/ 74 h 99"/>
                  <a:gd name="T24" fmla="*/ 30 w 91"/>
                  <a:gd name="T25" fmla="*/ 84 h 99"/>
                  <a:gd name="T26" fmla="*/ 40 w 91"/>
                  <a:gd name="T27" fmla="*/ 73 h 99"/>
                  <a:gd name="T28" fmla="*/ 45 w 91"/>
                  <a:gd name="T29" fmla="*/ 65 h 99"/>
                  <a:gd name="T30" fmla="*/ 43 w 91"/>
                  <a:gd name="T31" fmla="*/ 96 h 99"/>
                  <a:gd name="T32" fmla="*/ 45 w 91"/>
                  <a:gd name="T33" fmla="*/ 99 h 99"/>
                  <a:gd name="T34" fmla="*/ 61 w 91"/>
                  <a:gd name="T35" fmla="*/ 92 h 99"/>
                  <a:gd name="T36" fmla="*/ 78 w 91"/>
                  <a:gd name="T37" fmla="*/ 84 h 99"/>
                  <a:gd name="T38" fmla="*/ 76 w 91"/>
                  <a:gd name="T39" fmla="*/ 81 h 99"/>
                  <a:gd name="T40" fmla="*/ 53 w 91"/>
                  <a:gd name="T41" fmla="*/ 61 h 99"/>
                  <a:gd name="T42" fmla="*/ 61 w 91"/>
                  <a:gd name="T43" fmla="*/ 63 h 99"/>
                  <a:gd name="T44" fmla="*/ 77 w 91"/>
                  <a:gd name="T45" fmla="*/ 63 h 99"/>
                  <a:gd name="T46" fmla="*/ 87 w 91"/>
                  <a:gd name="T47" fmla="*/ 37 h 99"/>
                  <a:gd name="T48" fmla="*/ 61 w 91"/>
                  <a:gd name="T49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1" h="99">
                    <a:moveTo>
                      <a:pt x="61" y="27"/>
                    </a:moveTo>
                    <a:cubicBezTo>
                      <a:pt x="56" y="29"/>
                      <a:pt x="52" y="33"/>
                      <a:pt x="51" y="38"/>
                    </a:cubicBezTo>
                    <a:cubicBezTo>
                      <a:pt x="50" y="40"/>
                      <a:pt x="48" y="43"/>
                      <a:pt x="46" y="46"/>
                    </a:cubicBezTo>
                    <a:cubicBezTo>
                      <a:pt x="46" y="41"/>
                      <a:pt x="47" y="33"/>
                      <a:pt x="48" y="29"/>
                    </a:cubicBezTo>
                    <a:cubicBezTo>
                      <a:pt x="50" y="25"/>
                      <a:pt x="50" y="19"/>
                      <a:pt x="48" y="14"/>
                    </a:cubicBezTo>
                    <a:cubicBezTo>
                      <a:pt x="44" y="4"/>
                      <a:pt x="32" y="0"/>
                      <a:pt x="23" y="4"/>
                    </a:cubicBezTo>
                    <a:cubicBezTo>
                      <a:pt x="13" y="8"/>
                      <a:pt x="9" y="20"/>
                      <a:pt x="13" y="29"/>
                    </a:cubicBezTo>
                    <a:cubicBezTo>
                      <a:pt x="15" y="35"/>
                      <a:pt x="19" y="38"/>
                      <a:pt x="24" y="40"/>
                    </a:cubicBezTo>
                    <a:cubicBezTo>
                      <a:pt x="28" y="41"/>
                      <a:pt x="34" y="46"/>
                      <a:pt x="38" y="50"/>
                    </a:cubicBezTo>
                    <a:cubicBezTo>
                      <a:pt x="34" y="49"/>
                      <a:pt x="31" y="49"/>
                      <a:pt x="29" y="48"/>
                    </a:cubicBezTo>
                    <a:cubicBezTo>
                      <a:pt x="24" y="46"/>
                      <a:pt x="19" y="46"/>
                      <a:pt x="14" y="48"/>
                    </a:cubicBezTo>
                    <a:cubicBezTo>
                      <a:pt x="4" y="52"/>
                      <a:pt x="0" y="64"/>
                      <a:pt x="4" y="74"/>
                    </a:cubicBezTo>
                    <a:cubicBezTo>
                      <a:pt x="8" y="84"/>
                      <a:pt x="20" y="88"/>
                      <a:pt x="30" y="84"/>
                    </a:cubicBezTo>
                    <a:cubicBezTo>
                      <a:pt x="35" y="82"/>
                      <a:pt x="38" y="77"/>
                      <a:pt x="40" y="73"/>
                    </a:cubicBezTo>
                    <a:cubicBezTo>
                      <a:pt x="41" y="70"/>
                      <a:pt x="42" y="67"/>
                      <a:pt x="45" y="65"/>
                    </a:cubicBezTo>
                    <a:cubicBezTo>
                      <a:pt x="50" y="77"/>
                      <a:pt x="48" y="89"/>
                      <a:pt x="43" y="96"/>
                    </a:cubicBezTo>
                    <a:cubicBezTo>
                      <a:pt x="45" y="99"/>
                      <a:pt x="45" y="99"/>
                      <a:pt x="45" y="99"/>
                    </a:cubicBezTo>
                    <a:cubicBezTo>
                      <a:pt x="61" y="92"/>
                      <a:pt x="61" y="92"/>
                      <a:pt x="61" y="92"/>
                    </a:cubicBezTo>
                    <a:cubicBezTo>
                      <a:pt x="78" y="84"/>
                      <a:pt x="78" y="84"/>
                      <a:pt x="78" y="84"/>
                    </a:cubicBezTo>
                    <a:cubicBezTo>
                      <a:pt x="76" y="81"/>
                      <a:pt x="76" y="81"/>
                      <a:pt x="76" y="81"/>
                    </a:cubicBezTo>
                    <a:cubicBezTo>
                      <a:pt x="68" y="80"/>
                      <a:pt x="58" y="74"/>
                      <a:pt x="53" y="61"/>
                    </a:cubicBezTo>
                    <a:cubicBezTo>
                      <a:pt x="56" y="61"/>
                      <a:pt x="59" y="62"/>
                      <a:pt x="61" y="63"/>
                    </a:cubicBezTo>
                    <a:cubicBezTo>
                      <a:pt x="66" y="65"/>
                      <a:pt x="72" y="65"/>
                      <a:pt x="77" y="63"/>
                    </a:cubicBezTo>
                    <a:cubicBezTo>
                      <a:pt x="87" y="59"/>
                      <a:pt x="91" y="47"/>
                      <a:pt x="87" y="37"/>
                    </a:cubicBezTo>
                    <a:cubicBezTo>
                      <a:pt x="82" y="27"/>
                      <a:pt x="71" y="23"/>
                      <a:pt x="61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6" name="ísḻi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4135A5A-30BB-4F0D-A37E-80E93D90E5C3}"/>
                  </a:ext>
                </a:extLst>
              </p:cNvPr>
              <p:cNvSpPr/>
              <p:nvPr/>
            </p:nvSpPr>
            <p:spPr bwMode="auto">
              <a:xfrm>
                <a:off x="11460507" y="3483672"/>
                <a:ext cx="146800" cy="154628"/>
              </a:xfrm>
              <a:custGeom>
                <a:avLst/>
                <a:gdLst>
                  <a:gd name="T0" fmla="*/ 43 w 46"/>
                  <a:gd name="T1" fmla="*/ 29 h 48"/>
                  <a:gd name="T2" fmla="*/ 46 w 46"/>
                  <a:gd name="T3" fmla="*/ 16 h 48"/>
                  <a:gd name="T4" fmla="*/ 41 w 46"/>
                  <a:gd name="T5" fmla="*/ 8 h 48"/>
                  <a:gd name="T6" fmla="*/ 37 w 46"/>
                  <a:gd name="T7" fmla="*/ 9 h 48"/>
                  <a:gd name="T8" fmla="*/ 28 w 46"/>
                  <a:gd name="T9" fmla="*/ 0 h 48"/>
                  <a:gd name="T10" fmla="*/ 18 w 46"/>
                  <a:gd name="T11" fmla="*/ 0 h 48"/>
                  <a:gd name="T12" fmla="*/ 17 w 46"/>
                  <a:gd name="T13" fmla="*/ 4 h 48"/>
                  <a:gd name="T14" fmla="*/ 4 w 46"/>
                  <a:gd name="T15" fmla="*/ 8 h 48"/>
                  <a:gd name="T16" fmla="*/ 0 w 46"/>
                  <a:gd name="T17" fmla="*/ 16 h 48"/>
                  <a:gd name="T18" fmla="*/ 3 w 46"/>
                  <a:gd name="T19" fmla="*/ 19 h 48"/>
                  <a:gd name="T20" fmla="*/ 0 w 46"/>
                  <a:gd name="T21" fmla="*/ 32 h 48"/>
                  <a:gd name="T22" fmla="*/ 4 w 46"/>
                  <a:gd name="T23" fmla="*/ 40 h 48"/>
                  <a:gd name="T24" fmla="*/ 9 w 46"/>
                  <a:gd name="T25" fmla="*/ 39 h 48"/>
                  <a:gd name="T26" fmla="*/ 18 w 46"/>
                  <a:gd name="T27" fmla="*/ 48 h 48"/>
                  <a:gd name="T28" fmla="*/ 28 w 46"/>
                  <a:gd name="T29" fmla="*/ 48 h 48"/>
                  <a:gd name="T30" fmla="*/ 29 w 46"/>
                  <a:gd name="T31" fmla="*/ 44 h 48"/>
                  <a:gd name="T32" fmla="*/ 41 w 46"/>
                  <a:gd name="T33" fmla="*/ 40 h 48"/>
                  <a:gd name="T34" fmla="*/ 46 w 46"/>
                  <a:gd name="T35" fmla="*/ 32 h 48"/>
                  <a:gd name="T36" fmla="*/ 43 w 46"/>
                  <a:gd name="T37" fmla="*/ 29 h 48"/>
                  <a:gd name="T38" fmla="*/ 23 w 46"/>
                  <a:gd name="T39" fmla="*/ 34 h 48"/>
                  <a:gd name="T40" fmla="*/ 13 w 46"/>
                  <a:gd name="T41" fmla="*/ 24 h 48"/>
                  <a:gd name="T42" fmla="*/ 23 w 46"/>
                  <a:gd name="T43" fmla="*/ 14 h 48"/>
                  <a:gd name="T44" fmla="*/ 33 w 46"/>
                  <a:gd name="T45" fmla="*/ 24 h 48"/>
                  <a:gd name="T46" fmla="*/ 23 w 46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6" h="48">
                    <a:moveTo>
                      <a:pt x="43" y="29"/>
                    </a:moveTo>
                    <a:cubicBezTo>
                      <a:pt x="40" y="24"/>
                      <a:pt x="42" y="19"/>
                      <a:pt x="46" y="16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0" y="9"/>
                      <a:pt x="38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3"/>
                      <a:pt x="17" y="4"/>
                    </a:cubicBezTo>
                    <a:cubicBezTo>
                      <a:pt x="14" y="9"/>
                      <a:pt x="9" y="10"/>
                      <a:pt x="4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7"/>
                      <a:pt x="2" y="18"/>
                      <a:pt x="3" y="19"/>
                    </a:cubicBezTo>
                    <a:cubicBezTo>
                      <a:pt x="5" y="24"/>
                      <a:pt x="4" y="29"/>
                      <a:pt x="0" y="32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6" y="39"/>
                      <a:pt x="7" y="39"/>
                      <a:pt x="9" y="39"/>
                    </a:cubicBezTo>
                    <a:cubicBezTo>
                      <a:pt x="14" y="39"/>
                      <a:pt x="18" y="43"/>
                      <a:pt x="1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5"/>
                      <a:pt x="29" y="44"/>
                    </a:cubicBezTo>
                    <a:cubicBezTo>
                      <a:pt x="31" y="39"/>
                      <a:pt x="37" y="38"/>
                      <a:pt x="41" y="40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7" y="34"/>
                      <a:pt x="13" y="29"/>
                      <a:pt x="13" y="24"/>
                    </a:cubicBezTo>
                    <a:cubicBezTo>
                      <a:pt x="13" y="19"/>
                      <a:pt x="17" y="14"/>
                      <a:pt x="23" y="14"/>
                    </a:cubicBezTo>
                    <a:cubicBezTo>
                      <a:pt x="28" y="14"/>
                      <a:pt x="33" y="19"/>
                      <a:pt x="33" y="24"/>
                    </a:cubicBezTo>
                    <a:cubicBezTo>
                      <a:pt x="33" y="29"/>
                      <a:pt x="28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" name="îṥľí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0A141F3-AECD-491A-98A2-C88C98F5D810}"/>
                  </a:ext>
                </a:extLst>
              </p:cNvPr>
              <p:cNvSpPr/>
              <p:nvPr/>
            </p:nvSpPr>
            <p:spPr bwMode="auto">
              <a:xfrm>
                <a:off x="11585776" y="3078504"/>
                <a:ext cx="223135" cy="227050"/>
              </a:xfrm>
              <a:custGeom>
                <a:avLst/>
                <a:gdLst>
                  <a:gd name="T0" fmla="*/ 53 w 70"/>
                  <a:gd name="T1" fmla="*/ 45 h 71"/>
                  <a:gd name="T2" fmla="*/ 41 w 70"/>
                  <a:gd name="T3" fmla="*/ 32 h 71"/>
                  <a:gd name="T4" fmla="*/ 70 w 70"/>
                  <a:gd name="T5" fmla="*/ 10 h 71"/>
                  <a:gd name="T6" fmla="*/ 62 w 70"/>
                  <a:gd name="T7" fmla="*/ 1 h 71"/>
                  <a:gd name="T8" fmla="*/ 25 w 70"/>
                  <a:gd name="T9" fmla="*/ 16 h 71"/>
                  <a:gd name="T10" fmla="*/ 13 w 70"/>
                  <a:gd name="T11" fmla="*/ 5 h 71"/>
                  <a:gd name="T12" fmla="*/ 2 w 70"/>
                  <a:gd name="T13" fmla="*/ 3 h 71"/>
                  <a:gd name="T14" fmla="*/ 4 w 70"/>
                  <a:gd name="T15" fmla="*/ 13 h 71"/>
                  <a:gd name="T16" fmla="*/ 16 w 70"/>
                  <a:gd name="T17" fmla="*/ 25 h 71"/>
                  <a:gd name="T18" fmla="*/ 1 w 70"/>
                  <a:gd name="T19" fmla="*/ 62 h 71"/>
                  <a:gd name="T20" fmla="*/ 10 w 70"/>
                  <a:gd name="T21" fmla="*/ 71 h 71"/>
                  <a:gd name="T22" fmla="*/ 32 w 70"/>
                  <a:gd name="T23" fmla="*/ 41 h 71"/>
                  <a:gd name="T24" fmla="*/ 44 w 70"/>
                  <a:gd name="T25" fmla="*/ 53 h 71"/>
                  <a:gd name="T26" fmla="*/ 44 w 70"/>
                  <a:gd name="T27" fmla="*/ 71 h 71"/>
                  <a:gd name="T28" fmla="*/ 53 w 70"/>
                  <a:gd name="T29" fmla="*/ 71 h 71"/>
                  <a:gd name="T30" fmla="*/ 57 w 70"/>
                  <a:gd name="T31" fmla="*/ 58 h 71"/>
                  <a:gd name="T32" fmla="*/ 70 w 70"/>
                  <a:gd name="T33" fmla="*/ 53 h 71"/>
                  <a:gd name="T34" fmla="*/ 70 w 70"/>
                  <a:gd name="T35" fmla="*/ 45 h 71"/>
                  <a:gd name="T36" fmla="*/ 53 w 70"/>
                  <a:gd name="T37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0" h="71">
                    <a:moveTo>
                      <a:pt x="53" y="45"/>
                    </a:moveTo>
                    <a:cubicBezTo>
                      <a:pt x="41" y="32"/>
                      <a:pt x="41" y="32"/>
                      <a:pt x="41" y="32"/>
                    </a:cubicBezTo>
                    <a:cubicBezTo>
                      <a:pt x="70" y="10"/>
                      <a:pt x="70" y="10"/>
                      <a:pt x="70" y="10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0" y="1"/>
                      <a:pt x="5" y="0"/>
                      <a:pt x="2" y="3"/>
                    </a:cubicBezTo>
                    <a:cubicBezTo>
                      <a:pt x="0" y="5"/>
                      <a:pt x="1" y="10"/>
                      <a:pt x="4" y="1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" y="62"/>
                      <a:pt x="1" y="62"/>
                      <a:pt x="1" y="62"/>
                    </a:cubicBezTo>
                    <a:cubicBezTo>
                      <a:pt x="10" y="71"/>
                      <a:pt x="10" y="71"/>
                      <a:pt x="10" y="71"/>
                    </a:cubicBezTo>
                    <a:cubicBezTo>
                      <a:pt x="32" y="41"/>
                      <a:pt x="32" y="41"/>
                      <a:pt x="32" y="41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53" y="71"/>
                      <a:pt x="53" y="71"/>
                      <a:pt x="53" y="71"/>
                    </a:cubicBezTo>
                    <a:cubicBezTo>
                      <a:pt x="57" y="58"/>
                      <a:pt x="57" y="58"/>
                      <a:pt x="57" y="58"/>
                    </a:cubicBezTo>
                    <a:cubicBezTo>
                      <a:pt x="70" y="53"/>
                      <a:pt x="70" y="53"/>
                      <a:pt x="70" y="53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53" y="45"/>
                      <a:pt x="53" y="45"/>
                      <a:pt x="53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8" name="iśļî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ACD788C-FA58-41BA-B424-F08F172F6708}"/>
                  </a:ext>
                </a:extLst>
              </p:cNvPr>
              <p:cNvSpPr/>
              <p:nvPr/>
            </p:nvSpPr>
            <p:spPr bwMode="auto">
              <a:xfrm>
                <a:off x="11859802" y="3225304"/>
                <a:ext cx="78293" cy="142884"/>
              </a:xfrm>
              <a:custGeom>
                <a:avLst/>
                <a:gdLst>
                  <a:gd name="T0" fmla="*/ 16 w 24"/>
                  <a:gd name="T1" fmla="*/ 44 h 45"/>
                  <a:gd name="T2" fmla="*/ 16 w 24"/>
                  <a:gd name="T3" fmla="*/ 44 h 45"/>
                  <a:gd name="T4" fmla="*/ 23 w 24"/>
                  <a:gd name="T5" fmla="*/ 34 h 45"/>
                  <a:gd name="T6" fmla="*/ 21 w 24"/>
                  <a:gd name="T7" fmla="*/ 23 h 45"/>
                  <a:gd name="T8" fmla="*/ 11 w 24"/>
                  <a:gd name="T9" fmla="*/ 16 h 45"/>
                  <a:gd name="T10" fmla="*/ 11 w 24"/>
                  <a:gd name="T11" fmla="*/ 16 h 45"/>
                  <a:gd name="T12" fmla="*/ 10 w 24"/>
                  <a:gd name="T13" fmla="*/ 17 h 45"/>
                  <a:gd name="T14" fmla="*/ 11 w 24"/>
                  <a:gd name="T15" fmla="*/ 20 h 45"/>
                  <a:gd name="T16" fmla="*/ 12 w 24"/>
                  <a:gd name="T17" fmla="*/ 20 h 45"/>
                  <a:gd name="T18" fmla="*/ 12 w 24"/>
                  <a:gd name="T19" fmla="*/ 20 h 45"/>
                  <a:gd name="T20" fmla="*/ 17 w 24"/>
                  <a:gd name="T21" fmla="*/ 24 h 45"/>
                  <a:gd name="T22" fmla="*/ 19 w 24"/>
                  <a:gd name="T23" fmla="*/ 35 h 45"/>
                  <a:gd name="T24" fmla="*/ 16 w 24"/>
                  <a:gd name="T25" fmla="*/ 40 h 45"/>
                  <a:gd name="T26" fmla="*/ 16 w 24"/>
                  <a:gd name="T27" fmla="*/ 40 h 45"/>
                  <a:gd name="T28" fmla="*/ 10 w 24"/>
                  <a:gd name="T29" fmla="*/ 36 h 45"/>
                  <a:gd name="T30" fmla="*/ 9 w 24"/>
                  <a:gd name="T31" fmla="*/ 31 h 45"/>
                  <a:gd name="T32" fmla="*/ 5 w 24"/>
                  <a:gd name="T33" fmla="*/ 30 h 45"/>
                  <a:gd name="T34" fmla="*/ 6 w 24"/>
                  <a:gd name="T35" fmla="*/ 37 h 45"/>
                  <a:gd name="T36" fmla="*/ 16 w 24"/>
                  <a:gd name="T37" fmla="*/ 44 h 45"/>
                  <a:gd name="T38" fmla="*/ 13 w 24"/>
                  <a:gd name="T39" fmla="*/ 28 h 45"/>
                  <a:gd name="T40" fmla="*/ 15 w 24"/>
                  <a:gd name="T41" fmla="*/ 28 h 45"/>
                  <a:gd name="T42" fmla="*/ 14 w 24"/>
                  <a:gd name="T43" fmla="*/ 24 h 45"/>
                  <a:gd name="T44" fmla="*/ 13 w 24"/>
                  <a:gd name="T45" fmla="*/ 24 h 45"/>
                  <a:gd name="T46" fmla="*/ 12 w 24"/>
                  <a:gd name="T47" fmla="*/ 24 h 45"/>
                  <a:gd name="T48" fmla="*/ 7 w 24"/>
                  <a:gd name="T49" fmla="*/ 21 h 45"/>
                  <a:gd name="T50" fmla="*/ 5 w 24"/>
                  <a:gd name="T51" fmla="*/ 10 h 45"/>
                  <a:gd name="T52" fmla="*/ 9 w 24"/>
                  <a:gd name="T53" fmla="*/ 4 h 45"/>
                  <a:gd name="T54" fmla="*/ 9 w 24"/>
                  <a:gd name="T55" fmla="*/ 4 h 45"/>
                  <a:gd name="T56" fmla="*/ 14 w 24"/>
                  <a:gd name="T57" fmla="*/ 8 h 45"/>
                  <a:gd name="T58" fmla="*/ 15 w 24"/>
                  <a:gd name="T59" fmla="*/ 13 h 45"/>
                  <a:gd name="T60" fmla="*/ 20 w 24"/>
                  <a:gd name="T61" fmla="*/ 15 h 45"/>
                  <a:gd name="T62" fmla="*/ 18 w 24"/>
                  <a:gd name="T63" fmla="*/ 7 h 45"/>
                  <a:gd name="T64" fmla="*/ 8 w 24"/>
                  <a:gd name="T65" fmla="*/ 0 h 45"/>
                  <a:gd name="T66" fmla="*/ 8 w 24"/>
                  <a:gd name="T67" fmla="*/ 1 h 45"/>
                  <a:gd name="T68" fmla="*/ 1 w 24"/>
                  <a:gd name="T69" fmla="*/ 11 h 45"/>
                  <a:gd name="T70" fmla="*/ 3 w 24"/>
                  <a:gd name="T71" fmla="*/ 21 h 45"/>
                  <a:gd name="T72" fmla="*/ 13 w 24"/>
                  <a:gd name="T73" fmla="*/ 2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" h="45">
                    <a:moveTo>
                      <a:pt x="16" y="44"/>
                    </a:moveTo>
                    <a:cubicBezTo>
                      <a:pt x="16" y="44"/>
                      <a:pt x="16" y="44"/>
                      <a:pt x="16" y="44"/>
                    </a:cubicBezTo>
                    <a:cubicBezTo>
                      <a:pt x="21" y="43"/>
                      <a:pt x="24" y="38"/>
                      <a:pt x="23" y="34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0" y="18"/>
                      <a:pt x="16" y="15"/>
                      <a:pt x="11" y="16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1" y="16"/>
                      <a:pt x="10" y="16"/>
                      <a:pt x="10" y="17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0"/>
                      <a:pt x="11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4" y="20"/>
                      <a:pt x="17" y="21"/>
                      <a:pt x="17" y="2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7"/>
                      <a:pt x="18" y="39"/>
                      <a:pt x="16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3" y="41"/>
                      <a:pt x="11" y="39"/>
                      <a:pt x="10" y="36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8" y="31"/>
                      <a:pt x="6" y="30"/>
                      <a:pt x="5" y="30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7" y="42"/>
                      <a:pt x="12" y="45"/>
                      <a:pt x="16" y="44"/>
                    </a:cubicBezTo>
                    <a:close/>
                    <a:moveTo>
                      <a:pt x="13" y="28"/>
                    </a:moveTo>
                    <a:cubicBezTo>
                      <a:pt x="14" y="28"/>
                      <a:pt x="14" y="28"/>
                      <a:pt x="15" y="28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0" y="25"/>
                      <a:pt x="8" y="23"/>
                      <a:pt x="7" y="21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4" y="7"/>
                      <a:pt x="6" y="5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1" y="4"/>
                      <a:pt x="14" y="6"/>
                      <a:pt x="14" y="8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7" y="13"/>
                      <a:pt x="18" y="14"/>
                      <a:pt x="20" y="15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3"/>
                      <a:pt x="13" y="0"/>
                      <a:pt x="8" y="0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3" y="1"/>
                      <a:pt x="0" y="6"/>
                      <a:pt x="1" y="1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6"/>
                      <a:pt x="9" y="29"/>
                      <a:pt x="13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" name="ïşľî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3296B43-024E-44D6-9181-382D513E5029}"/>
                  </a:ext>
                </a:extLst>
              </p:cNvPr>
              <p:cNvSpPr/>
              <p:nvPr/>
            </p:nvSpPr>
            <p:spPr bwMode="auto">
              <a:xfrm>
                <a:off x="11253030" y="3186158"/>
                <a:ext cx="293599" cy="295556"/>
              </a:xfrm>
              <a:custGeom>
                <a:avLst/>
                <a:gdLst>
                  <a:gd name="T0" fmla="*/ 29 w 92"/>
                  <a:gd name="T1" fmla="*/ 18 h 92"/>
                  <a:gd name="T2" fmla="*/ 92 w 92"/>
                  <a:gd name="T3" fmla="*/ 0 h 92"/>
                  <a:gd name="T4" fmla="*/ 92 w 92"/>
                  <a:gd name="T5" fmla="*/ 6 h 92"/>
                  <a:gd name="T6" fmla="*/ 92 w 92"/>
                  <a:gd name="T7" fmla="*/ 18 h 92"/>
                  <a:gd name="T8" fmla="*/ 92 w 92"/>
                  <a:gd name="T9" fmla="*/ 67 h 92"/>
                  <a:gd name="T10" fmla="*/ 72 w 92"/>
                  <a:gd name="T11" fmla="*/ 81 h 92"/>
                  <a:gd name="T12" fmla="*/ 52 w 92"/>
                  <a:gd name="T13" fmla="*/ 67 h 92"/>
                  <a:gd name="T14" fmla="*/ 72 w 92"/>
                  <a:gd name="T15" fmla="*/ 52 h 92"/>
                  <a:gd name="T16" fmla="*/ 80 w 92"/>
                  <a:gd name="T17" fmla="*/ 54 h 92"/>
                  <a:gd name="T18" fmla="*/ 80 w 92"/>
                  <a:gd name="T19" fmla="*/ 24 h 92"/>
                  <a:gd name="T20" fmla="*/ 40 w 92"/>
                  <a:gd name="T21" fmla="*/ 35 h 92"/>
                  <a:gd name="T22" fmla="*/ 40 w 92"/>
                  <a:gd name="T23" fmla="*/ 78 h 92"/>
                  <a:gd name="T24" fmla="*/ 20 w 92"/>
                  <a:gd name="T25" fmla="*/ 92 h 92"/>
                  <a:gd name="T26" fmla="*/ 0 w 92"/>
                  <a:gd name="T27" fmla="*/ 78 h 92"/>
                  <a:gd name="T28" fmla="*/ 20 w 92"/>
                  <a:gd name="T29" fmla="*/ 64 h 92"/>
                  <a:gd name="T30" fmla="*/ 29 w 92"/>
                  <a:gd name="T31" fmla="*/ 65 h 92"/>
                  <a:gd name="T32" fmla="*/ 29 w 92"/>
                  <a:gd name="T33" fmla="*/ 35 h 92"/>
                  <a:gd name="T34" fmla="*/ 29 w 92"/>
                  <a:gd name="T35" fmla="*/ 1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2" h="92">
                    <a:moveTo>
                      <a:pt x="29" y="18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18"/>
                      <a:pt x="92" y="18"/>
                      <a:pt x="92" y="18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2" y="74"/>
                      <a:pt x="83" y="81"/>
                      <a:pt x="72" y="81"/>
                    </a:cubicBezTo>
                    <a:cubicBezTo>
                      <a:pt x="61" y="81"/>
                      <a:pt x="52" y="74"/>
                      <a:pt x="52" y="67"/>
                    </a:cubicBezTo>
                    <a:cubicBezTo>
                      <a:pt x="52" y="59"/>
                      <a:pt x="61" y="52"/>
                      <a:pt x="72" y="52"/>
                    </a:cubicBezTo>
                    <a:cubicBezTo>
                      <a:pt x="75" y="52"/>
                      <a:pt x="78" y="53"/>
                      <a:pt x="80" y="5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40" y="86"/>
                      <a:pt x="31" y="92"/>
                      <a:pt x="20" y="92"/>
                    </a:cubicBezTo>
                    <a:cubicBezTo>
                      <a:pt x="9" y="92"/>
                      <a:pt x="0" y="86"/>
                      <a:pt x="0" y="78"/>
                    </a:cubicBezTo>
                    <a:cubicBezTo>
                      <a:pt x="0" y="70"/>
                      <a:pt x="9" y="64"/>
                      <a:pt x="20" y="64"/>
                    </a:cubicBezTo>
                    <a:cubicBezTo>
                      <a:pt x="23" y="64"/>
                      <a:pt x="26" y="64"/>
                      <a:pt x="29" y="6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9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" name="íṡḷi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899CF5C-8C20-43D2-9C27-608D4616E71F}"/>
                  </a:ext>
                </a:extLst>
              </p:cNvPr>
              <p:cNvSpPr/>
              <p:nvPr/>
            </p:nvSpPr>
            <p:spPr bwMode="auto">
              <a:xfrm>
                <a:off x="11489868" y="2540239"/>
                <a:ext cx="207477" cy="291641"/>
              </a:xfrm>
              <a:custGeom>
                <a:avLst/>
                <a:gdLst>
                  <a:gd name="T0" fmla="*/ 38 w 65"/>
                  <a:gd name="T1" fmla="*/ 46 h 91"/>
                  <a:gd name="T2" fmla="*/ 46 w 65"/>
                  <a:gd name="T3" fmla="*/ 26 h 91"/>
                  <a:gd name="T4" fmla="*/ 52 w 65"/>
                  <a:gd name="T5" fmla="*/ 33 h 91"/>
                  <a:gd name="T6" fmla="*/ 47 w 65"/>
                  <a:gd name="T7" fmla="*/ 46 h 91"/>
                  <a:gd name="T8" fmla="*/ 52 w 65"/>
                  <a:gd name="T9" fmla="*/ 59 h 91"/>
                  <a:gd name="T10" fmla="*/ 45 w 65"/>
                  <a:gd name="T11" fmla="*/ 65 h 91"/>
                  <a:gd name="T12" fmla="*/ 38 w 65"/>
                  <a:gd name="T13" fmla="*/ 46 h 91"/>
                  <a:gd name="T14" fmla="*/ 32 w 65"/>
                  <a:gd name="T15" fmla="*/ 78 h 91"/>
                  <a:gd name="T16" fmla="*/ 19 w 65"/>
                  <a:gd name="T17" fmla="*/ 46 h 91"/>
                  <a:gd name="T18" fmla="*/ 33 w 65"/>
                  <a:gd name="T19" fmla="*/ 13 h 91"/>
                  <a:gd name="T20" fmla="*/ 39 w 65"/>
                  <a:gd name="T21" fmla="*/ 20 h 91"/>
                  <a:gd name="T22" fmla="*/ 39 w 65"/>
                  <a:gd name="T23" fmla="*/ 20 h 91"/>
                  <a:gd name="T24" fmla="*/ 28 w 65"/>
                  <a:gd name="T25" fmla="*/ 46 h 91"/>
                  <a:gd name="T26" fmla="*/ 39 w 65"/>
                  <a:gd name="T27" fmla="*/ 72 h 91"/>
                  <a:gd name="T28" fmla="*/ 32 w 65"/>
                  <a:gd name="T29" fmla="*/ 78 h 91"/>
                  <a:gd name="T30" fmla="*/ 6 w 65"/>
                  <a:gd name="T31" fmla="*/ 20 h 91"/>
                  <a:gd name="T32" fmla="*/ 20 w 65"/>
                  <a:gd name="T33" fmla="*/ 0 h 91"/>
                  <a:gd name="T34" fmla="*/ 20 w 65"/>
                  <a:gd name="T35" fmla="*/ 0 h 91"/>
                  <a:gd name="T36" fmla="*/ 27 w 65"/>
                  <a:gd name="T37" fmla="*/ 6 h 91"/>
                  <a:gd name="T38" fmla="*/ 10 w 65"/>
                  <a:gd name="T39" fmla="*/ 45 h 91"/>
                  <a:gd name="T40" fmla="*/ 26 w 65"/>
                  <a:gd name="T41" fmla="*/ 85 h 91"/>
                  <a:gd name="T42" fmla="*/ 19 w 65"/>
                  <a:gd name="T43" fmla="*/ 91 h 91"/>
                  <a:gd name="T44" fmla="*/ 5 w 65"/>
                  <a:gd name="T45" fmla="*/ 70 h 91"/>
                  <a:gd name="T46" fmla="*/ 1 w 65"/>
                  <a:gd name="T47" fmla="*/ 45 h 91"/>
                  <a:gd name="T48" fmla="*/ 6 w 65"/>
                  <a:gd name="T49" fmla="*/ 20 h 91"/>
                  <a:gd name="T50" fmla="*/ 61 w 65"/>
                  <a:gd name="T51" fmla="*/ 51 h 91"/>
                  <a:gd name="T52" fmla="*/ 65 w 65"/>
                  <a:gd name="T53" fmla="*/ 46 h 91"/>
                  <a:gd name="T54" fmla="*/ 61 w 65"/>
                  <a:gd name="T55" fmla="*/ 41 h 91"/>
                  <a:gd name="T56" fmla="*/ 56 w 65"/>
                  <a:gd name="T57" fmla="*/ 46 h 91"/>
                  <a:gd name="T58" fmla="*/ 61 w 65"/>
                  <a:gd name="T59" fmla="*/ 5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5" h="91">
                    <a:moveTo>
                      <a:pt x="38" y="46"/>
                    </a:moveTo>
                    <a:cubicBezTo>
                      <a:pt x="38" y="38"/>
                      <a:pt x="41" y="31"/>
                      <a:pt x="46" y="26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49" y="36"/>
                      <a:pt x="47" y="41"/>
                      <a:pt x="47" y="46"/>
                    </a:cubicBezTo>
                    <a:cubicBezTo>
                      <a:pt x="47" y="51"/>
                      <a:pt x="49" y="56"/>
                      <a:pt x="52" y="59"/>
                    </a:cubicBezTo>
                    <a:cubicBezTo>
                      <a:pt x="45" y="65"/>
                      <a:pt x="45" y="65"/>
                      <a:pt x="45" y="65"/>
                    </a:cubicBezTo>
                    <a:cubicBezTo>
                      <a:pt x="40" y="60"/>
                      <a:pt x="37" y="53"/>
                      <a:pt x="38" y="46"/>
                    </a:cubicBezTo>
                    <a:close/>
                    <a:moveTo>
                      <a:pt x="32" y="78"/>
                    </a:moveTo>
                    <a:cubicBezTo>
                      <a:pt x="24" y="69"/>
                      <a:pt x="19" y="58"/>
                      <a:pt x="19" y="46"/>
                    </a:cubicBezTo>
                    <a:cubicBezTo>
                      <a:pt x="19" y="33"/>
                      <a:pt x="24" y="22"/>
                      <a:pt x="33" y="13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2" y="27"/>
                      <a:pt x="28" y="36"/>
                      <a:pt x="28" y="46"/>
                    </a:cubicBezTo>
                    <a:cubicBezTo>
                      <a:pt x="28" y="55"/>
                      <a:pt x="32" y="65"/>
                      <a:pt x="39" y="72"/>
                    </a:cubicBezTo>
                    <a:lnTo>
                      <a:pt x="32" y="78"/>
                    </a:lnTo>
                    <a:close/>
                    <a:moveTo>
                      <a:pt x="6" y="20"/>
                    </a:moveTo>
                    <a:cubicBezTo>
                      <a:pt x="9" y="13"/>
                      <a:pt x="14" y="6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6" y="17"/>
                      <a:pt x="10" y="31"/>
                      <a:pt x="10" y="45"/>
                    </a:cubicBezTo>
                    <a:cubicBezTo>
                      <a:pt x="10" y="60"/>
                      <a:pt x="15" y="74"/>
                      <a:pt x="26" y="85"/>
                    </a:cubicBezTo>
                    <a:cubicBezTo>
                      <a:pt x="19" y="91"/>
                      <a:pt x="19" y="91"/>
                      <a:pt x="19" y="91"/>
                    </a:cubicBezTo>
                    <a:cubicBezTo>
                      <a:pt x="13" y="85"/>
                      <a:pt x="9" y="78"/>
                      <a:pt x="5" y="70"/>
                    </a:cubicBezTo>
                    <a:cubicBezTo>
                      <a:pt x="2" y="62"/>
                      <a:pt x="0" y="54"/>
                      <a:pt x="1" y="45"/>
                    </a:cubicBezTo>
                    <a:cubicBezTo>
                      <a:pt x="1" y="37"/>
                      <a:pt x="3" y="28"/>
                      <a:pt x="6" y="20"/>
                    </a:cubicBezTo>
                    <a:close/>
                    <a:moveTo>
                      <a:pt x="61" y="51"/>
                    </a:moveTo>
                    <a:cubicBezTo>
                      <a:pt x="63" y="51"/>
                      <a:pt x="65" y="49"/>
                      <a:pt x="65" y="46"/>
                    </a:cubicBezTo>
                    <a:cubicBezTo>
                      <a:pt x="65" y="44"/>
                      <a:pt x="63" y="41"/>
                      <a:pt x="61" y="41"/>
                    </a:cubicBezTo>
                    <a:cubicBezTo>
                      <a:pt x="58" y="41"/>
                      <a:pt x="56" y="43"/>
                      <a:pt x="56" y="46"/>
                    </a:cubicBezTo>
                    <a:cubicBezTo>
                      <a:pt x="56" y="49"/>
                      <a:pt x="58" y="51"/>
                      <a:pt x="61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" name="î$ḷï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AD83EF-EABE-42FF-8FA3-BC4DC7A98E59}"/>
                  </a:ext>
                </a:extLst>
              </p:cNvPr>
              <p:cNvSpPr/>
              <p:nvPr/>
            </p:nvSpPr>
            <p:spPr bwMode="auto">
              <a:xfrm>
                <a:off x="11413531" y="2853412"/>
                <a:ext cx="201605" cy="201604"/>
              </a:xfrm>
              <a:custGeom>
                <a:avLst/>
                <a:gdLst>
                  <a:gd name="T0" fmla="*/ 63 w 103"/>
                  <a:gd name="T1" fmla="*/ 27 h 103"/>
                  <a:gd name="T2" fmla="*/ 65 w 103"/>
                  <a:gd name="T3" fmla="*/ 2 h 103"/>
                  <a:gd name="T4" fmla="*/ 19 w 103"/>
                  <a:gd name="T5" fmla="*/ 0 h 103"/>
                  <a:gd name="T6" fmla="*/ 1 w 103"/>
                  <a:gd name="T7" fmla="*/ 20 h 103"/>
                  <a:gd name="T8" fmla="*/ 0 w 103"/>
                  <a:gd name="T9" fmla="*/ 77 h 103"/>
                  <a:gd name="T10" fmla="*/ 39 w 103"/>
                  <a:gd name="T11" fmla="*/ 77 h 103"/>
                  <a:gd name="T12" fmla="*/ 37 w 103"/>
                  <a:gd name="T13" fmla="*/ 102 h 103"/>
                  <a:gd name="T14" fmla="*/ 101 w 103"/>
                  <a:gd name="T15" fmla="*/ 103 h 103"/>
                  <a:gd name="T16" fmla="*/ 103 w 103"/>
                  <a:gd name="T17" fmla="*/ 27 h 103"/>
                  <a:gd name="T18" fmla="*/ 63 w 103"/>
                  <a:gd name="T19" fmla="*/ 27 h 103"/>
                  <a:gd name="T20" fmla="*/ 19 w 103"/>
                  <a:gd name="T21" fmla="*/ 10 h 103"/>
                  <a:gd name="T22" fmla="*/ 19 w 103"/>
                  <a:gd name="T23" fmla="*/ 20 h 103"/>
                  <a:gd name="T24" fmla="*/ 9 w 103"/>
                  <a:gd name="T25" fmla="*/ 20 h 103"/>
                  <a:gd name="T26" fmla="*/ 19 w 103"/>
                  <a:gd name="T27" fmla="*/ 10 h 103"/>
                  <a:gd name="T28" fmla="*/ 6 w 103"/>
                  <a:gd name="T29" fmla="*/ 71 h 103"/>
                  <a:gd name="T30" fmla="*/ 6 w 103"/>
                  <a:gd name="T31" fmla="*/ 27 h 103"/>
                  <a:gd name="T32" fmla="*/ 26 w 103"/>
                  <a:gd name="T33" fmla="*/ 27 h 103"/>
                  <a:gd name="T34" fmla="*/ 26 w 103"/>
                  <a:gd name="T35" fmla="*/ 7 h 103"/>
                  <a:gd name="T36" fmla="*/ 58 w 103"/>
                  <a:gd name="T37" fmla="*/ 7 h 103"/>
                  <a:gd name="T38" fmla="*/ 58 w 103"/>
                  <a:gd name="T39" fmla="*/ 27 h 103"/>
                  <a:gd name="T40" fmla="*/ 39 w 103"/>
                  <a:gd name="T41" fmla="*/ 46 h 103"/>
                  <a:gd name="T42" fmla="*/ 39 w 103"/>
                  <a:gd name="T43" fmla="*/ 71 h 103"/>
                  <a:gd name="T44" fmla="*/ 6 w 103"/>
                  <a:gd name="T45" fmla="*/ 71 h 103"/>
                  <a:gd name="T46" fmla="*/ 57 w 103"/>
                  <a:gd name="T47" fmla="*/ 36 h 103"/>
                  <a:gd name="T48" fmla="*/ 57 w 103"/>
                  <a:gd name="T49" fmla="*/ 46 h 103"/>
                  <a:gd name="T50" fmla="*/ 47 w 103"/>
                  <a:gd name="T51" fmla="*/ 46 h 103"/>
                  <a:gd name="T52" fmla="*/ 57 w 103"/>
                  <a:gd name="T53" fmla="*/ 36 h 103"/>
                  <a:gd name="T54" fmla="*/ 94 w 103"/>
                  <a:gd name="T55" fmla="*/ 97 h 103"/>
                  <a:gd name="T56" fmla="*/ 44 w 103"/>
                  <a:gd name="T57" fmla="*/ 97 h 103"/>
                  <a:gd name="T58" fmla="*/ 45 w 103"/>
                  <a:gd name="T59" fmla="*/ 51 h 103"/>
                  <a:gd name="T60" fmla="*/ 63 w 103"/>
                  <a:gd name="T61" fmla="*/ 53 h 103"/>
                  <a:gd name="T62" fmla="*/ 63 w 103"/>
                  <a:gd name="T63" fmla="*/ 33 h 103"/>
                  <a:gd name="T64" fmla="*/ 96 w 103"/>
                  <a:gd name="T65" fmla="*/ 33 h 103"/>
                  <a:gd name="T66" fmla="*/ 94 w 103"/>
                  <a:gd name="T67" fmla="*/ 97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3" h="103">
                    <a:moveTo>
                      <a:pt x="63" y="27"/>
                    </a:moveTo>
                    <a:lnTo>
                      <a:pt x="65" y="2"/>
                    </a:lnTo>
                    <a:lnTo>
                      <a:pt x="19" y="0"/>
                    </a:lnTo>
                    <a:lnTo>
                      <a:pt x="1" y="20"/>
                    </a:lnTo>
                    <a:lnTo>
                      <a:pt x="0" y="77"/>
                    </a:lnTo>
                    <a:lnTo>
                      <a:pt x="39" y="77"/>
                    </a:lnTo>
                    <a:lnTo>
                      <a:pt x="37" y="102"/>
                    </a:lnTo>
                    <a:lnTo>
                      <a:pt x="101" y="103"/>
                    </a:lnTo>
                    <a:lnTo>
                      <a:pt x="103" y="27"/>
                    </a:lnTo>
                    <a:lnTo>
                      <a:pt x="63" y="27"/>
                    </a:lnTo>
                    <a:close/>
                    <a:moveTo>
                      <a:pt x="19" y="10"/>
                    </a:moveTo>
                    <a:lnTo>
                      <a:pt x="19" y="20"/>
                    </a:lnTo>
                    <a:lnTo>
                      <a:pt x="9" y="20"/>
                    </a:lnTo>
                    <a:lnTo>
                      <a:pt x="19" y="10"/>
                    </a:lnTo>
                    <a:close/>
                    <a:moveTo>
                      <a:pt x="6" y="71"/>
                    </a:moveTo>
                    <a:lnTo>
                      <a:pt x="6" y="27"/>
                    </a:lnTo>
                    <a:lnTo>
                      <a:pt x="26" y="27"/>
                    </a:lnTo>
                    <a:lnTo>
                      <a:pt x="26" y="7"/>
                    </a:lnTo>
                    <a:lnTo>
                      <a:pt x="58" y="7"/>
                    </a:lnTo>
                    <a:lnTo>
                      <a:pt x="58" y="27"/>
                    </a:lnTo>
                    <a:lnTo>
                      <a:pt x="39" y="46"/>
                    </a:lnTo>
                    <a:lnTo>
                      <a:pt x="39" y="71"/>
                    </a:lnTo>
                    <a:lnTo>
                      <a:pt x="6" y="71"/>
                    </a:lnTo>
                    <a:close/>
                    <a:moveTo>
                      <a:pt x="57" y="36"/>
                    </a:moveTo>
                    <a:lnTo>
                      <a:pt x="57" y="46"/>
                    </a:lnTo>
                    <a:lnTo>
                      <a:pt x="47" y="46"/>
                    </a:lnTo>
                    <a:lnTo>
                      <a:pt x="57" y="36"/>
                    </a:lnTo>
                    <a:close/>
                    <a:moveTo>
                      <a:pt x="94" y="97"/>
                    </a:moveTo>
                    <a:lnTo>
                      <a:pt x="44" y="97"/>
                    </a:lnTo>
                    <a:lnTo>
                      <a:pt x="45" y="51"/>
                    </a:lnTo>
                    <a:lnTo>
                      <a:pt x="63" y="53"/>
                    </a:lnTo>
                    <a:lnTo>
                      <a:pt x="63" y="33"/>
                    </a:lnTo>
                    <a:lnTo>
                      <a:pt x="96" y="33"/>
                    </a:lnTo>
                    <a:lnTo>
                      <a:pt x="94" y="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2" name="ïṡľî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4F11245-EEE5-4247-83A3-84512B10F792}"/>
                  </a:ext>
                </a:extLst>
              </p:cNvPr>
              <p:cNvSpPr/>
              <p:nvPr/>
            </p:nvSpPr>
            <p:spPr bwMode="auto">
              <a:xfrm>
                <a:off x="11153207" y="4299877"/>
                <a:ext cx="326874" cy="277941"/>
              </a:xfrm>
              <a:custGeom>
                <a:avLst/>
                <a:gdLst>
                  <a:gd name="T0" fmla="*/ 76 w 102"/>
                  <a:gd name="T1" fmla="*/ 1 h 87"/>
                  <a:gd name="T2" fmla="*/ 7 w 102"/>
                  <a:gd name="T3" fmla="*/ 22 h 87"/>
                  <a:gd name="T4" fmla="*/ 1 w 102"/>
                  <a:gd name="T5" fmla="*/ 32 h 87"/>
                  <a:gd name="T6" fmla="*/ 15 w 102"/>
                  <a:gd name="T7" fmla="*/ 80 h 87"/>
                  <a:gd name="T8" fmla="*/ 26 w 102"/>
                  <a:gd name="T9" fmla="*/ 86 h 87"/>
                  <a:gd name="T10" fmla="*/ 95 w 102"/>
                  <a:gd name="T11" fmla="*/ 65 h 87"/>
                  <a:gd name="T12" fmla="*/ 101 w 102"/>
                  <a:gd name="T13" fmla="*/ 55 h 87"/>
                  <a:gd name="T14" fmla="*/ 87 w 102"/>
                  <a:gd name="T15" fmla="*/ 7 h 87"/>
                  <a:gd name="T16" fmla="*/ 76 w 102"/>
                  <a:gd name="T17" fmla="*/ 1 h 87"/>
                  <a:gd name="T18" fmla="*/ 8 w 102"/>
                  <a:gd name="T19" fmla="*/ 27 h 87"/>
                  <a:gd name="T20" fmla="*/ 78 w 102"/>
                  <a:gd name="T21" fmla="*/ 7 h 87"/>
                  <a:gd name="T22" fmla="*/ 81 w 102"/>
                  <a:gd name="T23" fmla="*/ 8 h 87"/>
                  <a:gd name="T24" fmla="*/ 84 w 102"/>
                  <a:gd name="T25" fmla="*/ 17 h 87"/>
                  <a:gd name="T26" fmla="*/ 9 w 102"/>
                  <a:gd name="T27" fmla="*/ 38 h 87"/>
                  <a:gd name="T28" fmla="*/ 7 w 102"/>
                  <a:gd name="T29" fmla="*/ 30 h 87"/>
                  <a:gd name="T30" fmla="*/ 8 w 102"/>
                  <a:gd name="T31" fmla="*/ 27 h 87"/>
                  <a:gd name="T32" fmla="*/ 94 w 102"/>
                  <a:gd name="T33" fmla="*/ 60 h 87"/>
                  <a:gd name="T34" fmla="*/ 24 w 102"/>
                  <a:gd name="T35" fmla="*/ 80 h 87"/>
                  <a:gd name="T36" fmla="*/ 21 w 102"/>
                  <a:gd name="T37" fmla="*/ 78 h 87"/>
                  <a:gd name="T38" fmla="*/ 14 w 102"/>
                  <a:gd name="T39" fmla="*/ 54 h 87"/>
                  <a:gd name="T40" fmla="*/ 88 w 102"/>
                  <a:gd name="T41" fmla="*/ 33 h 87"/>
                  <a:gd name="T42" fmla="*/ 95 w 102"/>
                  <a:gd name="T43" fmla="*/ 57 h 87"/>
                  <a:gd name="T44" fmla="*/ 94 w 102"/>
                  <a:gd name="T45" fmla="*/ 60 h 87"/>
                  <a:gd name="T46" fmla="*/ 22 w 102"/>
                  <a:gd name="T47" fmla="*/ 64 h 87"/>
                  <a:gd name="T48" fmla="*/ 27 w 102"/>
                  <a:gd name="T49" fmla="*/ 62 h 87"/>
                  <a:gd name="T50" fmla="*/ 31 w 102"/>
                  <a:gd name="T51" fmla="*/ 73 h 87"/>
                  <a:gd name="T52" fmla="*/ 25 w 102"/>
                  <a:gd name="T53" fmla="*/ 74 h 87"/>
                  <a:gd name="T54" fmla="*/ 22 w 102"/>
                  <a:gd name="T55" fmla="*/ 64 h 87"/>
                  <a:gd name="T56" fmla="*/ 33 w 102"/>
                  <a:gd name="T57" fmla="*/ 60 h 87"/>
                  <a:gd name="T58" fmla="*/ 38 w 102"/>
                  <a:gd name="T59" fmla="*/ 59 h 87"/>
                  <a:gd name="T60" fmla="*/ 41 w 102"/>
                  <a:gd name="T61" fmla="*/ 70 h 87"/>
                  <a:gd name="T62" fmla="*/ 36 w 102"/>
                  <a:gd name="T63" fmla="*/ 71 h 87"/>
                  <a:gd name="T64" fmla="*/ 33 w 102"/>
                  <a:gd name="T65" fmla="*/ 60 h 87"/>
                  <a:gd name="T66" fmla="*/ 43 w 102"/>
                  <a:gd name="T67" fmla="*/ 57 h 87"/>
                  <a:gd name="T68" fmla="*/ 49 w 102"/>
                  <a:gd name="T69" fmla="*/ 56 h 87"/>
                  <a:gd name="T70" fmla="*/ 52 w 102"/>
                  <a:gd name="T71" fmla="*/ 66 h 87"/>
                  <a:gd name="T72" fmla="*/ 47 w 102"/>
                  <a:gd name="T73" fmla="*/ 68 h 87"/>
                  <a:gd name="T74" fmla="*/ 43 w 102"/>
                  <a:gd name="T75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2" h="87">
                    <a:moveTo>
                      <a:pt x="76" y="1"/>
                    </a:moveTo>
                    <a:cubicBezTo>
                      <a:pt x="7" y="22"/>
                      <a:pt x="7" y="22"/>
                      <a:pt x="7" y="22"/>
                    </a:cubicBezTo>
                    <a:cubicBezTo>
                      <a:pt x="2" y="23"/>
                      <a:pt x="0" y="28"/>
                      <a:pt x="1" y="32"/>
                    </a:cubicBezTo>
                    <a:cubicBezTo>
                      <a:pt x="15" y="80"/>
                      <a:pt x="15" y="80"/>
                      <a:pt x="15" y="80"/>
                    </a:cubicBezTo>
                    <a:cubicBezTo>
                      <a:pt x="17" y="84"/>
                      <a:pt x="21" y="87"/>
                      <a:pt x="26" y="86"/>
                    </a:cubicBezTo>
                    <a:cubicBezTo>
                      <a:pt x="95" y="65"/>
                      <a:pt x="95" y="65"/>
                      <a:pt x="95" y="65"/>
                    </a:cubicBezTo>
                    <a:cubicBezTo>
                      <a:pt x="100" y="64"/>
                      <a:pt x="102" y="59"/>
                      <a:pt x="101" y="55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5" y="3"/>
                      <a:pt x="81" y="0"/>
                      <a:pt x="76" y="1"/>
                    </a:cubicBezTo>
                    <a:close/>
                    <a:moveTo>
                      <a:pt x="8" y="27"/>
                    </a:moveTo>
                    <a:cubicBezTo>
                      <a:pt x="78" y="7"/>
                      <a:pt x="78" y="7"/>
                      <a:pt x="78" y="7"/>
                    </a:cubicBezTo>
                    <a:cubicBezTo>
                      <a:pt x="79" y="6"/>
                      <a:pt x="81" y="7"/>
                      <a:pt x="81" y="8"/>
                    </a:cubicBezTo>
                    <a:cubicBezTo>
                      <a:pt x="84" y="17"/>
                      <a:pt x="84" y="17"/>
                      <a:pt x="84" y="1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6" y="29"/>
                      <a:pt x="7" y="27"/>
                      <a:pt x="8" y="27"/>
                    </a:cubicBezTo>
                    <a:close/>
                    <a:moveTo>
                      <a:pt x="94" y="60"/>
                    </a:moveTo>
                    <a:cubicBezTo>
                      <a:pt x="24" y="80"/>
                      <a:pt x="24" y="80"/>
                      <a:pt x="24" y="80"/>
                    </a:cubicBezTo>
                    <a:cubicBezTo>
                      <a:pt x="23" y="81"/>
                      <a:pt x="21" y="80"/>
                      <a:pt x="21" y="78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88" y="33"/>
                      <a:pt x="88" y="33"/>
                      <a:pt x="88" y="33"/>
                    </a:cubicBezTo>
                    <a:cubicBezTo>
                      <a:pt x="95" y="57"/>
                      <a:pt x="95" y="57"/>
                      <a:pt x="95" y="57"/>
                    </a:cubicBezTo>
                    <a:cubicBezTo>
                      <a:pt x="96" y="58"/>
                      <a:pt x="95" y="60"/>
                      <a:pt x="94" y="60"/>
                    </a:cubicBezTo>
                    <a:close/>
                    <a:moveTo>
                      <a:pt x="22" y="64"/>
                    </a:moveTo>
                    <a:cubicBezTo>
                      <a:pt x="27" y="62"/>
                      <a:pt x="27" y="62"/>
                      <a:pt x="27" y="62"/>
                    </a:cubicBezTo>
                    <a:cubicBezTo>
                      <a:pt x="31" y="73"/>
                      <a:pt x="31" y="73"/>
                      <a:pt x="31" y="73"/>
                    </a:cubicBezTo>
                    <a:cubicBezTo>
                      <a:pt x="25" y="74"/>
                      <a:pt x="25" y="74"/>
                      <a:pt x="25" y="74"/>
                    </a:cubicBezTo>
                    <a:lnTo>
                      <a:pt x="22" y="64"/>
                    </a:lnTo>
                    <a:close/>
                    <a:moveTo>
                      <a:pt x="33" y="60"/>
                    </a:moveTo>
                    <a:cubicBezTo>
                      <a:pt x="38" y="59"/>
                      <a:pt x="38" y="59"/>
                      <a:pt x="38" y="59"/>
                    </a:cubicBezTo>
                    <a:cubicBezTo>
                      <a:pt x="41" y="70"/>
                      <a:pt x="41" y="70"/>
                      <a:pt x="41" y="70"/>
                    </a:cubicBezTo>
                    <a:cubicBezTo>
                      <a:pt x="36" y="71"/>
                      <a:pt x="36" y="71"/>
                      <a:pt x="36" y="71"/>
                    </a:cubicBezTo>
                    <a:lnTo>
                      <a:pt x="33" y="60"/>
                    </a:lnTo>
                    <a:close/>
                    <a:moveTo>
                      <a:pt x="43" y="57"/>
                    </a:moveTo>
                    <a:cubicBezTo>
                      <a:pt x="49" y="56"/>
                      <a:pt x="49" y="56"/>
                      <a:pt x="49" y="56"/>
                    </a:cubicBezTo>
                    <a:cubicBezTo>
                      <a:pt x="52" y="66"/>
                      <a:pt x="52" y="66"/>
                      <a:pt x="52" y="66"/>
                    </a:cubicBezTo>
                    <a:cubicBezTo>
                      <a:pt x="47" y="68"/>
                      <a:pt x="47" y="68"/>
                      <a:pt x="47" y="68"/>
                    </a:cubicBezTo>
                    <a:lnTo>
                      <a:pt x="43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" name="iṡľï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77260E2-321F-42E7-B918-69A0641D8FB4}"/>
                  </a:ext>
                </a:extLst>
              </p:cNvPr>
              <p:cNvSpPr/>
              <p:nvPr/>
            </p:nvSpPr>
            <p:spPr bwMode="auto">
              <a:xfrm>
                <a:off x="11274562" y="2275999"/>
                <a:ext cx="295557" cy="305343"/>
              </a:xfrm>
              <a:custGeom>
                <a:avLst/>
                <a:gdLst>
                  <a:gd name="T0" fmla="*/ 65 w 92"/>
                  <a:gd name="T1" fmla="*/ 96 h 96"/>
                  <a:gd name="T2" fmla="*/ 36 w 92"/>
                  <a:gd name="T3" fmla="*/ 49 h 96"/>
                  <a:gd name="T4" fmla="*/ 36 w 92"/>
                  <a:gd name="T5" fmla="*/ 72 h 96"/>
                  <a:gd name="T6" fmla="*/ 0 w 92"/>
                  <a:gd name="T7" fmla="*/ 36 h 96"/>
                  <a:gd name="T8" fmla="*/ 36 w 92"/>
                  <a:gd name="T9" fmla="*/ 0 h 96"/>
                  <a:gd name="T10" fmla="*/ 36 w 92"/>
                  <a:gd name="T11" fmla="*/ 24 h 96"/>
                  <a:gd name="T12" fmla="*/ 65 w 92"/>
                  <a:gd name="T1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96">
                    <a:moveTo>
                      <a:pt x="65" y="96"/>
                    </a:moveTo>
                    <a:cubicBezTo>
                      <a:pt x="76" y="77"/>
                      <a:pt x="78" y="48"/>
                      <a:pt x="36" y="49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86" y="22"/>
                      <a:pt x="92" y="68"/>
                      <a:pt x="65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4" name="îṩľi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D05BD5B-21DC-4779-BA09-114D689E7EBA}"/>
                  </a:ext>
                </a:extLst>
              </p:cNvPr>
              <p:cNvSpPr/>
              <p:nvPr/>
            </p:nvSpPr>
            <p:spPr bwMode="auto">
              <a:xfrm>
                <a:off x="11188439" y="2508922"/>
                <a:ext cx="275984" cy="195733"/>
              </a:xfrm>
              <a:custGeom>
                <a:avLst/>
                <a:gdLst>
                  <a:gd name="T0" fmla="*/ 70 w 86"/>
                  <a:gd name="T1" fmla="*/ 58 h 61"/>
                  <a:gd name="T2" fmla="*/ 75 w 86"/>
                  <a:gd name="T3" fmla="*/ 49 h 61"/>
                  <a:gd name="T4" fmla="*/ 80 w 86"/>
                  <a:gd name="T5" fmla="*/ 41 h 61"/>
                  <a:gd name="T6" fmla="*/ 85 w 86"/>
                  <a:gd name="T7" fmla="*/ 32 h 61"/>
                  <a:gd name="T8" fmla="*/ 83 w 86"/>
                  <a:gd name="T9" fmla="*/ 25 h 61"/>
                  <a:gd name="T10" fmla="*/ 65 w 86"/>
                  <a:gd name="T11" fmla="*/ 9 h 61"/>
                  <a:gd name="T12" fmla="*/ 58 w 86"/>
                  <a:gd name="T13" fmla="*/ 9 h 61"/>
                  <a:gd name="T14" fmla="*/ 50 w 86"/>
                  <a:gd name="T15" fmla="*/ 17 h 61"/>
                  <a:gd name="T16" fmla="*/ 49 w 86"/>
                  <a:gd name="T17" fmla="*/ 18 h 61"/>
                  <a:gd name="T18" fmla="*/ 17 w 86"/>
                  <a:gd name="T19" fmla="*/ 0 h 61"/>
                  <a:gd name="T20" fmla="*/ 0 w 86"/>
                  <a:gd name="T21" fmla="*/ 3 h 61"/>
                  <a:gd name="T22" fmla="*/ 4 w 86"/>
                  <a:gd name="T23" fmla="*/ 16 h 61"/>
                  <a:gd name="T24" fmla="*/ 9 w 86"/>
                  <a:gd name="T25" fmla="*/ 15 h 61"/>
                  <a:gd name="T26" fmla="*/ 11 w 86"/>
                  <a:gd name="T27" fmla="*/ 24 h 61"/>
                  <a:gd name="T28" fmla="*/ 20 w 86"/>
                  <a:gd name="T29" fmla="*/ 21 h 61"/>
                  <a:gd name="T30" fmla="*/ 23 w 86"/>
                  <a:gd name="T31" fmla="*/ 30 h 61"/>
                  <a:gd name="T32" fmla="*/ 32 w 86"/>
                  <a:gd name="T33" fmla="*/ 27 h 61"/>
                  <a:gd name="T34" fmla="*/ 35 w 86"/>
                  <a:gd name="T35" fmla="*/ 36 h 61"/>
                  <a:gd name="T36" fmla="*/ 39 w 86"/>
                  <a:gd name="T37" fmla="*/ 35 h 61"/>
                  <a:gd name="T38" fmla="*/ 39 w 86"/>
                  <a:gd name="T39" fmla="*/ 36 h 61"/>
                  <a:gd name="T40" fmla="*/ 37 w 86"/>
                  <a:gd name="T41" fmla="*/ 47 h 61"/>
                  <a:gd name="T42" fmla="*/ 41 w 86"/>
                  <a:gd name="T43" fmla="*/ 53 h 61"/>
                  <a:gd name="T44" fmla="*/ 64 w 86"/>
                  <a:gd name="T45" fmla="*/ 61 h 61"/>
                  <a:gd name="T46" fmla="*/ 70 w 86"/>
                  <a:gd name="T47" fmla="*/ 58 h 61"/>
                  <a:gd name="T48" fmla="*/ 15 w 86"/>
                  <a:gd name="T49" fmla="*/ 10 h 61"/>
                  <a:gd name="T50" fmla="*/ 18 w 86"/>
                  <a:gd name="T51" fmla="*/ 6 h 61"/>
                  <a:gd name="T52" fmla="*/ 46 w 86"/>
                  <a:gd name="T53" fmla="*/ 21 h 61"/>
                  <a:gd name="T54" fmla="*/ 43 w 86"/>
                  <a:gd name="T55" fmla="*/ 25 h 61"/>
                  <a:gd name="T56" fmla="*/ 15 w 86"/>
                  <a:gd name="T57" fmla="*/ 10 h 61"/>
                  <a:gd name="T58" fmla="*/ 61 w 86"/>
                  <a:gd name="T59" fmla="*/ 54 h 61"/>
                  <a:gd name="T60" fmla="*/ 57 w 86"/>
                  <a:gd name="T61" fmla="*/ 52 h 61"/>
                  <a:gd name="T62" fmla="*/ 56 w 86"/>
                  <a:gd name="T63" fmla="*/ 49 h 61"/>
                  <a:gd name="T64" fmla="*/ 69 w 86"/>
                  <a:gd name="T65" fmla="*/ 24 h 61"/>
                  <a:gd name="T66" fmla="*/ 72 w 86"/>
                  <a:gd name="T67" fmla="*/ 23 h 61"/>
                  <a:gd name="T68" fmla="*/ 77 w 86"/>
                  <a:gd name="T69" fmla="*/ 26 h 61"/>
                  <a:gd name="T70" fmla="*/ 77 w 86"/>
                  <a:gd name="T71" fmla="*/ 29 h 61"/>
                  <a:gd name="T72" fmla="*/ 64 w 86"/>
                  <a:gd name="T73" fmla="*/ 53 h 61"/>
                  <a:gd name="T74" fmla="*/ 61 w 86"/>
                  <a:gd name="T75" fmla="*/ 5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6" h="61">
                    <a:moveTo>
                      <a:pt x="70" y="58"/>
                    </a:moveTo>
                    <a:cubicBezTo>
                      <a:pt x="75" y="49"/>
                      <a:pt x="75" y="49"/>
                      <a:pt x="75" y="49"/>
                    </a:cubicBezTo>
                    <a:cubicBezTo>
                      <a:pt x="77" y="47"/>
                      <a:pt x="79" y="43"/>
                      <a:pt x="80" y="41"/>
                    </a:cubicBezTo>
                    <a:cubicBezTo>
                      <a:pt x="85" y="32"/>
                      <a:pt x="85" y="32"/>
                      <a:pt x="85" y="32"/>
                    </a:cubicBezTo>
                    <a:cubicBezTo>
                      <a:pt x="86" y="29"/>
                      <a:pt x="85" y="26"/>
                      <a:pt x="83" y="25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3" y="7"/>
                      <a:pt x="60" y="8"/>
                      <a:pt x="58" y="9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49" y="17"/>
                      <a:pt x="49" y="18"/>
                      <a:pt x="49" y="18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9" y="35"/>
                      <a:pt x="39" y="35"/>
                      <a:pt x="39" y="35"/>
                    </a:cubicBezTo>
                    <a:cubicBezTo>
                      <a:pt x="39" y="35"/>
                      <a:pt x="39" y="36"/>
                      <a:pt x="39" y="36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7" y="50"/>
                      <a:pt x="38" y="53"/>
                      <a:pt x="41" y="53"/>
                    </a:cubicBezTo>
                    <a:cubicBezTo>
                      <a:pt x="64" y="61"/>
                      <a:pt x="64" y="61"/>
                      <a:pt x="64" y="61"/>
                    </a:cubicBezTo>
                    <a:cubicBezTo>
                      <a:pt x="66" y="61"/>
                      <a:pt x="69" y="60"/>
                      <a:pt x="70" y="58"/>
                    </a:cubicBezTo>
                    <a:close/>
                    <a:moveTo>
                      <a:pt x="15" y="10"/>
                    </a:moveTo>
                    <a:cubicBezTo>
                      <a:pt x="18" y="6"/>
                      <a:pt x="18" y="6"/>
                      <a:pt x="18" y="6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3" y="25"/>
                      <a:pt x="43" y="25"/>
                      <a:pt x="43" y="25"/>
                    </a:cubicBezTo>
                    <a:lnTo>
                      <a:pt x="15" y="10"/>
                    </a:lnTo>
                    <a:close/>
                    <a:moveTo>
                      <a:pt x="61" y="54"/>
                    </a:moveTo>
                    <a:cubicBezTo>
                      <a:pt x="57" y="52"/>
                      <a:pt x="57" y="52"/>
                      <a:pt x="57" y="52"/>
                    </a:cubicBezTo>
                    <a:cubicBezTo>
                      <a:pt x="56" y="51"/>
                      <a:pt x="55" y="50"/>
                      <a:pt x="56" y="49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70" y="23"/>
                      <a:pt x="71" y="23"/>
                      <a:pt x="72" y="23"/>
                    </a:cubicBezTo>
                    <a:cubicBezTo>
                      <a:pt x="77" y="26"/>
                      <a:pt x="77" y="26"/>
                      <a:pt x="77" y="26"/>
                    </a:cubicBezTo>
                    <a:cubicBezTo>
                      <a:pt x="78" y="26"/>
                      <a:pt x="78" y="28"/>
                      <a:pt x="77" y="2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64" y="54"/>
                      <a:pt x="62" y="55"/>
                      <a:pt x="61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5" name="íṧḷi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D20A374-0071-4AC2-AB38-E819B4EA4E07}"/>
                  </a:ext>
                </a:extLst>
              </p:cNvPr>
              <p:cNvSpPr/>
              <p:nvPr/>
            </p:nvSpPr>
            <p:spPr bwMode="auto">
              <a:xfrm>
                <a:off x="10996621" y="4129590"/>
                <a:ext cx="221179" cy="191818"/>
              </a:xfrm>
              <a:custGeom>
                <a:avLst/>
                <a:gdLst>
                  <a:gd name="T0" fmla="*/ 56 w 69"/>
                  <a:gd name="T1" fmla="*/ 0 h 60"/>
                  <a:gd name="T2" fmla="*/ 13 w 69"/>
                  <a:gd name="T3" fmla="*/ 0 h 60"/>
                  <a:gd name="T4" fmla="*/ 0 w 69"/>
                  <a:gd name="T5" fmla="*/ 13 h 60"/>
                  <a:gd name="T6" fmla="*/ 0 w 69"/>
                  <a:gd name="T7" fmla="*/ 58 h 60"/>
                  <a:gd name="T8" fmla="*/ 2 w 69"/>
                  <a:gd name="T9" fmla="*/ 60 h 60"/>
                  <a:gd name="T10" fmla="*/ 66 w 69"/>
                  <a:gd name="T11" fmla="*/ 60 h 60"/>
                  <a:gd name="T12" fmla="*/ 69 w 69"/>
                  <a:gd name="T13" fmla="*/ 58 h 60"/>
                  <a:gd name="T14" fmla="*/ 69 w 69"/>
                  <a:gd name="T15" fmla="*/ 13 h 60"/>
                  <a:gd name="T16" fmla="*/ 56 w 69"/>
                  <a:gd name="T17" fmla="*/ 0 h 60"/>
                  <a:gd name="T18" fmla="*/ 34 w 69"/>
                  <a:gd name="T19" fmla="*/ 51 h 60"/>
                  <a:gd name="T20" fmla="*/ 13 w 69"/>
                  <a:gd name="T21" fmla="*/ 34 h 60"/>
                  <a:gd name="T22" fmla="*/ 26 w 69"/>
                  <a:gd name="T23" fmla="*/ 34 h 60"/>
                  <a:gd name="T24" fmla="*/ 26 w 69"/>
                  <a:gd name="T25" fmla="*/ 21 h 60"/>
                  <a:gd name="T26" fmla="*/ 43 w 69"/>
                  <a:gd name="T27" fmla="*/ 21 h 60"/>
                  <a:gd name="T28" fmla="*/ 43 w 69"/>
                  <a:gd name="T29" fmla="*/ 34 h 60"/>
                  <a:gd name="T30" fmla="*/ 56 w 69"/>
                  <a:gd name="T31" fmla="*/ 34 h 60"/>
                  <a:gd name="T32" fmla="*/ 34 w 69"/>
                  <a:gd name="T33" fmla="*/ 51 h 60"/>
                  <a:gd name="T34" fmla="*/ 10 w 69"/>
                  <a:gd name="T35" fmla="*/ 9 h 60"/>
                  <a:gd name="T36" fmla="*/ 15 w 69"/>
                  <a:gd name="T37" fmla="*/ 4 h 60"/>
                  <a:gd name="T38" fmla="*/ 54 w 69"/>
                  <a:gd name="T39" fmla="*/ 4 h 60"/>
                  <a:gd name="T40" fmla="*/ 58 w 69"/>
                  <a:gd name="T41" fmla="*/ 9 h 60"/>
                  <a:gd name="T42" fmla="*/ 10 w 69"/>
                  <a:gd name="T43" fmla="*/ 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9" h="60">
                    <a:moveTo>
                      <a:pt x="56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59"/>
                      <a:pt x="1" y="60"/>
                      <a:pt x="2" y="60"/>
                    </a:cubicBezTo>
                    <a:cubicBezTo>
                      <a:pt x="66" y="60"/>
                      <a:pt x="66" y="60"/>
                      <a:pt x="66" y="60"/>
                    </a:cubicBezTo>
                    <a:cubicBezTo>
                      <a:pt x="68" y="60"/>
                      <a:pt x="69" y="59"/>
                      <a:pt x="69" y="58"/>
                    </a:cubicBezTo>
                    <a:cubicBezTo>
                      <a:pt x="69" y="13"/>
                      <a:pt x="69" y="13"/>
                      <a:pt x="69" y="13"/>
                    </a:cubicBezTo>
                    <a:lnTo>
                      <a:pt x="56" y="0"/>
                    </a:lnTo>
                    <a:close/>
                    <a:moveTo>
                      <a:pt x="34" y="51"/>
                    </a:moveTo>
                    <a:cubicBezTo>
                      <a:pt x="13" y="34"/>
                      <a:pt x="13" y="34"/>
                      <a:pt x="13" y="34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26" y="21"/>
                      <a:pt x="26" y="21"/>
                      <a:pt x="26" y="21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56" y="34"/>
                      <a:pt x="56" y="34"/>
                      <a:pt x="56" y="34"/>
                    </a:cubicBezTo>
                    <a:lnTo>
                      <a:pt x="34" y="51"/>
                    </a:lnTo>
                    <a:close/>
                    <a:moveTo>
                      <a:pt x="10" y="9"/>
                    </a:moveTo>
                    <a:cubicBezTo>
                      <a:pt x="15" y="4"/>
                      <a:pt x="15" y="4"/>
                      <a:pt x="15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8" y="9"/>
                      <a:pt x="58" y="9"/>
                      <a:pt x="58" y="9"/>
                    </a:cubicBezTo>
                    <a:lnTo>
                      <a:pt x="1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" name="ïŝḻî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CA412A-970B-4438-9846-4EC819C70AA6}"/>
                  </a:ext>
                </a:extLst>
              </p:cNvPr>
              <p:cNvSpPr/>
              <p:nvPr/>
            </p:nvSpPr>
            <p:spPr bwMode="auto">
              <a:xfrm>
                <a:off x="11303921" y="2003931"/>
                <a:ext cx="182032" cy="248580"/>
              </a:xfrm>
              <a:custGeom>
                <a:avLst/>
                <a:gdLst>
                  <a:gd name="T0" fmla="*/ 57 w 57"/>
                  <a:gd name="T1" fmla="*/ 48 h 78"/>
                  <a:gd name="T2" fmla="*/ 57 w 57"/>
                  <a:gd name="T3" fmla="*/ 48 h 78"/>
                  <a:gd name="T4" fmla="*/ 57 w 57"/>
                  <a:gd name="T5" fmla="*/ 48 h 78"/>
                  <a:gd name="T6" fmla="*/ 28 w 57"/>
                  <a:gd name="T7" fmla="*/ 0 h 78"/>
                  <a:gd name="T8" fmla="*/ 0 w 57"/>
                  <a:gd name="T9" fmla="*/ 48 h 78"/>
                  <a:gd name="T10" fmla="*/ 0 w 57"/>
                  <a:gd name="T11" fmla="*/ 48 h 78"/>
                  <a:gd name="T12" fmla="*/ 0 w 57"/>
                  <a:gd name="T13" fmla="*/ 48 h 78"/>
                  <a:gd name="T14" fmla="*/ 0 w 57"/>
                  <a:gd name="T15" fmla="*/ 49 h 78"/>
                  <a:gd name="T16" fmla="*/ 0 w 57"/>
                  <a:gd name="T17" fmla="*/ 49 h 78"/>
                  <a:gd name="T18" fmla="*/ 0 w 57"/>
                  <a:gd name="T19" fmla="*/ 49 h 78"/>
                  <a:gd name="T20" fmla="*/ 28 w 57"/>
                  <a:gd name="T21" fmla="*/ 78 h 78"/>
                  <a:gd name="T22" fmla="*/ 57 w 57"/>
                  <a:gd name="T23" fmla="*/ 49 h 78"/>
                  <a:gd name="T24" fmla="*/ 57 w 57"/>
                  <a:gd name="T25" fmla="*/ 49 h 78"/>
                  <a:gd name="T26" fmla="*/ 57 w 57"/>
                  <a:gd name="T27" fmla="*/ 49 h 78"/>
                  <a:gd name="T28" fmla="*/ 57 w 57"/>
                  <a:gd name="T29" fmla="*/ 48 h 78"/>
                  <a:gd name="T30" fmla="*/ 48 w 57"/>
                  <a:gd name="T31" fmla="*/ 49 h 78"/>
                  <a:gd name="T32" fmla="*/ 48 w 57"/>
                  <a:gd name="T33" fmla="*/ 49 h 78"/>
                  <a:gd name="T34" fmla="*/ 42 w 57"/>
                  <a:gd name="T35" fmla="*/ 62 h 78"/>
                  <a:gd name="T36" fmla="*/ 28 w 57"/>
                  <a:gd name="T37" fmla="*/ 68 h 78"/>
                  <a:gd name="T38" fmla="*/ 26 w 57"/>
                  <a:gd name="T39" fmla="*/ 68 h 78"/>
                  <a:gd name="T40" fmla="*/ 43 w 57"/>
                  <a:gd name="T41" fmla="*/ 37 h 78"/>
                  <a:gd name="T42" fmla="*/ 43 w 57"/>
                  <a:gd name="T43" fmla="*/ 33 h 78"/>
                  <a:gd name="T44" fmla="*/ 48 w 57"/>
                  <a:gd name="T45" fmla="*/ 48 h 78"/>
                  <a:gd name="T46" fmla="*/ 48 w 57"/>
                  <a:gd name="T47" fmla="*/ 48 h 78"/>
                  <a:gd name="T48" fmla="*/ 48 w 57"/>
                  <a:gd name="T49" fmla="*/ 48 h 78"/>
                  <a:gd name="T50" fmla="*/ 48 w 57"/>
                  <a:gd name="T51" fmla="*/ 48 h 78"/>
                  <a:gd name="T52" fmla="*/ 48 w 57"/>
                  <a:gd name="T53" fmla="*/ 49 h 78"/>
                  <a:gd name="T54" fmla="*/ 48 w 57"/>
                  <a:gd name="T55" fmla="*/ 49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7" h="78">
                    <a:moveTo>
                      <a:pt x="57" y="48"/>
                    </a:moveTo>
                    <a:cubicBezTo>
                      <a:pt x="57" y="48"/>
                      <a:pt x="57" y="48"/>
                      <a:pt x="57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57" y="24"/>
                      <a:pt x="28" y="0"/>
                      <a:pt x="28" y="0"/>
                    </a:cubicBezTo>
                    <a:cubicBezTo>
                      <a:pt x="28" y="0"/>
                      <a:pt x="0" y="24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8"/>
                      <a:pt x="0" y="48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65"/>
                      <a:pt x="13" y="78"/>
                      <a:pt x="28" y="78"/>
                    </a:cubicBezTo>
                    <a:cubicBezTo>
                      <a:pt x="44" y="78"/>
                      <a:pt x="57" y="65"/>
                      <a:pt x="57" y="49"/>
                    </a:cubicBezTo>
                    <a:cubicBezTo>
                      <a:pt x="57" y="49"/>
                      <a:pt x="57" y="49"/>
                      <a:pt x="57" y="49"/>
                    </a:cubicBezTo>
                    <a:cubicBezTo>
                      <a:pt x="57" y="49"/>
                      <a:pt x="57" y="49"/>
                      <a:pt x="57" y="49"/>
                    </a:cubicBezTo>
                    <a:cubicBezTo>
                      <a:pt x="57" y="48"/>
                      <a:pt x="57" y="48"/>
                      <a:pt x="57" y="48"/>
                    </a:cubicBezTo>
                    <a:close/>
                    <a:moveTo>
                      <a:pt x="48" y="49"/>
                    </a:move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4"/>
                      <a:pt x="46" y="59"/>
                      <a:pt x="42" y="62"/>
                    </a:cubicBezTo>
                    <a:cubicBezTo>
                      <a:pt x="38" y="66"/>
                      <a:pt x="34" y="68"/>
                      <a:pt x="28" y="68"/>
                    </a:cubicBezTo>
                    <a:cubicBezTo>
                      <a:pt x="28" y="68"/>
                      <a:pt x="27" y="68"/>
                      <a:pt x="26" y="68"/>
                    </a:cubicBezTo>
                    <a:cubicBezTo>
                      <a:pt x="36" y="61"/>
                      <a:pt x="43" y="50"/>
                      <a:pt x="43" y="37"/>
                    </a:cubicBezTo>
                    <a:cubicBezTo>
                      <a:pt x="43" y="35"/>
                      <a:pt x="43" y="34"/>
                      <a:pt x="43" y="33"/>
                    </a:cubicBezTo>
                    <a:cubicBezTo>
                      <a:pt x="46" y="38"/>
                      <a:pt x="48" y="43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48"/>
                      <a:pt x="48" y="48"/>
                      <a:pt x="48" y="49"/>
                    </a:cubicBezTo>
                    <a:cubicBezTo>
                      <a:pt x="48" y="49"/>
                      <a:pt x="48" y="49"/>
                      <a:pt x="48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" name="íśļi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F8D79BA-B404-4F5D-B2C6-CF69C56DCEB6}"/>
                  </a:ext>
                </a:extLst>
              </p:cNvPr>
              <p:cNvSpPr/>
              <p:nvPr/>
            </p:nvSpPr>
            <p:spPr bwMode="auto">
              <a:xfrm>
                <a:off x="11108188" y="1823857"/>
                <a:ext cx="285770" cy="272068"/>
              </a:xfrm>
              <a:custGeom>
                <a:avLst/>
                <a:gdLst>
                  <a:gd name="T0" fmla="*/ 52 w 89"/>
                  <a:gd name="T1" fmla="*/ 3 h 85"/>
                  <a:gd name="T2" fmla="*/ 4 w 89"/>
                  <a:gd name="T3" fmla="*/ 36 h 85"/>
                  <a:gd name="T4" fmla="*/ 3 w 89"/>
                  <a:gd name="T5" fmla="*/ 45 h 85"/>
                  <a:gd name="T6" fmla="*/ 28 w 89"/>
                  <a:gd name="T7" fmla="*/ 82 h 85"/>
                  <a:gd name="T8" fmla="*/ 37 w 89"/>
                  <a:gd name="T9" fmla="*/ 83 h 85"/>
                  <a:gd name="T10" fmla="*/ 85 w 89"/>
                  <a:gd name="T11" fmla="*/ 50 h 85"/>
                  <a:gd name="T12" fmla="*/ 87 w 89"/>
                  <a:gd name="T13" fmla="*/ 41 h 85"/>
                  <a:gd name="T14" fmla="*/ 61 w 89"/>
                  <a:gd name="T15" fmla="*/ 4 h 85"/>
                  <a:gd name="T16" fmla="*/ 52 w 89"/>
                  <a:gd name="T17" fmla="*/ 3 h 85"/>
                  <a:gd name="T18" fmla="*/ 38 w 89"/>
                  <a:gd name="T19" fmla="*/ 48 h 85"/>
                  <a:gd name="T20" fmla="*/ 31 w 89"/>
                  <a:gd name="T21" fmla="*/ 71 h 85"/>
                  <a:gd name="T22" fmla="*/ 11 w 89"/>
                  <a:gd name="T23" fmla="*/ 42 h 85"/>
                  <a:gd name="T24" fmla="*/ 38 w 89"/>
                  <a:gd name="T25" fmla="*/ 48 h 85"/>
                  <a:gd name="T26" fmla="*/ 14 w 89"/>
                  <a:gd name="T27" fmla="*/ 40 h 85"/>
                  <a:gd name="T28" fmla="*/ 52 w 89"/>
                  <a:gd name="T29" fmla="*/ 13 h 85"/>
                  <a:gd name="T30" fmla="*/ 43 w 89"/>
                  <a:gd name="T31" fmla="*/ 41 h 85"/>
                  <a:gd name="T32" fmla="*/ 14 w 89"/>
                  <a:gd name="T33" fmla="*/ 40 h 85"/>
                  <a:gd name="T34" fmla="*/ 39 w 89"/>
                  <a:gd name="T35" fmla="*/ 48 h 85"/>
                  <a:gd name="T36" fmla="*/ 50 w 89"/>
                  <a:gd name="T37" fmla="*/ 50 h 85"/>
                  <a:gd name="T38" fmla="*/ 51 w 89"/>
                  <a:gd name="T39" fmla="*/ 40 h 85"/>
                  <a:gd name="T40" fmla="*/ 74 w 89"/>
                  <a:gd name="T41" fmla="*/ 47 h 85"/>
                  <a:gd name="T42" fmla="*/ 38 w 89"/>
                  <a:gd name="T43" fmla="*/ 72 h 85"/>
                  <a:gd name="T44" fmla="*/ 39 w 89"/>
                  <a:gd name="T45" fmla="*/ 48 h 85"/>
                  <a:gd name="T46" fmla="*/ 51 w 89"/>
                  <a:gd name="T47" fmla="*/ 39 h 85"/>
                  <a:gd name="T48" fmla="*/ 55 w 89"/>
                  <a:gd name="T49" fmla="*/ 11 h 85"/>
                  <a:gd name="T50" fmla="*/ 75 w 89"/>
                  <a:gd name="T51" fmla="*/ 40 h 85"/>
                  <a:gd name="T52" fmla="*/ 51 w 89"/>
                  <a:gd name="T53" fmla="*/ 3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9" h="85">
                    <a:moveTo>
                      <a:pt x="52" y="3"/>
                    </a:moveTo>
                    <a:cubicBezTo>
                      <a:pt x="4" y="36"/>
                      <a:pt x="4" y="36"/>
                      <a:pt x="4" y="36"/>
                    </a:cubicBezTo>
                    <a:cubicBezTo>
                      <a:pt x="1" y="38"/>
                      <a:pt x="0" y="42"/>
                      <a:pt x="3" y="45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30" y="85"/>
                      <a:pt x="34" y="85"/>
                      <a:pt x="37" y="83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8" y="48"/>
                      <a:pt x="89" y="44"/>
                      <a:pt x="87" y="41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9" y="1"/>
                      <a:pt x="55" y="0"/>
                      <a:pt x="52" y="3"/>
                    </a:cubicBezTo>
                    <a:close/>
                    <a:moveTo>
                      <a:pt x="38" y="48"/>
                    </a:moveTo>
                    <a:cubicBezTo>
                      <a:pt x="31" y="71"/>
                      <a:pt x="31" y="71"/>
                      <a:pt x="31" y="71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38" y="48"/>
                    </a:lnTo>
                    <a:close/>
                    <a:moveTo>
                      <a:pt x="14" y="40"/>
                    </a:moveTo>
                    <a:cubicBezTo>
                      <a:pt x="52" y="13"/>
                      <a:pt x="52" y="13"/>
                      <a:pt x="52" y="13"/>
                    </a:cubicBezTo>
                    <a:cubicBezTo>
                      <a:pt x="43" y="41"/>
                      <a:pt x="43" y="41"/>
                      <a:pt x="43" y="41"/>
                    </a:cubicBezTo>
                    <a:lnTo>
                      <a:pt x="14" y="40"/>
                    </a:lnTo>
                    <a:close/>
                    <a:moveTo>
                      <a:pt x="39" y="48"/>
                    </a:moveTo>
                    <a:cubicBezTo>
                      <a:pt x="50" y="50"/>
                      <a:pt x="50" y="50"/>
                      <a:pt x="50" y="50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38" y="72"/>
                      <a:pt x="38" y="72"/>
                      <a:pt x="38" y="72"/>
                    </a:cubicBezTo>
                    <a:lnTo>
                      <a:pt x="39" y="48"/>
                    </a:lnTo>
                    <a:close/>
                    <a:moveTo>
                      <a:pt x="51" y="39"/>
                    </a:moveTo>
                    <a:cubicBezTo>
                      <a:pt x="55" y="11"/>
                      <a:pt x="55" y="11"/>
                      <a:pt x="55" y="11"/>
                    </a:cubicBezTo>
                    <a:cubicBezTo>
                      <a:pt x="75" y="40"/>
                      <a:pt x="75" y="40"/>
                      <a:pt x="75" y="40"/>
                    </a:cubicBezTo>
                    <a:lnTo>
                      <a:pt x="51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" name="i$ḷi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E019930-B160-4D42-8396-D7957F0CB39E}"/>
                  </a:ext>
                </a:extLst>
              </p:cNvPr>
              <p:cNvSpPr/>
              <p:nvPr/>
            </p:nvSpPr>
            <p:spPr bwMode="auto">
              <a:xfrm>
                <a:off x="10996621" y="1667271"/>
                <a:ext cx="217264" cy="221178"/>
              </a:xfrm>
              <a:custGeom>
                <a:avLst/>
                <a:gdLst>
                  <a:gd name="T0" fmla="*/ 34 w 68"/>
                  <a:gd name="T1" fmla="*/ 0 h 69"/>
                  <a:gd name="T2" fmla="*/ 0 w 68"/>
                  <a:gd name="T3" fmla="*/ 35 h 69"/>
                  <a:gd name="T4" fmla="*/ 34 w 68"/>
                  <a:gd name="T5" fmla="*/ 69 h 69"/>
                  <a:gd name="T6" fmla="*/ 68 w 68"/>
                  <a:gd name="T7" fmla="*/ 35 h 69"/>
                  <a:gd name="T8" fmla="*/ 34 w 68"/>
                  <a:gd name="T9" fmla="*/ 0 h 69"/>
                  <a:gd name="T10" fmla="*/ 34 w 68"/>
                  <a:gd name="T11" fmla="*/ 62 h 69"/>
                  <a:gd name="T12" fmla="*/ 7 w 68"/>
                  <a:gd name="T13" fmla="*/ 35 h 69"/>
                  <a:gd name="T14" fmla="*/ 34 w 68"/>
                  <a:gd name="T15" fmla="*/ 7 h 69"/>
                  <a:gd name="T16" fmla="*/ 62 w 68"/>
                  <a:gd name="T17" fmla="*/ 35 h 69"/>
                  <a:gd name="T18" fmla="*/ 34 w 68"/>
                  <a:gd name="T19" fmla="*/ 62 h 69"/>
                  <a:gd name="T20" fmla="*/ 22 w 68"/>
                  <a:gd name="T21" fmla="*/ 24 h 69"/>
                  <a:gd name="T22" fmla="*/ 36 w 68"/>
                  <a:gd name="T23" fmla="*/ 35 h 69"/>
                  <a:gd name="T24" fmla="*/ 22 w 68"/>
                  <a:gd name="T25" fmla="*/ 45 h 69"/>
                  <a:gd name="T26" fmla="*/ 22 w 68"/>
                  <a:gd name="T27" fmla="*/ 24 h 69"/>
                  <a:gd name="T28" fmla="*/ 39 w 68"/>
                  <a:gd name="T29" fmla="*/ 24 h 69"/>
                  <a:gd name="T30" fmla="*/ 54 w 68"/>
                  <a:gd name="T31" fmla="*/ 35 h 69"/>
                  <a:gd name="T32" fmla="*/ 39 w 68"/>
                  <a:gd name="T33" fmla="*/ 45 h 69"/>
                  <a:gd name="T34" fmla="*/ 39 w 68"/>
                  <a:gd name="T35" fmla="*/ 2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8" h="69">
                    <a:moveTo>
                      <a:pt x="34" y="0"/>
                    </a:moveTo>
                    <a:cubicBezTo>
                      <a:pt x="15" y="0"/>
                      <a:pt x="0" y="16"/>
                      <a:pt x="0" y="35"/>
                    </a:cubicBezTo>
                    <a:cubicBezTo>
                      <a:pt x="0" y="53"/>
                      <a:pt x="15" y="69"/>
                      <a:pt x="34" y="69"/>
                    </a:cubicBezTo>
                    <a:cubicBezTo>
                      <a:pt x="53" y="69"/>
                      <a:pt x="68" y="53"/>
                      <a:pt x="68" y="35"/>
                    </a:cubicBezTo>
                    <a:cubicBezTo>
                      <a:pt x="68" y="16"/>
                      <a:pt x="53" y="0"/>
                      <a:pt x="34" y="0"/>
                    </a:cubicBezTo>
                    <a:close/>
                    <a:moveTo>
                      <a:pt x="34" y="62"/>
                    </a:moveTo>
                    <a:cubicBezTo>
                      <a:pt x="19" y="62"/>
                      <a:pt x="7" y="50"/>
                      <a:pt x="7" y="35"/>
                    </a:cubicBezTo>
                    <a:cubicBezTo>
                      <a:pt x="7" y="19"/>
                      <a:pt x="19" y="7"/>
                      <a:pt x="34" y="7"/>
                    </a:cubicBezTo>
                    <a:cubicBezTo>
                      <a:pt x="50" y="7"/>
                      <a:pt x="62" y="19"/>
                      <a:pt x="62" y="35"/>
                    </a:cubicBezTo>
                    <a:cubicBezTo>
                      <a:pt x="62" y="50"/>
                      <a:pt x="50" y="62"/>
                      <a:pt x="34" y="62"/>
                    </a:cubicBezTo>
                    <a:close/>
                    <a:moveTo>
                      <a:pt x="22" y="24"/>
                    </a:moveTo>
                    <a:cubicBezTo>
                      <a:pt x="36" y="35"/>
                      <a:pt x="36" y="35"/>
                      <a:pt x="36" y="35"/>
                    </a:cubicBezTo>
                    <a:cubicBezTo>
                      <a:pt x="22" y="45"/>
                      <a:pt x="22" y="45"/>
                      <a:pt x="22" y="45"/>
                    </a:cubicBezTo>
                    <a:lnTo>
                      <a:pt x="22" y="24"/>
                    </a:lnTo>
                    <a:close/>
                    <a:moveTo>
                      <a:pt x="39" y="24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39" y="45"/>
                      <a:pt x="39" y="45"/>
                      <a:pt x="39" y="45"/>
                    </a:cubicBezTo>
                    <a:lnTo>
                      <a:pt x="3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" name="íṥli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526D8BF-7849-4B14-BB16-7FF1DA250184}"/>
                  </a:ext>
                </a:extLst>
              </p:cNvPr>
              <p:cNvSpPr/>
              <p:nvPr/>
            </p:nvSpPr>
            <p:spPr bwMode="auto">
              <a:xfrm>
                <a:off x="11096444" y="2135072"/>
                <a:ext cx="172245" cy="197690"/>
              </a:xfrm>
              <a:custGeom>
                <a:avLst/>
                <a:gdLst>
                  <a:gd name="T0" fmla="*/ 50 w 54"/>
                  <a:gd name="T1" fmla="*/ 12 h 62"/>
                  <a:gd name="T2" fmla="*/ 42 w 54"/>
                  <a:gd name="T3" fmla="*/ 5 h 62"/>
                  <a:gd name="T4" fmla="*/ 33 w 54"/>
                  <a:gd name="T5" fmla="*/ 0 h 62"/>
                  <a:gd name="T6" fmla="*/ 6 w 54"/>
                  <a:gd name="T7" fmla="*/ 0 h 62"/>
                  <a:gd name="T8" fmla="*/ 0 w 54"/>
                  <a:gd name="T9" fmla="*/ 6 h 62"/>
                  <a:gd name="T10" fmla="*/ 0 w 54"/>
                  <a:gd name="T11" fmla="*/ 56 h 62"/>
                  <a:gd name="T12" fmla="*/ 6 w 54"/>
                  <a:gd name="T13" fmla="*/ 62 h 62"/>
                  <a:gd name="T14" fmla="*/ 48 w 54"/>
                  <a:gd name="T15" fmla="*/ 62 h 62"/>
                  <a:gd name="T16" fmla="*/ 54 w 54"/>
                  <a:gd name="T17" fmla="*/ 56 h 62"/>
                  <a:gd name="T18" fmla="*/ 54 w 54"/>
                  <a:gd name="T19" fmla="*/ 21 h 62"/>
                  <a:gd name="T20" fmla="*/ 50 w 54"/>
                  <a:gd name="T21" fmla="*/ 12 h 62"/>
                  <a:gd name="T22" fmla="*/ 35 w 54"/>
                  <a:gd name="T23" fmla="*/ 9 h 62"/>
                  <a:gd name="T24" fmla="*/ 35 w 54"/>
                  <a:gd name="T25" fmla="*/ 9 h 62"/>
                  <a:gd name="T26" fmla="*/ 37 w 54"/>
                  <a:gd name="T27" fmla="*/ 10 h 62"/>
                  <a:gd name="T28" fmla="*/ 44 w 54"/>
                  <a:gd name="T29" fmla="*/ 17 h 62"/>
                  <a:gd name="T30" fmla="*/ 45 w 54"/>
                  <a:gd name="T31" fmla="*/ 19 h 62"/>
                  <a:gd name="T32" fmla="*/ 46 w 54"/>
                  <a:gd name="T33" fmla="*/ 20 h 62"/>
                  <a:gd name="T34" fmla="*/ 35 w 54"/>
                  <a:gd name="T35" fmla="*/ 20 h 62"/>
                  <a:gd name="T36" fmla="*/ 35 w 54"/>
                  <a:gd name="T37" fmla="*/ 9 h 62"/>
                  <a:gd name="T38" fmla="*/ 46 w 54"/>
                  <a:gd name="T39" fmla="*/ 54 h 62"/>
                  <a:gd name="T40" fmla="*/ 8 w 54"/>
                  <a:gd name="T41" fmla="*/ 54 h 62"/>
                  <a:gd name="T42" fmla="*/ 8 w 54"/>
                  <a:gd name="T43" fmla="*/ 8 h 62"/>
                  <a:gd name="T44" fmla="*/ 31 w 54"/>
                  <a:gd name="T45" fmla="*/ 8 h 62"/>
                  <a:gd name="T46" fmla="*/ 31 w 54"/>
                  <a:gd name="T47" fmla="*/ 23 h 62"/>
                  <a:gd name="T48" fmla="*/ 46 w 54"/>
                  <a:gd name="T49" fmla="*/ 23 h 62"/>
                  <a:gd name="T50" fmla="*/ 46 w 54"/>
                  <a:gd name="T51" fmla="*/ 5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4" h="62">
                    <a:moveTo>
                      <a:pt x="50" y="12"/>
                    </a:moveTo>
                    <a:cubicBezTo>
                      <a:pt x="42" y="5"/>
                      <a:pt x="42" y="5"/>
                      <a:pt x="42" y="5"/>
                    </a:cubicBezTo>
                    <a:cubicBezTo>
                      <a:pt x="40" y="2"/>
                      <a:pt x="36" y="0"/>
                      <a:pt x="3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9"/>
                      <a:pt x="3" y="62"/>
                      <a:pt x="6" y="62"/>
                    </a:cubicBezTo>
                    <a:cubicBezTo>
                      <a:pt x="48" y="62"/>
                      <a:pt x="48" y="62"/>
                      <a:pt x="48" y="62"/>
                    </a:cubicBezTo>
                    <a:cubicBezTo>
                      <a:pt x="51" y="62"/>
                      <a:pt x="54" y="59"/>
                      <a:pt x="54" y="56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18"/>
                      <a:pt x="52" y="14"/>
                      <a:pt x="50" y="12"/>
                    </a:cubicBezTo>
                    <a:close/>
                    <a:moveTo>
                      <a:pt x="35" y="9"/>
                    </a:moveTo>
                    <a:cubicBezTo>
                      <a:pt x="35" y="9"/>
                      <a:pt x="35" y="9"/>
                      <a:pt x="35" y="9"/>
                    </a:cubicBezTo>
                    <a:cubicBezTo>
                      <a:pt x="36" y="9"/>
                      <a:pt x="37" y="10"/>
                      <a:pt x="37" y="10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5" y="17"/>
                      <a:pt x="45" y="18"/>
                      <a:pt x="45" y="19"/>
                    </a:cubicBezTo>
                    <a:cubicBezTo>
                      <a:pt x="46" y="19"/>
                      <a:pt x="46" y="19"/>
                      <a:pt x="46" y="20"/>
                    </a:cubicBezTo>
                    <a:cubicBezTo>
                      <a:pt x="35" y="20"/>
                      <a:pt x="35" y="20"/>
                      <a:pt x="35" y="20"/>
                    </a:cubicBezTo>
                    <a:lnTo>
                      <a:pt x="35" y="9"/>
                    </a:lnTo>
                    <a:close/>
                    <a:moveTo>
                      <a:pt x="46" y="54"/>
                    </a:moveTo>
                    <a:cubicBezTo>
                      <a:pt x="8" y="54"/>
                      <a:pt x="8" y="54"/>
                      <a:pt x="8" y="5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23"/>
                      <a:pt x="31" y="23"/>
                      <a:pt x="31" y="23"/>
                    </a:cubicBezTo>
                    <a:cubicBezTo>
                      <a:pt x="46" y="23"/>
                      <a:pt x="46" y="23"/>
                      <a:pt x="46" y="23"/>
                    </a:cubicBezTo>
                    <a:lnTo>
                      <a:pt x="46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" name="íṩ1i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214D6D0-2669-425D-9B86-64490D9CEDF4}"/>
                  </a:ext>
                </a:extLst>
              </p:cNvPr>
              <p:cNvSpPr/>
              <p:nvPr/>
            </p:nvSpPr>
            <p:spPr bwMode="auto">
              <a:xfrm>
                <a:off x="11082743" y="2730100"/>
                <a:ext cx="279899" cy="297514"/>
              </a:xfrm>
              <a:custGeom>
                <a:avLst/>
                <a:gdLst>
                  <a:gd name="T0" fmla="*/ 78 w 87"/>
                  <a:gd name="T1" fmla="*/ 0 h 93"/>
                  <a:gd name="T2" fmla="*/ 9 w 87"/>
                  <a:gd name="T3" fmla="*/ 0 h 93"/>
                  <a:gd name="T4" fmla="*/ 0 w 87"/>
                  <a:gd name="T5" fmla="*/ 9 h 93"/>
                  <a:gd name="T6" fmla="*/ 0 w 87"/>
                  <a:gd name="T7" fmla="*/ 84 h 93"/>
                  <a:gd name="T8" fmla="*/ 9 w 87"/>
                  <a:gd name="T9" fmla="*/ 93 h 93"/>
                  <a:gd name="T10" fmla="*/ 78 w 87"/>
                  <a:gd name="T11" fmla="*/ 93 h 93"/>
                  <a:gd name="T12" fmla="*/ 87 w 87"/>
                  <a:gd name="T13" fmla="*/ 84 h 93"/>
                  <a:gd name="T14" fmla="*/ 87 w 87"/>
                  <a:gd name="T15" fmla="*/ 9 h 93"/>
                  <a:gd name="T16" fmla="*/ 78 w 87"/>
                  <a:gd name="T17" fmla="*/ 0 h 93"/>
                  <a:gd name="T18" fmla="*/ 75 w 87"/>
                  <a:gd name="T19" fmla="*/ 81 h 93"/>
                  <a:gd name="T20" fmla="*/ 12 w 87"/>
                  <a:gd name="T21" fmla="*/ 81 h 93"/>
                  <a:gd name="T22" fmla="*/ 12 w 87"/>
                  <a:gd name="T23" fmla="*/ 12 h 93"/>
                  <a:gd name="T24" fmla="*/ 75 w 87"/>
                  <a:gd name="T25" fmla="*/ 12 h 93"/>
                  <a:gd name="T26" fmla="*/ 75 w 87"/>
                  <a:gd name="T27" fmla="*/ 81 h 93"/>
                  <a:gd name="T28" fmla="*/ 23 w 87"/>
                  <a:gd name="T29" fmla="*/ 41 h 93"/>
                  <a:gd name="T30" fmla="*/ 64 w 87"/>
                  <a:gd name="T31" fmla="*/ 41 h 93"/>
                  <a:gd name="T32" fmla="*/ 64 w 87"/>
                  <a:gd name="T33" fmla="*/ 46 h 93"/>
                  <a:gd name="T34" fmla="*/ 23 w 87"/>
                  <a:gd name="T35" fmla="*/ 46 h 93"/>
                  <a:gd name="T36" fmla="*/ 23 w 87"/>
                  <a:gd name="T37" fmla="*/ 41 h 93"/>
                  <a:gd name="T38" fmla="*/ 23 w 87"/>
                  <a:gd name="T39" fmla="*/ 52 h 93"/>
                  <a:gd name="T40" fmla="*/ 64 w 87"/>
                  <a:gd name="T41" fmla="*/ 52 h 93"/>
                  <a:gd name="T42" fmla="*/ 64 w 87"/>
                  <a:gd name="T43" fmla="*/ 58 h 93"/>
                  <a:gd name="T44" fmla="*/ 23 w 87"/>
                  <a:gd name="T45" fmla="*/ 58 h 93"/>
                  <a:gd name="T46" fmla="*/ 23 w 87"/>
                  <a:gd name="T47" fmla="*/ 52 h 93"/>
                  <a:gd name="T48" fmla="*/ 23 w 87"/>
                  <a:gd name="T49" fmla="*/ 64 h 93"/>
                  <a:gd name="T50" fmla="*/ 64 w 87"/>
                  <a:gd name="T51" fmla="*/ 64 h 93"/>
                  <a:gd name="T52" fmla="*/ 64 w 87"/>
                  <a:gd name="T53" fmla="*/ 69 h 93"/>
                  <a:gd name="T54" fmla="*/ 23 w 87"/>
                  <a:gd name="T55" fmla="*/ 69 h 93"/>
                  <a:gd name="T56" fmla="*/ 23 w 87"/>
                  <a:gd name="T57" fmla="*/ 64 h 93"/>
                  <a:gd name="T58" fmla="*/ 23 w 87"/>
                  <a:gd name="T59" fmla="*/ 29 h 93"/>
                  <a:gd name="T60" fmla="*/ 64 w 87"/>
                  <a:gd name="T61" fmla="*/ 29 h 93"/>
                  <a:gd name="T62" fmla="*/ 64 w 87"/>
                  <a:gd name="T63" fmla="*/ 35 h 93"/>
                  <a:gd name="T64" fmla="*/ 23 w 87"/>
                  <a:gd name="T65" fmla="*/ 35 h 93"/>
                  <a:gd name="T66" fmla="*/ 23 w 87"/>
                  <a:gd name="T67" fmla="*/ 2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7" h="93">
                    <a:moveTo>
                      <a:pt x="78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9"/>
                      <a:pt x="4" y="93"/>
                      <a:pt x="9" y="93"/>
                    </a:cubicBezTo>
                    <a:cubicBezTo>
                      <a:pt x="78" y="93"/>
                      <a:pt x="78" y="93"/>
                      <a:pt x="78" y="93"/>
                    </a:cubicBezTo>
                    <a:cubicBezTo>
                      <a:pt x="83" y="93"/>
                      <a:pt x="87" y="89"/>
                      <a:pt x="87" y="84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4"/>
                      <a:pt x="83" y="0"/>
                      <a:pt x="78" y="0"/>
                    </a:cubicBezTo>
                    <a:close/>
                    <a:moveTo>
                      <a:pt x="75" y="81"/>
                    </a:moveTo>
                    <a:cubicBezTo>
                      <a:pt x="12" y="81"/>
                      <a:pt x="12" y="81"/>
                      <a:pt x="12" y="81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5" y="81"/>
                    </a:lnTo>
                    <a:close/>
                    <a:moveTo>
                      <a:pt x="23" y="41"/>
                    </a:moveTo>
                    <a:cubicBezTo>
                      <a:pt x="64" y="41"/>
                      <a:pt x="64" y="41"/>
                      <a:pt x="64" y="41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23" y="46"/>
                      <a:pt x="23" y="46"/>
                      <a:pt x="23" y="46"/>
                    </a:cubicBezTo>
                    <a:lnTo>
                      <a:pt x="23" y="41"/>
                    </a:lnTo>
                    <a:close/>
                    <a:moveTo>
                      <a:pt x="23" y="52"/>
                    </a:moveTo>
                    <a:cubicBezTo>
                      <a:pt x="64" y="52"/>
                      <a:pt x="64" y="52"/>
                      <a:pt x="64" y="52"/>
                    </a:cubicBezTo>
                    <a:cubicBezTo>
                      <a:pt x="64" y="58"/>
                      <a:pt x="64" y="58"/>
                      <a:pt x="64" y="58"/>
                    </a:cubicBezTo>
                    <a:cubicBezTo>
                      <a:pt x="23" y="58"/>
                      <a:pt x="23" y="58"/>
                      <a:pt x="23" y="58"/>
                    </a:cubicBezTo>
                    <a:lnTo>
                      <a:pt x="23" y="52"/>
                    </a:lnTo>
                    <a:close/>
                    <a:moveTo>
                      <a:pt x="23" y="64"/>
                    </a:move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69"/>
                      <a:pt x="64" y="69"/>
                      <a:pt x="64" y="69"/>
                    </a:cubicBezTo>
                    <a:cubicBezTo>
                      <a:pt x="23" y="69"/>
                      <a:pt x="23" y="69"/>
                      <a:pt x="23" y="69"/>
                    </a:cubicBezTo>
                    <a:lnTo>
                      <a:pt x="23" y="64"/>
                    </a:lnTo>
                    <a:close/>
                    <a:moveTo>
                      <a:pt x="23" y="29"/>
                    </a:moveTo>
                    <a:cubicBezTo>
                      <a:pt x="64" y="29"/>
                      <a:pt x="64" y="29"/>
                      <a:pt x="64" y="29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23" y="35"/>
                      <a:pt x="23" y="35"/>
                      <a:pt x="23" y="35"/>
                    </a:cubicBezTo>
                    <a:lnTo>
                      <a:pt x="23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1" name="îṣḷî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EB1E40C-9DA3-467E-92AF-E2AFC224B689}"/>
                  </a:ext>
                </a:extLst>
              </p:cNvPr>
              <p:cNvSpPr/>
              <p:nvPr/>
            </p:nvSpPr>
            <p:spPr bwMode="auto">
              <a:xfrm>
                <a:off x="11031853" y="3084377"/>
                <a:ext cx="262282" cy="197690"/>
              </a:xfrm>
              <a:custGeom>
                <a:avLst/>
                <a:gdLst>
                  <a:gd name="T0" fmla="*/ 0 w 134"/>
                  <a:gd name="T1" fmla="*/ 0 h 101"/>
                  <a:gd name="T2" fmla="*/ 0 w 134"/>
                  <a:gd name="T3" fmla="*/ 101 h 101"/>
                  <a:gd name="T4" fmla="*/ 134 w 134"/>
                  <a:gd name="T5" fmla="*/ 101 h 101"/>
                  <a:gd name="T6" fmla="*/ 134 w 134"/>
                  <a:gd name="T7" fmla="*/ 0 h 101"/>
                  <a:gd name="T8" fmla="*/ 0 w 134"/>
                  <a:gd name="T9" fmla="*/ 0 h 101"/>
                  <a:gd name="T10" fmla="*/ 25 w 134"/>
                  <a:gd name="T11" fmla="*/ 93 h 101"/>
                  <a:gd name="T12" fmla="*/ 8 w 134"/>
                  <a:gd name="T13" fmla="*/ 93 h 101"/>
                  <a:gd name="T14" fmla="*/ 8 w 134"/>
                  <a:gd name="T15" fmla="*/ 77 h 101"/>
                  <a:gd name="T16" fmla="*/ 25 w 134"/>
                  <a:gd name="T17" fmla="*/ 77 h 101"/>
                  <a:gd name="T18" fmla="*/ 25 w 134"/>
                  <a:gd name="T19" fmla="*/ 93 h 101"/>
                  <a:gd name="T20" fmla="*/ 25 w 134"/>
                  <a:gd name="T21" fmla="*/ 59 h 101"/>
                  <a:gd name="T22" fmla="*/ 8 w 134"/>
                  <a:gd name="T23" fmla="*/ 59 h 101"/>
                  <a:gd name="T24" fmla="*/ 8 w 134"/>
                  <a:gd name="T25" fmla="*/ 43 h 101"/>
                  <a:gd name="T26" fmla="*/ 25 w 134"/>
                  <a:gd name="T27" fmla="*/ 43 h 101"/>
                  <a:gd name="T28" fmla="*/ 25 w 134"/>
                  <a:gd name="T29" fmla="*/ 59 h 101"/>
                  <a:gd name="T30" fmla="*/ 25 w 134"/>
                  <a:gd name="T31" fmla="*/ 26 h 101"/>
                  <a:gd name="T32" fmla="*/ 8 w 134"/>
                  <a:gd name="T33" fmla="*/ 26 h 101"/>
                  <a:gd name="T34" fmla="*/ 8 w 134"/>
                  <a:gd name="T35" fmla="*/ 8 h 101"/>
                  <a:gd name="T36" fmla="*/ 25 w 134"/>
                  <a:gd name="T37" fmla="*/ 8 h 101"/>
                  <a:gd name="T38" fmla="*/ 25 w 134"/>
                  <a:gd name="T39" fmla="*/ 26 h 101"/>
                  <a:gd name="T40" fmla="*/ 102 w 134"/>
                  <a:gd name="T41" fmla="*/ 93 h 101"/>
                  <a:gd name="T42" fmla="*/ 35 w 134"/>
                  <a:gd name="T43" fmla="*/ 93 h 101"/>
                  <a:gd name="T44" fmla="*/ 35 w 134"/>
                  <a:gd name="T45" fmla="*/ 8 h 101"/>
                  <a:gd name="T46" fmla="*/ 102 w 134"/>
                  <a:gd name="T47" fmla="*/ 8 h 101"/>
                  <a:gd name="T48" fmla="*/ 102 w 134"/>
                  <a:gd name="T49" fmla="*/ 93 h 101"/>
                  <a:gd name="T50" fmla="*/ 126 w 134"/>
                  <a:gd name="T51" fmla="*/ 93 h 101"/>
                  <a:gd name="T52" fmla="*/ 110 w 134"/>
                  <a:gd name="T53" fmla="*/ 93 h 101"/>
                  <a:gd name="T54" fmla="*/ 110 w 134"/>
                  <a:gd name="T55" fmla="*/ 77 h 101"/>
                  <a:gd name="T56" fmla="*/ 126 w 134"/>
                  <a:gd name="T57" fmla="*/ 77 h 101"/>
                  <a:gd name="T58" fmla="*/ 126 w 134"/>
                  <a:gd name="T59" fmla="*/ 93 h 101"/>
                  <a:gd name="T60" fmla="*/ 126 w 134"/>
                  <a:gd name="T61" fmla="*/ 59 h 101"/>
                  <a:gd name="T62" fmla="*/ 110 w 134"/>
                  <a:gd name="T63" fmla="*/ 59 h 101"/>
                  <a:gd name="T64" fmla="*/ 110 w 134"/>
                  <a:gd name="T65" fmla="*/ 43 h 101"/>
                  <a:gd name="T66" fmla="*/ 126 w 134"/>
                  <a:gd name="T67" fmla="*/ 43 h 101"/>
                  <a:gd name="T68" fmla="*/ 126 w 134"/>
                  <a:gd name="T69" fmla="*/ 59 h 101"/>
                  <a:gd name="T70" fmla="*/ 126 w 134"/>
                  <a:gd name="T71" fmla="*/ 26 h 101"/>
                  <a:gd name="T72" fmla="*/ 110 w 134"/>
                  <a:gd name="T73" fmla="*/ 26 h 101"/>
                  <a:gd name="T74" fmla="*/ 110 w 134"/>
                  <a:gd name="T75" fmla="*/ 8 h 101"/>
                  <a:gd name="T76" fmla="*/ 126 w 134"/>
                  <a:gd name="T77" fmla="*/ 8 h 101"/>
                  <a:gd name="T78" fmla="*/ 126 w 134"/>
                  <a:gd name="T79" fmla="*/ 26 h 101"/>
                  <a:gd name="T80" fmla="*/ 51 w 134"/>
                  <a:gd name="T81" fmla="*/ 26 h 101"/>
                  <a:gd name="T82" fmla="*/ 51 w 134"/>
                  <a:gd name="T83" fmla="*/ 77 h 101"/>
                  <a:gd name="T84" fmla="*/ 84 w 134"/>
                  <a:gd name="T85" fmla="*/ 51 h 101"/>
                  <a:gd name="T86" fmla="*/ 51 w 134"/>
                  <a:gd name="T87" fmla="*/ 26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4" h="101">
                    <a:moveTo>
                      <a:pt x="0" y="0"/>
                    </a:moveTo>
                    <a:lnTo>
                      <a:pt x="0" y="101"/>
                    </a:lnTo>
                    <a:lnTo>
                      <a:pt x="134" y="101"/>
                    </a:lnTo>
                    <a:lnTo>
                      <a:pt x="134" y="0"/>
                    </a:lnTo>
                    <a:lnTo>
                      <a:pt x="0" y="0"/>
                    </a:lnTo>
                    <a:close/>
                    <a:moveTo>
                      <a:pt x="25" y="93"/>
                    </a:moveTo>
                    <a:lnTo>
                      <a:pt x="8" y="93"/>
                    </a:lnTo>
                    <a:lnTo>
                      <a:pt x="8" y="77"/>
                    </a:lnTo>
                    <a:lnTo>
                      <a:pt x="25" y="77"/>
                    </a:lnTo>
                    <a:lnTo>
                      <a:pt x="25" y="93"/>
                    </a:lnTo>
                    <a:close/>
                    <a:moveTo>
                      <a:pt x="25" y="59"/>
                    </a:moveTo>
                    <a:lnTo>
                      <a:pt x="8" y="59"/>
                    </a:lnTo>
                    <a:lnTo>
                      <a:pt x="8" y="43"/>
                    </a:lnTo>
                    <a:lnTo>
                      <a:pt x="25" y="43"/>
                    </a:lnTo>
                    <a:lnTo>
                      <a:pt x="25" y="59"/>
                    </a:lnTo>
                    <a:close/>
                    <a:moveTo>
                      <a:pt x="25" y="26"/>
                    </a:moveTo>
                    <a:lnTo>
                      <a:pt x="8" y="26"/>
                    </a:lnTo>
                    <a:lnTo>
                      <a:pt x="8" y="8"/>
                    </a:lnTo>
                    <a:lnTo>
                      <a:pt x="25" y="8"/>
                    </a:lnTo>
                    <a:lnTo>
                      <a:pt x="25" y="26"/>
                    </a:lnTo>
                    <a:close/>
                    <a:moveTo>
                      <a:pt x="102" y="93"/>
                    </a:moveTo>
                    <a:lnTo>
                      <a:pt x="35" y="93"/>
                    </a:lnTo>
                    <a:lnTo>
                      <a:pt x="35" y="8"/>
                    </a:lnTo>
                    <a:lnTo>
                      <a:pt x="102" y="8"/>
                    </a:lnTo>
                    <a:lnTo>
                      <a:pt x="102" y="93"/>
                    </a:lnTo>
                    <a:close/>
                    <a:moveTo>
                      <a:pt x="126" y="93"/>
                    </a:moveTo>
                    <a:lnTo>
                      <a:pt x="110" y="93"/>
                    </a:lnTo>
                    <a:lnTo>
                      <a:pt x="110" y="77"/>
                    </a:lnTo>
                    <a:lnTo>
                      <a:pt x="126" y="77"/>
                    </a:lnTo>
                    <a:lnTo>
                      <a:pt x="126" y="93"/>
                    </a:lnTo>
                    <a:close/>
                    <a:moveTo>
                      <a:pt x="126" y="59"/>
                    </a:moveTo>
                    <a:lnTo>
                      <a:pt x="110" y="59"/>
                    </a:lnTo>
                    <a:lnTo>
                      <a:pt x="110" y="43"/>
                    </a:lnTo>
                    <a:lnTo>
                      <a:pt x="126" y="43"/>
                    </a:lnTo>
                    <a:lnTo>
                      <a:pt x="126" y="59"/>
                    </a:lnTo>
                    <a:close/>
                    <a:moveTo>
                      <a:pt x="126" y="26"/>
                    </a:moveTo>
                    <a:lnTo>
                      <a:pt x="110" y="26"/>
                    </a:lnTo>
                    <a:lnTo>
                      <a:pt x="110" y="8"/>
                    </a:lnTo>
                    <a:lnTo>
                      <a:pt x="126" y="8"/>
                    </a:lnTo>
                    <a:lnTo>
                      <a:pt x="126" y="26"/>
                    </a:lnTo>
                    <a:close/>
                    <a:moveTo>
                      <a:pt x="51" y="26"/>
                    </a:moveTo>
                    <a:lnTo>
                      <a:pt x="51" y="77"/>
                    </a:lnTo>
                    <a:lnTo>
                      <a:pt x="84" y="51"/>
                    </a:lnTo>
                    <a:lnTo>
                      <a:pt x="51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2" name="íṥļî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AFDEC17-0F06-4BC1-9384-B2E4A4D218A7}"/>
                  </a:ext>
                </a:extLst>
              </p:cNvPr>
              <p:cNvSpPr/>
              <p:nvPr/>
            </p:nvSpPr>
            <p:spPr bwMode="auto">
              <a:xfrm>
                <a:off x="11333281" y="3027613"/>
                <a:ext cx="156586" cy="146799"/>
              </a:xfrm>
              <a:custGeom>
                <a:avLst/>
                <a:gdLst>
                  <a:gd name="T0" fmla="*/ 80 w 80"/>
                  <a:gd name="T1" fmla="*/ 29 h 75"/>
                  <a:gd name="T2" fmla="*/ 52 w 80"/>
                  <a:gd name="T3" fmla="*/ 24 h 75"/>
                  <a:gd name="T4" fmla="*/ 41 w 80"/>
                  <a:gd name="T5" fmla="*/ 0 h 75"/>
                  <a:gd name="T6" fmla="*/ 28 w 80"/>
                  <a:gd name="T7" fmla="*/ 24 h 75"/>
                  <a:gd name="T8" fmla="*/ 0 w 80"/>
                  <a:gd name="T9" fmla="*/ 29 h 75"/>
                  <a:gd name="T10" fmla="*/ 19 w 80"/>
                  <a:gd name="T11" fmla="*/ 49 h 75"/>
                  <a:gd name="T12" fmla="*/ 15 w 80"/>
                  <a:gd name="T13" fmla="*/ 75 h 75"/>
                  <a:gd name="T14" fmla="*/ 41 w 80"/>
                  <a:gd name="T15" fmla="*/ 62 h 75"/>
                  <a:gd name="T16" fmla="*/ 65 w 80"/>
                  <a:gd name="T17" fmla="*/ 75 h 75"/>
                  <a:gd name="T18" fmla="*/ 60 w 80"/>
                  <a:gd name="T19" fmla="*/ 49 h 75"/>
                  <a:gd name="T20" fmla="*/ 80 w 80"/>
                  <a:gd name="T21" fmla="*/ 29 h 75"/>
                  <a:gd name="T22" fmla="*/ 41 w 80"/>
                  <a:gd name="T23" fmla="*/ 57 h 75"/>
                  <a:gd name="T24" fmla="*/ 23 w 80"/>
                  <a:gd name="T25" fmla="*/ 65 h 75"/>
                  <a:gd name="T26" fmla="*/ 26 w 80"/>
                  <a:gd name="T27" fmla="*/ 45 h 75"/>
                  <a:gd name="T28" fmla="*/ 11 w 80"/>
                  <a:gd name="T29" fmla="*/ 32 h 75"/>
                  <a:gd name="T30" fmla="*/ 31 w 80"/>
                  <a:gd name="T31" fmla="*/ 29 h 75"/>
                  <a:gd name="T32" fmla="*/ 41 w 80"/>
                  <a:gd name="T33" fmla="*/ 11 h 75"/>
                  <a:gd name="T34" fmla="*/ 49 w 80"/>
                  <a:gd name="T35" fmla="*/ 29 h 75"/>
                  <a:gd name="T36" fmla="*/ 68 w 80"/>
                  <a:gd name="T37" fmla="*/ 32 h 75"/>
                  <a:gd name="T38" fmla="*/ 54 w 80"/>
                  <a:gd name="T39" fmla="*/ 45 h 75"/>
                  <a:gd name="T40" fmla="*/ 57 w 80"/>
                  <a:gd name="T41" fmla="*/ 65 h 75"/>
                  <a:gd name="T42" fmla="*/ 41 w 80"/>
                  <a:gd name="T43" fmla="*/ 5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75">
                    <a:moveTo>
                      <a:pt x="80" y="29"/>
                    </a:moveTo>
                    <a:lnTo>
                      <a:pt x="52" y="24"/>
                    </a:lnTo>
                    <a:lnTo>
                      <a:pt x="41" y="0"/>
                    </a:lnTo>
                    <a:lnTo>
                      <a:pt x="28" y="24"/>
                    </a:lnTo>
                    <a:lnTo>
                      <a:pt x="0" y="29"/>
                    </a:lnTo>
                    <a:lnTo>
                      <a:pt x="19" y="49"/>
                    </a:lnTo>
                    <a:lnTo>
                      <a:pt x="15" y="75"/>
                    </a:lnTo>
                    <a:lnTo>
                      <a:pt x="41" y="62"/>
                    </a:lnTo>
                    <a:lnTo>
                      <a:pt x="65" y="75"/>
                    </a:lnTo>
                    <a:lnTo>
                      <a:pt x="60" y="49"/>
                    </a:lnTo>
                    <a:lnTo>
                      <a:pt x="80" y="29"/>
                    </a:lnTo>
                    <a:close/>
                    <a:moveTo>
                      <a:pt x="41" y="57"/>
                    </a:moveTo>
                    <a:lnTo>
                      <a:pt x="23" y="65"/>
                    </a:lnTo>
                    <a:lnTo>
                      <a:pt x="26" y="45"/>
                    </a:lnTo>
                    <a:lnTo>
                      <a:pt x="11" y="32"/>
                    </a:lnTo>
                    <a:lnTo>
                      <a:pt x="31" y="29"/>
                    </a:lnTo>
                    <a:lnTo>
                      <a:pt x="41" y="11"/>
                    </a:lnTo>
                    <a:lnTo>
                      <a:pt x="49" y="29"/>
                    </a:lnTo>
                    <a:lnTo>
                      <a:pt x="68" y="32"/>
                    </a:lnTo>
                    <a:lnTo>
                      <a:pt x="54" y="45"/>
                    </a:lnTo>
                    <a:lnTo>
                      <a:pt x="57" y="65"/>
                    </a:lnTo>
                    <a:lnTo>
                      <a:pt x="4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3" name="ïṥļï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CA03891-4D6C-4278-9F0E-35A42B263AC3}"/>
                  </a:ext>
                </a:extLst>
              </p:cNvPr>
              <p:cNvSpPr/>
              <p:nvPr/>
            </p:nvSpPr>
            <p:spPr bwMode="auto">
              <a:xfrm>
                <a:off x="10818503" y="1526343"/>
                <a:ext cx="191818" cy="207477"/>
              </a:xfrm>
              <a:custGeom>
                <a:avLst/>
                <a:gdLst>
                  <a:gd name="T0" fmla="*/ 48 w 60"/>
                  <a:gd name="T1" fmla="*/ 11 h 65"/>
                  <a:gd name="T2" fmla="*/ 60 w 60"/>
                  <a:gd name="T3" fmla="*/ 6 h 65"/>
                  <a:gd name="T4" fmla="*/ 60 w 60"/>
                  <a:gd name="T5" fmla="*/ 44 h 65"/>
                  <a:gd name="T6" fmla="*/ 48 w 60"/>
                  <a:gd name="T7" fmla="*/ 48 h 65"/>
                  <a:gd name="T8" fmla="*/ 36 w 60"/>
                  <a:gd name="T9" fmla="*/ 45 h 65"/>
                  <a:gd name="T10" fmla="*/ 24 w 60"/>
                  <a:gd name="T11" fmla="*/ 41 h 65"/>
                  <a:gd name="T12" fmla="*/ 12 w 60"/>
                  <a:gd name="T13" fmla="*/ 46 h 65"/>
                  <a:gd name="T14" fmla="*/ 12 w 60"/>
                  <a:gd name="T15" fmla="*/ 8 h 65"/>
                  <a:gd name="T16" fmla="*/ 24 w 60"/>
                  <a:gd name="T17" fmla="*/ 4 h 65"/>
                  <a:gd name="T18" fmla="*/ 36 w 60"/>
                  <a:gd name="T19" fmla="*/ 7 h 65"/>
                  <a:gd name="T20" fmla="*/ 48 w 60"/>
                  <a:gd name="T21" fmla="*/ 11 h 65"/>
                  <a:gd name="T22" fmla="*/ 4 w 60"/>
                  <a:gd name="T23" fmla="*/ 0 h 65"/>
                  <a:gd name="T24" fmla="*/ 8 w 60"/>
                  <a:gd name="T25" fmla="*/ 4 h 65"/>
                  <a:gd name="T26" fmla="*/ 8 w 60"/>
                  <a:gd name="T27" fmla="*/ 65 h 65"/>
                  <a:gd name="T28" fmla="*/ 0 w 60"/>
                  <a:gd name="T29" fmla="*/ 65 h 65"/>
                  <a:gd name="T30" fmla="*/ 0 w 60"/>
                  <a:gd name="T31" fmla="*/ 4 h 65"/>
                  <a:gd name="T32" fmla="*/ 4 w 60"/>
                  <a:gd name="T33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0" h="65">
                    <a:moveTo>
                      <a:pt x="48" y="11"/>
                    </a:moveTo>
                    <a:cubicBezTo>
                      <a:pt x="53" y="11"/>
                      <a:pt x="58" y="8"/>
                      <a:pt x="60" y="6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58" y="46"/>
                      <a:pt x="53" y="48"/>
                      <a:pt x="48" y="48"/>
                    </a:cubicBezTo>
                    <a:cubicBezTo>
                      <a:pt x="43" y="48"/>
                      <a:pt x="39" y="47"/>
                      <a:pt x="36" y="45"/>
                    </a:cubicBezTo>
                    <a:cubicBezTo>
                      <a:pt x="33" y="43"/>
                      <a:pt x="29" y="41"/>
                      <a:pt x="24" y="41"/>
                    </a:cubicBezTo>
                    <a:cubicBezTo>
                      <a:pt x="19" y="41"/>
                      <a:pt x="15" y="44"/>
                      <a:pt x="12" y="46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5" y="6"/>
                      <a:pt x="19" y="4"/>
                      <a:pt x="24" y="4"/>
                    </a:cubicBezTo>
                    <a:cubicBezTo>
                      <a:pt x="29" y="4"/>
                      <a:pt x="33" y="5"/>
                      <a:pt x="36" y="7"/>
                    </a:cubicBezTo>
                    <a:cubicBezTo>
                      <a:pt x="39" y="9"/>
                      <a:pt x="43" y="11"/>
                      <a:pt x="48" y="11"/>
                    </a:cubicBezTo>
                    <a:close/>
                    <a:moveTo>
                      <a:pt x="4" y="0"/>
                    </a:moveTo>
                    <a:cubicBezTo>
                      <a:pt x="6" y="0"/>
                      <a:pt x="8" y="1"/>
                      <a:pt x="8" y="4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"/>
                      <a:pt x="1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" name="ïśľï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F905AEE-9606-4AA0-AC8F-47454AB9F40E}"/>
                  </a:ext>
                </a:extLst>
              </p:cNvPr>
              <p:cNvSpPr/>
              <p:nvPr/>
            </p:nvSpPr>
            <p:spPr bwMode="auto">
              <a:xfrm>
                <a:off x="10575795" y="1424562"/>
                <a:ext cx="203562" cy="207477"/>
              </a:xfrm>
              <a:custGeom>
                <a:avLst/>
                <a:gdLst>
                  <a:gd name="T0" fmla="*/ 54 w 64"/>
                  <a:gd name="T1" fmla="*/ 0 h 65"/>
                  <a:gd name="T2" fmla="*/ 44 w 64"/>
                  <a:gd name="T3" fmla="*/ 11 h 65"/>
                  <a:gd name="T4" fmla="*/ 44 w 64"/>
                  <a:gd name="T5" fmla="*/ 41 h 65"/>
                  <a:gd name="T6" fmla="*/ 52 w 64"/>
                  <a:gd name="T7" fmla="*/ 41 h 65"/>
                  <a:gd name="T8" fmla="*/ 52 w 64"/>
                  <a:gd name="T9" fmla="*/ 65 h 65"/>
                  <a:gd name="T10" fmla="*/ 64 w 64"/>
                  <a:gd name="T11" fmla="*/ 65 h 65"/>
                  <a:gd name="T12" fmla="*/ 64 w 64"/>
                  <a:gd name="T13" fmla="*/ 11 h 65"/>
                  <a:gd name="T14" fmla="*/ 54 w 64"/>
                  <a:gd name="T15" fmla="*/ 0 h 65"/>
                  <a:gd name="T16" fmla="*/ 26 w 64"/>
                  <a:gd name="T17" fmla="*/ 0 h 65"/>
                  <a:gd name="T18" fmla="*/ 24 w 64"/>
                  <a:gd name="T19" fmla="*/ 2 h 65"/>
                  <a:gd name="T20" fmla="*/ 24 w 64"/>
                  <a:gd name="T21" fmla="*/ 17 h 65"/>
                  <a:gd name="T22" fmla="*/ 22 w 64"/>
                  <a:gd name="T23" fmla="*/ 18 h 65"/>
                  <a:gd name="T24" fmla="*/ 20 w 64"/>
                  <a:gd name="T25" fmla="*/ 17 h 65"/>
                  <a:gd name="T26" fmla="*/ 20 w 64"/>
                  <a:gd name="T27" fmla="*/ 2 h 65"/>
                  <a:gd name="T28" fmla="*/ 18 w 64"/>
                  <a:gd name="T29" fmla="*/ 0 h 65"/>
                  <a:gd name="T30" fmla="*/ 16 w 64"/>
                  <a:gd name="T31" fmla="*/ 2 h 65"/>
                  <a:gd name="T32" fmla="*/ 16 w 64"/>
                  <a:gd name="T33" fmla="*/ 17 h 65"/>
                  <a:gd name="T34" fmla="*/ 14 w 64"/>
                  <a:gd name="T35" fmla="*/ 18 h 65"/>
                  <a:gd name="T36" fmla="*/ 12 w 64"/>
                  <a:gd name="T37" fmla="*/ 17 h 65"/>
                  <a:gd name="T38" fmla="*/ 12 w 64"/>
                  <a:gd name="T39" fmla="*/ 2 h 65"/>
                  <a:gd name="T40" fmla="*/ 10 w 64"/>
                  <a:gd name="T41" fmla="*/ 0 h 65"/>
                  <a:gd name="T42" fmla="*/ 8 w 64"/>
                  <a:gd name="T43" fmla="*/ 2 h 65"/>
                  <a:gd name="T44" fmla="*/ 8 w 64"/>
                  <a:gd name="T45" fmla="*/ 17 h 65"/>
                  <a:gd name="T46" fmla="*/ 6 w 64"/>
                  <a:gd name="T47" fmla="*/ 18 h 65"/>
                  <a:gd name="T48" fmla="*/ 4 w 64"/>
                  <a:gd name="T49" fmla="*/ 17 h 65"/>
                  <a:gd name="T50" fmla="*/ 4 w 64"/>
                  <a:gd name="T51" fmla="*/ 2 h 65"/>
                  <a:gd name="T52" fmla="*/ 2 w 64"/>
                  <a:gd name="T53" fmla="*/ 0 h 65"/>
                  <a:gd name="T54" fmla="*/ 0 w 64"/>
                  <a:gd name="T55" fmla="*/ 2 h 65"/>
                  <a:gd name="T56" fmla="*/ 0 w 64"/>
                  <a:gd name="T57" fmla="*/ 17 h 65"/>
                  <a:gd name="T58" fmla="*/ 0 w 64"/>
                  <a:gd name="T59" fmla="*/ 21 h 65"/>
                  <a:gd name="T60" fmla="*/ 3 w 64"/>
                  <a:gd name="T61" fmla="*/ 25 h 65"/>
                  <a:gd name="T62" fmla="*/ 8 w 64"/>
                  <a:gd name="T63" fmla="*/ 33 h 65"/>
                  <a:gd name="T64" fmla="*/ 8 w 64"/>
                  <a:gd name="T65" fmla="*/ 65 h 65"/>
                  <a:gd name="T66" fmla="*/ 20 w 64"/>
                  <a:gd name="T67" fmla="*/ 65 h 65"/>
                  <a:gd name="T68" fmla="*/ 20 w 64"/>
                  <a:gd name="T69" fmla="*/ 33 h 65"/>
                  <a:gd name="T70" fmla="*/ 25 w 64"/>
                  <a:gd name="T71" fmla="*/ 25 h 65"/>
                  <a:gd name="T72" fmla="*/ 28 w 64"/>
                  <a:gd name="T73" fmla="*/ 21 h 65"/>
                  <a:gd name="T74" fmla="*/ 28 w 64"/>
                  <a:gd name="T75" fmla="*/ 17 h 65"/>
                  <a:gd name="T76" fmla="*/ 28 w 64"/>
                  <a:gd name="T77" fmla="*/ 2 h 65"/>
                  <a:gd name="T78" fmla="*/ 26 w 64"/>
                  <a:gd name="T7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64" h="65">
                    <a:moveTo>
                      <a:pt x="54" y="0"/>
                    </a:moveTo>
                    <a:cubicBezTo>
                      <a:pt x="49" y="0"/>
                      <a:pt x="44" y="5"/>
                      <a:pt x="44" y="1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52" y="41"/>
                      <a:pt x="52" y="41"/>
                      <a:pt x="52" y="41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64" y="65"/>
                      <a:pt x="64" y="65"/>
                      <a:pt x="64" y="65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5"/>
                      <a:pt x="60" y="0"/>
                      <a:pt x="54" y="0"/>
                    </a:cubicBezTo>
                    <a:close/>
                    <a:moveTo>
                      <a:pt x="26" y="0"/>
                    </a:moveTo>
                    <a:cubicBezTo>
                      <a:pt x="25" y="0"/>
                      <a:pt x="24" y="1"/>
                      <a:pt x="24" y="2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3" y="18"/>
                      <a:pt x="22" y="18"/>
                    </a:cubicBezTo>
                    <a:cubicBezTo>
                      <a:pt x="21" y="18"/>
                      <a:pt x="20" y="17"/>
                      <a:pt x="20" y="17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1"/>
                      <a:pt x="19" y="0"/>
                      <a:pt x="18" y="0"/>
                    </a:cubicBezTo>
                    <a:cubicBezTo>
                      <a:pt x="17" y="0"/>
                      <a:pt x="16" y="1"/>
                      <a:pt x="16" y="2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5" y="18"/>
                      <a:pt x="14" y="18"/>
                    </a:cubicBezTo>
                    <a:cubicBezTo>
                      <a:pt x="13" y="18"/>
                      <a:pt x="12" y="17"/>
                      <a:pt x="12" y="17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9" y="0"/>
                      <a:pt x="8" y="1"/>
                      <a:pt x="8" y="2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8" y="17"/>
                      <a:pt x="7" y="18"/>
                      <a:pt x="6" y="18"/>
                    </a:cubicBezTo>
                    <a:cubicBezTo>
                      <a:pt x="5" y="18"/>
                      <a:pt x="4" y="17"/>
                      <a:pt x="4" y="1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22"/>
                      <a:pt x="1" y="23"/>
                      <a:pt x="3" y="25"/>
                    </a:cubicBezTo>
                    <a:cubicBezTo>
                      <a:pt x="5" y="26"/>
                      <a:pt x="8" y="28"/>
                      <a:pt x="8" y="33"/>
                    </a:cubicBezTo>
                    <a:cubicBezTo>
                      <a:pt x="8" y="65"/>
                      <a:pt x="8" y="65"/>
                      <a:pt x="8" y="65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28"/>
                      <a:pt x="22" y="26"/>
                      <a:pt x="25" y="25"/>
                    </a:cubicBezTo>
                    <a:cubicBezTo>
                      <a:pt x="26" y="23"/>
                      <a:pt x="28" y="22"/>
                      <a:pt x="28" y="21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8" y="1"/>
                      <a:pt x="27" y="0"/>
                      <a:pt x="2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" name="îṥľî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AF74E08-D79D-48E6-82AD-5752DAB8EEBF}"/>
                  </a:ext>
                </a:extLst>
              </p:cNvPr>
              <p:cNvSpPr/>
              <p:nvPr/>
            </p:nvSpPr>
            <p:spPr bwMode="auto">
              <a:xfrm>
                <a:off x="10977048" y="3327085"/>
                <a:ext cx="236837" cy="266197"/>
              </a:xfrm>
              <a:custGeom>
                <a:avLst/>
                <a:gdLst>
                  <a:gd name="T0" fmla="*/ 58 w 74"/>
                  <a:gd name="T1" fmla="*/ 25 h 83"/>
                  <a:gd name="T2" fmla="*/ 63 w 74"/>
                  <a:gd name="T3" fmla="*/ 22 h 83"/>
                  <a:gd name="T4" fmla="*/ 68 w 74"/>
                  <a:gd name="T5" fmla="*/ 12 h 83"/>
                  <a:gd name="T6" fmla="*/ 65 w 74"/>
                  <a:gd name="T7" fmla="*/ 3 h 83"/>
                  <a:gd name="T8" fmla="*/ 58 w 74"/>
                  <a:gd name="T9" fmla="*/ 0 h 83"/>
                  <a:gd name="T10" fmla="*/ 46 w 74"/>
                  <a:gd name="T11" fmla="*/ 6 h 83"/>
                  <a:gd name="T12" fmla="*/ 36 w 74"/>
                  <a:gd name="T13" fmla="*/ 24 h 83"/>
                  <a:gd name="T14" fmla="*/ 27 w 74"/>
                  <a:gd name="T15" fmla="*/ 6 h 83"/>
                  <a:gd name="T16" fmla="*/ 18 w 74"/>
                  <a:gd name="T17" fmla="*/ 2 h 83"/>
                  <a:gd name="T18" fmla="*/ 11 w 74"/>
                  <a:gd name="T19" fmla="*/ 5 h 83"/>
                  <a:gd name="T20" fmla="*/ 12 w 74"/>
                  <a:gd name="T21" fmla="*/ 21 h 83"/>
                  <a:gd name="T22" fmla="*/ 18 w 74"/>
                  <a:gd name="T23" fmla="*/ 25 h 83"/>
                  <a:gd name="T24" fmla="*/ 0 w 74"/>
                  <a:gd name="T25" fmla="*/ 25 h 83"/>
                  <a:gd name="T26" fmla="*/ 0 w 74"/>
                  <a:gd name="T27" fmla="*/ 47 h 83"/>
                  <a:gd name="T28" fmla="*/ 6 w 74"/>
                  <a:gd name="T29" fmla="*/ 47 h 83"/>
                  <a:gd name="T30" fmla="*/ 6 w 74"/>
                  <a:gd name="T31" fmla="*/ 83 h 83"/>
                  <a:gd name="T32" fmla="*/ 69 w 74"/>
                  <a:gd name="T33" fmla="*/ 83 h 83"/>
                  <a:gd name="T34" fmla="*/ 69 w 74"/>
                  <a:gd name="T35" fmla="*/ 47 h 83"/>
                  <a:gd name="T36" fmla="*/ 74 w 74"/>
                  <a:gd name="T37" fmla="*/ 47 h 83"/>
                  <a:gd name="T38" fmla="*/ 74 w 74"/>
                  <a:gd name="T39" fmla="*/ 25 h 83"/>
                  <a:gd name="T40" fmla="*/ 58 w 74"/>
                  <a:gd name="T41" fmla="*/ 25 h 83"/>
                  <a:gd name="T42" fmla="*/ 50 w 74"/>
                  <a:gd name="T43" fmla="*/ 10 h 83"/>
                  <a:gd name="T44" fmla="*/ 58 w 74"/>
                  <a:gd name="T45" fmla="*/ 6 h 83"/>
                  <a:gd name="T46" fmla="*/ 61 w 74"/>
                  <a:gd name="T47" fmla="*/ 7 h 83"/>
                  <a:gd name="T48" fmla="*/ 59 w 74"/>
                  <a:gd name="T49" fmla="*/ 18 h 83"/>
                  <a:gd name="T50" fmla="*/ 46 w 74"/>
                  <a:gd name="T51" fmla="*/ 25 h 83"/>
                  <a:gd name="T52" fmla="*/ 42 w 74"/>
                  <a:gd name="T53" fmla="*/ 25 h 83"/>
                  <a:gd name="T54" fmla="*/ 50 w 74"/>
                  <a:gd name="T55" fmla="*/ 10 h 83"/>
                  <a:gd name="T56" fmla="*/ 14 w 74"/>
                  <a:gd name="T57" fmla="*/ 12 h 83"/>
                  <a:gd name="T58" fmla="*/ 15 w 74"/>
                  <a:gd name="T59" fmla="*/ 9 h 83"/>
                  <a:gd name="T60" fmla="*/ 18 w 74"/>
                  <a:gd name="T61" fmla="*/ 8 h 83"/>
                  <a:gd name="T62" fmla="*/ 18 w 74"/>
                  <a:gd name="T63" fmla="*/ 8 h 83"/>
                  <a:gd name="T64" fmla="*/ 23 w 74"/>
                  <a:gd name="T65" fmla="*/ 10 h 83"/>
                  <a:gd name="T66" fmla="*/ 30 w 74"/>
                  <a:gd name="T67" fmla="*/ 23 h 83"/>
                  <a:gd name="T68" fmla="*/ 30 w 74"/>
                  <a:gd name="T69" fmla="*/ 24 h 83"/>
                  <a:gd name="T70" fmla="*/ 29 w 74"/>
                  <a:gd name="T71" fmla="*/ 24 h 83"/>
                  <a:gd name="T72" fmla="*/ 17 w 74"/>
                  <a:gd name="T73" fmla="*/ 17 h 83"/>
                  <a:gd name="T74" fmla="*/ 14 w 74"/>
                  <a:gd name="T75" fmla="*/ 12 h 83"/>
                  <a:gd name="T76" fmla="*/ 32 w 74"/>
                  <a:gd name="T77" fmla="*/ 78 h 83"/>
                  <a:gd name="T78" fmla="*/ 11 w 74"/>
                  <a:gd name="T79" fmla="*/ 78 h 83"/>
                  <a:gd name="T80" fmla="*/ 11 w 74"/>
                  <a:gd name="T81" fmla="*/ 44 h 83"/>
                  <a:gd name="T82" fmla="*/ 32 w 74"/>
                  <a:gd name="T83" fmla="*/ 44 h 83"/>
                  <a:gd name="T84" fmla="*/ 32 w 74"/>
                  <a:gd name="T85" fmla="*/ 78 h 83"/>
                  <a:gd name="T86" fmla="*/ 32 w 74"/>
                  <a:gd name="T87" fmla="*/ 41 h 83"/>
                  <a:gd name="T88" fmla="*/ 6 w 74"/>
                  <a:gd name="T89" fmla="*/ 41 h 83"/>
                  <a:gd name="T90" fmla="*/ 6 w 74"/>
                  <a:gd name="T91" fmla="*/ 31 h 83"/>
                  <a:gd name="T92" fmla="*/ 32 w 74"/>
                  <a:gd name="T93" fmla="*/ 31 h 83"/>
                  <a:gd name="T94" fmla="*/ 32 w 74"/>
                  <a:gd name="T95" fmla="*/ 41 h 83"/>
                  <a:gd name="T96" fmla="*/ 63 w 74"/>
                  <a:gd name="T97" fmla="*/ 78 h 83"/>
                  <a:gd name="T98" fmla="*/ 42 w 74"/>
                  <a:gd name="T99" fmla="*/ 78 h 83"/>
                  <a:gd name="T100" fmla="*/ 42 w 74"/>
                  <a:gd name="T101" fmla="*/ 44 h 83"/>
                  <a:gd name="T102" fmla="*/ 63 w 74"/>
                  <a:gd name="T103" fmla="*/ 44 h 83"/>
                  <a:gd name="T104" fmla="*/ 63 w 74"/>
                  <a:gd name="T105" fmla="*/ 78 h 83"/>
                  <a:gd name="T106" fmla="*/ 69 w 74"/>
                  <a:gd name="T107" fmla="*/ 41 h 83"/>
                  <a:gd name="T108" fmla="*/ 42 w 74"/>
                  <a:gd name="T109" fmla="*/ 41 h 83"/>
                  <a:gd name="T110" fmla="*/ 42 w 74"/>
                  <a:gd name="T111" fmla="*/ 31 h 83"/>
                  <a:gd name="T112" fmla="*/ 69 w 74"/>
                  <a:gd name="T113" fmla="*/ 31 h 83"/>
                  <a:gd name="T114" fmla="*/ 69 w 74"/>
                  <a:gd name="T115" fmla="*/ 4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4" h="83">
                    <a:moveTo>
                      <a:pt x="58" y="25"/>
                    </a:moveTo>
                    <a:cubicBezTo>
                      <a:pt x="60" y="24"/>
                      <a:pt x="61" y="23"/>
                      <a:pt x="63" y="22"/>
                    </a:cubicBezTo>
                    <a:cubicBezTo>
                      <a:pt x="65" y="19"/>
                      <a:pt x="67" y="16"/>
                      <a:pt x="68" y="12"/>
                    </a:cubicBezTo>
                    <a:cubicBezTo>
                      <a:pt x="69" y="9"/>
                      <a:pt x="68" y="5"/>
                      <a:pt x="65" y="3"/>
                    </a:cubicBezTo>
                    <a:cubicBezTo>
                      <a:pt x="63" y="1"/>
                      <a:pt x="61" y="0"/>
                      <a:pt x="58" y="0"/>
                    </a:cubicBezTo>
                    <a:cubicBezTo>
                      <a:pt x="54" y="0"/>
                      <a:pt x="50" y="2"/>
                      <a:pt x="46" y="6"/>
                    </a:cubicBezTo>
                    <a:cubicBezTo>
                      <a:pt x="41" y="11"/>
                      <a:pt x="38" y="19"/>
                      <a:pt x="36" y="24"/>
                    </a:cubicBezTo>
                    <a:cubicBezTo>
                      <a:pt x="35" y="19"/>
                      <a:pt x="32" y="11"/>
                      <a:pt x="27" y="6"/>
                    </a:cubicBezTo>
                    <a:cubicBezTo>
                      <a:pt x="25" y="4"/>
                      <a:pt x="21" y="2"/>
                      <a:pt x="18" y="2"/>
                    </a:cubicBezTo>
                    <a:cubicBezTo>
                      <a:pt x="15" y="2"/>
                      <a:pt x="13" y="3"/>
                      <a:pt x="11" y="5"/>
                    </a:cubicBezTo>
                    <a:cubicBezTo>
                      <a:pt x="7" y="9"/>
                      <a:pt x="8" y="16"/>
                      <a:pt x="12" y="21"/>
                    </a:cubicBezTo>
                    <a:cubicBezTo>
                      <a:pt x="14" y="23"/>
                      <a:pt x="16" y="24"/>
                      <a:pt x="18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6" y="83"/>
                      <a:pt x="6" y="83"/>
                      <a:pt x="6" y="83"/>
                    </a:cubicBezTo>
                    <a:cubicBezTo>
                      <a:pt x="69" y="83"/>
                      <a:pt x="69" y="83"/>
                      <a:pt x="69" y="83"/>
                    </a:cubicBezTo>
                    <a:cubicBezTo>
                      <a:pt x="69" y="47"/>
                      <a:pt x="69" y="47"/>
                      <a:pt x="69" y="47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74" y="25"/>
                      <a:pt x="74" y="25"/>
                      <a:pt x="74" y="25"/>
                    </a:cubicBezTo>
                    <a:lnTo>
                      <a:pt x="58" y="25"/>
                    </a:lnTo>
                    <a:close/>
                    <a:moveTo>
                      <a:pt x="50" y="10"/>
                    </a:moveTo>
                    <a:cubicBezTo>
                      <a:pt x="53" y="7"/>
                      <a:pt x="56" y="6"/>
                      <a:pt x="58" y="6"/>
                    </a:cubicBezTo>
                    <a:cubicBezTo>
                      <a:pt x="59" y="6"/>
                      <a:pt x="60" y="6"/>
                      <a:pt x="61" y="7"/>
                    </a:cubicBezTo>
                    <a:cubicBezTo>
                      <a:pt x="63" y="9"/>
                      <a:pt x="62" y="14"/>
                      <a:pt x="59" y="18"/>
                    </a:cubicBezTo>
                    <a:cubicBezTo>
                      <a:pt x="55" y="21"/>
                      <a:pt x="50" y="24"/>
                      <a:pt x="46" y="25"/>
                    </a:cubicBezTo>
                    <a:cubicBezTo>
                      <a:pt x="42" y="25"/>
                      <a:pt x="42" y="25"/>
                      <a:pt x="42" y="25"/>
                    </a:cubicBezTo>
                    <a:cubicBezTo>
                      <a:pt x="43" y="21"/>
                      <a:pt x="46" y="14"/>
                      <a:pt x="50" y="10"/>
                    </a:cubicBezTo>
                    <a:close/>
                    <a:moveTo>
                      <a:pt x="14" y="12"/>
                    </a:moveTo>
                    <a:cubicBezTo>
                      <a:pt x="14" y="12"/>
                      <a:pt x="14" y="10"/>
                      <a:pt x="15" y="9"/>
                    </a:cubicBezTo>
                    <a:cubicBezTo>
                      <a:pt x="16" y="8"/>
                      <a:pt x="17" y="8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0" y="8"/>
                      <a:pt x="22" y="9"/>
                      <a:pt x="23" y="10"/>
                    </a:cubicBezTo>
                    <a:cubicBezTo>
                      <a:pt x="26" y="13"/>
                      <a:pt x="28" y="18"/>
                      <a:pt x="30" y="23"/>
                    </a:cubicBezTo>
                    <a:cubicBezTo>
                      <a:pt x="30" y="23"/>
                      <a:pt x="30" y="24"/>
                      <a:pt x="30" y="24"/>
                    </a:cubicBezTo>
                    <a:cubicBezTo>
                      <a:pt x="30" y="24"/>
                      <a:pt x="29" y="24"/>
                      <a:pt x="29" y="24"/>
                    </a:cubicBezTo>
                    <a:cubicBezTo>
                      <a:pt x="24" y="22"/>
                      <a:pt x="19" y="20"/>
                      <a:pt x="17" y="17"/>
                    </a:cubicBezTo>
                    <a:cubicBezTo>
                      <a:pt x="15" y="16"/>
                      <a:pt x="14" y="14"/>
                      <a:pt x="14" y="12"/>
                    </a:cubicBezTo>
                    <a:close/>
                    <a:moveTo>
                      <a:pt x="32" y="78"/>
                    </a:move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32" y="44"/>
                      <a:pt x="32" y="44"/>
                      <a:pt x="32" y="44"/>
                    </a:cubicBezTo>
                    <a:lnTo>
                      <a:pt x="32" y="78"/>
                    </a:lnTo>
                    <a:close/>
                    <a:moveTo>
                      <a:pt x="32" y="41"/>
                    </a:moveTo>
                    <a:cubicBezTo>
                      <a:pt x="6" y="41"/>
                      <a:pt x="6" y="41"/>
                      <a:pt x="6" y="4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32" y="31"/>
                      <a:pt x="32" y="31"/>
                      <a:pt x="32" y="31"/>
                    </a:cubicBezTo>
                    <a:lnTo>
                      <a:pt x="32" y="41"/>
                    </a:lnTo>
                    <a:close/>
                    <a:moveTo>
                      <a:pt x="63" y="78"/>
                    </a:moveTo>
                    <a:cubicBezTo>
                      <a:pt x="42" y="78"/>
                      <a:pt x="42" y="78"/>
                      <a:pt x="42" y="78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63" y="44"/>
                      <a:pt x="63" y="44"/>
                      <a:pt x="63" y="44"/>
                    </a:cubicBezTo>
                    <a:lnTo>
                      <a:pt x="63" y="78"/>
                    </a:lnTo>
                    <a:close/>
                    <a:moveTo>
                      <a:pt x="69" y="41"/>
                    </a:move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69" y="31"/>
                      <a:pt x="69" y="31"/>
                      <a:pt x="69" y="31"/>
                    </a:cubicBezTo>
                    <a:lnTo>
                      <a:pt x="69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" name="îśḷî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B3E7A94-E55A-4FF4-B8FD-6C99FE067D60}"/>
                  </a:ext>
                </a:extLst>
              </p:cNvPr>
              <p:cNvSpPr/>
              <p:nvPr/>
            </p:nvSpPr>
            <p:spPr bwMode="auto">
              <a:xfrm>
                <a:off x="10906584" y="4526927"/>
                <a:ext cx="246623" cy="201604"/>
              </a:xfrm>
              <a:custGeom>
                <a:avLst/>
                <a:gdLst>
                  <a:gd name="T0" fmla="*/ 1 w 77"/>
                  <a:gd name="T1" fmla="*/ 42 h 63"/>
                  <a:gd name="T2" fmla="*/ 8 w 77"/>
                  <a:gd name="T3" fmla="*/ 55 h 63"/>
                  <a:gd name="T4" fmla="*/ 21 w 77"/>
                  <a:gd name="T5" fmla="*/ 61 h 63"/>
                  <a:gd name="T6" fmla="*/ 38 w 77"/>
                  <a:gd name="T7" fmla="*/ 63 h 63"/>
                  <a:gd name="T8" fmla="*/ 56 w 77"/>
                  <a:gd name="T9" fmla="*/ 61 h 63"/>
                  <a:gd name="T10" fmla="*/ 69 w 77"/>
                  <a:gd name="T11" fmla="*/ 55 h 63"/>
                  <a:gd name="T12" fmla="*/ 76 w 77"/>
                  <a:gd name="T13" fmla="*/ 42 h 63"/>
                  <a:gd name="T14" fmla="*/ 71 w 77"/>
                  <a:gd name="T15" fmla="*/ 16 h 63"/>
                  <a:gd name="T16" fmla="*/ 72 w 77"/>
                  <a:gd name="T17" fmla="*/ 11 h 63"/>
                  <a:gd name="T18" fmla="*/ 70 w 77"/>
                  <a:gd name="T19" fmla="*/ 0 h 63"/>
                  <a:gd name="T20" fmla="*/ 67 w 77"/>
                  <a:gd name="T21" fmla="*/ 0 h 63"/>
                  <a:gd name="T22" fmla="*/ 60 w 77"/>
                  <a:gd name="T23" fmla="*/ 3 h 63"/>
                  <a:gd name="T24" fmla="*/ 38 w 77"/>
                  <a:gd name="T25" fmla="*/ 5 h 63"/>
                  <a:gd name="T26" fmla="*/ 17 w 77"/>
                  <a:gd name="T27" fmla="*/ 3 h 63"/>
                  <a:gd name="T28" fmla="*/ 9 w 77"/>
                  <a:gd name="T29" fmla="*/ 0 h 63"/>
                  <a:gd name="T30" fmla="*/ 7 w 77"/>
                  <a:gd name="T31" fmla="*/ 0 h 63"/>
                  <a:gd name="T32" fmla="*/ 5 w 77"/>
                  <a:gd name="T33" fmla="*/ 11 h 63"/>
                  <a:gd name="T34" fmla="*/ 6 w 77"/>
                  <a:gd name="T35" fmla="*/ 16 h 63"/>
                  <a:gd name="T36" fmla="*/ 9 w 77"/>
                  <a:gd name="T37" fmla="*/ 42 h 63"/>
                  <a:gd name="T38" fmla="*/ 18 w 77"/>
                  <a:gd name="T39" fmla="*/ 30 h 63"/>
                  <a:gd name="T40" fmla="*/ 27 w 77"/>
                  <a:gd name="T41" fmla="*/ 29 h 63"/>
                  <a:gd name="T42" fmla="*/ 38 w 77"/>
                  <a:gd name="T43" fmla="*/ 30 h 63"/>
                  <a:gd name="T44" fmla="*/ 49 w 77"/>
                  <a:gd name="T45" fmla="*/ 29 h 63"/>
                  <a:gd name="T46" fmla="*/ 59 w 77"/>
                  <a:gd name="T47" fmla="*/ 30 h 63"/>
                  <a:gd name="T48" fmla="*/ 67 w 77"/>
                  <a:gd name="T49" fmla="*/ 42 h 63"/>
                  <a:gd name="T50" fmla="*/ 64 w 77"/>
                  <a:gd name="T51" fmla="*/ 52 h 63"/>
                  <a:gd name="T52" fmla="*/ 56 w 77"/>
                  <a:gd name="T53" fmla="*/ 57 h 63"/>
                  <a:gd name="T54" fmla="*/ 45 w 77"/>
                  <a:gd name="T55" fmla="*/ 58 h 63"/>
                  <a:gd name="T56" fmla="*/ 31 w 77"/>
                  <a:gd name="T57" fmla="*/ 58 h 63"/>
                  <a:gd name="T58" fmla="*/ 20 w 77"/>
                  <a:gd name="T59" fmla="*/ 57 h 63"/>
                  <a:gd name="T60" fmla="*/ 12 w 77"/>
                  <a:gd name="T61" fmla="*/ 52 h 63"/>
                  <a:gd name="T62" fmla="*/ 9 w 77"/>
                  <a:gd name="T63" fmla="*/ 42 h 63"/>
                  <a:gd name="T64" fmla="*/ 53 w 77"/>
                  <a:gd name="T65" fmla="*/ 48 h 63"/>
                  <a:gd name="T66" fmla="*/ 53 w 77"/>
                  <a:gd name="T67" fmla="*/ 34 h 63"/>
                  <a:gd name="T68" fmla="*/ 19 w 77"/>
                  <a:gd name="T69" fmla="*/ 41 h 63"/>
                  <a:gd name="T70" fmla="*/ 29 w 77"/>
                  <a:gd name="T71" fmla="*/ 41 h 63"/>
                  <a:gd name="T72" fmla="*/ 19 w 77"/>
                  <a:gd name="T73" fmla="*/ 4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7" h="63">
                    <a:moveTo>
                      <a:pt x="0" y="33"/>
                    </a:moveTo>
                    <a:cubicBezTo>
                      <a:pt x="0" y="36"/>
                      <a:pt x="0" y="39"/>
                      <a:pt x="1" y="42"/>
                    </a:cubicBezTo>
                    <a:cubicBezTo>
                      <a:pt x="1" y="45"/>
                      <a:pt x="2" y="47"/>
                      <a:pt x="3" y="49"/>
                    </a:cubicBezTo>
                    <a:cubicBezTo>
                      <a:pt x="5" y="51"/>
                      <a:pt x="6" y="53"/>
                      <a:pt x="8" y="55"/>
                    </a:cubicBezTo>
                    <a:cubicBezTo>
                      <a:pt x="10" y="56"/>
                      <a:pt x="12" y="58"/>
                      <a:pt x="14" y="59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3" y="62"/>
                      <a:pt x="26" y="62"/>
                      <a:pt x="29" y="63"/>
                    </a:cubicBezTo>
                    <a:cubicBezTo>
                      <a:pt x="32" y="63"/>
                      <a:pt x="35" y="63"/>
                      <a:pt x="38" y="63"/>
                    </a:cubicBezTo>
                    <a:cubicBezTo>
                      <a:pt x="42" y="63"/>
                      <a:pt x="45" y="63"/>
                      <a:pt x="47" y="63"/>
                    </a:cubicBezTo>
                    <a:cubicBezTo>
                      <a:pt x="50" y="62"/>
                      <a:pt x="53" y="62"/>
                      <a:pt x="56" y="61"/>
                    </a:cubicBezTo>
                    <a:cubicBezTo>
                      <a:pt x="58" y="61"/>
                      <a:pt x="61" y="60"/>
                      <a:pt x="63" y="59"/>
                    </a:cubicBezTo>
                    <a:cubicBezTo>
                      <a:pt x="65" y="58"/>
                      <a:pt x="67" y="56"/>
                      <a:pt x="69" y="55"/>
                    </a:cubicBezTo>
                    <a:cubicBezTo>
                      <a:pt x="71" y="53"/>
                      <a:pt x="72" y="51"/>
                      <a:pt x="73" y="49"/>
                    </a:cubicBezTo>
                    <a:cubicBezTo>
                      <a:pt x="74" y="47"/>
                      <a:pt x="75" y="45"/>
                      <a:pt x="76" y="42"/>
                    </a:cubicBezTo>
                    <a:cubicBezTo>
                      <a:pt x="77" y="39"/>
                      <a:pt x="77" y="36"/>
                      <a:pt x="77" y="33"/>
                    </a:cubicBezTo>
                    <a:cubicBezTo>
                      <a:pt x="77" y="26"/>
                      <a:pt x="75" y="21"/>
                      <a:pt x="71" y="16"/>
                    </a:cubicBezTo>
                    <a:cubicBezTo>
                      <a:pt x="71" y="16"/>
                      <a:pt x="71" y="15"/>
                      <a:pt x="71" y="14"/>
                    </a:cubicBezTo>
                    <a:cubicBezTo>
                      <a:pt x="71" y="13"/>
                      <a:pt x="72" y="12"/>
                      <a:pt x="72" y="11"/>
                    </a:cubicBezTo>
                    <a:cubicBezTo>
                      <a:pt x="72" y="10"/>
                      <a:pt x="72" y="8"/>
                      <a:pt x="72" y="6"/>
                    </a:cubicBezTo>
                    <a:cubicBezTo>
                      <a:pt x="71" y="4"/>
                      <a:pt x="71" y="2"/>
                      <a:pt x="70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0"/>
                      <a:pt x="68" y="0"/>
                      <a:pt x="67" y="0"/>
                    </a:cubicBezTo>
                    <a:cubicBezTo>
                      <a:pt x="67" y="0"/>
                      <a:pt x="65" y="1"/>
                      <a:pt x="64" y="1"/>
                    </a:cubicBezTo>
                    <a:cubicBezTo>
                      <a:pt x="63" y="1"/>
                      <a:pt x="61" y="2"/>
                      <a:pt x="60" y="3"/>
                    </a:cubicBezTo>
                    <a:cubicBezTo>
                      <a:pt x="58" y="4"/>
                      <a:pt x="56" y="5"/>
                      <a:pt x="53" y="7"/>
                    </a:cubicBezTo>
                    <a:cubicBezTo>
                      <a:pt x="50" y="6"/>
                      <a:pt x="45" y="5"/>
                      <a:pt x="38" y="5"/>
                    </a:cubicBezTo>
                    <a:cubicBezTo>
                      <a:pt x="32" y="5"/>
                      <a:pt x="27" y="6"/>
                      <a:pt x="23" y="7"/>
                    </a:cubicBezTo>
                    <a:cubicBezTo>
                      <a:pt x="21" y="5"/>
                      <a:pt x="19" y="4"/>
                      <a:pt x="17" y="3"/>
                    </a:cubicBezTo>
                    <a:cubicBezTo>
                      <a:pt x="15" y="2"/>
                      <a:pt x="14" y="1"/>
                      <a:pt x="12" y="1"/>
                    </a:cubicBezTo>
                    <a:cubicBezTo>
                      <a:pt x="11" y="1"/>
                      <a:pt x="10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2"/>
                      <a:pt x="5" y="4"/>
                      <a:pt x="5" y="6"/>
                    </a:cubicBezTo>
                    <a:cubicBezTo>
                      <a:pt x="5" y="8"/>
                      <a:pt x="5" y="10"/>
                      <a:pt x="5" y="11"/>
                    </a:cubicBezTo>
                    <a:cubicBezTo>
                      <a:pt x="5" y="12"/>
                      <a:pt x="5" y="13"/>
                      <a:pt x="5" y="14"/>
                    </a:cubicBezTo>
                    <a:cubicBezTo>
                      <a:pt x="6" y="15"/>
                      <a:pt x="6" y="16"/>
                      <a:pt x="6" y="16"/>
                    </a:cubicBezTo>
                    <a:cubicBezTo>
                      <a:pt x="2" y="21"/>
                      <a:pt x="0" y="26"/>
                      <a:pt x="0" y="33"/>
                    </a:cubicBezTo>
                    <a:close/>
                    <a:moveTo>
                      <a:pt x="9" y="42"/>
                    </a:moveTo>
                    <a:cubicBezTo>
                      <a:pt x="9" y="38"/>
                      <a:pt x="11" y="35"/>
                      <a:pt x="14" y="32"/>
                    </a:cubicBezTo>
                    <a:cubicBezTo>
                      <a:pt x="15" y="31"/>
                      <a:pt x="16" y="30"/>
                      <a:pt x="18" y="30"/>
                    </a:cubicBezTo>
                    <a:cubicBezTo>
                      <a:pt x="19" y="30"/>
                      <a:pt x="20" y="29"/>
                      <a:pt x="22" y="29"/>
                    </a:cubicBezTo>
                    <a:cubicBezTo>
                      <a:pt x="24" y="29"/>
                      <a:pt x="25" y="29"/>
                      <a:pt x="27" y="29"/>
                    </a:cubicBezTo>
                    <a:cubicBezTo>
                      <a:pt x="28" y="29"/>
                      <a:pt x="30" y="29"/>
                      <a:pt x="32" y="30"/>
                    </a:cubicBezTo>
                    <a:cubicBezTo>
                      <a:pt x="35" y="30"/>
                      <a:pt x="36" y="30"/>
                      <a:pt x="38" y="30"/>
                    </a:cubicBezTo>
                    <a:cubicBezTo>
                      <a:pt x="40" y="30"/>
                      <a:pt x="42" y="30"/>
                      <a:pt x="44" y="30"/>
                    </a:cubicBezTo>
                    <a:cubicBezTo>
                      <a:pt x="46" y="29"/>
                      <a:pt x="48" y="29"/>
                      <a:pt x="49" y="29"/>
                    </a:cubicBezTo>
                    <a:cubicBezTo>
                      <a:pt x="51" y="29"/>
                      <a:pt x="52" y="29"/>
                      <a:pt x="54" y="29"/>
                    </a:cubicBezTo>
                    <a:cubicBezTo>
                      <a:pt x="56" y="29"/>
                      <a:pt x="57" y="30"/>
                      <a:pt x="59" y="30"/>
                    </a:cubicBezTo>
                    <a:cubicBezTo>
                      <a:pt x="60" y="30"/>
                      <a:pt x="61" y="31"/>
                      <a:pt x="62" y="32"/>
                    </a:cubicBezTo>
                    <a:cubicBezTo>
                      <a:pt x="65" y="35"/>
                      <a:pt x="67" y="38"/>
                      <a:pt x="67" y="42"/>
                    </a:cubicBezTo>
                    <a:cubicBezTo>
                      <a:pt x="67" y="44"/>
                      <a:pt x="67" y="46"/>
                      <a:pt x="66" y="48"/>
                    </a:cubicBezTo>
                    <a:cubicBezTo>
                      <a:pt x="66" y="49"/>
                      <a:pt x="65" y="51"/>
                      <a:pt x="64" y="52"/>
                    </a:cubicBezTo>
                    <a:cubicBezTo>
                      <a:pt x="63" y="53"/>
                      <a:pt x="62" y="54"/>
                      <a:pt x="61" y="55"/>
                    </a:cubicBezTo>
                    <a:cubicBezTo>
                      <a:pt x="59" y="56"/>
                      <a:pt x="58" y="56"/>
                      <a:pt x="56" y="57"/>
                    </a:cubicBezTo>
                    <a:cubicBezTo>
                      <a:pt x="55" y="57"/>
                      <a:pt x="53" y="57"/>
                      <a:pt x="51" y="58"/>
                    </a:cubicBezTo>
                    <a:cubicBezTo>
                      <a:pt x="48" y="58"/>
                      <a:pt x="46" y="58"/>
                      <a:pt x="45" y="58"/>
                    </a:cubicBezTo>
                    <a:cubicBezTo>
                      <a:pt x="43" y="58"/>
                      <a:pt x="41" y="58"/>
                      <a:pt x="38" y="58"/>
                    </a:cubicBezTo>
                    <a:cubicBezTo>
                      <a:pt x="35" y="58"/>
                      <a:pt x="33" y="58"/>
                      <a:pt x="31" y="58"/>
                    </a:cubicBezTo>
                    <a:cubicBezTo>
                      <a:pt x="30" y="58"/>
                      <a:pt x="28" y="58"/>
                      <a:pt x="25" y="58"/>
                    </a:cubicBezTo>
                    <a:cubicBezTo>
                      <a:pt x="23" y="57"/>
                      <a:pt x="21" y="57"/>
                      <a:pt x="20" y="57"/>
                    </a:cubicBezTo>
                    <a:cubicBezTo>
                      <a:pt x="19" y="56"/>
                      <a:pt x="17" y="56"/>
                      <a:pt x="16" y="55"/>
                    </a:cubicBezTo>
                    <a:cubicBezTo>
                      <a:pt x="14" y="54"/>
                      <a:pt x="13" y="53"/>
                      <a:pt x="12" y="52"/>
                    </a:cubicBezTo>
                    <a:cubicBezTo>
                      <a:pt x="11" y="51"/>
                      <a:pt x="11" y="49"/>
                      <a:pt x="10" y="48"/>
                    </a:cubicBezTo>
                    <a:cubicBezTo>
                      <a:pt x="9" y="46"/>
                      <a:pt x="9" y="44"/>
                      <a:pt x="9" y="42"/>
                    </a:cubicBezTo>
                    <a:close/>
                    <a:moveTo>
                      <a:pt x="48" y="41"/>
                    </a:moveTo>
                    <a:cubicBezTo>
                      <a:pt x="48" y="45"/>
                      <a:pt x="50" y="48"/>
                      <a:pt x="53" y="48"/>
                    </a:cubicBezTo>
                    <a:cubicBezTo>
                      <a:pt x="55" y="48"/>
                      <a:pt x="58" y="45"/>
                      <a:pt x="58" y="41"/>
                    </a:cubicBezTo>
                    <a:cubicBezTo>
                      <a:pt x="58" y="37"/>
                      <a:pt x="55" y="34"/>
                      <a:pt x="53" y="34"/>
                    </a:cubicBezTo>
                    <a:cubicBezTo>
                      <a:pt x="50" y="34"/>
                      <a:pt x="48" y="37"/>
                      <a:pt x="48" y="41"/>
                    </a:cubicBezTo>
                    <a:close/>
                    <a:moveTo>
                      <a:pt x="19" y="41"/>
                    </a:moveTo>
                    <a:cubicBezTo>
                      <a:pt x="19" y="45"/>
                      <a:pt x="21" y="48"/>
                      <a:pt x="24" y="48"/>
                    </a:cubicBezTo>
                    <a:cubicBezTo>
                      <a:pt x="27" y="48"/>
                      <a:pt x="29" y="45"/>
                      <a:pt x="29" y="41"/>
                    </a:cubicBezTo>
                    <a:cubicBezTo>
                      <a:pt x="29" y="37"/>
                      <a:pt x="27" y="34"/>
                      <a:pt x="24" y="34"/>
                    </a:cubicBezTo>
                    <a:cubicBezTo>
                      <a:pt x="21" y="34"/>
                      <a:pt x="19" y="37"/>
                      <a:pt x="19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" name="ïṩlí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6ACE8A-A259-46FB-BBEB-5A24F86C4BD0}"/>
                  </a:ext>
                </a:extLst>
              </p:cNvPr>
              <p:cNvSpPr/>
              <p:nvPr/>
            </p:nvSpPr>
            <p:spPr bwMode="auto">
              <a:xfrm>
                <a:off x="10654088" y="1900192"/>
                <a:ext cx="401253" cy="401252"/>
              </a:xfrm>
              <a:custGeom>
                <a:avLst/>
                <a:gdLst>
                  <a:gd name="T0" fmla="*/ 0 w 125"/>
                  <a:gd name="T1" fmla="*/ 63 h 125"/>
                  <a:gd name="T2" fmla="*/ 125 w 125"/>
                  <a:gd name="T3" fmla="*/ 63 h 125"/>
                  <a:gd name="T4" fmla="*/ 98 w 125"/>
                  <a:gd name="T5" fmla="*/ 83 h 125"/>
                  <a:gd name="T6" fmla="*/ 117 w 125"/>
                  <a:gd name="T7" fmla="*/ 67 h 125"/>
                  <a:gd name="T8" fmla="*/ 98 w 125"/>
                  <a:gd name="T9" fmla="*/ 83 h 125"/>
                  <a:gd name="T10" fmla="*/ 25 w 125"/>
                  <a:gd name="T11" fmla="*/ 59 h 125"/>
                  <a:gd name="T12" fmla="*/ 13 w 125"/>
                  <a:gd name="T13" fmla="*/ 42 h 125"/>
                  <a:gd name="T14" fmla="*/ 90 w 125"/>
                  <a:gd name="T15" fmla="*/ 42 h 125"/>
                  <a:gd name="T16" fmla="*/ 67 w 125"/>
                  <a:gd name="T17" fmla="*/ 59 h 125"/>
                  <a:gd name="T18" fmla="*/ 90 w 125"/>
                  <a:gd name="T19" fmla="*/ 42 h 125"/>
                  <a:gd name="T20" fmla="*/ 67 w 125"/>
                  <a:gd name="T21" fmla="*/ 9 h 125"/>
                  <a:gd name="T22" fmla="*/ 82 w 125"/>
                  <a:gd name="T23" fmla="*/ 23 h 125"/>
                  <a:gd name="T24" fmla="*/ 67 w 125"/>
                  <a:gd name="T25" fmla="*/ 34 h 125"/>
                  <a:gd name="T26" fmla="*/ 53 w 125"/>
                  <a:gd name="T27" fmla="*/ 12 h 125"/>
                  <a:gd name="T28" fmla="*/ 59 w 125"/>
                  <a:gd name="T29" fmla="*/ 34 h 125"/>
                  <a:gd name="T30" fmla="*/ 43 w 125"/>
                  <a:gd name="T31" fmla="*/ 23 h 125"/>
                  <a:gd name="T32" fmla="*/ 59 w 125"/>
                  <a:gd name="T33" fmla="*/ 59 h 125"/>
                  <a:gd name="T34" fmla="*/ 36 w 125"/>
                  <a:gd name="T35" fmla="*/ 42 h 125"/>
                  <a:gd name="T36" fmla="*/ 13 w 125"/>
                  <a:gd name="T37" fmla="*/ 83 h 125"/>
                  <a:gd name="T38" fmla="*/ 25 w 125"/>
                  <a:gd name="T39" fmla="*/ 67 h 125"/>
                  <a:gd name="T40" fmla="*/ 13 w 125"/>
                  <a:gd name="T41" fmla="*/ 83 h 125"/>
                  <a:gd name="T42" fmla="*/ 59 w 125"/>
                  <a:gd name="T43" fmla="*/ 67 h 125"/>
                  <a:gd name="T44" fmla="*/ 36 w 125"/>
                  <a:gd name="T45" fmla="*/ 83 h 125"/>
                  <a:gd name="T46" fmla="*/ 59 w 125"/>
                  <a:gd name="T47" fmla="*/ 92 h 125"/>
                  <a:gd name="T48" fmla="*/ 53 w 125"/>
                  <a:gd name="T49" fmla="*/ 113 h 125"/>
                  <a:gd name="T50" fmla="*/ 38 w 125"/>
                  <a:gd name="T51" fmla="*/ 92 h 125"/>
                  <a:gd name="T52" fmla="*/ 82 w 125"/>
                  <a:gd name="T53" fmla="*/ 102 h 125"/>
                  <a:gd name="T54" fmla="*/ 67 w 125"/>
                  <a:gd name="T55" fmla="*/ 116 h 125"/>
                  <a:gd name="T56" fmla="*/ 87 w 125"/>
                  <a:gd name="T57" fmla="*/ 92 h 125"/>
                  <a:gd name="T58" fmla="*/ 67 w 125"/>
                  <a:gd name="T59" fmla="*/ 83 h 125"/>
                  <a:gd name="T60" fmla="*/ 92 w 125"/>
                  <a:gd name="T61" fmla="*/ 67 h 125"/>
                  <a:gd name="T62" fmla="*/ 67 w 125"/>
                  <a:gd name="T63" fmla="*/ 83 h 125"/>
                  <a:gd name="T64" fmla="*/ 98 w 125"/>
                  <a:gd name="T65" fmla="*/ 42 h 125"/>
                  <a:gd name="T66" fmla="*/ 117 w 125"/>
                  <a:gd name="T67" fmla="*/ 59 h 125"/>
                  <a:gd name="T68" fmla="*/ 108 w 125"/>
                  <a:gd name="T69" fmla="*/ 34 h 125"/>
                  <a:gd name="T70" fmla="*/ 86 w 125"/>
                  <a:gd name="T71" fmla="*/ 14 h 125"/>
                  <a:gd name="T72" fmla="*/ 108 w 125"/>
                  <a:gd name="T73" fmla="*/ 34 h 125"/>
                  <a:gd name="T74" fmla="*/ 39 w 125"/>
                  <a:gd name="T75" fmla="*/ 14 h 125"/>
                  <a:gd name="T76" fmla="*/ 17 w 125"/>
                  <a:gd name="T77" fmla="*/ 34 h 125"/>
                  <a:gd name="T78" fmla="*/ 17 w 125"/>
                  <a:gd name="T79" fmla="*/ 92 h 125"/>
                  <a:gd name="T80" fmla="*/ 39 w 125"/>
                  <a:gd name="T81" fmla="*/ 111 h 125"/>
                  <a:gd name="T82" fmla="*/ 17 w 125"/>
                  <a:gd name="T83" fmla="*/ 92 h 125"/>
                  <a:gd name="T84" fmla="*/ 86 w 125"/>
                  <a:gd name="T85" fmla="*/ 111 h 125"/>
                  <a:gd name="T86" fmla="*/ 108 w 125"/>
                  <a:gd name="T87" fmla="*/ 92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5" h="125">
                    <a:moveTo>
                      <a:pt x="63" y="0"/>
                    </a:moveTo>
                    <a:cubicBezTo>
                      <a:pt x="28" y="0"/>
                      <a:pt x="0" y="28"/>
                      <a:pt x="0" y="63"/>
                    </a:cubicBezTo>
                    <a:cubicBezTo>
                      <a:pt x="0" y="97"/>
                      <a:pt x="28" y="125"/>
                      <a:pt x="63" y="125"/>
                    </a:cubicBezTo>
                    <a:cubicBezTo>
                      <a:pt x="97" y="125"/>
                      <a:pt x="125" y="97"/>
                      <a:pt x="125" y="63"/>
                    </a:cubicBezTo>
                    <a:cubicBezTo>
                      <a:pt x="125" y="28"/>
                      <a:pt x="97" y="0"/>
                      <a:pt x="63" y="0"/>
                    </a:cubicBezTo>
                    <a:close/>
                    <a:moveTo>
                      <a:pt x="98" y="83"/>
                    </a:moveTo>
                    <a:cubicBezTo>
                      <a:pt x="99" y="78"/>
                      <a:pt x="100" y="73"/>
                      <a:pt x="100" y="67"/>
                    </a:cubicBezTo>
                    <a:cubicBezTo>
                      <a:pt x="117" y="67"/>
                      <a:pt x="117" y="67"/>
                      <a:pt x="117" y="67"/>
                    </a:cubicBezTo>
                    <a:cubicBezTo>
                      <a:pt x="116" y="73"/>
                      <a:pt x="115" y="78"/>
                      <a:pt x="113" y="83"/>
                    </a:cubicBezTo>
                    <a:lnTo>
                      <a:pt x="98" y="83"/>
                    </a:lnTo>
                    <a:close/>
                    <a:moveTo>
                      <a:pt x="27" y="42"/>
                    </a:moveTo>
                    <a:cubicBezTo>
                      <a:pt x="26" y="47"/>
                      <a:pt x="26" y="53"/>
                      <a:pt x="25" y="59"/>
                    </a:cubicBezTo>
                    <a:cubicBezTo>
                      <a:pt x="9" y="59"/>
                      <a:pt x="9" y="59"/>
                      <a:pt x="9" y="59"/>
                    </a:cubicBezTo>
                    <a:cubicBezTo>
                      <a:pt x="9" y="53"/>
                      <a:pt x="11" y="47"/>
                      <a:pt x="13" y="42"/>
                    </a:cubicBezTo>
                    <a:lnTo>
                      <a:pt x="27" y="42"/>
                    </a:lnTo>
                    <a:close/>
                    <a:moveTo>
                      <a:pt x="90" y="42"/>
                    </a:moveTo>
                    <a:cubicBezTo>
                      <a:pt x="91" y="47"/>
                      <a:pt x="92" y="53"/>
                      <a:pt x="92" y="59"/>
                    </a:cubicBezTo>
                    <a:cubicBezTo>
                      <a:pt x="67" y="59"/>
                      <a:pt x="67" y="59"/>
                      <a:pt x="67" y="59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90" y="42"/>
                    </a:lnTo>
                    <a:close/>
                    <a:moveTo>
                      <a:pt x="67" y="34"/>
                    </a:moveTo>
                    <a:cubicBezTo>
                      <a:pt x="67" y="9"/>
                      <a:pt x="67" y="9"/>
                      <a:pt x="67" y="9"/>
                    </a:cubicBezTo>
                    <a:cubicBezTo>
                      <a:pt x="69" y="10"/>
                      <a:pt x="71" y="11"/>
                      <a:pt x="73" y="12"/>
                    </a:cubicBezTo>
                    <a:cubicBezTo>
                      <a:pt x="76" y="14"/>
                      <a:pt x="79" y="18"/>
                      <a:pt x="82" y="23"/>
                    </a:cubicBezTo>
                    <a:cubicBezTo>
                      <a:pt x="84" y="26"/>
                      <a:pt x="86" y="30"/>
                      <a:pt x="87" y="34"/>
                    </a:cubicBezTo>
                    <a:cubicBezTo>
                      <a:pt x="67" y="34"/>
                      <a:pt x="67" y="34"/>
                      <a:pt x="67" y="34"/>
                    </a:cubicBezTo>
                    <a:close/>
                    <a:moveTo>
                      <a:pt x="43" y="23"/>
                    </a:moveTo>
                    <a:cubicBezTo>
                      <a:pt x="46" y="18"/>
                      <a:pt x="50" y="14"/>
                      <a:pt x="53" y="12"/>
                    </a:cubicBezTo>
                    <a:cubicBezTo>
                      <a:pt x="55" y="11"/>
                      <a:pt x="57" y="10"/>
                      <a:pt x="59" y="9"/>
                    </a:cubicBezTo>
                    <a:cubicBezTo>
                      <a:pt x="59" y="34"/>
                      <a:pt x="59" y="34"/>
                      <a:pt x="59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40" y="30"/>
                      <a:pt x="41" y="26"/>
                      <a:pt x="43" y="23"/>
                    </a:cubicBezTo>
                    <a:close/>
                    <a:moveTo>
                      <a:pt x="59" y="42"/>
                    </a:moveTo>
                    <a:cubicBezTo>
                      <a:pt x="59" y="59"/>
                      <a:pt x="59" y="59"/>
                      <a:pt x="59" y="59"/>
                    </a:cubicBezTo>
                    <a:cubicBezTo>
                      <a:pt x="34" y="59"/>
                      <a:pt x="34" y="59"/>
                      <a:pt x="34" y="59"/>
                    </a:cubicBezTo>
                    <a:cubicBezTo>
                      <a:pt x="34" y="53"/>
                      <a:pt x="35" y="47"/>
                      <a:pt x="36" y="42"/>
                    </a:cubicBezTo>
                    <a:lnTo>
                      <a:pt x="59" y="42"/>
                    </a:lnTo>
                    <a:close/>
                    <a:moveTo>
                      <a:pt x="13" y="83"/>
                    </a:moveTo>
                    <a:cubicBezTo>
                      <a:pt x="11" y="78"/>
                      <a:pt x="9" y="73"/>
                      <a:pt x="9" y="67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6" y="73"/>
                      <a:pt x="26" y="78"/>
                      <a:pt x="27" y="83"/>
                    </a:cubicBezTo>
                    <a:lnTo>
                      <a:pt x="13" y="83"/>
                    </a:lnTo>
                    <a:close/>
                    <a:moveTo>
                      <a:pt x="34" y="67"/>
                    </a:moveTo>
                    <a:cubicBezTo>
                      <a:pt x="59" y="67"/>
                      <a:pt x="59" y="67"/>
                      <a:pt x="59" y="67"/>
                    </a:cubicBezTo>
                    <a:cubicBezTo>
                      <a:pt x="59" y="83"/>
                      <a:pt x="59" y="83"/>
                      <a:pt x="59" y="83"/>
                    </a:cubicBezTo>
                    <a:cubicBezTo>
                      <a:pt x="36" y="83"/>
                      <a:pt x="36" y="83"/>
                      <a:pt x="36" y="83"/>
                    </a:cubicBezTo>
                    <a:cubicBezTo>
                      <a:pt x="35" y="78"/>
                      <a:pt x="34" y="73"/>
                      <a:pt x="34" y="67"/>
                    </a:cubicBezTo>
                    <a:close/>
                    <a:moveTo>
                      <a:pt x="59" y="92"/>
                    </a:moveTo>
                    <a:cubicBezTo>
                      <a:pt x="59" y="116"/>
                      <a:pt x="59" y="116"/>
                      <a:pt x="59" y="116"/>
                    </a:cubicBezTo>
                    <a:cubicBezTo>
                      <a:pt x="57" y="116"/>
                      <a:pt x="55" y="115"/>
                      <a:pt x="53" y="113"/>
                    </a:cubicBezTo>
                    <a:cubicBezTo>
                      <a:pt x="50" y="111"/>
                      <a:pt x="46" y="107"/>
                      <a:pt x="43" y="102"/>
                    </a:cubicBezTo>
                    <a:cubicBezTo>
                      <a:pt x="41" y="99"/>
                      <a:pt x="40" y="96"/>
                      <a:pt x="38" y="92"/>
                    </a:cubicBezTo>
                    <a:cubicBezTo>
                      <a:pt x="59" y="92"/>
                      <a:pt x="59" y="92"/>
                      <a:pt x="59" y="92"/>
                    </a:cubicBezTo>
                    <a:close/>
                    <a:moveTo>
                      <a:pt x="82" y="102"/>
                    </a:moveTo>
                    <a:cubicBezTo>
                      <a:pt x="79" y="107"/>
                      <a:pt x="76" y="111"/>
                      <a:pt x="73" y="113"/>
                    </a:cubicBezTo>
                    <a:cubicBezTo>
                      <a:pt x="71" y="115"/>
                      <a:pt x="69" y="116"/>
                      <a:pt x="67" y="116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87" y="92"/>
                      <a:pt x="87" y="92"/>
                      <a:pt x="87" y="92"/>
                    </a:cubicBezTo>
                    <a:cubicBezTo>
                      <a:pt x="86" y="96"/>
                      <a:pt x="84" y="99"/>
                      <a:pt x="82" y="102"/>
                    </a:cubicBezTo>
                    <a:close/>
                    <a:moveTo>
                      <a:pt x="67" y="83"/>
                    </a:moveTo>
                    <a:cubicBezTo>
                      <a:pt x="67" y="67"/>
                      <a:pt x="67" y="67"/>
                      <a:pt x="67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2" y="73"/>
                      <a:pt x="91" y="78"/>
                      <a:pt x="90" y="83"/>
                    </a:cubicBezTo>
                    <a:lnTo>
                      <a:pt x="67" y="83"/>
                    </a:lnTo>
                    <a:close/>
                    <a:moveTo>
                      <a:pt x="100" y="59"/>
                    </a:moveTo>
                    <a:cubicBezTo>
                      <a:pt x="100" y="53"/>
                      <a:pt x="99" y="47"/>
                      <a:pt x="98" y="42"/>
                    </a:cubicBezTo>
                    <a:cubicBezTo>
                      <a:pt x="113" y="42"/>
                      <a:pt x="113" y="42"/>
                      <a:pt x="113" y="42"/>
                    </a:cubicBezTo>
                    <a:cubicBezTo>
                      <a:pt x="115" y="47"/>
                      <a:pt x="116" y="53"/>
                      <a:pt x="117" y="59"/>
                    </a:cubicBezTo>
                    <a:lnTo>
                      <a:pt x="100" y="59"/>
                    </a:lnTo>
                    <a:close/>
                    <a:moveTo>
                      <a:pt x="108" y="34"/>
                    </a:moveTo>
                    <a:cubicBezTo>
                      <a:pt x="96" y="34"/>
                      <a:pt x="96" y="34"/>
                      <a:pt x="96" y="34"/>
                    </a:cubicBezTo>
                    <a:cubicBezTo>
                      <a:pt x="93" y="26"/>
                      <a:pt x="90" y="19"/>
                      <a:pt x="86" y="14"/>
                    </a:cubicBezTo>
                    <a:cubicBezTo>
                      <a:pt x="92" y="17"/>
                      <a:pt x="97" y="20"/>
                      <a:pt x="101" y="24"/>
                    </a:cubicBezTo>
                    <a:cubicBezTo>
                      <a:pt x="104" y="27"/>
                      <a:pt x="106" y="30"/>
                      <a:pt x="108" y="34"/>
                    </a:cubicBezTo>
                    <a:close/>
                    <a:moveTo>
                      <a:pt x="25" y="24"/>
                    </a:moveTo>
                    <a:cubicBezTo>
                      <a:pt x="29" y="20"/>
                      <a:pt x="34" y="17"/>
                      <a:pt x="39" y="14"/>
                    </a:cubicBezTo>
                    <a:cubicBezTo>
                      <a:pt x="35" y="19"/>
                      <a:pt x="32" y="26"/>
                      <a:pt x="30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9" y="30"/>
                      <a:pt x="22" y="27"/>
                      <a:pt x="25" y="24"/>
                    </a:cubicBezTo>
                    <a:close/>
                    <a:moveTo>
                      <a:pt x="17" y="92"/>
                    </a:moveTo>
                    <a:cubicBezTo>
                      <a:pt x="30" y="92"/>
                      <a:pt x="30" y="92"/>
                      <a:pt x="30" y="92"/>
                    </a:cubicBezTo>
                    <a:cubicBezTo>
                      <a:pt x="32" y="99"/>
                      <a:pt x="35" y="106"/>
                      <a:pt x="39" y="111"/>
                    </a:cubicBezTo>
                    <a:cubicBezTo>
                      <a:pt x="34" y="109"/>
                      <a:pt x="29" y="105"/>
                      <a:pt x="25" y="101"/>
                    </a:cubicBezTo>
                    <a:cubicBezTo>
                      <a:pt x="22" y="98"/>
                      <a:pt x="19" y="95"/>
                      <a:pt x="17" y="92"/>
                    </a:cubicBezTo>
                    <a:close/>
                    <a:moveTo>
                      <a:pt x="101" y="101"/>
                    </a:moveTo>
                    <a:cubicBezTo>
                      <a:pt x="97" y="105"/>
                      <a:pt x="92" y="109"/>
                      <a:pt x="86" y="111"/>
                    </a:cubicBezTo>
                    <a:cubicBezTo>
                      <a:pt x="90" y="106"/>
                      <a:pt x="93" y="99"/>
                      <a:pt x="96" y="92"/>
                    </a:cubicBezTo>
                    <a:cubicBezTo>
                      <a:pt x="108" y="92"/>
                      <a:pt x="108" y="92"/>
                      <a:pt x="108" y="92"/>
                    </a:cubicBezTo>
                    <a:cubicBezTo>
                      <a:pt x="106" y="95"/>
                      <a:pt x="104" y="98"/>
                      <a:pt x="101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" name="íŝ1î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2894755-DC7A-4C86-A2C1-7D4A637BE080}"/>
                  </a:ext>
                </a:extLst>
              </p:cNvPr>
              <p:cNvSpPr/>
              <p:nvPr/>
            </p:nvSpPr>
            <p:spPr bwMode="auto">
              <a:xfrm>
                <a:off x="10577753" y="1690759"/>
                <a:ext cx="189861" cy="187904"/>
              </a:xfrm>
              <a:custGeom>
                <a:avLst/>
                <a:gdLst>
                  <a:gd name="T0" fmla="*/ 49 w 59"/>
                  <a:gd name="T1" fmla="*/ 0 h 59"/>
                  <a:gd name="T2" fmla="*/ 9 w 59"/>
                  <a:gd name="T3" fmla="*/ 0 h 59"/>
                  <a:gd name="T4" fmla="*/ 0 w 59"/>
                  <a:gd name="T5" fmla="*/ 10 h 59"/>
                  <a:gd name="T6" fmla="*/ 0 w 59"/>
                  <a:gd name="T7" fmla="*/ 49 h 59"/>
                  <a:gd name="T8" fmla="*/ 9 w 59"/>
                  <a:gd name="T9" fmla="*/ 59 h 59"/>
                  <a:gd name="T10" fmla="*/ 49 w 59"/>
                  <a:gd name="T11" fmla="*/ 59 h 59"/>
                  <a:gd name="T12" fmla="*/ 59 w 59"/>
                  <a:gd name="T13" fmla="*/ 49 h 59"/>
                  <a:gd name="T14" fmla="*/ 59 w 59"/>
                  <a:gd name="T15" fmla="*/ 10 h 59"/>
                  <a:gd name="T16" fmla="*/ 49 w 59"/>
                  <a:gd name="T17" fmla="*/ 0 h 59"/>
                  <a:gd name="T18" fmla="*/ 40 w 59"/>
                  <a:gd name="T19" fmla="*/ 2 h 59"/>
                  <a:gd name="T20" fmla="*/ 40 w 59"/>
                  <a:gd name="T21" fmla="*/ 11 h 59"/>
                  <a:gd name="T22" fmla="*/ 31 w 59"/>
                  <a:gd name="T23" fmla="*/ 11 h 59"/>
                  <a:gd name="T24" fmla="*/ 31 w 59"/>
                  <a:gd name="T25" fmla="*/ 2 h 59"/>
                  <a:gd name="T26" fmla="*/ 40 w 59"/>
                  <a:gd name="T27" fmla="*/ 2 h 59"/>
                  <a:gd name="T28" fmla="*/ 27 w 59"/>
                  <a:gd name="T29" fmla="*/ 2 h 59"/>
                  <a:gd name="T30" fmla="*/ 27 w 59"/>
                  <a:gd name="T31" fmla="*/ 11 h 59"/>
                  <a:gd name="T32" fmla="*/ 18 w 59"/>
                  <a:gd name="T33" fmla="*/ 11 h 59"/>
                  <a:gd name="T34" fmla="*/ 18 w 59"/>
                  <a:gd name="T35" fmla="*/ 2 h 59"/>
                  <a:gd name="T36" fmla="*/ 27 w 59"/>
                  <a:gd name="T37" fmla="*/ 2 h 59"/>
                  <a:gd name="T38" fmla="*/ 1 w 59"/>
                  <a:gd name="T39" fmla="*/ 11 h 59"/>
                  <a:gd name="T40" fmla="*/ 1 w 59"/>
                  <a:gd name="T41" fmla="*/ 10 h 59"/>
                  <a:gd name="T42" fmla="*/ 9 w 59"/>
                  <a:gd name="T43" fmla="*/ 2 h 59"/>
                  <a:gd name="T44" fmla="*/ 14 w 59"/>
                  <a:gd name="T45" fmla="*/ 2 h 59"/>
                  <a:gd name="T46" fmla="*/ 14 w 59"/>
                  <a:gd name="T47" fmla="*/ 11 h 59"/>
                  <a:gd name="T48" fmla="*/ 1 w 59"/>
                  <a:gd name="T49" fmla="*/ 11 h 59"/>
                  <a:gd name="T50" fmla="*/ 44 w 59"/>
                  <a:gd name="T51" fmla="*/ 37 h 59"/>
                  <a:gd name="T52" fmla="*/ 33 w 59"/>
                  <a:gd name="T53" fmla="*/ 37 h 59"/>
                  <a:gd name="T54" fmla="*/ 33 w 59"/>
                  <a:gd name="T55" fmla="*/ 48 h 59"/>
                  <a:gd name="T56" fmla="*/ 25 w 59"/>
                  <a:gd name="T57" fmla="*/ 48 h 59"/>
                  <a:gd name="T58" fmla="*/ 25 w 59"/>
                  <a:gd name="T59" fmla="*/ 37 h 59"/>
                  <a:gd name="T60" fmla="*/ 14 w 59"/>
                  <a:gd name="T61" fmla="*/ 37 h 59"/>
                  <a:gd name="T62" fmla="*/ 14 w 59"/>
                  <a:gd name="T63" fmla="*/ 30 h 59"/>
                  <a:gd name="T64" fmla="*/ 25 w 59"/>
                  <a:gd name="T65" fmla="*/ 30 h 59"/>
                  <a:gd name="T66" fmla="*/ 25 w 59"/>
                  <a:gd name="T67" fmla="*/ 18 h 59"/>
                  <a:gd name="T68" fmla="*/ 33 w 59"/>
                  <a:gd name="T69" fmla="*/ 18 h 59"/>
                  <a:gd name="T70" fmla="*/ 33 w 59"/>
                  <a:gd name="T71" fmla="*/ 30 h 59"/>
                  <a:gd name="T72" fmla="*/ 44 w 59"/>
                  <a:gd name="T73" fmla="*/ 30 h 59"/>
                  <a:gd name="T74" fmla="*/ 44 w 59"/>
                  <a:gd name="T75" fmla="*/ 37 h 59"/>
                  <a:gd name="T76" fmla="*/ 57 w 59"/>
                  <a:gd name="T77" fmla="*/ 11 h 59"/>
                  <a:gd name="T78" fmla="*/ 44 w 59"/>
                  <a:gd name="T79" fmla="*/ 11 h 59"/>
                  <a:gd name="T80" fmla="*/ 44 w 59"/>
                  <a:gd name="T81" fmla="*/ 2 h 59"/>
                  <a:gd name="T82" fmla="*/ 49 w 59"/>
                  <a:gd name="T83" fmla="*/ 2 h 59"/>
                  <a:gd name="T84" fmla="*/ 57 w 59"/>
                  <a:gd name="T85" fmla="*/ 10 h 59"/>
                  <a:gd name="T86" fmla="*/ 57 w 59"/>
                  <a:gd name="T87" fmla="*/ 1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9" h="59">
                    <a:moveTo>
                      <a:pt x="4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5"/>
                      <a:pt x="4" y="59"/>
                      <a:pt x="9" y="59"/>
                    </a:cubicBezTo>
                    <a:cubicBezTo>
                      <a:pt x="49" y="59"/>
                      <a:pt x="49" y="59"/>
                      <a:pt x="49" y="59"/>
                    </a:cubicBezTo>
                    <a:cubicBezTo>
                      <a:pt x="54" y="59"/>
                      <a:pt x="59" y="55"/>
                      <a:pt x="59" y="49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9" y="4"/>
                      <a:pt x="54" y="0"/>
                      <a:pt x="49" y="0"/>
                    </a:cubicBezTo>
                    <a:close/>
                    <a:moveTo>
                      <a:pt x="40" y="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1" y="2"/>
                      <a:pt x="31" y="2"/>
                      <a:pt x="31" y="2"/>
                    </a:cubicBezTo>
                    <a:lnTo>
                      <a:pt x="40" y="2"/>
                    </a:lnTo>
                    <a:close/>
                    <a:moveTo>
                      <a:pt x="27" y="2"/>
                    </a:moveTo>
                    <a:cubicBezTo>
                      <a:pt x="27" y="11"/>
                      <a:pt x="27" y="11"/>
                      <a:pt x="27" y="11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2"/>
                      <a:pt x="18" y="2"/>
                      <a:pt x="18" y="2"/>
                    </a:cubicBezTo>
                    <a:lnTo>
                      <a:pt x="27" y="2"/>
                    </a:lnTo>
                    <a:close/>
                    <a:moveTo>
                      <a:pt x="1" y="11"/>
                    </a:moveTo>
                    <a:cubicBezTo>
                      <a:pt x="1" y="10"/>
                      <a:pt x="1" y="10"/>
                      <a:pt x="1" y="10"/>
                    </a:cubicBezTo>
                    <a:cubicBezTo>
                      <a:pt x="1" y="5"/>
                      <a:pt x="5" y="2"/>
                      <a:pt x="9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4" y="11"/>
                      <a:pt x="14" y="11"/>
                      <a:pt x="14" y="11"/>
                    </a:cubicBezTo>
                    <a:lnTo>
                      <a:pt x="1" y="11"/>
                    </a:lnTo>
                    <a:close/>
                    <a:moveTo>
                      <a:pt x="44" y="37"/>
                    </a:moveTo>
                    <a:cubicBezTo>
                      <a:pt x="33" y="37"/>
                      <a:pt x="33" y="37"/>
                      <a:pt x="33" y="37"/>
                    </a:cubicBezTo>
                    <a:cubicBezTo>
                      <a:pt x="33" y="48"/>
                      <a:pt x="33" y="48"/>
                      <a:pt x="33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37"/>
                      <a:pt x="25" y="37"/>
                      <a:pt x="25" y="37"/>
                    </a:cubicBezTo>
                    <a:cubicBezTo>
                      <a:pt x="14" y="37"/>
                      <a:pt x="14" y="37"/>
                      <a:pt x="14" y="37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44" y="30"/>
                      <a:pt x="44" y="30"/>
                      <a:pt x="44" y="30"/>
                    </a:cubicBezTo>
                    <a:lnTo>
                      <a:pt x="44" y="37"/>
                    </a:lnTo>
                    <a:close/>
                    <a:moveTo>
                      <a:pt x="57" y="11"/>
                    </a:move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2"/>
                      <a:pt x="44" y="2"/>
                      <a:pt x="44" y="2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2"/>
                      <a:pt x="57" y="5"/>
                      <a:pt x="57" y="10"/>
                    </a:cubicBezTo>
                    <a:lnTo>
                      <a:pt x="57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" name="îṩľi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A82C6ED-5A53-440E-9E5F-933E8A0E7376}"/>
                  </a:ext>
                </a:extLst>
              </p:cNvPr>
              <p:cNvSpPr/>
              <p:nvPr/>
            </p:nvSpPr>
            <p:spPr bwMode="auto">
              <a:xfrm>
                <a:off x="10793059" y="1731862"/>
                <a:ext cx="176160" cy="137013"/>
              </a:xfrm>
              <a:custGeom>
                <a:avLst/>
                <a:gdLst>
                  <a:gd name="T0" fmla="*/ 34 w 90"/>
                  <a:gd name="T1" fmla="*/ 70 h 70"/>
                  <a:gd name="T2" fmla="*/ 0 w 90"/>
                  <a:gd name="T3" fmla="*/ 36 h 70"/>
                  <a:gd name="T4" fmla="*/ 18 w 90"/>
                  <a:gd name="T5" fmla="*/ 19 h 70"/>
                  <a:gd name="T6" fmla="*/ 34 w 90"/>
                  <a:gd name="T7" fmla="*/ 36 h 70"/>
                  <a:gd name="T8" fmla="*/ 72 w 90"/>
                  <a:gd name="T9" fmla="*/ 0 h 70"/>
                  <a:gd name="T10" fmla="*/ 90 w 90"/>
                  <a:gd name="T11" fmla="*/ 16 h 70"/>
                  <a:gd name="T12" fmla="*/ 34 w 90"/>
                  <a:gd name="T13" fmla="*/ 70 h 70"/>
                  <a:gd name="T14" fmla="*/ 9 w 90"/>
                  <a:gd name="T15" fmla="*/ 36 h 70"/>
                  <a:gd name="T16" fmla="*/ 34 w 90"/>
                  <a:gd name="T17" fmla="*/ 60 h 70"/>
                  <a:gd name="T18" fmla="*/ 80 w 90"/>
                  <a:gd name="T19" fmla="*/ 16 h 70"/>
                  <a:gd name="T20" fmla="*/ 72 w 90"/>
                  <a:gd name="T21" fmla="*/ 8 h 70"/>
                  <a:gd name="T22" fmla="*/ 34 w 90"/>
                  <a:gd name="T23" fmla="*/ 46 h 70"/>
                  <a:gd name="T24" fmla="*/ 18 w 90"/>
                  <a:gd name="T25" fmla="*/ 28 h 70"/>
                  <a:gd name="T26" fmla="*/ 9 w 90"/>
                  <a:gd name="T27" fmla="*/ 3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0" h="70">
                    <a:moveTo>
                      <a:pt x="34" y="70"/>
                    </a:moveTo>
                    <a:lnTo>
                      <a:pt x="0" y="36"/>
                    </a:lnTo>
                    <a:lnTo>
                      <a:pt x="18" y="19"/>
                    </a:lnTo>
                    <a:lnTo>
                      <a:pt x="34" y="36"/>
                    </a:lnTo>
                    <a:lnTo>
                      <a:pt x="72" y="0"/>
                    </a:lnTo>
                    <a:lnTo>
                      <a:pt x="90" y="16"/>
                    </a:lnTo>
                    <a:lnTo>
                      <a:pt x="34" y="70"/>
                    </a:lnTo>
                    <a:close/>
                    <a:moveTo>
                      <a:pt x="9" y="36"/>
                    </a:moveTo>
                    <a:lnTo>
                      <a:pt x="34" y="60"/>
                    </a:lnTo>
                    <a:lnTo>
                      <a:pt x="80" y="16"/>
                    </a:lnTo>
                    <a:lnTo>
                      <a:pt x="72" y="8"/>
                    </a:lnTo>
                    <a:lnTo>
                      <a:pt x="34" y="46"/>
                    </a:lnTo>
                    <a:lnTo>
                      <a:pt x="18" y="28"/>
                    </a:lnTo>
                    <a:lnTo>
                      <a:pt x="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" name="íşḻî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C35AC73-E89A-4A3D-8A72-83EC719EB6FD}"/>
                  </a:ext>
                </a:extLst>
              </p:cNvPr>
              <p:cNvSpPr/>
              <p:nvPr/>
            </p:nvSpPr>
            <p:spPr bwMode="auto">
              <a:xfrm>
                <a:off x="10789144" y="4738319"/>
                <a:ext cx="252496" cy="258367"/>
              </a:xfrm>
              <a:custGeom>
                <a:avLst/>
                <a:gdLst>
                  <a:gd name="T0" fmla="*/ 69 w 79"/>
                  <a:gd name="T1" fmla="*/ 22 h 81"/>
                  <a:gd name="T2" fmla="*/ 22 w 79"/>
                  <a:gd name="T3" fmla="*/ 14 h 81"/>
                  <a:gd name="T4" fmla="*/ 19 w 79"/>
                  <a:gd name="T5" fmla="*/ 3 h 81"/>
                  <a:gd name="T6" fmla="*/ 0 w 79"/>
                  <a:gd name="T7" fmla="*/ 5 h 81"/>
                  <a:gd name="T8" fmla="*/ 12 w 79"/>
                  <a:gd name="T9" fmla="*/ 12 h 81"/>
                  <a:gd name="T10" fmla="*/ 14 w 79"/>
                  <a:gd name="T11" fmla="*/ 54 h 81"/>
                  <a:gd name="T12" fmla="*/ 61 w 79"/>
                  <a:gd name="T13" fmla="*/ 59 h 81"/>
                  <a:gd name="T14" fmla="*/ 76 w 79"/>
                  <a:gd name="T15" fmla="*/ 20 h 81"/>
                  <a:gd name="T16" fmla="*/ 36 w 79"/>
                  <a:gd name="T17" fmla="*/ 32 h 81"/>
                  <a:gd name="T18" fmla="*/ 45 w 79"/>
                  <a:gd name="T19" fmla="*/ 39 h 81"/>
                  <a:gd name="T20" fmla="*/ 44 w 79"/>
                  <a:gd name="T21" fmla="*/ 44 h 81"/>
                  <a:gd name="T22" fmla="*/ 33 w 79"/>
                  <a:gd name="T23" fmla="*/ 47 h 81"/>
                  <a:gd name="T24" fmla="*/ 44 w 79"/>
                  <a:gd name="T25" fmla="*/ 44 h 81"/>
                  <a:gd name="T26" fmla="*/ 38 w 79"/>
                  <a:gd name="T27" fmla="*/ 23 h 81"/>
                  <a:gd name="T28" fmla="*/ 47 w 79"/>
                  <a:gd name="T29" fmla="*/ 29 h 81"/>
                  <a:gd name="T30" fmla="*/ 22 w 79"/>
                  <a:gd name="T31" fmla="*/ 19 h 81"/>
                  <a:gd name="T32" fmla="*/ 32 w 79"/>
                  <a:gd name="T33" fmla="*/ 27 h 81"/>
                  <a:gd name="T34" fmla="*/ 22 w 79"/>
                  <a:gd name="T35" fmla="*/ 19 h 81"/>
                  <a:gd name="T36" fmla="*/ 31 w 79"/>
                  <a:gd name="T37" fmla="*/ 32 h 81"/>
                  <a:gd name="T38" fmla="*/ 21 w 79"/>
                  <a:gd name="T39" fmla="*/ 35 h 81"/>
                  <a:gd name="T40" fmla="*/ 20 w 79"/>
                  <a:gd name="T41" fmla="*/ 40 h 81"/>
                  <a:gd name="T42" fmla="*/ 28 w 79"/>
                  <a:gd name="T43" fmla="*/ 46 h 81"/>
                  <a:gd name="T44" fmla="*/ 20 w 79"/>
                  <a:gd name="T45" fmla="*/ 40 h 81"/>
                  <a:gd name="T46" fmla="*/ 48 w 79"/>
                  <a:gd name="T47" fmla="*/ 50 h 81"/>
                  <a:gd name="T48" fmla="*/ 57 w 79"/>
                  <a:gd name="T49" fmla="*/ 47 h 81"/>
                  <a:gd name="T50" fmla="*/ 59 w 79"/>
                  <a:gd name="T51" fmla="*/ 42 h 81"/>
                  <a:gd name="T52" fmla="*/ 51 w 79"/>
                  <a:gd name="T53" fmla="*/ 35 h 81"/>
                  <a:gd name="T54" fmla="*/ 59 w 79"/>
                  <a:gd name="T55" fmla="*/ 42 h 81"/>
                  <a:gd name="T56" fmla="*/ 52 w 79"/>
                  <a:gd name="T57" fmla="*/ 30 h 81"/>
                  <a:gd name="T58" fmla="*/ 66 w 79"/>
                  <a:gd name="T59" fmla="*/ 28 h 81"/>
                  <a:gd name="T60" fmla="*/ 9 w 79"/>
                  <a:gd name="T61" fmla="*/ 66 h 81"/>
                  <a:gd name="T62" fmla="*/ 24 w 79"/>
                  <a:gd name="T63" fmla="*/ 69 h 81"/>
                  <a:gd name="T64" fmla="*/ 18 w 79"/>
                  <a:gd name="T65" fmla="*/ 60 h 81"/>
                  <a:gd name="T66" fmla="*/ 39 w 79"/>
                  <a:gd name="T67" fmla="*/ 72 h 81"/>
                  <a:gd name="T68" fmla="*/ 54 w 79"/>
                  <a:gd name="T69" fmla="*/ 75 h 81"/>
                  <a:gd name="T70" fmla="*/ 48 w 79"/>
                  <a:gd name="T71" fmla="*/ 66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9" h="81">
                    <a:moveTo>
                      <a:pt x="76" y="20"/>
                    </a:moveTo>
                    <a:cubicBezTo>
                      <a:pt x="73" y="19"/>
                      <a:pt x="70" y="20"/>
                      <a:pt x="69" y="22"/>
                    </a:cubicBezTo>
                    <a:cubicBezTo>
                      <a:pt x="68" y="23"/>
                      <a:pt x="68" y="23"/>
                      <a:pt x="68" y="2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23" y="6"/>
                      <a:pt x="21" y="4"/>
                      <a:pt x="19" y="3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3" y="0"/>
                      <a:pt x="1" y="2"/>
                      <a:pt x="0" y="5"/>
                    </a:cubicBezTo>
                    <a:cubicBezTo>
                      <a:pt x="0" y="8"/>
                      <a:pt x="1" y="10"/>
                      <a:pt x="4" y="11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0" y="51"/>
                      <a:pt x="11" y="53"/>
                      <a:pt x="14" y="54"/>
                    </a:cubicBezTo>
                    <a:cubicBezTo>
                      <a:pt x="56" y="62"/>
                      <a:pt x="56" y="62"/>
                      <a:pt x="56" y="62"/>
                    </a:cubicBezTo>
                    <a:cubicBezTo>
                      <a:pt x="58" y="63"/>
                      <a:pt x="60" y="62"/>
                      <a:pt x="61" y="59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9" y="24"/>
                      <a:pt x="78" y="21"/>
                      <a:pt x="76" y="20"/>
                    </a:cubicBezTo>
                    <a:close/>
                    <a:moveTo>
                      <a:pt x="35" y="37"/>
                    </a:moveTo>
                    <a:cubicBezTo>
                      <a:pt x="36" y="32"/>
                      <a:pt x="36" y="32"/>
                      <a:pt x="36" y="32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5" y="39"/>
                      <a:pt x="45" y="39"/>
                      <a:pt x="45" y="39"/>
                    </a:cubicBezTo>
                    <a:lnTo>
                      <a:pt x="35" y="37"/>
                    </a:lnTo>
                    <a:close/>
                    <a:moveTo>
                      <a:pt x="44" y="44"/>
                    </a:moveTo>
                    <a:cubicBezTo>
                      <a:pt x="43" y="49"/>
                      <a:pt x="43" y="49"/>
                      <a:pt x="43" y="49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4" y="42"/>
                      <a:pt x="34" y="42"/>
                      <a:pt x="34" y="42"/>
                    </a:cubicBezTo>
                    <a:lnTo>
                      <a:pt x="44" y="44"/>
                    </a:lnTo>
                    <a:close/>
                    <a:moveTo>
                      <a:pt x="37" y="28"/>
                    </a:moveTo>
                    <a:cubicBezTo>
                      <a:pt x="38" y="23"/>
                      <a:pt x="38" y="23"/>
                      <a:pt x="3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7" y="29"/>
                      <a:pt x="47" y="29"/>
                      <a:pt x="47" y="29"/>
                    </a:cubicBezTo>
                    <a:lnTo>
                      <a:pt x="37" y="28"/>
                    </a:lnTo>
                    <a:close/>
                    <a:moveTo>
                      <a:pt x="22" y="19"/>
                    </a:moveTo>
                    <a:cubicBezTo>
                      <a:pt x="33" y="22"/>
                      <a:pt x="33" y="22"/>
                      <a:pt x="33" y="22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21" y="25"/>
                      <a:pt x="21" y="25"/>
                      <a:pt x="21" y="25"/>
                    </a:cubicBezTo>
                    <a:lnTo>
                      <a:pt x="22" y="19"/>
                    </a:lnTo>
                    <a:close/>
                    <a:moveTo>
                      <a:pt x="21" y="30"/>
                    </a:moveTo>
                    <a:cubicBezTo>
                      <a:pt x="31" y="32"/>
                      <a:pt x="31" y="32"/>
                      <a:pt x="31" y="32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1" y="35"/>
                      <a:pt x="21" y="35"/>
                      <a:pt x="21" y="35"/>
                    </a:cubicBezTo>
                    <a:lnTo>
                      <a:pt x="21" y="30"/>
                    </a:lnTo>
                    <a:close/>
                    <a:moveTo>
                      <a:pt x="20" y="40"/>
                    </a:moveTo>
                    <a:cubicBezTo>
                      <a:pt x="29" y="41"/>
                      <a:pt x="29" y="41"/>
                      <a:pt x="29" y="41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20" y="45"/>
                      <a:pt x="20" y="45"/>
                      <a:pt x="20" y="45"/>
                    </a:cubicBezTo>
                    <a:lnTo>
                      <a:pt x="20" y="40"/>
                    </a:lnTo>
                    <a:close/>
                    <a:moveTo>
                      <a:pt x="54" y="52"/>
                    </a:moveTo>
                    <a:cubicBezTo>
                      <a:pt x="48" y="50"/>
                      <a:pt x="48" y="50"/>
                      <a:pt x="48" y="50"/>
                    </a:cubicBezTo>
                    <a:cubicBezTo>
                      <a:pt x="49" y="45"/>
                      <a:pt x="49" y="45"/>
                      <a:pt x="49" y="45"/>
                    </a:cubicBezTo>
                    <a:cubicBezTo>
                      <a:pt x="57" y="47"/>
                      <a:pt x="57" y="47"/>
                      <a:pt x="57" y="47"/>
                    </a:cubicBezTo>
                    <a:lnTo>
                      <a:pt x="54" y="52"/>
                    </a:lnTo>
                    <a:close/>
                    <a:moveTo>
                      <a:pt x="59" y="42"/>
                    </a:moveTo>
                    <a:cubicBezTo>
                      <a:pt x="50" y="40"/>
                      <a:pt x="50" y="40"/>
                      <a:pt x="50" y="40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61" y="37"/>
                      <a:pt x="61" y="37"/>
                      <a:pt x="61" y="37"/>
                    </a:cubicBezTo>
                    <a:lnTo>
                      <a:pt x="59" y="42"/>
                    </a:lnTo>
                    <a:close/>
                    <a:moveTo>
                      <a:pt x="64" y="33"/>
                    </a:moveTo>
                    <a:cubicBezTo>
                      <a:pt x="52" y="30"/>
                      <a:pt x="52" y="30"/>
                      <a:pt x="52" y="3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66" y="28"/>
                      <a:pt x="66" y="28"/>
                      <a:pt x="66" y="28"/>
                    </a:cubicBezTo>
                    <a:lnTo>
                      <a:pt x="64" y="33"/>
                    </a:lnTo>
                    <a:close/>
                    <a:moveTo>
                      <a:pt x="9" y="66"/>
                    </a:moveTo>
                    <a:cubicBezTo>
                      <a:pt x="8" y="70"/>
                      <a:pt x="11" y="74"/>
                      <a:pt x="15" y="75"/>
                    </a:cubicBezTo>
                    <a:cubicBezTo>
                      <a:pt x="19" y="76"/>
                      <a:pt x="23" y="73"/>
                      <a:pt x="24" y="69"/>
                    </a:cubicBezTo>
                    <a:cubicBezTo>
                      <a:pt x="24" y="69"/>
                      <a:pt x="24" y="69"/>
                      <a:pt x="24" y="69"/>
                    </a:cubicBezTo>
                    <a:cubicBezTo>
                      <a:pt x="25" y="65"/>
                      <a:pt x="22" y="61"/>
                      <a:pt x="18" y="60"/>
                    </a:cubicBezTo>
                    <a:cubicBezTo>
                      <a:pt x="14" y="59"/>
                      <a:pt x="10" y="62"/>
                      <a:pt x="9" y="66"/>
                    </a:cubicBezTo>
                    <a:close/>
                    <a:moveTo>
                      <a:pt x="39" y="72"/>
                    </a:moveTo>
                    <a:cubicBezTo>
                      <a:pt x="38" y="76"/>
                      <a:pt x="41" y="80"/>
                      <a:pt x="45" y="81"/>
                    </a:cubicBezTo>
                    <a:cubicBezTo>
                      <a:pt x="49" y="81"/>
                      <a:pt x="53" y="79"/>
                      <a:pt x="54" y="75"/>
                    </a:cubicBezTo>
                    <a:cubicBezTo>
                      <a:pt x="54" y="75"/>
                      <a:pt x="54" y="75"/>
                      <a:pt x="54" y="75"/>
                    </a:cubicBezTo>
                    <a:cubicBezTo>
                      <a:pt x="54" y="70"/>
                      <a:pt x="52" y="66"/>
                      <a:pt x="48" y="66"/>
                    </a:cubicBezTo>
                    <a:cubicBezTo>
                      <a:pt x="43" y="65"/>
                      <a:pt x="39" y="68"/>
                      <a:pt x="39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" name="iš1i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E12B202-D705-4177-AF15-495B0C1CF65E}"/>
                  </a:ext>
                </a:extLst>
              </p:cNvPr>
              <p:cNvSpPr/>
              <p:nvPr/>
            </p:nvSpPr>
            <p:spPr bwMode="auto">
              <a:xfrm>
                <a:off x="10975090" y="4354682"/>
                <a:ext cx="150715" cy="152672"/>
              </a:xfrm>
              <a:custGeom>
                <a:avLst/>
                <a:gdLst>
                  <a:gd name="T0" fmla="*/ 24 w 47"/>
                  <a:gd name="T1" fmla="*/ 0 h 48"/>
                  <a:gd name="T2" fmla="*/ 0 w 47"/>
                  <a:gd name="T3" fmla="*/ 24 h 48"/>
                  <a:gd name="T4" fmla="*/ 24 w 47"/>
                  <a:gd name="T5" fmla="*/ 48 h 48"/>
                  <a:gd name="T6" fmla="*/ 47 w 47"/>
                  <a:gd name="T7" fmla="*/ 24 h 48"/>
                  <a:gd name="T8" fmla="*/ 24 w 47"/>
                  <a:gd name="T9" fmla="*/ 0 h 48"/>
                  <a:gd name="T10" fmla="*/ 6 w 47"/>
                  <a:gd name="T11" fmla="*/ 24 h 48"/>
                  <a:gd name="T12" fmla="*/ 24 w 47"/>
                  <a:gd name="T13" fmla="*/ 6 h 48"/>
                  <a:gd name="T14" fmla="*/ 24 w 47"/>
                  <a:gd name="T15" fmla="*/ 42 h 48"/>
                  <a:gd name="T16" fmla="*/ 6 w 47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8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ubicBezTo>
                      <a:pt x="37" y="48"/>
                      <a:pt x="47" y="37"/>
                      <a:pt x="47" y="24"/>
                    </a:cubicBezTo>
                    <a:cubicBezTo>
                      <a:pt x="47" y="11"/>
                      <a:pt x="37" y="0"/>
                      <a:pt x="24" y="0"/>
                    </a:cubicBezTo>
                    <a:close/>
                    <a:moveTo>
                      <a:pt x="6" y="24"/>
                    </a:moveTo>
                    <a:cubicBezTo>
                      <a:pt x="6" y="14"/>
                      <a:pt x="14" y="6"/>
                      <a:pt x="24" y="6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14" y="42"/>
                      <a:pt x="6" y="34"/>
                      <a:pt x="6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" name="i$lí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AC564CF-E04B-459F-86FA-AC0C376021C4}"/>
                  </a:ext>
                </a:extLst>
              </p:cNvPr>
              <p:cNvSpPr/>
              <p:nvPr/>
            </p:nvSpPr>
            <p:spPr bwMode="auto">
              <a:xfrm>
                <a:off x="10642344" y="3839905"/>
                <a:ext cx="379722" cy="369934"/>
              </a:xfrm>
              <a:custGeom>
                <a:avLst/>
                <a:gdLst>
                  <a:gd name="T0" fmla="*/ 22 w 119"/>
                  <a:gd name="T1" fmla="*/ 19 h 116"/>
                  <a:gd name="T2" fmla="*/ 58 w 119"/>
                  <a:gd name="T3" fmla="*/ 33 h 116"/>
                  <a:gd name="T4" fmla="*/ 62 w 119"/>
                  <a:gd name="T5" fmla="*/ 12 h 116"/>
                  <a:gd name="T6" fmla="*/ 82 w 119"/>
                  <a:gd name="T7" fmla="*/ 3 h 116"/>
                  <a:gd name="T8" fmla="*/ 91 w 119"/>
                  <a:gd name="T9" fmla="*/ 23 h 116"/>
                  <a:gd name="T10" fmla="*/ 95 w 119"/>
                  <a:gd name="T11" fmla="*/ 49 h 116"/>
                  <a:gd name="T12" fmla="*/ 95 w 119"/>
                  <a:gd name="T13" fmla="*/ 50 h 116"/>
                  <a:gd name="T14" fmla="*/ 99 w 119"/>
                  <a:gd name="T15" fmla="*/ 41 h 116"/>
                  <a:gd name="T16" fmla="*/ 119 w 119"/>
                  <a:gd name="T17" fmla="*/ 49 h 116"/>
                  <a:gd name="T18" fmla="*/ 93 w 119"/>
                  <a:gd name="T19" fmla="*/ 116 h 116"/>
                  <a:gd name="T20" fmla="*/ 73 w 119"/>
                  <a:gd name="T21" fmla="*/ 109 h 116"/>
                  <a:gd name="T22" fmla="*/ 75 w 119"/>
                  <a:gd name="T23" fmla="*/ 103 h 116"/>
                  <a:gd name="T24" fmla="*/ 63 w 119"/>
                  <a:gd name="T25" fmla="*/ 103 h 116"/>
                  <a:gd name="T26" fmla="*/ 53 w 119"/>
                  <a:gd name="T27" fmla="*/ 106 h 116"/>
                  <a:gd name="T28" fmla="*/ 35 w 119"/>
                  <a:gd name="T29" fmla="*/ 102 h 116"/>
                  <a:gd name="T30" fmla="*/ 30 w 119"/>
                  <a:gd name="T31" fmla="*/ 100 h 116"/>
                  <a:gd name="T32" fmla="*/ 28 w 119"/>
                  <a:gd name="T33" fmla="*/ 99 h 116"/>
                  <a:gd name="T34" fmla="*/ 21 w 119"/>
                  <a:gd name="T35" fmla="*/ 83 h 116"/>
                  <a:gd name="T36" fmla="*/ 22 w 119"/>
                  <a:gd name="T37" fmla="*/ 80 h 116"/>
                  <a:gd name="T38" fmla="*/ 22 w 119"/>
                  <a:gd name="T39" fmla="*/ 70 h 116"/>
                  <a:gd name="T40" fmla="*/ 24 w 119"/>
                  <a:gd name="T41" fmla="*/ 67 h 116"/>
                  <a:gd name="T42" fmla="*/ 24 w 119"/>
                  <a:gd name="T43" fmla="*/ 57 h 116"/>
                  <a:gd name="T44" fmla="*/ 27 w 119"/>
                  <a:gd name="T45" fmla="*/ 52 h 116"/>
                  <a:gd name="T46" fmla="*/ 11 w 119"/>
                  <a:gd name="T47" fmla="*/ 46 h 116"/>
                  <a:gd name="T48" fmla="*/ 3 w 119"/>
                  <a:gd name="T49" fmla="*/ 28 h 116"/>
                  <a:gd name="T50" fmla="*/ 22 w 119"/>
                  <a:gd name="T51" fmla="*/ 19 h 116"/>
                  <a:gd name="T52" fmla="*/ 86 w 119"/>
                  <a:gd name="T53" fmla="*/ 106 h 116"/>
                  <a:gd name="T54" fmla="*/ 90 w 119"/>
                  <a:gd name="T55" fmla="*/ 104 h 116"/>
                  <a:gd name="T56" fmla="*/ 88 w 119"/>
                  <a:gd name="T57" fmla="*/ 99 h 116"/>
                  <a:gd name="T58" fmla="*/ 84 w 119"/>
                  <a:gd name="T59" fmla="*/ 101 h 116"/>
                  <a:gd name="T60" fmla="*/ 86 w 119"/>
                  <a:gd name="T61" fmla="*/ 106 h 116"/>
                  <a:gd name="T62" fmla="*/ 15 w 119"/>
                  <a:gd name="T63" fmla="*/ 40 h 116"/>
                  <a:gd name="T64" fmla="*/ 41 w 119"/>
                  <a:gd name="T65" fmla="*/ 50 h 116"/>
                  <a:gd name="T66" fmla="*/ 42 w 119"/>
                  <a:gd name="T67" fmla="*/ 50 h 116"/>
                  <a:gd name="T68" fmla="*/ 39 w 119"/>
                  <a:gd name="T69" fmla="*/ 57 h 116"/>
                  <a:gd name="T70" fmla="*/ 38 w 119"/>
                  <a:gd name="T71" fmla="*/ 57 h 116"/>
                  <a:gd name="T72" fmla="*/ 31 w 119"/>
                  <a:gd name="T73" fmla="*/ 60 h 116"/>
                  <a:gd name="T74" fmla="*/ 32 w 119"/>
                  <a:gd name="T75" fmla="*/ 66 h 116"/>
                  <a:gd name="T76" fmla="*/ 34 w 119"/>
                  <a:gd name="T77" fmla="*/ 68 h 116"/>
                  <a:gd name="T78" fmla="*/ 31 w 119"/>
                  <a:gd name="T79" fmla="*/ 70 h 116"/>
                  <a:gd name="T80" fmla="*/ 30 w 119"/>
                  <a:gd name="T81" fmla="*/ 73 h 116"/>
                  <a:gd name="T82" fmla="*/ 30 w 119"/>
                  <a:gd name="T83" fmla="*/ 78 h 116"/>
                  <a:gd name="T84" fmla="*/ 32 w 119"/>
                  <a:gd name="T85" fmla="*/ 81 h 116"/>
                  <a:gd name="T86" fmla="*/ 30 w 119"/>
                  <a:gd name="T87" fmla="*/ 83 h 116"/>
                  <a:gd name="T88" fmla="*/ 28 w 119"/>
                  <a:gd name="T89" fmla="*/ 85 h 116"/>
                  <a:gd name="T90" fmla="*/ 31 w 119"/>
                  <a:gd name="T91" fmla="*/ 93 h 116"/>
                  <a:gd name="T92" fmla="*/ 33 w 119"/>
                  <a:gd name="T93" fmla="*/ 93 h 116"/>
                  <a:gd name="T94" fmla="*/ 38 w 119"/>
                  <a:gd name="T95" fmla="*/ 95 h 116"/>
                  <a:gd name="T96" fmla="*/ 60 w 119"/>
                  <a:gd name="T97" fmla="*/ 96 h 116"/>
                  <a:gd name="T98" fmla="*/ 78 w 119"/>
                  <a:gd name="T99" fmla="*/ 95 h 116"/>
                  <a:gd name="T100" fmla="*/ 92 w 119"/>
                  <a:gd name="T101" fmla="*/ 59 h 116"/>
                  <a:gd name="T102" fmla="*/ 88 w 119"/>
                  <a:gd name="T103" fmla="*/ 55 h 116"/>
                  <a:gd name="T104" fmla="*/ 83 w 119"/>
                  <a:gd name="T105" fmla="*/ 20 h 116"/>
                  <a:gd name="T106" fmla="*/ 79 w 119"/>
                  <a:gd name="T107" fmla="*/ 12 h 116"/>
                  <a:gd name="T108" fmla="*/ 70 w 119"/>
                  <a:gd name="T109" fmla="*/ 15 h 116"/>
                  <a:gd name="T110" fmla="*/ 67 w 119"/>
                  <a:gd name="T111" fmla="*/ 37 h 116"/>
                  <a:gd name="T112" fmla="*/ 66 w 119"/>
                  <a:gd name="T113" fmla="*/ 44 h 116"/>
                  <a:gd name="T114" fmla="*/ 20 w 119"/>
                  <a:gd name="T115" fmla="*/ 26 h 116"/>
                  <a:gd name="T116" fmla="*/ 10 w 119"/>
                  <a:gd name="T117" fmla="*/ 31 h 116"/>
                  <a:gd name="T118" fmla="*/ 15 w 119"/>
                  <a:gd name="T119" fmla="*/ 4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9" h="116">
                    <a:moveTo>
                      <a:pt x="22" y="19"/>
                    </a:moveTo>
                    <a:cubicBezTo>
                      <a:pt x="58" y="33"/>
                      <a:pt x="58" y="33"/>
                      <a:pt x="58" y="33"/>
                    </a:cubicBezTo>
                    <a:cubicBezTo>
                      <a:pt x="59" y="24"/>
                      <a:pt x="59" y="21"/>
                      <a:pt x="62" y="12"/>
                    </a:cubicBezTo>
                    <a:cubicBezTo>
                      <a:pt x="65" y="4"/>
                      <a:pt x="74" y="0"/>
                      <a:pt x="82" y="3"/>
                    </a:cubicBezTo>
                    <a:cubicBezTo>
                      <a:pt x="90" y="6"/>
                      <a:pt x="94" y="15"/>
                      <a:pt x="91" y="23"/>
                    </a:cubicBezTo>
                    <a:cubicBezTo>
                      <a:pt x="87" y="34"/>
                      <a:pt x="89" y="41"/>
                      <a:pt x="95" y="49"/>
                    </a:cubicBezTo>
                    <a:cubicBezTo>
                      <a:pt x="95" y="50"/>
                      <a:pt x="95" y="50"/>
                      <a:pt x="95" y="50"/>
                    </a:cubicBezTo>
                    <a:cubicBezTo>
                      <a:pt x="99" y="41"/>
                      <a:pt x="99" y="41"/>
                      <a:pt x="99" y="41"/>
                    </a:cubicBezTo>
                    <a:cubicBezTo>
                      <a:pt x="119" y="49"/>
                      <a:pt x="119" y="49"/>
                      <a:pt x="119" y="49"/>
                    </a:cubicBezTo>
                    <a:cubicBezTo>
                      <a:pt x="93" y="116"/>
                      <a:pt x="93" y="116"/>
                      <a:pt x="93" y="116"/>
                    </a:cubicBezTo>
                    <a:cubicBezTo>
                      <a:pt x="73" y="109"/>
                      <a:pt x="73" y="109"/>
                      <a:pt x="73" y="109"/>
                    </a:cubicBezTo>
                    <a:cubicBezTo>
                      <a:pt x="75" y="103"/>
                      <a:pt x="75" y="103"/>
                      <a:pt x="75" y="103"/>
                    </a:cubicBezTo>
                    <a:cubicBezTo>
                      <a:pt x="68" y="101"/>
                      <a:pt x="66" y="102"/>
                      <a:pt x="63" y="103"/>
                    </a:cubicBezTo>
                    <a:cubicBezTo>
                      <a:pt x="60" y="104"/>
                      <a:pt x="57" y="106"/>
                      <a:pt x="53" y="106"/>
                    </a:cubicBezTo>
                    <a:cubicBezTo>
                      <a:pt x="48" y="106"/>
                      <a:pt x="42" y="105"/>
                      <a:pt x="35" y="102"/>
                    </a:cubicBezTo>
                    <a:cubicBezTo>
                      <a:pt x="30" y="100"/>
                      <a:pt x="30" y="100"/>
                      <a:pt x="30" y="100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1" y="97"/>
                      <a:pt x="18" y="89"/>
                      <a:pt x="21" y="83"/>
                    </a:cubicBezTo>
                    <a:cubicBezTo>
                      <a:pt x="21" y="82"/>
                      <a:pt x="22" y="81"/>
                      <a:pt x="22" y="80"/>
                    </a:cubicBezTo>
                    <a:cubicBezTo>
                      <a:pt x="21" y="77"/>
                      <a:pt x="21" y="73"/>
                      <a:pt x="22" y="70"/>
                    </a:cubicBezTo>
                    <a:cubicBezTo>
                      <a:pt x="23" y="69"/>
                      <a:pt x="23" y="68"/>
                      <a:pt x="24" y="67"/>
                    </a:cubicBezTo>
                    <a:cubicBezTo>
                      <a:pt x="23" y="64"/>
                      <a:pt x="23" y="60"/>
                      <a:pt x="24" y="57"/>
                    </a:cubicBezTo>
                    <a:cubicBezTo>
                      <a:pt x="25" y="55"/>
                      <a:pt x="26" y="54"/>
                      <a:pt x="27" y="52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4" y="44"/>
                      <a:pt x="0" y="35"/>
                      <a:pt x="3" y="28"/>
                    </a:cubicBezTo>
                    <a:cubicBezTo>
                      <a:pt x="6" y="20"/>
                      <a:pt x="14" y="16"/>
                      <a:pt x="22" y="19"/>
                    </a:cubicBezTo>
                    <a:close/>
                    <a:moveTo>
                      <a:pt x="86" y="106"/>
                    </a:moveTo>
                    <a:cubicBezTo>
                      <a:pt x="88" y="106"/>
                      <a:pt x="90" y="106"/>
                      <a:pt x="90" y="104"/>
                    </a:cubicBezTo>
                    <a:cubicBezTo>
                      <a:pt x="91" y="102"/>
                      <a:pt x="90" y="100"/>
                      <a:pt x="88" y="99"/>
                    </a:cubicBezTo>
                    <a:cubicBezTo>
                      <a:pt x="86" y="98"/>
                      <a:pt x="84" y="99"/>
                      <a:pt x="84" y="101"/>
                    </a:cubicBezTo>
                    <a:cubicBezTo>
                      <a:pt x="83" y="103"/>
                      <a:pt x="84" y="105"/>
                      <a:pt x="86" y="106"/>
                    </a:cubicBezTo>
                    <a:close/>
                    <a:moveTo>
                      <a:pt x="15" y="40"/>
                    </a:moveTo>
                    <a:cubicBezTo>
                      <a:pt x="41" y="50"/>
                      <a:pt x="41" y="50"/>
                      <a:pt x="41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7"/>
                      <a:pt x="38" y="57"/>
                      <a:pt x="38" y="57"/>
                    </a:cubicBezTo>
                    <a:cubicBezTo>
                      <a:pt x="36" y="56"/>
                      <a:pt x="32" y="57"/>
                      <a:pt x="31" y="60"/>
                    </a:cubicBezTo>
                    <a:cubicBezTo>
                      <a:pt x="31" y="62"/>
                      <a:pt x="31" y="64"/>
                      <a:pt x="32" y="66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1" y="70"/>
                      <a:pt x="31" y="70"/>
                      <a:pt x="31" y="70"/>
                    </a:cubicBezTo>
                    <a:cubicBezTo>
                      <a:pt x="31" y="71"/>
                      <a:pt x="30" y="72"/>
                      <a:pt x="30" y="73"/>
                    </a:cubicBezTo>
                    <a:cubicBezTo>
                      <a:pt x="29" y="75"/>
                      <a:pt x="29" y="77"/>
                      <a:pt x="30" y="7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0" y="83"/>
                      <a:pt x="30" y="83"/>
                      <a:pt x="30" y="83"/>
                    </a:cubicBezTo>
                    <a:cubicBezTo>
                      <a:pt x="29" y="84"/>
                      <a:pt x="28" y="85"/>
                      <a:pt x="28" y="85"/>
                    </a:cubicBezTo>
                    <a:cubicBezTo>
                      <a:pt x="27" y="88"/>
                      <a:pt x="28" y="92"/>
                      <a:pt x="31" y="93"/>
                    </a:cubicBezTo>
                    <a:cubicBezTo>
                      <a:pt x="33" y="93"/>
                      <a:pt x="33" y="93"/>
                      <a:pt x="33" y="93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51" y="100"/>
                      <a:pt x="56" y="97"/>
                      <a:pt x="60" y="96"/>
                    </a:cubicBezTo>
                    <a:cubicBezTo>
                      <a:pt x="64" y="94"/>
                      <a:pt x="68" y="92"/>
                      <a:pt x="78" y="95"/>
                    </a:cubicBezTo>
                    <a:cubicBezTo>
                      <a:pt x="92" y="59"/>
                      <a:pt x="92" y="59"/>
                      <a:pt x="92" y="59"/>
                    </a:cubicBezTo>
                    <a:cubicBezTo>
                      <a:pt x="90" y="58"/>
                      <a:pt x="89" y="56"/>
                      <a:pt x="88" y="55"/>
                    </a:cubicBezTo>
                    <a:cubicBezTo>
                      <a:pt x="81" y="43"/>
                      <a:pt x="78" y="34"/>
                      <a:pt x="83" y="20"/>
                    </a:cubicBezTo>
                    <a:cubicBezTo>
                      <a:pt x="85" y="17"/>
                      <a:pt x="83" y="13"/>
                      <a:pt x="79" y="12"/>
                    </a:cubicBezTo>
                    <a:cubicBezTo>
                      <a:pt x="76" y="10"/>
                      <a:pt x="72" y="12"/>
                      <a:pt x="70" y="15"/>
                    </a:cubicBezTo>
                    <a:cubicBezTo>
                      <a:pt x="67" y="24"/>
                      <a:pt x="67" y="27"/>
                      <a:pt x="67" y="37"/>
                    </a:cubicBezTo>
                    <a:cubicBezTo>
                      <a:pt x="67" y="39"/>
                      <a:pt x="66" y="42"/>
                      <a:pt x="66" y="44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6" y="25"/>
                      <a:pt x="12" y="27"/>
                      <a:pt x="10" y="31"/>
                    </a:cubicBezTo>
                    <a:cubicBezTo>
                      <a:pt x="9" y="34"/>
                      <a:pt x="11" y="38"/>
                      <a:pt x="15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" name="îṥḷî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CA11DE1-9EB2-4E4D-9DDC-4A4BFCA6C314}"/>
                  </a:ext>
                </a:extLst>
              </p:cNvPr>
              <p:cNvSpPr/>
              <p:nvPr/>
            </p:nvSpPr>
            <p:spPr bwMode="auto">
              <a:xfrm>
                <a:off x="10495545" y="4229413"/>
                <a:ext cx="459973" cy="403210"/>
              </a:xfrm>
              <a:custGeom>
                <a:avLst/>
                <a:gdLst>
                  <a:gd name="T0" fmla="*/ 144 w 144"/>
                  <a:gd name="T1" fmla="*/ 41 h 126"/>
                  <a:gd name="T2" fmla="*/ 102 w 144"/>
                  <a:gd name="T3" fmla="*/ 0 h 126"/>
                  <a:gd name="T4" fmla="*/ 72 w 144"/>
                  <a:gd name="T5" fmla="*/ 14 h 126"/>
                  <a:gd name="T6" fmla="*/ 41 w 144"/>
                  <a:gd name="T7" fmla="*/ 0 h 126"/>
                  <a:gd name="T8" fmla="*/ 0 w 144"/>
                  <a:gd name="T9" fmla="*/ 41 h 126"/>
                  <a:gd name="T10" fmla="*/ 13 w 144"/>
                  <a:gd name="T11" fmla="*/ 72 h 126"/>
                  <a:gd name="T12" fmla="*/ 13 w 144"/>
                  <a:gd name="T13" fmla="*/ 72 h 126"/>
                  <a:gd name="T14" fmla="*/ 58 w 144"/>
                  <a:gd name="T15" fmla="*/ 117 h 126"/>
                  <a:gd name="T16" fmla="*/ 72 w 144"/>
                  <a:gd name="T17" fmla="*/ 126 h 126"/>
                  <a:gd name="T18" fmla="*/ 85 w 144"/>
                  <a:gd name="T19" fmla="*/ 117 h 126"/>
                  <a:gd name="T20" fmla="*/ 130 w 144"/>
                  <a:gd name="T21" fmla="*/ 72 h 126"/>
                  <a:gd name="T22" fmla="*/ 130 w 144"/>
                  <a:gd name="T23" fmla="*/ 72 h 126"/>
                  <a:gd name="T24" fmla="*/ 144 w 144"/>
                  <a:gd name="T25" fmla="*/ 41 h 126"/>
                  <a:gd name="T26" fmla="*/ 118 w 144"/>
                  <a:gd name="T27" fmla="*/ 59 h 126"/>
                  <a:gd name="T28" fmla="*/ 73 w 144"/>
                  <a:gd name="T29" fmla="*/ 104 h 126"/>
                  <a:gd name="T30" fmla="*/ 72 w 144"/>
                  <a:gd name="T31" fmla="*/ 105 h 126"/>
                  <a:gd name="T32" fmla="*/ 71 w 144"/>
                  <a:gd name="T33" fmla="*/ 104 h 126"/>
                  <a:gd name="T34" fmla="*/ 25 w 144"/>
                  <a:gd name="T35" fmla="*/ 59 h 126"/>
                  <a:gd name="T36" fmla="*/ 18 w 144"/>
                  <a:gd name="T37" fmla="*/ 41 h 126"/>
                  <a:gd name="T38" fmla="*/ 41 w 144"/>
                  <a:gd name="T39" fmla="*/ 18 h 126"/>
                  <a:gd name="T40" fmla="*/ 58 w 144"/>
                  <a:gd name="T41" fmla="*/ 26 h 126"/>
                  <a:gd name="T42" fmla="*/ 72 w 144"/>
                  <a:gd name="T43" fmla="*/ 40 h 126"/>
                  <a:gd name="T44" fmla="*/ 85 w 144"/>
                  <a:gd name="T45" fmla="*/ 26 h 126"/>
                  <a:gd name="T46" fmla="*/ 102 w 144"/>
                  <a:gd name="T47" fmla="*/ 18 h 126"/>
                  <a:gd name="T48" fmla="*/ 126 w 144"/>
                  <a:gd name="T49" fmla="*/ 41 h 126"/>
                  <a:gd name="T50" fmla="*/ 118 w 144"/>
                  <a:gd name="T51" fmla="*/ 59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4" h="126">
                    <a:moveTo>
                      <a:pt x="144" y="41"/>
                    </a:moveTo>
                    <a:cubicBezTo>
                      <a:pt x="144" y="19"/>
                      <a:pt x="125" y="0"/>
                      <a:pt x="102" y="0"/>
                    </a:cubicBezTo>
                    <a:cubicBezTo>
                      <a:pt x="90" y="0"/>
                      <a:pt x="79" y="5"/>
                      <a:pt x="72" y="14"/>
                    </a:cubicBezTo>
                    <a:cubicBezTo>
                      <a:pt x="64" y="5"/>
                      <a:pt x="53" y="0"/>
                      <a:pt x="41" y="0"/>
                    </a:cubicBezTo>
                    <a:cubicBezTo>
                      <a:pt x="18" y="0"/>
                      <a:pt x="0" y="19"/>
                      <a:pt x="0" y="41"/>
                    </a:cubicBezTo>
                    <a:cubicBezTo>
                      <a:pt x="0" y="54"/>
                      <a:pt x="5" y="65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58" y="117"/>
                      <a:pt x="58" y="117"/>
                      <a:pt x="58" y="117"/>
                    </a:cubicBezTo>
                    <a:cubicBezTo>
                      <a:pt x="63" y="122"/>
                      <a:pt x="67" y="126"/>
                      <a:pt x="72" y="126"/>
                    </a:cubicBezTo>
                    <a:cubicBezTo>
                      <a:pt x="76" y="126"/>
                      <a:pt x="81" y="122"/>
                      <a:pt x="85" y="117"/>
                    </a:cubicBezTo>
                    <a:cubicBezTo>
                      <a:pt x="130" y="72"/>
                      <a:pt x="130" y="72"/>
                      <a:pt x="130" y="72"/>
                    </a:cubicBezTo>
                    <a:cubicBezTo>
                      <a:pt x="130" y="72"/>
                      <a:pt x="130" y="72"/>
                      <a:pt x="130" y="72"/>
                    </a:cubicBezTo>
                    <a:cubicBezTo>
                      <a:pt x="139" y="65"/>
                      <a:pt x="144" y="54"/>
                      <a:pt x="144" y="41"/>
                    </a:cubicBezTo>
                    <a:close/>
                    <a:moveTo>
                      <a:pt x="118" y="59"/>
                    </a:moveTo>
                    <a:cubicBezTo>
                      <a:pt x="73" y="104"/>
                      <a:pt x="73" y="104"/>
                      <a:pt x="73" y="104"/>
                    </a:cubicBezTo>
                    <a:cubicBezTo>
                      <a:pt x="72" y="105"/>
                      <a:pt x="72" y="105"/>
                      <a:pt x="72" y="105"/>
                    </a:cubicBezTo>
                    <a:cubicBezTo>
                      <a:pt x="72" y="105"/>
                      <a:pt x="71" y="105"/>
                      <a:pt x="71" y="104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0" y="54"/>
                      <a:pt x="18" y="48"/>
                      <a:pt x="18" y="41"/>
                    </a:cubicBezTo>
                    <a:cubicBezTo>
                      <a:pt x="18" y="29"/>
                      <a:pt x="28" y="18"/>
                      <a:pt x="41" y="18"/>
                    </a:cubicBezTo>
                    <a:cubicBezTo>
                      <a:pt x="48" y="18"/>
                      <a:pt x="54" y="21"/>
                      <a:pt x="58" y="26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90" y="21"/>
                      <a:pt x="96" y="18"/>
                      <a:pt x="102" y="18"/>
                    </a:cubicBezTo>
                    <a:cubicBezTo>
                      <a:pt x="115" y="18"/>
                      <a:pt x="126" y="29"/>
                      <a:pt x="126" y="41"/>
                    </a:cubicBezTo>
                    <a:cubicBezTo>
                      <a:pt x="126" y="48"/>
                      <a:pt x="123" y="54"/>
                      <a:pt x="118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" name="iSlî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EF8FBA0-B784-452C-8A79-CDA3F16350B9}"/>
                  </a:ext>
                </a:extLst>
              </p:cNvPr>
              <p:cNvSpPr/>
              <p:nvPr/>
            </p:nvSpPr>
            <p:spPr bwMode="auto">
              <a:xfrm>
                <a:off x="10558179" y="4663940"/>
                <a:ext cx="195733" cy="195733"/>
              </a:xfrm>
              <a:custGeom>
                <a:avLst/>
                <a:gdLst>
                  <a:gd name="T0" fmla="*/ 31 w 61"/>
                  <a:gd name="T1" fmla="*/ 0 h 61"/>
                  <a:gd name="T2" fmla="*/ 0 w 61"/>
                  <a:gd name="T3" fmla="*/ 30 h 61"/>
                  <a:gd name="T4" fmla="*/ 31 w 61"/>
                  <a:gd name="T5" fmla="*/ 61 h 61"/>
                  <a:gd name="T6" fmla="*/ 61 w 61"/>
                  <a:gd name="T7" fmla="*/ 30 h 61"/>
                  <a:gd name="T8" fmla="*/ 31 w 61"/>
                  <a:gd name="T9" fmla="*/ 0 h 61"/>
                  <a:gd name="T10" fmla="*/ 31 w 61"/>
                  <a:gd name="T11" fmla="*/ 55 h 61"/>
                  <a:gd name="T12" fmla="*/ 6 w 61"/>
                  <a:gd name="T13" fmla="*/ 30 h 61"/>
                  <a:gd name="T14" fmla="*/ 31 w 61"/>
                  <a:gd name="T15" fmla="*/ 6 h 61"/>
                  <a:gd name="T16" fmla="*/ 55 w 61"/>
                  <a:gd name="T17" fmla="*/ 30 h 61"/>
                  <a:gd name="T18" fmla="*/ 31 w 61"/>
                  <a:gd name="T19" fmla="*/ 55 h 61"/>
                  <a:gd name="T20" fmla="*/ 27 w 61"/>
                  <a:gd name="T21" fmla="*/ 15 h 61"/>
                  <a:gd name="T22" fmla="*/ 34 w 61"/>
                  <a:gd name="T23" fmla="*/ 15 h 61"/>
                  <a:gd name="T24" fmla="*/ 34 w 61"/>
                  <a:gd name="T25" fmla="*/ 23 h 61"/>
                  <a:gd name="T26" fmla="*/ 27 w 61"/>
                  <a:gd name="T27" fmla="*/ 23 h 61"/>
                  <a:gd name="T28" fmla="*/ 27 w 61"/>
                  <a:gd name="T29" fmla="*/ 15 h 61"/>
                  <a:gd name="T30" fmla="*/ 38 w 61"/>
                  <a:gd name="T31" fmla="*/ 46 h 61"/>
                  <a:gd name="T32" fmla="*/ 23 w 61"/>
                  <a:gd name="T33" fmla="*/ 46 h 61"/>
                  <a:gd name="T34" fmla="*/ 23 w 61"/>
                  <a:gd name="T35" fmla="*/ 42 h 61"/>
                  <a:gd name="T36" fmla="*/ 27 w 61"/>
                  <a:gd name="T37" fmla="*/ 42 h 61"/>
                  <a:gd name="T38" fmla="*/ 27 w 61"/>
                  <a:gd name="T39" fmla="*/ 30 h 61"/>
                  <a:gd name="T40" fmla="*/ 23 w 61"/>
                  <a:gd name="T41" fmla="*/ 30 h 61"/>
                  <a:gd name="T42" fmla="*/ 23 w 61"/>
                  <a:gd name="T43" fmla="*/ 27 h 61"/>
                  <a:gd name="T44" fmla="*/ 34 w 61"/>
                  <a:gd name="T45" fmla="*/ 27 h 61"/>
                  <a:gd name="T46" fmla="*/ 34 w 61"/>
                  <a:gd name="T47" fmla="*/ 42 h 61"/>
                  <a:gd name="T48" fmla="*/ 38 w 61"/>
                  <a:gd name="T49" fmla="*/ 42 h 61"/>
                  <a:gd name="T50" fmla="*/ 38 w 61"/>
                  <a:gd name="T51" fmla="*/ 4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1" h="61">
                    <a:moveTo>
                      <a:pt x="31" y="0"/>
                    </a:moveTo>
                    <a:cubicBezTo>
                      <a:pt x="14" y="0"/>
                      <a:pt x="0" y="14"/>
                      <a:pt x="0" y="30"/>
                    </a:cubicBezTo>
                    <a:cubicBezTo>
                      <a:pt x="0" y="47"/>
                      <a:pt x="14" y="61"/>
                      <a:pt x="31" y="61"/>
                    </a:cubicBezTo>
                    <a:cubicBezTo>
                      <a:pt x="47" y="61"/>
                      <a:pt x="61" y="47"/>
                      <a:pt x="61" y="30"/>
                    </a:cubicBezTo>
                    <a:cubicBezTo>
                      <a:pt x="61" y="14"/>
                      <a:pt x="47" y="0"/>
                      <a:pt x="31" y="0"/>
                    </a:cubicBezTo>
                    <a:close/>
                    <a:moveTo>
                      <a:pt x="31" y="55"/>
                    </a:moveTo>
                    <a:cubicBezTo>
                      <a:pt x="17" y="55"/>
                      <a:pt x="6" y="44"/>
                      <a:pt x="6" y="30"/>
                    </a:cubicBezTo>
                    <a:cubicBezTo>
                      <a:pt x="6" y="17"/>
                      <a:pt x="17" y="6"/>
                      <a:pt x="31" y="6"/>
                    </a:cubicBezTo>
                    <a:cubicBezTo>
                      <a:pt x="44" y="6"/>
                      <a:pt x="55" y="17"/>
                      <a:pt x="55" y="30"/>
                    </a:cubicBezTo>
                    <a:cubicBezTo>
                      <a:pt x="55" y="44"/>
                      <a:pt x="44" y="55"/>
                      <a:pt x="31" y="55"/>
                    </a:cubicBezTo>
                    <a:close/>
                    <a:moveTo>
                      <a:pt x="27" y="15"/>
                    </a:moveTo>
                    <a:cubicBezTo>
                      <a:pt x="34" y="15"/>
                      <a:pt x="34" y="15"/>
                      <a:pt x="34" y="15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27" y="23"/>
                      <a:pt x="27" y="23"/>
                      <a:pt x="27" y="23"/>
                    </a:cubicBezTo>
                    <a:lnTo>
                      <a:pt x="27" y="15"/>
                    </a:lnTo>
                    <a:close/>
                    <a:moveTo>
                      <a:pt x="38" y="46"/>
                    </a:moveTo>
                    <a:cubicBezTo>
                      <a:pt x="23" y="46"/>
                      <a:pt x="23" y="46"/>
                      <a:pt x="23" y="46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3" y="30"/>
                      <a:pt x="23" y="30"/>
                      <a:pt x="23" y="30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8" y="42"/>
                      <a:pt x="38" y="42"/>
                      <a:pt x="38" y="42"/>
                    </a:cubicBezTo>
                    <a:lnTo>
                      <a:pt x="38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" name="ïṣ1í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8374887-B1F1-45B8-95CF-16FF6D041BA4}"/>
                  </a:ext>
                </a:extLst>
              </p:cNvPr>
              <p:cNvSpPr/>
              <p:nvPr/>
            </p:nvSpPr>
            <p:spPr bwMode="auto">
              <a:xfrm>
                <a:off x="10607112" y="4990815"/>
                <a:ext cx="299472" cy="301429"/>
              </a:xfrm>
              <a:custGeom>
                <a:avLst/>
                <a:gdLst>
                  <a:gd name="T0" fmla="*/ 85 w 94"/>
                  <a:gd name="T1" fmla="*/ 20 h 94"/>
                  <a:gd name="T2" fmla="*/ 37 w 94"/>
                  <a:gd name="T3" fmla="*/ 2 h 94"/>
                  <a:gd name="T4" fmla="*/ 20 w 94"/>
                  <a:gd name="T5" fmla="*/ 10 h 94"/>
                  <a:gd name="T6" fmla="*/ 2 w 94"/>
                  <a:gd name="T7" fmla="*/ 57 h 94"/>
                  <a:gd name="T8" fmla="*/ 10 w 94"/>
                  <a:gd name="T9" fmla="*/ 74 h 94"/>
                  <a:gd name="T10" fmla="*/ 57 w 94"/>
                  <a:gd name="T11" fmla="*/ 92 h 94"/>
                  <a:gd name="T12" fmla="*/ 74 w 94"/>
                  <a:gd name="T13" fmla="*/ 84 h 94"/>
                  <a:gd name="T14" fmla="*/ 92 w 94"/>
                  <a:gd name="T15" fmla="*/ 37 h 94"/>
                  <a:gd name="T16" fmla="*/ 85 w 94"/>
                  <a:gd name="T17" fmla="*/ 20 h 94"/>
                  <a:gd name="T18" fmla="*/ 36 w 94"/>
                  <a:gd name="T19" fmla="*/ 38 h 94"/>
                  <a:gd name="T20" fmla="*/ 62 w 94"/>
                  <a:gd name="T21" fmla="*/ 47 h 94"/>
                  <a:gd name="T22" fmla="*/ 61 w 94"/>
                  <a:gd name="T23" fmla="*/ 52 h 94"/>
                  <a:gd name="T24" fmla="*/ 42 w 94"/>
                  <a:gd name="T25" fmla="*/ 61 h 94"/>
                  <a:gd name="T26" fmla="*/ 33 w 94"/>
                  <a:gd name="T27" fmla="*/ 42 h 94"/>
                  <a:gd name="T28" fmla="*/ 36 w 94"/>
                  <a:gd name="T29" fmla="*/ 38 h 94"/>
                  <a:gd name="T30" fmla="*/ 76 w 94"/>
                  <a:gd name="T31" fmla="*/ 53 h 94"/>
                  <a:gd name="T32" fmla="*/ 69 w 94"/>
                  <a:gd name="T33" fmla="*/ 71 h 94"/>
                  <a:gd name="T34" fmla="*/ 66 w 94"/>
                  <a:gd name="T35" fmla="*/ 80 h 94"/>
                  <a:gd name="T36" fmla="*/ 59 w 94"/>
                  <a:gd name="T37" fmla="*/ 82 h 94"/>
                  <a:gd name="T38" fmla="*/ 15 w 94"/>
                  <a:gd name="T39" fmla="*/ 65 h 94"/>
                  <a:gd name="T40" fmla="*/ 12 w 94"/>
                  <a:gd name="T41" fmla="*/ 59 h 94"/>
                  <a:gd name="T42" fmla="*/ 15 w 94"/>
                  <a:gd name="T43" fmla="*/ 50 h 94"/>
                  <a:gd name="T44" fmla="*/ 22 w 94"/>
                  <a:gd name="T45" fmla="*/ 32 h 94"/>
                  <a:gd name="T46" fmla="*/ 22 w 94"/>
                  <a:gd name="T47" fmla="*/ 32 h 94"/>
                  <a:gd name="T48" fmla="*/ 29 w 94"/>
                  <a:gd name="T49" fmla="*/ 35 h 94"/>
                  <a:gd name="T50" fmla="*/ 27 w 94"/>
                  <a:gd name="T51" fmla="*/ 39 h 94"/>
                  <a:gd name="T52" fmla="*/ 39 w 94"/>
                  <a:gd name="T53" fmla="*/ 67 h 94"/>
                  <a:gd name="T54" fmla="*/ 67 w 94"/>
                  <a:gd name="T55" fmla="*/ 55 h 94"/>
                  <a:gd name="T56" fmla="*/ 69 w 94"/>
                  <a:gd name="T57" fmla="*/ 50 h 94"/>
                  <a:gd name="T58" fmla="*/ 76 w 94"/>
                  <a:gd name="T59" fmla="*/ 53 h 94"/>
                  <a:gd name="T60" fmla="*/ 82 w 94"/>
                  <a:gd name="T61" fmla="*/ 37 h 94"/>
                  <a:gd name="T62" fmla="*/ 79 w 94"/>
                  <a:gd name="T63" fmla="*/ 38 h 94"/>
                  <a:gd name="T64" fmla="*/ 74 w 94"/>
                  <a:gd name="T65" fmla="*/ 37 h 94"/>
                  <a:gd name="T66" fmla="*/ 73 w 94"/>
                  <a:gd name="T67" fmla="*/ 34 h 94"/>
                  <a:gd name="T68" fmla="*/ 74 w 94"/>
                  <a:gd name="T69" fmla="*/ 29 h 94"/>
                  <a:gd name="T70" fmla="*/ 77 w 94"/>
                  <a:gd name="T71" fmla="*/ 28 h 94"/>
                  <a:gd name="T72" fmla="*/ 82 w 94"/>
                  <a:gd name="T73" fmla="*/ 29 h 94"/>
                  <a:gd name="T74" fmla="*/ 83 w 94"/>
                  <a:gd name="T75" fmla="*/ 33 h 94"/>
                  <a:gd name="T76" fmla="*/ 82 w 94"/>
                  <a:gd name="T77" fmla="*/ 3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94" h="94">
                    <a:moveTo>
                      <a:pt x="85" y="20"/>
                    </a:moveTo>
                    <a:cubicBezTo>
                      <a:pt x="37" y="2"/>
                      <a:pt x="37" y="2"/>
                      <a:pt x="37" y="2"/>
                    </a:cubicBezTo>
                    <a:cubicBezTo>
                      <a:pt x="30" y="0"/>
                      <a:pt x="23" y="3"/>
                      <a:pt x="20" y="10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0" y="64"/>
                      <a:pt x="3" y="71"/>
                      <a:pt x="10" y="74"/>
                    </a:cubicBezTo>
                    <a:cubicBezTo>
                      <a:pt x="57" y="92"/>
                      <a:pt x="57" y="92"/>
                      <a:pt x="57" y="92"/>
                    </a:cubicBezTo>
                    <a:cubicBezTo>
                      <a:pt x="64" y="94"/>
                      <a:pt x="71" y="91"/>
                      <a:pt x="74" y="84"/>
                    </a:cubicBezTo>
                    <a:cubicBezTo>
                      <a:pt x="92" y="37"/>
                      <a:pt x="92" y="37"/>
                      <a:pt x="92" y="37"/>
                    </a:cubicBezTo>
                    <a:cubicBezTo>
                      <a:pt x="94" y="30"/>
                      <a:pt x="91" y="23"/>
                      <a:pt x="85" y="20"/>
                    </a:cubicBezTo>
                    <a:close/>
                    <a:moveTo>
                      <a:pt x="36" y="38"/>
                    </a:moveTo>
                    <a:cubicBezTo>
                      <a:pt x="62" y="47"/>
                      <a:pt x="62" y="47"/>
                      <a:pt x="62" y="47"/>
                    </a:cubicBezTo>
                    <a:cubicBezTo>
                      <a:pt x="62" y="49"/>
                      <a:pt x="61" y="51"/>
                      <a:pt x="61" y="52"/>
                    </a:cubicBezTo>
                    <a:cubicBezTo>
                      <a:pt x="58" y="60"/>
                      <a:pt x="49" y="64"/>
                      <a:pt x="42" y="61"/>
                    </a:cubicBezTo>
                    <a:cubicBezTo>
                      <a:pt x="34" y="58"/>
                      <a:pt x="31" y="49"/>
                      <a:pt x="33" y="42"/>
                    </a:cubicBezTo>
                    <a:cubicBezTo>
                      <a:pt x="34" y="40"/>
                      <a:pt x="35" y="39"/>
                      <a:pt x="36" y="38"/>
                    </a:cubicBezTo>
                    <a:close/>
                    <a:moveTo>
                      <a:pt x="76" y="53"/>
                    </a:moveTo>
                    <a:cubicBezTo>
                      <a:pt x="69" y="71"/>
                      <a:pt x="69" y="71"/>
                      <a:pt x="69" y="71"/>
                    </a:cubicBezTo>
                    <a:cubicBezTo>
                      <a:pt x="66" y="80"/>
                      <a:pt x="66" y="80"/>
                      <a:pt x="66" y="80"/>
                    </a:cubicBezTo>
                    <a:cubicBezTo>
                      <a:pt x="65" y="82"/>
                      <a:pt x="62" y="83"/>
                      <a:pt x="59" y="82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2" y="64"/>
                      <a:pt x="11" y="62"/>
                      <a:pt x="12" y="59"/>
                    </a:cubicBezTo>
                    <a:cubicBezTo>
                      <a:pt x="15" y="50"/>
                      <a:pt x="15" y="50"/>
                      <a:pt x="15" y="50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8" y="36"/>
                      <a:pt x="27" y="38"/>
                      <a:pt x="27" y="39"/>
                    </a:cubicBezTo>
                    <a:cubicBezTo>
                      <a:pt x="23" y="51"/>
                      <a:pt x="28" y="63"/>
                      <a:pt x="39" y="67"/>
                    </a:cubicBezTo>
                    <a:cubicBezTo>
                      <a:pt x="51" y="72"/>
                      <a:pt x="63" y="66"/>
                      <a:pt x="67" y="55"/>
                    </a:cubicBezTo>
                    <a:cubicBezTo>
                      <a:pt x="68" y="53"/>
                      <a:pt x="68" y="52"/>
                      <a:pt x="69" y="50"/>
                    </a:cubicBezTo>
                    <a:cubicBezTo>
                      <a:pt x="76" y="53"/>
                      <a:pt x="76" y="53"/>
                      <a:pt x="76" y="53"/>
                    </a:cubicBezTo>
                    <a:close/>
                    <a:moveTo>
                      <a:pt x="82" y="37"/>
                    </a:moveTo>
                    <a:cubicBezTo>
                      <a:pt x="81" y="38"/>
                      <a:pt x="80" y="39"/>
                      <a:pt x="79" y="38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73" y="36"/>
                      <a:pt x="72" y="35"/>
                      <a:pt x="73" y="34"/>
                    </a:cubicBezTo>
                    <a:cubicBezTo>
                      <a:pt x="74" y="29"/>
                      <a:pt x="74" y="29"/>
                      <a:pt x="74" y="29"/>
                    </a:cubicBezTo>
                    <a:cubicBezTo>
                      <a:pt x="75" y="28"/>
                      <a:pt x="76" y="27"/>
                      <a:pt x="77" y="28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83" y="30"/>
                      <a:pt x="84" y="31"/>
                      <a:pt x="83" y="33"/>
                    </a:cubicBezTo>
                    <a:lnTo>
                      <a:pt x="82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" name="íślï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2642B6-9A55-4153-A835-97307D4888D2}"/>
                  </a:ext>
                </a:extLst>
              </p:cNvPr>
              <p:cNvSpPr/>
              <p:nvPr/>
            </p:nvSpPr>
            <p:spPr bwMode="auto">
              <a:xfrm>
                <a:off x="10793059" y="3628514"/>
                <a:ext cx="168330" cy="168330"/>
              </a:xfrm>
              <a:custGeom>
                <a:avLst/>
                <a:gdLst>
                  <a:gd name="T0" fmla="*/ 44 w 53"/>
                  <a:gd name="T1" fmla="*/ 0 h 53"/>
                  <a:gd name="T2" fmla="*/ 9 w 53"/>
                  <a:gd name="T3" fmla="*/ 0 h 53"/>
                  <a:gd name="T4" fmla="*/ 0 w 53"/>
                  <a:gd name="T5" fmla="*/ 9 h 53"/>
                  <a:gd name="T6" fmla="*/ 0 w 53"/>
                  <a:gd name="T7" fmla="*/ 44 h 53"/>
                  <a:gd name="T8" fmla="*/ 9 w 53"/>
                  <a:gd name="T9" fmla="*/ 53 h 53"/>
                  <a:gd name="T10" fmla="*/ 44 w 53"/>
                  <a:gd name="T11" fmla="*/ 53 h 53"/>
                  <a:gd name="T12" fmla="*/ 53 w 53"/>
                  <a:gd name="T13" fmla="*/ 44 h 53"/>
                  <a:gd name="T14" fmla="*/ 53 w 53"/>
                  <a:gd name="T15" fmla="*/ 9 h 53"/>
                  <a:gd name="T16" fmla="*/ 44 w 53"/>
                  <a:gd name="T17" fmla="*/ 0 h 53"/>
                  <a:gd name="T18" fmla="*/ 20 w 53"/>
                  <a:gd name="T19" fmla="*/ 43 h 53"/>
                  <a:gd name="T20" fmla="*/ 13 w 53"/>
                  <a:gd name="T21" fmla="*/ 43 h 53"/>
                  <a:gd name="T22" fmla="*/ 13 w 53"/>
                  <a:gd name="T23" fmla="*/ 20 h 53"/>
                  <a:gd name="T24" fmla="*/ 20 w 53"/>
                  <a:gd name="T25" fmla="*/ 20 h 53"/>
                  <a:gd name="T26" fmla="*/ 20 w 53"/>
                  <a:gd name="T27" fmla="*/ 43 h 53"/>
                  <a:gd name="T28" fmla="*/ 17 w 53"/>
                  <a:gd name="T29" fmla="*/ 16 h 53"/>
                  <a:gd name="T30" fmla="*/ 13 w 53"/>
                  <a:gd name="T31" fmla="*/ 13 h 53"/>
                  <a:gd name="T32" fmla="*/ 17 w 53"/>
                  <a:gd name="T33" fmla="*/ 10 h 53"/>
                  <a:gd name="T34" fmla="*/ 20 w 53"/>
                  <a:gd name="T35" fmla="*/ 13 h 53"/>
                  <a:gd name="T36" fmla="*/ 17 w 53"/>
                  <a:gd name="T37" fmla="*/ 16 h 53"/>
                  <a:gd name="T38" fmla="*/ 43 w 53"/>
                  <a:gd name="T39" fmla="*/ 43 h 53"/>
                  <a:gd name="T40" fmla="*/ 37 w 53"/>
                  <a:gd name="T41" fmla="*/ 43 h 53"/>
                  <a:gd name="T42" fmla="*/ 37 w 53"/>
                  <a:gd name="T43" fmla="*/ 30 h 53"/>
                  <a:gd name="T44" fmla="*/ 33 w 53"/>
                  <a:gd name="T45" fmla="*/ 26 h 53"/>
                  <a:gd name="T46" fmla="*/ 30 w 53"/>
                  <a:gd name="T47" fmla="*/ 30 h 53"/>
                  <a:gd name="T48" fmla="*/ 30 w 53"/>
                  <a:gd name="T49" fmla="*/ 43 h 53"/>
                  <a:gd name="T50" fmla="*/ 23 w 53"/>
                  <a:gd name="T51" fmla="*/ 43 h 53"/>
                  <a:gd name="T52" fmla="*/ 23 w 53"/>
                  <a:gd name="T53" fmla="*/ 20 h 53"/>
                  <a:gd name="T54" fmla="*/ 30 w 53"/>
                  <a:gd name="T55" fmla="*/ 20 h 53"/>
                  <a:gd name="T56" fmla="*/ 30 w 53"/>
                  <a:gd name="T57" fmla="*/ 24 h 53"/>
                  <a:gd name="T58" fmla="*/ 36 w 53"/>
                  <a:gd name="T59" fmla="*/ 20 h 53"/>
                  <a:gd name="T60" fmla="*/ 43 w 53"/>
                  <a:gd name="T61" fmla="*/ 28 h 53"/>
                  <a:gd name="T62" fmla="*/ 43 w 53"/>
                  <a:gd name="T63" fmla="*/ 4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3" h="53">
                    <a:moveTo>
                      <a:pt x="44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9"/>
                      <a:pt x="4" y="53"/>
                      <a:pt x="9" y="53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49" y="53"/>
                      <a:pt x="53" y="49"/>
                      <a:pt x="53" y="44"/>
                    </a:cubicBezTo>
                    <a:cubicBezTo>
                      <a:pt x="53" y="9"/>
                      <a:pt x="53" y="9"/>
                      <a:pt x="53" y="9"/>
                    </a:cubicBezTo>
                    <a:cubicBezTo>
                      <a:pt x="53" y="4"/>
                      <a:pt x="49" y="0"/>
                      <a:pt x="44" y="0"/>
                    </a:cubicBezTo>
                    <a:close/>
                    <a:moveTo>
                      <a:pt x="20" y="43"/>
                    </a:move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20" y="20"/>
                      <a:pt x="20" y="20"/>
                      <a:pt x="20" y="20"/>
                    </a:cubicBezTo>
                    <a:lnTo>
                      <a:pt x="20" y="43"/>
                    </a:lnTo>
                    <a:close/>
                    <a:moveTo>
                      <a:pt x="17" y="16"/>
                    </a:moveTo>
                    <a:cubicBezTo>
                      <a:pt x="15" y="16"/>
                      <a:pt x="13" y="15"/>
                      <a:pt x="13" y="13"/>
                    </a:cubicBezTo>
                    <a:cubicBezTo>
                      <a:pt x="13" y="11"/>
                      <a:pt x="15" y="10"/>
                      <a:pt x="17" y="10"/>
                    </a:cubicBezTo>
                    <a:cubicBezTo>
                      <a:pt x="18" y="10"/>
                      <a:pt x="20" y="11"/>
                      <a:pt x="20" y="13"/>
                    </a:cubicBezTo>
                    <a:cubicBezTo>
                      <a:pt x="20" y="15"/>
                      <a:pt x="18" y="16"/>
                      <a:pt x="17" y="16"/>
                    </a:cubicBezTo>
                    <a:close/>
                    <a:moveTo>
                      <a:pt x="43" y="43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7" y="30"/>
                      <a:pt x="37" y="30"/>
                      <a:pt x="37" y="30"/>
                    </a:cubicBezTo>
                    <a:cubicBezTo>
                      <a:pt x="37" y="28"/>
                      <a:pt x="35" y="26"/>
                      <a:pt x="33" y="26"/>
                    </a:cubicBezTo>
                    <a:cubicBezTo>
                      <a:pt x="31" y="26"/>
                      <a:pt x="30" y="28"/>
                      <a:pt x="30" y="30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1" y="22"/>
                      <a:pt x="33" y="20"/>
                      <a:pt x="36" y="20"/>
                    </a:cubicBezTo>
                    <a:cubicBezTo>
                      <a:pt x="40" y="20"/>
                      <a:pt x="43" y="23"/>
                      <a:pt x="43" y="28"/>
                    </a:cubicBezTo>
                    <a:lnTo>
                      <a:pt x="43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7" name="ï$ḷî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278A44-C2F5-4417-A48C-33E645A28A9E}"/>
                  </a:ext>
                </a:extLst>
              </p:cNvPr>
              <p:cNvSpPr/>
              <p:nvPr/>
            </p:nvSpPr>
            <p:spPr bwMode="auto">
              <a:xfrm>
                <a:off x="10646259" y="3395591"/>
                <a:ext cx="309258" cy="193775"/>
              </a:xfrm>
              <a:custGeom>
                <a:avLst/>
                <a:gdLst>
                  <a:gd name="T0" fmla="*/ 49 w 158"/>
                  <a:gd name="T1" fmla="*/ 70 h 99"/>
                  <a:gd name="T2" fmla="*/ 49 w 158"/>
                  <a:gd name="T3" fmla="*/ 39 h 99"/>
                  <a:gd name="T4" fmla="*/ 78 w 158"/>
                  <a:gd name="T5" fmla="*/ 39 h 99"/>
                  <a:gd name="T6" fmla="*/ 39 w 158"/>
                  <a:gd name="T7" fmla="*/ 0 h 99"/>
                  <a:gd name="T8" fmla="*/ 0 w 158"/>
                  <a:gd name="T9" fmla="*/ 39 h 99"/>
                  <a:gd name="T10" fmla="*/ 29 w 158"/>
                  <a:gd name="T11" fmla="*/ 39 h 99"/>
                  <a:gd name="T12" fmla="*/ 29 w 158"/>
                  <a:gd name="T13" fmla="*/ 89 h 99"/>
                  <a:gd name="T14" fmla="*/ 88 w 158"/>
                  <a:gd name="T15" fmla="*/ 89 h 99"/>
                  <a:gd name="T16" fmla="*/ 68 w 158"/>
                  <a:gd name="T17" fmla="*/ 70 h 99"/>
                  <a:gd name="T18" fmla="*/ 49 w 158"/>
                  <a:gd name="T19" fmla="*/ 70 h 99"/>
                  <a:gd name="T20" fmla="*/ 129 w 158"/>
                  <a:gd name="T21" fmla="*/ 58 h 99"/>
                  <a:gd name="T22" fmla="*/ 129 w 158"/>
                  <a:gd name="T23" fmla="*/ 9 h 99"/>
                  <a:gd name="T24" fmla="*/ 68 w 158"/>
                  <a:gd name="T25" fmla="*/ 9 h 99"/>
                  <a:gd name="T26" fmla="*/ 88 w 158"/>
                  <a:gd name="T27" fmla="*/ 29 h 99"/>
                  <a:gd name="T28" fmla="*/ 107 w 158"/>
                  <a:gd name="T29" fmla="*/ 29 h 99"/>
                  <a:gd name="T30" fmla="*/ 107 w 158"/>
                  <a:gd name="T31" fmla="*/ 58 h 99"/>
                  <a:gd name="T32" fmla="*/ 78 w 158"/>
                  <a:gd name="T33" fmla="*/ 58 h 99"/>
                  <a:gd name="T34" fmla="*/ 119 w 158"/>
                  <a:gd name="T35" fmla="*/ 99 h 99"/>
                  <a:gd name="T36" fmla="*/ 158 w 158"/>
                  <a:gd name="T37" fmla="*/ 58 h 99"/>
                  <a:gd name="T38" fmla="*/ 129 w 158"/>
                  <a:gd name="T39" fmla="*/ 5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8" h="99">
                    <a:moveTo>
                      <a:pt x="49" y="70"/>
                    </a:moveTo>
                    <a:lnTo>
                      <a:pt x="49" y="39"/>
                    </a:lnTo>
                    <a:lnTo>
                      <a:pt x="78" y="39"/>
                    </a:lnTo>
                    <a:lnTo>
                      <a:pt x="39" y="0"/>
                    </a:lnTo>
                    <a:lnTo>
                      <a:pt x="0" y="39"/>
                    </a:lnTo>
                    <a:lnTo>
                      <a:pt x="29" y="39"/>
                    </a:lnTo>
                    <a:lnTo>
                      <a:pt x="29" y="89"/>
                    </a:lnTo>
                    <a:lnTo>
                      <a:pt x="88" y="89"/>
                    </a:lnTo>
                    <a:lnTo>
                      <a:pt x="68" y="70"/>
                    </a:lnTo>
                    <a:lnTo>
                      <a:pt x="49" y="70"/>
                    </a:lnTo>
                    <a:close/>
                    <a:moveTo>
                      <a:pt x="129" y="58"/>
                    </a:moveTo>
                    <a:lnTo>
                      <a:pt x="129" y="9"/>
                    </a:lnTo>
                    <a:lnTo>
                      <a:pt x="68" y="9"/>
                    </a:lnTo>
                    <a:lnTo>
                      <a:pt x="88" y="29"/>
                    </a:lnTo>
                    <a:lnTo>
                      <a:pt x="107" y="29"/>
                    </a:lnTo>
                    <a:lnTo>
                      <a:pt x="107" y="58"/>
                    </a:lnTo>
                    <a:lnTo>
                      <a:pt x="78" y="58"/>
                    </a:lnTo>
                    <a:lnTo>
                      <a:pt x="119" y="99"/>
                    </a:lnTo>
                    <a:lnTo>
                      <a:pt x="158" y="58"/>
                    </a:lnTo>
                    <a:lnTo>
                      <a:pt x="129" y="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8" name="î$ļï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258C7CD-9A1A-45EE-B4C4-A92BDD1B19F9}"/>
                  </a:ext>
                </a:extLst>
              </p:cNvPr>
              <p:cNvSpPr/>
              <p:nvPr/>
            </p:nvSpPr>
            <p:spPr bwMode="auto">
              <a:xfrm>
                <a:off x="10910498" y="2367994"/>
                <a:ext cx="321002" cy="322959"/>
              </a:xfrm>
              <a:custGeom>
                <a:avLst/>
                <a:gdLst>
                  <a:gd name="T0" fmla="*/ 96 w 100"/>
                  <a:gd name="T1" fmla="*/ 85 h 101"/>
                  <a:gd name="T2" fmla="*/ 73 w 100"/>
                  <a:gd name="T3" fmla="*/ 65 h 101"/>
                  <a:gd name="T4" fmla="*/ 66 w 100"/>
                  <a:gd name="T5" fmla="*/ 62 h 101"/>
                  <a:gd name="T6" fmla="*/ 74 w 100"/>
                  <a:gd name="T7" fmla="*/ 37 h 101"/>
                  <a:gd name="T8" fmla="*/ 37 w 100"/>
                  <a:gd name="T9" fmla="*/ 0 h 101"/>
                  <a:gd name="T10" fmla="*/ 0 w 100"/>
                  <a:gd name="T11" fmla="*/ 37 h 101"/>
                  <a:gd name="T12" fmla="*/ 37 w 100"/>
                  <a:gd name="T13" fmla="*/ 75 h 101"/>
                  <a:gd name="T14" fmla="*/ 61 w 100"/>
                  <a:gd name="T15" fmla="*/ 66 h 101"/>
                  <a:gd name="T16" fmla="*/ 64 w 100"/>
                  <a:gd name="T17" fmla="*/ 73 h 101"/>
                  <a:gd name="T18" fmla="*/ 84 w 100"/>
                  <a:gd name="T19" fmla="*/ 96 h 101"/>
                  <a:gd name="T20" fmla="*/ 97 w 100"/>
                  <a:gd name="T21" fmla="*/ 97 h 101"/>
                  <a:gd name="T22" fmla="*/ 96 w 100"/>
                  <a:gd name="T23" fmla="*/ 85 h 101"/>
                  <a:gd name="T24" fmla="*/ 37 w 100"/>
                  <a:gd name="T25" fmla="*/ 62 h 101"/>
                  <a:gd name="T26" fmla="*/ 12 w 100"/>
                  <a:gd name="T27" fmla="*/ 37 h 101"/>
                  <a:gd name="T28" fmla="*/ 37 w 100"/>
                  <a:gd name="T29" fmla="*/ 12 h 101"/>
                  <a:gd name="T30" fmla="*/ 62 w 100"/>
                  <a:gd name="T31" fmla="*/ 37 h 101"/>
                  <a:gd name="T32" fmla="*/ 37 w 100"/>
                  <a:gd name="T33" fmla="*/ 6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0" h="101">
                    <a:moveTo>
                      <a:pt x="96" y="85"/>
                    </a:moveTo>
                    <a:cubicBezTo>
                      <a:pt x="73" y="65"/>
                      <a:pt x="73" y="65"/>
                      <a:pt x="73" y="65"/>
                    </a:cubicBezTo>
                    <a:cubicBezTo>
                      <a:pt x="70" y="62"/>
                      <a:pt x="68" y="61"/>
                      <a:pt x="66" y="62"/>
                    </a:cubicBezTo>
                    <a:cubicBezTo>
                      <a:pt x="71" y="55"/>
                      <a:pt x="74" y="47"/>
                      <a:pt x="74" y="37"/>
                    </a:cubicBezTo>
                    <a:cubicBezTo>
                      <a:pt x="74" y="17"/>
                      <a:pt x="58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58"/>
                      <a:pt x="17" y="75"/>
                      <a:pt x="37" y="75"/>
                    </a:cubicBezTo>
                    <a:cubicBezTo>
                      <a:pt x="46" y="75"/>
                      <a:pt x="55" y="71"/>
                      <a:pt x="61" y="66"/>
                    </a:cubicBezTo>
                    <a:cubicBezTo>
                      <a:pt x="61" y="68"/>
                      <a:pt x="62" y="70"/>
                      <a:pt x="64" y="73"/>
                    </a:cubicBezTo>
                    <a:cubicBezTo>
                      <a:pt x="84" y="96"/>
                      <a:pt x="84" y="96"/>
                      <a:pt x="84" y="96"/>
                    </a:cubicBezTo>
                    <a:cubicBezTo>
                      <a:pt x="88" y="100"/>
                      <a:pt x="94" y="101"/>
                      <a:pt x="97" y="97"/>
                    </a:cubicBezTo>
                    <a:cubicBezTo>
                      <a:pt x="100" y="94"/>
                      <a:pt x="100" y="88"/>
                      <a:pt x="96" y="85"/>
                    </a:cubicBezTo>
                    <a:close/>
                    <a:moveTo>
                      <a:pt x="37" y="62"/>
                    </a:moveTo>
                    <a:cubicBezTo>
                      <a:pt x="23" y="62"/>
                      <a:pt x="12" y="51"/>
                      <a:pt x="12" y="37"/>
                    </a:cubicBezTo>
                    <a:cubicBezTo>
                      <a:pt x="12" y="24"/>
                      <a:pt x="23" y="12"/>
                      <a:pt x="37" y="12"/>
                    </a:cubicBezTo>
                    <a:cubicBezTo>
                      <a:pt x="51" y="12"/>
                      <a:pt x="62" y="24"/>
                      <a:pt x="62" y="37"/>
                    </a:cubicBezTo>
                    <a:cubicBezTo>
                      <a:pt x="62" y="51"/>
                      <a:pt x="51" y="62"/>
                      <a:pt x="37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9" name="îşļï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0E705FD-3375-4672-A47B-D5318A3FE65F}"/>
                  </a:ext>
                </a:extLst>
              </p:cNvPr>
              <p:cNvSpPr/>
              <p:nvPr/>
            </p:nvSpPr>
            <p:spPr bwMode="auto">
              <a:xfrm>
                <a:off x="10581667" y="2328848"/>
                <a:ext cx="395380" cy="383636"/>
              </a:xfrm>
              <a:custGeom>
                <a:avLst/>
                <a:gdLst>
                  <a:gd name="T0" fmla="*/ 78 w 124"/>
                  <a:gd name="T1" fmla="*/ 84 h 120"/>
                  <a:gd name="T2" fmla="*/ 75 w 124"/>
                  <a:gd name="T3" fmla="*/ 75 h 120"/>
                  <a:gd name="T4" fmla="*/ 86 w 124"/>
                  <a:gd name="T5" fmla="*/ 54 h 120"/>
                  <a:gd name="T6" fmla="*/ 89 w 124"/>
                  <a:gd name="T7" fmla="*/ 37 h 120"/>
                  <a:gd name="T8" fmla="*/ 62 w 124"/>
                  <a:gd name="T9" fmla="*/ 0 h 120"/>
                  <a:gd name="T10" fmla="*/ 36 w 124"/>
                  <a:gd name="T11" fmla="*/ 37 h 120"/>
                  <a:gd name="T12" fmla="*/ 39 w 124"/>
                  <a:gd name="T13" fmla="*/ 54 h 120"/>
                  <a:gd name="T14" fmla="*/ 50 w 124"/>
                  <a:gd name="T15" fmla="*/ 75 h 120"/>
                  <a:gd name="T16" fmla="*/ 47 w 124"/>
                  <a:gd name="T17" fmla="*/ 84 h 120"/>
                  <a:gd name="T18" fmla="*/ 0 w 124"/>
                  <a:gd name="T19" fmla="*/ 120 h 120"/>
                  <a:gd name="T20" fmla="*/ 62 w 124"/>
                  <a:gd name="T21" fmla="*/ 120 h 120"/>
                  <a:gd name="T22" fmla="*/ 124 w 124"/>
                  <a:gd name="T23" fmla="*/ 120 h 120"/>
                  <a:gd name="T24" fmla="*/ 78 w 124"/>
                  <a:gd name="T25" fmla="*/ 84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120">
                    <a:moveTo>
                      <a:pt x="78" y="84"/>
                    </a:moveTo>
                    <a:cubicBezTo>
                      <a:pt x="75" y="84"/>
                      <a:pt x="75" y="75"/>
                      <a:pt x="75" y="75"/>
                    </a:cubicBezTo>
                    <a:cubicBezTo>
                      <a:pt x="75" y="75"/>
                      <a:pt x="84" y="66"/>
                      <a:pt x="86" y="54"/>
                    </a:cubicBezTo>
                    <a:cubicBezTo>
                      <a:pt x="91" y="54"/>
                      <a:pt x="94" y="42"/>
                      <a:pt x="89" y="37"/>
                    </a:cubicBezTo>
                    <a:cubicBezTo>
                      <a:pt x="89" y="32"/>
                      <a:pt x="96" y="0"/>
                      <a:pt x="62" y="0"/>
                    </a:cubicBezTo>
                    <a:cubicBezTo>
                      <a:pt x="29" y="0"/>
                      <a:pt x="36" y="32"/>
                      <a:pt x="36" y="37"/>
                    </a:cubicBezTo>
                    <a:cubicBezTo>
                      <a:pt x="31" y="42"/>
                      <a:pt x="34" y="54"/>
                      <a:pt x="39" y="54"/>
                    </a:cubicBezTo>
                    <a:cubicBezTo>
                      <a:pt x="41" y="66"/>
                      <a:pt x="50" y="75"/>
                      <a:pt x="50" y="75"/>
                    </a:cubicBezTo>
                    <a:cubicBezTo>
                      <a:pt x="50" y="75"/>
                      <a:pt x="50" y="84"/>
                      <a:pt x="47" y="84"/>
                    </a:cubicBezTo>
                    <a:cubicBezTo>
                      <a:pt x="37" y="86"/>
                      <a:pt x="0" y="102"/>
                      <a:pt x="0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124" y="120"/>
                      <a:pt x="124" y="120"/>
                      <a:pt x="124" y="120"/>
                    </a:cubicBezTo>
                    <a:cubicBezTo>
                      <a:pt x="124" y="102"/>
                      <a:pt x="88" y="86"/>
                      <a:pt x="78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0" name="iṩḻi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E645D7D-639E-4167-8335-6D0037F0FBBB}"/>
                  </a:ext>
                </a:extLst>
              </p:cNvPr>
              <p:cNvSpPr/>
              <p:nvPr/>
            </p:nvSpPr>
            <p:spPr bwMode="auto">
              <a:xfrm>
                <a:off x="10658002" y="5303987"/>
                <a:ext cx="131142" cy="207477"/>
              </a:xfrm>
              <a:custGeom>
                <a:avLst/>
                <a:gdLst>
                  <a:gd name="T0" fmla="*/ 21 w 41"/>
                  <a:gd name="T1" fmla="*/ 0 h 65"/>
                  <a:gd name="T2" fmla="*/ 0 w 41"/>
                  <a:gd name="T3" fmla="*/ 20 h 65"/>
                  <a:gd name="T4" fmla="*/ 21 w 41"/>
                  <a:gd name="T5" fmla="*/ 65 h 65"/>
                  <a:gd name="T6" fmla="*/ 41 w 41"/>
                  <a:gd name="T7" fmla="*/ 20 h 65"/>
                  <a:gd name="T8" fmla="*/ 21 w 41"/>
                  <a:gd name="T9" fmla="*/ 0 h 65"/>
                  <a:gd name="T10" fmla="*/ 21 w 41"/>
                  <a:gd name="T11" fmla="*/ 33 h 65"/>
                  <a:gd name="T12" fmla="*/ 8 w 41"/>
                  <a:gd name="T13" fmla="*/ 20 h 65"/>
                  <a:gd name="T14" fmla="*/ 21 w 41"/>
                  <a:gd name="T15" fmla="*/ 8 h 65"/>
                  <a:gd name="T16" fmla="*/ 33 w 41"/>
                  <a:gd name="T17" fmla="*/ 20 h 65"/>
                  <a:gd name="T18" fmla="*/ 21 w 41"/>
                  <a:gd name="T19" fmla="*/ 33 h 65"/>
                  <a:gd name="T20" fmla="*/ 13 w 41"/>
                  <a:gd name="T21" fmla="*/ 20 h 65"/>
                  <a:gd name="T22" fmla="*/ 21 w 41"/>
                  <a:gd name="T23" fmla="*/ 28 h 65"/>
                  <a:gd name="T24" fmla="*/ 29 w 41"/>
                  <a:gd name="T25" fmla="*/ 20 h 65"/>
                  <a:gd name="T26" fmla="*/ 21 w 41"/>
                  <a:gd name="T27" fmla="*/ 12 h 65"/>
                  <a:gd name="T28" fmla="*/ 13 w 41"/>
                  <a:gd name="T29" fmla="*/ 2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65">
                    <a:moveTo>
                      <a:pt x="21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41"/>
                      <a:pt x="21" y="65"/>
                      <a:pt x="21" y="65"/>
                    </a:cubicBezTo>
                    <a:cubicBezTo>
                      <a:pt x="21" y="65"/>
                      <a:pt x="41" y="41"/>
                      <a:pt x="41" y="20"/>
                    </a:cubicBezTo>
                    <a:cubicBezTo>
                      <a:pt x="41" y="9"/>
                      <a:pt x="32" y="0"/>
                      <a:pt x="21" y="0"/>
                    </a:cubicBezTo>
                    <a:close/>
                    <a:moveTo>
                      <a:pt x="21" y="33"/>
                    </a:moveTo>
                    <a:cubicBezTo>
                      <a:pt x="14" y="33"/>
                      <a:pt x="8" y="27"/>
                      <a:pt x="8" y="20"/>
                    </a:cubicBezTo>
                    <a:cubicBezTo>
                      <a:pt x="8" y="13"/>
                      <a:pt x="14" y="8"/>
                      <a:pt x="21" y="8"/>
                    </a:cubicBezTo>
                    <a:cubicBezTo>
                      <a:pt x="28" y="8"/>
                      <a:pt x="33" y="13"/>
                      <a:pt x="33" y="20"/>
                    </a:cubicBezTo>
                    <a:cubicBezTo>
                      <a:pt x="33" y="27"/>
                      <a:pt x="28" y="33"/>
                      <a:pt x="21" y="33"/>
                    </a:cubicBezTo>
                    <a:close/>
                    <a:moveTo>
                      <a:pt x="13" y="20"/>
                    </a:moveTo>
                    <a:cubicBezTo>
                      <a:pt x="13" y="25"/>
                      <a:pt x="16" y="28"/>
                      <a:pt x="21" y="28"/>
                    </a:cubicBezTo>
                    <a:cubicBezTo>
                      <a:pt x="25" y="28"/>
                      <a:pt x="29" y="25"/>
                      <a:pt x="29" y="20"/>
                    </a:cubicBezTo>
                    <a:cubicBezTo>
                      <a:pt x="29" y="16"/>
                      <a:pt x="25" y="12"/>
                      <a:pt x="21" y="12"/>
                    </a:cubicBezTo>
                    <a:cubicBezTo>
                      <a:pt x="16" y="12"/>
                      <a:pt x="13" y="16"/>
                      <a:pt x="13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1" name="iṣḻï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369315F-10D5-4B5E-9509-11390C0C7CBF}"/>
                  </a:ext>
                </a:extLst>
              </p:cNvPr>
              <p:cNvSpPr/>
              <p:nvPr/>
            </p:nvSpPr>
            <p:spPr bwMode="auto">
              <a:xfrm>
                <a:off x="10515118" y="5527123"/>
                <a:ext cx="203562" cy="275983"/>
              </a:xfrm>
              <a:custGeom>
                <a:avLst/>
                <a:gdLst>
                  <a:gd name="T0" fmla="*/ 58 w 64"/>
                  <a:gd name="T1" fmla="*/ 9 h 86"/>
                  <a:gd name="T2" fmla="*/ 24 w 64"/>
                  <a:gd name="T3" fmla="*/ 1 h 86"/>
                  <a:gd name="T4" fmla="*/ 16 w 64"/>
                  <a:gd name="T5" fmla="*/ 7 h 86"/>
                  <a:gd name="T6" fmla="*/ 1 w 64"/>
                  <a:gd name="T7" fmla="*/ 68 h 86"/>
                  <a:gd name="T8" fmla="*/ 6 w 64"/>
                  <a:gd name="T9" fmla="*/ 77 h 86"/>
                  <a:gd name="T10" fmla="*/ 39 w 64"/>
                  <a:gd name="T11" fmla="*/ 85 h 86"/>
                  <a:gd name="T12" fmla="*/ 48 w 64"/>
                  <a:gd name="T13" fmla="*/ 80 h 86"/>
                  <a:gd name="T14" fmla="*/ 63 w 64"/>
                  <a:gd name="T15" fmla="*/ 18 h 86"/>
                  <a:gd name="T16" fmla="*/ 58 w 64"/>
                  <a:gd name="T17" fmla="*/ 9 h 86"/>
                  <a:gd name="T18" fmla="*/ 31 w 64"/>
                  <a:gd name="T19" fmla="*/ 7 h 86"/>
                  <a:gd name="T20" fmla="*/ 50 w 64"/>
                  <a:gd name="T21" fmla="*/ 11 h 86"/>
                  <a:gd name="T22" fmla="*/ 49 w 64"/>
                  <a:gd name="T23" fmla="*/ 14 h 86"/>
                  <a:gd name="T24" fmla="*/ 30 w 64"/>
                  <a:gd name="T25" fmla="*/ 9 h 86"/>
                  <a:gd name="T26" fmla="*/ 31 w 64"/>
                  <a:gd name="T27" fmla="*/ 7 h 86"/>
                  <a:gd name="T28" fmla="*/ 24 w 64"/>
                  <a:gd name="T29" fmla="*/ 76 h 86"/>
                  <a:gd name="T30" fmla="*/ 20 w 64"/>
                  <a:gd name="T31" fmla="*/ 71 h 86"/>
                  <a:gd name="T32" fmla="*/ 26 w 64"/>
                  <a:gd name="T33" fmla="*/ 67 h 86"/>
                  <a:gd name="T34" fmla="*/ 30 w 64"/>
                  <a:gd name="T35" fmla="*/ 73 h 86"/>
                  <a:gd name="T36" fmla="*/ 24 w 64"/>
                  <a:gd name="T37" fmla="*/ 76 h 86"/>
                  <a:gd name="T38" fmla="*/ 46 w 64"/>
                  <a:gd name="T39" fmla="*/ 67 h 86"/>
                  <a:gd name="T40" fmla="*/ 8 w 64"/>
                  <a:gd name="T41" fmla="*/ 58 h 86"/>
                  <a:gd name="T42" fmla="*/ 20 w 64"/>
                  <a:gd name="T43" fmla="*/ 10 h 86"/>
                  <a:gd name="T44" fmla="*/ 58 w 64"/>
                  <a:gd name="T45" fmla="*/ 19 h 86"/>
                  <a:gd name="T46" fmla="*/ 46 w 64"/>
                  <a:gd name="T47" fmla="*/ 67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4" h="86">
                    <a:moveTo>
                      <a:pt x="58" y="9"/>
                    </a:moveTo>
                    <a:cubicBezTo>
                      <a:pt x="24" y="1"/>
                      <a:pt x="24" y="1"/>
                      <a:pt x="24" y="1"/>
                    </a:cubicBezTo>
                    <a:cubicBezTo>
                      <a:pt x="21" y="0"/>
                      <a:pt x="17" y="3"/>
                      <a:pt x="16" y="7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0" y="72"/>
                      <a:pt x="2" y="76"/>
                      <a:pt x="6" y="7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43" y="86"/>
                      <a:pt x="47" y="84"/>
                      <a:pt x="48" y="80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4" y="14"/>
                      <a:pt x="61" y="10"/>
                      <a:pt x="58" y="9"/>
                    </a:cubicBezTo>
                    <a:close/>
                    <a:moveTo>
                      <a:pt x="31" y="7"/>
                    </a:moveTo>
                    <a:cubicBezTo>
                      <a:pt x="50" y="11"/>
                      <a:pt x="50" y="11"/>
                      <a:pt x="50" y="11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30" y="9"/>
                      <a:pt x="30" y="9"/>
                      <a:pt x="30" y="9"/>
                    </a:cubicBezTo>
                    <a:lnTo>
                      <a:pt x="31" y="7"/>
                    </a:lnTo>
                    <a:close/>
                    <a:moveTo>
                      <a:pt x="24" y="76"/>
                    </a:moveTo>
                    <a:cubicBezTo>
                      <a:pt x="21" y="76"/>
                      <a:pt x="19" y="73"/>
                      <a:pt x="20" y="71"/>
                    </a:cubicBezTo>
                    <a:cubicBezTo>
                      <a:pt x="21" y="68"/>
                      <a:pt x="23" y="66"/>
                      <a:pt x="26" y="67"/>
                    </a:cubicBezTo>
                    <a:cubicBezTo>
                      <a:pt x="29" y="68"/>
                      <a:pt x="30" y="70"/>
                      <a:pt x="30" y="73"/>
                    </a:cubicBezTo>
                    <a:cubicBezTo>
                      <a:pt x="29" y="75"/>
                      <a:pt x="26" y="77"/>
                      <a:pt x="24" y="76"/>
                    </a:cubicBezTo>
                    <a:close/>
                    <a:moveTo>
                      <a:pt x="46" y="67"/>
                    </a:moveTo>
                    <a:cubicBezTo>
                      <a:pt x="8" y="58"/>
                      <a:pt x="8" y="58"/>
                      <a:pt x="8" y="58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58" y="19"/>
                      <a:pt x="58" y="19"/>
                      <a:pt x="58" y="19"/>
                    </a:cubicBezTo>
                    <a:lnTo>
                      <a:pt x="46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2" name="íṣli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60DF944-3B5B-473D-B204-11D8FF07FA8F}"/>
                  </a:ext>
                </a:extLst>
              </p:cNvPr>
              <p:cNvSpPr/>
              <p:nvPr/>
            </p:nvSpPr>
            <p:spPr bwMode="auto">
              <a:xfrm>
                <a:off x="10470099" y="3638300"/>
                <a:ext cx="274026" cy="207477"/>
              </a:xfrm>
              <a:custGeom>
                <a:avLst/>
                <a:gdLst>
                  <a:gd name="T0" fmla="*/ 75 w 86"/>
                  <a:gd name="T1" fmla="*/ 11 h 65"/>
                  <a:gd name="T2" fmla="*/ 75 w 86"/>
                  <a:gd name="T3" fmla="*/ 0 h 65"/>
                  <a:gd name="T4" fmla="*/ 0 w 86"/>
                  <a:gd name="T5" fmla="*/ 0 h 65"/>
                  <a:gd name="T6" fmla="*/ 0 w 86"/>
                  <a:gd name="T7" fmla="*/ 60 h 65"/>
                  <a:gd name="T8" fmla="*/ 5 w 86"/>
                  <a:gd name="T9" fmla="*/ 65 h 65"/>
                  <a:gd name="T10" fmla="*/ 78 w 86"/>
                  <a:gd name="T11" fmla="*/ 65 h 65"/>
                  <a:gd name="T12" fmla="*/ 86 w 86"/>
                  <a:gd name="T13" fmla="*/ 57 h 65"/>
                  <a:gd name="T14" fmla="*/ 86 w 86"/>
                  <a:gd name="T15" fmla="*/ 11 h 65"/>
                  <a:gd name="T16" fmla="*/ 75 w 86"/>
                  <a:gd name="T17" fmla="*/ 11 h 65"/>
                  <a:gd name="T18" fmla="*/ 70 w 86"/>
                  <a:gd name="T19" fmla="*/ 60 h 65"/>
                  <a:gd name="T20" fmla="*/ 5 w 86"/>
                  <a:gd name="T21" fmla="*/ 60 h 65"/>
                  <a:gd name="T22" fmla="*/ 5 w 86"/>
                  <a:gd name="T23" fmla="*/ 5 h 65"/>
                  <a:gd name="T24" fmla="*/ 70 w 86"/>
                  <a:gd name="T25" fmla="*/ 5 h 65"/>
                  <a:gd name="T26" fmla="*/ 70 w 86"/>
                  <a:gd name="T27" fmla="*/ 60 h 65"/>
                  <a:gd name="T28" fmla="*/ 10 w 86"/>
                  <a:gd name="T29" fmla="*/ 16 h 65"/>
                  <a:gd name="T30" fmla="*/ 64 w 86"/>
                  <a:gd name="T31" fmla="*/ 16 h 65"/>
                  <a:gd name="T32" fmla="*/ 64 w 86"/>
                  <a:gd name="T33" fmla="*/ 22 h 65"/>
                  <a:gd name="T34" fmla="*/ 10 w 86"/>
                  <a:gd name="T35" fmla="*/ 22 h 65"/>
                  <a:gd name="T36" fmla="*/ 10 w 86"/>
                  <a:gd name="T37" fmla="*/ 16 h 65"/>
                  <a:gd name="T38" fmla="*/ 43 w 86"/>
                  <a:gd name="T39" fmla="*/ 27 h 65"/>
                  <a:gd name="T40" fmla="*/ 64 w 86"/>
                  <a:gd name="T41" fmla="*/ 27 h 65"/>
                  <a:gd name="T42" fmla="*/ 64 w 86"/>
                  <a:gd name="T43" fmla="*/ 32 h 65"/>
                  <a:gd name="T44" fmla="*/ 43 w 86"/>
                  <a:gd name="T45" fmla="*/ 32 h 65"/>
                  <a:gd name="T46" fmla="*/ 43 w 86"/>
                  <a:gd name="T47" fmla="*/ 27 h 65"/>
                  <a:gd name="T48" fmla="*/ 43 w 86"/>
                  <a:gd name="T49" fmla="*/ 38 h 65"/>
                  <a:gd name="T50" fmla="*/ 64 w 86"/>
                  <a:gd name="T51" fmla="*/ 38 h 65"/>
                  <a:gd name="T52" fmla="*/ 64 w 86"/>
                  <a:gd name="T53" fmla="*/ 43 h 65"/>
                  <a:gd name="T54" fmla="*/ 43 w 86"/>
                  <a:gd name="T55" fmla="*/ 43 h 65"/>
                  <a:gd name="T56" fmla="*/ 43 w 86"/>
                  <a:gd name="T57" fmla="*/ 38 h 65"/>
                  <a:gd name="T58" fmla="*/ 43 w 86"/>
                  <a:gd name="T59" fmla="*/ 49 h 65"/>
                  <a:gd name="T60" fmla="*/ 59 w 86"/>
                  <a:gd name="T61" fmla="*/ 49 h 65"/>
                  <a:gd name="T62" fmla="*/ 59 w 86"/>
                  <a:gd name="T63" fmla="*/ 54 h 65"/>
                  <a:gd name="T64" fmla="*/ 43 w 86"/>
                  <a:gd name="T65" fmla="*/ 54 h 65"/>
                  <a:gd name="T66" fmla="*/ 43 w 86"/>
                  <a:gd name="T67" fmla="*/ 49 h 65"/>
                  <a:gd name="T68" fmla="*/ 10 w 86"/>
                  <a:gd name="T69" fmla="*/ 27 h 65"/>
                  <a:gd name="T70" fmla="*/ 37 w 86"/>
                  <a:gd name="T71" fmla="*/ 27 h 65"/>
                  <a:gd name="T72" fmla="*/ 37 w 86"/>
                  <a:gd name="T73" fmla="*/ 54 h 65"/>
                  <a:gd name="T74" fmla="*/ 10 w 86"/>
                  <a:gd name="T75" fmla="*/ 54 h 65"/>
                  <a:gd name="T76" fmla="*/ 10 w 86"/>
                  <a:gd name="T77" fmla="*/ 2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6" h="65">
                    <a:moveTo>
                      <a:pt x="75" y="11"/>
                    </a:moveTo>
                    <a:cubicBezTo>
                      <a:pt x="75" y="0"/>
                      <a:pt x="75" y="0"/>
                      <a:pt x="7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2" y="65"/>
                      <a:pt x="5" y="65"/>
                    </a:cubicBezTo>
                    <a:cubicBezTo>
                      <a:pt x="78" y="65"/>
                      <a:pt x="78" y="65"/>
                      <a:pt x="78" y="65"/>
                    </a:cubicBezTo>
                    <a:cubicBezTo>
                      <a:pt x="82" y="65"/>
                      <a:pt x="86" y="61"/>
                      <a:pt x="86" y="57"/>
                    </a:cubicBezTo>
                    <a:cubicBezTo>
                      <a:pt x="86" y="11"/>
                      <a:pt x="86" y="11"/>
                      <a:pt x="86" y="11"/>
                    </a:cubicBezTo>
                    <a:lnTo>
                      <a:pt x="75" y="11"/>
                    </a:lnTo>
                    <a:close/>
                    <a:moveTo>
                      <a:pt x="70" y="60"/>
                    </a:moveTo>
                    <a:cubicBezTo>
                      <a:pt x="5" y="60"/>
                      <a:pt x="5" y="60"/>
                      <a:pt x="5" y="60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70" y="5"/>
                      <a:pt x="70" y="5"/>
                      <a:pt x="70" y="5"/>
                    </a:cubicBezTo>
                    <a:lnTo>
                      <a:pt x="70" y="60"/>
                    </a:lnTo>
                    <a:close/>
                    <a:moveTo>
                      <a:pt x="10" y="16"/>
                    </a:move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10" y="22"/>
                      <a:pt x="10" y="22"/>
                      <a:pt x="10" y="22"/>
                    </a:cubicBezTo>
                    <a:lnTo>
                      <a:pt x="10" y="16"/>
                    </a:lnTo>
                    <a:close/>
                    <a:moveTo>
                      <a:pt x="43" y="27"/>
                    </a:move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43" y="32"/>
                      <a:pt x="43" y="32"/>
                      <a:pt x="43" y="32"/>
                    </a:cubicBezTo>
                    <a:lnTo>
                      <a:pt x="43" y="27"/>
                    </a:lnTo>
                    <a:close/>
                    <a:moveTo>
                      <a:pt x="43" y="38"/>
                    </a:moveTo>
                    <a:cubicBezTo>
                      <a:pt x="64" y="38"/>
                      <a:pt x="64" y="38"/>
                      <a:pt x="64" y="38"/>
                    </a:cubicBezTo>
                    <a:cubicBezTo>
                      <a:pt x="64" y="43"/>
                      <a:pt x="64" y="43"/>
                      <a:pt x="64" y="43"/>
                    </a:cubicBezTo>
                    <a:cubicBezTo>
                      <a:pt x="43" y="43"/>
                      <a:pt x="43" y="43"/>
                      <a:pt x="43" y="43"/>
                    </a:cubicBezTo>
                    <a:lnTo>
                      <a:pt x="43" y="38"/>
                    </a:lnTo>
                    <a:close/>
                    <a:moveTo>
                      <a:pt x="43" y="49"/>
                    </a:moveTo>
                    <a:cubicBezTo>
                      <a:pt x="59" y="49"/>
                      <a:pt x="59" y="49"/>
                      <a:pt x="59" y="49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43" y="54"/>
                      <a:pt x="43" y="54"/>
                      <a:pt x="43" y="54"/>
                    </a:cubicBezTo>
                    <a:lnTo>
                      <a:pt x="43" y="49"/>
                    </a:lnTo>
                    <a:close/>
                    <a:moveTo>
                      <a:pt x="10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54"/>
                      <a:pt x="37" y="54"/>
                      <a:pt x="37" y="54"/>
                    </a:cubicBezTo>
                    <a:cubicBezTo>
                      <a:pt x="10" y="54"/>
                      <a:pt x="10" y="54"/>
                      <a:pt x="10" y="54"/>
                    </a:cubicBezTo>
                    <a:lnTo>
                      <a:pt x="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3" name="íṡļi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E7CE7E-A21C-47D6-95C7-4FC965416ED4}"/>
                  </a:ext>
                </a:extLst>
              </p:cNvPr>
              <p:cNvSpPr/>
              <p:nvPr/>
            </p:nvSpPr>
            <p:spPr bwMode="auto">
              <a:xfrm>
                <a:off x="10763698" y="2767289"/>
                <a:ext cx="256411" cy="256409"/>
              </a:xfrm>
              <a:custGeom>
                <a:avLst/>
                <a:gdLst>
                  <a:gd name="T0" fmla="*/ 0 w 131"/>
                  <a:gd name="T1" fmla="*/ 131 h 131"/>
                  <a:gd name="T2" fmla="*/ 65 w 131"/>
                  <a:gd name="T3" fmla="*/ 131 h 131"/>
                  <a:gd name="T4" fmla="*/ 65 w 131"/>
                  <a:gd name="T5" fmla="*/ 0 h 131"/>
                  <a:gd name="T6" fmla="*/ 0 w 131"/>
                  <a:gd name="T7" fmla="*/ 0 h 131"/>
                  <a:gd name="T8" fmla="*/ 0 w 131"/>
                  <a:gd name="T9" fmla="*/ 131 h 131"/>
                  <a:gd name="T10" fmla="*/ 41 w 131"/>
                  <a:gd name="T11" fmla="*/ 17 h 131"/>
                  <a:gd name="T12" fmla="*/ 57 w 131"/>
                  <a:gd name="T13" fmla="*/ 17 h 131"/>
                  <a:gd name="T14" fmla="*/ 57 w 131"/>
                  <a:gd name="T15" fmla="*/ 33 h 131"/>
                  <a:gd name="T16" fmla="*/ 41 w 131"/>
                  <a:gd name="T17" fmla="*/ 33 h 131"/>
                  <a:gd name="T18" fmla="*/ 41 w 131"/>
                  <a:gd name="T19" fmla="*/ 17 h 131"/>
                  <a:gd name="T20" fmla="*/ 41 w 131"/>
                  <a:gd name="T21" fmla="*/ 49 h 131"/>
                  <a:gd name="T22" fmla="*/ 57 w 131"/>
                  <a:gd name="T23" fmla="*/ 49 h 131"/>
                  <a:gd name="T24" fmla="*/ 57 w 131"/>
                  <a:gd name="T25" fmla="*/ 66 h 131"/>
                  <a:gd name="T26" fmla="*/ 41 w 131"/>
                  <a:gd name="T27" fmla="*/ 66 h 131"/>
                  <a:gd name="T28" fmla="*/ 41 w 131"/>
                  <a:gd name="T29" fmla="*/ 49 h 131"/>
                  <a:gd name="T30" fmla="*/ 41 w 131"/>
                  <a:gd name="T31" fmla="*/ 82 h 131"/>
                  <a:gd name="T32" fmla="*/ 57 w 131"/>
                  <a:gd name="T33" fmla="*/ 82 h 131"/>
                  <a:gd name="T34" fmla="*/ 57 w 131"/>
                  <a:gd name="T35" fmla="*/ 98 h 131"/>
                  <a:gd name="T36" fmla="*/ 41 w 131"/>
                  <a:gd name="T37" fmla="*/ 98 h 131"/>
                  <a:gd name="T38" fmla="*/ 41 w 131"/>
                  <a:gd name="T39" fmla="*/ 82 h 131"/>
                  <a:gd name="T40" fmla="*/ 8 w 131"/>
                  <a:gd name="T41" fmla="*/ 17 h 131"/>
                  <a:gd name="T42" fmla="*/ 24 w 131"/>
                  <a:gd name="T43" fmla="*/ 17 h 131"/>
                  <a:gd name="T44" fmla="*/ 24 w 131"/>
                  <a:gd name="T45" fmla="*/ 33 h 131"/>
                  <a:gd name="T46" fmla="*/ 8 w 131"/>
                  <a:gd name="T47" fmla="*/ 33 h 131"/>
                  <a:gd name="T48" fmla="*/ 8 w 131"/>
                  <a:gd name="T49" fmla="*/ 17 h 131"/>
                  <a:gd name="T50" fmla="*/ 8 w 131"/>
                  <a:gd name="T51" fmla="*/ 49 h 131"/>
                  <a:gd name="T52" fmla="*/ 24 w 131"/>
                  <a:gd name="T53" fmla="*/ 49 h 131"/>
                  <a:gd name="T54" fmla="*/ 24 w 131"/>
                  <a:gd name="T55" fmla="*/ 66 h 131"/>
                  <a:gd name="T56" fmla="*/ 8 w 131"/>
                  <a:gd name="T57" fmla="*/ 66 h 131"/>
                  <a:gd name="T58" fmla="*/ 8 w 131"/>
                  <a:gd name="T59" fmla="*/ 49 h 131"/>
                  <a:gd name="T60" fmla="*/ 8 w 131"/>
                  <a:gd name="T61" fmla="*/ 82 h 131"/>
                  <a:gd name="T62" fmla="*/ 24 w 131"/>
                  <a:gd name="T63" fmla="*/ 82 h 131"/>
                  <a:gd name="T64" fmla="*/ 24 w 131"/>
                  <a:gd name="T65" fmla="*/ 98 h 131"/>
                  <a:gd name="T66" fmla="*/ 8 w 131"/>
                  <a:gd name="T67" fmla="*/ 98 h 131"/>
                  <a:gd name="T68" fmla="*/ 8 w 131"/>
                  <a:gd name="T69" fmla="*/ 82 h 131"/>
                  <a:gd name="T70" fmla="*/ 73 w 131"/>
                  <a:gd name="T71" fmla="*/ 41 h 131"/>
                  <a:gd name="T72" fmla="*/ 131 w 131"/>
                  <a:gd name="T73" fmla="*/ 41 h 131"/>
                  <a:gd name="T74" fmla="*/ 131 w 131"/>
                  <a:gd name="T75" fmla="*/ 49 h 131"/>
                  <a:gd name="T76" fmla="*/ 73 w 131"/>
                  <a:gd name="T77" fmla="*/ 49 h 131"/>
                  <a:gd name="T78" fmla="*/ 73 w 131"/>
                  <a:gd name="T79" fmla="*/ 41 h 131"/>
                  <a:gd name="T80" fmla="*/ 73 w 131"/>
                  <a:gd name="T81" fmla="*/ 131 h 131"/>
                  <a:gd name="T82" fmla="*/ 90 w 131"/>
                  <a:gd name="T83" fmla="*/ 131 h 131"/>
                  <a:gd name="T84" fmla="*/ 90 w 131"/>
                  <a:gd name="T85" fmla="*/ 98 h 131"/>
                  <a:gd name="T86" fmla="*/ 114 w 131"/>
                  <a:gd name="T87" fmla="*/ 98 h 131"/>
                  <a:gd name="T88" fmla="*/ 114 w 131"/>
                  <a:gd name="T89" fmla="*/ 131 h 131"/>
                  <a:gd name="T90" fmla="*/ 131 w 131"/>
                  <a:gd name="T91" fmla="*/ 131 h 131"/>
                  <a:gd name="T92" fmla="*/ 131 w 131"/>
                  <a:gd name="T93" fmla="*/ 57 h 131"/>
                  <a:gd name="T94" fmla="*/ 73 w 131"/>
                  <a:gd name="T95" fmla="*/ 57 h 131"/>
                  <a:gd name="T96" fmla="*/ 73 w 131"/>
                  <a:gd name="T97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1" h="131">
                    <a:moveTo>
                      <a:pt x="0" y="131"/>
                    </a:moveTo>
                    <a:lnTo>
                      <a:pt x="65" y="131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0" y="131"/>
                    </a:lnTo>
                    <a:close/>
                    <a:moveTo>
                      <a:pt x="41" y="17"/>
                    </a:moveTo>
                    <a:lnTo>
                      <a:pt x="57" y="17"/>
                    </a:lnTo>
                    <a:lnTo>
                      <a:pt x="57" y="33"/>
                    </a:lnTo>
                    <a:lnTo>
                      <a:pt x="41" y="33"/>
                    </a:lnTo>
                    <a:lnTo>
                      <a:pt x="41" y="17"/>
                    </a:lnTo>
                    <a:close/>
                    <a:moveTo>
                      <a:pt x="41" y="49"/>
                    </a:moveTo>
                    <a:lnTo>
                      <a:pt x="57" y="49"/>
                    </a:lnTo>
                    <a:lnTo>
                      <a:pt x="57" y="66"/>
                    </a:lnTo>
                    <a:lnTo>
                      <a:pt x="41" y="66"/>
                    </a:lnTo>
                    <a:lnTo>
                      <a:pt x="41" y="49"/>
                    </a:lnTo>
                    <a:close/>
                    <a:moveTo>
                      <a:pt x="41" y="82"/>
                    </a:moveTo>
                    <a:lnTo>
                      <a:pt x="57" y="82"/>
                    </a:lnTo>
                    <a:lnTo>
                      <a:pt x="57" y="98"/>
                    </a:lnTo>
                    <a:lnTo>
                      <a:pt x="41" y="98"/>
                    </a:lnTo>
                    <a:lnTo>
                      <a:pt x="41" y="82"/>
                    </a:lnTo>
                    <a:close/>
                    <a:moveTo>
                      <a:pt x="8" y="17"/>
                    </a:moveTo>
                    <a:lnTo>
                      <a:pt x="24" y="17"/>
                    </a:lnTo>
                    <a:lnTo>
                      <a:pt x="24" y="33"/>
                    </a:lnTo>
                    <a:lnTo>
                      <a:pt x="8" y="33"/>
                    </a:lnTo>
                    <a:lnTo>
                      <a:pt x="8" y="17"/>
                    </a:lnTo>
                    <a:close/>
                    <a:moveTo>
                      <a:pt x="8" y="49"/>
                    </a:moveTo>
                    <a:lnTo>
                      <a:pt x="24" y="49"/>
                    </a:lnTo>
                    <a:lnTo>
                      <a:pt x="24" y="66"/>
                    </a:lnTo>
                    <a:lnTo>
                      <a:pt x="8" y="66"/>
                    </a:lnTo>
                    <a:lnTo>
                      <a:pt x="8" y="49"/>
                    </a:lnTo>
                    <a:close/>
                    <a:moveTo>
                      <a:pt x="8" y="82"/>
                    </a:moveTo>
                    <a:lnTo>
                      <a:pt x="24" y="82"/>
                    </a:lnTo>
                    <a:lnTo>
                      <a:pt x="24" y="98"/>
                    </a:lnTo>
                    <a:lnTo>
                      <a:pt x="8" y="98"/>
                    </a:lnTo>
                    <a:lnTo>
                      <a:pt x="8" y="82"/>
                    </a:lnTo>
                    <a:close/>
                    <a:moveTo>
                      <a:pt x="73" y="41"/>
                    </a:moveTo>
                    <a:lnTo>
                      <a:pt x="131" y="41"/>
                    </a:lnTo>
                    <a:lnTo>
                      <a:pt x="131" y="49"/>
                    </a:lnTo>
                    <a:lnTo>
                      <a:pt x="73" y="49"/>
                    </a:lnTo>
                    <a:lnTo>
                      <a:pt x="73" y="41"/>
                    </a:lnTo>
                    <a:close/>
                    <a:moveTo>
                      <a:pt x="73" y="131"/>
                    </a:moveTo>
                    <a:lnTo>
                      <a:pt x="90" y="131"/>
                    </a:lnTo>
                    <a:lnTo>
                      <a:pt x="90" y="98"/>
                    </a:lnTo>
                    <a:lnTo>
                      <a:pt x="114" y="98"/>
                    </a:lnTo>
                    <a:lnTo>
                      <a:pt x="114" y="131"/>
                    </a:lnTo>
                    <a:lnTo>
                      <a:pt x="131" y="131"/>
                    </a:lnTo>
                    <a:lnTo>
                      <a:pt x="131" y="57"/>
                    </a:lnTo>
                    <a:lnTo>
                      <a:pt x="73" y="57"/>
                    </a:lnTo>
                    <a:lnTo>
                      <a:pt x="73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4" name="í$1î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2A7EE07-F286-47FC-AF1F-A8E08AD8A8B9}"/>
                  </a:ext>
                </a:extLst>
              </p:cNvPr>
              <p:cNvSpPr/>
              <p:nvPr/>
            </p:nvSpPr>
            <p:spPr bwMode="auto">
              <a:xfrm>
                <a:off x="10712808" y="3080462"/>
                <a:ext cx="272069" cy="272068"/>
              </a:xfrm>
              <a:custGeom>
                <a:avLst/>
                <a:gdLst>
                  <a:gd name="T0" fmla="*/ 79 w 85"/>
                  <a:gd name="T1" fmla="*/ 24 h 85"/>
                  <a:gd name="T2" fmla="*/ 61 w 85"/>
                  <a:gd name="T3" fmla="*/ 6 h 85"/>
                  <a:gd name="T4" fmla="*/ 66 w 85"/>
                  <a:gd name="T5" fmla="*/ 0 h 85"/>
                  <a:gd name="T6" fmla="*/ 85 w 85"/>
                  <a:gd name="T7" fmla="*/ 19 h 85"/>
                  <a:gd name="T8" fmla="*/ 79 w 85"/>
                  <a:gd name="T9" fmla="*/ 24 h 85"/>
                  <a:gd name="T10" fmla="*/ 74 w 85"/>
                  <a:gd name="T11" fmla="*/ 30 h 85"/>
                  <a:gd name="T12" fmla="*/ 71 w 85"/>
                  <a:gd name="T13" fmla="*/ 59 h 85"/>
                  <a:gd name="T14" fmla="*/ 13 w 85"/>
                  <a:gd name="T15" fmla="*/ 85 h 85"/>
                  <a:gd name="T16" fmla="*/ 8 w 85"/>
                  <a:gd name="T17" fmla="*/ 81 h 85"/>
                  <a:gd name="T18" fmla="*/ 31 w 85"/>
                  <a:gd name="T19" fmla="*/ 58 h 85"/>
                  <a:gd name="T20" fmla="*/ 34 w 85"/>
                  <a:gd name="T21" fmla="*/ 59 h 85"/>
                  <a:gd name="T22" fmla="*/ 42 w 85"/>
                  <a:gd name="T23" fmla="*/ 51 h 85"/>
                  <a:gd name="T24" fmla="*/ 34 w 85"/>
                  <a:gd name="T25" fmla="*/ 43 h 85"/>
                  <a:gd name="T26" fmla="*/ 26 w 85"/>
                  <a:gd name="T27" fmla="*/ 51 h 85"/>
                  <a:gd name="T28" fmla="*/ 27 w 85"/>
                  <a:gd name="T29" fmla="*/ 54 h 85"/>
                  <a:gd name="T30" fmla="*/ 4 w 85"/>
                  <a:gd name="T31" fmla="*/ 76 h 85"/>
                  <a:gd name="T32" fmla="*/ 0 w 85"/>
                  <a:gd name="T33" fmla="*/ 72 h 85"/>
                  <a:gd name="T34" fmla="*/ 26 w 85"/>
                  <a:gd name="T35" fmla="*/ 14 h 85"/>
                  <a:gd name="T36" fmla="*/ 55 w 85"/>
                  <a:gd name="T37" fmla="*/ 11 h 85"/>
                  <a:gd name="T38" fmla="*/ 74 w 85"/>
                  <a:gd name="T39" fmla="*/ 3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5" h="85">
                    <a:moveTo>
                      <a:pt x="79" y="24"/>
                    </a:moveTo>
                    <a:cubicBezTo>
                      <a:pt x="61" y="6"/>
                      <a:pt x="61" y="6"/>
                      <a:pt x="61" y="6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85" y="19"/>
                      <a:pt x="85" y="19"/>
                      <a:pt x="85" y="19"/>
                    </a:cubicBezTo>
                    <a:lnTo>
                      <a:pt x="79" y="24"/>
                    </a:lnTo>
                    <a:close/>
                    <a:moveTo>
                      <a:pt x="74" y="30"/>
                    </a:moveTo>
                    <a:cubicBezTo>
                      <a:pt x="71" y="59"/>
                      <a:pt x="71" y="59"/>
                      <a:pt x="71" y="59"/>
                    </a:cubicBezTo>
                    <a:cubicBezTo>
                      <a:pt x="47" y="59"/>
                      <a:pt x="13" y="85"/>
                      <a:pt x="13" y="85"/>
                    </a:cubicBezTo>
                    <a:cubicBezTo>
                      <a:pt x="8" y="81"/>
                      <a:pt x="8" y="81"/>
                      <a:pt x="8" y="81"/>
                    </a:cubicBezTo>
                    <a:cubicBezTo>
                      <a:pt x="31" y="58"/>
                      <a:pt x="31" y="58"/>
                      <a:pt x="31" y="58"/>
                    </a:cubicBezTo>
                    <a:cubicBezTo>
                      <a:pt x="32" y="59"/>
                      <a:pt x="33" y="59"/>
                      <a:pt x="34" y="59"/>
                    </a:cubicBezTo>
                    <a:cubicBezTo>
                      <a:pt x="38" y="59"/>
                      <a:pt x="42" y="55"/>
                      <a:pt x="42" y="51"/>
                    </a:cubicBezTo>
                    <a:cubicBezTo>
                      <a:pt x="42" y="46"/>
                      <a:pt x="38" y="43"/>
                      <a:pt x="34" y="43"/>
                    </a:cubicBezTo>
                    <a:cubicBezTo>
                      <a:pt x="30" y="43"/>
                      <a:pt x="26" y="46"/>
                      <a:pt x="26" y="51"/>
                    </a:cubicBezTo>
                    <a:cubicBezTo>
                      <a:pt x="26" y="52"/>
                      <a:pt x="26" y="53"/>
                      <a:pt x="27" y="54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2"/>
                      <a:pt x="26" y="37"/>
                      <a:pt x="26" y="14"/>
                    </a:cubicBezTo>
                    <a:cubicBezTo>
                      <a:pt x="55" y="11"/>
                      <a:pt x="55" y="11"/>
                      <a:pt x="55" y="11"/>
                    </a:cubicBezTo>
                    <a:lnTo>
                      <a:pt x="74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5" name="ïṩḷí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9A1AC83-D1A8-4A1B-A8B0-08EFC35E039C}"/>
                  </a:ext>
                </a:extLst>
              </p:cNvPr>
              <p:cNvSpPr/>
              <p:nvPr/>
            </p:nvSpPr>
            <p:spPr bwMode="auto">
              <a:xfrm>
                <a:off x="10466184" y="2757502"/>
                <a:ext cx="246623" cy="246623"/>
              </a:xfrm>
              <a:custGeom>
                <a:avLst/>
                <a:gdLst>
                  <a:gd name="T0" fmla="*/ 53 w 77"/>
                  <a:gd name="T1" fmla="*/ 30 h 77"/>
                  <a:gd name="T2" fmla="*/ 26 w 77"/>
                  <a:gd name="T3" fmla="*/ 2 h 77"/>
                  <a:gd name="T4" fmla="*/ 39 w 77"/>
                  <a:gd name="T5" fmla="*/ 0 h 77"/>
                  <a:gd name="T6" fmla="*/ 53 w 77"/>
                  <a:gd name="T7" fmla="*/ 3 h 77"/>
                  <a:gd name="T8" fmla="*/ 53 w 77"/>
                  <a:gd name="T9" fmla="*/ 30 h 77"/>
                  <a:gd name="T10" fmla="*/ 58 w 77"/>
                  <a:gd name="T11" fmla="*/ 53 h 77"/>
                  <a:gd name="T12" fmla="*/ 58 w 77"/>
                  <a:gd name="T13" fmla="*/ 5 h 77"/>
                  <a:gd name="T14" fmla="*/ 77 w 77"/>
                  <a:gd name="T15" fmla="*/ 38 h 77"/>
                  <a:gd name="T16" fmla="*/ 74 w 77"/>
                  <a:gd name="T17" fmla="*/ 53 h 77"/>
                  <a:gd name="T18" fmla="*/ 58 w 77"/>
                  <a:gd name="T19" fmla="*/ 53 h 77"/>
                  <a:gd name="T20" fmla="*/ 24 w 77"/>
                  <a:gd name="T21" fmla="*/ 58 h 77"/>
                  <a:gd name="T22" fmla="*/ 72 w 77"/>
                  <a:gd name="T23" fmla="*/ 58 h 77"/>
                  <a:gd name="T24" fmla="*/ 39 w 77"/>
                  <a:gd name="T25" fmla="*/ 77 h 77"/>
                  <a:gd name="T26" fmla="*/ 24 w 77"/>
                  <a:gd name="T27" fmla="*/ 74 h 77"/>
                  <a:gd name="T28" fmla="*/ 24 w 77"/>
                  <a:gd name="T29" fmla="*/ 58 h 77"/>
                  <a:gd name="T30" fmla="*/ 32 w 77"/>
                  <a:gd name="T31" fmla="*/ 17 h 77"/>
                  <a:gd name="T32" fmla="*/ 1 w 77"/>
                  <a:gd name="T33" fmla="*/ 48 h 77"/>
                  <a:gd name="T34" fmla="*/ 0 w 77"/>
                  <a:gd name="T35" fmla="*/ 38 h 77"/>
                  <a:gd name="T36" fmla="*/ 20 w 77"/>
                  <a:gd name="T37" fmla="*/ 5 h 77"/>
                  <a:gd name="T38" fmla="*/ 32 w 77"/>
                  <a:gd name="T39" fmla="*/ 17 h 77"/>
                  <a:gd name="T40" fmla="*/ 20 w 77"/>
                  <a:gd name="T41" fmla="*/ 38 h 77"/>
                  <a:gd name="T42" fmla="*/ 20 w 77"/>
                  <a:gd name="T43" fmla="*/ 72 h 77"/>
                  <a:gd name="T44" fmla="*/ 4 w 77"/>
                  <a:gd name="T45" fmla="*/ 54 h 77"/>
                  <a:gd name="T46" fmla="*/ 20 w 77"/>
                  <a:gd name="T47" fmla="*/ 3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7" h="77">
                    <a:moveTo>
                      <a:pt x="53" y="30"/>
                    </a:moveTo>
                    <a:cubicBezTo>
                      <a:pt x="26" y="2"/>
                      <a:pt x="26" y="2"/>
                      <a:pt x="26" y="2"/>
                    </a:cubicBezTo>
                    <a:cubicBezTo>
                      <a:pt x="30" y="1"/>
                      <a:pt x="34" y="0"/>
                      <a:pt x="39" y="0"/>
                    </a:cubicBezTo>
                    <a:cubicBezTo>
                      <a:pt x="44" y="0"/>
                      <a:pt x="49" y="1"/>
                      <a:pt x="53" y="3"/>
                    </a:cubicBezTo>
                    <a:lnTo>
                      <a:pt x="53" y="30"/>
                    </a:lnTo>
                    <a:close/>
                    <a:moveTo>
                      <a:pt x="58" y="53"/>
                    </a:moveTo>
                    <a:cubicBezTo>
                      <a:pt x="58" y="5"/>
                      <a:pt x="58" y="5"/>
                      <a:pt x="58" y="5"/>
                    </a:cubicBezTo>
                    <a:cubicBezTo>
                      <a:pt x="69" y="12"/>
                      <a:pt x="77" y="24"/>
                      <a:pt x="77" y="38"/>
                    </a:cubicBezTo>
                    <a:cubicBezTo>
                      <a:pt x="77" y="43"/>
                      <a:pt x="76" y="48"/>
                      <a:pt x="74" y="53"/>
                    </a:cubicBezTo>
                    <a:lnTo>
                      <a:pt x="58" y="53"/>
                    </a:lnTo>
                    <a:close/>
                    <a:moveTo>
                      <a:pt x="24" y="58"/>
                    </a:moveTo>
                    <a:cubicBezTo>
                      <a:pt x="72" y="58"/>
                      <a:pt x="72" y="58"/>
                      <a:pt x="72" y="58"/>
                    </a:cubicBezTo>
                    <a:cubicBezTo>
                      <a:pt x="65" y="69"/>
                      <a:pt x="53" y="77"/>
                      <a:pt x="39" y="77"/>
                    </a:cubicBezTo>
                    <a:cubicBezTo>
                      <a:pt x="34" y="77"/>
                      <a:pt x="29" y="76"/>
                      <a:pt x="24" y="74"/>
                    </a:cubicBezTo>
                    <a:lnTo>
                      <a:pt x="24" y="58"/>
                    </a:lnTo>
                    <a:close/>
                    <a:moveTo>
                      <a:pt x="32" y="17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1" y="45"/>
                      <a:pt x="0" y="42"/>
                      <a:pt x="0" y="38"/>
                    </a:cubicBezTo>
                    <a:cubicBezTo>
                      <a:pt x="0" y="24"/>
                      <a:pt x="8" y="11"/>
                      <a:pt x="20" y="5"/>
                    </a:cubicBezTo>
                    <a:lnTo>
                      <a:pt x="32" y="17"/>
                    </a:lnTo>
                    <a:close/>
                    <a:moveTo>
                      <a:pt x="20" y="38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12" y="68"/>
                      <a:pt x="7" y="61"/>
                      <a:pt x="4" y="54"/>
                    </a:cubicBezTo>
                    <a:lnTo>
                      <a:pt x="20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6" name="ïṧ1í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03862E7-0E5F-4E64-AB57-94BB3F5783AE}"/>
                  </a:ext>
                </a:extLst>
              </p:cNvPr>
              <p:cNvSpPr/>
              <p:nvPr/>
            </p:nvSpPr>
            <p:spPr bwMode="auto">
              <a:xfrm>
                <a:off x="10462270" y="3049145"/>
                <a:ext cx="230965" cy="185946"/>
              </a:xfrm>
              <a:custGeom>
                <a:avLst/>
                <a:gdLst>
                  <a:gd name="T0" fmla="*/ 0 w 72"/>
                  <a:gd name="T1" fmla="*/ 0 h 58"/>
                  <a:gd name="T2" fmla="*/ 0 w 72"/>
                  <a:gd name="T3" fmla="*/ 58 h 58"/>
                  <a:gd name="T4" fmla="*/ 72 w 72"/>
                  <a:gd name="T5" fmla="*/ 58 h 58"/>
                  <a:gd name="T6" fmla="*/ 72 w 72"/>
                  <a:gd name="T7" fmla="*/ 0 h 58"/>
                  <a:gd name="T8" fmla="*/ 0 w 72"/>
                  <a:gd name="T9" fmla="*/ 0 h 58"/>
                  <a:gd name="T10" fmla="*/ 67 w 72"/>
                  <a:gd name="T11" fmla="*/ 53 h 58"/>
                  <a:gd name="T12" fmla="*/ 4 w 72"/>
                  <a:gd name="T13" fmla="*/ 53 h 58"/>
                  <a:gd name="T14" fmla="*/ 4 w 72"/>
                  <a:gd name="T15" fmla="*/ 4 h 58"/>
                  <a:gd name="T16" fmla="*/ 67 w 72"/>
                  <a:gd name="T17" fmla="*/ 4 h 58"/>
                  <a:gd name="T18" fmla="*/ 67 w 72"/>
                  <a:gd name="T19" fmla="*/ 53 h 58"/>
                  <a:gd name="T20" fmla="*/ 49 w 72"/>
                  <a:gd name="T21" fmla="*/ 15 h 58"/>
                  <a:gd name="T22" fmla="*/ 56 w 72"/>
                  <a:gd name="T23" fmla="*/ 22 h 58"/>
                  <a:gd name="T24" fmla="*/ 63 w 72"/>
                  <a:gd name="T25" fmla="*/ 15 h 58"/>
                  <a:gd name="T26" fmla="*/ 56 w 72"/>
                  <a:gd name="T27" fmla="*/ 9 h 58"/>
                  <a:gd name="T28" fmla="*/ 49 w 72"/>
                  <a:gd name="T29" fmla="*/ 15 h 58"/>
                  <a:gd name="T30" fmla="*/ 63 w 72"/>
                  <a:gd name="T31" fmla="*/ 49 h 58"/>
                  <a:gd name="T32" fmla="*/ 9 w 72"/>
                  <a:gd name="T33" fmla="*/ 49 h 58"/>
                  <a:gd name="T34" fmla="*/ 22 w 72"/>
                  <a:gd name="T35" fmla="*/ 13 h 58"/>
                  <a:gd name="T36" fmla="*/ 40 w 72"/>
                  <a:gd name="T37" fmla="*/ 35 h 58"/>
                  <a:gd name="T38" fmla="*/ 49 w 72"/>
                  <a:gd name="T39" fmla="*/ 29 h 58"/>
                  <a:gd name="T40" fmla="*/ 63 w 72"/>
                  <a:gd name="T41" fmla="*/ 4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" h="58">
                    <a:moveTo>
                      <a:pt x="0" y="0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72" y="58"/>
                      <a:pt x="72" y="58"/>
                      <a:pt x="72" y="58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0" y="0"/>
                    </a:lnTo>
                    <a:close/>
                    <a:moveTo>
                      <a:pt x="67" y="53"/>
                    </a:moveTo>
                    <a:cubicBezTo>
                      <a:pt x="4" y="53"/>
                      <a:pt x="4" y="53"/>
                      <a:pt x="4" y="53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7" y="4"/>
                      <a:pt x="67" y="4"/>
                      <a:pt x="67" y="4"/>
                    </a:cubicBezTo>
                    <a:lnTo>
                      <a:pt x="67" y="53"/>
                    </a:lnTo>
                    <a:close/>
                    <a:moveTo>
                      <a:pt x="49" y="15"/>
                    </a:moveTo>
                    <a:cubicBezTo>
                      <a:pt x="49" y="19"/>
                      <a:pt x="52" y="22"/>
                      <a:pt x="56" y="22"/>
                    </a:cubicBezTo>
                    <a:cubicBezTo>
                      <a:pt x="60" y="22"/>
                      <a:pt x="63" y="19"/>
                      <a:pt x="63" y="15"/>
                    </a:cubicBezTo>
                    <a:cubicBezTo>
                      <a:pt x="63" y="12"/>
                      <a:pt x="60" y="9"/>
                      <a:pt x="56" y="9"/>
                    </a:cubicBezTo>
                    <a:cubicBezTo>
                      <a:pt x="52" y="9"/>
                      <a:pt x="49" y="12"/>
                      <a:pt x="49" y="15"/>
                    </a:cubicBezTo>
                    <a:close/>
                    <a:moveTo>
                      <a:pt x="63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49" y="29"/>
                      <a:pt x="49" y="29"/>
                      <a:pt x="49" y="29"/>
                    </a:cubicBezTo>
                    <a:lnTo>
                      <a:pt x="63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" name="iŝ1i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DBB3E87-80AD-4BE6-92A0-1D6F63021B9B}"/>
                  </a:ext>
                </a:extLst>
              </p:cNvPr>
              <p:cNvSpPr/>
              <p:nvPr/>
            </p:nvSpPr>
            <p:spPr bwMode="auto">
              <a:xfrm>
                <a:off x="10370276" y="3305554"/>
                <a:ext cx="242709" cy="281855"/>
              </a:xfrm>
              <a:custGeom>
                <a:avLst/>
                <a:gdLst>
                  <a:gd name="T0" fmla="*/ 54 w 76"/>
                  <a:gd name="T1" fmla="*/ 0 h 88"/>
                  <a:gd name="T2" fmla="*/ 14 w 76"/>
                  <a:gd name="T3" fmla="*/ 28 h 88"/>
                  <a:gd name="T4" fmla="*/ 16 w 76"/>
                  <a:gd name="T5" fmla="*/ 65 h 88"/>
                  <a:gd name="T6" fmla="*/ 49 w 76"/>
                  <a:gd name="T7" fmla="*/ 27 h 88"/>
                  <a:gd name="T8" fmla="*/ 32 w 76"/>
                  <a:gd name="T9" fmla="*/ 75 h 88"/>
                  <a:gd name="T10" fmla="*/ 70 w 76"/>
                  <a:gd name="T11" fmla="*/ 57 h 88"/>
                  <a:gd name="T12" fmla="*/ 54 w 76"/>
                  <a:gd name="T13" fmla="*/ 0 h 88"/>
                  <a:gd name="T14" fmla="*/ 4 w 76"/>
                  <a:gd name="T15" fmla="*/ 78 h 88"/>
                  <a:gd name="T16" fmla="*/ 10 w 76"/>
                  <a:gd name="T17" fmla="*/ 83 h 88"/>
                  <a:gd name="T18" fmla="*/ 47 w 76"/>
                  <a:gd name="T19" fmla="*/ 41 h 88"/>
                  <a:gd name="T20" fmla="*/ 4 w 76"/>
                  <a:gd name="T21" fmla="*/ 7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8">
                    <a:moveTo>
                      <a:pt x="54" y="0"/>
                    </a:moveTo>
                    <a:cubicBezTo>
                      <a:pt x="40" y="23"/>
                      <a:pt x="30" y="12"/>
                      <a:pt x="14" y="28"/>
                    </a:cubicBezTo>
                    <a:cubicBezTo>
                      <a:pt x="0" y="42"/>
                      <a:pt x="5" y="60"/>
                      <a:pt x="16" y="65"/>
                    </a:cubicBezTo>
                    <a:cubicBezTo>
                      <a:pt x="28" y="60"/>
                      <a:pt x="40" y="46"/>
                      <a:pt x="49" y="27"/>
                    </a:cubicBezTo>
                    <a:cubicBezTo>
                      <a:pt x="49" y="27"/>
                      <a:pt x="57" y="51"/>
                      <a:pt x="32" y="75"/>
                    </a:cubicBezTo>
                    <a:cubicBezTo>
                      <a:pt x="44" y="88"/>
                      <a:pt x="64" y="79"/>
                      <a:pt x="70" y="57"/>
                    </a:cubicBezTo>
                    <a:cubicBezTo>
                      <a:pt x="76" y="33"/>
                      <a:pt x="60" y="9"/>
                      <a:pt x="54" y="0"/>
                    </a:cubicBezTo>
                    <a:close/>
                    <a:moveTo>
                      <a:pt x="4" y="78"/>
                    </a:moveTo>
                    <a:cubicBezTo>
                      <a:pt x="4" y="79"/>
                      <a:pt x="4" y="83"/>
                      <a:pt x="10" y="83"/>
                    </a:cubicBezTo>
                    <a:cubicBezTo>
                      <a:pt x="14" y="83"/>
                      <a:pt x="36" y="71"/>
                      <a:pt x="47" y="41"/>
                    </a:cubicBezTo>
                    <a:cubicBezTo>
                      <a:pt x="30" y="71"/>
                      <a:pt x="6" y="78"/>
                      <a:pt x="4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" name="iṩlí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D606E40-5481-413E-BF5A-9555869B5B5A}"/>
                  </a:ext>
                </a:extLst>
              </p:cNvPr>
              <p:cNvSpPr/>
              <p:nvPr/>
            </p:nvSpPr>
            <p:spPr bwMode="auto">
              <a:xfrm>
                <a:off x="10303727" y="2346463"/>
                <a:ext cx="328831" cy="244665"/>
              </a:xfrm>
              <a:custGeom>
                <a:avLst/>
                <a:gdLst>
                  <a:gd name="T0" fmla="*/ 99 w 103"/>
                  <a:gd name="T1" fmla="*/ 3 h 77"/>
                  <a:gd name="T2" fmla="*/ 52 w 103"/>
                  <a:gd name="T3" fmla="*/ 0 h 77"/>
                  <a:gd name="T4" fmla="*/ 4 w 103"/>
                  <a:gd name="T5" fmla="*/ 3 h 77"/>
                  <a:gd name="T6" fmla="*/ 0 w 103"/>
                  <a:gd name="T7" fmla="*/ 38 h 77"/>
                  <a:gd name="T8" fmla="*/ 4 w 103"/>
                  <a:gd name="T9" fmla="*/ 73 h 77"/>
                  <a:gd name="T10" fmla="*/ 52 w 103"/>
                  <a:gd name="T11" fmla="*/ 77 h 77"/>
                  <a:gd name="T12" fmla="*/ 99 w 103"/>
                  <a:gd name="T13" fmla="*/ 73 h 77"/>
                  <a:gd name="T14" fmla="*/ 103 w 103"/>
                  <a:gd name="T15" fmla="*/ 38 h 77"/>
                  <a:gd name="T16" fmla="*/ 99 w 103"/>
                  <a:gd name="T17" fmla="*/ 3 h 77"/>
                  <a:gd name="T18" fmla="*/ 39 w 103"/>
                  <a:gd name="T19" fmla="*/ 57 h 77"/>
                  <a:gd name="T20" fmla="*/ 39 w 103"/>
                  <a:gd name="T21" fmla="*/ 19 h 77"/>
                  <a:gd name="T22" fmla="*/ 71 w 103"/>
                  <a:gd name="T23" fmla="*/ 38 h 77"/>
                  <a:gd name="T24" fmla="*/ 39 w 103"/>
                  <a:gd name="T25" fmla="*/ 5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" h="77">
                    <a:moveTo>
                      <a:pt x="99" y="3"/>
                    </a:moveTo>
                    <a:cubicBezTo>
                      <a:pt x="84" y="1"/>
                      <a:pt x="68" y="0"/>
                      <a:pt x="52" y="0"/>
                    </a:cubicBezTo>
                    <a:cubicBezTo>
                      <a:pt x="35" y="0"/>
                      <a:pt x="19" y="1"/>
                      <a:pt x="4" y="3"/>
                    </a:cubicBezTo>
                    <a:cubicBezTo>
                      <a:pt x="2" y="14"/>
                      <a:pt x="0" y="26"/>
                      <a:pt x="0" y="38"/>
                    </a:cubicBezTo>
                    <a:cubicBezTo>
                      <a:pt x="0" y="51"/>
                      <a:pt x="2" y="63"/>
                      <a:pt x="4" y="73"/>
                    </a:cubicBezTo>
                    <a:cubicBezTo>
                      <a:pt x="19" y="75"/>
                      <a:pt x="35" y="77"/>
                      <a:pt x="52" y="77"/>
                    </a:cubicBezTo>
                    <a:cubicBezTo>
                      <a:pt x="68" y="77"/>
                      <a:pt x="84" y="75"/>
                      <a:pt x="99" y="73"/>
                    </a:cubicBezTo>
                    <a:cubicBezTo>
                      <a:pt x="101" y="63"/>
                      <a:pt x="103" y="51"/>
                      <a:pt x="103" y="38"/>
                    </a:cubicBezTo>
                    <a:cubicBezTo>
                      <a:pt x="103" y="26"/>
                      <a:pt x="101" y="14"/>
                      <a:pt x="99" y="3"/>
                    </a:cubicBezTo>
                    <a:close/>
                    <a:moveTo>
                      <a:pt x="39" y="57"/>
                    </a:moveTo>
                    <a:cubicBezTo>
                      <a:pt x="39" y="19"/>
                      <a:pt x="39" y="19"/>
                      <a:pt x="39" y="19"/>
                    </a:cubicBezTo>
                    <a:cubicBezTo>
                      <a:pt x="71" y="38"/>
                      <a:pt x="71" y="38"/>
                      <a:pt x="71" y="38"/>
                    </a:cubicBezTo>
                    <a:lnTo>
                      <a:pt x="39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" name="îšľi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31EBCF0-D8BA-4092-8EA3-71F2DA812529}"/>
                  </a:ext>
                </a:extLst>
              </p:cNvPr>
              <p:cNvSpPr/>
              <p:nvPr/>
            </p:nvSpPr>
            <p:spPr bwMode="auto">
              <a:xfrm>
                <a:off x="10278281" y="3927985"/>
                <a:ext cx="367978" cy="367978"/>
              </a:xfrm>
              <a:custGeom>
                <a:avLst/>
                <a:gdLst>
                  <a:gd name="T0" fmla="*/ 115 w 115"/>
                  <a:gd name="T1" fmla="*/ 32 h 115"/>
                  <a:gd name="T2" fmla="*/ 104 w 115"/>
                  <a:gd name="T3" fmla="*/ 22 h 115"/>
                  <a:gd name="T4" fmla="*/ 84 w 115"/>
                  <a:gd name="T5" fmla="*/ 42 h 115"/>
                  <a:gd name="T6" fmla="*/ 73 w 115"/>
                  <a:gd name="T7" fmla="*/ 30 h 115"/>
                  <a:gd name="T8" fmla="*/ 93 w 115"/>
                  <a:gd name="T9" fmla="*/ 10 h 115"/>
                  <a:gd name="T10" fmla="*/ 83 w 115"/>
                  <a:gd name="T11" fmla="*/ 0 h 115"/>
                  <a:gd name="T12" fmla="*/ 63 w 115"/>
                  <a:gd name="T13" fmla="*/ 20 h 115"/>
                  <a:gd name="T14" fmla="*/ 50 w 115"/>
                  <a:gd name="T15" fmla="*/ 7 h 115"/>
                  <a:gd name="T16" fmla="*/ 40 w 115"/>
                  <a:gd name="T17" fmla="*/ 17 h 115"/>
                  <a:gd name="T18" fmla="*/ 98 w 115"/>
                  <a:gd name="T19" fmla="*/ 74 h 115"/>
                  <a:gd name="T20" fmla="*/ 107 w 115"/>
                  <a:gd name="T21" fmla="*/ 65 h 115"/>
                  <a:gd name="T22" fmla="*/ 95 w 115"/>
                  <a:gd name="T23" fmla="*/ 52 h 115"/>
                  <a:gd name="T24" fmla="*/ 115 w 115"/>
                  <a:gd name="T25" fmla="*/ 32 h 115"/>
                  <a:gd name="T26" fmla="*/ 31 w 115"/>
                  <a:gd name="T27" fmla="*/ 84 h 115"/>
                  <a:gd name="T28" fmla="*/ 89 w 115"/>
                  <a:gd name="T29" fmla="*/ 76 h 115"/>
                  <a:gd name="T30" fmla="*/ 39 w 115"/>
                  <a:gd name="T31" fmla="*/ 26 h 115"/>
                  <a:gd name="T32" fmla="*/ 31 w 115"/>
                  <a:gd name="T33" fmla="*/ 84 h 115"/>
                  <a:gd name="T34" fmla="*/ 21 w 115"/>
                  <a:gd name="T35" fmla="*/ 79 h 115"/>
                  <a:gd name="T36" fmla="*/ 36 w 115"/>
                  <a:gd name="T37" fmla="*/ 93 h 115"/>
                  <a:gd name="T38" fmla="*/ 14 w 115"/>
                  <a:gd name="T39" fmla="*/ 115 h 115"/>
                  <a:gd name="T40" fmla="*/ 0 w 115"/>
                  <a:gd name="T41" fmla="*/ 100 h 115"/>
                  <a:gd name="T42" fmla="*/ 21 w 115"/>
                  <a:gd name="T43" fmla="*/ 79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5" h="115">
                    <a:moveTo>
                      <a:pt x="115" y="32"/>
                    </a:moveTo>
                    <a:cubicBezTo>
                      <a:pt x="104" y="22"/>
                      <a:pt x="104" y="22"/>
                      <a:pt x="104" y="2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107" y="65"/>
                      <a:pt x="107" y="65"/>
                      <a:pt x="107" y="65"/>
                    </a:cubicBezTo>
                    <a:cubicBezTo>
                      <a:pt x="95" y="52"/>
                      <a:pt x="95" y="52"/>
                      <a:pt x="95" y="52"/>
                    </a:cubicBezTo>
                    <a:lnTo>
                      <a:pt x="115" y="32"/>
                    </a:lnTo>
                    <a:close/>
                    <a:moveTo>
                      <a:pt x="31" y="84"/>
                    </a:moveTo>
                    <a:cubicBezTo>
                      <a:pt x="49" y="103"/>
                      <a:pt x="74" y="88"/>
                      <a:pt x="89" y="7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27" y="41"/>
                      <a:pt x="12" y="66"/>
                      <a:pt x="31" y="84"/>
                    </a:cubicBezTo>
                    <a:close/>
                    <a:moveTo>
                      <a:pt x="21" y="79"/>
                    </a:moveTo>
                    <a:cubicBezTo>
                      <a:pt x="36" y="93"/>
                      <a:pt x="36" y="93"/>
                      <a:pt x="36" y="93"/>
                    </a:cubicBezTo>
                    <a:cubicBezTo>
                      <a:pt x="14" y="115"/>
                      <a:pt x="14" y="115"/>
                      <a:pt x="14" y="115"/>
                    </a:cubicBezTo>
                    <a:cubicBezTo>
                      <a:pt x="0" y="100"/>
                      <a:pt x="0" y="100"/>
                      <a:pt x="0" y="100"/>
                    </a:cubicBezTo>
                    <a:lnTo>
                      <a:pt x="21" y="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0" name="iṣḷî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E23652A-C97F-4AC1-A5FB-C75E2A437B89}"/>
                  </a:ext>
                </a:extLst>
              </p:cNvPr>
              <p:cNvSpPr/>
              <p:nvPr/>
            </p:nvSpPr>
            <p:spPr bwMode="auto">
              <a:xfrm>
                <a:off x="10217604" y="4376214"/>
                <a:ext cx="270111" cy="313173"/>
              </a:xfrm>
              <a:custGeom>
                <a:avLst/>
                <a:gdLst>
                  <a:gd name="T0" fmla="*/ 55 w 85"/>
                  <a:gd name="T1" fmla="*/ 14 h 98"/>
                  <a:gd name="T2" fmla="*/ 55 w 85"/>
                  <a:gd name="T3" fmla="*/ 27 h 98"/>
                  <a:gd name="T4" fmla="*/ 64 w 85"/>
                  <a:gd name="T5" fmla="*/ 33 h 98"/>
                  <a:gd name="T6" fmla="*/ 73 w 85"/>
                  <a:gd name="T7" fmla="*/ 55 h 98"/>
                  <a:gd name="T8" fmla="*/ 64 w 85"/>
                  <a:gd name="T9" fmla="*/ 77 h 98"/>
                  <a:gd name="T10" fmla="*/ 43 w 85"/>
                  <a:gd name="T11" fmla="*/ 86 h 98"/>
                  <a:gd name="T12" fmla="*/ 21 w 85"/>
                  <a:gd name="T13" fmla="*/ 77 h 98"/>
                  <a:gd name="T14" fmla="*/ 12 w 85"/>
                  <a:gd name="T15" fmla="*/ 55 h 98"/>
                  <a:gd name="T16" fmla="*/ 21 w 85"/>
                  <a:gd name="T17" fmla="*/ 33 h 98"/>
                  <a:gd name="T18" fmla="*/ 30 w 85"/>
                  <a:gd name="T19" fmla="*/ 27 h 98"/>
                  <a:gd name="T20" fmla="*/ 30 w 85"/>
                  <a:gd name="T21" fmla="*/ 14 h 98"/>
                  <a:gd name="T22" fmla="*/ 0 w 85"/>
                  <a:gd name="T23" fmla="*/ 55 h 98"/>
                  <a:gd name="T24" fmla="*/ 43 w 85"/>
                  <a:gd name="T25" fmla="*/ 98 h 98"/>
                  <a:gd name="T26" fmla="*/ 85 w 85"/>
                  <a:gd name="T27" fmla="*/ 55 h 98"/>
                  <a:gd name="T28" fmla="*/ 55 w 85"/>
                  <a:gd name="T29" fmla="*/ 14 h 98"/>
                  <a:gd name="T30" fmla="*/ 37 w 85"/>
                  <a:gd name="T31" fmla="*/ 0 h 98"/>
                  <a:gd name="T32" fmla="*/ 49 w 85"/>
                  <a:gd name="T33" fmla="*/ 0 h 98"/>
                  <a:gd name="T34" fmla="*/ 49 w 85"/>
                  <a:gd name="T35" fmla="*/ 49 h 98"/>
                  <a:gd name="T36" fmla="*/ 37 w 85"/>
                  <a:gd name="T37" fmla="*/ 49 h 98"/>
                  <a:gd name="T38" fmla="*/ 37 w 85"/>
                  <a:gd name="T39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5" h="98">
                    <a:moveTo>
                      <a:pt x="55" y="14"/>
                    </a:moveTo>
                    <a:cubicBezTo>
                      <a:pt x="55" y="27"/>
                      <a:pt x="55" y="27"/>
                      <a:pt x="55" y="27"/>
                    </a:cubicBezTo>
                    <a:cubicBezTo>
                      <a:pt x="58" y="29"/>
                      <a:pt x="62" y="31"/>
                      <a:pt x="64" y="33"/>
                    </a:cubicBezTo>
                    <a:cubicBezTo>
                      <a:pt x="70" y="39"/>
                      <a:pt x="73" y="47"/>
                      <a:pt x="73" y="55"/>
                    </a:cubicBezTo>
                    <a:cubicBezTo>
                      <a:pt x="73" y="63"/>
                      <a:pt x="70" y="71"/>
                      <a:pt x="64" y="77"/>
                    </a:cubicBezTo>
                    <a:cubicBezTo>
                      <a:pt x="58" y="82"/>
                      <a:pt x="51" y="86"/>
                      <a:pt x="43" y="86"/>
                    </a:cubicBezTo>
                    <a:cubicBezTo>
                      <a:pt x="34" y="86"/>
                      <a:pt x="27" y="82"/>
                      <a:pt x="21" y="77"/>
                    </a:cubicBezTo>
                    <a:cubicBezTo>
                      <a:pt x="15" y="71"/>
                      <a:pt x="12" y="63"/>
                      <a:pt x="12" y="55"/>
                    </a:cubicBezTo>
                    <a:cubicBezTo>
                      <a:pt x="12" y="47"/>
                      <a:pt x="15" y="39"/>
                      <a:pt x="21" y="33"/>
                    </a:cubicBezTo>
                    <a:cubicBezTo>
                      <a:pt x="24" y="31"/>
                      <a:pt x="27" y="29"/>
                      <a:pt x="30" y="27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13" y="19"/>
                      <a:pt x="0" y="36"/>
                      <a:pt x="0" y="55"/>
                    </a:cubicBezTo>
                    <a:cubicBezTo>
                      <a:pt x="0" y="79"/>
                      <a:pt x="19" y="98"/>
                      <a:pt x="43" y="98"/>
                    </a:cubicBezTo>
                    <a:cubicBezTo>
                      <a:pt x="66" y="98"/>
                      <a:pt x="85" y="79"/>
                      <a:pt x="85" y="55"/>
                    </a:cubicBezTo>
                    <a:cubicBezTo>
                      <a:pt x="85" y="36"/>
                      <a:pt x="73" y="19"/>
                      <a:pt x="55" y="14"/>
                    </a:cubicBezTo>
                    <a:close/>
                    <a:moveTo>
                      <a:pt x="37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9" y="49"/>
                      <a:pt x="49" y="49"/>
                      <a:pt x="49" y="49"/>
                    </a:cubicBezTo>
                    <a:cubicBezTo>
                      <a:pt x="37" y="49"/>
                      <a:pt x="37" y="49"/>
                      <a:pt x="37" y="49"/>
                    </a:cubicBezTo>
                    <a:lnTo>
                      <a:pt x="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1" name="ïSḷî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B1E98D1-7156-48D4-86B2-7944E60B378A}"/>
                  </a:ext>
                </a:extLst>
              </p:cNvPr>
              <p:cNvSpPr/>
              <p:nvPr/>
            </p:nvSpPr>
            <p:spPr bwMode="auto">
              <a:xfrm>
                <a:off x="10248921" y="3640258"/>
                <a:ext cx="146800" cy="256409"/>
              </a:xfrm>
              <a:custGeom>
                <a:avLst/>
                <a:gdLst>
                  <a:gd name="T0" fmla="*/ 0 w 75"/>
                  <a:gd name="T1" fmla="*/ 131 h 131"/>
                  <a:gd name="T2" fmla="*/ 0 w 75"/>
                  <a:gd name="T3" fmla="*/ 0 h 131"/>
                  <a:gd name="T4" fmla="*/ 21 w 75"/>
                  <a:gd name="T5" fmla="*/ 0 h 131"/>
                  <a:gd name="T6" fmla="*/ 21 w 75"/>
                  <a:gd name="T7" fmla="*/ 59 h 131"/>
                  <a:gd name="T8" fmla="*/ 75 w 75"/>
                  <a:gd name="T9" fmla="*/ 5 h 131"/>
                  <a:gd name="T10" fmla="*/ 75 w 75"/>
                  <a:gd name="T11" fmla="*/ 125 h 131"/>
                  <a:gd name="T12" fmla="*/ 21 w 75"/>
                  <a:gd name="T13" fmla="*/ 71 h 131"/>
                  <a:gd name="T14" fmla="*/ 21 w 75"/>
                  <a:gd name="T15" fmla="*/ 131 h 131"/>
                  <a:gd name="T16" fmla="*/ 0 w 75"/>
                  <a:gd name="T17" fmla="*/ 131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131">
                    <a:moveTo>
                      <a:pt x="0" y="131"/>
                    </a:moveTo>
                    <a:lnTo>
                      <a:pt x="0" y="0"/>
                    </a:lnTo>
                    <a:lnTo>
                      <a:pt x="21" y="0"/>
                    </a:lnTo>
                    <a:lnTo>
                      <a:pt x="21" y="59"/>
                    </a:lnTo>
                    <a:lnTo>
                      <a:pt x="75" y="5"/>
                    </a:lnTo>
                    <a:lnTo>
                      <a:pt x="75" y="125"/>
                    </a:lnTo>
                    <a:lnTo>
                      <a:pt x="21" y="71"/>
                    </a:lnTo>
                    <a:lnTo>
                      <a:pt x="21" y="131"/>
                    </a:lnTo>
                    <a:lnTo>
                      <a:pt x="0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2" name="işḷï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401A04F-4747-4D35-965C-AC1C59048240}"/>
                  </a:ext>
                </a:extLst>
              </p:cNvPr>
              <p:cNvSpPr/>
              <p:nvPr/>
            </p:nvSpPr>
            <p:spPr bwMode="auto">
              <a:xfrm>
                <a:off x="10156926" y="2651806"/>
                <a:ext cx="279899" cy="250538"/>
              </a:xfrm>
              <a:custGeom>
                <a:avLst/>
                <a:gdLst>
                  <a:gd name="T0" fmla="*/ 22 w 88"/>
                  <a:gd name="T1" fmla="*/ 0 h 78"/>
                  <a:gd name="T2" fmla="*/ 66 w 88"/>
                  <a:gd name="T3" fmla="*/ 0 h 78"/>
                  <a:gd name="T4" fmla="*/ 66 w 88"/>
                  <a:gd name="T5" fmla="*/ 11 h 78"/>
                  <a:gd name="T6" fmla="*/ 22 w 88"/>
                  <a:gd name="T7" fmla="*/ 11 h 78"/>
                  <a:gd name="T8" fmla="*/ 22 w 88"/>
                  <a:gd name="T9" fmla="*/ 0 h 78"/>
                  <a:gd name="T10" fmla="*/ 83 w 88"/>
                  <a:gd name="T11" fmla="*/ 17 h 78"/>
                  <a:gd name="T12" fmla="*/ 5 w 88"/>
                  <a:gd name="T13" fmla="*/ 17 h 78"/>
                  <a:gd name="T14" fmla="*/ 0 w 88"/>
                  <a:gd name="T15" fmla="*/ 22 h 78"/>
                  <a:gd name="T16" fmla="*/ 0 w 88"/>
                  <a:gd name="T17" fmla="*/ 50 h 78"/>
                  <a:gd name="T18" fmla="*/ 5 w 88"/>
                  <a:gd name="T19" fmla="*/ 56 h 78"/>
                  <a:gd name="T20" fmla="*/ 22 w 88"/>
                  <a:gd name="T21" fmla="*/ 56 h 78"/>
                  <a:gd name="T22" fmla="*/ 22 w 88"/>
                  <a:gd name="T23" fmla="*/ 78 h 78"/>
                  <a:gd name="T24" fmla="*/ 66 w 88"/>
                  <a:gd name="T25" fmla="*/ 78 h 78"/>
                  <a:gd name="T26" fmla="*/ 66 w 88"/>
                  <a:gd name="T27" fmla="*/ 56 h 78"/>
                  <a:gd name="T28" fmla="*/ 83 w 88"/>
                  <a:gd name="T29" fmla="*/ 56 h 78"/>
                  <a:gd name="T30" fmla="*/ 88 w 88"/>
                  <a:gd name="T31" fmla="*/ 50 h 78"/>
                  <a:gd name="T32" fmla="*/ 88 w 88"/>
                  <a:gd name="T33" fmla="*/ 22 h 78"/>
                  <a:gd name="T34" fmla="*/ 83 w 88"/>
                  <a:gd name="T35" fmla="*/ 17 h 78"/>
                  <a:gd name="T36" fmla="*/ 60 w 88"/>
                  <a:gd name="T37" fmla="*/ 72 h 78"/>
                  <a:gd name="T38" fmla="*/ 27 w 88"/>
                  <a:gd name="T39" fmla="*/ 72 h 78"/>
                  <a:gd name="T40" fmla="*/ 27 w 88"/>
                  <a:gd name="T41" fmla="*/ 45 h 78"/>
                  <a:gd name="T42" fmla="*/ 60 w 88"/>
                  <a:gd name="T43" fmla="*/ 45 h 78"/>
                  <a:gd name="T44" fmla="*/ 60 w 88"/>
                  <a:gd name="T45" fmla="*/ 72 h 78"/>
                  <a:gd name="T46" fmla="*/ 84 w 88"/>
                  <a:gd name="T47" fmla="*/ 25 h 78"/>
                  <a:gd name="T48" fmla="*/ 80 w 88"/>
                  <a:gd name="T49" fmla="*/ 29 h 78"/>
                  <a:gd name="T50" fmla="*/ 76 w 88"/>
                  <a:gd name="T51" fmla="*/ 25 h 78"/>
                  <a:gd name="T52" fmla="*/ 80 w 88"/>
                  <a:gd name="T53" fmla="*/ 21 h 78"/>
                  <a:gd name="T54" fmla="*/ 84 w 88"/>
                  <a:gd name="T55" fmla="*/ 25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8" h="78">
                    <a:moveTo>
                      <a:pt x="22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0"/>
                    </a:lnTo>
                    <a:close/>
                    <a:moveTo>
                      <a:pt x="83" y="17"/>
                    </a:moveTo>
                    <a:cubicBezTo>
                      <a:pt x="5" y="17"/>
                      <a:pt x="5" y="17"/>
                      <a:pt x="5" y="17"/>
                    </a:cubicBezTo>
                    <a:cubicBezTo>
                      <a:pt x="2" y="17"/>
                      <a:pt x="0" y="19"/>
                      <a:pt x="0" y="2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3"/>
                      <a:pt x="2" y="56"/>
                      <a:pt x="5" y="56"/>
                    </a:cubicBezTo>
                    <a:cubicBezTo>
                      <a:pt x="22" y="56"/>
                      <a:pt x="22" y="56"/>
                      <a:pt x="22" y="56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6" y="56"/>
                      <a:pt x="66" y="56"/>
                      <a:pt x="66" y="56"/>
                    </a:cubicBezTo>
                    <a:cubicBezTo>
                      <a:pt x="83" y="56"/>
                      <a:pt x="83" y="56"/>
                      <a:pt x="83" y="56"/>
                    </a:cubicBezTo>
                    <a:cubicBezTo>
                      <a:pt x="86" y="56"/>
                      <a:pt x="88" y="53"/>
                      <a:pt x="88" y="50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19"/>
                      <a:pt x="86" y="17"/>
                      <a:pt x="83" y="17"/>
                    </a:cubicBezTo>
                    <a:close/>
                    <a:moveTo>
                      <a:pt x="60" y="72"/>
                    </a:moveTo>
                    <a:cubicBezTo>
                      <a:pt x="27" y="72"/>
                      <a:pt x="27" y="72"/>
                      <a:pt x="27" y="72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60" y="45"/>
                      <a:pt x="60" y="45"/>
                      <a:pt x="60" y="45"/>
                    </a:cubicBezTo>
                    <a:lnTo>
                      <a:pt x="60" y="72"/>
                    </a:lnTo>
                    <a:close/>
                    <a:moveTo>
                      <a:pt x="84" y="25"/>
                    </a:moveTo>
                    <a:cubicBezTo>
                      <a:pt x="84" y="27"/>
                      <a:pt x="82" y="29"/>
                      <a:pt x="80" y="29"/>
                    </a:cubicBezTo>
                    <a:cubicBezTo>
                      <a:pt x="78" y="29"/>
                      <a:pt x="76" y="27"/>
                      <a:pt x="76" y="25"/>
                    </a:cubicBezTo>
                    <a:cubicBezTo>
                      <a:pt x="76" y="23"/>
                      <a:pt x="78" y="21"/>
                      <a:pt x="80" y="21"/>
                    </a:cubicBezTo>
                    <a:cubicBezTo>
                      <a:pt x="82" y="21"/>
                      <a:pt x="84" y="23"/>
                      <a:pt x="8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3" name="ïṡḷí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91BA212-3D8F-4194-901D-99AAD9E7099F}"/>
                  </a:ext>
                </a:extLst>
              </p:cNvPr>
              <p:cNvSpPr/>
              <p:nvPr/>
            </p:nvSpPr>
            <p:spPr bwMode="auto">
              <a:xfrm>
                <a:off x="10164756" y="2953235"/>
                <a:ext cx="244667" cy="258367"/>
              </a:xfrm>
              <a:custGeom>
                <a:avLst/>
                <a:gdLst>
                  <a:gd name="T0" fmla="*/ 69 w 76"/>
                  <a:gd name="T1" fmla="*/ 0 h 81"/>
                  <a:gd name="T2" fmla="*/ 8 w 76"/>
                  <a:gd name="T3" fmla="*/ 0 h 81"/>
                  <a:gd name="T4" fmla="*/ 0 w 76"/>
                  <a:gd name="T5" fmla="*/ 7 h 81"/>
                  <a:gd name="T6" fmla="*/ 0 w 76"/>
                  <a:gd name="T7" fmla="*/ 73 h 81"/>
                  <a:gd name="T8" fmla="*/ 8 w 76"/>
                  <a:gd name="T9" fmla="*/ 81 h 81"/>
                  <a:gd name="T10" fmla="*/ 69 w 76"/>
                  <a:gd name="T11" fmla="*/ 81 h 81"/>
                  <a:gd name="T12" fmla="*/ 76 w 76"/>
                  <a:gd name="T13" fmla="*/ 73 h 81"/>
                  <a:gd name="T14" fmla="*/ 76 w 76"/>
                  <a:gd name="T15" fmla="*/ 7 h 81"/>
                  <a:gd name="T16" fmla="*/ 69 w 76"/>
                  <a:gd name="T17" fmla="*/ 0 h 81"/>
                  <a:gd name="T18" fmla="*/ 66 w 76"/>
                  <a:gd name="T19" fmla="*/ 71 h 81"/>
                  <a:gd name="T20" fmla="*/ 11 w 76"/>
                  <a:gd name="T21" fmla="*/ 71 h 81"/>
                  <a:gd name="T22" fmla="*/ 11 w 76"/>
                  <a:gd name="T23" fmla="*/ 10 h 81"/>
                  <a:gd name="T24" fmla="*/ 66 w 76"/>
                  <a:gd name="T25" fmla="*/ 10 h 81"/>
                  <a:gd name="T26" fmla="*/ 66 w 76"/>
                  <a:gd name="T27" fmla="*/ 71 h 81"/>
                  <a:gd name="T28" fmla="*/ 21 w 76"/>
                  <a:gd name="T29" fmla="*/ 45 h 81"/>
                  <a:gd name="T30" fmla="*/ 56 w 76"/>
                  <a:gd name="T31" fmla="*/ 45 h 81"/>
                  <a:gd name="T32" fmla="*/ 56 w 76"/>
                  <a:gd name="T33" fmla="*/ 50 h 81"/>
                  <a:gd name="T34" fmla="*/ 21 w 76"/>
                  <a:gd name="T35" fmla="*/ 50 h 81"/>
                  <a:gd name="T36" fmla="*/ 21 w 76"/>
                  <a:gd name="T37" fmla="*/ 45 h 81"/>
                  <a:gd name="T38" fmla="*/ 21 w 76"/>
                  <a:gd name="T39" fmla="*/ 55 h 81"/>
                  <a:gd name="T40" fmla="*/ 56 w 76"/>
                  <a:gd name="T41" fmla="*/ 55 h 81"/>
                  <a:gd name="T42" fmla="*/ 56 w 76"/>
                  <a:gd name="T43" fmla="*/ 60 h 81"/>
                  <a:gd name="T44" fmla="*/ 21 w 76"/>
                  <a:gd name="T45" fmla="*/ 60 h 81"/>
                  <a:gd name="T46" fmla="*/ 21 w 76"/>
                  <a:gd name="T47" fmla="*/ 55 h 81"/>
                  <a:gd name="T48" fmla="*/ 26 w 76"/>
                  <a:gd name="T49" fmla="*/ 23 h 81"/>
                  <a:gd name="T50" fmla="*/ 33 w 76"/>
                  <a:gd name="T51" fmla="*/ 30 h 81"/>
                  <a:gd name="T52" fmla="*/ 41 w 76"/>
                  <a:gd name="T53" fmla="*/ 23 h 81"/>
                  <a:gd name="T54" fmla="*/ 33 w 76"/>
                  <a:gd name="T55" fmla="*/ 15 h 81"/>
                  <a:gd name="T56" fmla="*/ 26 w 76"/>
                  <a:gd name="T57" fmla="*/ 23 h 81"/>
                  <a:gd name="T58" fmla="*/ 38 w 76"/>
                  <a:gd name="T59" fmla="*/ 30 h 81"/>
                  <a:gd name="T60" fmla="*/ 28 w 76"/>
                  <a:gd name="T61" fmla="*/ 30 h 81"/>
                  <a:gd name="T62" fmla="*/ 21 w 76"/>
                  <a:gd name="T63" fmla="*/ 35 h 81"/>
                  <a:gd name="T64" fmla="*/ 21 w 76"/>
                  <a:gd name="T65" fmla="*/ 40 h 81"/>
                  <a:gd name="T66" fmla="*/ 46 w 76"/>
                  <a:gd name="T67" fmla="*/ 40 h 81"/>
                  <a:gd name="T68" fmla="*/ 46 w 76"/>
                  <a:gd name="T69" fmla="*/ 35 h 81"/>
                  <a:gd name="T70" fmla="*/ 38 w 76"/>
                  <a:gd name="T71" fmla="*/ 3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6" h="81">
                    <a:moveTo>
                      <a:pt x="69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77"/>
                      <a:pt x="4" y="81"/>
                      <a:pt x="8" y="81"/>
                    </a:cubicBezTo>
                    <a:cubicBezTo>
                      <a:pt x="69" y="81"/>
                      <a:pt x="69" y="81"/>
                      <a:pt x="69" y="81"/>
                    </a:cubicBezTo>
                    <a:cubicBezTo>
                      <a:pt x="73" y="81"/>
                      <a:pt x="76" y="77"/>
                      <a:pt x="76" y="73"/>
                    </a:cubicBezTo>
                    <a:cubicBezTo>
                      <a:pt x="76" y="7"/>
                      <a:pt x="76" y="7"/>
                      <a:pt x="76" y="7"/>
                    </a:cubicBezTo>
                    <a:cubicBezTo>
                      <a:pt x="76" y="3"/>
                      <a:pt x="73" y="0"/>
                      <a:pt x="69" y="0"/>
                    </a:cubicBezTo>
                    <a:close/>
                    <a:moveTo>
                      <a:pt x="66" y="71"/>
                    </a:moveTo>
                    <a:cubicBezTo>
                      <a:pt x="11" y="71"/>
                      <a:pt x="11" y="71"/>
                      <a:pt x="11" y="71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66" y="10"/>
                      <a:pt x="66" y="10"/>
                      <a:pt x="66" y="10"/>
                    </a:cubicBezTo>
                    <a:lnTo>
                      <a:pt x="66" y="71"/>
                    </a:lnTo>
                    <a:close/>
                    <a:moveTo>
                      <a:pt x="21" y="45"/>
                    </a:moveTo>
                    <a:cubicBezTo>
                      <a:pt x="56" y="45"/>
                      <a:pt x="56" y="45"/>
                      <a:pt x="56" y="45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21" y="50"/>
                      <a:pt x="21" y="50"/>
                      <a:pt x="21" y="50"/>
                    </a:cubicBezTo>
                    <a:lnTo>
                      <a:pt x="21" y="45"/>
                    </a:lnTo>
                    <a:close/>
                    <a:moveTo>
                      <a:pt x="21" y="55"/>
                    </a:moveTo>
                    <a:cubicBezTo>
                      <a:pt x="56" y="55"/>
                      <a:pt x="56" y="55"/>
                      <a:pt x="56" y="55"/>
                    </a:cubicBezTo>
                    <a:cubicBezTo>
                      <a:pt x="56" y="60"/>
                      <a:pt x="56" y="60"/>
                      <a:pt x="56" y="60"/>
                    </a:cubicBezTo>
                    <a:cubicBezTo>
                      <a:pt x="21" y="60"/>
                      <a:pt x="21" y="60"/>
                      <a:pt x="21" y="60"/>
                    </a:cubicBezTo>
                    <a:lnTo>
                      <a:pt x="21" y="55"/>
                    </a:lnTo>
                    <a:close/>
                    <a:moveTo>
                      <a:pt x="26" y="23"/>
                    </a:moveTo>
                    <a:cubicBezTo>
                      <a:pt x="26" y="27"/>
                      <a:pt x="29" y="30"/>
                      <a:pt x="33" y="30"/>
                    </a:cubicBezTo>
                    <a:cubicBezTo>
                      <a:pt x="37" y="30"/>
                      <a:pt x="41" y="27"/>
                      <a:pt x="41" y="23"/>
                    </a:cubicBezTo>
                    <a:cubicBezTo>
                      <a:pt x="41" y="18"/>
                      <a:pt x="37" y="15"/>
                      <a:pt x="33" y="15"/>
                    </a:cubicBezTo>
                    <a:cubicBezTo>
                      <a:pt x="29" y="15"/>
                      <a:pt x="26" y="18"/>
                      <a:pt x="26" y="23"/>
                    </a:cubicBezTo>
                    <a:close/>
                    <a:moveTo>
                      <a:pt x="38" y="30"/>
                    </a:moveTo>
                    <a:cubicBezTo>
                      <a:pt x="28" y="30"/>
                      <a:pt x="28" y="30"/>
                      <a:pt x="28" y="30"/>
                    </a:cubicBezTo>
                    <a:cubicBezTo>
                      <a:pt x="24" y="30"/>
                      <a:pt x="21" y="32"/>
                      <a:pt x="21" y="35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35"/>
                      <a:pt x="46" y="35"/>
                      <a:pt x="46" y="35"/>
                    </a:cubicBezTo>
                    <a:cubicBezTo>
                      <a:pt x="46" y="32"/>
                      <a:pt x="42" y="30"/>
                      <a:pt x="38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4" name="iṣḻî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2498D5D-7DF0-4BCC-88F2-AD165525BE7A}"/>
                  </a:ext>
                </a:extLst>
              </p:cNvPr>
              <p:cNvSpPr/>
              <p:nvPr/>
            </p:nvSpPr>
            <p:spPr bwMode="auto">
              <a:xfrm>
                <a:off x="10383977" y="2054822"/>
                <a:ext cx="248581" cy="248580"/>
              </a:xfrm>
              <a:custGeom>
                <a:avLst/>
                <a:gdLst>
                  <a:gd name="T0" fmla="*/ 67 w 127"/>
                  <a:gd name="T1" fmla="*/ 0 h 127"/>
                  <a:gd name="T2" fmla="*/ 55 w 127"/>
                  <a:gd name="T3" fmla="*/ 11 h 127"/>
                  <a:gd name="T4" fmla="*/ 67 w 127"/>
                  <a:gd name="T5" fmla="*/ 24 h 127"/>
                  <a:gd name="T6" fmla="*/ 39 w 127"/>
                  <a:gd name="T7" fmla="*/ 55 h 127"/>
                  <a:gd name="T8" fmla="*/ 11 w 127"/>
                  <a:gd name="T9" fmla="*/ 55 h 127"/>
                  <a:gd name="T10" fmla="*/ 34 w 127"/>
                  <a:gd name="T11" fmla="*/ 77 h 127"/>
                  <a:gd name="T12" fmla="*/ 0 w 127"/>
                  <a:gd name="T13" fmla="*/ 122 h 127"/>
                  <a:gd name="T14" fmla="*/ 0 w 127"/>
                  <a:gd name="T15" fmla="*/ 127 h 127"/>
                  <a:gd name="T16" fmla="*/ 4 w 127"/>
                  <a:gd name="T17" fmla="*/ 127 h 127"/>
                  <a:gd name="T18" fmla="*/ 49 w 127"/>
                  <a:gd name="T19" fmla="*/ 93 h 127"/>
                  <a:gd name="T20" fmla="*/ 71 w 127"/>
                  <a:gd name="T21" fmla="*/ 114 h 127"/>
                  <a:gd name="T22" fmla="*/ 71 w 127"/>
                  <a:gd name="T23" fmla="*/ 86 h 127"/>
                  <a:gd name="T24" fmla="*/ 102 w 127"/>
                  <a:gd name="T25" fmla="*/ 59 h 127"/>
                  <a:gd name="T26" fmla="*/ 114 w 127"/>
                  <a:gd name="T27" fmla="*/ 72 h 127"/>
                  <a:gd name="T28" fmla="*/ 127 w 127"/>
                  <a:gd name="T29" fmla="*/ 59 h 127"/>
                  <a:gd name="T30" fmla="*/ 67 w 127"/>
                  <a:gd name="T31" fmla="*/ 0 h 127"/>
                  <a:gd name="T32" fmla="*/ 55 w 127"/>
                  <a:gd name="T33" fmla="*/ 67 h 127"/>
                  <a:gd name="T34" fmla="*/ 47 w 127"/>
                  <a:gd name="T35" fmla="*/ 59 h 127"/>
                  <a:gd name="T36" fmla="*/ 75 w 127"/>
                  <a:gd name="T37" fmla="*/ 31 h 127"/>
                  <a:gd name="T38" fmla="*/ 83 w 127"/>
                  <a:gd name="T39" fmla="*/ 39 h 127"/>
                  <a:gd name="T40" fmla="*/ 55 w 127"/>
                  <a:gd name="T41" fmla="*/ 67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7" h="127">
                    <a:moveTo>
                      <a:pt x="67" y="0"/>
                    </a:moveTo>
                    <a:lnTo>
                      <a:pt x="55" y="11"/>
                    </a:lnTo>
                    <a:lnTo>
                      <a:pt x="67" y="24"/>
                    </a:lnTo>
                    <a:lnTo>
                      <a:pt x="39" y="55"/>
                    </a:lnTo>
                    <a:lnTo>
                      <a:pt x="11" y="55"/>
                    </a:lnTo>
                    <a:lnTo>
                      <a:pt x="34" y="77"/>
                    </a:lnTo>
                    <a:lnTo>
                      <a:pt x="0" y="122"/>
                    </a:lnTo>
                    <a:lnTo>
                      <a:pt x="0" y="127"/>
                    </a:lnTo>
                    <a:lnTo>
                      <a:pt x="4" y="127"/>
                    </a:lnTo>
                    <a:lnTo>
                      <a:pt x="49" y="93"/>
                    </a:lnTo>
                    <a:lnTo>
                      <a:pt x="71" y="114"/>
                    </a:lnTo>
                    <a:lnTo>
                      <a:pt x="71" y="86"/>
                    </a:lnTo>
                    <a:lnTo>
                      <a:pt x="102" y="59"/>
                    </a:lnTo>
                    <a:lnTo>
                      <a:pt x="114" y="72"/>
                    </a:lnTo>
                    <a:lnTo>
                      <a:pt x="127" y="59"/>
                    </a:lnTo>
                    <a:lnTo>
                      <a:pt x="67" y="0"/>
                    </a:lnTo>
                    <a:close/>
                    <a:moveTo>
                      <a:pt x="55" y="67"/>
                    </a:moveTo>
                    <a:lnTo>
                      <a:pt x="47" y="59"/>
                    </a:lnTo>
                    <a:lnTo>
                      <a:pt x="75" y="31"/>
                    </a:lnTo>
                    <a:lnTo>
                      <a:pt x="83" y="39"/>
                    </a:lnTo>
                    <a:lnTo>
                      <a:pt x="55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5" name="íŝ1i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89BD664-0D08-4700-86D1-10EE98323822}"/>
                  </a:ext>
                </a:extLst>
              </p:cNvPr>
              <p:cNvSpPr/>
              <p:nvPr/>
            </p:nvSpPr>
            <p:spPr bwMode="auto">
              <a:xfrm>
                <a:off x="10274366" y="1367799"/>
                <a:ext cx="246623" cy="166372"/>
              </a:xfrm>
              <a:custGeom>
                <a:avLst/>
                <a:gdLst>
                  <a:gd name="T0" fmla="*/ 17 w 77"/>
                  <a:gd name="T1" fmla="*/ 19 h 52"/>
                  <a:gd name="T2" fmla="*/ 34 w 77"/>
                  <a:gd name="T3" fmla="*/ 36 h 52"/>
                  <a:gd name="T4" fmla="*/ 17 w 77"/>
                  <a:gd name="T5" fmla="*/ 52 h 52"/>
                  <a:gd name="T6" fmla="*/ 0 w 77"/>
                  <a:gd name="T7" fmla="*/ 36 h 52"/>
                  <a:gd name="T8" fmla="*/ 0 w 77"/>
                  <a:gd name="T9" fmla="*/ 33 h 52"/>
                  <a:gd name="T10" fmla="*/ 34 w 77"/>
                  <a:gd name="T11" fmla="*/ 0 h 52"/>
                  <a:gd name="T12" fmla="*/ 34 w 77"/>
                  <a:gd name="T13" fmla="*/ 9 h 52"/>
                  <a:gd name="T14" fmla="*/ 17 w 77"/>
                  <a:gd name="T15" fmla="*/ 16 h 52"/>
                  <a:gd name="T16" fmla="*/ 14 w 77"/>
                  <a:gd name="T17" fmla="*/ 19 h 52"/>
                  <a:gd name="T18" fmla="*/ 17 w 77"/>
                  <a:gd name="T19" fmla="*/ 19 h 52"/>
                  <a:gd name="T20" fmla="*/ 60 w 77"/>
                  <a:gd name="T21" fmla="*/ 19 h 52"/>
                  <a:gd name="T22" fmla="*/ 77 w 77"/>
                  <a:gd name="T23" fmla="*/ 36 h 52"/>
                  <a:gd name="T24" fmla="*/ 60 w 77"/>
                  <a:gd name="T25" fmla="*/ 52 h 52"/>
                  <a:gd name="T26" fmla="*/ 43 w 77"/>
                  <a:gd name="T27" fmla="*/ 36 h 52"/>
                  <a:gd name="T28" fmla="*/ 43 w 77"/>
                  <a:gd name="T29" fmla="*/ 33 h 52"/>
                  <a:gd name="T30" fmla="*/ 77 w 77"/>
                  <a:gd name="T31" fmla="*/ 0 h 52"/>
                  <a:gd name="T32" fmla="*/ 77 w 77"/>
                  <a:gd name="T33" fmla="*/ 9 h 52"/>
                  <a:gd name="T34" fmla="*/ 60 w 77"/>
                  <a:gd name="T35" fmla="*/ 16 h 52"/>
                  <a:gd name="T36" fmla="*/ 58 w 77"/>
                  <a:gd name="T37" fmla="*/ 19 h 52"/>
                  <a:gd name="T38" fmla="*/ 60 w 77"/>
                  <a:gd name="T39" fmla="*/ 1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7" h="52">
                    <a:moveTo>
                      <a:pt x="17" y="19"/>
                    </a:moveTo>
                    <a:cubicBezTo>
                      <a:pt x="26" y="19"/>
                      <a:pt x="34" y="26"/>
                      <a:pt x="34" y="36"/>
                    </a:cubicBezTo>
                    <a:cubicBezTo>
                      <a:pt x="34" y="45"/>
                      <a:pt x="26" y="52"/>
                      <a:pt x="17" y="52"/>
                    </a:cubicBezTo>
                    <a:cubicBezTo>
                      <a:pt x="8" y="52"/>
                      <a:pt x="0" y="45"/>
                      <a:pt x="0" y="36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27" y="9"/>
                      <a:pt x="21" y="12"/>
                      <a:pt x="17" y="16"/>
                    </a:cubicBezTo>
                    <a:cubicBezTo>
                      <a:pt x="16" y="17"/>
                      <a:pt x="15" y="18"/>
                      <a:pt x="14" y="19"/>
                    </a:cubicBezTo>
                    <a:cubicBezTo>
                      <a:pt x="15" y="19"/>
                      <a:pt x="16" y="19"/>
                      <a:pt x="17" y="19"/>
                    </a:cubicBezTo>
                    <a:close/>
                    <a:moveTo>
                      <a:pt x="60" y="19"/>
                    </a:moveTo>
                    <a:cubicBezTo>
                      <a:pt x="70" y="19"/>
                      <a:pt x="77" y="26"/>
                      <a:pt x="77" y="36"/>
                    </a:cubicBezTo>
                    <a:cubicBezTo>
                      <a:pt x="77" y="45"/>
                      <a:pt x="70" y="52"/>
                      <a:pt x="60" y="52"/>
                    </a:cubicBezTo>
                    <a:cubicBezTo>
                      <a:pt x="51" y="52"/>
                      <a:pt x="43" y="45"/>
                      <a:pt x="43" y="36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15"/>
                      <a:pt x="58" y="0"/>
                      <a:pt x="77" y="0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1" y="9"/>
                      <a:pt x="65" y="12"/>
                      <a:pt x="60" y="16"/>
                    </a:cubicBezTo>
                    <a:cubicBezTo>
                      <a:pt x="59" y="17"/>
                      <a:pt x="58" y="18"/>
                      <a:pt x="58" y="19"/>
                    </a:cubicBezTo>
                    <a:cubicBezTo>
                      <a:pt x="58" y="19"/>
                      <a:pt x="59" y="19"/>
                      <a:pt x="6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6" name="iṩḷí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E031458-EB21-4ECD-9F06-37894E182A5A}"/>
                  </a:ext>
                </a:extLst>
              </p:cNvPr>
              <p:cNvSpPr/>
              <p:nvPr/>
            </p:nvSpPr>
            <p:spPr bwMode="auto">
              <a:xfrm>
                <a:off x="10213690" y="1782753"/>
                <a:ext cx="383636" cy="364063"/>
              </a:xfrm>
              <a:custGeom>
                <a:avLst/>
                <a:gdLst>
                  <a:gd name="T0" fmla="*/ 78 w 120"/>
                  <a:gd name="T1" fmla="*/ 29 h 114"/>
                  <a:gd name="T2" fmla="*/ 83 w 120"/>
                  <a:gd name="T3" fmla="*/ 0 h 114"/>
                  <a:gd name="T4" fmla="*/ 120 w 120"/>
                  <a:gd name="T5" fmla="*/ 52 h 114"/>
                  <a:gd name="T6" fmla="*/ 68 w 120"/>
                  <a:gd name="T7" fmla="*/ 90 h 114"/>
                  <a:gd name="T8" fmla="*/ 73 w 120"/>
                  <a:gd name="T9" fmla="*/ 60 h 114"/>
                  <a:gd name="T10" fmla="*/ 27 w 120"/>
                  <a:gd name="T11" fmla="*/ 114 h 114"/>
                  <a:gd name="T12" fmla="*/ 78 w 120"/>
                  <a:gd name="T13" fmla="*/ 29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114">
                    <a:moveTo>
                      <a:pt x="78" y="29"/>
                    </a:moveTo>
                    <a:cubicBezTo>
                      <a:pt x="83" y="0"/>
                      <a:pt x="83" y="0"/>
                      <a:pt x="83" y="0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68" y="90"/>
                      <a:pt x="68" y="90"/>
                      <a:pt x="68" y="90"/>
                    </a:cubicBezTo>
                    <a:cubicBezTo>
                      <a:pt x="73" y="60"/>
                      <a:pt x="73" y="60"/>
                      <a:pt x="73" y="60"/>
                    </a:cubicBezTo>
                    <a:cubicBezTo>
                      <a:pt x="21" y="51"/>
                      <a:pt x="18" y="88"/>
                      <a:pt x="27" y="114"/>
                    </a:cubicBezTo>
                    <a:cubicBezTo>
                      <a:pt x="0" y="73"/>
                      <a:pt x="16" y="18"/>
                      <a:pt x="78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7" name="iṣlí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CE31F1E-61C0-4B7D-8D97-03AB5CED08DE}"/>
                  </a:ext>
                </a:extLst>
              </p:cNvPr>
              <p:cNvSpPr/>
              <p:nvPr/>
            </p:nvSpPr>
            <p:spPr bwMode="auto">
              <a:xfrm>
                <a:off x="10295897" y="1555702"/>
                <a:ext cx="240752" cy="252495"/>
              </a:xfrm>
              <a:custGeom>
                <a:avLst/>
                <a:gdLst>
                  <a:gd name="T0" fmla="*/ 59 w 123"/>
                  <a:gd name="T1" fmla="*/ 129 h 129"/>
                  <a:gd name="T2" fmla="*/ 59 w 123"/>
                  <a:gd name="T3" fmla="*/ 72 h 129"/>
                  <a:gd name="T4" fmla="*/ 0 w 123"/>
                  <a:gd name="T5" fmla="*/ 129 h 129"/>
                  <a:gd name="T6" fmla="*/ 0 w 123"/>
                  <a:gd name="T7" fmla="*/ 0 h 129"/>
                  <a:gd name="T8" fmla="*/ 59 w 123"/>
                  <a:gd name="T9" fmla="*/ 59 h 129"/>
                  <a:gd name="T10" fmla="*/ 59 w 123"/>
                  <a:gd name="T11" fmla="*/ 0 h 129"/>
                  <a:gd name="T12" fmla="*/ 123 w 123"/>
                  <a:gd name="T13" fmla="*/ 65 h 129"/>
                  <a:gd name="T14" fmla="*/ 59 w 123"/>
                  <a:gd name="T15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3" h="129">
                    <a:moveTo>
                      <a:pt x="59" y="129"/>
                    </a:moveTo>
                    <a:lnTo>
                      <a:pt x="59" y="72"/>
                    </a:lnTo>
                    <a:lnTo>
                      <a:pt x="0" y="129"/>
                    </a:lnTo>
                    <a:lnTo>
                      <a:pt x="0" y="0"/>
                    </a:lnTo>
                    <a:lnTo>
                      <a:pt x="59" y="59"/>
                    </a:lnTo>
                    <a:lnTo>
                      <a:pt x="59" y="0"/>
                    </a:lnTo>
                    <a:lnTo>
                      <a:pt x="123" y="65"/>
                    </a:lnTo>
                    <a:lnTo>
                      <a:pt x="59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8" name="íṧḷi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4A420F3-E44B-4F48-9011-33322B485284}"/>
                  </a:ext>
                </a:extLst>
              </p:cNvPr>
              <p:cNvSpPr/>
              <p:nvPr/>
            </p:nvSpPr>
            <p:spPr bwMode="auto">
              <a:xfrm>
                <a:off x="10051231" y="3280109"/>
                <a:ext cx="303387" cy="303385"/>
              </a:xfrm>
              <a:custGeom>
                <a:avLst/>
                <a:gdLst>
                  <a:gd name="T0" fmla="*/ 95 w 95"/>
                  <a:gd name="T1" fmla="*/ 35 h 95"/>
                  <a:gd name="T2" fmla="*/ 60 w 95"/>
                  <a:gd name="T3" fmla="*/ 35 h 95"/>
                  <a:gd name="T4" fmla="*/ 73 w 95"/>
                  <a:gd name="T5" fmla="*/ 22 h 95"/>
                  <a:gd name="T6" fmla="*/ 48 w 95"/>
                  <a:gd name="T7" fmla="*/ 12 h 95"/>
                  <a:gd name="T8" fmla="*/ 23 w 95"/>
                  <a:gd name="T9" fmla="*/ 22 h 95"/>
                  <a:gd name="T10" fmla="*/ 12 w 95"/>
                  <a:gd name="T11" fmla="*/ 47 h 95"/>
                  <a:gd name="T12" fmla="*/ 23 w 95"/>
                  <a:gd name="T13" fmla="*/ 72 h 95"/>
                  <a:gd name="T14" fmla="*/ 48 w 95"/>
                  <a:gd name="T15" fmla="*/ 83 h 95"/>
                  <a:gd name="T16" fmla="*/ 73 w 95"/>
                  <a:gd name="T17" fmla="*/ 72 h 95"/>
                  <a:gd name="T18" fmla="*/ 74 w 95"/>
                  <a:gd name="T19" fmla="*/ 71 h 95"/>
                  <a:gd name="T20" fmla="*/ 83 w 95"/>
                  <a:gd name="T21" fmla="*/ 78 h 95"/>
                  <a:gd name="T22" fmla="*/ 48 w 95"/>
                  <a:gd name="T23" fmla="*/ 95 h 95"/>
                  <a:gd name="T24" fmla="*/ 0 w 95"/>
                  <a:gd name="T25" fmla="*/ 47 h 95"/>
                  <a:gd name="T26" fmla="*/ 48 w 95"/>
                  <a:gd name="T27" fmla="*/ 0 h 95"/>
                  <a:gd name="T28" fmla="*/ 81 w 95"/>
                  <a:gd name="T29" fmla="*/ 14 h 95"/>
                  <a:gd name="T30" fmla="*/ 95 w 95"/>
                  <a:gd name="T31" fmla="*/ 0 h 95"/>
                  <a:gd name="T32" fmla="*/ 95 w 95"/>
                  <a:gd name="T33" fmla="*/ 3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5" h="95">
                    <a:moveTo>
                      <a:pt x="95" y="35"/>
                    </a:moveTo>
                    <a:cubicBezTo>
                      <a:pt x="60" y="35"/>
                      <a:pt x="60" y="35"/>
                      <a:pt x="60" y="35"/>
                    </a:cubicBezTo>
                    <a:cubicBezTo>
                      <a:pt x="73" y="22"/>
                      <a:pt x="73" y="22"/>
                      <a:pt x="73" y="22"/>
                    </a:cubicBezTo>
                    <a:cubicBezTo>
                      <a:pt x="66" y="15"/>
                      <a:pt x="57" y="12"/>
                      <a:pt x="48" y="12"/>
                    </a:cubicBezTo>
                    <a:cubicBezTo>
                      <a:pt x="38" y="12"/>
                      <a:pt x="29" y="15"/>
                      <a:pt x="23" y="22"/>
                    </a:cubicBezTo>
                    <a:cubicBezTo>
                      <a:pt x="16" y="29"/>
                      <a:pt x="12" y="38"/>
                      <a:pt x="12" y="47"/>
                    </a:cubicBezTo>
                    <a:cubicBezTo>
                      <a:pt x="12" y="57"/>
                      <a:pt x="16" y="66"/>
                      <a:pt x="23" y="72"/>
                    </a:cubicBezTo>
                    <a:cubicBezTo>
                      <a:pt x="29" y="79"/>
                      <a:pt x="38" y="83"/>
                      <a:pt x="48" y="83"/>
                    </a:cubicBezTo>
                    <a:cubicBezTo>
                      <a:pt x="57" y="83"/>
                      <a:pt x="66" y="79"/>
                      <a:pt x="73" y="72"/>
                    </a:cubicBezTo>
                    <a:cubicBezTo>
                      <a:pt x="73" y="72"/>
                      <a:pt x="74" y="71"/>
                      <a:pt x="74" y="71"/>
                    </a:cubicBezTo>
                    <a:cubicBezTo>
                      <a:pt x="83" y="78"/>
                      <a:pt x="83" y="78"/>
                      <a:pt x="83" y="78"/>
                    </a:cubicBezTo>
                    <a:cubicBezTo>
                      <a:pt x="75" y="88"/>
                      <a:pt x="62" y="95"/>
                      <a:pt x="48" y="95"/>
                    </a:cubicBezTo>
                    <a:cubicBezTo>
                      <a:pt x="22" y="95"/>
                      <a:pt x="0" y="73"/>
                      <a:pt x="0" y="47"/>
                    </a:cubicBezTo>
                    <a:cubicBezTo>
                      <a:pt x="0" y="21"/>
                      <a:pt x="22" y="0"/>
                      <a:pt x="48" y="0"/>
                    </a:cubicBezTo>
                    <a:cubicBezTo>
                      <a:pt x="61" y="0"/>
                      <a:pt x="73" y="5"/>
                      <a:pt x="81" y="14"/>
                    </a:cubicBezTo>
                    <a:cubicBezTo>
                      <a:pt x="95" y="0"/>
                      <a:pt x="95" y="0"/>
                      <a:pt x="95" y="0"/>
                    </a:cubicBezTo>
                    <a:lnTo>
                      <a:pt x="9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9" name="išlí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D2CB6C4-E3D5-42A4-9D1E-E08D9A7FBB59}"/>
                  </a:ext>
                </a:extLst>
              </p:cNvPr>
              <p:cNvSpPr/>
              <p:nvPr/>
            </p:nvSpPr>
            <p:spPr bwMode="auto">
              <a:xfrm>
                <a:off x="9912261" y="2277957"/>
                <a:ext cx="332746" cy="336661"/>
              </a:xfrm>
              <a:custGeom>
                <a:avLst/>
                <a:gdLst>
                  <a:gd name="T0" fmla="*/ 86 w 104"/>
                  <a:gd name="T1" fmla="*/ 0 h 105"/>
                  <a:gd name="T2" fmla="*/ 17 w 104"/>
                  <a:gd name="T3" fmla="*/ 0 h 105"/>
                  <a:gd name="T4" fmla="*/ 0 w 104"/>
                  <a:gd name="T5" fmla="*/ 18 h 105"/>
                  <a:gd name="T6" fmla="*/ 0 w 104"/>
                  <a:gd name="T7" fmla="*/ 87 h 105"/>
                  <a:gd name="T8" fmla="*/ 17 w 104"/>
                  <a:gd name="T9" fmla="*/ 105 h 105"/>
                  <a:gd name="T10" fmla="*/ 86 w 104"/>
                  <a:gd name="T11" fmla="*/ 105 h 105"/>
                  <a:gd name="T12" fmla="*/ 104 w 104"/>
                  <a:gd name="T13" fmla="*/ 87 h 105"/>
                  <a:gd name="T14" fmla="*/ 104 w 104"/>
                  <a:gd name="T15" fmla="*/ 18 h 105"/>
                  <a:gd name="T16" fmla="*/ 86 w 104"/>
                  <a:gd name="T17" fmla="*/ 0 h 105"/>
                  <a:gd name="T18" fmla="*/ 28 w 104"/>
                  <a:gd name="T19" fmla="*/ 85 h 105"/>
                  <a:gd name="T20" fmla="*/ 19 w 104"/>
                  <a:gd name="T21" fmla="*/ 76 h 105"/>
                  <a:gd name="T22" fmla="*/ 28 w 104"/>
                  <a:gd name="T23" fmla="*/ 67 h 105"/>
                  <a:gd name="T24" fmla="*/ 37 w 104"/>
                  <a:gd name="T25" fmla="*/ 76 h 105"/>
                  <a:gd name="T26" fmla="*/ 28 w 104"/>
                  <a:gd name="T27" fmla="*/ 85 h 105"/>
                  <a:gd name="T28" fmla="*/ 50 w 104"/>
                  <a:gd name="T29" fmla="*/ 85 h 105"/>
                  <a:gd name="T30" fmla="*/ 41 w 104"/>
                  <a:gd name="T31" fmla="*/ 63 h 105"/>
                  <a:gd name="T32" fmla="*/ 19 w 104"/>
                  <a:gd name="T33" fmla="*/ 54 h 105"/>
                  <a:gd name="T34" fmla="*/ 19 w 104"/>
                  <a:gd name="T35" fmla="*/ 41 h 105"/>
                  <a:gd name="T36" fmla="*/ 63 w 104"/>
                  <a:gd name="T37" fmla="*/ 85 h 105"/>
                  <a:gd name="T38" fmla="*/ 50 w 104"/>
                  <a:gd name="T39" fmla="*/ 85 h 105"/>
                  <a:gd name="T40" fmla="*/ 73 w 104"/>
                  <a:gd name="T41" fmla="*/ 85 h 105"/>
                  <a:gd name="T42" fmla="*/ 19 w 104"/>
                  <a:gd name="T43" fmla="*/ 31 h 105"/>
                  <a:gd name="T44" fmla="*/ 19 w 104"/>
                  <a:gd name="T45" fmla="*/ 18 h 105"/>
                  <a:gd name="T46" fmla="*/ 86 w 104"/>
                  <a:gd name="T47" fmla="*/ 85 h 105"/>
                  <a:gd name="T48" fmla="*/ 73 w 104"/>
                  <a:gd name="T49" fmla="*/ 8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4" h="105">
                    <a:moveTo>
                      <a:pt x="86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7" y="0"/>
                      <a:pt x="0" y="8"/>
                      <a:pt x="0" y="18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97"/>
                      <a:pt x="7" y="105"/>
                      <a:pt x="17" y="105"/>
                    </a:cubicBezTo>
                    <a:cubicBezTo>
                      <a:pt x="86" y="105"/>
                      <a:pt x="86" y="105"/>
                      <a:pt x="86" y="105"/>
                    </a:cubicBezTo>
                    <a:cubicBezTo>
                      <a:pt x="96" y="105"/>
                      <a:pt x="104" y="97"/>
                      <a:pt x="104" y="87"/>
                    </a:cubicBezTo>
                    <a:cubicBezTo>
                      <a:pt x="104" y="18"/>
                      <a:pt x="104" y="18"/>
                      <a:pt x="104" y="18"/>
                    </a:cubicBezTo>
                    <a:cubicBezTo>
                      <a:pt x="104" y="8"/>
                      <a:pt x="96" y="0"/>
                      <a:pt x="86" y="0"/>
                    </a:cubicBezTo>
                    <a:close/>
                    <a:moveTo>
                      <a:pt x="28" y="85"/>
                    </a:moveTo>
                    <a:cubicBezTo>
                      <a:pt x="23" y="85"/>
                      <a:pt x="19" y="81"/>
                      <a:pt x="19" y="76"/>
                    </a:cubicBezTo>
                    <a:cubicBezTo>
                      <a:pt x="19" y="71"/>
                      <a:pt x="23" y="67"/>
                      <a:pt x="28" y="67"/>
                    </a:cubicBezTo>
                    <a:cubicBezTo>
                      <a:pt x="33" y="67"/>
                      <a:pt x="37" y="71"/>
                      <a:pt x="37" y="76"/>
                    </a:cubicBezTo>
                    <a:cubicBezTo>
                      <a:pt x="37" y="81"/>
                      <a:pt x="33" y="85"/>
                      <a:pt x="28" y="85"/>
                    </a:cubicBezTo>
                    <a:close/>
                    <a:moveTo>
                      <a:pt x="50" y="85"/>
                    </a:moveTo>
                    <a:cubicBezTo>
                      <a:pt x="50" y="77"/>
                      <a:pt x="47" y="69"/>
                      <a:pt x="41" y="63"/>
                    </a:cubicBezTo>
                    <a:cubicBezTo>
                      <a:pt x="35" y="57"/>
                      <a:pt x="27" y="54"/>
                      <a:pt x="19" y="54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43" y="41"/>
                      <a:pt x="63" y="61"/>
                      <a:pt x="63" y="85"/>
                    </a:cubicBezTo>
                    <a:cubicBezTo>
                      <a:pt x="50" y="85"/>
                      <a:pt x="50" y="85"/>
                      <a:pt x="50" y="85"/>
                    </a:cubicBezTo>
                    <a:close/>
                    <a:moveTo>
                      <a:pt x="73" y="85"/>
                    </a:moveTo>
                    <a:cubicBezTo>
                      <a:pt x="73" y="55"/>
                      <a:pt x="49" y="31"/>
                      <a:pt x="19" y="31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56" y="18"/>
                      <a:pt x="86" y="48"/>
                      <a:pt x="86" y="85"/>
                    </a:cubicBezTo>
                    <a:cubicBezTo>
                      <a:pt x="73" y="85"/>
                      <a:pt x="73" y="85"/>
                      <a:pt x="73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0" name="ïślî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2CB42D-BA22-450B-B001-5193E2861C6D}"/>
                  </a:ext>
                </a:extLst>
              </p:cNvPr>
              <p:cNvSpPr/>
              <p:nvPr/>
            </p:nvSpPr>
            <p:spPr bwMode="auto">
              <a:xfrm>
                <a:off x="9884858" y="3579580"/>
                <a:ext cx="307301" cy="322959"/>
              </a:xfrm>
              <a:custGeom>
                <a:avLst/>
                <a:gdLst>
                  <a:gd name="T0" fmla="*/ 41 w 96"/>
                  <a:gd name="T1" fmla="*/ 6 h 101"/>
                  <a:gd name="T2" fmla="*/ 42 w 96"/>
                  <a:gd name="T3" fmla="*/ 2 h 101"/>
                  <a:gd name="T4" fmla="*/ 36 w 96"/>
                  <a:gd name="T5" fmla="*/ 0 h 101"/>
                  <a:gd name="T6" fmla="*/ 35 w 96"/>
                  <a:gd name="T7" fmla="*/ 7 h 101"/>
                  <a:gd name="T8" fmla="*/ 0 w 96"/>
                  <a:gd name="T9" fmla="*/ 54 h 101"/>
                  <a:gd name="T10" fmla="*/ 96 w 96"/>
                  <a:gd name="T11" fmla="*/ 54 h 101"/>
                  <a:gd name="T12" fmla="*/ 33 w 96"/>
                  <a:gd name="T13" fmla="*/ 4 h 101"/>
                  <a:gd name="T14" fmla="*/ 38 w 96"/>
                  <a:gd name="T15" fmla="*/ 1 h 101"/>
                  <a:gd name="T16" fmla="*/ 40 w 96"/>
                  <a:gd name="T17" fmla="*/ 5 h 101"/>
                  <a:gd name="T18" fmla="*/ 35 w 96"/>
                  <a:gd name="T19" fmla="*/ 6 h 101"/>
                  <a:gd name="T20" fmla="*/ 73 w 96"/>
                  <a:gd name="T21" fmla="*/ 79 h 101"/>
                  <a:gd name="T22" fmla="*/ 54 w 96"/>
                  <a:gd name="T23" fmla="*/ 81 h 101"/>
                  <a:gd name="T24" fmla="*/ 48 w 96"/>
                  <a:gd name="T25" fmla="*/ 90 h 101"/>
                  <a:gd name="T26" fmla="*/ 13 w 96"/>
                  <a:gd name="T27" fmla="*/ 64 h 101"/>
                  <a:gd name="T28" fmla="*/ 12 w 96"/>
                  <a:gd name="T29" fmla="*/ 58 h 101"/>
                  <a:gd name="T30" fmla="*/ 22 w 96"/>
                  <a:gd name="T31" fmla="*/ 28 h 101"/>
                  <a:gd name="T32" fmla="*/ 42 w 96"/>
                  <a:gd name="T33" fmla="*/ 26 h 101"/>
                  <a:gd name="T34" fmla="*/ 48 w 96"/>
                  <a:gd name="T35" fmla="*/ 17 h 101"/>
                  <a:gd name="T36" fmla="*/ 83 w 96"/>
                  <a:gd name="T37" fmla="*/ 43 h 101"/>
                  <a:gd name="T38" fmla="*/ 84 w 96"/>
                  <a:gd name="T39" fmla="*/ 49 h 101"/>
                  <a:gd name="T40" fmla="*/ 73 w 96"/>
                  <a:gd name="T41" fmla="*/ 79 h 101"/>
                  <a:gd name="T42" fmla="*/ 53 w 96"/>
                  <a:gd name="T43" fmla="*/ 44 h 101"/>
                  <a:gd name="T44" fmla="*/ 43 w 96"/>
                  <a:gd name="T45" fmla="*/ 32 h 101"/>
                  <a:gd name="T46" fmla="*/ 40 w 96"/>
                  <a:gd name="T47" fmla="*/ 46 h 101"/>
                  <a:gd name="T48" fmla="*/ 38 w 96"/>
                  <a:gd name="T49" fmla="*/ 49 h 101"/>
                  <a:gd name="T50" fmla="*/ 26 w 96"/>
                  <a:gd name="T51" fmla="*/ 58 h 101"/>
                  <a:gd name="T52" fmla="*/ 38 w 96"/>
                  <a:gd name="T53" fmla="*/ 59 h 101"/>
                  <a:gd name="T54" fmla="*/ 43 w 96"/>
                  <a:gd name="T55" fmla="*/ 63 h 101"/>
                  <a:gd name="T56" fmla="*/ 53 w 96"/>
                  <a:gd name="T57" fmla="*/ 75 h 101"/>
                  <a:gd name="T58" fmla="*/ 56 w 96"/>
                  <a:gd name="T59" fmla="*/ 61 h 101"/>
                  <a:gd name="T60" fmla="*/ 58 w 96"/>
                  <a:gd name="T61" fmla="*/ 58 h 101"/>
                  <a:gd name="T62" fmla="*/ 70 w 96"/>
                  <a:gd name="T63" fmla="*/ 49 h 101"/>
                  <a:gd name="T64" fmla="*/ 58 w 96"/>
                  <a:gd name="T65" fmla="*/ 48 h 101"/>
                  <a:gd name="T66" fmla="*/ 48 w 96"/>
                  <a:gd name="T67" fmla="*/ 44 h 101"/>
                  <a:gd name="T68" fmla="*/ 48 w 96"/>
                  <a:gd name="T69" fmla="*/ 44 h 101"/>
                  <a:gd name="T70" fmla="*/ 48 w 96"/>
                  <a:gd name="T71" fmla="*/ 44 h 101"/>
                  <a:gd name="T72" fmla="*/ 49 w 96"/>
                  <a:gd name="T73" fmla="*/ 44 h 101"/>
                  <a:gd name="T74" fmla="*/ 52 w 96"/>
                  <a:gd name="T75" fmla="*/ 45 h 101"/>
                  <a:gd name="T76" fmla="*/ 39 w 96"/>
                  <a:gd name="T77" fmla="*/ 57 h 101"/>
                  <a:gd name="T78" fmla="*/ 46 w 96"/>
                  <a:gd name="T79" fmla="*/ 44 h 101"/>
                  <a:gd name="T80" fmla="*/ 53 w 96"/>
                  <a:gd name="T81" fmla="*/ 62 h 101"/>
                  <a:gd name="T82" fmla="*/ 50 w 96"/>
                  <a:gd name="T83" fmla="*/ 63 h 101"/>
                  <a:gd name="T84" fmla="*/ 47 w 96"/>
                  <a:gd name="T85" fmla="*/ 63 h 101"/>
                  <a:gd name="T86" fmla="*/ 47 w 96"/>
                  <a:gd name="T87" fmla="*/ 63 h 101"/>
                  <a:gd name="T88" fmla="*/ 51 w 96"/>
                  <a:gd name="T89" fmla="*/ 57 h 101"/>
                  <a:gd name="T90" fmla="*/ 57 w 96"/>
                  <a:gd name="T91" fmla="*/ 5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6" h="101">
                    <a:moveTo>
                      <a:pt x="48" y="6"/>
                    </a:moveTo>
                    <a:cubicBezTo>
                      <a:pt x="46" y="6"/>
                      <a:pt x="43" y="6"/>
                      <a:pt x="41" y="6"/>
                    </a:cubicBezTo>
                    <a:cubicBezTo>
                      <a:pt x="41" y="6"/>
                      <a:pt x="41" y="6"/>
                      <a:pt x="41" y="6"/>
                    </a:cubicBezTo>
                    <a:cubicBezTo>
                      <a:pt x="42" y="5"/>
                      <a:pt x="43" y="4"/>
                      <a:pt x="42" y="2"/>
                    </a:cubicBezTo>
                    <a:cubicBezTo>
                      <a:pt x="42" y="1"/>
                      <a:pt x="40" y="0"/>
                      <a:pt x="38" y="0"/>
                    </a:cubicBezTo>
                    <a:cubicBezTo>
                      <a:pt x="37" y="0"/>
                      <a:pt x="37" y="0"/>
                      <a:pt x="36" y="0"/>
                    </a:cubicBezTo>
                    <a:cubicBezTo>
                      <a:pt x="33" y="0"/>
                      <a:pt x="31" y="3"/>
                      <a:pt x="32" y="5"/>
                    </a:cubicBezTo>
                    <a:cubicBezTo>
                      <a:pt x="32" y="6"/>
                      <a:pt x="33" y="7"/>
                      <a:pt x="35" y="7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15" y="13"/>
                      <a:pt x="0" y="32"/>
                      <a:pt x="0" y="54"/>
                    </a:cubicBezTo>
                    <a:cubicBezTo>
                      <a:pt x="0" y="80"/>
                      <a:pt x="22" y="101"/>
                      <a:pt x="48" y="101"/>
                    </a:cubicBezTo>
                    <a:cubicBezTo>
                      <a:pt x="74" y="101"/>
                      <a:pt x="96" y="80"/>
                      <a:pt x="96" y="54"/>
                    </a:cubicBezTo>
                    <a:cubicBezTo>
                      <a:pt x="96" y="27"/>
                      <a:pt x="74" y="6"/>
                      <a:pt x="48" y="6"/>
                    </a:cubicBezTo>
                    <a:close/>
                    <a:moveTo>
                      <a:pt x="33" y="4"/>
                    </a:moveTo>
                    <a:cubicBezTo>
                      <a:pt x="33" y="3"/>
                      <a:pt x="35" y="2"/>
                      <a:pt x="37" y="1"/>
                    </a:cubicBezTo>
                    <a:cubicBezTo>
                      <a:pt x="37" y="1"/>
                      <a:pt x="37" y="1"/>
                      <a:pt x="38" y="1"/>
                    </a:cubicBezTo>
                    <a:cubicBezTo>
                      <a:pt x="39" y="1"/>
                      <a:pt x="41" y="2"/>
                      <a:pt x="41" y="3"/>
                    </a:cubicBezTo>
                    <a:cubicBezTo>
                      <a:pt x="41" y="4"/>
                      <a:pt x="41" y="4"/>
                      <a:pt x="40" y="5"/>
                    </a:cubicBezTo>
                    <a:cubicBezTo>
                      <a:pt x="39" y="4"/>
                      <a:pt x="38" y="4"/>
                      <a:pt x="37" y="4"/>
                    </a:cubicBezTo>
                    <a:cubicBezTo>
                      <a:pt x="36" y="5"/>
                      <a:pt x="36" y="5"/>
                      <a:pt x="35" y="6"/>
                    </a:cubicBezTo>
                    <a:cubicBezTo>
                      <a:pt x="34" y="6"/>
                      <a:pt x="33" y="5"/>
                      <a:pt x="33" y="4"/>
                    </a:cubicBezTo>
                    <a:close/>
                    <a:moveTo>
                      <a:pt x="73" y="79"/>
                    </a:moveTo>
                    <a:cubicBezTo>
                      <a:pt x="69" y="84"/>
                      <a:pt x="64" y="87"/>
                      <a:pt x="58" y="88"/>
                    </a:cubicBezTo>
                    <a:cubicBezTo>
                      <a:pt x="54" y="81"/>
                      <a:pt x="54" y="81"/>
                      <a:pt x="54" y="81"/>
                    </a:cubicBezTo>
                    <a:cubicBezTo>
                      <a:pt x="53" y="89"/>
                      <a:pt x="53" y="89"/>
                      <a:pt x="53" y="89"/>
                    </a:cubicBezTo>
                    <a:cubicBezTo>
                      <a:pt x="51" y="90"/>
                      <a:pt x="50" y="90"/>
                      <a:pt x="48" y="90"/>
                    </a:cubicBezTo>
                    <a:cubicBezTo>
                      <a:pt x="38" y="90"/>
                      <a:pt x="29" y="86"/>
                      <a:pt x="22" y="79"/>
                    </a:cubicBezTo>
                    <a:cubicBezTo>
                      <a:pt x="18" y="75"/>
                      <a:pt x="15" y="70"/>
                      <a:pt x="13" y="64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7"/>
                      <a:pt x="12" y="55"/>
                      <a:pt x="12" y="54"/>
                    </a:cubicBezTo>
                    <a:cubicBezTo>
                      <a:pt x="12" y="44"/>
                      <a:pt x="15" y="35"/>
                      <a:pt x="22" y="28"/>
                    </a:cubicBezTo>
                    <a:cubicBezTo>
                      <a:pt x="27" y="24"/>
                      <a:pt x="32" y="21"/>
                      <a:pt x="38" y="19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5" y="18"/>
                      <a:pt x="46" y="17"/>
                      <a:pt x="48" y="17"/>
                    </a:cubicBezTo>
                    <a:cubicBezTo>
                      <a:pt x="58" y="17"/>
                      <a:pt x="67" y="21"/>
                      <a:pt x="73" y="28"/>
                    </a:cubicBezTo>
                    <a:cubicBezTo>
                      <a:pt x="78" y="32"/>
                      <a:pt x="81" y="38"/>
                      <a:pt x="83" y="43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84" y="49"/>
                      <a:pt x="84" y="49"/>
                      <a:pt x="84" y="49"/>
                    </a:cubicBezTo>
                    <a:cubicBezTo>
                      <a:pt x="84" y="50"/>
                      <a:pt x="84" y="52"/>
                      <a:pt x="84" y="54"/>
                    </a:cubicBezTo>
                    <a:cubicBezTo>
                      <a:pt x="84" y="63"/>
                      <a:pt x="80" y="72"/>
                      <a:pt x="73" y="79"/>
                    </a:cubicBezTo>
                    <a:close/>
                    <a:moveTo>
                      <a:pt x="73" y="29"/>
                    </a:moveTo>
                    <a:cubicBezTo>
                      <a:pt x="53" y="44"/>
                      <a:pt x="53" y="44"/>
                      <a:pt x="53" y="44"/>
                    </a:cubicBezTo>
                    <a:cubicBezTo>
                      <a:pt x="52" y="43"/>
                      <a:pt x="50" y="43"/>
                      <a:pt x="48" y="42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2" y="44"/>
                      <a:pt x="40" y="45"/>
                      <a:pt x="40" y="46"/>
                    </a:cubicBezTo>
                    <a:cubicBezTo>
                      <a:pt x="33" y="44"/>
                      <a:pt x="33" y="44"/>
                      <a:pt x="33" y="44"/>
                    </a:cubicBezTo>
                    <a:cubicBezTo>
                      <a:pt x="38" y="49"/>
                      <a:pt x="38" y="49"/>
                      <a:pt x="38" y="49"/>
                    </a:cubicBezTo>
                    <a:cubicBezTo>
                      <a:pt x="37" y="50"/>
                      <a:pt x="37" y="52"/>
                      <a:pt x="37" y="53"/>
                    </a:cubicBezTo>
                    <a:cubicBezTo>
                      <a:pt x="26" y="58"/>
                      <a:pt x="26" y="58"/>
                      <a:pt x="26" y="58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4" y="64"/>
                      <a:pt x="46" y="65"/>
                      <a:pt x="47" y="65"/>
                    </a:cubicBezTo>
                    <a:cubicBezTo>
                      <a:pt x="53" y="75"/>
                      <a:pt x="53" y="75"/>
                      <a:pt x="53" y="75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4" y="63"/>
                      <a:pt x="55" y="62"/>
                      <a:pt x="56" y="61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59" y="57"/>
                      <a:pt x="59" y="56"/>
                      <a:pt x="59" y="54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58" y="49"/>
                      <a:pt x="58" y="49"/>
                      <a:pt x="58" y="49"/>
                    </a:cubicBezTo>
                    <a:cubicBezTo>
                      <a:pt x="58" y="49"/>
                      <a:pt x="58" y="49"/>
                      <a:pt x="58" y="48"/>
                    </a:cubicBezTo>
                    <a:lnTo>
                      <a:pt x="73" y="29"/>
                    </a:lnTo>
                    <a:close/>
                    <a:moveTo>
                      <a:pt x="48" y="44"/>
                    </a:moveTo>
                    <a:cubicBezTo>
                      <a:pt x="48" y="44"/>
                      <a:pt x="48" y="44"/>
                      <a:pt x="48" y="44"/>
                    </a:cubicBezTo>
                    <a:cubicBezTo>
                      <a:pt x="48" y="44"/>
                      <a:pt x="48" y="44"/>
                      <a:pt x="48" y="44"/>
                    </a:cubicBezTo>
                    <a:close/>
                    <a:moveTo>
                      <a:pt x="46" y="44"/>
                    </a:moveTo>
                    <a:cubicBezTo>
                      <a:pt x="47" y="44"/>
                      <a:pt x="47" y="44"/>
                      <a:pt x="48" y="44"/>
                    </a:cubicBezTo>
                    <a:cubicBezTo>
                      <a:pt x="48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50" y="44"/>
                      <a:pt x="51" y="44"/>
                      <a:pt x="52" y="45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7"/>
                      <a:pt x="39" y="56"/>
                      <a:pt x="39" y="56"/>
                    </a:cubicBezTo>
                    <a:cubicBezTo>
                      <a:pt x="37" y="50"/>
                      <a:pt x="41" y="45"/>
                      <a:pt x="46" y="44"/>
                    </a:cubicBezTo>
                    <a:close/>
                    <a:moveTo>
                      <a:pt x="53" y="62"/>
                    </a:moveTo>
                    <a:cubicBezTo>
                      <a:pt x="53" y="62"/>
                      <a:pt x="53" y="62"/>
                      <a:pt x="53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2" y="62"/>
                      <a:pt x="51" y="63"/>
                      <a:pt x="50" y="63"/>
                    </a:cubicBezTo>
                    <a:cubicBezTo>
                      <a:pt x="49" y="63"/>
                      <a:pt x="49" y="63"/>
                      <a:pt x="48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7" y="63"/>
                      <a:pt x="47" y="63"/>
                      <a:pt x="47" y="63"/>
                    </a:cubicBezTo>
                    <a:cubicBezTo>
                      <a:pt x="46" y="63"/>
                      <a:pt x="45" y="63"/>
                      <a:pt x="44" y="62"/>
                    </a:cubicBezTo>
                    <a:cubicBezTo>
                      <a:pt x="51" y="57"/>
                      <a:pt x="51" y="57"/>
                      <a:pt x="51" y="57"/>
                    </a:cubicBezTo>
                    <a:cubicBezTo>
                      <a:pt x="57" y="50"/>
                      <a:pt x="57" y="50"/>
                      <a:pt x="57" y="50"/>
                    </a:cubicBezTo>
                    <a:cubicBezTo>
                      <a:pt x="57" y="50"/>
                      <a:pt x="57" y="51"/>
                      <a:pt x="57" y="52"/>
                    </a:cubicBezTo>
                    <a:cubicBezTo>
                      <a:pt x="58" y="56"/>
                      <a:pt x="56" y="60"/>
                      <a:pt x="5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1" name="ïsḷî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991C6A0-D919-4089-895D-6A901277CFD2}"/>
                  </a:ext>
                </a:extLst>
              </p:cNvPr>
              <p:cNvSpPr/>
              <p:nvPr/>
            </p:nvSpPr>
            <p:spPr bwMode="auto">
              <a:xfrm>
                <a:off x="9763504" y="2679209"/>
                <a:ext cx="340575" cy="340575"/>
              </a:xfrm>
              <a:custGeom>
                <a:avLst/>
                <a:gdLst>
                  <a:gd name="T0" fmla="*/ 90 w 107"/>
                  <a:gd name="T1" fmla="*/ 74 h 107"/>
                  <a:gd name="T2" fmla="*/ 78 w 107"/>
                  <a:gd name="T3" fmla="*/ 79 h 107"/>
                  <a:gd name="T4" fmla="*/ 33 w 107"/>
                  <a:gd name="T5" fmla="*/ 56 h 107"/>
                  <a:gd name="T6" fmla="*/ 34 w 107"/>
                  <a:gd name="T7" fmla="*/ 54 h 107"/>
                  <a:gd name="T8" fmla="*/ 33 w 107"/>
                  <a:gd name="T9" fmla="*/ 51 h 107"/>
                  <a:gd name="T10" fmla="*/ 78 w 107"/>
                  <a:gd name="T11" fmla="*/ 29 h 107"/>
                  <a:gd name="T12" fmla="*/ 90 w 107"/>
                  <a:gd name="T13" fmla="*/ 34 h 107"/>
                  <a:gd name="T14" fmla="*/ 107 w 107"/>
                  <a:gd name="T15" fmla="*/ 17 h 107"/>
                  <a:gd name="T16" fmla="*/ 90 w 107"/>
                  <a:gd name="T17" fmla="*/ 0 h 107"/>
                  <a:gd name="T18" fmla="*/ 74 w 107"/>
                  <a:gd name="T19" fmla="*/ 17 h 107"/>
                  <a:gd name="T20" fmla="*/ 74 w 107"/>
                  <a:gd name="T21" fmla="*/ 20 h 107"/>
                  <a:gd name="T22" fmla="*/ 29 w 107"/>
                  <a:gd name="T23" fmla="*/ 42 h 107"/>
                  <a:gd name="T24" fmla="*/ 17 w 107"/>
                  <a:gd name="T25" fmla="*/ 37 h 107"/>
                  <a:gd name="T26" fmla="*/ 0 w 107"/>
                  <a:gd name="T27" fmla="*/ 54 h 107"/>
                  <a:gd name="T28" fmla="*/ 17 w 107"/>
                  <a:gd name="T29" fmla="*/ 70 h 107"/>
                  <a:gd name="T30" fmla="*/ 29 w 107"/>
                  <a:gd name="T31" fmla="*/ 65 h 107"/>
                  <a:gd name="T32" fmla="*/ 74 w 107"/>
                  <a:gd name="T33" fmla="*/ 88 h 107"/>
                  <a:gd name="T34" fmla="*/ 74 w 107"/>
                  <a:gd name="T35" fmla="*/ 90 h 107"/>
                  <a:gd name="T36" fmla="*/ 90 w 107"/>
                  <a:gd name="T37" fmla="*/ 107 h 107"/>
                  <a:gd name="T38" fmla="*/ 107 w 107"/>
                  <a:gd name="T39" fmla="*/ 90 h 107"/>
                  <a:gd name="T40" fmla="*/ 90 w 107"/>
                  <a:gd name="T41" fmla="*/ 7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7" h="107">
                    <a:moveTo>
                      <a:pt x="90" y="74"/>
                    </a:moveTo>
                    <a:cubicBezTo>
                      <a:pt x="86" y="74"/>
                      <a:pt x="81" y="76"/>
                      <a:pt x="78" y="79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4" y="56"/>
                      <a:pt x="34" y="55"/>
                      <a:pt x="34" y="54"/>
                    </a:cubicBezTo>
                    <a:cubicBezTo>
                      <a:pt x="34" y="53"/>
                      <a:pt x="34" y="52"/>
                      <a:pt x="33" y="51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81" y="32"/>
                      <a:pt x="86" y="34"/>
                      <a:pt x="90" y="34"/>
                    </a:cubicBezTo>
                    <a:cubicBezTo>
                      <a:pt x="100" y="34"/>
                      <a:pt x="107" y="26"/>
                      <a:pt x="107" y="17"/>
                    </a:cubicBezTo>
                    <a:cubicBezTo>
                      <a:pt x="107" y="8"/>
                      <a:pt x="100" y="0"/>
                      <a:pt x="90" y="0"/>
                    </a:cubicBezTo>
                    <a:cubicBezTo>
                      <a:pt x="81" y="0"/>
                      <a:pt x="74" y="8"/>
                      <a:pt x="74" y="17"/>
                    </a:cubicBezTo>
                    <a:cubicBezTo>
                      <a:pt x="74" y="18"/>
                      <a:pt x="74" y="19"/>
                      <a:pt x="74" y="20"/>
                    </a:cubicBezTo>
                    <a:cubicBezTo>
                      <a:pt x="29" y="42"/>
                      <a:pt x="29" y="42"/>
                      <a:pt x="29" y="42"/>
                    </a:cubicBezTo>
                    <a:cubicBezTo>
                      <a:pt x="26" y="39"/>
                      <a:pt x="22" y="37"/>
                      <a:pt x="17" y="37"/>
                    </a:cubicBezTo>
                    <a:cubicBezTo>
                      <a:pt x="8" y="37"/>
                      <a:pt x="0" y="45"/>
                      <a:pt x="0" y="54"/>
                    </a:cubicBezTo>
                    <a:cubicBezTo>
                      <a:pt x="0" y="63"/>
                      <a:pt x="8" y="70"/>
                      <a:pt x="17" y="70"/>
                    </a:cubicBezTo>
                    <a:cubicBezTo>
                      <a:pt x="22" y="70"/>
                      <a:pt x="26" y="68"/>
                      <a:pt x="29" y="65"/>
                    </a:cubicBezTo>
                    <a:cubicBezTo>
                      <a:pt x="74" y="88"/>
                      <a:pt x="74" y="88"/>
                      <a:pt x="74" y="88"/>
                    </a:cubicBezTo>
                    <a:cubicBezTo>
                      <a:pt x="74" y="89"/>
                      <a:pt x="74" y="90"/>
                      <a:pt x="74" y="90"/>
                    </a:cubicBezTo>
                    <a:cubicBezTo>
                      <a:pt x="74" y="100"/>
                      <a:pt x="81" y="107"/>
                      <a:pt x="90" y="107"/>
                    </a:cubicBezTo>
                    <a:cubicBezTo>
                      <a:pt x="100" y="107"/>
                      <a:pt x="107" y="100"/>
                      <a:pt x="107" y="90"/>
                    </a:cubicBezTo>
                    <a:cubicBezTo>
                      <a:pt x="107" y="81"/>
                      <a:pt x="100" y="74"/>
                      <a:pt x="90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2" name="îṥlí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FB36CBF-2AF7-4613-9241-8E6684616EC5}"/>
                  </a:ext>
                </a:extLst>
              </p:cNvPr>
              <p:cNvSpPr/>
              <p:nvPr/>
            </p:nvSpPr>
            <p:spPr bwMode="auto">
              <a:xfrm>
                <a:off x="9875071" y="1874748"/>
                <a:ext cx="324917" cy="352319"/>
              </a:xfrm>
              <a:custGeom>
                <a:avLst/>
                <a:gdLst>
                  <a:gd name="T0" fmla="*/ 13 w 102"/>
                  <a:gd name="T1" fmla="*/ 100 h 110"/>
                  <a:gd name="T2" fmla="*/ 24 w 102"/>
                  <a:gd name="T3" fmla="*/ 110 h 110"/>
                  <a:gd name="T4" fmla="*/ 34 w 102"/>
                  <a:gd name="T5" fmla="*/ 100 h 110"/>
                  <a:gd name="T6" fmla="*/ 34 w 102"/>
                  <a:gd name="T7" fmla="*/ 100 h 110"/>
                  <a:gd name="T8" fmla="*/ 24 w 102"/>
                  <a:gd name="T9" fmla="*/ 89 h 110"/>
                  <a:gd name="T10" fmla="*/ 13 w 102"/>
                  <a:gd name="T11" fmla="*/ 100 h 110"/>
                  <a:gd name="T12" fmla="*/ 82 w 102"/>
                  <a:gd name="T13" fmla="*/ 100 h 110"/>
                  <a:gd name="T14" fmla="*/ 92 w 102"/>
                  <a:gd name="T15" fmla="*/ 110 h 110"/>
                  <a:gd name="T16" fmla="*/ 102 w 102"/>
                  <a:gd name="T17" fmla="*/ 100 h 110"/>
                  <a:gd name="T18" fmla="*/ 102 w 102"/>
                  <a:gd name="T19" fmla="*/ 100 h 110"/>
                  <a:gd name="T20" fmla="*/ 92 w 102"/>
                  <a:gd name="T21" fmla="*/ 89 h 110"/>
                  <a:gd name="T22" fmla="*/ 82 w 102"/>
                  <a:gd name="T23" fmla="*/ 100 h 110"/>
                  <a:gd name="T24" fmla="*/ 102 w 102"/>
                  <a:gd name="T25" fmla="*/ 55 h 110"/>
                  <a:gd name="T26" fmla="*/ 102 w 102"/>
                  <a:gd name="T27" fmla="*/ 14 h 110"/>
                  <a:gd name="T28" fmla="*/ 13 w 102"/>
                  <a:gd name="T29" fmla="*/ 14 h 110"/>
                  <a:gd name="T30" fmla="*/ 0 w 102"/>
                  <a:gd name="T31" fmla="*/ 0 h 110"/>
                  <a:gd name="T32" fmla="*/ 0 w 102"/>
                  <a:gd name="T33" fmla="*/ 7 h 110"/>
                  <a:gd name="T34" fmla="*/ 7 w 102"/>
                  <a:gd name="T35" fmla="*/ 14 h 110"/>
                  <a:gd name="T36" fmla="*/ 12 w 102"/>
                  <a:gd name="T37" fmla="*/ 58 h 110"/>
                  <a:gd name="T38" fmla="*/ 7 w 102"/>
                  <a:gd name="T39" fmla="*/ 69 h 110"/>
                  <a:gd name="T40" fmla="*/ 20 w 102"/>
                  <a:gd name="T41" fmla="*/ 82 h 110"/>
                  <a:gd name="T42" fmla="*/ 102 w 102"/>
                  <a:gd name="T43" fmla="*/ 82 h 110"/>
                  <a:gd name="T44" fmla="*/ 102 w 102"/>
                  <a:gd name="T45" fmla="*/ 76 h 110"/>
                  <a:gd name="T46" fmla="*/ 20 w 102"/>
                  <a:gd name="T47" fmla="*/ 76 h 110"/>
                  <a:gd name="T48" fmla="*/ 13 w 102"/>
                  <a:gd name="T49" fmla="*/ 69 h 110"/>
                  <a:gd name="T50" fmla="*/ 13 w 102"/>
                  <a:gd name="T51" fmla="*/ 69 h 110"/>
                  <a:gd name="T52" fmla="*/ 102 w 102"/>
                  <a:gd name="T53" fmla="*/ 5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2" h="110">
                    <a:moveTo>
                      <a:pt x="13" y="100"/>
                    </a:moveTo>
                    <a:cubicBezTo>
                      <a:pt x="13" y="105"/>
                      <a:pt x="18" y="110"/>
                      <a:pt x="24" y="110"/>
                    </a:cubicBezTo>
                    <a:cubicBezTo>
                      <a:pt x="29" y="110"/>
                      <a:pt x="34" y="105"/>
                      <a:pt x="34" y="100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4" y="94"/>
                      <a:pt x="29" y="89"/>
                      <a:pt x="24" y="89"/>
                    </a:cubicBezTo>
                    <a:cubicBezTo>
                      <a:pt x="18" y="89"/>
                      <a:pt x="13" y="94"/>
                      <a:pt x="13" y="100"/>
                    </a:cubicBezTo>
                    <a:close/>
                    <a:moveTo>
                      <a:pt x="82" y="100"/>
                    </a:moveTo>
                    <a:cubicBezTo>
                      <a:pt x="82" y="105"/>
                      <a:pt x="86" y="110"/>
                      <a:pt x="92" y="110"/>
                    </a:cubicBezTo>
                    <a:cubicBezTo>
                      <a:pt x="98" y="110"/>
                      <a:pt x="102" y="105"/>
                      <a:pt x="102" y="100"/>
                    </a:cubicBezTo>
                    <a:cubicBezTo>
                      <a:pt x="102" y="100"/>
                      <a:pt x="102" y="100"/>
                      <a:pt x="102" y="100"/>
                    </a:cubicBezTo>
                    <a:cubicBezTo>
                      <a:pt x="102" y="94"/>
                      <a:pt x="98" y="89"/>
                      <a:pt x="92" y="89"/>
                    </a:cubicBezTo>
                    <a:cubicBezTo>
                      <a:pt x="86" y="89"/>
                      <a:pt x="82" y="94"/>
                      <a:pt x="82" y="100"/>
                    </a:cubicBezTo>
                    <a:close/>
                    <a:moveTo>
                      <a:pt x="102" y="55"/>
                    </a:moveTo>
                    <a:cubicBezTo>
                      <a:pt x="102" y="14"/>
                      <a:pt x="102" y="14"/>
                      <a:pt x="102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6"/>
                      <a:pt x="7" y="0"/>
                      <a:pt x="0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7"/>
                      <a:pt x="7" y="10"/>
                      <a:pt x="7" y="14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9" y="61"/>
                      <a:pt x="7" y="64"/>
                      <a:pt x="7" y="69"/>
                    </a:cubicBezTo>
                    <a:cubicBezTo>
                      <a:pt x="7" y="76"/>
                      <a:pt x="13" y="82"/>
                      <a:pt x="20" y="82"/>
                    </a:cubicBezTo>
                    <a:cubicBezTo>
                      <a:pt x="102" y="82"/>
                      <a:pt x="102" y="82"/>
                      <a:pt x="102" y="82"/>
                    </a:cubicBezTo>
                    <a:cubicBezTo>
                      <a:pt x="102" y="76"/>
                      <a:pt x="102" y="76"/>
                      <a:pt x="102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16" y="76"/>
                      <a:pt x="13" y="73"/>
                      <a:pt x="13" y="69"/>
                    </a:cubicBezTo>
                    <a:cubicBezTo>
                      <a:pt x="13" y="69"/>
                      <a:pt x="13" y="69"/>
                      <a:pt x="13" y="69"/>
                    </a:cubicBezTo>
                    <a:lnTo>
                      <a:pt x="102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3" name="išļí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2F3CC09-060F-4290-8860-1E2D361BF545}"/>
                  </a:ext>
                </a:extLst>
              </p:cNvPr>
              <p:cNvSpPr/>
              <p:nvPr/>
            </p:nvSpPr>
            <p:spPr bwMode="auto">
              <a:xfrm>
                <a:off x="9965108" y="1600722"/>
                <a:ext cx="274026" cy="268153"/>
              </a:xfrm>
              <a:custGeom>
                <a:avLst/>
                <a:gdLst>
                  <a:gd name="T0" fmla="*/ 82 w 86"/>
                  <a:gd name="T1" fmla="*/ 47 h 84"/>
                  <a:gd name="T2" fmla="*/ 82 w 86"/>
                  <a:gd name="T3" fmla="*/ 42 h 84"/>
                  <a:gd name="T4" fmla="*/ 43 w 86"/>
                  <a:gd name="T5" fmla="*/ 3 h 84"/>
                  <a:gd name="T6" fmla="*/ 36 w 86"/>
                  <a:gd name="T7" fmla="*/ 4 h 84"/>
                  <a:gd name="T8" fmla="*/ 24 w 86"/>
                  <a:gd name="T9" fmla="*/ 0 h 84"/>
                  <a:gd name="T10" fmla="*/ 0 w 86"/>
                  <a:gd name="T11" fmla="*/ 23 h 84"/>
                  <a:gd name="T12" fmla="*/ 4 w 86"/>
                  <a:gd name="T13" fmla="*/ 36 h 84"/>
                  <a:gd name="T14" fmla="*/ 4 w 86"/>
                  <a:gd name="T15" fmla="*/ 42 h 84"/>
                  <a:gd name="T16" fmla="*/ 43 w 86"/>
                  <a:gd name="T17" fmla="*/ 81 h 84"/>
                  <a:gd name="T18" fmla="*/ 50 w 86"/>
                  <a:gd name="T19" fmla="*/ 80 h 84"/>
                  <a:gd name="T20" fmla="*/ 62 w 86"/>
                  <a:gd name="T21" fmla="*/ 84 h 84"/>
                  <a:gd name="T22" fmla="*/ 86 w 86"/>
                  <a:gd name="T23" fmla="*/ 61 h 84"/>
                  <a:gd name="T24" fmla="*/ 82 w 86"/>
                  <a:gd name="T25" fmla="*/ 47 h 84"/>
                  <a:gd name="T26" fmla="*/ 46 w 86"/>
                  <a:gd name="T27" fmla="*/ 71 h 84"/>
                  <a:gd name="T28" fmla="*/ 23 w 86"/>
                  <a:gd name="T29" fmla="*/ 64 h 84"/>
                  <a:gd name="T30" fmla="*/ 24 w 86"/>
                  <a:gd name="T31" fmla="*/ 51 h 84"/>
                  <a:gd name="T32" fmla="*/ 34 w 86"/>
                  <a:gd name="T33" fmla="*/ 59 h 84"/>
                  <a:gd name="T34" fmla="*/ 52 w 86"/>
                  <a:gd name="T35" fmla="*/ 58 h 84"/>
                  <a:gd name="T36" fmla="*/ 41 w 86"/>
                  <a:gd name="T37" fmla="*/ 47 h 84"/>
                  <a:gd name="T38" fmla="*/ 20 w 86"/>
                  <a:gd name="T39" fmla="*/ 30 h 84"/>
                  <a:gd name="T40" fmla="*/ 37 w 86"/>
                  <a:gd name="T41" fmla="*/ 13 h 84"/>
                  <a:gd name="T42" fmla="*/ 61 w 86"/>
                  <a:gd name="T43" fmla="*/ 19 h 84"/>
                  <a:gd name="T44" fmla="*/ 59 w 86"/>
                  <a:gd name="T45" fmla="*/ 31 h 84"/>
                  <a:gd name="T46" fmla="*/ 42 w 86"/>
                  <a:gd name="T47" fmla="*/ 22 h 84"/>
                  <a:gd name="T48" fmla="*/ 38 w 86"/>
                  <a:gd name="T49" fmla="*/ 35 h 84"/>
                  <a:gd name="T50" fmla="*/ 66 w 86"/>
                  <a:gd name="T51" fmla="*/ 49 h 84"/>
                  <a:gd name="T52" fmla="*/ 46 w 86"/>
                  <a:gd name="T53" fmla="*/ 7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6" h="84">
                    <a:moveTo>
                      <a:pt x="82" y="47"/>
                    </a:moveTo>
                    <a:cubicBezTo>
                      <a:pt x="82" y="46"/>
                      <a:pt x="82" y="44"/>
                      <a:pt x="82" y="42"/>
                    </a:cubicBezTo>
                    <a:cubicBezTo>
                      <a:pt x="82" y="21"/>
                      <a:pt x="64" y="3"/>
                      <a:pt x="43" y="3"/>
                    </a:cubicBezTo>
                    <a:cubicBezTo>
                      <a:pt x="41" y="3"/>
                      <a:pt x="39" y="3"/>
                      <a:pt x="36" y="4"/>
                    </a:cubicBezTo>
                    <a:cubicBezTo>
                      <a:pt x="33" y="1"/>
                      <a:pt x="28" y="0"/>
                      <a:pt x="24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28"/>
                      <a:pt x="2" y="32"/>
                      <a:pt x="4" y="36"/>
                    </a:cubicBezTo>
                    <a:cubicBezTo>
                      <a:pt x="4" y="38"/>
                      <a:pt x="4" y="40"/>
                      <a:pt x="4" y="42"/>
                    </a:cubicBezTo>
                    <a:cubicBezTo>
                      <a:pt x="4" y="64"/>
                      <a:pt x="21" y="81"/>
                      <a:pt x="43" y="81"/>
                    </a:cubicBezTo>
                    <a:cubicBezTo>
                      <a:pt x="45" y="81"/>
                      <a:pt x="48" y="81"/>
                      <a:pt x="50" y="80"/>
                    </a:cubicBezTo>
                    <a:cubicBezTo>
                      <a:pt x="54" y="83"/>
                      <a:pt x="58" y="84"/>
                      <a:pt x="62" y="84"/>
                    </a:cubicBezTo>
                    <a:cubicBezTo>
                      <a:pt x="75" y="84"/>
                      <a:pt x="86" y="73"/>
                      <a:pt x="86" y="61"/>
                    </a:cubicBezTo>
                    <a:cubicBezTo>
                      <a:pt x="86" y="56"/>
                      <a:pt x="84" y="51"/>
                      <a:pt x="82" y="47"/>
                    </a:cubicBezTo>
                    <a:close/>
                    <a:moveTo>
                      <a:pt x="46" y="71"/>
                    </a:moveTo>
                    <a:cubicBezTo>
                      <a:pt x="34" y="71"/>
                      <a:pt x="28" y="69"/>
                      <a:pt x="23" y="64"/>
                    </a:cubicBezTo>
                    <a:cubicBezTo>
                      <a:pt x="17" y="58"/>
                      <a:pt x="19" y="52"/>
                      <a:pt x="24" y="51"/>
                    </a:cubicBezTo>
                    <a:cubicBezTo>
                      <a:pt x="29" y="51"/>
                      <a:pt x="32" y="57"/>
                      <a:pt x="34" y="59"/>
                    </a:cubicBezTo>
                    <a:cubicBezTo>
                      <a:pt x="37" y="60"/>
                      <a:pt x="47" y="64"/>
                      <a:pt x="52" y="58"/>
                    </a:cubicBezTo>
                    <a:cubicBezTo>
                      <a:pt x="58" y="51"/>
                      <a:pt x="48" y="48"/>
                      <a:pt x="41" y="47"/>
                    </a:cubicBezTo>
                    <a:cubicBezTo>
                      <a:pt x="32" y="46"/>
                      <a:pt x="19" y="40"/>
                      <a:pt x="20" y="30"/>
                    </a:cubicBezTo>
                    <a:cubicBezTo>
                      <a:pt x="21" y="19"/>
                      <a:pt x="29" y="14"/>
                      <a:pt x="37" y="13"/>
                    </a:cubicBezTo>
                    <a:cubicBezTo>
                      <a:pt x="48" y="12"/>
                      <a:pt x="55" y="15"/>
                      <a:pt x="61" y="19"/>
                    </a:cubicBezTo>
                    <a:cubicBezTo>
                      <a:pt x="67" y="25"/>
                      <a:pt x="63" y="31"/>
                      <a:pt x="59" y="31"/>
                    </a:cubicBezTo>
                    <a:cubicBezTo>
                      <a:pt x="55" y="32"/>
                      <a:pt x="51" y="22"/>
                      <a:pt x="42" y="22"/>
                    </a:cubicBezTo>
                    <a:cubicBezTo>
                      <a:pt x="33" y="22"/>
                      <a:pt x="27" y="32"/>
                      <a:pt x="38" y="35"/>
                    </a:cubicBezTo>
                    <a:cubicBezTo>
                      <a:pt x="49" y="37"/>
                      <a:pt x="61" y="38"/>
                      <a:pt x="66" y="49"/>
                    </a:cubicBezTo>
                    <a:cubicBezTo>
                      <a:pt x="70" y="59"/>
                      <a:pt x="59" y="70"/>
                      <a:pt x="46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4" name="ísļï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51D793F-1B94-409A-AA01-DBE0C7536F6C}"/>
                  </a:ext>
                </a:extLst>
              </p:cNvPr>
              <p:cNvSpPr/>
              <p:nvPr/>
            </p:nvSpPr>
            <p:spPr bwMode="auto">
              <a:xfrm>
                <a:off x="10082548" y="1367799"/>
                <a:ext cx="152672" cy="199648"/>
              </a:xfrm>
              <a:custGeom>
                <a:avLst/>
                <a:gdLst>
                  <a:gd name="T0" fmla="*/ 42 w 48"/>
                  <a:gd name="T1" fmla="*/ 8 h 63"/>
                  <a:gd name="T2" fmla="*/ 6 w 48"/>
                  <a:gd name="T3" fmla="*/ 8 h 63"/>
                  <a:gd name="T4" fmla="*/ 0 w 48"/>
                  <a:gd name="T5" fmla="*/ 14 h 63"/>
                  <a:gd name="T6" fmla="*/ 0 w 48"/>
                  <a:gd name="T7" fmla="*/ 16 h 63"/>
                  <a:gd name="T8" fmla="*/ 48 w 48"/>
                  <a:gd name="T9" fmla="*/ 16 h 63"/>
                  <a:gd name="T10" fmla="*/ 48 w 48"/>
                  <a:gd name="T11" fmla="*/ 14 h 63"/>
                  <a:gd name="T12" fmla="*/ 42 w 48"/>
                  <a:gd name="T13" fmla="*/ 8 h 63"/>
                  <a:gd name="T14" fmla="*/ 31 w 48"/>
                  <a:gd name="T15" fmla="*/ 4 h 63"/>
                  <a:gd name="T16" fmla="*/ 32 w 48"/>
                  <a:gd name="T17" fmla="*/ 10 h 63"/>
                  <a:gd name="T18" fmla="*/ 16 w 48"/>
                  <a:gd name="T19" fmla="*/ 10 h 63"/>
                  <a:gd name="T20" fmla="*/ 17 w 48"/>
                  <a:gd name="T21" fmla="*/ 4 h 63"/>
                  <a:gd name="T22" fmla="*/ 31 w 48"/>
                  <a:gd name="T23" fmla="*/ 4 h 63"/>
                  <a:gd name="T24" fmla="*/ 32 w 48"/>
                  <a:gd name="T25" fmla="*/ 0 h 63"/>
                  <a:gd name="T26" fmla="*/ 16 w 48"/>
                  <a:gd name="T27" fmla="*/ 0 h 63"/>
                  <a:gd name="T28" fmla="*/ 13 w 48"/>
                  <a:gd name="T29" fmla="*/ 3 h 63"/>
                  <a:gd name="T30" fmla="*/ 12 w 48"/>
                  <a:gd name="T31" fmla="*/ 11 h 63"/>
                  <a:gd name="T32" fmla="*/ 14 w 48"/>
                  <a:gd name="T33" fmla="*/ 14 h 63"/>
                  <a:gd name="T34" fmla="*/ 34 w 48"/>
                  <a:gd name="T35" fmla="*/ 14 h 63"/>
                  <a:gd name="T36" fmla="*/ 36 w 48"/>
                  <a:gd name="T37" fmla="*/ 11 h 63"/>
                  <a:gd name="T38" fmla="*/ 35 w 48"/>
                  <a:gd name="T39" fmla="*/ 3 h 63"/>
                  <a:gd name="T40" fmla="*/ 32 w 48"/>
                  <a:gd name="T41" fmla="*/ 0 h 63"/>
                  <a:gd name="T42" fmla="*/ 43 w 48"/>
                  <a:gd name="T43" fmla="*/ 20 h 63"/>
                  <a:gd name="T44" fmla="*/ 5 w 48"/>
                  <a:gd name="T45" fmla="*/ 20 h 63"/>
                  <a:gd name="T46" fmla="*/ 2 w 48"/>
                  <a:gd name="T47" fmla="*/ 24 h 63"/>
                  <a:gd name="T48" fmla="*/ 5 w 48"/>
                  <a:gd name="T49" fmla="*/ 59 h 63"/>
                  <a:gd name="T50" fmla="*/ 9 w 48"/>
                  <a:gd name="T51" fmla="*/ 63 h 63"/>
                  <a:gd name="T52" fmla="*/ 39 w 48"/>
                  <a:gd name="T53" fmla="*/ 63 h 63"/>
                  <a:gd name="T54" fmla="*/ 43 w 48"/>
                  <a:gd name="T55" fmla="*/ 59 h 63"/>
                  <a:gd name="T56" fmla="*/ 46 w 48"/>
                  <a:gd name="T57" fmla="*/ 24 h 63"/>
                  <a:gd name="T58" fmla="*/ 43 w 48"/>
                  <a:gd name="T59" fmla="*/ 20 h 63"/>
                  <a:gd name="T60" fmla="*/ 16 w 48"/>
                  <a:gd name="T61" fmla="*/ 55 h 63"/>
                  <a:gd name="T62" fmla="*/ 10 w 48"/>
                  <a:gd name="T63" fmla="*/ 55 h 63"/>
                  <a:gd name="T64" fmla="*/ 8 w 48"/>
                  <a:gd name="T65" fmla="*/ 28 h 63"/>
                  <a:gd name="T66" fmla="*/ 16 w 48"/>
                  <a:gd name="T67" fmla="*/ 28 h 63"/>
                  <a:gd name="T68" fmla="*/ 16 w 48"/>
                  <a:gd name="T69" fmla="*/ 55 h 63"/>
                  <a:gd name="T70" fmla="*/ 28 w 48"/>
                  <a:gd name="T71" fmla="*/ 55 h 63"/>
                  <a:gd name="T72" fmla="*/ 20 w 48"/>
                  <a:gd name="T73" fmla="*/ 55 h 63"/>
                  <a:gd name="T74" fmla="*/ 20 w 48"/>
                  <a:gd name="T75" fmla="*/ 28 h 63"/>
                  <a:gd name="T76" fmla="*/ 28 w 48"/>
                  <a:gd name="T77" fmla="*/ 28 h 63"/>
                  <a:gd name="T78" fmla="*/ 28 w 48"/>
                  <a:gd name="T79" fmla="*/ 55 h 63"/>
                  <a:gd name="T80" fmla="*/ 38 w 48"/>
                  <a:gd name="T81" fmla="*/ 55 h 63"/>
                  <a:gd name="T82" fmla="*/ 32 w 48"/>
                  <a:gd name="T83" fmla="*/ 55 h 63"/>
                  <a:gd name="T84" fmla="*/ 32 w 48"/>
                  <a:gd name="T85" fmla="*/ 28 h 63"/>
                  <a:gd name="T86" fmla="*/ 40 w 48"/>
                  <a:gd name="T87" fmla="*/ 28 h 63"/>
                  <a:gd name="T88" fmla="*/ 38 w 48"/>
                  <a:gd name="T89" fmla="*/ 55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8" h="63">
                    <a:moveTo>
                      <a:pt x="42" y="8"/>
                    </a:moveTo>
                    <a:cubicBezTo>
                      <a:pt x="6" y="8"/>
                      <a:pt x="6" y="8"/>
                      <a:pt x="6" y="8"/>
                    </a:cubicBezTo>
                    <a:cubicBezTo>
                      <a:pt x="3" y="8"/>
                      <a:pt x="0" y="11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1"/>
                      <a:pt x="45" y="8"/>
                      <a:pt x="42" y="8"/>
                    </a:cubicBezTo>
                    <a:close/>
                    <a:moveTo>
                      <a:pt x="31" y="4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31" y="4"/>
                      <a:pt x="31" y="4"/>
                      <a:pt x="31" y="4"/>
                    </a:cubicBezTo>
                    <a:moveTo>
                      <a:pt x="32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3" y="1"/>
                      <a:pt x="13" y="3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1" y="13"/>
                      <a:pt x="13" y="14"/>
                      <a:pt x="1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6" y="14"/>
                      <a:pt x="37" y="13"/>
                      <a:pt x="36" y="11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1"/>
                      <a:pt x="34" y="0"/>
                      <a:pt x="32" y="0"/>
                    </a:cubicBezTo>
                    <a:close/>
                    <a:moveTo>
                      <a:pt x="43" y="20"/>
                    </a:moveTo>
                    <a:cubicBezTo>
                      <a:pt x="5" y="20"/>
                      <a:pt x="5" y="20"/>
                      <a:pt x="5" y="20"/>
                    </a:cubicBezTo>
                    <a:cubicBezTo>
                      <a:pt x="3" y="20"/>
                      <a:pt x="2" y="22"/>
                      <a:pt x="2" y="24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5" y="61"/>
                      <a:pt x="7" y="63"/>
                      <a:pt x="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41" y="63"/>
                      <a:pt x="43" y="61"/>
                      <a:pt x="43" y="59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7" y="22"/>
                      <a:pt x="45" y="20"/>
                      <a:pt x="43" y="20"/>
                    </a:cubicBezTo>
                    <a:close/>
                    <a:moveTo>
                      <a:pt x="16" y="55"/>
                    </a:moveTo>
                    <a:cubicBezTo>
                      <a:pt x="10" y="55"/>
                      <a:pt x="10" y="55"/>
                      <a:pt x="10" y="55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6" y="28"/>
                      <a:pt x="16" y="28"/>
                      <a:pt x="16" y="28"/>
                    </a:cubicBezTo>
                    <a:lnTo>
                      <a:pt x="16" y="55"/>
                    </a:lnTo>
                    <a:close/>
                    <a:moveTo>
                      <a:pt x="28" y="55"/>
                    </a:moveTo>
                    <a:cubicBezTo>
                      <a:pt x="20" y="55"/>
                      <a:pt x="20" y="55"/>
                      <a:pt x="20" y="5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8" y="28"/>
                      <a:pt x="28" y="28"/>
                      <a:pt x="28" y="28"/>
                    </a:cubicBezTo>
                    <a:lnTo>
                      <a:pt x="28" y="55"/>
                    </a:lnTo>
                    <a:close/>
                    <a:moveTo>
                      <a:pt x="38" y="55"/>
                    </a:moveTo>
                    <a:cubicBezTo>
                      <a:pt x="32" y="55"/>
                      <a:pt x="32" y="55"/>
                      <a:pt x="32" y="55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40" y="28"/>
                      <a:pt x="40" y="28"/>
                      <a:pt x="40" y="28"/>
                    </a:cubicBezTo>
                    <a:lnTo>
                      <a:pt x="38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5" name="ïŝḻí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A1ED25-3546-47E6-8C2A-8DB4DB503E59}"/>
                  </a:ext>
                </a:extLst>
              </p:cNvPr>
              <p:cNvSpPr/>
              <p:nvPr/>
            </p:nvSpPr>
            <p:spPr bwMode="auto">
              <a:xfrm>
                <a:off x="9634320" y="3002169"/>
                <a:ext cx="416912" cy="418868"/>
              </a:xfrm>
              <a:custGeom>
                <a:avLst/>
                <a:gdLst>
                  <a:gd name="T0" fmla="*/ 65 w 130"/>
                  <a:gd name="T1" fmla="*/ 0 h 131"/>
                  <a:gd name="T2" fmla="*/ 0 w 130"/>
                  <a:gd name="T3" fmla="*/ 65 h 131"/>
                  <a:gd name="T4" fmla="*/ 65 w 130"/>
                  <a:gd name="T5" fmla="*/ 131 h 131"/>
                  <a:gd name="T6" fmla="*/ 130 w 130"/>
                  <a:gd name="T7" fmla="*/ 65 h 131"/>
                  <a:gd name="T8" fmla="*/ 65 w 130"/>
                  <a:gd name="T9" fmla="*/ 0 h 131"/>
                  <a:gd name="T10" fmla="*/ 65 w 130"/>
                  <a:gd name="T11" fmla="*/ 114 h 131"/>
                  <a:gd name="T12" fmla="*/ 16 w 130"/>
                  <a:gd name="T13" fmla="*/ 65 h 131"/>
                  <a:gd name="T14" fmla="*/ 65 w 130"/>
                  <a:gd name="T15" fmla="*/ 17 h 131"/>
                  <a:gd name="T16" fmla="*/ 114 w 130"/>
                  <a:gd name="T17" fmla="*/ 65 h 131"/>
                  <a:gd name="T18" fmla="*/ 65 w 130"/>
                  <a:gd name="T19" fmla="*/ 114 h 131"/>
                  <a:gd name="T20" fmla="*/ 40 w 130"/>
                  <a:gd name="T21" fmla="*/ 65 h 131"/>
                  <a:gd name="T22" fmla="*/ 65 w 130"/>
                  <a:gd name="T23" fmla="*/ 90 h 131"/>
                  <a:gd name="T24" fmla="*/ 89 w 130"/>
                  <a:gd name="T25" fmla="*/ 65 h 131"/>
                  <a:gd name="T26" fmla="*/ 65 w 130"/>
                  <a:gd name="T27" fmla="*/ 41 h 131"/>
                  <a:gd name="T28" fmla="*/ 40 w 130"/>
                  <a:gd name="T29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0" h="131">
                    <a:moveTo>
                      <a:pt x="65" y="0"/>
                    </a:moveTo>
                    <a:cubicBezTo>
                      <a:pt x="29" y="0"/>
                      <a:pt x="0" y="29"/>
                      <a:pt x="0" y="65"/>
                    </a:cubicBezTo>
                    <a:cubicBezTo>
                      <a:pt x="0" y="101"/>
                      <a:pt x="29" y="131"/>
                      <a:pt x="65" y="131"/>
                    </a:cubicBezTo>
                    <a:cubicBezTo>
                      <a:pt x="101" y="131"/>
                      <a:pt x="130" y="101"/>
                      <a:pt x="130" y="65"/>
                    </a:cubicBezTo>
                    <a:cubicBezTo>
                      <a:pt x="130" y="29"/>
                      <a:pt x="101" y="0"/>
                      <a:pt x="65" y="0"/>
                    </a:cubicBezTo>
                    <a:close/>
                    <a:moveTo>
                      <a:pt x="65" y="114"/>
                    </a:moveTo>
                    <a:cubicBezTo>
                      <a:pt x="38" y="114"/>
                      <a:pt x="16" y="92"/>
                      <a:pt x="16" y="65"/>
                    </a:cubicBezTo>
                    <a:cubicBezTo>
                      <a:pt x="16" y="38"/>
                      <a:pt x="38" y="17"/>
                      <a:pt x="65" y="17"/>
                    </a:cubicBezTo>
                    <a:cubicBezTo>
                      <a:pt x="92" y="17"/>
                      <a:pt x="114" y="38"/>
                      <a:pt x="114" y="65"/>
                    </a:cubicBezTo>
                    <a:cubicBezTo>
                      <a:pt x="114" y="92"/>
                      <a:pt x="92" y="114"/>
                      <a:pt x="65" y="114"/>
                    </a:cubicBezTo>
                    <a:close/>
                    <a:moveTo>
                      <a:pt x="40" y="65"/>
                    </a:moveTo>
                    <a:cubicBezTo>
                      <a:pt x="40" y="79"/>
                      <a:pt x="51" y="90"/>
                      <a:pt x="65" y="90"/>
                    </a:cubicBezTo>
                    <a:cubicBezTo>
                      <a:pt x="78" y="90"/>
                      <a:pt x="89" y="79"/>
                      <a:pt x="89" y="65"/>
                    </a:cubicBezTo>
                    <a:cubicBezTo>
                      <a:pt x="89" y="52"/>
                      <a:pt x="78" y="41"/>
                      <a:pt x="65" y="41"/>
                    </a:cubicBezTo>
                    <a:cubicBezTo>
                      <a:pt x="51" y="41"/>
                      <a:pt x="40" y="52"/>
                      <a:pt x="4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6" name="iṥľî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884FAF7-B629-4A57-92FE-AB138DA2ADE3}"/>
                  </a:ext>
                </a:extLst>
              </p:cNvPr>
              <p:cNvSpPr/>
              <p:nvPr/>
            </p:nvSpPr>
            <p:spPr bwMode="auto">
              <a:xfrm>
                <a:off x="9330934" y="1252317"/>
                <a:ext cx="690938" cy="299471"/>
              </a:xfrm>
              <a:custGeom>
                <a:avLst/>
                <a:gdLst>
                  <a:gd name="T0" fmla="*/ 188 w 216"/>
                  <a:gd name="T1" fmla="*/ 41 h 94"/>
                  <a:gd name="T2" fmla="*/ 178 w 216"/>
                  <a:gd name="T3" fmla="*/ 43 h 94"/>
                  <a:gd name="T4" fmla="*/ 129 w 216"/>
                  <a:gd name="T5" fmla="*/ 0 h 94"/>
                  <a:gd name="T6" fmla="*/ 111 w 216"/>
                  <a:gd name="T7" fmla="*/ 3 h 94"/>
                  <a:gd name="T8" fmla="*/ 108 w 216"/>
                  <a:gd name="T9" fmla="*/ 6 h 94"/>
                  <a:gd name="T10" fmla="*/ 108 w 216"/>
                  <a:gd name="T11" fmla="*/ 91 h 94"/>
                  <a:gd name="T12" fmla="*/ 111 w 216"/>
                  <a:gd name="T13" fmla="*/ 94 h 94"/>
                  <a:gd name="T14" fmla="*/ 188 w 216"/>
                  <a:gd name="T15" fmla="*/ 94 h 94"/>
                  <a:gd name="T16" fmla="*/ 216 w 216"/>
                  <a:gd name="T17" fmla="*/ 68 h 94"/>
                  <a:gd name="T18" fmla="*/ 188 w 216"/>
                  <a:gd name="T19" fmla="*/ 41 h 94"/>
                  <a:gd name="T20" fmla="*/ 85 w 216"/>
                  <a:gd name="T21" fmla="*/ 94 h 94"/>
                  <a:gd name="T22" fmla="*/ 91 w 216"/>
                  <a:gd name="T23" fmla="*/ 94 h 94"/>
                  <a:gd name="T24" fmla="*/ 95 w 216"/>
                  <a:gd name="T25" fmla="*/ 47 h 94"/>
                  <a:gd name="T26" fmla="*/ 91 w 216"/>
                  <a:gd name="T27" fmla="*/ 0 h 94"/>
                  <a:gd name="T28" fmla="*/ 85 w 216"/>
                  <a:gd name="T29" fmla="*/ 0 h 94"/>
                  <a:gd name="T30" fmla="*/ 81 w 216"/>
                  <a:gd name="T31" fmla="*/ 47 h 94"/>
                  <a:gd name="T32" fmla="*/ 85 w 216"/>
                  <a:gd name="T33" fmla="*/ 94 h 94"/>
                  <a:gd name="T34" fmla="*/ 64 w 216"/>
                  <a:gd name="T35" fmla="*/ 94 h 94"/>
                  <a:gd name="T36" fmla="*/ 58 w 216"/>
                  <a:gd name="T37" fmla="*/ 94 h 94"/>
                  <a:gd name="T38" fmla="*/ 54 w 216"/>
                  <a:gd name="T39" fmla="*/ 60 h 94"/>
                  <a:gd name="T40" fmla="*/ 58 w 216"/>
                  <a:gd name="T41" fmla="*/ 27 h 94"/>
                  <a:gd name="T42" fmla="*/ 64 w 216"/>
                  <a:gd name="T43" fmla="*/ 27 h 94"/>
                  <a:gd name="T44" fmla="*/ 68 w 216"/>
                  <a:gd name="T45" fmla="*/ 61 h 94"/>
                  <a:gd name="T46" fmla="*/ 64 w 216"/>
                  <a:gd name="T47" fmla="*/ 94 h 94"/>
                  <a:gd name="T48" fmla="*/ 31 w 216"/>
                  <a:gd name="T49" fmla="*/ 94 h 94"/>
                  <a:gd name="T50" fmla="*/ 37 w 216"/>
                  <a:gd name="T51" fmla="*/ 94 h 94"/>
                  <a:gd name="T52" fmla="*/ 41 w 216"/>
                  <a:gd name="T53" fmla="*/ 67 h 94"/>
                  <a:gd name="T54" fmla="*/ 37 w 216"/>
                  <a:gd name="T55" fmla="*/ 40 h 94"/>
                  <a:gd name="T56" fmla="*/ 31 w 216"/>
                  <a:gd name="T57" fmla="*/ 40 h 94"/>
                  <a:gd name="T58" fmla="*/ 27 w 216"/>
                  <a:gd name="T59" fmla="*/ 67 h 94"/>
                  <a:gd name="T60" fmla="*/ 31 w 216"/>
                  <a:gd name="T61" fmla="*/ 94 h 94"/>
                  <a:gd name="T62" fmla="*/ 4 w 216"/>
                  <a:gd name="T63" fmla="*/ 81 h 94"/>
                  <a:gd name="T64" fmla="*/ 10 w 216"/>
                  <a:gd name="T65" fmla="*/ 81 h 94"/>
                  <a:gd name="T66" fmla="*/ 14 w 216"/>
                  <a:gd name="T67" fmla="*/ 67 h 94"/>
                  <a:gd name="T68" fmla="*/ 10 w 216"/>
                  <a:gd name="T69" fmla="*/ 54 h 94"/>
                  <a:gd name="T70" fmla="*/ 4 w 216"/>
                  <a:gd name="T71" fmla="*/ 54 h 94"/>
                  <a:gd name="T72" fmla="*/ 0 w 216"/>
                  <a:gd name="T73" fmla="*/ 67 h 94"/>
                  <a:gd name="T74" fmla="*/ 4 w 216"/>
                  <a:gd name="T75" fmla="*/ 8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16" h="94">
                    <a:moveTo>
                      <a:pt x="188" y="41"/>
                    </a:moveTo>
                    <a:cubicBezTo>
                      <a:pt x="184" y="41"/>
                      <a:pt x="181" y="42"/>
                      <a:pt x="178" y="43"/>
                    </a:cubicBezTo>
                    <a:cubicBezTo>
                      <a:pt x="175" y="19"/>
                      <a:pt x="154" y="0"/>
                      <a:pt x="129" y="0"/>
                    </a:cubicBezTo>
                    <a:cubicBezTo>
                      <a:pt x="122" y="0"/>
                      <a:pt x="116" y="1"/>
                      <a:pt x="111" y="3"/>
                    </a:cubicBezTo>
                    <a:cubicBezTo>
                      <a:pt x="109" y="4"/>
                      <a:pt x="108" y="5"/>
                      <a:pt x="108" y="6"/>
                    </a:cubicBezTo>
                    <a:cubicBezTo>
                      <a:pt x="108" y="91"/>
                      <a:pt x="108" y="91"/>
                      <a:pt x="108" y="91"/>
                    </a:cubicBezTo>
                    <a:cubicBezTo>
                      <a:pt x="108" y="93"/>
                      <a:pt x="110" y="94"/>
                      <a:pt x="111" y="94"/>
                    </a:cubicBezTo>
                    <a:cubicBezTo>
                      <a:pt x="111" y="94"/>
                      <a:pt x="188" y="94"/>
                      <a:pt x="188" y="94"/>
                    </a:cubicBezTo>
                    <a:cubicBezTo>
                      <a:pt x="204" y="94"/>
                      <a:pt x="216" y="82"/>
                      <a:pt x="216" y="68"/>
                    </a:cubicBezTo>
                    <a:cubicBezTo>
                      <a:pt x="216" y="53"/>
                      <a:pt x="204" y="41"/>
                      <a:pt x="188" y="41"/>
                    </a:cubicBezTo>
                    <a:close/>
                    <a:moveTo>
                      <a:pt x="85" y="94"/>
                    </a:moveTo>
                    <a:cubicBezTo>
                      <a:pt x="91" y="94"/>
                      <a:pt x="91" y="94"/>
                      <a:pt x="91" y="94"/>
                    </a:cubicBezTo>
                    <a:cubicBezTo>
                      <a:pt x="95" y="47"/>
                      <a:pt x="95" y="47"/>
                      <a:pt x="95" y="47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1" y="47"/>
                      <a:pt x="81" y="47"/>
                      <a:pt x="81" y="47"/>
                    </a:cubicBezTo>
                    <a:lnTo>
                      <a:pt x="85" y="94"/>
                    </a:lnTo>
                    <a:close/>
                    <a:moveTo>
                      <a:pt x="64" y="94"/>
                    </a:moveTo>
                    <a:cubicBezTo>
                      <a:pt x="58" y="94"/>
                      <a:pt x="58" y="94"/>
                      <a:pt x="58" y="94"/>
                    </a:cubicBezTo>
                    <a:cubicBezTo>
                      <a:pt x="54" y="60"/>
                      <a:pt x="54" y="60"/>
                      <a:pt x="54" y="60"/>
                    </a:cubicBezTo>
                    <a:cubicBezTo>
                      <a:pt x="58" y="27"/>
                      <a:pt x="58" y="27"/>
                      <a:pt x="58" y="27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8" y="61"/>
                      <a:pt x="68" y="61"/>
                      <a:pt x="68" y="61"/>
                    </a:cubicBezTo>
                    <a:lnTo>
                      <a:pt x="64" y="94"/>
                    </a:lnTo>
                    <a:close/>
                    <a:moveTo>
                      <a:pt x="31" y="94"/>
                    </a:moveTo>
                    <a:cubicBezTo>
                      <a:pt x="37" y="94"/>
                      <a:pt x="37" y="94"/>
                      <a:pt x="37" y="94"/>
                    </a:cubicBezTo>
                    <a:cubicBezTo>
                      <a:pt x="41" y="67"/>
                      <a:pt x="41" y="67"/>
                      <a:pt x="41" y="67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27" y="67"/>
                      <a:pt x="27" y="67"/>
                      <a:pt x="27" y="67"/>
                    </a:cubicBezTo>
                    <a:lnTo>
                      <a:pt x="31" y="94"/>
                    </a:lnTo>
                    <a:close/>
                    <a:moveTo>
                      <a:pt x="4" y="81"/>
                    </a:moveTo>
                    <a:cubicBezTo>
                      <a:pt x="10" y="81"/>
                      <a:pt x="10" y="81"/>
                      <a:pt x="10" y="81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4" y="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7" name="îŝ1i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0E7AE4-652D-48C6-8CD5-1831A2ACD7D2}"/>
                  </a:ext>
                </a:extLst>
              </p:cNvPr>
              <p:cNvSpPr/>
              <p:nvPr/>
            </p:nvSpPr>
            <p:spPr bwMode="auto">
              <a:xfrm>
                <a:off x="9462075" y="1610508"/>
                <a:ext cx="383636" cy="342532"/>
              </a:xfrm>
              <a:custGeom>
                <a:avLst/>
                <a:gdLst>
                  <a:gd name="T0" fmla="*/ 50 w 120"/>
                  <a:gd name="T1" fmla="*/ 0 h 107"/>
                  <a:gd name="T2" fmla="*/ 50 w 120"/>
                  <a:gd name="T3" fmla="*/ 0 h 107"/>
                  <a:gd name="T4" fmla="*/ 100 w 120"/>
                  <a:gd name="T5" fmla="*/ 41 h 107"/>
                  <a:gd name="T6" fmla="*/ 50 w 120"/>
                  <a:gd name="T7" fmla="*/ 81 h 107"/>
                  <a:gd name="T8" fmla="*/ 42 w 120"/>
                  <a:gd name="T9" fmla="*/ 81 h 107"/>
                  <a:gd name="T10" fmla="*/ 7 w 120"/>
                  <a:gd name="T11" fmla="*/ 93 h 107"/>
                  <a:gd name="T12" fmla="*/ 7 w 120"/>
                  <a:gd name="T13" fmla="*/ 91 h 107"/>
                  <a:gd name="T14" fmla="*/ 19 w 120"/>
                  <a:gd name="T15" fmla="*/ 75 h 107"/>
                  <a:gd name="T16" fmla="*/ 19 w 120"/>
                  <a:gd name="T17" fmla="*/ 72 h 107"/>
                  <a:gd name="T18" fmla="*/ 0 w 120"/>
                  <a:gd name="T19" fmla="*/ 41 h 107"/>
                  <a:gd name="T20" fmla="*/ 50 w 120"/>
                  <a:gd name="T21" fmla="*/ 0 h 107"/>
                  <a:gd name="T22" fmla="*/ 104 w 120"/>
                  <a:gd name="T23" fmla="*/ 91 h 107"/>
                  <a:gd name="T24" fmla="*/ 113 w 120"/>
                  <a:gd name="T25" fmla="*/ 104 h 107"/>
                  <a:gd name="T26" fmla="*/ 113 w 120"/>
                  <a:gd name="T27" fmla="*/ 107 h 107"/>
                  <a:gd name="T28" fmla="*/ 83 w 120"/>
                  <a:gd name="T29" fmla="*/ 96 h 107"/>
                  <a:gd name="T30" fmla="*/ 77 w 120"/>
                  <a:gd name="T31" fmla="*/ 96 h 107"/>
                  <a:gd name="T32" fmla="*/ 50 w 120"/>
                  <a:gd name="T33" fmla="*/ 89 h 107"/>
                  <a:gd name="T34" fmla="*/ 90 w 120"/>
                  <a:gd name="T35" fmla="*/ 75 h 107"/>
                  <a:gd name="T36" fmla="*/ 103 w 120"/>
                  <a:gd name="T37" fmla="*/ 60 h 107"/>
                  <a:gd name="T38" fmla="*/ 108 w 120"/>
                  <a:gd name="T39" fmla="*/ 41 h 107"/>
                  <a:gd name="T40" fmla="*/ 108 w 120"/>
                  <a:gd name="T41" fmla="*/ 37 h 107"/>
                  <a:gd name="T42" fmla="*/ 120 w 120"/>
                  <a:gd name="T43" fmla="*/ 62 h 107"/>
                  <a:gd name="T44" fmla="*/ 104 w 120"/>
                  <a:gd name="T45" fmla="*/ 88 h 107"/>
                  <a:gd name="T46" fmla="*/ 104 w 120"/>
                  <a:gd name="T47" fmla="*/ 91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0" h="107">
                    <a:moveTo>
                      <a:pt x="50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78" y="0"/>
                      <a:pt x="100" y="18"/>
                      <a:pt x="100" y="41"/>
                    </a:cubicBezTo>
                    <a:cubicBezTo>
                      <a:pt x="100" y="63"/>
                      <a:pt x="78" y="81"/>
                      <a:pt x="50" y="81"/>
                    </a:cubicBezTo>
                    <a:cubicBezTo>
                      <a:pt x="47" y="81"/>
                      <a:pt x="45" y="81"/>
                      <a:pt x="42" y="81"/>
                    </a:cubicBezTo>
                    <a:cubicBezTo>
                      <a:pt x="32" y="91"/>
                      <a:pt x="19" y="93"/>
                      <a:pt x="7" y="93"/>
                    </a:cubicBezTo>
                    <a:cubicBezTo>
                      <a:pt x="7" y="91"/>
                      <a:pt x="7" y="91"/>
                      <a:pt x="7" y="91"/>
                    </a:cubicBezTo>
                    <a:cubicBezTo>
                      <a:pt x="14" y="87"/>
                      <a:pt x="19" y="82"/>
                      <a:pt x="19" y="75"/>
                    </a:cubicBezTo>
                    <a:cubicBezTo>
                      <a:pt x="19" y="74"/>
                      <a:pt x="19" y="73"/>
                      <a:pt x="19" y="72"/>
                    </a:cubicBezTo>
                    <a:cubicBezTo>
                      <a:pt x="8" y="65"/>
                      <a:pt x="0" y="53"/>
                      <a:pt x="0" y="41"/>
                    </a:cubicBezTo>
                    <a:cubicBezTo>
                      <a:pt x="0" y="18"/>
                      <a:pt x="23" y="0"/>
                      <a:pt x="50" y="0"/>
                    </a:cubicBezTo>
                    <a:close/>
                    <a:moveTo>
                      <a:pt x="104" y="91"/>
                    </a:moveTo>
                    <a:cubicBezTo>
                      <a:pt x="104" y="97"/>
                      <a:pt x="107" y="102"/>
                      <a:pt x="113" y="104"/>
                    </a:cubicBezTo>
                    <a:cubicBezTo>
                      <a:pt x="113" y="107"/>
                      <a:pt x="113" y="107"/>
                      <a:pt x="113" y="107"/>
                    </a:cubicBezTo>
                    <a:cubicBezTo>
                      <a:pt x="102" y="106"/>
                      <a:pt x="93" y="105"/>
                      <a:pt x="83" y="96"/>
                    </a:cubicBezTo>
                    <a:cubicBezTo>
                      <a:pt x="81" y="96"/>
                      <a:pt x="79" y="96"/>
                      <a:pt x="77" y="96"/>
                    </a:cubicBezTo>
                    <a:cubicBezTo>
                      <a:pt x="67" y="96"/>
                      <a:pt x="58" y="93"/>
                      <a:pt x="50" y="89"/>
                    </a:cubicBezTo>
                    <a:cubicBezTo>
                      <a:pt x="65" y="89"/>
                      <a:pt x="79" y="84"/>
                      <a:pt x="90" y="75"/>
                    </a:cubicBezTo>
                    <a:cubicBezTo>
                      <a:pt x="96" y="71"/>
                      <a:pt x="100" y="66"/>
                      <a:pt x="103" y="60"/>
                    </a:cubicBezTo>
                    <a:cubicBezTo>
                      <a:pt x="106" y="54"/>
                      <a:pt x="108" y="47"/>
                      <a:pt x="108" y="41"/>
                    </a:cubicBezTo>
                    <a:cubicBezTo>
                      <a:pt x="108" y="40"/>
                      <a:pt x="108" y="39"/>
                      <a:pt x="108" y="37"/>
                    </a:cubicBezTo>
                    <a:cubicBezTo>
                      <a:pt x="115" y="44"/>
                      <a:pt x="120" y="52"/>
                      <a:pt x="120" y="62"/>
                    </a:cubicBezTo>
                    <a:cubicBezTo>
                      <a:pt x="120" y="72"/>
                      <a:pt x="114" y="82"/>
                      <a:pt x="104" y="88"/>
                    </a:cubicBezTo>
                    <a:cubicBezTo>
                      <a:pt x="104" y="89"/>
                      <a:pt x="104" y="90"/>
                      <a:pt x="104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8" name="iŝḷî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07F719B-F5AD-480E-8F9D-9E035B7B6A64}"/>
                  </a:ext>
                </a:extLst>
              </p:cNvPr>
              <p:cNvSpPr/>
              <p:nvPr/>
            </p:nvSpPr>
            <p:spPr bwMode="auto">
              <a:xfrm>
                <a:off x="9501222" y="1990229"/>
                <a:ext cx="338618" cy="336661"/>
              </a:xfrm>
              <a:custGeom>
                <a:avLst/>
                <a:gdLst>
                  <a:gd name="T0" fmla="*/ 20 w 106"/>
                  <a:gd name="T1" fmla="*/ 53 h 105"/>
                  <a:gd name="T2" fmla="*/ 20 w 106"/>
                  <a:gd name="T3" fmla="*/ 49 h 105"/>
                  <a:gd name="T4" fmla="*/ 1 w 106"/>
                  <a:gd name="T5" fmla="*/ 43 h 105"/>
                  <a:gd name="T6" fmla="*/ 0 w 106"/>
                  <a:gd name="T7" fmla="*/ 53 h 105"/>
                  <a:gd name="T8" fmla="*/ 17 w 106"/>
                  <a:gd name="T9" fmla="*/ 91 h 105"/>
                  <a:gd name="T10" fmla="*/ 29 w 106"/>
                  <a:gd name="T11" fmla="*/ 75 h 105"/>
                  <a:gd name="T12" fmla="*/ 20 w 106"/>
                  <a:gd name="T13" fmla="*/ 53 h 105"/>
                  <a:gd name="T14" fmla="*/ 86 w 106"/>
                  <a:gd name="T15" fmla="*/ 53 h 105"/>
                  <a:gd name="T16" fmla="*/ 77 w 106"/>
                  <a:gd name="T17" fmla="*/ 75 h 105"/>
                  <a:gd name="T18" fmla="*/ 89 w 106"/>
                  <a:gd name="T19" fmla="*/ 91 h 105"/>
                  <a:gd name="T20" fmla="*/ 106 w 106"/>
                  <a:gd name="T21" fmla="*/ 53 h 105"/>
                  <a:gd name="T22" fmla="*/ 105 w 106"/>
                  <a:gd name="T23" fmla="*/ 43 h 105"/>
                  <a:gd name="T24" fmla="*/ 86 w 106"/>
                  <a:gd name="T25" fmla="*/ 49 h 105"/>
                  <a:gd name="T26" fmla="*/ 86 w 106"/>
                  <a:gd name="T27" fmla="*/ 53 h 105"/>
                  <a:gd name="T28" fmla="*/ 59 w 106"/>
                  <a:gd name="T29" fmla="*/ 20 h 105"/>
                  <a:gd name="T30" fmla="*/ 82 w 106"/>
                  <a:gd name="T31" fmla="*/ 36 h 105"/>
                  <a:gd name="T32" fmla="*/ 101 w 106"/>
                  <a:gd name="T33" fmla="*/ 30 h 105"/>
                  <a:gd name="T34" fmla="*/ 59 w 106"/>
                  <a:gd name="T35" fmla="*/ 0 h 105"/>
                  <a:gd name="T36" fmla="*/ 59 w 106"/>
                  <a:gd name="T37" fmla="*/ 20 h 105"/>
                  <a:gd name="T38" fmla="*/ 24 w 106"/>
                  <a:gd name="T39" fmla="*/ 36 h 105"/>
                  <a:gd name="T40" fmla="*/ 46 w 106"/>
                  <a:gd name="T41" fmla="*/ 20 h 105"/>
                  <a:gd name="T42" fmla="*/ 46 w 106"/>
                  <a:gd name="T43" fmla="*/ 0 h 105"/>
                  <a:gd name="T44" fmla="*/ 5 w 106"/>
                  <a:gd name="T45" fmla="*/ 30 h 105"/>
                  <a:gd name="T46" fmla="*/ 24 w 106"/>
                  <a:gd name="T47" fmla="*/ 36 h 105"/>
                  <a:gd name="T48" fmla="*/ 67 w 106"/>
                  <a:gd name="T49" fmla="*/ 83 h 105"/>
                  <a:gd name="T50" fmla="*/ 53 w 106"/>
                  <a:gd name="T51" fmla="*/ 85 h 105"/>
                  <a:gd name="T52" fmla="*/ 39 w 106"/>
                  <a:gd name="T53" fmla="*/ 83 h 105"/>
                  <a:gd name="T54" fmla="*/ 28 w 106"/>
                  <a:gd name="T55" fmla="*/ 99 h 105"/>
                  <a:gd name="T56" fmla="*/ 53 w 106"/>
                  <a:gd name="T57" fmla="*/ 105 h 105"/>
                  <a:gd name="T58" fmla="*/ 78 w 106"/>
                  <a:gd name="T59" fmla="*/ 99 h 105"/>
                  <a:gd name="T60" fmla="*/ 67 w 106"/>
                  <a:gd name="T61" fmla="*/ 8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6" h="105">
                    <a:moveTo>
                      <a:pt x="20" y="53"/>
                    </a:moveTo>
                    <a:cubicBezTo>
                      <a:pt x="20" y="51"/>
                      <a:pt x="20" y="50"/>
                      <a:pt x="20" y="49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6"/>
                      <a:pt x="0" y="49"/>
                      <a:pt x="0" y="53"/>
                    </a:cubicBezTo>
                    <a:cubicBezTo>
                      <a:pt x="0" y="68"/>
                      <a:pt x="7" y="81"/>
                      <a:pt x="17" y="91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23" y="69"/>
                      <a:pt x="20" y="61"/>
                      <a:pt x="20" y="53"/>
                    </a:cubicBezTo>
                    <a:close/>
                    <a:moveTo>
                      <a:pt x="86" y="53"/>
                    </a:moveTo>
                    <a:cubicBezTo>
                      <a:pt x="86" y="61"/>
                      <a:pt x="83" y="69"/>
                      <a:pt x="77" y="75"/>
                    </a:cubicBezTo>
                    <a:cubicBezTo>
                      <a:pt x="89" y="91"/>
                      <a:pt x="89" y="91"/>
                      <a:pt x="89" y="91"/>
                    </a:cubicBezTo>
                    <a:cubicBezTo>
                      <a:pt x="99" y="81"/>
                      <a:pt x="106" y="68"/>
                      <a:pt x="106" y="53"/>
                    </a:cubicBezTo>
                    <a:cubicBezTo>
                      <a:pt x="106" y="49"/>
                      <a:pt x="105" y="46"/>
                      <a:pt x="105" y="43"/>
                    </a:cubicBezTo>
                    <a:cubicBezTo>
                      <a:pt x="86" y="49"/>
                      <a:pt x="86" y="49"/>
                      <a:pt x="86" y="49"/>
                    </a:cubicBezTo>
                    <a:cubicBezTo>
                      <a:pt x="86" y="50"/>
                      <a:pt x="86" y="51"/>
                      <a:pt x="86" y="53"/>
                    </a:cubicBezTo>
                    <a:close/>
                    <a:moveTo>
                      <a:pt x="59" y="20"/>
                    </a:moveTo>
                    <a:cubicBezTo>
                      <a:pt x="69" y="22"/>
                      <a:pt x="77" y="28"/>
                      <a:pt x="82" y="36"/>
                    </a:cubicBezTo>
                    <a:cubicBezTo>
                      <a:pt x="101" y="30"/>
                      <a:pt x="101" y="30"/>
                      <a:pt x="101" y="30"/>
                    </a:cubicBezTo>
                    <a:cubicBezTo>
                      <a:pt x="93" y="14"/>
                      <a:pt x="78" y="3"/>
                      <a:pt x="59" y="0"/>
                    </a:cubicBezTo>
                    <a:lnTo>
                      <a:pt x="59" y="20"/>
                    </a:lnTo>
                    <a:close/>
                    <a:moveTo>
                      <a:pt x="24" y="36"/>
                    </a:moveTo>
                    <a:cubicBezTo>
                      <a:pt x="29" y="28"/>
                      <a:pt x="37" y="22"/>
                      <a:pt x="46" y="2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28" y="3"/>
                      <a:pt x="13" y="14"/>
                      <a:pt x="5" y="30"/>
                    </a:cubicBezTo>
                    <a:lnTo>
                      <a:pt x="24" y="36"/>
                    </a:lnTo>
                    <a:close/>
                    <a:moveTo>
                      <a:pt x="67" y="83"/>
                    </a:moveTo>
                    <a:cubicBezTo>
                      <a:pt x="62" y="84"/>
                      <a:pt x="58" y="85"/>
                      <a:pt x="53" y="85"/>
                    </a:cubicBezTo>
                    <a:cubicBezTo>
                      <a:pt x="48" y="85"/>
                      <a:pt x="43" y="84"/>
                      <a:pt x="39" y="83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35" y="103"/>
                      <a:pt x="44" y="105"/>
                      <a:pt x="53" y="105"/>
                    </a:cubicBezTo>
                    <a:cubicBezTo>
                      <a:pt x="62" y="105"/>
                      <a:pt x="71" y="103"/>
                      <a:pt x="78" y="99"/>
                    </a:cubicBezTo>
                    <a:lnTo>
                      <a:pt x="67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" name="ïṥlí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1C4E89-367A-45EE-A1A3-0F2F7A3A9DDC}"/>
                  </a:ext>
                </a:extLst>
              </p:cNvPr>
              <p:cNvSpPr/>
              <p:nvPr/>
            </p:nvSpPr>
            <p:spPr bwMode="auto">
              <a:xfrm>
                <a:off x="9522752" y="2397354"/>
                <a:ext cx="317087" cy="334703"/>
              </a:xfrm>
              <a:custGeom>
                <a:avLst/>
                <a:gdLst>
                  <a:gd name="T0" fmla="*/ 75 w 162"/>
                  <a:gd name="T1" fmla="*/ 65 h 171"/>
                  <a:gd name="T2" fmla="*/ 54 w 162"/>
                  <a:gd name="T3" fmla="*/ 86 h 171"/>
                  <a:gd name="T4" fmla="*/ 87 w 162"/>
                  <a:gd name="T5" fmla="*/ 65 h 171"/>
                  <a:gd name="T6" fmla="*/ 108 w 162"/>
                  <a:gd name="T7" fmla="*/ 86 h 171"/>
                  <a:gd name="T8" fmla="*/ 87 w 162"/>
                  <a:gd name="T9" fmla="*/ 65 h 171"/>
                  <a:gd name="T10" fmla="*/ 139 w 162"/>
                  <a:gd name="T11" fmla="*/ 65 h 171"/>
                  <a:gd name="T12" fmla="*/ 118 w 162"/>
                  <a:gd name="T13" fmla="*/ 86 h 171"/>
                  <a:gd name="T14" fmla="*/ 21 w 162"/>
                  <a:gd name="T15" fmla="*/ 129 h 171"/>
                  <a:gd name="T16" fmla="*/ 43 w 162"/>
                  <a:gd name="T17" fmla="*/ 150 h 171"/>
                  <a:gd name="T18" fmla="*/ 21 w 162"/>
                  <a:gd name="T19" fmla="*/ 129 h 171"/>
                  <a:gd name="T20" fmla="*/ 75 w 162"/>
                  <a:gd name="T21" fmla="*/ 129 h 171"/>
                  <a:gd name="T22" fmla="*/ 54 w 162"/>
                  <a:gd name="T23" fmla="*/ 150 h 171"/>
                  <a:gd name="T24" fmla="*/ 87 w 162"/>
                  <a:gd name="T25" fmla="*/ 129 h 171"/>
                  <a:gd name="T26" fmla="*/ 108 w 162"/>
                  <a:gd name="T27" fmla="*/ 150 h 171"/>
                  <a:gd name="T28" fmla="*/ 87 w 162"/>
                  <a:gd name="T29" fmla="*/ 129 h 171"/>
                  <a:gd name="T30" fmla="*/ 75 w 162"/>
                  <a:gd name="T31" fmla="*/ 96 h 171"/>
                  <a:gd name="T32" fmla="*/ 54 w 162"/>
                  <a:gd name="T33" fmla="*/ 117 h 171"/>
                  <a:gd name="T34" fmla="*/ 87 w 162"/>
                  <a:gd name="T35" fmla="*/ 96 h 171"/>
                  <a:gd name="T36" fmla="*/ 108 w 162"/>
                  <a:gd name="T37" fmla="*/ 117 h 171"/>
                  <a:gd name="T38" fmla="*/ 87 w 162"/>
                  <a:gd name="T39" fmla="*/ 96 h 171"/>
                  <a:gd name="T40" fmla="*/ 139 w 162"/>
                  <a:gd name="T41" fmla="*/ 96 h 171"/>
                  <a:gd name="T42" fmla="*/ 118 w 162"/>
                  <a:gd name="T43" fmla="*/ 117 h 171"/>
                  <a:gd name="T44" fmla="*/ 21 w 162"/>
                  <a:gd name="T45" fmla="*/ 96 h 171"/>
                  <a:gd name="T46" fmla="*/ 43 w 162"/>
                  <a:gd name="T47" fmla="*/ 117 h 171"/>
                  <a:gd name="T48" fmla="*/ 21 w 162"/>
                  <a:gd name="T49" fmla="*/ 96 h 171"/>
                  <a:gd name="T50" fmla="*/ 139 w 162"/>
                  <a:gd name="T51" fmla="*/ 11 h 171"/>
                  <a:gd name="T52" fmla="*/ 118 w 162"/>
                  <a:gd name="T53" fmla="*/ 0 h 171"/>
                  <a:gd name="T54" fmla="*/ 43 w 162"/>
                  <a:gd name="T55" fmla="*/ 11 h 171"/>
                  <a:gd name="T56" fmla="*/ 21 w 162"/>
                  <a:gd name="T57" fmla="*/ 0 h 171"/>
                  <a:gd name="T58" fmla="*/ 0 w 162"/>
                  <a:gd name="T59" fmla="*/ 171 h 171"/>
                  <a:gd name="T60" fmla="*/ 162 w 162"/>
                  <a:gd name="T61" fmla="*/ 0 h 171"/>
                  <a:gd name="T62" fmla="*/ 150 w 162"/>
                  <a:gd name="T63" fmla="*/ 161 h 171"/>
                  <a:gd name="T64" fmla="*/ 11 w 162"/>
                  <a:gd name="T65" fmla="*/ 44 h 171"/>
                  <a:gd name="T66" fmla="*/ 150 w 162"/>
                  <a:gd name="T67" fmla="*/ 16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62" h="171">
                    <a:moveTo>
                      <a:pt x="54" y="65"/>
                    </a:moveTo>
                    <a:lnTo>
                      <a:pt x="75" y="65"/>
                    </a:lnTo>
                    <a:lnTo>
                      <a:pt x="75" y="86"/>
                    </a:lnTo>
                    <a:lnTo>
                      <a:pt x="54" y="86"/>
                    </a:lnTo>
                    <a:lnTo>
                      <a:pt x="54" y="65"/>
                    </a:lnTo>
                    <a:close/>
                    <a:moveTo>
                      <a:pt x="87" y="65"/>
                    </a:moveTo>
                    <a:lnTo>
                      <a:pt x="108" y="65"/>
                    </a:lnTo>
                    <a:lnTo>
                      <a:pt x="108" y="86"/>
                    </a:lnTo>
                    <a:lnTo>
                      <a:pt x="87" y="86"/>
                    </a:lnTo>
                    <a:lnTo>
                      <a:pt x="87" y="65"/>
                    </a:lnTo>
                    <a:close/>
                    <a:moveTo>
                      <a:pt x="118" y="65"/>
                    </a:moveTo>
                    <a:lnTo>
                      <a:pt x="139" y="65"/>
                    </a:lnTo>
                    <a:lnTo>
                      <a:pt x="139" y="86"/>
                    </a:lnTo>
                    <a:lnTo>
                      <a:pt x="118" y="86"/>
                    </a:lnTo>
                    <a:lnTo>
                      <a:pt x="118" y="65"/>
                    </a:lnTo>
                    <a:close/>
                    <a:moveTo>
                      <a:pt x="21" y="129"/>
                    </a:moveTo>
                    <a:lnTo>
                      <a:pt x="43" y="129"/>
                    </a:lnTo>
                    <a:lnTo>
                      <a:pt x="43" y="150"/>
                    </a:lnTo>
                    <a:lnTo>
                      <a:pt x="21" y="150"/>
                    </a:lnTo>
                    <a:lnTo>
                      <a:pt x="21" y="129"/>
                    </a:lnTo>
                    <a:close/>
                    <a:moveTo>
                      <a:pt x="54" y="129"/>
                    </a:moveTo>
                    <a:lnTo>
                      <a:pt x="75" y="129"/>
                    </a:lnTo>
                    <a:lnTo>
                      <a:pt x="75" y="150"/>
                    </a:lnTo>
                    <a:lnTo>
                      <a:pt x="54" y="150"/>
                    </a:lnTo>
                    <a:lnTo>
                      <a:pt x="54" y="129"/>
                    </a:lnTo>
                    <a:close/>
                    <a:moveTo>
                      <a:pt x="87" y="129"/>
                    </a:moveTo>
                    <a:lnTo>
                      <a:pt x="108" y="129"/>
                    </a:lnTo>
                    <a:lnTo>
                      <a:pt x="108" y="150"/>
                    </a:lnTo>
                    <a:lnTo>
                      <a:pt x="87" y="150"/>
                    </a:lnTo>
                    <a:lnTo>
                      <a:pt x="87" y="129"/>
                    </a:lnTo>
                    <a:close/>
                    <a:moveTo>
                      <a:pt x="54" y="96"/>
                    </a:moveTo>
                    <a:lnTo>
                      <a:pt x="75" y="96"/>
                    </a:lnTo>
                    <a:lnTo>
                      <a:pt x="75" y="117"/>
                    </a:lnTo>
                    <a:lnTo>
                      <a:pt x="54" y="117"/>
                    </a:lnTo>
                    <a:lnTo>
                      <a:pt x="54" y="96"/>
                    </a:lnTo>
                    <a:close/>
                    <a:moveTo>
                      <a:pt x="87" y="96"/>
                    </a:moveTo>
                    <a:lnTo>
                      <a:pt x="108" y="96"/>
                    </a:lnTo>
                    <a:lnTo>
                      <a:pt x="108" y="117"/>
                    </a:lnTo>
                    <a:lnTo>
                      <a:pt x="87" y="117"/>
                    </a:lnTo>
                    <a:lnTo>
                      <a:pt x="87" y="96"/>
                    </a:lnTo>
                    <a:close/>
                    <a:moveTo>
                      <a:pt x="118" y="96"/>
                    </a:moveTo>
                    <a:lnTo>
                      <a:pt x="139" y="96"/>
                    </a:lnTo>
                    <a:lnTo>
                      <a:pt x="139" y="117"/>
                    </a:lnTo>
                    <a:lnTo>
                      <a:pt x="118" y="117"/>
                    </a:lnTo>
                    <a:lnTo>
                      <a:pt x="118" y="96"/>
                    </a:lnTo>
                    <a:close/>
                    <a:moveTo>
                      <a:pt x="21" y="96"/>
                    </a:moveTo>
                    <a:lnTo>
                      <a:pt x="43" y="96"/>
                    </a:lnTo>
                    <a:lnTo>
                      <a:pt x="43" y="117"/>
                    </a:lnTo>
                    <a:lnTo>
                      <a:pt x="21" y="117"/>
                    </a:lnTo>
                    <a:lnTo>
                      <a:pt x="21" y="96"/>
                    </a:lnTo>
                    <a:close/>
                    <a:moveTo>
                      <a:pt x="139" y="0"/>
                    </a:moveTo>
                    <a:lnTo>
                      <a:pt x="139" y="11"/>
                    </a:lnTo>
                    <a:lnTo>
                      <a:pt x="118" y="11"/>
                    </a:lnTo>
                    <a:lnTo>
                      <a:pt x="118" y="0"/>
                    </a:lnTo>
                    <a:lnTo>
                      <a:pt x="43" y="0"/>
                    </a:lnTo>
                    <a:lnTo>
                      <a:pt x="43" y="11"/>
                    </a:lnTo>
                    <a:lnTo>
                      <a:pt x="21" y="11"/>
                    </a:lnTo>
                    <a:lnTo>
                      <a:pt x="21" y="0"/>
                    </a:lnTo>
                    <a:lnTo>
                      <a:pt x="0" y="0"/>
                    </a:lnTo>
                    <a:lnTo>
                      <a:pt x="0" y="171"/>
                    </a:lnTo>
                    <a:lnTo>
                      <a:pt x="162" y="171"/>
                    </a:lnTo>
                    <a:lnTo>
                      <a:pt x="162" y="0"/>
                    </a:lnTo>
                    <a:lnTo>
                      <a:pt x="139" y="0"/>
                    </a:lnTo>
                    <a:close/>
                    <a:moveTo>
                      <a:pt x="150" y="161"/>
                    </a:moveTo>
                    <a:lnTo>
                      <a:pt x="11" y="161"/>
                    </a:lnTo>
                    <a:lnTo>
                      <a:pt x="11" y="44"/>
                    </a:lnTo>
                    <a:lnTo>
                      <a:pt x="150" y="44"/>
                    </a:lnTo>
                    <a:lnTo>
                      <a:pt x="150" y="1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" name="işlî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0808845-027F-4AD2-9FED-7BB3DADE6C2F}"/>
                  </a:ext>
                </a:extLst>
              </p:cNvPr>
              <p:cNvSpPr/>
              <p:nvPr/>
            </p:nvSpPr>
            <p:spPr bwMode="auto">
              <a:xfrm>
                <a:off x="10025786" y="3945601"/>
                <a:ext cx="268155" cy="268153"/>
              </a:xfrm>
              <a:custGeom>
                <a:avLst/>
                <a:gdLst>
                  <a:gd name="T0" fmla="*/ 42 w 84"/>
                  <a:gd name="T1" fmla="*/ 0 h 84"/>
                  <a:gd name="T2" fmla="*/ 0 w 84"/>
                  <a:gd name="T3" fmla="*/ 42 h 84"/>
                  <a:gd name="T4" fmla="*/ 42 w 84"/>
                  <a:gd name="T5" fmla="*/ 84 h 84"/>
                  <a:gd name="T6" fmla="*/ 84 w 84"/>
                  <a:gd name="T7" fmla="*/ 42 h 84"/>
                  <a:gd name="T8" fmla="*/ 42 w 84"/>
                  <a:gd name="T9" fmla="*/ 0 h 84"/>
                  <a:gd name="T10" fmla="*/ 42 w 84"/>
                  <a:gd name="T11" fmla="*/ 76 h 84"/>
                  <a:gd name="T12" fmla="*/ 8 w 84"/>
                  <a:gd name="T13" fmla="*/ 42 h 84"/>
                  <a:gd name="T14" fmla="*/ 42 w 84"/>
                  <a:gd name="T15" fmla="*/ 8 h 84"/>
                  <a:gd name="T16" fmla="*/ 76 w 84"/>
                  <a:gd name="T17" fmla="*/ 42 h 84"/>
                  <a:gd name="T18" fmla="*/ 42 w 84"/>
                  <a:gd name="T19" fmla="*/ 76 h 84"/>
                  <a:gd name="T20" fmla="*/ 26 w 84"/>
                  <a:gd name="T21" fmla="*/ 26 h 84"/>
                  <a:gd name="T22" fmla="*/ 58 w 84"/>
                  <a:gd name="T23" fmla="*/ 26 h 84"/>
                  <a:gd name="T24" fmla="*/ 58 w 84"/>
                  <a:gd name="T25" fmla="*/ 58 h 84"/>
                  <a:gd name="T26" fmla="*/ 26 w 84"/>
                  <a:gd name="T27" fmla="*/ 58 h 84"/>
                  <a:gd name="T28" fmla="*/ 26 w 84"/>
                  <a:gd name="T29" fmla="*/ 2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84">
                    <a:moveTo>
                      <a:pt x="42" y="0"/>
                    </a:moveTo>
                    <a:cubicBezTo>
                      <a:pt x="19" y="0"/>
                      <a:pt x="0" y="19"/>
                      <a:pt x="0" y="42"/>
                    </a:cubicBezTo>
                    <a:cubicBezTo>
                      <a:pt x="0" y="65"/>
                      <a:pt x="19" y="84"/>
                      <a:pt x="42" y="84"/>
                    </a:cubicBezTo>
                    <a:cubicBezTo>
                      <a:pt x="65" y="84"/>
                      <a:pt x="84" y="65"/>
                      <a:pt x="84" y="42"/>
                    </a:cubicBezTo>
                    <a:cubicBezTo>
                      <a:pt x="84" y="19"/>
                      <a:pt x="65" y="0"/>
                      <a:pt x="42" y="0"/>
                    </a:cubicBezTo>
                    <a:close/>
                    <a:moveTo>
                      <a:pt x="42" y="76"/>
                    </a:moveTo>
                    <a:cubicBezTo>
                      <a:pt x="23" y="76"/>
                      <a:pt x="8" y="61"/>
                      <a:pt x="8" y="42"/>
                    </a:cubicBezTo>
                    <a:cubicBezTo>
                      <a:pt x="8" y="23"/>
                      <a:pt x="23" y="8"/>
                      <a:pt x="42" y="8"/>
                    </a:cubicBezTo>
                    <a:cubicBezTo>
                      <a:pt x="61" y="8"/>
                      <a:pt x="76" y="23"/>
                      <a:pt x="76" y="42"/>
                    </a:cubicBezTo>
                    <a:cubicBezTo>
                      <a:pt x="76" y="61"/>
                      <a:pt x="61" y="76"/>
                      <a:pt x="42" y="76"/>
                    </a:cubicBezTo>
                    <a:close/>
                    <a:moveTo>
                      <a:pt x="26" y="26"/>
                    </a:moveTo>
                    <a:cubicBezTo>
                      <a:pt x="58" y="26"/>
                      <a:pt x="58" y="26"/>
                      <a:pt x="58" y="26"/>
                    </a:cubicBezTo>
                    <a:cubicBezTo>
                      <a:pt x="58" y="58"/>
                      <a:pt x="58" y="58"/>
                      <a:pt x="58" y="58"/>
                    </a:cubicBezTo>
                    <a:cubicBezTo>
                      <a:pt x="26" y="58"/>
                      <a:pt x="26" y="58"/>
                      <a:pt x="26" y="58"/>
                    </a:cubicBezTo>
                    <a:lnTo>
                      <a:pt x="26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" name="îS1í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D3264DB-0ACB-4FF6-A523-0DB60E427FAF}"/>
                  </a:ext>
                </a:extLst>
              </p:cNvPr>
              <p:cNvSpPr/>
              <p:nvPr/>
            </p:nvSpPr>
            <p:spPr bwMode="auto">
              <a:xfrm>
                <a:off x="9634320" y="3906455"/>
                <a:ext cx="467802" cy="467801"/>
              </a:xfrm>
              <a:custGeom>
                <a:avLst/>
                <a:gdLst>
                  <a:gd name="T0" fmla="*/ 140 w 146"/>
                  <a:gd name="T1" fmla="*/ 123 h 146"/>
                  <a:gd name="T2" fmla="*/ 106 w 146"/>
                  <a:gd name="T3" fmla="*/ 94 h 146"/>
                  <a:gd name="T4" fmla="*/ 96 w 146"/>
                  <a:gd name="T5" fmla="*/ 89 h 146"/>
                  <a:gd name="T6" fmla="*/ 109 w 146"/>
                  <a:gd name="T7" fmla="*/ 54 h 146"/>
                  <a:gd name="T8" fmla="*/ 54 w 146"/>
                  <a:gd name="T9" fmla="*/ 0 h 146"/>
                  <a:gd name="T10" fmla="*/ 0 w 146"/>
                  <a:gd name="T11" fmla="*/ 54 h 146"/>
                  <a:gd name="T12" fmla="*/ 54 w 146"/>
                  <a:gd name="T13" fmla="*/ 108 h 146"/>
                  <a:gd name="T14" fmla="*/ 90 w 146"/>
                  <a:gd name="T15" fmla="*/ 95 h 146"/>
                  <a:gd name="T16" fmla="*/ 94 w 146"/>
                  <a:gd name="T17" fmla="*/ 106 h 146"/>
                  <a:gd name="T18" fmla="*/ 123 w 146"/>
                  <a:gd name="T19" fmla="*/ 140 h 146"/>
                  <a:gd name="T20" fmla="*/ 141 w 146"/>
                  <a:gd name="T21" fmla="*/ 141 h 146"/>
                  <a:gd name="T22" fmla="*/ 140 w 146"/>
                  <a:gd name="T23" fmla="*/ 123 h 146"/>
                  <a:gd name="T24" fmla="*/ 54 w 146"/>
                  <a:gd name="T25" fmla="*/ 90 h 146"/>
                  <a:gd name="T26" fmla="*/ 18 w 146"/>
                  <a:gd name="T27" fmla="*/ 54 h 146"/>
                  <a:gd name="T28" fmla="*/ 54 w 146"/>
                  <a:gd name="T29" fmla="*/ 18 h 146"/>
                  <a:gd name="T30" fmla="*/ 91 w 146"/>
                  <a:gd name="T31" fmla="*/ 54 h 146"/>
                  <a:gd name="T32" fmla="*/ 54 w 146"/>
                  <a:gd name="T33" fmla="*/ 90 h 146"/>
                  <a:gd name="T34" fmla="*/ 63 w 146"/>
                  <a:gd name="T35" fmla="*/ 27 h 146"/>
                  <a:gd name="T36" fmla="*/ 45 w 146"/>
                  <a:gd name="T37" fmla="*/ 27 h 146"/>
                  <a:gd name="T38" fmla="*/ 45 w 146"/>
                  <a:gd name="T39" fmla="*/ 45 h 146"/>
                  <a:gd name="T40" fmla="*/ 27 w 146"/>
                  <a:gd name="T41" fmla="*/ 45 h 146"/>
                  <a:gd name="T42" fmla="*/ 27 w 146"/>
                  <a:gd name="T43" fmla="*/ 63 h 146"/>
                  <a:gd name="T44" fmla="*/ 45 w 146"/>
                  <a:gd name="T45" fmla="*/ 63 h 146"/>
                  <a:gd name="T46" fmla="*/ 45 w 146"/>
                  <a:gd name="T47" fmla="*/ 81 h 146"/>
                  <a:gd name="T48" fmla="*/ 63 w 146"/>
                  <a:gd name="T49" fmla="*/ 81 h 146"/>
                  <a:gd name="T50" fmla="*/ 63 w 146"/>
                  <a:gd name="T51" fmla="*/ 63 h 146"/>
                  <a:gd name="T52" fmla="*/ 81 w 146"/>
                  <a:gd name="T53" fmla="*/ 63 h 146"/>
                  <a:gd name="T54" fmla="*/ 81 w 146"/>
                  <a:gd name="T55" fmla="*/ 45 h 146"/>
                  <a:gd name="T56" fmla="*/ 63 w 146"/>
                  <a:gd name="T57" fmla="*/ 45 h 146"/>
                  <a:gd name="T58" fmla="*/ 63 w 146"/>
                  <a:gd name="T59" fmla="*/ 27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6" h="146">
                    <a:moveTo>
                      <a:pt x="140" y="123"/>
                    </a:moveTo>
                    <a:cubicBezTo>
                      <a:pt x="106" y="94"/>
                      <a:pt x="106" y="94"/>
                      <a:pt x="106" y="94"/>
                    </a:cubicBezTo>
                    <a:cubicBezTo>
                      <a:pt x="103" y="91"/>
                      <a:pt x="99" y="89"/>
                      <a:pt x="96" y="89"/>
                    </a:cubicBezTo>
                    <a:cubicBezTo>
                      <a:pt x="104" y="80"/>
                      <a:pt x="109" y="67"/>
                      <a:pt x="109" y="54"/>
                    </a:cubicBezTo>
                    <a:cubicBezTo>
                      <a:pt x="109" y="24"/>
                      <a:pt x="84" y="0"/>
                      <a:pt x="54" y="0"/>
                    </a:cubicBezTo>
                    <a:cubicBezTo>
                      <a:pt x="24" y="0"/>
                      <a:pt x="0" y="24"/>
                      <a:pt x="0" y="54"/>
                    </a:cubicBezTo>
                    <a:cubicBezTo>
                      <a:pt x="0" y="84"/>
                      <a:pt x="24" y="108"/>
                      <a:pt x="54" y="108"/>
                    </a:cubicBezTo>
                    <a:cubicBezTo>
                      <a:pt x="68" y="108"/>
                      <a:pt x="80" y="103"/>
                      <a:pt x="90" y="95"/>
                    </a:cubicBezTo>
                    <a:cubicBezTo>
                      <a:pt x="89" y="98"/>
                      <a:pt x="91" y="102"/>
                      <a:pt x="94" y="106"/>
                    </a:cubicBezTo>
                    <a:cubicBezTo>
                      <a:pt x="123" y="140"/>
                      <a:pt x="123" y="140"/>
                      <a:pt x="123" y="140"/>
                    </a:cubicBezTo>
                    <a:cubicBezTo>
                      <a:pt x="128" y="146"/>
                      <a:pt x="136" y="146"/>
                      <a:pt x="141" y="141"/>
                    </a:cubicBezTo>
                    <a:cubicBezTo>
                      <a:pt x="146" y="136"/>
                      <a:pt x="146" y="128"/>
                      <a:pt x="140" y="123"/>
                    </a:cubicBezTo>
                    <a:close/>
                    <a:moveTo>
                      <a:pt x="54" y="90"/>
                    </a:moveTo>
                    <a:cubicBezTo>
                      <a:pt x="34" y="90"/>
                      <a:pt x="18" y="74"/>
                      <a:pt x="18" y="54"/>
                    </a:cubicBezTo>
                    <a:cubicBezTo>
                      <a:pt x="18" y="34"/>
                      <a:pt x="34" y="18"/>
                      <a:pt x="54" y="18"/>
                    </a:cubicBezTo>
                    <a:cubicBezTo>
                      <a:pt x="74" y="18"/>
                      <a:pt x="91" y="34"/>
                      <a:pt x="91" y="54"/>
                    </a:cubicBezTo>
                    <a:cubicBezTo>
                      <a:pt x="91" y="74"/>
                      <a:pt x="74" y="90"/>
                      <a:pt x="54" y="90"/>
                    </a:cubicBezTo>
                    <a:close/>
                    <a:moveTo>
                      <a:pt x="63" y="27"/>
                    </a:move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63"/>
                      <a:pt x="27" y="63"/>
                      <a:pt x="27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63" y="81"/>
                      <a:pt x="63" y="81"/>
                      <a:pt x="63" y="81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63" y="45"/>
                      <a:pt x="63" y="45"/>
                      <a:pt x="63" y="45"/>
                    </a:cubicBez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2" name="íṩľ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245F70B-EC18-4814-B804-E70DFFE9BA70}"/>
                  </a:ext>
                </a:extLst>
              </p:cNvPr>
              <p:cNvSpPr/>
              <p:nvPr/>
            </p:nvSpPr>
            <p:spPr bwMode="auto">
              <a:xfrm>
                <a:off x="10248921" y="4744191"/>
                <a:ext cx="272069" cy="275983"/>
              </a:xfrm>
              <a:custGeom>
                <a:avLst/>
                <a:gdLst>
                  <a:gd name="T0" fmla="*/ 16 w 85"/>
                  <a:gd name="T1" fmla="*/ 49 h 86"/>
                  <a:gd name="T2" fmla="*/ 16 w 85"/>
                  <a:gd name="T3" fmla="*/ 86 h 86"/>
                  <a:gd name="T4" fmla="*/ 18 w 85"/>
                  <a:gd name="T5" fmla="*/ 86 h 86"/>
                  <a:gd name="T6" fmla="*/ 21 w 85"/>
                  <a:gd name="T7" fmla="*/ 86 h 86"/>
                  <a:gd name="T8" fmla="*/ 21 w 85"/>
                  <a:gd name="T9" fmla="*/ 49 h 86"/>
                  <a:gd name="T10" fmla="*/ 18 w 85"/>
                  <a:gd name="T11" fmla="*/ 49 h 86"/>
                  <a:gd name="T12" fmla="*/ 16 w 85"/>
                  <a:gd name="T13" fmla="*/ 49 h 86"/>
                  <a:gd name="T14" fmla="*/ 64 w 85"/>
                  <a:gd name="T15" fmla="*/ 49 h 86"/>
                  <a:gd name="T16" fmla="*/ 64 w 85"/>
                  <a:gd name="T17" fmla="*/ 86 h 86"/>
                  <a:gd name="T18" fmla="*/ 67 w 85"/>
                  <a:gd name="T19" fmla="*/ 86 h 86"/>
                  <a:gd name="T20" fmla="*/ 69 w 85"/>
                  <a:gd name="T21" fmla="*/ 86 h 86"/>
                  <a:gd name="T22" fmla="*/ 69 w 85"/>
                  <a:gd name="T23" fmla="*/ 49 h 86"/>
                  <a:gd name="T24" fmla="*/ 67 w 85"/>
                  <a:gd name="T25" fmla="*/ 49 h 86"/>
                  <a:gd name="T26" fmla="*/ 64 w 85"/>
                  <a:gd name="T27" fmla="*/ 49 h 86"/>
                  <a:gd name="T28" fmla="*/ 85 w 85"/>
                  <a:gd name="T29" fmla="*/ 43 h 86"/>
                  <a:gd name="T30" fmla="*/ 42 w 85"/>
                  <a:gd name="T31" fmla="*/ 0 h 86"/>
                  <a:gd name="T32" fmla="*/ 0 w 85"/>
                  <a:gd name="T33" fmla="*/ 43 h 86"/>
                  <a:gd name="T34" fmla="*/ 2 w 85"/>
                  <a:gd name="T35" fmla="*/ 58 h 86"/>
                  <a:gd name="T36" fmla="*/ 0 w 85"/>
                  <a:gd name="T37" fmla="*/ 67 h 86"/>
                  <a:gd name="T38" fmla="*/ 10 w 85"/>
                  <a:gd name="T39" fmla="*/ 84 h 86"/>
                  <a:gd name="T40" fmla="*/ 10 w 85"/>
                  <a:gd name="T41" fmla="*/ 51 h 86"/>
                  <a:gd name="T42" fmla="*/ 6 w 85"/>
                  <a:gd name="T43" fmla="*/ 54 h 86"/>
                  <a:gd name="T44" fmla="*/ 5 w 85"/>
                  <a:gd name="T45" fmla="*/ 46 h 86"/>
                  <a:gd name="T46" fmla="*/ 42 w 85"/>
                  <a:gd name="T47" fmla="*/ 8 h 86"/>
                  <a:gd name="T48" fmla="*/ 80 w 85"/>
                  <a:gd name="T49" fmla="*/ 46 h 86"/>
                  <a:gd name="T50" fmla="*/ 79 w 85"/>
                  <a:gd name="T51" fmla="*/ 54 h 86"/>
                  <a:gd name="T52" fmla="*/ 75 w 85"/>
                  <a:gd name="T53" fmla="*/ 51 h 86"/>
                  <a:gd name="T54" fmla="*/ 75 w 85"/>
                  <a:gd name="T55" fmla="*/ 84 h 86"/>
                  <a:gd name="T56" fmla="*/ 85 w 85"/>
                  <a:gd name="T57" fmla="*/ 67 h 86"/>
                  <a:gd name="T58" fmla="*/ 83 w 85"/>
                  <a:gd name="T59" fmla="*/ 58 h 86"/>
                  <a:gd name="T60" fmla="*/ 85 w 85"/>
                  <a:gd name="T61" fmla="*/ 4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5" h="86">
                    <a:moveTo>
                      <a:pt x="16" y="49"/>
                    </a:moveTo>
                    <a:cubicBezTo>
                      <a:pt x="16" y="86"/>
                      <a:pt x="16" y="86"/>
                      <a:pt x="16" y="86"/>
                    </a:cubicBezTo>
                    <a:cubicBezTo>
                      <a:pt x="17" y="86"/>
                      <a:pt x="17" y="86"/>
                      <a:pt x="18" y="86"/>
                    </a:cubicBezTo>
                    <a:cubicBezTo>
                      <a:pt x="21" y="86"/>
                      <a:pt x="21" y="86"/>
                      <a:pt x="21" y="8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18" y="49"/>
                      <a:pt x="18" y="49"/>
                      <a:pt x="18" y="49"/>
                    </a:cubicBezTo>
                    <a:cubicBezTo>
                      <a:pt x="17" y="49"/>
                      <a:pt x="17" y="49"/>
                      <a:pt x="16" y="49"/>
                    </a:cubicBezTo>
                    <a:close/>
                    <a:moveTo>
                      <a:pt x="64" y="49"/>
                    </a:moveTo>
                    <a:cubicBezTo>
                      <a:pt x="64" y="86"/>
                      <a:pt x="64" y="86"/>
                      <a:pt x="64" y="86"/>
                    </a:cubicBezTo>
                    <a:cubicBezTo>
                      <a:pt x="67" y="86"/>
                      <a:pt x="67" y="86"/>
                      <a:pt x="67" y="86"/>
                    </a:cubicBezTo>
                    <a:cubicBezTo>
                      <a:pt x="68" y="86"/>
                      <a:pt x="68" y="86"/>
                      <a:pt x="69" y="86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68" y="49"/>
                      <a:pt x="68" y="49"/>
                      <a:pt x="67" y="49"/>
                    </a:cubicBezTo>
                    <a:lnTo>
                      <a:pt x="64" y="49"/>
                    </a:lnTo>
                    <a:close/>
                    <a:moveTo>
                      <a:pt x="85" y="43"/>
                    </a:moveTo>
                    <a:cubicBezTo>
                      <a:pt x="85" y="20"/>
                      <a:pt x="66" y="0"/>
                      <a:pt x="42" y="0"/>
                    </a:cubicBezTo>
                    <a:cubicBezTo>
                      <a:pt x="19" y="0"/>
                      <a:pt x="0" y="20"/>
                      <a:pt x="0" y="43"/>
                    </a:cubicBezTo>
                    <a:cubicBezTo>
                      <a:pt x="0" y="48"/>
                      <a:pt x="0" y="53"/>
                      <a:pt x="2" y="58"/>
                    </a:cubicBezTo>
                    <a:cubicBezTo>
                      <a:pt x="0" y="61"/>
                      <a:pt x="0" y="64"/>
                      <a:pt x="0" y="67"/>
                    </a:cubicBezTo>
                    <a:cubicBezTo>
                      <a:pt x="0" y="75"/>
                      <a:pt x="4" y="81"/>
                      <a:pt x="10" y="84"/>
                    </a:cubicBezTo>
                    <a:cubicBezTo>
                      <a:pt x="10" y="51"/>
                      <a:pt x="10" y="51"/>
                      <a:pt x="10" y="51"/>
                    </a:cubicBezTo>
                    <a:cubicBezTo>
                      <a:pt x="9" y="51"/>
                      <a:pt x="7" y="52"/>
                      <a:pt x="6" y="54"/>
                    </a:cubicBezTo>
                    <a:cubicBezTo>
                      <a:pt x="5" y="51"/>
                      <a:pt x="5" y="49"/>
                      <a:pt x="5" y="46"/>
                    </a:cubicBezTo>
                    <a:cubicBezTo>
                      <a:pt x="5" y="25"/>
                      <a:pt x="22" y="8"/>
                      <a:pt x="42" y="8"/>
                    </a:cubicBezTo>
                    <a:cubicBezTo>
                      <a:pt x="63" y="8"/>
                      <a:pt x="80" y="25"/>
                      <a:pt x="80" y="46"/>
                    </a:cubicBezTo>
                    <a:cubicBezTo>
                      <a:pt x="80" y="49"/>
                      <a:pt x="80" y="51"/>
                      <a:pt x="79" y="54"/>
                    </a:cubicBezTo>
                    <a:cubicBezTo>
                      <a:pt x="78" y="52"/>
                      <a:pt x="76" y="51"/>
                      <a:pt x="75" y="51"/>
                    </a:cubicBezTo>
                    <a:cubicBezTo>
                      <a:pt x="75" y="84"/>
                      <a:pt x="75" y="84"/>
                      <a:pt x="75" y="84"/>
                    </a:cubicBezTo>
                    <a:cubicBezTo>
                      <a:pt x="81" y="81"/>
                      <a:pt x="85" y="75"/>
                      <a:pt x="85" y="67"/>
                    </a:cubicBezTo>
                    <a:cubicBezTo>
                      <a:pt x="85" y="64"/>
                      <a:pt x="84" y="61"/>
                      <a:pt x="83" y="58"/>
                    </a:cubicBezTo>
                    <a:cubicBezTo>
                      <a:pt x="85" y="53"/>
                      <a:pt x="85" y="48"/>
                      <a:pt x="85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3" name="ï$ļï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DD788FE-4532-42B4-B97B-903DA485E131}"/>
                  </a:ext>
                </a:extLst>
              </p:cNvPr>
              <p:cNvSpPr/>
              <p:nvPr/>
            </p:nvSpPr>
            <p:spPr bwMode="auto">
              <a:xfrm>
                <a:off x="9835925" y="4409487"/>
                <a:ext cx="332746" cy="330788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32 w 104"/>
                  <a:gd name="T11" fmla="*/ 52 h 104"/>
                  <a:gd name="T12" fmla="*/ 52 w 104"/>
                  <a:gd name="T13" fmla="*/ 32 h 104"/>
                  <a:gd name="T14" fmla="*/ 72 w 104"/>
                  <a:gd name="T15" fmla="*/ 52 h 104"/>
                  <a:gd name="T16" fmla="*/ 52 w 104"/>
                  <a:gd name="T17" fmla="*/ 71 h 104"/>
                  <a:gd name="T18" fmla="*/ 32 w 104"/>
                  <a:gd name="T19" fmla="*/ 52 h 104"/>
                  <a:gd name="T20" fmla="*/ 94 w 104"/>
                  <a:gd name="T21" fmla="*/ 69 h 104"/>
                  <a:gd name="T22" fmla="*/ 94 w 104"/>
                  <a:gd name="T23" fmla="*/ 69 h 104"/>
                  <a:gd name="T24" fmla="*/ 76 w 104"/>
                  <a:gd name="T25" fmla="*/ 62 h 104"/>
                  <a:gd name="T26" fmla="*/ 78 w 104"/>
                  <a:gd name="T27" fmla="*/ 52 h 104"/>
                  <a:gd name="T28" fmla="*/ 76 w 104"/>
                  <a:gd name="T29" fmla="*/ 42 h 104"/>
                  <a:gd name="T30" fmla="*/ 89 w 104"/>
                  <a:gd name="T31" fmla="*/ 37 h 104"/>
                  <a:gd name="T32" fmla="*/ 94 w 104"/>
                  <a:gd name="T33" fmla="*/ 34 h 104"/>
                  <a:gd name="T34" fmla="*/ 98 w 104"/>
                  <a:gd name="T35" fmla="*/ 52 h 104"/>
                  <a:gd name="T36" fmla="*/ 94 w 104"/>
                  <a:gd name="T37" fmla="*/ 69 h 104"/>
                  <a:gd name="T38" fmla="*/ 69 w 104"/>
                  <a:gd name="T39" fmla="*/ 10 h 104"/>
                  <a:gd name="T40" fmla="*/ 69 w 104"/>
                  <a:gd name="T41" fmla="*/ 10 h 104"/>
                  <a:gd name="T42" fmla="*/ 69 w 104"/>
                  <a:gd name="T43" fmla="*/ 10 h 104"/>
                  <a:gd name="T44" fmla="*/ 62 w 104"/>
                  <a:gd name="T45" fmla="*/ 28 h 104"/>
                  <a:gd name="T46" fmla="*/ 52 w 104"/>
                  <a:gd name="T47" fmla="*/ 26 h 104"/>
                  <a:gd name="T48" fmla="*/ 42 w 104"/>
                  <a:gd name="T49" fmla="*/ 28 h 104"/>
                  <a:gd name="T50" fmla="*/ 38 w 104"/>
                  <a:gd name="T51" fmla="*/ 19 h 104"/>
                  <a:gd name="T52" fmla="*/ 35 w 104"/>
                  <a:gd name="T53" fmla="*/ 10 h 104"/>
                  <a:gd name="T54" fmla="*/ 52 w 104"/>
                  <a:gd name="T55" fmla="*/ 6 h 104"/>
                  <a:gd name="T56" fmla="*/ 69 w 104"/>
                  <a:gd name="T57" fmla="*/ 10 h 104"/>
                  <a:gd name="T58" fmla="*/ 10 w 104"/>
                  <a:gd name="T59" fmla="*/ 34 h 104"/>
                  <a:gd name="T60" fmla="*/ 19 w 104"/>
                  <a:gd name="T61" fmla="*/ 38 h 104"/>
                  <a:gd name="T62" fmla="*/ 28 w 104"/>
                  <a:gd name="T63" fmla="*/ 42 h 104"/>
                  <a:gd name="T64" fmla="*/ 26 w 104"/>
                  <a:gd name="T65" fmla="*/ 52 h 104"/>
                  <a:gd name="T66" fmla="*/ 28 w 104"/>
                  <a:gd name="T67" fmla="*/ 62 h 104"/>
                  <a:gd name="T68" fmla="*/ 10 w 104"/>
                  <a:gd name="T69" fmla="*/ 69 h 104"/>
                  <a:gd name="T70" fmla="*/ 6 w 104"/>
                  <a:gd name="T71" fmla="*/ 52 h 104"/>
                  <a:gd name="T72" fmla="*/ 10 w 104"/>
                  <a:gd name="T73" fmla="*/ 34 h 104"/>
                  <a:gd name="T74" fmla="*/ 35 w 104"/>
                  <a:gd name="T75" fmla="*/ 94 h 104"/>
                  <a:gd name="T76" fmla="*/ 37 w 104"/>
                  <a:gd name="T77" fmla="*/ 88 h 104"/>
                  <a:gd name="T78" fmla="*/ 42 w 104"/>
                  <a:gd name="T79" fmla="*/ 76 h 104"/>
                  <a:gd name="T80" fmla="*/ 52 w 104"/>
                  <a:gd name="T81" fmla="*/ 78 h 104"/>
                  <a:gd name="T82" fmla="*/ 62 w 104"/>
                  <a:gd name="T83" fmla="*/ 76 h 104"/>
                  <a:gd name="T84" fmla="*/ 69 w 104"/>
                  <a:gd name="T85" fmla="*/ 94 h 104"/>
                  <a:gd name="T86" fmla="*/ 69 w 104"/>
                  <a:gd name="T87" fmla="*/ 94 h 104"/>
                  <a:gd name="T88" fmla="*/ 69 w 104"/>
                  <a:gd name="T89" fmla="*/ 94 h 104"/>
                  <a:gd name="T90" fmla="*/ 52 w 104"/>
                  <a:gd name="T91" fmla="*/ 97 h 104"/>
                  <a:gd name="T92" fmla="*/ 35 w 104"/>
                  <a:gd name="T93" fmla="*/ 9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32" y="52"/>
                    </a:moveTo>
                    <a:cubicBezTo>
                      <a:pt x="32" y="41"/>
                      <a:pt x="41" y="32"/>
                      <a:pt x="52" y="32"/>
                    </a:cubicBezTo>
                    <a:cubicBezTo>
                      <a:pt x="63" y="32"/>
                      <a:pt x="72" y="41"/>
                      <a:pt x="72" y="52"/>
                    </a:cubicBezTo>
                    <a:cubicBezTo>
                      <a:pt x="72" y="63"/>
                      <a:pt x="63" y="71"/>
                      <a:pt x="52" y="71"/>
                    </a:cubicBezTo>
                    <a:cubicBezTo>
                      <a:pt x="41" y="71"/>
                      <a:pt x="32" y="63"/>
                      <a:pt x="32" y="52"/>
                    </a:cubicBezTo>
                    <a:close/>
                    <a:moveTo>
                      <a:pt x="94" y="69"/>
                    </a:moveTo>
                    <a:cubicBezTo>
                      <a:pt x="94" y="69"/>
                      <a:pt x="94" y="69"/>
                      <a:pt x="94" y="69"/>
                    </a:cubicBezTo>
                    <a:cubicBezTo>
                      <a:pt x="76" y="62"/>
                      <a:pt x="76" y="62"/>
                      <a:pt x="76" y="62"/>
                    </a:cubicBezTo>
                    <a:cubicBezTo>
                      <a:pt x="77" y="59"/>
                      <a:pt x="78" y="55"/>
                      <a:pt x="78" y="52"/>
                    </a:cubicBezTo>
                    <a:cubicBezTo>
                      <a:pt x="78" y="48"/>
                      <a:pt x="77" y="45"/>
                      <a:pt x="76" y="42"/>
                    </a:cubicBezTo>
                    <a:cubicBezTo>
                      <a:pt x="89" y="37"/>
                      <a:pt x="89" y="37"/>
                      <a:pt x="89" y="37"/>
                    </a:cubicBezTo>
                    <a:cubicBezTo>
                      <a:pt x="94" y="34"/>
                      <a:pt x="94" y="34"/>
                      <a:pt x="94" y="34"/>
                    </a:cubicBezTo>
                    <a:cubicBezTo>
                      <a:pt x="96" y="40"/>
                      <a:pt x="98" y="46"/>
                      <a:pt x="98" y="52"/>
                    </a:cubicBezTo>
                    <a:cubicBezTo>
                      <a:pt x="98" y="58"/>
                      <a:pt x="96" y="64"/>
                      <a:pt x="94" y="69"/>
                    </a:cubicBezTo>
                    <a:close/>
                    <a:moveTo>
                      <a:pt x="69" y="10"/>
                    </a:moveTo>
                    <a:cubicBezTo>
                      <a:pt x="69" y="10"/>
                      <a:pt x="69" y="10"/>
                      <a:pt x="69" y="10"/>
                    </a:cubicBezTo>
                    <a:cubicBezTo>
                      <a:pt x="69" y="10"/>
                      <a:pt x="69" y="10"/>
                      <a:pt x="69" y="10"/>
                    </a:cubicBezTo>
                    <a:cubicBezTo>
                      <a:pt x="62" y="28"/>
                      <a:pt x="62" y="28"/>
                      <a:pt x="62" y="28"/>
                    </a:cubicBezTo>
                    <a:cubicBezTo>
                      <a:pt x="59" y="26"/>
                      <a:pt x="56" y="26"/>
                      <a:pt x="52" y="26"/>
                    </a:cubicBezTo>
                    <a:cubicBezTo>
                      <a:pt x="48" y="26"/>
                      <a:pt x="45" y="26"/>
                      <a:pt x="42" y="28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40" y="7"/>
                      <a:pt x="46" y="6"/>
                      <a:pt x="52" y="6"/>
                    </a:cubicBezTo>
                    <a:cubicBezTo>
                      <a:pt x="58" y="6"/>
                      <a:pt x="64" y="7"/>
                      <a:pt x="69" y="10"/>
                    </a:cubicBezTo>
                    <a:close/>
                    <a:moveTo>
                      <a:pt x="10" y="34"/>
                    </a:moveTo>
                    <a:cubicBezTo>
                      <a:pt x="19" y="38"/>
                      <a:pt x="19" y="38"/>
                      <a:pt x="19" y="38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5"/>
                      <a:pt x="26" y="48"/>
                      <a:pt x="26" y="52"/>
                    </a:cubicBezTo>
                    <a:cubicBezTo>
                      <a:pt x="26" y="55"/>
                      <a:pt x="27" y="59"/>
                      <a:pt x="28" y="62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8" y="64"/>
                      <a:pt x="6" y="58"/>
                      <a:pt x="6" y="52"/>
                    </a:cubicBezTo>
                    <a:cubicBezTo>
                      <a:pt x="6" y="46"/>
                      <a:pt x="8" y="40"/>
                      <a:pt x="10" y="34"/>
                    </a:cubicBezTo>
                    <a:close/>
                    <a:moveTo>
                      <a:pt x="35" y="94"/>
                    </a:moveTo>
                    <a:cubicBezTo>
                      <a:pt x="37" y="88"/>
                      <a:pt x="37" y="88"/>
                      <a:pt x="37" y="88"/>
                    </a:cubicBezTo>
                    <a:cubicBezTo>
                      <a:pt x="42" y="76"/>
                      <a:pt x="42" y="76"/>
                      <a:pt x="42" y="76"/>
                    </a:cubicBezTo>
                    <a:cubicBezTo>
                      <a:pt x="45" y="77"/>
                      <a:pt x="48" y="78"/>
                      <a:pt x="52" y="78"/>
                    </a:cubicBezTo>
                    <a:cubicBezTo>
                      <a:pt x="56" y="78"/>
                      <a:pt x="59" y="77"/>
                      <a:pt x="62" y="76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9" y="94"/>
                      <a:pt x="69" y="94"/>
                      <a:pt x="69" y="94"/>
                    </a:cubicBezTo>
                    <a:cubicBezTo>
                      <a:pt x="64" y="96"/>
                      <a:pt x="58" y="97"/>
                      <a:pt x="52" y="97"/>
                    </a:cubicBezTo>
                    <a:cubicBezTo>
                      <a:pt x="46" y="97"/>
                      <a:pt x="40" y="96"/>
                      <a:pt x="35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4" name="î$ļi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7CA5E52-DB0C-40AA-A802-899C638F020F}"/>
                  </a:ext>
                </a:extLst>
              </p:cNvPr>
              <p:cNvSpPr/>
              <p:nvPr/>
            </p:nvSpPr>
            <p:spPr bwMode="auto">
              <a:xfrm>
                <a:off x="9935749" y="4810740"/>
                <a:ext cx="383636" cy="387551"/>
              </a:xfrm>
              <a:custGeom>
                <a:avLst/>
                <a:gdLst>
                  <a:gd name="T0" fmla="*/ 0 w 120"/>
                  <a:gd name="T1" fmla="*/ 70 h 121"/>
                  <a:gd name="T2" fmla="*/ 10 w 120"/>
                  <a:gd name="T3" fmla="*/ 80 h 121"/>
                  <a:gd name="T4" fmla="*/ 20 w 120"/>
                  <a:gd name="T5" fmla="*/ 70 h 121"/>
                  <a:gd name="T6" fmla="*/ 20 w 120"/>
                  <a:gd name="T7" fmla="*/ 34 h 121"/>
                  <a:gd name="T8" fmla="*/ 103 w 120"/>
                  <a:gd name="T9" fmla="*/ 117 h 121"/>
                  <a:gd name="T10" fmla="*/ 117 w 120"/>
                  <a:gd name="T11" fmla="*/ 117 h 121"/>
                  <a:gd name="T12" fmla="*/ 120 w 120"/>
                  <a:gd name="T13" fmla="*/ 110 h 121"/>
                  <a:gd name="T14" fmla="*/ 117 w 120"/>
                  <a:gd name="T15" fmla="*/ 103 h 121"/>
                  <a:gd name="T16" fmla="*/ 34 w 120"/>
                  <a:gd name="T17" fmla="*/ 20 h 121"/>
                  <a:gd name="T18" fmla="*/ 70 w 120"/>
                  <a:gd name="T19" fmla="*/ 20 h 121"/>
                  <a:gd name="T20" fmla="*/ 80 w 120"/>
                  <a:gd name="T21" fmla="*/ 10 h 121"/>
                  <a:gd name="T22" fmla="*/ 70 w 120"/>
                  <a:gd name="T23" fmla="*/ 0 h 121"/>
                  <a:gd name="T24" fmla="*/ 0 w 120"/>
                  <a:gd name="T25" fmla="*/ 0 h 121"/>
                  <a:gd name="T26" fmla="*/ 0 w 120"/>
                  <a:gd name="T27" fmla="*/ 7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121">
                    <a:moveTo>
                      <a:pt x="0" y="70"/>
                    </a:moveTo>
                    <a:cubicBezTo>
                      <a:pt x="0" y="76"/>
                      <a:pt x="4" y="80"/>
                      <a:pt x="10" y="80"/>
                    </a:cubicBezTo>
                    <a:cubicBezTo>
                      <a:pt x="15" y="80"/>
                      <a:pt x="20" y="76"/>
                      <a:pt x="20" y="7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03" y="117"/>
                      <a:pt x="103" y="117"/>
                      <a:pt x="103" y="117"/>
                    </a:cubicBezTo>
                    <a:cubicBezTo>
                      <a:pt x="107" y="121"/>
                      <a:pt x="113" y="121"/>
                      <a:pt x="117" y="117"/>
                    </a:cubicBezTo>
                    <a:cubicBezTo>
                      <a:pt x="119" y="115"/>
                      <a:pt x="120" y="113"/>
                      <a:pt x="120" y="110"/>
                    </a:cubicBezTo>
                    <a:cubicBezTo>
                      <a:pt x="120" y="108"/>
                      <a:pt x="119" y="105"/>
                      <a:pt x="117" y="103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5" y="20"/>
                      <a:pt x="80" y="15"/>
                      <a:pt x="80" y="10"/>
                    </a:cubicBezTo>
                    <a:cubicBezTo>
                      <a:pt x="80" y="4"/>
                      <a:pt x="75" y="0"/>
                      <a:pt x="7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5" name="îŝli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0906F61-DAB4-4FC9-A850-E89E4AC2658F}"/>
                  </a:ext>
                </a:extLst>
              </p:cNvPr>
              <p:cNvSpPr/>
              <p:nvPr/>
            </p:nvSpPr>
            <p:spPr bwMode="auto">
              <a:xfrm>
                <a:off x="9426843" y="3544348"/>
                <a:ext cx="399295" cy="330788"/>
              </a:xfrm>
              <a:custGeom>
                <a:avLst/>
                <a:gdLst>
                  <a:gd name="T0" fmla="*/ 125 w 125"/>
                  <a:gd name="T1" fmla="*/ 55 h 103"/>
                  <a:gd name="T2" fmla="*/ 110 w 125"/>
                  <a:gd name="T3" fmla="*/ 24 h 103"/>
                  <a:gd name="T4" fmla="*/ 86 w 125"/>
                  <a:gd name="T5" fmla="*/ 24 h 103"/>
                  <a:gd name="T6" fmla="*/ 86 w 125"/>
                  <a:gd name="T7" fmla="*/ 8 h 103"/>
                  <a:gd name="T8" fmla="*/ 78 w 125"/>
                  <a:gd name="T9" fmla="*/ 0 h 103"/>
                  <a:gd name="T10" fmla="*/ 8 w 125"/>
                  <a:gd name="T11" fmla="*/ 0 h 103"/>
                  <a:gd name="T12" fmla="*/ 0 w 125"/>
                  <a:gd name="T13" fmla="*/ 8 h 103"/>
                  <a:gd name="T14" fmla="*/ 0 w 125"/>
                  <a:gd name="T15" fmla="*/ 71 h 103"/>
                  <a:gd name="T16" fmla="*/ 8 w 125"/>
                  <a:gd name="T17" fmla="*/ 79 h 103"/>
                  <a:gd name="T18" fmla="*/ 18 w 125"/>
                  <a:gd name="T19" fmla="*/ 79 h 103"/>
                  <a:gd name="T20" fmla="*/ 16 w 125"/>
                  <a:gd name="T21" fmla="*/ 87 h 103"/>
                  <a:gd name="T22" fmla="*/ 31 w 125"/>
                  <a:gd name="T23" fmla="*/ 103 h 103"/>
                  <a:gd name="T24" fmla="*/ 47 w 125"/>
                  <a:gd name="T25" fmla="*/ 87 h 103"/>
                  <a:gd name="T26" fmla="*/ 45 w 125"/>
                  <a:gd name="T27" fmla="*/ 79 h 103"/>
                  <a:gd name="T28" fmla="*/ 88 w 125"/>
                  <a:gd name="T29" fmla="*/ 79 h 103"/>
                  <a:gd name="T30" fmla="*/ 86 w 125"/>
                  <a:gd name="T31" fmla="*/ 87 h 103"/>
                  <a:gd name="T32" fmla="*/ 102 w 125"/>
                  <a:gd name="T33" fmla="*/ 103 h 103"/>
                  <a:gd name="T34" fmla="*/ 118 w 125"/>
                  <a:gd name="T35" fmla="*/ 87 h 103"/>
                  <a:gd name="T36" fmla="*/ 115 w 125"/>
                  <a:gd name="T37" fmla="*/ 79 h 103"/>
                  <a:gd name="T38" fmla="*/ 125 w 125"/>
                  <a:gd name="T39" fmla="*/ 79 h 103"/>
                  <a:gd name="T40" fmla="*/ 125 w 125"/>
                  <a:gd name="T41" fmla="*/ 55 h 103"/>
                  <a:gd name="T42" fmla="*/ 86 w 125"/>
                  <a:gd name="T43" fmla="*/ 55 h 103"/>
                  <a:gd name="T44" fmla="*/ 86 w 125"/>
                  <a:gd name="T45" fmla="*/ 36 h 103"/>
                  <a:gd name="T46" fmla="*/ 102 w 125"/>
                  <a:gd name="T47" fmla="*/ 36 h 103"/>
                  <a:gd name="T48" fmla="*/ 112 w 125"/>
                  <a:gd name="T49" fmla="*/ 55 h 103"/>
                  <a:gd name="T50" fmla="*/ 86 w 125"/>
                  <a:gd name="T51" fmla="*/ 5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25" h="103">
                    <a:moveTo>
                      <a:pt x="125" y="55"/>
                    </a:moveTo>
                    <a:cubicBezTo>
                      <a:pt x="110" y="24"/>
                      <a:pt x="110" y="24"/>
                      <a:pt x="110" y="24"/>
                    </a:cubicBezTo>
                    <a:cubicBezTo>
                      <a:pt x="86" y="24"/>
                      <a:pt x="86" y="24"/>
                      <a:pt x="86" y="24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6" y="4"/>
                      <a:pt x="83" y="0"/>
                      <a:pt x="7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6" y="81"/>
                      <a:pt x="16" y="84"/>
                      <a:pt x="16" y="87"/>
                    </a:cubicBezTo>
                    <a:cubicBezTo>
                      <a:pt x="16" y="96"/>
                      <a:pt x="23" y="103"/>
                      <a:pt x="31" y="103"/>
                    </a:cubicBezTo>
                    <a:cubicBezTo>
                      <a:pt x="40" y="103"/>
                      <a:pt x="47" y="96"/>
                      <a:pt x="47" y="87"/>
                    </a:cubicBezTo>
                    <a:cubicBezTo>
                      <a:pt x="47" y="84"/>
                      <a:pt x="46" y="81"/>
                      <a:pt x="45" y="79"/>
                    </a:cubicBezTo>
                    <a:cubicBezTo>
                      <a:pt x="88" y="79"/>
                      <a:pt x="88" y="79"/>
                      <a:pt x="88" y="79"/>
                    </a:cubicBezTo>
                    <a:cubicBezTo>
                      <a:pt x="87" y="81"/>
                      <a:pt x="86" y="84"/>
                      <a:pt x="86" y="87"/>
                    </a:cubicBezTo>
                    <a:cubicBezTo>
                      <a:pt x="86" y="96"/>
                      <a:pt x="93" y="103"/>
                      <a:pt x="102" y="103"/>
                    </a:cubicBezTo>
                    <a:cubicBezTo>
                      <a:pt x="111" y="103"/>
                      <a:pt x="118" y="96"/>
                      <a:pt x="118" y="87"/>
                    </a:cubicBezTo>
                    <a:cubicBezTo>
                      <a:pt x="118" y="84"/>
                      <a:pt x="117" y="81"/>
                      <a:pt x="115" y="79"/>
                    </a:cubicBezTo>
                    <a:cubicBezTo>
                      <a:pt x="125" y="79"/>
                      <a:pt x="125" y="79"/>
                      <a:pt x="125" y="79"/>
                    </a:cubicBezTo>
                    <a:lnTo>
                      <a:pt x="125" y="55"/>
                    </a:lnTo>
                    <a:close/>
                    <a:moveTo>
                      <a:pt x="86" y="55"/>
                    </a:moveTo>
                    <a:cubicBezTo>
                      <a:pt x="86" y="36"/>
                      <a:pt x="86" y="36"/>
                      <a:pt x="86" y="36"/>
                    </a:cubicBezTo>
                    <a:cubicBezTo>
                      <a:pt x="102" y="36"/>
                      <a:pt x="102" y="36"/>
                      <a:pt x="102" y="36"/>
                    </a:cubicBezTo>
                    <a:cubicBezTo>
                      <a:pt x="112" y="55"/>
                      <a:pt x="112" y="55"/>
                      <a:pt x="112" y="55"/>
                    </a:cubicBezTo>
                    <a:lnTo>
                      <a:pt x="86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6" name="î$ḷi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9A36FFD-FDCE-41CE-A573-4FA19270651E}"/>
                  </a:ext>
                </a:extLst>
              </p:cNvPr>
              <p:cNvSpPr/>
              <p:nvPr/>
            </p:nvSpPr>
            <p:spPr bwMode="auto">
              <a:xfrm>
                <a:off x="9250684" y="3160712"/>
                <a:ext cx="336661" cy="336661"/>
              </a:xfrm>
              <a:custGeom>
                <a:avLst/>
                <a:gdLst>
                  <a:gd name="T0" fmla="*/ 101 w 105"/>
                  <a:gd name="T1" fmla="*/ 29 h 105"/>
                  <a:gd name="T2" fmla="*/ 72 w 105"/>
                  <a:gd name="T3" fmla="*/ 26 h 105"/>
                  <a:gd name="T4" fmla="*/ 89 w 105"/>
                  <a:gd name="T5" fmla="*/ 10 h 105"/>
                  <a:gd name="T6" fmla="*/ 82 w 105"/>
                  <a:gd name="T7" fmla="*/ 3 h 105"/>
                  <a:gd name="T8" fmla="*/ 59 w 105"/>
                  <a:gd name="T9" fmla="*/ 26 h 105"/>
                  <a:gd name="T10" fmla="*/ 53 w 105"/>
                  <a:gd name="T11" fmla="*/ 26 h 105"/>
                  <a:gd name="T12" fmla="*/ 53 w 105"/>
                  <a:gd name="T13" fmla="*/ 26 h 105"/>
                  <a:gd name="T14" fmla="*/ 26 w 105"/>
                  <a:gd name="T15" fmla="*/ 0 h 105"/>
                  <a:gd name="T16" fmla="*/ 20 w 105"/>
                  <a:gd name="T17" fmla="*/ 6 h 105"/>
                  <a:gd name="T18" fmla="*/ 40 w 105"/>
                  <a:gd name="T19" fmla="*/ 26 h 105"/>
                  <a:gd name="T20" fmla="*/ 4 w 105"/>
                  <a:gd name="T21" fmla="*/ 29 h 105"/>
                  <a:gd name="T22" fmla="*/ 0 w 105"/>
                  <a:gd name="T23" fmla="*/ 65 h 105"/>
                  <a:gd name="T24" fmla="*/ 4 w 105"/>
                  <a:gd name="T25" fmla="*/ 102 h 105"/>
                  <a:gd name="T26" fmla="*/ 53 w 105"/>
                  <a:gd name="T27" fmla="*/ 105 h 105"/>
                  <a:gd name="T28" fmla="*/ 101 w 105"/>
                  <a:gd name="T29" fmla="*/ 102 h 105"/>
                  <a:gd name="T30" fmla="*/ 105 w 105"/>
                  <a:gd name="T31" fmla="*/ 65 h 105"/>
                  <a:gd name="T32" fmla="*/ 101 w 105"/>
                  <a:gd name="T33" fmla="*/ 29 h 105"/>
                  <a:gd name="T34" fmla="*/ 89 w 105"/>
                  <a:gd name="T35" fmla="*/ 90 h 105"/>
                  <a:gd name="T36" fmla="*/ 53 w 105"/>
                  <a:gd name="T37" fmla="*/ 92 h 105"/>
                  <a:gd name="T38" fmla="*/ 16 w 105"/>
                  <a:gd name="T39" fmla="*/ 90 h 105"/>
                  <a:gd name="T40" fmla="*/ 13 w 105"/>
                  <a:gd name="T41" fmla="*/ 65 h 105"/>
                  <a:gd name="T42" fmla="*/ 16 w 105"/>
                  <a:gd name="T43" fmla="*/ 41 h 105"/>
                  <a:gd name="T44" fmla="*/ 53 w 105"/>
                  <a:gd name="T45" fmla="*/ 39 h 105"/>
                  <a:gd name="T46" fmla="*/ 89 w 105"/>
                  <a:gd name="T47" fmla="*/ 41 h 105"/>
                  <a:gd name="T48" fmla="*/ 92 w 105"/>
                  <a:gd name="T49" fmla="*/ 65 h 105"/>
                  <a:gd name="T50" fmla="*/ 89 w 105"/>
                  <a:gd name="T51" fmla="*/ 9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5" h="105">
                    <a:moveTo>
                      <a:pt x="101" y="29"/>
                    </a:moveTo>
                    <a:cubicBezTo>
                      <a:pt x="92" y="28"/>
                      <a:pt x="82" y="27"/>
                      <a:pt x="72" y="26"/>
                    </a:cubicBezTo>
                    <a:cubicBezTo>
                      <a:pt x="89" y="10"/>
                      <a:pt x="89" y="10"/>
                      <a:pt x="89" y="10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7" y="26"/>
                      <a:pt x="55" y="26"/>
                      <a:pt x="53" y="26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27" y="27"/>
                      <a:pt x="15" y="28"/>
                      <a:pt x="4" y="29"/>
                    </a:cubicBezTo>
                    <a:cubicBezTo>
                      <a:pt x="2" y="40"/>
                      <a:pt x="0" y="53"/>
                      <a:pt x="0" y="65"/>
                    </a:cubicBezTo>
                    <a:cubicBezTo>
                      <a:pt x="0" y="78"/>
                      <a:pt x="2" y="91"/>
                      <a:pt x="4" y="102"/>
                    </a:cubicBezTo>
                    <a:cubicBezTo>
                      <a:pt x="19" y="104"/>
                      <a:pt x="35" y="105"/>
                      <a:pt x="53" y="105"/>
                    </a:cubicBezTo>
                    <a:cubicBezTo>
                      <a:pt x="70" y="105"/>
                      <a:pt x="86" y="104"/>
                      <a:pt x="101" y="102"/>
                    </a:cubicBezTo>
                    <a:cubicBezTo>
                      <a:pt x="104" y="91"/>
                      <a:pt x="105" y="78"/>
                      <a:pt x="105" y="65"/>
                    </a:cubicBezTo>
                    <a:cubicBezTo>
                      <a:pt x="105" y="53"/>
                      <a:pt x="104" y="40"/>
                      <a:pt x="101" y="29"/>
                    </a:cubicBezTo>
                    <a:close/>
                    <a:moveTo>
                      <a:pt x="89" y="90"/>
                    </a:moveTo>
                    <a:cubicBezTo>
                      <a:pt x="78" y="91"/>
                      <a:pt x="65" y="92"/>
                      <a:pt x="53" y="92"/>
                    </a:cubicBezTo>
                    <a:cubicBezTo>
                      <a:pt x="40" y="92"/>
                      <a:pt x="27" y="91"/>
                      <a:pt x="16" y="90"/>
                    </a:cubicBezTo>
                    <a:cubicBezTo>
                      <a:pt x="14" y="82"/>
                      <a:pt x="13" y="74"/>
                      <a:pt x="13" y="65"/>
                    </a:cubicBezTo>
                    <a:cubicBezTo>
                      <a:pt x="13" y="57"/>
                      <a:pt x="14" y="49"/>
                      <a:pt x="16" y="41"/>
                    </a:cubicBezTo>
                    <a:cubicBezTo>
                      <a:pt x="27" y="40"/>
                      <a:pt x="40" y="39"/>
                      <a:pt x="53" y="39"/>
                    </a:cubicBezTo>
                    <a:cubicBezTo>
                      <a:pt x="65" y="39"/>
                      <a:pt x="78" y="40"/>
                      <a:pt x="89" y="41"/>
                    </a:cubicBezTo>
                    <a:cubicBezTo>
                      <a:pt x="91" y="49"/>
                      <a:pt x="92" y="57"/>
                      <a:pt x="92" y="65"/>
                    </a:cubicBezTo>
                    <a:cubicBezTo>
                      <a:pt x="92" y="74"/>
                      <a:pt x="91" y="82"/>
                      <a:pt x="8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7" name="îṣľi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2C77CD3-3E83-465D-845F-5327F091D0F1}"/>
                  </a:ext>
                </a:extLst>
              </p:cNvPr>
              <p:cNvSpPr/>
              <p:nvPr/>
            </p:nvSpPr>
            <p:spPr bwMode="auto">
              <a:xfrm>
                <a:off x="9274172" y="2775119"/>
                <a:ext cx="428656" cy="348404"/>
              </a:xfrm>
              <a:custGeom>
                <a:avLst/>
                <a:gdLst>
                  <a:gd name="T0" fmla="*/ 134 w 134"/>
                  <a:gd name="T1" fmla="*/ 13 h 109"/>
                  <a:gd name="T2" fmla="*/ 118 w 134"/>
                  <a:gd name="T3" fmla="*/ 17 h 109"/>
                  <a:gd name="T4" fmla="*/ 130 w 134"/>
                  <a:gd name="T5" fmla="*/ 2 h 109"/>
                  <a:gd name="T6" fmla="*/ 113 w 134"/>
                  <a:gd name="T7" fmla="*/ 9 h 109"/>
                  <a:gd name="T8" fmla="*/ 93 w 134"/>
                  <a:gd name="T9" fmla="*/ 0 h 109"/>
                  <a:gd name="T10" fmla="*/ 65 w 134"/>
                  <a:gd name="T11" fmla="*/ 28 h 109"/>
                  <a:gd name="T12" fmla="*/ 66 w 134"/>
                  <a:gd name="T13" fmla="*/ 34 h 109"/>
                  <a:gd name="T14" fmla="*/ 10 w 134"/>
                  <a:gd name="T15" fmla="*/ 5 h 109"/>
                  <a:gd name="T16" fmla="*/ 6 w 134"/>
                  <a:gd name="T17" fmla="*/ 19 h 109"/>
                  <a:gd name="T18" fmla="*/ 18 w 134"/>
                  <a:gd name="T19" fmla="*/ 42 h 109"/>
                  <a:gd name="T20" fmla="*/ 6 w 134"/>
                  <a:gd name="T21" fmla="*/ 38 h 109"/>
                  <a:gd name="T22" fmla="*/ 6 w 134"/>
                  <a:gd name="T23" fmla="*/ 39 h 109"/>
                  <a:gd name="T24" fmla="*/ 28 w 134"/>
                  <a:gd name="T25" fmla="*/ 66 h 109"/>
                  <a:gd name="T26" fmla="*/ 20 w 134"/>
                  <a:gd name="T27" fmla="*/ 67 h 109"/>
                  <a:gd name="T28" fmla="*/ 15 w 134"/>
                  <a:gd name="T29" fmla="*/ 66 h 109"/>
                  <a:gd name="T30" fmla="*/ 41 w 134"/>
                  <a:gd name="T31" fmla="*/ 85 h 109"/>
                  <a:gd name="T32" fmla="*/ 7 w 134"/>
                  <a:gd name="T33" fmla="*/ 97 h 109"/>
                  <a:gd name="T34" fmla="*/ 0 w 134"/>
                  <a:gd name="T35" fmla="*/ 96 h 109"/>
                  <a:gd name="T36" fmla="*/ 42 w 134"/>
                  <a:gd name="T37" fmla="*/ 109 h 109"/>
                  <a:gd name="T38" fmla="*/ 120 w 134"/>
                  <a:gd name="T39" fmla="*/ 31 h 109"/>
                  <a:gd name="T40" fmla="*/ 120 w 134"/>
                  <a:gd name="T41" fmla="*/ 27 h 109"/>
                  <a:gd name="T42" fmla="*/ 134 w 134"/>
                  <a:gd name="T43" fmla="*/ 1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" h="109">
                    <a:moveTo>
                      <a:pt x="134" y="13"/>
                    </a:moveTo>
                    <a:cubicBezTo>
                      <a:pt x="129" y="15"/>
                      <a:pt x="124" y="17"/>
                      <a:pt x="118" y="17"/>
                    </a:cubicBezTo>
                    <a:cubicBezTo>
                      <a:pt x="124" y="14"/>
                      <a:pt x="128" y="9"/>
                      <a:pt x="130" y="2"/>
                    </a:cubicBezTo>
                    <a:cubicBezTo>
                      <a:pt x="125" y="5"/>
                      <a:pt x="119" y="8"/>
                      <a:pt x="113" y="9"/>
                    </a:cubicBezTo>
                    <a:cubicBezTo>
                      <a:pt x="108" y="3"/>
                      <a:pt x="101" y="0"/>
                      <a:pt x="93" y="0"/>
                    </a:cubicBezTo>
                    <a:cubicBezTo>
                      <a:pt x="78" y="0"/>
                      <a:pt x="65" y="12"/>
                      <a:pt x="65" y="28"/>
                    </a:cubicBezTo>
                    <a:cubicBezTo>
                      <a:pt x="65" y="30"/>
                      <a:pt x="66" y="32"/>
                      <a:pt x="66" y="34"/>
                    </a:cubicBezTo>
                    <a:cubicBezTo>
                      <a:pt x="43" y="33"/>
                      <a:pt x="23" y="22"/>
                      <a:pt x="10" y="5"/>
                    </a:cubicBezTo>
                    <a:cubicBezTo>
                      <a:pt x="7" y="9"/>
                      <a:pt x="6" y="14"/>
                      <a:pt x="6" y="19"/>
                    </a:cubicBezTo>
                    <a:cubicBezTo>
                      <a:pt x="6" y="28"/>
                      <a:pt x="11" y="37"/>
                      <a:pt x="18" y="42"/>
                    </a:cubicBezTo>
                    <a:cubicBezTo>
                      <a:pt x="14" y="42"/>
                      <a:pt x="9" y="40"/>
                      <a:pt x="6" y="38"/>
                    </a:cubicBezTo>
                    <a:cubicBezTo>
                      <a:pt x="6" y="38"/>
                      <a:pt x="6" y="39"/>
                      <a:pt x="6" y="39"/>
                    </a:cubicBezTo>
                    <a:cubicBezTo>
                      <a:pt x="6" y="52"/>
                      <a:pt x="15" y="63"/>
                      <a:pt x="28" y="66"/>
                    </a:cubicBezTo>
                    <a:cubicBezTo>
                      <a:pt x="25" y="66"/>
                      <a:pt x="23" y="67"/>
                      <a:pt x="20" y="67"/>
                    </a:cubicBezTo>
                    <a:cubicBezTo>
                      <a:pt x="19" y="67"/>
                      <a:pt x="17" y="66"/>
                      <a:pt x="15" y="66"/>
                    </a:cubicBezTo>
                    <a:cubicBezTo>
                      <a:pt x="19" y="77"/>
                      <a:pt x="29" y="85"/>
                      <a:pt x="41" y="85"/>
                    </a:cubicBezTo>
                    <a:cubicBezTo>
                      <a:pt x="31" y="92"/>
                      <a:pt x="20" y="97"/>
                      <a:pt x="7" y="97"/>
                    </a:cubicBezTo>
                    <a:cubicBezTo>
                      <a:pt x="5" y="97"/>
                      <a:pt x="2" y="97"/>
                      <a:pt x="0" y="96"/>
                    </a:cubicBezTo>
                    <a:cubicBezTo>
                      <a:pt x="12" y="104"/>
                      <a:pt x="27" y="109"/>
                      <a:pt x="42" y="109"/>
                    </a:cubicBezTo>
                    <a:cubicBezTo>
                      <a:pt x="93" y="109"/>
                      <a:pt x="120" y="67"/>
                      <a:pt x="120" y="31"/>
                    </a:cubicBezTo>
                    <a:cubicBezTo>
                      <a:pt x="120" y="30"/>
                      <a:pt x="120" y="28"/>
                      <a:pt x="120" y="27"/>
                    </a:cubicBezTo>
                    <a:cubicBezTo>
                      <a:pt x="126" y="23"/>
                      <a:pt x="130" y="18"/>
                      <a:pt x="134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" name="iśḻï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7AB646-A3E1-4668-8DBC-C340BD9BEE3C}"/>
                  </a:ext>
                </a:extLst>
              </p:cNvPr>
              <p:cNvSpPr/>
              <p:nvPr/>
            </p:nvSpPr>
            <p:spPr bwMode="auto">
              <a:xfrm>
                <a:off x="9465990" y="4558244"/>
                <a:ext cx="414954" cy="391466"/>
              </a:xfrm>
              <a:custGeom>
                <a:avLst/>
                <a:gdLst>
                  <a:gd name="T0" fmla="*/ 93 w 212"/>
                  <a:gd name="T1" fmla="*/ 107 h 200"/>
                  <a:gd name="T2" fmla="*/ 119 w 212"/>
                  <a:gd name="T3" fmla="*/ 107 h 200"/>
                  <a:gd name="T4" fmla="*/ 119 w 212"/>
                  <a:gd name="T5" fmla="*/ 54 h 200"/>
                  <a:gd name="T6" fmla="*/ 158 w 212"/>
                  <a:gd name="T7" fmla="*/ 54 h 200"/>
                  <a:gd name="T8" fmla="*/ 106 w 212"/>
                  <a:gd name="T9" fmla="*/ 0 h 200"/>
                  <a:gd name="T10" fmla="*/ 52 w 212"/>
                  <a:gd name="T11" fmla="*/ 54 h 200"/>
                  <a:gd name="T12" fmla="*/ 93 w 212"/>
                  <a:gd name="T13" fmla="*/ 54 h 200"/>
                  <a:gd name="T14" fmla="*/ 93 w 212"/>
                  <a:gd name="T15" fmla="*/ 107 h 200"/>
                  <a:gd name="T16" fmla="*/ 132 w 212"/>
                  <a:gd name="T17" fmla="*/ 77 h 200"/>
                  <a:gd name="T18" fmla="*/ 132 w 212"/>
                  <a:gd name="T19" fmla="*/ 97 h 200"/>
                  <a:gd name="T20" fmla="*/ 192 w 212"/>
                  <a:gd name="T21" fmla="*/ 120 h 200"/>
                  <a:gd name="T22" fmla="*/ 106 w 212"/>
                  <a:gd name="T23" fmla="*/ 152 h 200"/>
                  <a:gd name="T24" fmla="*/ 18 w 212"/>
                  <a:gd name="T25" fmla="*/ 120 h 200"/>
                  <a:gd name="T26" fmla="*/ 78 w 212"/>
                  <a:gd name="T27" fmla="*/ 97 h 200"/>
                  <a:gd name="T28" fmla="*/ 78 w 212"/>
                  <a:gd name="T29" fmla="*/ 77 h 200"/>
                  <a:gd name="T30" fmla="*/ 0 w 212"/>
                  <a:gd name="T31" fmla="*/ 107 h 200"/>
                  <a:gd name="T32" fmla="*/ 0 w 212"/>
                  <a:gd name="T33" fmla="*/ 160 h 200"/>
                  <a:gd name="T34" fmla="*/ 106 w 212"/>
                  <a:gd name="T35" fmla="*/ 200 h 200"/>
                  <a:gd name="T36" fmla="*/ 212 w 212"/>
                  <a:gd name="T37" fmla="*/ 160 h 200"/>
                  <a:gd name="T38" fmla="*/ 212 w 212"/>
                  <a:gd name="T39" fmla="*/ 107 h 200"/>
                  <a:gd name="T40" fmla="*/ 132 w 212"/>
                  <a:gd name="T41" fmla="*/ 7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2" h="200">
                    <a:moveTo>
                      <a:pt x="93" y="107"/>
                    </a:moveTo>
                    <a:lnTo>
                      <a:pt x="119" y="107"/>
                    </a:lnTo>
                    <a:lnTo>
                      <a:pt x="119" y="54"/>
                    </a:lnTo>
                    <a:lnTo>
                      <a:pt x="158" y="54"/>
                    </a:lnTo>
                    <a:lnTo>
                      <a:pt x="106" y="0"/>
                    </a:lnTo>
                    <a:lnTo>
                      <a:pt x="52" y="54"/>
                    </a:lnTo>
                    <a:lnTo>
                      <a:pt x="93" y="54"/>
                    </a:lnTo>
                    <a:lnTo>
                      <a:pt x="93" y="107"/>
                    </a:lnTo>
                    <a:close/>
                    <a:moveTo>
                      <a:pt x="132" y="77"/>
                    </a:moveTo>
                    <a:lnTo>
                      <a:pt x="132" y="97"/>
                    </a:lnTo>
                    <a:lnTo>
                      <a:pt x="192" y="120"/>
                    </a:lnTo>
                    <a:lnTo>
                      <a:pt x="106" y="152"/>
                    </a:lnTo>
                    <a:lnTo>
                      <a:pt x="18" y="120"/>
                    </a:lnTo>
                    <a:lnTo>
                      <a:pt x="78" y="97"/>
                    </a:lnTo>
                    <a:lnTo>
                      <a:pt x="78" y="77"/>
                    </a:lnTo>
                    <a:lnTo>
                      <a:pt x="0" y="107"/>
                    </a:lnTo>
                    <a:lnTo>
                      <a:pt x="0" y="160"/>
                    </a:lnTo>
                    <a:lnTo>
                      <a:pt x="106" y="200"/>
                    </a:lnTo>
                    <a:lnTo>
                      <a:pt x="212" y="160"/>
                    </a:lnTo>
                    <a:lnTo>
                      <a:pt x="212" y="107"/>
                    </a:lnTo>
                    <a:lnTo>
                      <a:pt x="132" y="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9" name="î$1i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0555E19-6614-4893-8E92-1E52BE48F8E2}"/>
                  </a:ext>
                </a:extLst>
              </p:cNvPr>
              <p:cNvSpPr/>
              <p:nvPr/>
            </p:nvSpPr>
            <p:spPr bwMode="auto">
              <a:xfrm>
                <a:off x="9446417" y="4981027"/>
                <a:ext cx="317087" cy="240751"/>
              </a:xfrm>
              <a:custGeom>
                <a:avLst/>
                <a:gdLst>
                  <a:gd name="T0" fmla="*/ 37 w 99"/>
                  <a:gd name="T1" fmla="*/ 16 h 75"/>
                  <a:gd name="T2" fmla="*/ 53 w 99"/>
                  <a:gd name="T3" fmla="*/ 31 h 75"/>
                  <a:gd name="T4" fmla="*/ 68 w 99"/>
                  <a:gd name="T5" fmla="*/ 16 h 75"/>
                  <a:gd name="T6" fmla="*/ 53 w 99"/>
                  <a:gd name="T7" fmla="*/ 0 h 75"/>
                  <a:gd name="T8" fmla="*/ 37 w 99"/>
                  <a:gd name="T9" fmla="*/ 16 h 75"/>
                  <a:gd name="T10" fmla="*/ 0 w 99"/>
                  <a:gd name="T11" fmla="*/ 16 h 75"/>
                  <a:gd name="T12" fmla="*/ 16 w 99"/>
                  <a:gd name="T13" fmla="*/ 31 h 75"/>
                  <a:gd name="T14" fmla="*/ 31 w 99"/>
                  <a:gd name="T15" fmla="*/ 16 h 75"/>
                  <a:gd name="T16" fmla="*/ 16 w 99"/>
                  <a:gd name="T17" fmla="*/ 0 h 75"/>
                  <a:gd name="T18" fmla="*/ 0 w 99"/>
                  <a:gd name="T19" fmla="*/ 16 h 75"/>
                  <a:gd name="T20" fmla="*/ 74 w 99"/>
                  <a:gd name="T21" fmla="*/ 47 h 75"/>
                  <a:gd name="T22" fmla="*/ 74 w 99"/>
                  <a:gd name="T23" fmla="*/ 37 h 75"/>
                  <a:gd name="T24" fmla="*/ 68 w 99"/>
                  <a:gd name="T25" fmla="*/ 31 h 75"/>
                  <a:gd name="T26" fmla="*/ 53 w 99"/>
                  <a:gd name="T27" fmla="*/ 31 h 75"/>
                  <a:gd name="T28" fmla="*/ 16 w 99"/>
                  <a:gd name="T29" fmla="*/ 31 h 75"/>
                  <a:gd name="T30" fmla="*/ 6 w 99"/>
                  <a:gd name="T31" fmla="*/ 31 h 75"/>
                  <a:gd name="T32" fmla="*/ 0 w 99"/>
                  <a:gd name="T33" fmla="*/ 37 h 75"/>
                  <a:gd name="T34" fmla="*/ 0 w 99"/>
                  <a:gd name="T35" fmla="*/ 68 h 75"/>
                  <a:gd name="T36" fmla="*/ 6 w 99"/>
                  <a:gd name="T37" fmla="*/ 75 h 75"/>
                  <a:gd name="T38" fmla="*/ 68 w 99"/>
                  <a:gd name="T39" fmla="*/ 75 h 75"/>
                  <a:gd name="T40" fmla="*/ 74 w 99"/>
                  <a:gd name="T41" fmla="*/ 68 h 75"/>
                  <a:gd name="T42" fmla="*/ 74 w 99"/>
                  <a:gd name="T43" fmla="*/ 59 h 75"/>
                  <a:gd name="T44" fmla="*/ 99 w 99"/>
                  <a:gd name="T45" fmla="*/ 75 h 75"/>
                  <a:gd name="T46" fmla="*/ 99 w 99"/>
                  <a:gd name="T47" fmla="*/ 31 h 75"/>
                  <a:gd name="T48" fmla="*/ 74 w 99"/>
                  <a:gd name="T49" fmla="*/ 47 h 75"/>
                  <a:gd name="T50" fmla="*/ 62 w 99"/>
                  <a:gd name="T51" fmla="*/ 62 h 75"/>
                  <a:gd name="T52" fmla="*/ 13 w 99"/>
                  <a:gd name="T53" fmla="*/ 62 h 75"/>
                  <a:gd name="T54" fmla="*/ 13 w 99"/>
                  <a:gd name="T55" fmla="*/ 44 h 75"/>
                  <a:gd name="T56" fmla="*/ 62 w 99"/>
                  <a:gd name="T57" fmla="*/ 44 h 75"/>
                  <a:gd name="T58" fmla="*/ 62 w 99"/>
                  <a:gd name="T59" fmla="*/ 6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9" h="75">
                    <a:moveTo>
                      <a:pt x="37" y="16"/>
                    </a:moveTo>
                    <a:cubicBezTo>
                      <a:pt x="37" y="24"/>
                      <a:pt x="44" y="31"/>
                      <a:pt x="53" y="31"/>
                    </a:cubicBezTo>
                    <a:cubicBezTo>
                      <a:pt x="61" y="31"/>
                      <a:pt x="68" y="24"/>
                      <a:pt x="68" y="16"/>
                    </a:cubicBezTo>
                    <a:cubicBezTo>
                      <a:pt x="68" y="7"/>
                      <a:pt x="61" y="0"/>
                      <a:pt x="53" y="0"/>
                    </a:cubicBezTo>
                    <a:cubicBezTo>
                      <a:pt x="44" y="0"/>
                      <a:pt x="37" y="7"/>
                      <a:pt x="37" y="16"/>
                    </a:cubicBezTo>
                    <a:close/>
                    <a:moveTo>
                      <a:pt x="0" y="16"/>
                    </a:moveTo>
                    <a:cubicBezTo>
                      <a:pt x="0" y="24"/>
                      <a:pt x="7" y="31"/>
                      <a:pt x="16" y="31"/>
                    </a:cubicBezTo>
                    <a:cubicBezTo>
                      <a:pt x="24" y="31"/>
                      <a:pt x="31" y="24"/>
                      <a:pt x="31" y="16"/>
                    </a:cubicBezTo>
                    <a:cubicBezTo>
                      <a:pt x="31" y="7"/>
                      <a:pt x="24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lose/>
                    <a:moveTo>
                      <a:pt x="74" y="47"/>
                    </a:moveTo>
                    <a:cubicBezTo>
                      <a:pt x="74" y="37"/>
                      <a:pt x="74" y="37"/>
                      <a:pt x="74" y="37"/>
                    </a:cubicBezTo>
                    <a:cubicBezTo>
                      <a:pt x="74" y="34"/>
                      <a:pt x="72" y="31"/>
                      <a:pt x="68" y="31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3" y="31"/>
                      <a:pt x="0" y="34"/>
                      <a:pt x="0" y="37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2"/>
                      <a:pt x="3" y="75"/>
                      <a:pt x="6" y="75"/>
                    </a:cubicBezTo>
                    <a:cubicBezTo>
                      <a:pt x="68" y="75"/>
                      <a:pt x="68" y="75"/>
                      <a:pt x="68" y="75"/>
                    </a:cubicBezTo>
                    <a:cubicBezTo>
                      <a:pt x="72" y="75"/>
                      <a:pt x="74" y="72"/>
                      <a:pt x="74" y="68"/>
                    </a:cubicBezTo>
                    <a:cubicBezTo>
                      <a:pt x="74" y="59"/>
                      <a:pt x="74" y="59"/>
                      <a:pt x="74" y="59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99" y="31"/>
                      <a:pt x="99" y="31"/>
                      <a:pt x="99" y="31"/>
                    </a:cubicBezTo>
                    <a:lnTo>
                      <a:pt x="74" y="47"/>
                    </a:lnTo>
                    <a:close/>
                    <a:moveTo>
                      <a:pt x="62" y="62"/>
                    </a:moveTo>
                    <a:cubicBezTo>
                      <a:pt x="13" y="62"/>
                      <a:pt x="13" y="62"/>
                      <a:pt x="13" y="62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62" y="44"/>
                      <a:pt x="62" y="44"/>
                      <a:pt x="62" y="44"/>
                    </a:cubicBezTo>
                    <a:lnTo>
                      <a:pt x="62" y="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0" name="íṥľi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4883E96-AE3E-46B0-9056-A85B2ECD83BE}"/>
                  </a:ext>
                </a:extLst>
              </p:cNvPr>
              <p:cNvSpPr/>
              <p:nvPr/>
            </p:nvSpPr>
            <p:spPr bwMode="auto">
              <a:xfrm>
                <a:off x="9372038" y="4200054"/>
                <a:ext cx="336661" cy="340575"/>
              </a:xfrm>
              <a:custGeom>
                <a:avLst/>
                <a:gdLst>
                  <a:gd name="T0" fmla="*/ 53 w 105"/>
                  <a:gd name="T1" fmla="*/ 0 h 106"/>
                  <a:gd name="T2" fmla="*/ 0 w 105"/>
                  <a:gd name="T3" fmla="*/ 53 h 106"/>
                  <a:gd name="T4" fmla="*/ 53 w 105"/>
                  <a:gd name="T5" fmla="*/ 106 h 106"/>
                  <a:gd name="T6" fmla="*/ 105 w 105"/>
                  <a:gd name="T7" fmla="*/ 53 h 106"/>
                  <a:gd name="T8" fmla="*/ 53 w 105"/>
                  <a:gd name="T9" fmla="*/ 0 h 106"/>
                  <a:gd name="T10" fmla="*/ 84 w 105"/>
                  <a:gd name="T11" fmla="*/ 45 h 106"/>
                  <a:gd name="T12" fmla="*/ 55 w 105"/>
                  <a:gd name="T13" fmla="*/ 85 h 106"/>
                  <a:gd name="T14" fmla="*/ 41 w 105"/>
                  <a:gd name="T15" fmla="*/ 80 h 106"/>
                  <a:gd name="T16" fmla="*/ 31 w 105"/>
                  <a:gd name="T17" fmla="*/ 48 h 106"/>
                  <a:gd name="T18" fmla="*/ 24 w 105"/>
                  <a:gd name="T19" fmla="*/ 50 h 106"/>
                  <a:gd name="T20" fmla="*/ 21 w 105"/>
                  <a:gd name="T21" fmla="*/ 47 h 106"/>
                  <a:gd name="T22" fmla="*/ 40 w 105"/>
                  <a:gd name="T23" fmla="*/ 33 h 106"/>
                  <a:gd name="T24" fmla="*/ 51 w 105"/>
                  <a:gd name="T25" fmla="*/ 54 h 106"/>
                  <a:gd name="T26" fmla="*/ 56 w 105"/>
                  <a:gd name="T27" fmla="*/ 67 h 106"/>
                  <a:gd name="T28" fmla="*/ 64 w 105"/>
                  <a:gd name="T29" fmla="*/ 55 h 106"/>
                  <a:gd name="T30" fmla="*/ 57 w 105"/>
                  <a:gd name="T31" fmla="*/ 47 h 106"/>
                  <a:gd name="T32" fmla="*/ 84 w 105"/>
                  <a:gd name="T33" fmla="*/ 4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5" h="106">
                    <a:moveTo>
                      <a:pt x="53" y="0"/>
                    </a:moveTo>
                    <a:cubicBezTo>
                      <a:pt x="23" y="0"/>
                      <a:pt x="0" y="24"/>
                      <a:pt x="0" y="53"/>
                    </a:cubicBezTo>
                    <a:cubicBezTo>
                      <a:pt x="0" y="82"/>
                      <a:pt x="23" y="106"/>
                      <a:pt x="53" y="106"/>
                    </a:cubicBezTo>
                    <a:cubicBezTo>
                      <a:pt x="82" y="106"/>
                      <a:pt x="105" y="82"/>
                      <a:pt x="105" y="53"/>
                    </a:cubicBezTo>
                    <a:cubicBezTo>
                      <a:pt x="105" y="24"/>
                      <a:pt x="82" y="0"/>
                      <a:pt x="53" y="0"/>
                    </a:cubicBezTo>
                    <a:close/>
                    <a:moveTo>
                      <a:pt x="84" y="45"/>
                    </a:moveTo>
                    <a:cubicBezTo>
                      <a:pt x="80" y="65"/>
                      <a:pt x="61" y="82"/>
                      <a:pt x="55" y="85"/>
                    </a:cubicBezTo>
                    <a:cubicBezTo>
                      <a:pt x="49" y="89"/>
                      <a:pt x="43" y="84"/>
                      <a:pt x="41" y="80"/>
                    </a:cubicBezTo>
                    <a:cubicBezTo>
                      <a:pt x="39" y="75"/>
                      <a:pt x="33" y="50"/>
                      <a:pt x="31" y="48"/>
                    </a:cubicBezTo>
                    <a:cubicBezTo>
                      <a:pt x="29" y="46"/>
                      <a:pt x="24" y="50"/>
                      <a:pt x="24" y="50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7"/>
                      <a:pt x="32" y="34"/>
                      <a:pt x="40" y="33"/>
                    </a:cubicBezTo>
                    <a:cubicBezTo>
                      <a:pt x="49" y="31"/>
                      <a:pt x="49" y="46"/>
                      <a:pt x="51" y="54"/>
                    </a:cubicBezTo>
                    <a:cubicBezTo>
                      <a:pt x="53" y="62"/>
                      <a:pt x="54" y="67"/>
                      <a:pt x="56" y="67"/>
                    </a:cubicBezTo>
                    <a:cubicBezTo>
                      <a:pt x="58" y="67"/>
                      <a:pt x="61" y="62"/>
                      <a:pt x="64" y="55"/>
                    </a:cubicBezTo>
                    <a:cubicBezTo>
                      <a:pt x="68" y="49"/>
                      <a:pt x="64" y="43"/>
                      <a:pt x="57" y="47"/>
                    </a:cubicBezTo>
                    <a:cubicBezTo>
                      <a:pt x="60" y="30"/>
                      <a:pt x="87" y="26"/>
                      <a:pt x="84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1" name="íSḻï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13D4ED0-B872-468F-97D1-5B60650E86A4}"/>
                  </a:ext>
                </a:extLst>
              </p:cNvPr>
              <p:cNvSpPr/>
              <p:nvPr/>
            </p:nvSpPr>
            <p:spPr bwMode="auto">
              <a:xfrm>
                <a:off x="9266343" y="3900582"/>
                <a:ext cx="326874" cy="277941"/>
              </a:xfrm>
              <a:custGeom>
                <a:avLst/>
                <a:gdLst>
                  <a:gd name="T0" fmla="*/ 84 w 102"/>
                  <a:gd name="T1" fmla="*/ 82 h 87"/>
                  <a:gd name="T2" fmla="*/ 81 w 102"/>
                  <a:gd name="T3" fmla="*/ 81 h 87"/>
                  <a:gd name="T4" fmla="*/ 81 w 102"/>
                  <a:gd name="T5" fmla="*/ 74 h 87"/>
                  <a:gd name="T6" fmla="*/ 93 w 102"/>
                  <a:gd name="T7" fmla="*/ 44 h 87"/>
                  <a:gd name="T8" fmla="*/ 81 w 102"/>
                  <a:gd name="T9" fmla="*/ 13 h 87"/>
                  <a:gd name="T10" fmla="*/ 81 w 102"/>
                  <a:gd name="T11" fmla="*/ 6 h 87"/>
                  <a:gd name="T12" fmla="*/ 87 w 102"/>
                  <a:gd name="T13" fmla="*/ 6 h 87"/>
                  <a:gd name="T14" fmla="*/ 102 w 102"/>
                  <a:gd name="T15" fmla="*/ 44 h 87"/>
                  <a:gd name="T16" fmla="*/ 87 w 102"/>
                  <a:gd name="T17" fmla="*/ 81 h 87"/>
                  <a:gd name="T18" fmla="*/ 84 w 102"/>
                  <a:gd name="T19" fmla="*/ 82 h 87"/>
                  <a:gd name="T20" fmla="*/ 68 w 102"/>
                  <a:gd name="T21" fmla="*/ 74 h 87"/>
                  <a:gd name="T22" fmla="*/ 65 w 102"/>
                  <a:gd name="T23" fmla="*/ 72 h 87"/>
                  <a:gd name="T24" fmla="*/ 65 w 102"/>
                  <a:gd name="T25" fmla="*/ 66 h 87"/>
                  <a:gd name="T26" fmla="*/ 65 w 102"/>
                  <a:gd name="T27" fmla="*/ 21 h 87"/>
                  <a:gd name="T28" fmla="*/ 65 w 102"/>
                  <a:gd name="T29" fmla="*/ 15 h 87"/>
                  <a:gd name="T30" fmla="*/ 71 w 102"/>
                  <a:gd name="T31" fmla="*/ 15 h 87"/>
                  <a:gd name="T32" fmla="*/ 83 w 102"/>
                  <a:gd name="T33" fmla="*/ 44 h 87"/>
                  <a:gd name="T34" fmla="*/ 71 w 102"/>
                  <a:gd name="T35" fmla="*/ 72 h 87"/>
                  <a:gd name="T36" fmla="*/ 68 w 102"/>
                  <a:gd name="T37" fmla="*/ 74 h 87"/>
                  <a:gd name="T38" fmla="*/ 52 w 102"/>
                  <a:gd name="T39" fmla="*/ 65 h 87"/>
                  <a:gd name="T40" fmla="*/ 49 w 102"/>
                  <a:gd name="T41" fmla="*/ 64 h 87"/>
                  <a:gd name="T42" fmla="*/ 49 w 102"/>
                  <a:gd name="T43" fmla="*/ 57 h 87"/>
                  <a:gd name="T44" fmla="*/ 49 w 102"/>
                  <a:gd name="T45" fmla="*/ 30 h 87"/>
                  <a:gd name="T46" fmla="*/ 49 w 102"/>
                  <a:gd name="T47" fmla="*/ 23 h 87"/>
                  <a:gd name="T48" fmla="*/ 55 w 102"/>
                  <a:gd name="T49" fmla="*/ 23 h 87"/>
                  <a:gd name="T50" fmla="*/ 55 w 102"/>
                  <a:gd name="T51" fmla="*/ 64 h 87"/>
                  <a:gd name="T52" fmla="*/ 52 w 102"/>
                  <a:gd name="T53" fmla="*/ 65 h 87"/>
                  <a:gd name="T54" fmla="*/ 38 w 102"/>
                  <a:gd name="T55" fmla="*/ 3 h 87"/>
                  <a:gd name="T56" fmla="*/ 42 w 102"/>
                  <a:gd name="T57" fmla="*/ 5 h 87"/>
                  <a:gd name="T58" fmla="*/ 42 w 102"/>
                  <a:gd name="T59" fmla="*/ 82 h 87"/>
                  <a:gd name="T60" fmla="*/ 38 w 102"/>
                  <a:gd name="T61" fmla="*/ 84 h 87"/>
                  <a:gd name="T62" fmla="*/ 15 w 102"/>
                  <a:gd name="T63" fmla="*/ 62 h 87"/>
                  <a:gd name="T64" fmla="*/ 0 w 102"/>
                  <a:gd name="T65" fmla="*/ 62 h 87"/>
                  <a:gd name="T66" fmla="*/ 0 w 102"/>
                  <a:gd name="T67" fmla="*/ 25 h 87"/>
                  <a:gd name="T68" fmla="*/ 15 w 102"/>
                  <a:gd name="T69" fmla="*/ 25 h 87"/>
                  <a:gd name="T70" fmla="*/ 38 w 102"/>
                  <a:gd name="T71" fmla="*/ 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2" h="87">
                    <a:moveTo>
                      <a:pt x="84" y="82"/>
                    </a:moveTo>
                    <a:cubicBezTo>
                      <a:pt x="83" y="82"/>
                      <a:pt x="81" y="82"/>
                      <a:pt x="81" y="81"/>
                    </a:cubicBezTo>
                    <a:cubicBezTo>
                      <a:pt x="79" y="79"/>
                      <a:pt x="79" y="76"/>
                      <a:pt x="81" y="74"/>
                    </a:cubicBezTo>
                    <a:cubicBezTo>
                      <a:pt x="89" y="66"/>
                      <a:pt x="93" y="55"/>
                      <a:pt x="93" y="44"/>
                    </a:cubicBezTo>
                    <a:cubicBezTo>
                      <a:pt x="93" y="32"/>
                      <a:pt x="89" y="21"/>
                      <a:pt x="81" y="13"/>
                    </a:cubicBezTo>
                    <a:cubicBezTo>
                      <a:pt x="79" y="11"/>
                      <a:pt x="79" y="8"/>
                      <a:pt x="81" y="6"/>
                    </a:cubicBezTo>
                    <a:cubicBezTo>
                      <a:pt x="82" y="4"/>
                      <a:pt x="85" y="4"/>
                      <a:pt x="87" y="6"/>
                    </a:cubicBezTo>
                    <a:cubicBezTo>
                      <a:pt x="97" y="16"/>
                      <a:pt x="102" y="29"/>
                      <a:pt x="102" y="44"/>
                    </a:cubicBezTo>
                    <a:cubicBezTo>
                      <a:pt x="102" y="58"/>
                      <a:pt x="97" y="71"/>
                      <a:pt x="87" y="81"/>
                    </a:cubicBezTo>
                    <a:cubicBezTo>
                      <a:pt x="86" y="82"/>
                      <a:pt x="85" y="82"/>
                      <a:pt x="84" y="82"/>
                    </a:cubicBezTo>
                    <a:close/>
                    <a:moveTo>
                      <a:pt x="68" y="74"/>
                    </a:moveTo>
                    <a:cubicBezTo>
                      <a:pt x="67" y="74"/>
                      <a:pt x="65" y="73"/>
                      <a:pt x="65" y="72"/>
                    </a:cubicBezTo>
                    <a:cubicBezTo>
                      <a:pt x="63" y="70"/>
                      <a:pt x="63" y="68"/>
                      <a:pt x="65" y="66"/>
                    </a:cubicBezTo>
                    <a:cubicBezTo>
                      <a:pt x="77" y="54"/>
                      <a:pt x="77" y="33"/>
                      <a:pt x="65" y="21"/>
                    </a:cubicBezTo>
                    <a:cubicBezTo>
                      <a:pt x="63" y="19"/>
                      <a:pt x="63" y="17"/>
                      <a:pt x="65" y="15"/>
                    </a:cubicBezTo>
                    <a:cubicBezTo>
                      <a:pt x="66" y="13"/>
                      <a:pt x="69" y="13"/>
                      <a:pt x="71" y="15"/>
                    </a:cubicBezTo>
                    <a:cubicBezTo>
                      <a:pt x="79" y="22"/>
                      <a:pt x="83" y="33"/>
                      <a:pt x="83" y="44"/>
                    </a:cubicBezTo>
                    <a:cubicBezTo>
                      <a:pt x="83" y="54"/>
                      <a:pt x="79" y="65"/>
                      <a:pt x="71" y="72"/>
                    </a:cubicBezTo>
                    <a:cubicBezTo>
                      <a:pt x="70" y="73"/>
                      <a:pt x="69" y="74"/>
                      <a:pt x="68" y="74"/>
                    </a:cubicBezTo>
                    <a:close/>
                    <a:moveTo>
                      <a:pt x="52" y="65"/>
                    </a:moveTo>
                    <a:cubicBezTo>
                      <a:pt x="51" y="65"/>
                      <a:pt x="49" y="65"/>
                      <a:pt x="49" y="64"/>
                    </a:cubicBezTo>
                    <a:cubicBezTo>
                      <a:pt x="47" y="62"/>
                      <a:pt x="47" y="59"/>
                      <a:pt x="49" y="57"/>
                    </a:cubicBezTo>
                    <a:cubicBezTo>
                      <a:pt x="56" y="50"/>
                      <a:pt x="56" y="37"/>
                      <a:pt x="49" y="30"/>
                    </a:cubicBezTo>
                    <a:cubicBezTo>
                      <a:pt x="47" y="28"/>
                      <a:pt x="47" y="25"/>
                      <a:pt x="49" y="23"/>
                    </a:cubicBezTo>
                    <a:cubicBezTo>
                      <a:pt x="50" y="22"/>
                      <a:pt x="53" y="22"/>
                      <a:pt x="55" y="23"/>
                    </a:cubicBezTo>
                    <a:cubicBezTo>
                      <a:pt x="66" y="34"/>
                      <a:pt x="66" y="53"/>
                      <a:pt x="55" y="64"/>
                    </a:cubicBezTo>
                    <a:cubicBezTo>
                      <a:pt x="54" y="65"/>
                      <a:pt x="53" y="65"/>
                      <a:pt x="52" y="65"/>
                    </a:cubicBezTo>
                    <a:close/>
                    <a:moveTo>
                      <a:pt x="38" y="3"/>
                    </a:moveTo>
                    <a:cubicBezTo>
                      <a:pt x="40" y="0"/>
                      <a:pt x="42" y="1"/>
                      <a:pt x="42" y="5"/>
                    </a:cubicBezTo>
                    <a:cubicBezTo>
                      <a:pt x="42" y="82"/>
                      <a:pt x="42" y="82"/>
                      <a:pt x="42" y="82"/>
                    </a:cubicBezTo>
                    <a:cubicBezTo>
                      <a:pt x="42" y="86"/>
                      <a:pt x="40" y="87"/>
                      <a:pt x="38" y="84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15" y="25"/>
                      <a:pt x="15" y="25"/>
                      <a:pt x="15" y="25"/>
                    </a:cubicBezTo>
                    <a:lnTo>
                      <a:pt x="38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2" name="îṧḻï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636BDC-9603-43D4-BA09-DA8669E0A6F7}"/>
                  </a:ext>
                </a:extLst>
              </p:cNvPr>
              <p:cNvSpPr/>
              <p:nvPr/>
            </p:nvSpPr>
            <p:spPr bwMode="auto">
              <a:xfrm>
                <a:off x="8986444" y="3544348"/>
                <a:ext cx="369936" cy="326873"/>
              </a:xfrm>
              <a:custGeom>
                <a:avLst/>
                <a:gdLst>
                  <a:gd name="T0" fmla="*/ 124 w 189"/>
                  <a:gd name="T1" fmla="*/ 23 h 167"/>
                  <a:gd name="T2" fmla="*/ 65 w 189"/>
                  <a:gd name="T3" fmla="*/ 0 h 167"/>
                  <a:gd name="T4" fmla="*/ 0 w 189"/>
                  <a:gd name="T5" fmla="*/ 23 h 167"/>
                  <a:gd name="T6" fmla="*/ 0 w 189"/>
                  <a:gd name="T7" fmla="*/ 167 h 167"/>
                  <a:gd name="T8" fmla="*/ 65 w 189"/>
                  <a:gd name="T9" fmla="*/ 142 h 167"/>
                  <a:gd name="T10" fmla="*/ 124 w 189"/>
                  <a:gd name="T11" fmla="*/ 167 h 167"/>
                  <a:gd name="T12" fmla="*/ 189 w 189"/>
                  <a:gd name="T13" fmla="*/ 142 h 167"/>
                  <a:gd name="T14" fmla="*/ 189 w 189"/>
                  <a:gd name="T15" fmla="*/ 0 h 167"/>
                  <a:gd name="T16" fmla="*/ 124 w 189"/>
                  <a:gd name="T17" fmla="*/ 23 h 167"/>
                  <a:gd name="T18" fmla="*/ 70 w 189"/>
                  <a:gd name="T19" fmla="*/ 15 h 167"/>
                  <a:gd name="T20" fmla="*/ 119 w 189"/>
                  <a:gd name="T21" fmla="*/ 35 h 167"/>
                  <a:gd name="T22" fmla="*/ 119 w 189"/>
                  <a:gd name="T23" fmla="*/ 152 h 167"/>
                  <a:gd name="T24" fmla="*/ 70 w 189"/>
                  <a:gd name="T25" fmla="*/ 133 h 167"/>
                  <a:gd name="T26" fmla="*/ 70 w 189"/>
                  <a:gd name="T27" fmla="*/ 15 h 167"/>
                  <a:gd name="T28" fmla="*/ 11 w 189"/>
                  <a:gd name="T29" fmla="*/ 31 h 167"/>
                  <a:gd name="T30" fmla="*/ 58 w 189"/>
                  <a:gd name="T31" fmla="*/ 15 h 167"/>
                  <a:gd name="T32" fmla="*/ 58 w 189"/>
                  <a:gd name="T33" fmla="*/ 133 h 167"/>
                  <a:gd name="T34" fmla="*/ 11 w 189"/>
                  <a:gd name="T35" fmla="*/ 151 h 167"/>
                  <a:gd name="T36" fmla="*/ 11 w 189"/>
                  <a:gd name="T37" fmla="*/ 31 h 167"/>
                  <a:gd name="T38" fmla="*/ 178 w 189"/>
                  <a:gd name="T39" fmla="*/ 134 h 167"/>
                  <a:gd name="T40" fmla="*/ 130 w 189"/>
                  <a:gd name="T41" fmla="*/ 152 h 167"/>
                  <a:gd name="T42" fmla="*/ 130 w 189"/>
                  <a:gd name="T43" fmla="*/ 35 h 167"/>
                  <a:gd name="T44" fmla="*/ 178 w 189"/>
                  <a:gd name="T45" fmla="*/ 17 h 167"/>
                  <a:gd name="T46" fmla="*/ 178 w 189"/>
                  <a:gd name="T47" fmla="*/ 134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9" h="167">
                    <a:moveTo>
                      <a:pt x="124" y="23"/>
                    </a:moveTo>
                    <a:lnTo>
                      <a:pt x="65" y="0"/>
                    </a:lnTo>
                    <a:lnTo>
                      <a:pt x="0" y="23"/>
                    </a:lnTo>
                    <a:lnTo>
                      <a:pt x="0" y="167"/>
                    </a:lnTo>
                    <a:lnTo>
                      <a:pt x="65" y="142"/>
                    </a:lnTo>
                    <a:lnTo>
                      <a:pt x="124" y="167"/>
                    </a:lnTo>
                    <a:lnTo>
                      <a:pt x="189" y="142"/>
                    </a:lnTo>
                    <a:lnTo>
                      <a:pt x="189" y="0"/>
                    </a:lnTo>
                    <a:lnTo>
                      <a:pt x="124" y="23"/>
                    </a:lnTo>
                    <a:close/>
                    <a:moveTo>
                      <a:pt x="70" y="15"/>
                    </a:moveTo>
                    <a:lnTo>
                      <a:pt x="119" y="35"/>
                    </a:lnTo>
                    <a:lnTo>
                      <a:pt x="119" y="152"/>
                    </a:lnTo>
                    <a:lnTo>
                      <a:pt x="70" y="133"/>
                    </a:lnTo>
                    <a:lnTo>
                      <a:pt x="70" y="15"/>
                    </a:lnTo>
                    <a:close/>
                    <a:moveTo>
                      <a:pt x="11" y="31"/>
                    </a:moveTo>
                    <a:lnTo>
                      <a:pt x="58" y="15"/>
                    </a:lnTo>
                    <a:lnTo>
                      <a:pt x="58" y="133"/>
                    </a:lnTo>
                    <a:lnTo>
                      <a:pt x="11" y="151"/>
                    </a:lnTo>
                    <a:lnTo>
                      <a:pt x="11" y="31"/>
                    </a:lnTo>
                    <a:close/>
                    <a:moveTo>
                      <a:pt x="178" y="134"/>
                    </a:moveTo>
                    <a:lnTo>
                      <a:pt x="130" y="152"/>
                    </a:lnTo>
                    <a:lnTo>
                      <a:pt x="130" y="35"/>
                    </a:lnTo>
                    <a:lnTo>
                      <a:pt x="178" y="17"/>
                    </a:lnTo>
                    <a:lnTo>
                      <a:pt x="178" y="1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3" name="ïṣḻï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4BD05BD-9E4D-49D5-849E-00FE3427B714}"/>
                  </a:ext>
                </a:extLst>
              </p:cNvPr>
              <p:cNvSpPr/>
              <p:nvPr/>
            </p:nvSpPr>
            <p:spPr bwMode="auto">
              <a:xfrm>
                <a:off x="9078439" y="2322975"/>
                <a:ext cx="405168" cy="409081"/>
              </a:xfrm>
              <a:custGeom>
                <a:avLst/>
                <a:gdLst>
                  <a:gd name="T0" fmla="*/ 63 w 127"/>
                  <a:gd name="T1" fmla="*/ 0 h 128"/>
                  <a:gd name="T2" fmla="*/ 0 w 127"/>
                  <a:gd name="T3" fmla="*/ 64 h 128"/>
                  <a:gd name="T4" fmla="*/ 63 w 127"/>
                  <a:gd name="T5" fmla="*/ 128 h 128"/>
                  <a:gd name="T6" fmla="*/ 127 w 127"/>
                  <a:gd name="T7" fmla="*/ 64 h 128"/>
                  <a:gd name="T8" fmla="*/ 63 w 127"/>
                  <a:gd name="T9" fmla="*/ 0 h 128"/>
                  <a:gd name="T10" fmla="*/ 52 w 127"/>
                  <a:gd name="T11" fmla="*/ 104 h 128"/>
                  <a:gd name="T12" fmla="*/ 25 w 127"/>
                  <a:gd name="T13" fmla="*/ 69 h 128"/>
                  <a:gd name="T14" fmla="*/ 37 w 127"/>
                  <a:gd name="T15" fmla="*/ 57 h 128"/>
                  <a:gd name="T16" fmla="*/ 52 w 127"/>
                  <a:gd name="T17" fmla="*/ 76 h 128"/>
                  <a:gd name="T18" fmla="*/ 98 w 127"/>
                  <a:gd name="T19" fmla="*/ 38 h 128"/>
                  <a:gd name="T20" fmla="*/ 103 w 127"/>
                  <a:gd name="T21" fmla="*/ 44 h 128"/>
                  <a:gd name="T22" fmla="*/ 52 w 127"/>
                  <a:gd name="T23" fmla="*/ 104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7" h="128">
                    <a:moveTo>
                      <a:pt x="63" y="0"/>
                    </a:moveTo>
                    <a:cubicBezTo>
                      <a:pt x="28" y="0"/>
                      <a:pt x="0" y="29"/>
                      <a:pt x="0" y="64"/>
                    </a:cubicBezTo>
                    <a:cubicBezTo>
                      <a:pt x="0" y="99"/>
                      <a:pt x="28" y="128"/>
                      <a:pt x="63" y="128"/>
                    </a:cubicBezTo>
                    <a:cubicBezTo>
                      <a:pt x="99" y="128"/>
                      <a:pt x="127" y="99"/>
                      <a:pt x="127" y="64"/>
                    </a:cubicBezTo>
                    <a:cubicBezTo>
                      <a:pt x="127" y="29"/>
                      <a:pt x="99" y="0"/>
                      <a:pt x="63" y="0"/>
                    </a:cubicBezTo>
                    <a:close/>
                    <a:moveTo>
                      <a:pt x="52" y="104"/>
                    </a:moveTo>
                    <a:cubicBezTo>
                      <a:pt x="25" y="69"/>
                      <a:pt x="25" y="69"/>
                      <a:pt x="25" y="69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103" y="44"/>
                      <a:pt x="103" y="44"/>
                      <a:pt x="103" y="44"/>
                    </a:cubicBezTo>
                    <a:lnTo>
                      <a:pt x="52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4" name="iŝli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B50EFA0-8075-48E9-962F-D43B551534BF}"/>
                  </a:ext>
                </a:extLst>
              </p:cNvPr>
              <p:cNvSpPr/>
              <p:nvPr/>
            </p:nvSpPr>
            <p:spPr bwMode="auto">
              <a:xfrm>
                <a:off x="10258707" y="5188504"/>
                <a:ext cx="307301" cy="307300"/>
              </a:xfrm>
              <a:custGeom>
                <a:avLst/>
                <a:gdLst>
                  <a:gd name="T0" fmla="*/ 0 w 157"/>
                  <a:gd name="T1" fmla="*/ 74 h 157"/>
                  <a:gd name="T2" fmla="*/ 0 w 157"/>
                  <a:gd name="T3" fmla="*/ 23 h 157"/>
                  <a:gd name="T4" fmla="*/ 64 w 157"/>
                  <a:gd name="T5" fmla="*/ 13 h 157"/>
                  <a:gd name="T6" fmla="*/ 64 w 157"/>
                  <a:gd name="T7" fmla="*/ 74 h 157"/>
                  <a:gd name="T8" fmla="*/ 0 w 157"/>
                  <a:gd name="T9" fmla="*/ 74 h 157"/>
                  <a:gd name="T10" fmla="*/ 73 w 157"/>
                  <a:gd name="T11" fmla="*/ 12 h 157"/>
                  <a:gd name="T12" fmla="*/ 157 w 157"/>
                  <a:gd name="T13" fmla="*/ 0 h 157"/>
                  <a:gd name="T14" fmla="*/ 157 w 157"/>
                  <a:gd name="T15" fmla="*/ 74 h 157"/>
                  <a:gd name="T16" fmla="*/ 73 w 157"/>
                  <a:gd name="T17" fmla="*/ 74 h 157"/>
                  <a:gd name="T18" fmla="*/ 73 w 157"/>
                  <a:gd name="T19" fmla="*/ 12 h 157"/>
                  <a:gd name="T20" fmla="*/ 157 w 157"/>
                  <a:gd name="T21" fmla="*/ 84 h 157"/>
                  <a:gd name="T22" fmla="*/ 157 w 157"/>
                  <a:gd name="T23" fmla="*/ 157 h 157"/>
                  <a:gd name="T24" fmla="*/ 73 w 157"/>
                  <a:gd name="T25" fmla="*/ 146 h 157"/>
                  <a:gd name="T26" fmla="*/ 73 w 157"/>
                  <a:gd name="T27" fmla="*/ 84 h 157"/>
                  <a:gd name="T28" fmla="*/ 157 w 157"/>
                  <a:gd name="T29" fmla="*/ 84 h 157"/>
                  <a:gd name="T30" fmla="*/ 64 w 157"/>
                  <a:gd name="T31" fmla="*/ 144 h 157"/>
                  <a:gd name="T32" fmla="*/ 0 w 157"/>
                  <a:gd name="T33" fmla="*/ 136 h 157"/>
                  <a:gd name="T34" fmla="*/ 0 w 157"/>
                  <a:gd name="T35" fmla="*/ 84 h 157"/>
                  <a:gd name="T36" fmla="*/ 64 w 157"/>
                  <a:gd name="T37" fmla="*/ 84 h 157"/>
                  <a:gd name="T38" fmla="*/ 64 w 157"/>
                  <a:gd name="T39" fmla="*/ 144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7" h="157">
                    <a:moveTo>
                      <a:pt x="0" y="74"/>
                    </a:moveTo>
                    <a:lnTo>
                      <a:pt x="0" y="23"/>
                    </a:lnTo>
                    <a:lnTo>
                      <a:pt x="64" y="13"/>
                    </a:lnTo>
                    <a:lnTo>
                      <a:pt x="64" y="74"/>
                    </a:lnTo>
                    <a:lnTo>
                      <a:pt x="0" y="74"/>
                    </a:lnTo>
                    <a:close/>
                    <a:moveTo>
                      <a:pt x="73" y="12"/>
                    </a:moveTo>
                    <a:lnTo>
                      <a:pt x="157" y="0"/>
                    </a:lnTo>
                    <a:lnTo>
                      <a:pt x="157" y="74"/>
                    </a:lnTo>
                    <a:lnTo>
                      <a:pt x="73" y="74"/>
                    </a:lnTo>
                    <a:lnTo>
                      <a:pt x="73" y="12"/>
                    </a:lnTo>
                    <a:close/>
                    <a:moveTo>
                      <a:pt x="157" y="84"/>
                    </a:moveTo>
                    <a:lnTo>
                      <a:pt x="157" y="157"/>
                    </a:lnTo>
                    <a:lnTo>
                      <a:pt x="73" y="146"/>
                    </a:lnTo>
                    <a:lnTo>
                      <a:pt x="73" y="84"/>
                    </a:lnTo>
                    <a:lnTo>
                      <a:pt x="157" y="84"/>
                    </a:lnTo>
                    <a:close/>
                    <a:moveTo>
                      <a:pt x="64" y="144"/>
                    </a:moveTo>
                    <a:lnTo>
                      <a:pt x="0" y="136"/>
                    </a:lnTo>
                    <a:lnTo>
                      <a:pt x="0" y="84"/>
                    </a:lnTo>
                    <a:lnTo>
                      <a:pt x="64" y="84"/>
                    </a:lnTo>
                    <a:lnTo>
                      <a:pt x="64" y="1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5" name="íŝlï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961F7B7-BEF8-4C97-BBBA-D0909A242A21}"/>
                  </a:ext>
                </a:extLst>
              </p:cNvPr>
              <p:cNvSpPr/>
              <p:nvPr/>
            </p:nvSpPr>
            <p:spPr bwMode="auto">
              <a:xfrm>
                <a:off x="9922047" y="5121955"/>
                <a:ext cx="272069" cy="272068"/>
              </a:xfrm>
              <a:custGeom>
                <a:avLst/>
                <a:gdLst>
                  <a:gd name="T0" fmla="*/ 11 w 85"/>
                  <a:gd name="T1" fmla="*/ 42 h 85"/>
                  <a:gd name="T2" fmla="*/ 29 w 85"/>
                  <a:gd name="T3" fmla="*/ 70 h 85"/>
                  <a:gd name="T4" fmla="*/ 14 w 85"/>
                  <a:gd name="T5" fmla="*/ 30 h 85"/>
                  <a:gd name="T6" fmla="*/ 11 w 85"/>
                  <a:gd name="T7" fmla="*/ 42 h 85"/>
                  <a:gd name="T8" fmla="*/ 64 w 85"/>
                  <a:gd name="T9" fmla="*/ 41 h 85"/>
                  <a:gd name="T10" fmla="*/ 62 w 85"/>
                  <a:gd name="T11" fmla="*/ 32 h 85"/>
                  <a:gd name="T12" fmla="*/ 59 w 85"/>
                  <a:gd name="T13" fmla="*/ 25 h 85"/>
                  <a:gd name="T14" fmla="*/ 64 w 85"/>
                  <a:gd name="T15" fmla="*/ 20 h 85"/>
                  <a:gd name="T16" fmla="*/ 64 w 85"/>
                  <a:gd name="T17" fmla="*/ 20 h 85"/>
                  <a:gd name="T18" fmla="*/ 43 w 85"/>
                  <a:gd name="T19" fmla="*/ 11 h 85"/>
                  <a:gd name="T20" fmla="*/ 16 w 85"/>
                  <a:gd name="T21" fmla="*/ 25 h 85"/>
                  <a:gd name="T22" fmla="*/ 18 w 85"/>
                  <a:gd name="T23" fmla="*/ 25 h 85"/>
                  <a:gd name="T24" fmla="*/ 27 w 85"/>
                  <a:gd name="T25" fmla="*/ 25 h 85"/>
                  <a:gd name="T26" fmla="*/ 27 w 85"/>
                  <a:gd name="T27" fmla="*/ 28 h 85"/>
                  <a:gd name="T28" fmla="*/ 23 w 85"/>
                  <a:gd name="T29" fmla="*/ 28 h 85"/>
                  <a:gd name="T30" fmla="*/ 35 w 85"/>
                  <a:gd name="T31" fmla="*/ 61 h 85"/>
                  <a:gd name="T32" fmla="*/ 42 w 85"/>
                  <a:gd name="T33" fmla="*/ 41 h 85"/>
                  <a:gd name="T34" fmla="*/ 37 w 85"/>
                  <a:gd name="T35" fmla="*/ 28 h 85"/>
                  <a:gd name="T36" fmla="*/ 34 w 85"/>
                  <a:gd name="T37" fmla="*/ 28 h 85"/>
                  <a:gd name="T38" fmla="*/ 34 w 85"/>
                  <a:gd name="T39" fmla="*/ 25 h 85"/>
                  <a:gd name="T40" fmla="*/ 42 w 85"/>
                  <a:gd name="T41" fmla="*/ 25 h 85"/>
                  <a:gd name="T42" fmla="*/ 51 w 85"/>
                  <a:gd name="T43" fmla="*/ 25 h 85"/>
                  <a:gd name="T44" fmla="*/ 51 w 85"/>
                  <a:gd name="T45" fmla="*/ 28 h 85"/>
                  <a:gd name="T46" fmla="*/ 47 w 85"/>
                  <a:gd name="T47" fmla="*/ 28 h 85"/>
                  <a:gd name="T48" fmla="*/ 59 w 85"/>
                  <a:gd name="T49" fmla="*/ 61 h 85"/>
                  <a:gd name="T50" fmla="*/ 62 w 85"/>
                  <a:gd name="T51" fmla="*/ 51 h 85"/>
                  <a:gd name="T52" fmla="*/ 64 w 85"/>
                  <a:gd name="T53" fmla="*/ 41 h 85"/>
                  <a:gd name="T54" fmla="*/ 43 w 85"/>
                  <a:gd name="T55" fmla="*/ 45 h 85"/>
                  <a:gd name="T56" fmla="*/ 34 w 85"/>
                  <a:gd name="T57" fmla="*/ 72 h 85"/>
                  <a:gd name="T58" fmla="*/ 43 w 85"/>
                  <a:gd name="T59" fmla="*/ 73 h 85"/>
                  <a:gd name="T60" fmla="*/ 53 w 85"/>
                  <a:gd name="T61" fmla="*/ 72 h 85"/>
                  <a:gd name="T62" fmla="*/ 53 w 85"/>
                  <a:gd name="T63" fmla="*/ 71 h 85"/>
                  <a:gd name="T64" fmla="*/ 43 w 85"/>
                  <a:gd name="T65" fmla="*/ 45 h 85"/>
                  <a:gd name="T66" fmla="*/ 71 w 85"/>
                  <a:gd name="T67" fmla="*/ 28 h 85"/>
                  <a:gd name="T68" fmla="*/ 71 w 85"/>
                  <a:gd name="T69" fmla="*/ 31 h 85"/>
                  <a:gd name="T70" fmla="*/ 69 w 85"/>
                  <a:gd name="T71" fmla="*/ 42 h 85"/>
                  <a:gd name="T72" fmla="*/ 59 w 85"/>
                  <a:gd name="T73" fmla="*/ 69 h 85"/>
                  <a:gd name="T74" fmla="*/ 75 w 85"/>
                  <a:gd name="T75" fmla="*/ 42 h 85"/>
                  <a:gd name="T76" fmla="*/ 71 w 85"/>
                  <a:gd name="T77" fmla="*/ 28 h 85"/>
                  <a:gd name="T78" fmla="*/ 43 w 85"/>
                  <a:gd name="T79" fmla="*/ 0 h 85"/>
                  <a:gd name="T80" fmla="*/ 0 w 85"/>
                  <a:gd name="T81" fmla="*/ 42 h 85"/>
                  <a:gd name="T82" fmla="*/ 43 w 85"/>
                  <a:gd name="T83" fmla="*/ 85 h 85"/>
                  <a:gd name="T84" fmla="*/ 85 w 85"/>
                  <a:gd name="T85" fmla="*/ 42 h 85"/>
                  <a:gd name="T86" fmla="*/ 43 w 85"/>
                  <a:gd name="T87" fmla="*/ 0 h 85"/>
                  <a:gd name="T88" fmla="*/ 43 w 85"/>
                  <a:gd name="T89" fmla="*/ 79 h 85"/>
                  <a:gd name="T90" fmla="*/ 6 w 85"/>
                  <a:gd name="T91" fmla="*/ 42 h 85"/>
                  <a:gd name="T92" fmla="*/ 43 w 85"/>
                  <a:gd name="T93" fmla="*/ 5 h 85"/>
                  <a:gd name="T94" fmla="*/ 80 w 85"/>
                  <a:gd name="T95" fmla="*/ 42 h 85"/>
                  <a:gd name="T96" fmla="*/ 43 w 85"/>
                  <a:gd name="T97" fmla="*/ 7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5" h="85">
                    <a:moveTo>
                      <a:pt x="11" y="42"/>
                    </a:moveTo>
                    <a:cubicBezTo>
                      <a:pt x="11" y="55"/>
                      <a:pt x="18" y="65"/>
                      <a:pt x="29" y="7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2" y="34"/>
                      <a:pt x="11" y="38"/>
                      <a:pt x="11" y="42"/>
                    </a:cubicBezTo>
                    <a:close/>
                    <a:moveTo>
                      <a:pt x="64" y="41"/>
                    </a:moveTo>
                    <a:cubicBezTo>
                      <a:pt x="64" y="37"/>
                      <a:pt x="63" y="34"/>
                      <a:pt x="62" y="32"/>
                    </a:cubicBezTo>
                    <a:cubicBezTo>
                      <a:pt x="60" y="30"/>
                      <a:pt x="59" y="28"/>
                      <a:pt x="59" y="25"/>
                    </a:cubicBezTo>
                    <a:cubicBezTo>
                      <a:pt x="59" y="22"/>
                      <a:pt x="61" y="20"/>
                      <a:pt x="64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59" y="15"/>
                      <a:pt x="51" y="11"/>
                      <a:pt x="43" y="11"/>
                    </a:cubicBezTo>
                    <a:cubicBezTo>
                      <a:pt x="32" y="11"/>
                      <a:pt x="22" y="17"/>
                      <a:pt x="16" y="25"/>
                    </a:cubicBezTo>
                    <a:cubicBezTo>
                      <a:pt x="17" y="25"/>
                      <a:pt x="18" y="25"/>
                      <a:pt x="18" y="25"/>
                    </a:cubicBezTo>
                    <a:cubicBezTo>
                      <a:pt x="22" y="25"/>
                      <a:pt x="27" y="25"/>
                      <a:pt x="27" y="25"/>
                    </a:cubicBezTo>
                    <a:cubicBezTo>
                      <a:pt x="29" y="25"/>
                      <a:pt x="29" y="27"/>
                      <a:pt x="27" y="28"/>
                    </a:cubicBezTo>
                    <a:cubicBezTo>
                      <a:pt x="27" y="28"/>
                      <a:pt x="25" y="28"/>
                      <a:pt x="23" y="28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5" y="28"/>
                      <a:pt x="34" y="28"/>
                      <a:pt x="34" y="28"/>
                    </a:cubicBezTo>
                    <a:cubicBezTo>
                      <a:pt x="32" y="27"/>
                      <a:pt x="32" y="25"/>
                      <a:pt x="34" y="25"/>
                    </a:cubicBezTo>
                    <a:cubicBezTo>
                      <a:pt x="34" y="25"/>
                      <a:pt x="39" y="25"/>
                      <a:pt x="42" y="25"/>
                    </a:cubicBezTo>
                    <a:cubicBezTo>
                      <a:pt x="46" y="25"/>
                      <a:pt x="51" y="25"/>
                      <a:pt x="51" y="25"/>
                    </a:cubicBezTo>
                    <a:cubicBezTo>
                      <a:pt x="52" y="25"/>
                      <a:pt x="53" y="27"/>
                      <a:pt x="51" y="28"/>
                    </a:cubicBezTo>
                    <a:cubicBezTo>
                      <a:pt x="51" y="28"/>
                      <a:pt x="49" y="28"/>
                      <a:pt x="47" y="28"/>
                    </a:cubicBezTo>
                    <a:cubicBezTo>
                      <a:pt x="59" y="61"/>
                      <a:pt x="59" y="61"/>
                      <a:pt x="59" y="61"/>
                    </a:cubicBezTo>
                    <a:cubicBezTo>
                      <a:pt x="62" y="51"/>
                      <a:pt x="62" y="51"/>
                      <a:pt x="62" y="51"/>
                    </a:cubicBezTo>
                    <a:cubicBezTo>
                      <a:pt x="63" y="47"/>
                      <a:pt x="64" y="43"/>
                      <a:pt x="64" y="41"/>
                    </a:cubicBezTo>
                    <a:close/>
                    <a:moveTo>
                      <a:pt x="43" y="45"/>
                    </a:moveTo>
                    <a:cubicBezTo>
                      <a:pt x="34" y="72"/>
                      <a:pt x="34" y="72"/>
                      <a:pt x="34" y="72"/>
                    </a:cubicBezTo>
                    <a:cubicBezTo>
                      <a:pt x="37" y="73"/>
                      <a:pt x="40" y="73"/>
                      <a:pt x="43" y="73"/>
                    </a:cubicBezTo>
                    <a:cubicBezTo>
                      <a:pt x="47" y="73"/>
                      <a:pt x="50" y="73"/>
                      <a:pt x="53" y="72"/>
                    </a:cubicBezTo>
                    <a:cubicBezTo>
                      <a:pt x="53" y="71"/>
                      <a:pt x="53" y="71"/>
                      <a:pt x="53" y="71"/>
                    </a:cubicBezTo>
                    <a:lnTo>
                      <a:pt x="43" y="45"/>
                    </a:lnTo>
                    <a:close/>
                    <a:moveTo>
                      <a:pt x="71" y="28"/>
                    </a:moveTo>
                    <a:cubicBezTo>
                      <a:pt x="71" y="29"/>
                      <a:pt x="71" y="30"/>
                      <a:pt x="71" y="31"/>
                    </a:cubicBezTo>
                    <a:cubicBezTo>
                      <a:pt x="71" y="34"/>
                      <a:pt x="70" y="37"/>
                      <a:pt x="69" y="42"/>
                    </a:cubicBezTo>
                    <a:cubicBezTo>
                      <a:pt x="59" y="69"/>
                      <a:pt x="59" y="69"/>
                      <a:pt x="59" y="69"/>
                    </a:cubicBezTo>
                    <a:cubicBezTo>
                      <a:pt x="68" y="64"/>
                      <a:pt x="75" y="54"/>
                      <a:pt x="75" y="42"/>
                    </a:cubicBezTo>
                    <a:cubicBezTo>
                      <a:pt x="75" y="37"/>
                      <a:pt x="73" y="32"/>
                      <a:pt x="71" y="28"/>
                    </a:cubicBezTo>
                    <a:close/>
                    <a:moveTo>
                      <a:pt x="43" y="0"/>
                    </a:moveTo>
                    <a:cubicBezTo>
                      <a:pt x="19" y="0"/>
                      <a:pt x="0" y="19"/>
                      <a:pt x="0" y="42"/>
                    </a:cubicBezTo>
                    <a:cubicBezTo>
                      <a:pt x="0" y="66"/>
                      <a:pt x="19" y="85"/>
                      <a:pt x="43" y="85"/>
                    </a:cubicBezTo>
                    <a:cubicBezTo>
                      <a:pt x="66" y="85"/>
                      <a:pt x="85" y="66"/>
                      <a:pt x="85" y="42"/>
                    </a:cubicBezTo>
                    <a:cubicBezTo>
                      <a:pt x="85" y="19"/>
                      <a:pt x="66" y="0"/>
                      <a:pt x="43" y="0"/>
                    </a:cubicBezTo>
                    <a:close/>
                    <a:moveTo>
                      <a:pt x="43" y="79"/>
                    </a:moveTo>
                    <a:cubicBezTo>
                      <a:pt x="22" y="79"/>
                      <a:pt x="6" y="63"/>
                      <a:pt x="6" y="42"/>
                    </a:cubicBezTo>
                    <a:cubicBezTo>
                      <a:pt x="6" y="22"/>
                      <a:pt x="22" y="5"/>
                      <a:pt x="43" y="5"/>
                    </a:cubicBezTo>
                    <a:cubicBezTo>
                      <a:pt x="63" y="5"/>
                      <a:pt x="80" y="22"/>
                      <a:pt x="80" y="42"/>
                    </a:cubicBezTo>
                    <a:cubicBezTo>
                      <a:pt x="80" y="63"/>
                      <a:pt x="63" y="79"/>
                      <a:pt x="43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6" name="iṩḷï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6FF036F-0D44-4DDC-ADB3-3B97199201B3}"/>
                  </a:ext>
                </a:extLst>
              </p:cNvPr>
              <p:cNvSpPr/>
              <p:nvPr/>
            </p:nvSpPr>
            <p:spPr bwMode="auto">
              <a:xfrm>
                <a:off x="10258707" y="5621075"/>
                <a:ext cx="364063" cy="360148"/>
              </a:xfrm>
              <a:custGeom>
                <a:avLst/>
                <a:gdLst>
                  <a:gd name="T0" fmla="*/ 110 w 114"/>
                  <a:gd name="T1" fmla="*/ 90 h 113"/>
                  <a:gd name="T2" fmla="*/ 60 w 114"/>
                  <a:gd name="T3" fmla="*/ 47 h 113"/>
                  <a:gd name="T4" fmla="*/ 64 w 114"/>
                  <a:gd name="T5" fmla="*/ 32 h 113"/>
                  <a:gd name="T6" fmla="*/ 32 w 114"/>
                  <a:gd name="T7" fmla="*/ 0 h 113"/>
                  <a:gd name="T8" fmla="*/ 23 w 114"/>
                  <a:gd name="T9" fmla="*/ 1 h 113"/>
                  <a:gd name="T10" fmla="*/ 41 w 114"/>
                  <a:gd name="T11" fmla="*/ 20 h 113"/>
                  <a:gd name="T12" fmla="*/ 41 w 114"/>
                  <a:gd name="T13" fmla="*/ 30 h 113"/>
                  <a:gd name="T14" fmla="*/ 30 w 114"/>
                  <a:gd name="T15" fmla="*/ 41 h 113"/>
                  <a:gd name="T16" fmla="*/ 20 w 114"/>
                  <a:gd name="T17" fmla="*/ 41 h 113"/>
                  <a:gd name="T18" fmla="*/ 1 w 114"/>
                  <a:gd name="T19" fmla="*/ 23 h 113"/>
                  <a:gd name="T20" fmla="*/ 0 w 114"/>
                  <a:gd name="T21" fmla="*/ 32 h 113"/>
                  <a:gd name="T22" fmla="*/ 32 w 114"/>
                  <a:gd name="T23" fmla="*/ 63 h 113"/>
                  <a:gd name="T24" fmla="*/ 47 w 114"/>
                  <a:gd name="T25" fmla="*/ 60 h 113"/>
                  <a:gd name="T26" fmla="*/ 90 w 114"/>
                  <a:gd name="T27" fmla="*/ 110 h 113"/>
                  <a:gd name="T28" fmla="*/ 100 w 114"/>
                  <a:gd name="T29" fmla="*/ 111 h 113"/>
                  <a:gd name="T30" fmla="*/ 111 w 114"/>
                  <a:gd name="T31" fmla="*/ 100 h 113"/>
                  <a:gd name="T32" fmla="*/ 110 w 114"/>
                  <a:gd name="T33" fmla="*/ 9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4" h="113">
                    <a:moveTo>
                      <a:pt x="110" y="90"/>
                    </a:moveTo>
                    <a:cubicBezTo>
                      <a:pt x="60" y="47"/>
                      <a:pt x="60" y="47"/>
                      <a:pt x="60" y="47"/>
                    </a:cubicBezTo>
                    <a:cubicBezTo>
                      <a:pt x="62" y="42"/>
                      <a:pt x="64" y="37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ubicBezTo>
                      <a:pt x="29" y="0"/>
                      <a:pt x="26" y="0"/>
                      <a:pt x="23" y="1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4" y="22"/>
                      <a:pt x="44" y="27"/>
                      <a:pt x="41" y="3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4"/>
                      <a:pt x="23" y="44"/>
                      <a:pt x="20" y="41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1" y="25"/>
                      <a:pt x="0" y="29"/>
                      <a:pt x="0" y="32"/>
                    </a:cubicBezTo>
                    <a:cubicBezTo>
                      <a:pt x="0" y="49"/>
                      <a:pt x="14" y="63"/>
                      <a:pt x="32" y="63"/>
                    </a:cubicBezTo>
                    <a:cubicBezTo>
                      <a:pt x="37" y="63"/>
                      <a:pt x="42" y="62"/>
                      <a:pt x="47" y="6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3" y="113"/>
                      <a:pt x="97" y="113"/>
                      <a:pt x="100" y="111"/>
                    </a:cubicBezTo>
                    <a:cubicBezTo>
                      <a:pt x="111" y="100"/>
                      <a:pt x="111" y="100"/>
                      <a:pt x="111" y="100"/>
                    </a:cubicBezTo>
                    <a:cubicBezTo>
                      <a:pt x="114" y="97"/>
                      <a:pt x="113" y="93"/>
                      <a:pt x="110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7" name="ï$ľî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034413E-A869-454F-B280-99FA5272F315}"/>
                  </a:ext>
                </a:extLst>
              </p:cNvPr>
              <p:cNvSpPr/>
              <p:nvPr/>
            </p:nvSpPr>
            <p:spPr bwMode="auto">
              <a:xfrm>
                <a:off x="9160647" y="5274627"/>
                <a:ext cx="358192" cy="550009"/>
              </a:xfrm>
              <a:custGeom>
                <a:avLst/>
                <a:gdLst>
                  <a:gd name="T0" fmla="*/ 84 w 112"/>
                  <a:gd name="T1" fmla="*/ 3 h 172"/>
                  <a:gd name="T2" fmla="*/ 111 w 112"/>
                  <a:gd name="T3" fmla="*/ 19 h 172"/>
                  <a:gd name="T4" fmla="*/ 110 w 112"/>
                  <a:gd name="T5" fmla="*/ 33 h 172"/>
                  <a:gd name="T6" fmla="*/ 103 w 112"/>
                  <a:gd name="T7" fmla="*/ 44 h 172"/>
                  <a:gd name="T8" fmla="*/ 65 w 112"/>
                  <a:gd name="T9" fmla="*/ 21 h 172"/>
                  <a:gd name="T10" fmla="*/ 72 w 112"/>
                  <a:gd name="T11" fmla="*/ 10 h 172"/>
                  <a:gd name="T12" fmla="*/ 84 w 112"/>
                  <a:gd name="T13" fmla="*/ 3 h 172"/>
                  <a:gd name="T14" fmla="*/ 0 w 112"/>
                  <a:gd name="T15" fmla="*/ 130 h 172"/>
                  <a:gd name="T16" fmla="*/ 1 w 112"/>
                  <a:gd name="T17" fmla="*/ 172 h 172"/>
                  <a:gd name="T18" fmla="*/ 38 w 112"/>
                  <a:gd name="T19" fmla="*/ 153 h 172"/>
                  <a:gd name="T20" fmla="*/ 98 w 112"/>
                  <a:gd name="T21" fmla="*/ 52 h 172"/>
                  <a:gd name="T22" fmla="*/ 60 w 112"/>
                  <a:gd name="T23" fmla="*/ 29 h 172"/>
                  <a:gd name="T24" fmla="*/ 0 w 112"/>
                  <a:gd name="T25" fmla="*/ 130 h 172"/>
                  <a:gd name="T26" fmla="*/ 76 w 112"/>
                  <a:gd name="T27" fmla="*/ 57 h 172"/>
                  <a:gd name="T28" fmla="*/ 30 w 112"/>
                  <a:gd name="T29" fmla="*/ 134 h 172"/>
                  <a:gd name="T30" fmla="*/ 20 w 112"/>
                  <a:gd name="T31" fmla="*/ 128 h 172"/>
                  <a:gd name="T32" fmla="*/ 66 w 112"/>
                  <a:gd name="T33" fmla="*/ 52 h 172"/>
                  <a:gd name="T34" fmla="*/ 76 w 112"/>
                  <a:gd name="T35" fmla="*/ 57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2" h="172">
                    <a:moveTo>
                      <a:pt x="84" y="3"/>
                    </a:moveTo>
                    <a:cubicBezTo>
                      <a:pt x="96" y="0"/>
                      <a:pt x="108" y="7"/>
                      <a:pt x="111" y="19"/>
                    </a:cubicBezTo>
                    <a:cubicBezTo>
                      <a:pt x="112" y="24"/>
                      <a:pt x="112" y="29"/>
                      <a:pt x="110" y="3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72" y="10"/>
                      <a:pt x="72" y="10"/>
                      <a:pt x="72" y="10"/>
                    </a:cubicBezTo>
                    <a:cubicBezTo>
                      <a:pt x="75" y="7"/>
                      <a:pt x="79" y="4"/>
                      <a:pt x="84" y="3"/>
                    </a:cubicBezTo>
                    <a:close/>
                    <a:moveTo>
                      <a:pt x="0" y="130"/>
                    </a:moveTo>
                    <a:cubicBezTo>
                      <a:pt x="1" y="172"/>
                      <a:pt x="1" y="172"/>
                      <a:pt x="1" y="172"/>
                    </a:cubicBezTo>
                    <a:cubicBezTo>
                      <a:pt x="38" y="153"/>
                      <a:pt x="38" y="153"/>
                      <a:pt x="38" y="153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60" y="29"/>
                      <a:pt x="60" y="29"/>
                      <a:pt x="60" y="29"/>
                    </a:cubicBezTo>
                    <a:lnTo>
                      <a:pt x="0" y="130"/>
                    </a:lnTo>
                    <a:close/>
                    <a:moveTo>
                      <a:pt x="76" y="57"/>
                    </a:moveTo>
                    <a:cubicBezTo>
                      <a:pt x="30" y="134"/>
                      <a:pt x="30" y="134"/>
                      <a:pt x="30" y="134"/>
                    </a:cubicBezTo>
                    <a:cubicBezTo>
                      <a:pt x="20" y="128"/>
                      <a:pt x="20" y="128"/>
                      <a:pt x="20" y="128"/>
                    </a:cubicBezTo>
                    <a:cubicBezTo>
                      <a:pt x="66" y="52"/>
                      <a:pt x="66" y="52"/>
                      <a:pt x="66" y="52"/>
                    </a:cubicBezTo>
                    <a:lnTo>
                      <a:pt x="76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8" name="iṣ1ï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201C9F7-5144-4B62-90AF-B2B9059D3605}"/>
                  </a:ext>
                </a:extLst>
              </p:cNvPr>
              <p:cNvSpPr/>
              <p:nvPr/>
            </p:nvSpPr>
            <p:spPr bwMode="auto">
              <a:xfrm>
                <a:off x="9589301" y="5294200"/>
                <a:ext cx="305343" cy="348404"/>
              </a:xfrm>
              <a:custGeom>
                <a:avLst/>
                <a:gdLst>
                  <a:gd name="T0" fmla="*/ 40 w 95"/>
                  <a:gd name="T1" fmla="*/ 61 h 109"/>
                  <a:gd name="T2" fmla="*/ 34 w 95"/>
                  <a:gd name="T3" fmla="*/ 54 h 109"/>
                  <a:gd name="T4" fmla="*/ 13 w 95"/>
                  <a:gd name="T5" fmla="*/ 75 h 109"/>
                  <a:gd name="T6" fmla="*/ 34 w 95"/>
                  <a:gd name="T7" fmla="*/ 95 h 109"/>
                  <a:gd name="T8" fmla="*/ 40 w 95"/>
                  <a:gd name="T9" fmla="*/ 88 h 109"/>
                  <a:gd name="T10" fmla="*/ 27 w 95"/>
                  <a:gd name="T11" fmla="*/ 75 h 109"/>
                  <a:gd name="T12" fmla="*/ 40 w 95"/>
                  <a:gd name="T13" fmla="*/ 61 h 109"/>
                  <a:gd name="T14" fmla="*/ 54 w 95"/>
                  <a:gd name="T15" fmla="*/ 88 h 109"/>
                  <a:gd name="T16" fmla="*/ 61 w 95"/>
                  <a:gd name="T17" fmla="*/ 95 h 109"/>
                  <a:gd name="T18" fmla="*/ 81 w 95"/>
                  <a:gd name="T19" fmla="*/ 75 h 109"/>
                  <a:gd name="T20" fmla="*/ 61 w 95"/>
                  <a:gd name="T21" fmla="*/ 54 h 109"/>
                  <a:gd name="T22" fmla="*/ 54 w 95"/>
                  <a:gd name="T23" fmla="*/ 61 h 109"/>
                  <a:gd name="T24" fmla="*/ 68 w 95"/>
                  <a:gd name="T25" fmla="*/ 75 h 109"/>
                  <a:gd name="T26" fmla="*/ 54 w 95"/>
                  <a:gd name="T27" fmla="*/ 88 h 109"/>
                  <a:gd name="T28" fmla="*/ 89 w 95"/>
                  <a:gd name="T29" fmla="*/ 21 h 109"/>
                  <a:gd name="T30" fmla="*/ 74 w 95"/>
                  <a:gd name="T31" fmla="*/ 6 h 109"/>
                  <a:gd name="T32" fmla="*/ 59 w 95"/>
                  <a:gd name="T33" fmla="*/ 0 h 109"/>
                  <a:gd name="T34" fmla="*/ 8 w 95"/>
                  <a:gd name="T35" fmla="*/ 0 h 109"/>
                  <a:gd name="T36" fmla="*/ 0 w 95"/>
                  <a:gd name="T37" fmla="*/ 8 h 109"/>
                  <a:gd name="T38" fmla="*/ 0 w 95"/>
                  <a:gd name="T39" fmla="*/ 100 h 109"/>
                  <a:gd name="T40" fmla="*/ 8 w 95"/>
                  <a:gd name="T41" fmla="*/ 109 h 109"/>
                  <a:gd name="T42" fmla="*/ 86 w 95"/>
                  <a:gd name="T43" fmla="*/ 109 h 109"/>
                  <a:gd name="T44" fmla="*/ 95 w 95"/>
                  <a:gd name="T45" fmla="*/ 100 h 109"/>
                  <a:gd name="T46" fmla="*/ 95 w 95"/>
                  <a:gd name="T47" fmla="*/ 36 h 109"/>
                  <a:gd name="T48" fmla="*/ 89 w 95"/>
                  <a:gd name="T49" fmla="*/ 21 h 109"/>
                  <a:gd name="T50" fmla="*/ 84 w 95"/>
                  <a:gd name="T51" fmla="*/ 26 h 109"/>
                  <a:gd name="T52" fmla="*/ 85 w 95"/>
                  <a:gd name="T53" fmla="*/ 27 h 109"/>
                  <a:gd name="T54" fmla="*/ 68 w 95"/>
                  <a:gd name="T55" fmla="*/ 27 h 109"/>
                  <a:gd name="T56" fmla="*/ 68 w 95"/>
                  <a:gd name="T57" fmla="*/ 10 h 109"/>
                  <a:gd name="T58" fmla="*/ 69 w 95"/>
                  <a:gd name="T59" fmla="*/ 11 h 109"/>
                  <a:gd name="T60" fmla="*/ 84 w 95"/>
                  <a:gd name="T61" fmla="*/ 26 h 109"/>
                  <a:gd name="T62" fmla="*/ 88 w 95"/>
                  <a:gd name="T63" fmla="*/ 100 h 109"/>
                  <a:gd name="T64" fmla="*/ 86 w 95"/>
                  <a:gd name="T65" fmla="*/ 102 h 109"/>
                  <a:gd name="T66" fmla="*/ 8 w 95"/>
                  <a:gd name="T67" fmla="*/ 102 h 109"/>
                  <a:gd name="T68" fmla="*/ 6 w 95"/>
                  <a:gd name="T69" fmla="*/ 100 h 109"/>
                  <a:gd name="T70" fmla="*/ 6 w 95"/>
                  <a:gd name="T71" fmla="*/ 8 h 109"/>
                  <a:gd name="T72" fmla="*/ 8 w 95"/>
                  <a:gd name="T73" fmla="*/ 7 h 109"/>
                  <a:gd name="T74" fmla="*/ 59 w 95"/>
                  <a:gd name="T75" fmla="*/ 7 h 109"/>
                  <a:gd name="T76" fmla="*/ 61 w 95"/>
                  <a:gd name="T77" fmla="*/ 7 h 109"/>
                  <a:gd name="T78" fmla="*/ 61 w 95"/>
                  <a:gd name="T79" fmla="*/ 34 h 109"/>
                  <a:gd name="T80" fmla="*/ 88 w 95"/>
                  <a:gd name="T81" fmla="*/ 34 h 109"/>
                  <a:gd name="T82" fmla="*/ 88 w 95"/>
                  <a:gd name="T83" fmla="*/ 36 h 109"/>
                  <a:gd name="T84" fmla="*/ 88 w 95"/>
                  <a:gd name="T85" fmla="*/ 10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5" h="109">
                    <a:moveTo>
                      <a:pt x="40" y="61"/>
                    </a:moveTo>
                    <a:cubicBezTo>
                      <a:pt x="34" y="54"/>
                      <a:pt x="34" y="54"/>
                      <a:pt x="34" y="54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27" y="75"/>
                      <a:pt x="27" y="75"/>
                      <a:pt x="27" y="75"/>
                    </a:cubicBezTo>
                    <a:lnTo>
                      <a:pt x="40" y="61"/>
                    </a:lnTo>
                    <a:close/>
                    <a:moveTo>
                      <a:pt x="54" y="88"/>
                    </a:moveTo>
                    <a:cubicBezTo>
                      <a:pt x="61" y="95"/>
                      <a:pt x="61" y="95"/>
                      <a:pt x="61" y="95"/>
                    </a:cubicBezTo>
                    <a:cubicBezTo>
                      <a:pt x="81" y="75"/>
                      <a:pt x="81" y="75"/>
                      <a:pt x="81" y="75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54" y="61"/>
                      <a:pt x="54" y="61"/>
                      <a:pt x="54" y="61"/>
                    </a:cubicBezTo>
                    <a:cubicBezTo>
                      <a:pt x="68" y="75"/>
                      <a:pt x="68" y="75"/>
                      <a:pt x="68" y="75"/>
                    </a:cubicBezTo>
                    <a:lnTo>
                      <a:pt x="54" y="88"/>
                    </a:lnTo>
                    <a:close/>
                    <a:moveTo>
                      <a:pt x="89" y="21"/>
                    </a:moveTo>
                    <a:cubicBezTo>
                      <a:pt x="74" y="6"/>
                      <a:pt x="74" y="6"/>
                      <a:pt x="74" y="6"/>
                    </a:cubicBezTo>
                    <a:cubicBezTo>
                      <a:pt x="70" y="3"/>
                      <a:pt x="64" y="0"/>
                      <a:pt x="5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105"/>
                      <a:pt x="3" y="109"/>
                      <a:pt x="8" y="109"/>
                    </a:cubicBezTo>
                    <a:cubicBezTo>
                      <a:pt x="86" y="109"/>
                      <a:pt x="86" y="109"/>
                      <a:pt x="86" y="109"/>
                    </a:cubicBezTo>
                    <a:cubicBezTo>
                      <a:pt x="91" y="109"/>
                      <a:pt x="95" y="105"/>
                      <a:pt x="95" y="100"/>
                    </a:cubicBezTo>
                    <a:cubicBezTo>
                      <a:pt x="95" y="36"/>
                      <a:pt x="95" y="36"/>
                      <a:pt x="95" y="36"/>
                    </a:cubicBezTo>
                    <a:cubicBezTo>
                      <a:pt x="95" y="31"/>
                      <a:pt x="92" y="24"/>
                      <a:pt x="89" y="21"/>
                    </a:cubicBezTo>
                    <a:close/>
                    <a:moveTo>
                      <a:pt x="84" y="26"/>
                    </a:moveTo>
                    <a:cubicBezTo>
                      <a:pt x="84" y="26"/>
                      <a:pt x="85" y="27"/>
                      <a:pt x="85" y="27"/>
                    </a:cubicBezTo>
                    <a:cubicBezTo>
                      <a:pt x="68" y="27"/>
                      <a:pt x="68" y="27"/>
                      <a:pt x="68" y="27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10"/>
                      <a:pt x="68" y="10"/>
                      <a:pt x="69" y="11"/>
                    </a:cubicBezTo>
                    <a:lnTo>
                      <a:pt x="84" y="26"/>
                    </a:lnTo>
                    <a:close/>
                    <a:moveTo>
                      <a:pt x="88" y="100"/>
                    </a:moveTo>
                    <a:cubicBezTo>
                      <a:pt x="88" y="101"/>
                      <a:pt x="87" y="102"/>
                      <a:pt x="86" y="102"/>
                    </a:cubicBezTo>
                    <a:cubicBezTo>
                      <a:pt x="8" y="102"/>
                      <a:pt x="8" y="102"/>
                      <a:pt x="8" y="102"/>
                    </a:cubicBezTo>
                    <a:cubicBezTo>
                      <a:pt x="7" y="102"/>
                      <a:pt x="6" y="101"/>
                      <a:pt x="6" y="100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7"/>
                      <a:pt x="7" y="7"/>
                      <a:pt x="8" y="7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60" y="7"/>
                      <a:pt x="60" y="7"/>
                      <a:pt x="61" y="7"/>
                    </a:cubicBezTo>
                    <a:cubicBezTo>
                      <a:pt x="61" y="34"/>
                      <a:pt x="61" y="34"/>
                      <a:pt x="61" y="34"/>
                    </a:cubicBezTo>
                    <a:cubicBezTo>
                      <a:pt x="88" y="34"/>
                      <a:pt x="88" y="34"/>
                      <a:pt x="88" y="34"/>
                    </a:cubicBezTo>
                    <a:cubicBezTo>
                      <a:pt x="88" y="34"/>
                      <a:pt x="88" y="35"/>
                      <a:pt x="88" y="36"/>
                    </a:cubicBezTo>
                    <a:lnTo>
                      <a:pt x="88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9" name="ïṣļi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C7F3F04-23B2-4959-8B77-797BB4782FD4}"/>
                  </a:ext>
                </a:extLst>
              </p:cNvPr>
              <p:cNvSpPr/>
              <p:nvPr/>
            </p:nvSpPr>
            <p:spPr bwMode="auto">
              <a:xfrm>
                <a:off x="9029505" y="1945211"/>
                <a:ext cx="401253" cy="297514"/>
              </a:xfrm>
              <a:custGeom>
                <a:avLst/>
                <a:gdLst>
                  <a:gd name="T0" fmla="*/ 101 w 125"/>
                  <a:gd name="T1" fmla="*/ 0 h 93"/>
                  <a:gd name="T2" fmla="*/ 23 w 125"/>
                  <a:gd name="T3" fmla="*/ 0 h 93"/>
                  <a:gd name="T4" fmla="*/ 0 w 125"/>
                  <a:gd name="T5" fmla="*/ 23 h 93"/>
                  <a:gd name="T6" fmla="*/ 0 w 125"/>
                  <a:gd name="T7" fmla="*/ 70 h 93"/>
                  <a:gd name="T8" fmla="*/ 23 w 125"/>
                  <a:gd name="T9" fmla="*/ 93 h 93"/>
                  <a:gd name="T10" fmla="*/ 101 w 125"/>
                  <a:gd name="T11" fmla="*/ 93 h 93"/>
                  <a:gd name="T12" fmla="*/ 125 w 125"/>
                  <a:gd name="T13" fmla="*/ 70 h 93"/>
                  <a:gd name="T14" fmla="*/ 125 w 125"/>
                  <a:gd name="T15" fmla="*/ 23 h 93"/>
                  <a:gd name="T16" fmla="*/ 101 w 125"/>
                  <a:gd name="T17" fmla="*/ 0 h 93"/>
                  <a:gd name="T18" fmla="*/ 47 w 125"/>
                  <a:gd name="T19" fmla="*/ 78 h 93"/>
                  <a:gd name="T20" fmla="*/ 47 w 125"/>
                  <a:gd name="T21" fmla="*/ 15 h 93"/>
                  <a:gd name="T22" fmla="*/ 86 w 125"/>
                  <a:gd name="T23" fmla="*/ 46 h 93"/>
                  <a:gd name="T24" fmla="*/ 47 w 125"/>
                  <a:gd name="T25" fmla="*/ 78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93">
                    <a:moveTo>
                      <a:pt x="101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83"/>
                      <a:pt x="11" y="93"/>
                      <a:pt x="23" y="93"/>
                    </a:cubicBezTo>
                    <a:cubicBezTo>
                      <a:pt x="101" y="93"/>
                      <a:pt x="101" y="93"/>
                      <a:pt x="101" y="93"/>
                    </a:cubicBezTo>
                    <a:cubicBezTo>
                      <a:pt x="114" y="93"/>
                      <a:pt x="125" y="83"/>
                      <a:pt x="125" y="70"/>
                    </a:cubicBezTo>
                    <a:cubicBezTo>
                      <a:pt x="125" y="23"/>
                      <a:pt x="125" y="23"/>
                      <a:pt x="125" y="23"/>
                    </a:cubicBezTo>
                    <a:cubicBezTo>
                      <a:pt x="125" y="10"/>
                      <a:pt x="114" y="0"/>
                      <a:pt x="101" y="0"/>
                    </a:cubicBezTo>
                    <a:close/>
                    <a:moveTo>
                      <a:pt x="47" y="78"/>
                    </a:moveTo>
                    <a:cubicBezTo>
                      <a:pt x="47" y="15"/>
                      <a:pt x="47" y="15"/>
                      <a:pt x="47" y="15"/>
                    </a:cubicBezTo>
                    <a:cubicBezTo>
                      <a:pt x="86" y="46"/>
                      <a:pt x="86" y="46"/>
                      <a:pt x="86" y="46"/>
                    </a:cubicBezTo>
                    <a:lnTo>
                      <a:pt x="47" y="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0" name="íśľí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6D80D14-33A0-43C1-AF60-062ADCECD5A0}"/>
                  </a:ext>
                </a:extLst>
              </p:cNvPr>
              <p:cNvSpPr/>
              <p:nvPr/>
            </p:nvSpPr>
            <p:spPr bwMode="auto">
              <a:xfrm>
                <a:off x="8534302" y="4360555"/>
                <a:ext cx="207477" cy="211391"/>
              </a:xfrm>
              <a:custGeom>
                <a:avLst/>
                <a:gdLst>
                  <a:gd name="T0" fmla="*/ 61 w 65"/>
                  <a:gd name="T1" fmla="*/ 19 h 66"/>
                  <a:gd name="T2" fmla="*/ 47 w 65"/>
                  <a:gd name="T3" fmla="*/ 4 h 66"/>
                  <a:gd name="T4" fmla="*/ 51 w 65"/>
                  <a:gd name="T5" fmla="*/ 0 h 66"/>
                  <a:gd name="T6" fmla="*/ 65 w 65"/>
                  <a:gd name="T7" fmla="*/ 15 h 66"/>
                  <a:gd name="T8" fmla="*/ 61 w 65"/>
                  <a:gd name="T9" fmla="*/ 19 h 66"/>
                  <a:gd name="T10" fmla="*/ 57 w 65"/>
                  <a:gd name="T11" fmla="*/ 23 h 66"/>
                  <a:gd name="T12" fmla="*/ 55 w 65"/>
                  <a:gd name="T13" fmla="*/ 46 h 66"/>
                  <a:gd name="T14" fmla="*/ 10 w 65"/>
                  <a:gd name="T15" fmla="*/ 66 h 66"/>
                  <a:gd name="T16" fmla="*/ 6 w 65"/>
                  <a:gd name="T17" fmla="*/ 63 h 66"/>
                  <a:gd name="T18" fmla="*/ 24 w 65"/>
                  <a:gd name="T19" fmla="*/ 45 h 66"/>
                  <a:gd name="T20" fmla="*/ 26 w 65"/>
                  <a:gd name="T21" fmla="*/ 46 h 66"/>
                  <a:gd name="T22" fmla="*/ 32 w 65"/>
                  <a:gd name="T23" fmla="*/ 39 h 66"/>
                  <a:gd name="T24" fmla="*/ 26 w 65"/>
                  <a:gd name="T25" fmla="*/ 33 h 66"/>
                  <a:gd name="T26" fmla="*/ 20 w 65"/>
                  <a:gd name="T27" fmla="*/ 39 h 66"/>
                  <a:gd name="T28" fmla="*/ 21 w 65"/>
                  <a:gd name="T29" fmla="*/ 42 h 66"/>
                  <a:gd name="T30" fmla="*/ 3 w 65"/>
                  <a:gd name="T31" fmla="*/ 59 h 66"/>
                  <a:gd name="T32" fmla="*/ 0 w 65"/>
                  <a:gd name="T33" fmla="*/ 56 h 66"/>
                  <a:gd name="T34" fmla="*/ 20 w 65"/>
                  <a:gd name="T35" fmla="*/ 10 h 66"/>
                  <a:gd name="T36" fmla="*/ 43 w 65"/>
                  <a:gd name="T37" fmla="*/ 8 h 66"/>
                  <a:gd name="T38" fmla="*/ 57 w 65"/>
                  <a:gd name="T39" fmla="*/ 2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5" h="66">
                    <a:moveTo>
                      <a:pt x="61" y="19"/>
                    </a:moveTo>
                    <a:cubicBezTo>
                      <a:pt x="47" y="4"/>
                      <a:pt x="47" y="4"/>
                      <a:pt x="47" y="4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1" y="19"/>
                    </a:lnTo>
                    <a:close/>
                    <a:moveTo>
                      <a:pt x="57" y="23"/>
                    </a:moveTo>
                    <a:cubicBezTo>
                      <a:pt x="55" y="46"/>
                      <a:pt x="55" y="46"/>
                      <a:pt x="55" y="46"/>
                    </a:cubicBezTo>
                    <a:cubicBezTo>
                      <a:pt x="37" y="46"/>
                      <a:pt x="10" y="66"/>
                      <a:pt x="10" y="66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5" y="45"/>
                      <a:pt x="25" y="46"/>
                      <a:pt x="26" y="46"/>
                    </a:cubicBezTo>
                    <a:cubicBezTo>
                      <a:pt x="30" y="46"/>
                      <a:pt x="32" y="43"/>
                      <a:pt x="32" y="39"/>
                    </a:cubicBezTo>
                    <a:cubicBezTo>
                      <a:pt x="32" y="36"/>
                      <a:pt x="30" y="33"/>
                      <a:pt x="26" y="33"/>
                    </a:cubicBezTo>
                    <a:cubicBezTo>
                      <a:pt x="23" y="33"/>
                      <a:pt x="20" y="36"/>
                      <a:pt x="20" y="39"/>
                    </a:cubicBezTo>
                    <a:cubicBezTo>
                      <a:pt x="20" y="40"/>
                      <a:pt x="20" y="41"/>
                      <a:pt x="21" y="42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20" y="29"/>
                      <a:pt x="20" y="10"/>
                    </a:cubicBezTo>
                    <a:cubicBezTo>
                      <a:pt x="43" y="8"/>
                      <a:pt x="43" y="8"/>
                      <a:pt x="43" y="8"/>
                    </a:cubicBezTo>
                    <a:lnTo>
                      <a:pt x="5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1" name="iŝ1ï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AEE8353-8CA3-4B4A-9282-48C98E933E20}"/>
                  </a:ext>
                </a:extLst>
              </p:cNvPr>
              <p:cNvSpPr/>
              <p:nvPr/>
            </p:nvSpPr>
            <p:spPr bwMode="auto">
              <a:xfrm>
                <a:off x="8890535" y="4113931"/>
                <a:ext cx="279899" cy="268153"/>
              </a:xfrm>
              <a:custGeom>
                <a:avLst/>
                <a:gdLst>
                  <a:gd name="T0" fmla="*/ 55 w 88"/>
                  <a:gd name="T1" fmla="*/ 59 h 84"/>
                  <a:gd name="T2" fmla="*/ 53 w 88"/>
                  <a:gd name="T3" fmla="*/ 53 h 84"/>
                  <a:gd name="T4" fmla="*/ 61 w 88"/>
                  <a:gd name="T5" fmla="*/ 38 h 84"/>
                  <a:gd name="T6" fmla="*/ 63 w 88"/>
                  <a:gd name="T7" fmla="*/ 26 h 84"/>
                  <a:gd name="T8" fmla="*/ 44 w 88"/>
                  <a:gd name="T9" fmla="*/ 0 h 84"/>
                  <a:gd name="T10" fmla="*/ 25 w 88"/>
                  <a:gd name="T11" fmla="*/ 26 h 84"/>
                  <a:gd name="T12" fmla="*/ 28 w 88"/>
                  <a:gd name="T13" fmla="*/ 38 h 84"/>
                  <a:gd name="T14" fmla="*/ 36 w 88"/>
                  <a:gd name="T15" fmla="*/ 53 h 84"/>
                  <a:gd name="T16" fmla="*/ 33 w 88"/>
                  <a:gd name="T17" fmla="*/ 59 h 84"/>
                  <a:gd name="T18" fmla="*/ 0 w 88"/>
                  <a:gd name="T19" fmla="*/ 84 h 84"/>
                  <a:gd name="T20" fmla="*/ 44 w 88"/>
                  <a:gd name="T21" fmla="*/ 84 h 84"/>
                  <a:gd name="T22" fmla="*/ 88 w 88"/>
                  <a:gd name="T23" fmla="*/ 84 h 84"/>
                  <a:gd name="T24" fmla="*/ 55 w 88"/>
                  <a:gd name="T25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4">
                    <a:moveTo>
                      <a:pt x="55" y="59"/>
                    </a:moveTo>
                    <a:cubicBezTo>
                      <a:pt x="53" y="59"/>
                      <a:pt x="53" y="53"/>
                      <a:pt x="53" y="53"/>
                    </a:cubicBezTo>
                    <a:cubicBezTo>
                      <a:pt x="53" y="53"/>
                      <a:pt x="59" y="46"/>
                      <a:pt x="61" y="38"/>
                    </a:cubicBezTo>
                    <a:cubicBezTo>
                      <a:pt x="64" y="38"/>
                      <a:pt x="67" y="29"/>
                      <a:pt x="63" y="26"/>
                    </a:cubicBezTo>
                    <a:cubicBezTo>
                      <a:pt x="63" y="22"/>
                      <a:pt x="68" y="0"/>
                      <a:pt x="44" y="0"/>
                    </a:cubicBezTo>
                    <a:cubicBezTo>
                      <a:pt x="21" y="0"/>
                      <a:pt x="25" y="22"/>
                      <a:pt x="25" y="26"/>
                    </a:cubicBezTo>
                    <a:cubicBezTo>
                      <a:pt x="22" y="29"/>
                      <a:pt x="24" y="38"/>
                      <a:pt x="28" y="38"/>
                    </a:cubicBezTo>
                    <a:cubicBezTo>
                      <a:pt x="29" y="46"/>
                      <a:pt x="36" y="53"/>
                      <a:pt x="36" y="53"/>
                    </a:cubicBezTo>
                    <a:cubicBezTo>
                      <a:pt x="36" y="53"/>
                      <a:pt x="35" y="59"/>
                      <a:pt x="33" y="59"/>
                    </a:cubicBezTo>
                    <a:cubicBezTo>
                      <a:pt x="26" y="60"/>
                      <a:pt x="0" y="72"/>
                      <a:pt x="0" y="84"/>
                    </a:cubicBezTo>
                    <a:cubicBezTo>
                      <a:pt x="44" y="84"/>
                      <a:pt x="44" y="84"/>
                      <a:pt x="44" y="84"/>
                    </a:cubicBezTo>
                    <a:cubicBezTo>
                      <a:pt x="88" y="84"/>
                      <a:pt x="88" y="84"/>
                      <a:pt x="88" y="84"/>
                    </a:cubicBezTo>
                    <a:cubicBezTo>
                      <a:pt x="88" y="72"/>
                      <a:pt x="62" y="60"/>
                      <a:pt x="55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2" name="íş1ï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54DB0D6-1C5F-4E2B-A731-22DC04EC5339}"/>
                  </a:ext>
                </a:extLst>
              </p:cNvPr>
              <p:cNvSpPr/>
              <p:nvPr/>
            </p:nvSpPr>
            <p:spPr bwMode="auto">
              <a:xfrm>
                <a:off x="8039097" y="4581732"/>
                <a:ext cx="262282" cy="262282"/>
              </a:xfrm>
              <a:custGeom>
                <a:avLst/>
                <a:gdLst>
                  <a:gd name="T0" fmla="*/ 0 w 82"/>
                  <a:gd name="T1" fmla="*/ 41 h 82"/>
                  <a:gd name="T2" fmla="*/ 82 w 82"/>
                  <a:gd name="T3" fmla="*/ 41 h 82"/>
                  <a:gd name="T4" fmla="*/ 64 w 82"/>
                  <a:gd name="T5" fmla="*/ 55 h 82"/>
                  <a:gd name="T6" fmla="*/ 77 w 82"/>
                  <a:gd name="T7" fmla="*/ 44 h 82"/>
                  <a:gd name="T8" fmla="*/ 64 w 82"/>
                  <a:gd name="T9" fmla="*/ 55 h 82"/>
                  <a:gd name="T10" fmla="*/ 16 w 82"/>
                  <a:gd name="T11" fmla="*/ 38 h 82"/>
                  <a:gd name="T12" fmla="*/ 8 w 82"/>
                  <a:gd name="T13" fmla="*/ 27 h 82"/>
                  <a:gd name="T14" fmla="*/ 59 w 82"/>
                  <a:gd name="T15" fmla="*/ 27 h 82"/>
                  <a:gd name="T16" fmla="*/ 44 w 82"/>
                  <a:gd name="T17" fmla="*/ 38 h 82"/>
                  <a:gd name="T18" fmla="*/ 59 w 82"/>
                  <a:gd name="T19" fmla="*/ 27 h 82"/>
                  <a:gd name="T20" fmla="*/ 44 w 82"/>
                  <a:gd name="T21" fmla="*/ 5 h 82"/>
                  <a:gd name="T22" fmla="*/ 54 w 82"/>
                  <a:gd name="T23" fmla="*/ 14 h 82"/>
                  <a:gd name="T24" fmla="*/ 44 w 82"/>
                  <a:gd name="T25" fmla="*/ 22 h 82"/>
                  <a:gd name="T26" fmla="*/ 35 w 82"/>
                  <a:gd name="T27" fmla="*/ 7 h 82"/>
                  <a:gd name="T28" fmla="*/ 38 w 82"/>
                  <a:gd name="T29" fmla="*/ 22 h 82"/>
                  <a:gd name="T30" fmla="*/ 28 w 82"/>
                  <a:gd name="T31" fmla="*/ 14 h 82"/>
                  <a:gd name="T32" fmla="*/ 38 w 82"/>
                  <a:gd name="T33" fmla="*/ 38 h 82"/>
                  <a:gd name="T34" fmla="*/ 23 w 82"/>
                  <a:gd name="T35" fmla="*/ 27 h 82"/>
                  <a:gd name="T36" fmla="*/ 8 w 82"/>
                  <a:gd name="T37" fmla="*/ 55 h 82"/>
                  <a:gd name="T38" fmla="*/ 16 w 82"/>
                  <a:gd name="T39" fmla="*/ 44 h 82"/>
                  <a:gd name="T40" fmla="*/ 8 w 82"/>
                  <a:gd name="T41" fmla="*/ 55 h 82"/>
                  <a:gd name="T42" fmla="*/ 38 w 82"/>
                  <a:gd name="T43" fmla="*/ 44 h 82"/>
                  <a:gd name="T44" fmla="*/ 23 w 82"/>
                  <a:gd name="T45" fmla="*/ 55 h 82"/>
                  <a:gd name="T46" fmla="*/ 38 w 82"/>
                  <a:gd name="T47" fmla="*/ 60 h 82"/>
                  <a:gd name="T48" fmla="*/ 35 w 82"/>
                  <a:gd name="T49" fmla="*/ 74 h 82"/>
                  <a:gd name="T50" fmla="*/ 25 w 82"/>
                  <a:gd name="T51" fmla="*/ 60 h 82"/>
                  <a:gd name="T52" fmla="*/ 54 w 82"/>
                  <a:gd name="T53" fmla="*/ 67 h 82"/>
                  <a:gd name="T54" fmla="*/ 44 w 82"/>
                  <a:gd name="T55" fmla="*/ 76 h 82"/>
                  <a:gd name="T56" fmla="*/ 57 w 82"/>
                  <a:gd name="T57" fmla="*/ 60 h 82"/>
                  <a:gd name="T58" fmla="*/ 44 w 82"/>
                  <a:gd name="T59" fmla="*/ 55 h 82"/>
                  <a:gd name="T60" fmla="*/ 60 w 82"/>
                  <a:gd name="T61" fmla="*/ 44 h 82"/>
                  <a:gd name="T62" fmla="*/ 44 w 82"/>
                  <a:gd name="T63" fmla="*/ 55 h 82"/>
                  <a:gd name="T64" fmla="*/ 64 w 82"/>
                  <a:gd name="T65" fmla="*/ 27 h 82"/>
                  <a:gd name="T66" fmla="*/ 77 w 82"/>
                  <a:gd name="T67" fmla="*/ 38 h 82"/>
                  <a:gd name="T68" fmla="*/ 71 w 82"/>
                  <a:gd name="T69" fmla="*/ 22 h 82"/>
                  <a:gd name="T70" fmla="*/ 57 w 82"/>
                  <a:gd name="T71" fmla="*/ 9 h 82"/>
                  <a:gd name="T72" fmla="*/ 71 w 82"/>
                  <a:gd name="T73" fmla="*/ 22 h 82"/>
                  <a:gd name="T74" fmla="*/ 26 w 82"/>
                  <a:gd name="T75" fmla="*/ 9 h 82"/>
                  <a:gd name="T76" fmla="*/ 11 w 82"/>
                  <a:gd name="T77" fmla="*/ 22 h 82"/>
                  <a:gd name="T78" fmla="*/ 11 w 82"/>
                  <a:gd name="T79" fmla="*/ 60 h 82"/>
                  <a:gd name="T80" fmla="*/ 26 w 82"/>
                  <a:gd name="T81" fmla="*/ 73 h 82"/>
                  <a:gd name="T82" fmla="*/ 11 w 82"/>
                  <a:gd name="T83" fmla="*/ 60 h 82"/>
                  <a:gd name="T84" fmla="*/ 57 w 82"/>
                  <a:gd name="T85" fmla="*/ 73 h 82"/>
                  <a:gd name="T86" fmla="*/ 71 w 82"/>
                  <a:gd name="T87" fmla="*/ 6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2" h="82">
                    <a:moveTo>
                      <a:pt x="41" y="0"/>
                    </a:moveTo>
                    <a:cubicBezTo>
                      <a:pt x="18" y="0"/>
                      <a:pt x="0" y="18"/>
                      <a:pt x="0" y="41"/>
                    </a:cubicBezTo>
                    <a:cubicBezTo>
                      <a:pt x="0" y="64"/>
                      <a:pt x="18" y="82"/>
                      <a:pt x="41" y="82"/>
                    </a:cubicBezTo>
                    <a:cubicBezTo>
                      <a:pt x="64" y="82"/>
                      <a:pt x="82" y="64"/>
                      <a:pt x="82" y="41"/>
                    </a:cubicBezTo>
                    <a:cubicBezTo>
                      <a:pt x="82" y="18"/>
                      <a:pt x="64" y="0"/>
                      <a:pt x="41" y="0"/>
                    </a:cubicBezTo>
                    <a:close/>
                    <a:moveTo>
                      <a:pt x="64" y="55"/>
                    </a:moveTo>
                    <a:cubicBezTo>
                      <a:pt x="65" y="51"/>
                      <a:pt x="66" y="47"/>
                      <a:pt x="66" y="44"/>
                    </a:cubicBezTo>
                    <a:cubicBezTo>
                      <a:pt x="77" y="44"/>
                      <a:pt x="77" y="44"/>
                      <a:pt x="77" y="44"/>
                    </a:cubicBezTo>
                    <a:cubicBezTo>
                      <a:pt x="76" y="47"/>
                      <a:pt x="76" y="51"/>
                      <a:pt x="74" y="55"/>
                    </a:cubicBezTo>
                    <a:lnTo>
                      <a:pt x="64" y="55"/>
                    </a:lnTo>
                    <a:close/>
                    <a:moveTo>
                      <a:pt x="18" y="27"/>
                    </a:moveTo>
                    <a:cubicBezTo>
                      <a:pt x="17" y="31"/>
                      <a:pt x="17" y="34"/>
                      <a:pt x="16" y="38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6" y="34"/>
                      <a:pt x="7" y="31"/>
                      <a:pt x="8" y="27"/>
                    </a:cubicBezTo>
                    <a:lnTo>
                      <a:pt x="18" y="27"/>
                    </a:lnTo>
                    <a:close/>
                    <a:moveTo>
                      <a:pt x="59" y="27"/>
                    </a:moveTo>
                    <a:cubicBezTo>
                      <a:pt x="60" y="31"/>
                      <a:pt x="60" y="34"/>
                      <a:pt x="60" y="38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44" y="27"/>
                      <a:pt x="44" y="27"/>
                      <a:pt x="44" y="27"/>
                    </a:cubicBezTo>
                    <a:lnTo>
                      <a:pt x="59" y="27"/>
                    </a:lnTo>
                    <a:close/>
                    <a:moveTo>
                      <a:pt x="44" y="22"/>
                    </a:moveTo>
                    <a:cubicBezTo>
                      <a:pt x="44" y="5"/>
                      <a:pt x="44" y="5"/>
                      <a:pt x="44" y="5"/>
                    </a:cubicBezTo>
                    <a:cubicBezTo>
                      <a:pt x="45" y="6"/>
                      <a:pt x="46" y="6"/>
                      <a:pt x="48" y="7"/>
                    </a:cubicBezTo>
                    <a:cubicBezTo>
                      <a:pt x="50" y="9"/>
                      <a:pt x="52" y="11"/>
                      <a:pt x="54" y="14"/>
                    </a:cubicBezTo>
                    <a:cubicBezTo>
                      <a:pt x="55" y="17"/>
                      <a:pt x="56" y="19"/>
                      <a:pt x="57" y="22"/>
                    </a:cubicBezTo>
                    <a:cubicBezTo>
                      <a:pt x="44" y="22"/>
                      <a:pt x="44" y="22"/>
                      <a:pt x="44" y="22"/>
                    </a:cubicBezTo>
                    <a:close/>
                    <a:moveTo>
                      <a:pt x="28" y="14"/>
                    </a:moveTo>
                    <a:cubicBezTo>
                      <a:pt x="30" y="11"/>
                      <a:pt x="32" y="9"/>
                      <a:pt x="35" y="7"/>
                    </a:cubicBezTo>
                    <a:cubicBezTo>
                      <a:pt x="36" y="6"/>
                      <a:pt x="37" y="6"/>
                      <a:pt x="38" y="5"/>
                    </a:cubicBezTo>
                    <a:cubicBezTo>
                      <a:pt x="38" y="22"/>
                      <a:pt x="38" y="22"/>
                      <a:pt x="38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6" y="19"/>
                      <a:pt x="27" y="17"/>
                      <a:pt x="28" y="14"/>
                    </a:cubicBezTo>
                    <a:close/>
                    <a:moveTo>
                      <a:pt x="38" y="27"/>
                    </a:moveTo>
                    <a:cubicBezTo>
                      <a:pt x="38" y="38"/>
                      <a:pt x="38" y="38"/>
                      <a:pt x="38" y="38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22" y="34"/>
                      <a:pt x="23" y="31"/>
                      <a:pt x="23" y="27"/>
                    </a:cubicBezTo>
                    <a:lnTo>
                      <a:pt x="38" y="27"/>
                    </a:lnTo>
                    <a:close/>
                    <a:moveTo>
                      <a:pt x="8" y="55"/>
                    </a:moveTo>
                    <a:cubicBezTo>
                      <a:pt x="7" y="51"/>
                      <a:pt x="6" y="47"/>
                      <a:pt x="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7" y="47"/>
                      <a:pt x="17" y="51"/>
                      <a:pt x="18" y="55"/>
                    </a:cubicBezTo>
                    <a:lnTo>
                      <a:pt x="8" y="55"/>
                    </a:lnTo>
                    <a:close/>
                    <a:moveTo>
                      <a:pt x="22" y="44"/>
                    </a:moveTo>
                    <a:cubicBezTo>
                      <a:pt x="38" y="44"/>
                      <a:pt x="38" y="44"/>
                      <a:pt x="38" y="44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23" y="51"/>
                      <a:pt x="22" y="47"/>
                      <a:pt x="22" y="44"/>
                    </a:cubicBezTo>
                    <a:close/>
                    <a:moveTo>
                      <a:pt x="38" y="60"/>
                    </a:moveTo>
                    <a:cubicBezTo>
                      <a:pt x="38" y="76"/>
                      <a:pt x="38" y="76"/>
                      <a:pt x="38" y="76"/>
                    </a:cubicBezTo>
                    <a:cubicBezTo>
                      <a:pt x="37" y="76"/>
                      <a:pt x="36" y="75"/>
                      <a:pt x="35" y="74"/>
                    </a:cubicBezTo>
                    <a:cubicBezTo>
                      <a:pt x="32" y="73"/>
                      <a:pt x="30" y="70"/>
                      <a:pt x="28" y="67"/>
                    </a:cubicBezTo>
                    <a:cubicBezTo>
                      <a:pt x="27" y="65"/>
                      <a:pt x="26" y="63"/>
                      <a:pt x="25" y="60"/>
                    </a:cubicBezTo>
                    <a:cubicBezTo>
                      <a:pt x="38" y="60"/>
                      <a:pt x="38" y="60"/>
                      <a:pt x="38" y="60"/>
                    </a:cubicBezTo>
                    <a:close/>
                    <a:moveTo>
                      <a:pt x="54" y="67"/>
                    </a:moveTo>
                    <a:cubicBezTo>
                      <a:pt x="52" y="70"/>
                      <a:pt x="50" y="73"/>
                      <a:pt x="48" y="74"/>
                    </a:cubicBezTo>
                    <a:cubicBezTo>
                      <a:pt x="46" y="75"/>
                      <a:pt x="45" y="76"/>
                      <a:pt x="44" y="76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6" y="63"/>
                      <a:pt x="55" y="65"/>
                      <a:pt x="54" y="67"/>
                    </a:cubicBezTo>
                    <a:close/>
                    <a:moveTo>
                      <a:pt x="44" y="55"/>
                    </a:moveTo>
                    <a:cubicBezTo>
                      <a:pt x="44" y="44"/>
                      <a:pt x="44" y="44"/>
                      <a:pt x="44" y="4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7"/>
                      <a:pt x="60" y="51"/>
                      <a:pt x="59" y="55"/>
                    </a:cubicBezTo>
                    <a:lnTo>
                      <a:pt x="44" y="55"/>
                    </a:lnTo>
                    <a:close/>
                    <a:moveTo>
                      <a:pt x="66" y="38"/>
                    </a:moveTo>
                    <a:cubicBezTo>
                      <a:pt x="66" y="34"/>
                      <a:pt x="65" y="31"/>
                      <a:pt x="64" y="27"/>
                    </a:cubicBezTo>
                    <a:cubicBezTo>
                      <a:pt x="74" y="27"/>
                      <a:pt x="74" y="27"/>
                      <a:pt x="74" y="27"/>
                    </a:cubicBezTo>
                    <a:cubicBezTo>
                      <a:pt x="76" y="31"/>
                      <a:pt x="76" y="34"/>
                      <a:pt x="77" y="38"/>
                    </a:cubicBezTo>
                    <a:lnTo>
                      <a:pt x="66" y="38"/>
                    </a:lnTo>
                    <a:close/>
                    <a:moveTo>
                      <a:pt x="71" y="22"/>
                    </a:moveTo>
                    <a:cubicBezTo>
                      <a:pt x="63" y="22"/>
                      <a:pt x="63" y="22"/>
                      <a:pt x="63" y="22"/>
                    </a:cubicBezTo>
                    <a:cubicBezTo>
                      <a:pt x="61" y="17"/>
                      <a:pt x="59" y="12"/>
                      <a:pt x="57" y="9"/>
                    </a:cubicBezTo>
                    <a:cubicBezTo>
                      <a:pt x="60" y="10"/>
                      <a:pt x="63" y="13"/>
                      <a:pt x="66" y="16"/>
                    </a:cubicBezTo>
                    <a:cubicBezTo>
                      <a:pt x="68" y="17"/>
                      <a:pt x="70" y="19"/>
                      <a:pt x="71" y="22"/>
                    </a:cubicBezTo>
                    <a:close/>
                    <a:moveTo>
                      <a:pt x="16" y="16"/>
                    </a:moveTo>
                    <a:cubicBezTo>
                      <a:pt x="19" y="13"/>
                      <a:pt x="22" y="10"/>
                      <a:pt x="26" y="9"/>
                    </a:cubicBezTo>
                    <a:cubicBezTo>
                      <a:pt x="23" y="12"/>
                      <a:pt x="21" y="17"/>
                      <a:pt x="19" y="22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19"/>
                      <a:pt x="14" y="17"/>
                      <a:pt x="16" y="16"/>
                    </a:cubicBezTo>
                    <a:close/>
                    <a:moveTo>
                      <a:pt x="11" y="60"/>
                    </a:moveTo>
                    <a:cubicBezTo>
                      <a:pt x="19" y="60"/>
                      <a:pt x="19" y="60"/>
                      <a:pt x="19" y="60"/>
                    </a:cubicBezTo>
                    <a:cubicBezTo>
                      <a:pt x="21" y="65"/>
                      <a:pt x="23" y="69"/>
                      <a:pt x="26" y="73"/>
                    </a:cubicBezTo>
                    <a:cubicBezTo>
                      <a:pt x="22" y="71"/>
                      <a:pt x="19" y="69"/>
                      <a:pt x="16" y="66"/>
                    </a:cubicBezTo>
                    <a:cubicBezTo>
                      <a:pt x="14" y="64"/>
                      <a:pt x="12" y="62"/>
                      <a:pt x="11" y="60"/>
                    </a:cubicBezTo>
                    <a:close/>
                    <a:moveTo>
                      <a:pt x="66" y="66"/>
                    </a:moveTo>
                    <a:cubicBezTo>
                      <a:pt x="63" y="69"/>
                      <a:pt x="60" y="71"/>
                      <a:pt x="57" y="73"/>
                    </a:cubicBezTo>
                    <a:cubicBezTo>
                      <a:pt x="59" y="69"/>
                      <a:pt x="61" y="65"/>
                      <a:pt x="63" y="60"/>
                    </a:cubicBezTo>
                    <a:cubicBezTo>
                      <a:pt x="71" y="60"/>
                      <a:pt x="71" y="60"/>
                      <a:pt x="71" y="60"/>
                    </a:cubicBezTo>
                    <a:cubicBezTo>
                      <a:pt x="70" y="62"/>
                      <a:pt x="68" y="64"/>
                      <a:pt x="66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3" name="ïṥļî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D90E5F9-0F48-45E0-BA8E-8C1243FCB9A3}"/>
                  </a:ext>
                </a:extLst>
              </p:cNvPr>
              <p:cNvSpPr/>
              <p:nvPr/>
            </p:nvSpPr>
            <p:spPr bwMode="auto">
              <a:xfrm>
                <a:off x="8820072" y="2931705"/>
                <a:ext cx="219221" cy="232921"/>
              </a:xfrm>
              <a:custGeom>
                <a:avLst/>
                <a:gdLst>
                  <a:gd name="T0" fmla="*/ 62 w 69"/>
                  <a:gd name="T1" fmla="*/ 0 h 73"/>
                  <a:gd name="T2" fmla="*/ 7 w 69"/>
                  <a:gd name="T3" fmla="*/ 0 h 73"/>
                  <a:gd name="T4" fmla="*/ 0 w 69"/>
                  <a:gd name="T5" fmla="*/ 7 h 73"/>
                  <a:gd name="T6" fmla="*/ 0 w 69"/>
                  <a:gd name="T7" fmla="*/ 66 h 73"/>
                  <a:gd name="T8" fmla="*/ 7 w 69"/>
                  <a:gd name="T9" fmla="*/ 73 h 73"/>
                  <a:gd name="T10" fmla="*/ 62 w 69"/>
                  <a:gd name="T11" fmla="*/ 73 h 73"/>
                  <a:gd name="T12" fmla="*/ 69 w 69"/>
                  <a:gd name="T13" fmla="*/ 66 h 73"/>
                  <a:gd name="T14" fmla="*/ 69 w 69"/>
                  <a:gd name="T15" fmla="*/ 7 h 73"/>
                  <a:gd name="T16" fmla="*/ 62 w 69"/>
                  <a:gd name="T17" fmla="*/ 0 h 73"/>
                  <a:gd name="T18" fmla="*/ 60 w 69"/>
                  <a:gd name="T19" fmla="*/ 64 h 73"/>
                  <a:gd name="T20" fmla="*/ 10 w 69"/>
                  <a:gd name="T21" fmla="*/ 64 h 73"/>
                  <a:gd name="T22" fmla="*/ 10 w 69"/>
                  <a:gd name="T23" fmla="*/ 9 h 73"/>
                  <a:gd name="T24" fmla="*/ 60 w 69"/>
                  <a:gd name="T25" fmla="*/ 9 h 73"/>
                  <a:gd name="T26" fmla="*/ 60 w 69"/>
                  <a:gd name="T27" fmla="*/ 64 h 73"/>
                  <a:gd name="T28" fmla="*/ 19 w 69"/>
                  <a:gd name="T29" fmla="*/ 32 h 73"/>
                  <a:gd name="T30" fmla="*/ 51 w 69"/>
                  <a:gd name="T31" fmla="*/ 32 h 73"/>
                  <a:gd name="T32" fmla="*/ 51 w 69"/>
                  <a:gd name="T33" fmla="*/ 37 h 73"/>
                  <a:gd name="T34" fmla="*/ 19 w 69"/>
                  <a:gd name="T35" fmla="*/ 37 h 73"/>
                  <a:gd name="T36" fmla="*/ 19 w 69"/>
                  <a:gd name="T37" fmla="*/ 32 h 73"/>
                  <a:gd name="T38" fmla="*/ 19 w 69"/>
                  <a:gd name="T39" fmla="*/ 41 h 73"/>
                  <a:gd name="T40" fmla="*/ 51 w 69"/>
                  <a:gd name="T41" fmla="*/ 41 h 73"/>
                  <a:gd name="T42" fmla="*/ 51 w 69"/>
                  <a:gd name="T43" fmla="*/ 46 h 73"/>
                  <a:gd name="T44" fmla="*/ 19 w 69"/>
                  <a:gd name="T45" fmla="*/ 46 h 73"/>
                  <a:gd name="T46" fmla="*/ 19 w 69"/>
                  <a:gd name="T47" fmla="*/ 41 h 73"/>
                  <a:gd name="T48" fmla="*/ 19 w 69"/>
                  <a:gd name="T49" fmla="*/ 50 h 73"/>
                  <a:gd name="T50" fmla="*/ 51 w 69"/>
                  <a:gd name="T51" fmla="*/ 50 h 73"/>
                  <a:gd name="T52" fmla="*/ 51 w 69"/>
                  <a:gd name="T53" fmla="*/ 55 h 73"/>
                  <a:gd name="T54" fmla="*/ 19 w 69"/>
                  <a:gd name="T55" fmla="*/ 55 h 73"/>
                  <a:gd name="T56" fmla="*/ 19 w 69"/>
                  <a:gd name="T57" fmla="*/ 50 h 73"/>
                  <a:gd name="T58" fmla="*/ 19 w 69"/>
                  <a:gd name="T59" fmla="*/ 23 h 73"/>
                  <a:gd name="T60" fmla="*/ 51 w 69"/>
                  <a:gd name="T61" fmla="*/ 23 h 73"/>
                  <a:gd name="T62" fmla="*/ 51 w 69"/>
                  <a:gd name="T63" fmla="*/ 27 h 73"/>
                  <a:gd name="T64" fmla="*/ 19 w 69"/>
                  <a:gd name="T65" fmla="*/ 27 h 73"/>
                  <a:gd name="T66" fmla="*/ 19 w 69"/>
                  <a:gd name="T67" fmla="*/ 2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9" h="73">
                    <a:moveTo>
                      <a:pt x="62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70"/>
                      <a:pt x="4" y="73"/>
                      <a:pt x="7" y="73"/>
                    </a:cubicBezTo>
                    <a:cubicBezTo>
                      <a:pt x="62" y="73"/>
                      <a:pt x="62" y="73"/>
                      <a:pt x="62" y="73"/>
                    </a:cubicBezTo>
                    <a:cubicBezTo>
                      <a:pt x="66" y="73"/>
                      <a:pt x="69" y="70"/>
                      <a:pt x="69" y="66"/>
                    </a:cubicBezTo>
                    <a:cubicBezTo>
                      <a:pt x="69" y="7"/>
                      <a:pt x="69" y="7"/>
                      <a:pt x="69" y="7"/>
                    </a:cubicBezTo>
                    <a:cubicBezTo>
                      <a:pt x="69" y="3"/>
                      <a:pt x="66" y="0"/>
                      <a:pt x="62" y="0"/>
                    </a:cubicBezTo>
                    <a:close/>
                    <a:moveTo>
                      <a:pt x="60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9"/>
                      <a:pt x="10" y="9"/>
                      <a:pt x="10" y="9"/>
                    </a:cubicBezTo>
                    <a:cubicBezTo>
                      <a:pt x="60" y="9"/>
                      <a:pt x="60" y="9"/>
                      <a:pt x="60" y="9"/>
                    </a:cubicBezTo>
                    <a:lnTo>
                      <a:pt x="60" y="64"/>
                    </a:lnTo>
                    <a:close/>
                    <a:moveTo>
                      <a:pt x="19" y="32"/>
                    </a:moveTo>
                    <a:cubicBezTo>
                      <a:pt x="51" y="32"/>
                      <a:pt x="51" y="32"/>
                      <a:pt x="51" y="32"/>
                    </a:cubicBezTo>
                    <a:cubicBezTo>
                      <a:pt x="51" y="37"/>
                      <a:pt x="51" y="37"/>
                      <a:pt x="51" y="37"/>
                    </a:cubicBezTo>
                    <a:cubicBezTo>
                      <a:pt x="19" y="37"/>
                      <a:pt x="19" y="37"/>
                      <a:pt x="19" y="37"/>
                    </a:cubicBezTo>
                    <a:lnTo>
                      <a:pt x="19" y="32"/>
                    </a:lnTo>
                    <a:close/>
                    <a:moveTo>
                      <a:pt x="19" y="41"/>
                    </a:move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19" y="46"/>
                      <a:pt x="19" y="46"/>
                      <a:pt x="19" y="46"/>
                    </a:cubicBezTo>
                    <a:lnTo>
                      <a:pt x="19" y="41"/>
                    </a:lnTo>
                    <a:close/>
                    <a:moveTo>
                      <a:pt x="19" y="50"/>
                    </a:move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19" y="55"/>
                      <a:pt x="19" y="55"/>
                      <a:pt x="19" y="55"/>
                    </a:cubicBezTo>
                    <a:lnTo>
                      <a:pt x="19" y="50"/>
                    </a:lnTo>
                    <a:close/>
                    <a:moveTo>
                      <a:pt x="19" y="23"/>
                    </a:moveTo>
                    <a:cubicBezTo>
                      <a:pt x="51" y="23"/>
                      <a:pt x="51" y="23"/>
                      <a:pt x="51" y="23"/>
                    </a:cubicBezTo>
                    <a:cubicBezTo>
                      <a:pt x="51" y="27"/>
                      <a:pt x="51" y="27"/>
                      <a:pt x="51" y="27"/>
                    </a:cubicBezTo>
                    <a:cubicBezTo>
                      <a:pt x="19" y="27"/>
                      <a:pt x="19" y="27"/>
                      <a:pt x="19" y="27"/>
                    </a:cubicBezTo>
                    <a:lnTo>
                      <a:pt x="19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4" name="íṡľi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000BE5B-DF62-4B08-B155-597CF08AB2F8}"/>
                  </a:ext>
                </a:extLst>
              </p:cNvPr>
              <p:cNvSpPr/>
              <p:nvPr/>
            </p:nvSpPr>
            <p:spPr bwMode="auto">
              <a:xfrm>
                <a:off x="8998188" y="1536129"/>
                <a:ext cx="242709" cy="281855"/>
              </a:xfrm>
              <a:custGeom>
                <a:avLst/>
                <a:gdLst>
                  <a:gd name="T0" fmla="*/ 54 w 76"/>
                  <a:gd name="T1" fmla="*/ 0 h 88"/>
                  <a:gd name="T2" fmla="*/ 14 w 76"/>
                  <a:gd name="T3" fmla="*/ 28 h 88"/>
                  <a:gd name="T4" fmla="*/ 17 w 76"/>
                  <a:gd name="T5" fmla="*/ 65 h 88"/>
                  <a:gd name="T6" fmla="*/ 49 w 76"/>
                  <a:gd name="T7" fmla="*/ 27 h 88"/>
                  <a:gd name="T8" fmla="*/ 33 w 76"/>
                  <a:gd name="T9" fmla="*/ 74 h 88"/>
                  <a:gd name="T10" fmla="*/ 70 w 76"/>
                  <a:gd name="T11" fmla="*/ 57 h 88"/>
                  <a:gd name="T12" fmla="*/ 54 w 76"/>
                  <a:gd name="T13" fmla="*/ 0 h 88"/>
                  <a:gd name="T14" fmla="*/ 4 w 76"/>
                  <a:gd name="T15" fmla="*/ 78 h 88"/>
                  <a:gd name="T16" fmla="*/ 10 w 76"/>
                  <a:gd name="T17" fmla="*/ 83 h 88"/>
                  <a:gd name="T18" fmla="*/ 47 w 76"/>
                  <a:gd name="T19" fmla="*/ 41 h 88"/>
                  <a:gd name="T20" fmla="*/ 4 w 76"/>
                  <a:gd name="T21" fmla="*/ 7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88">
                    <a:moveTo>
                      <a:pt x="54" y="0"/>
                    </a:moveTo>
                    <a:cubicBezTo>
                      <a:pt x="41" y="23"/>
                      <a:pt x="30" y="12"/>
                      <a:pt x="14" y="28"/>
                    </a:cubicBezTo>
                    <a:cubicBezTo>
                      <a:pt x="0" y="42"/>
                      <a:pt x="5" y="59"/>
                      <a:pt x="17" y="65"/>
                    </a:cubicBezTo>
                    <a:cubicBezTo>
                      <a:pt x="28" y="59"/>
                      <a:pt x="40" y="46"/>
                      <a:pt x="49" y="27"/>
                    </a:cubicBezTo>
                    <a:cubicBezTo>
                      <a:pt x="49" y="27"/>
                      <a:pt x="57" y="51"/>
                      <a:pt x="33" y="74"/>
                    </a:cubicBezTo>
                    <a:cubicBezTo>
                      <a:pt x="45" y="88"/>
                      <a:pt x="64" y="79"/>
                      <a:pt x="70" y="57"/>
                    </a:cubicBezTo>
                    <a:cubicBezTo>
                      <a:pt x="76" y="33"/>
                      <a:pt x="60" y="9"/>
                      <a:pt x="54" y="0"/>
                    </a:cubicBezTo>
                    <a:close/>
                    <a:moveTo>
                      <a:pt x="4" y="78"/>
                    </a:moveTo>
                    <a:cubicBezTo>
                      <a:pt x="4" y="78"/>
                      <a:pt x="5" y="83"/>
                      <a:pt x="10" y="83"/>
                    </a:cubicBezTo>
                    <a:cubicBezTo>
                      <a:pt x="15" y="83"/>
                      <a:pt x="36" y="71"/>
                      <a:pt x="47" y="41"/>
                    </a:cubicBezTo>
                    <a:cubicBezTo>
                      <a:pt x="30" y="70"/>
                      <a:pt x="6" y="78"/>
                      <a:pt x="4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5" name="íşľï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45EDEDB-AA52-4646-BE00-825AB673570B}"/>
                  </a:ext>
                </a:extLst>
              </p:cNvPr>
              <p:cNvSpPr/>
              <p:nvPr/>
            </p:nvSpPr>
            <p:spPr bwMode="auto">
              <a:xfrm>
                <a:off x="8685015" y="3366232"/>
                <a:ext cx="246623" cy="246623"/>
              </a:xfrm>
              <a:custGeom>
                <a:avLst/>
                <a:gdLst>
                  <a:gd name="T0" fmla="*/ 53 w 77"/>
                  <a:gd name="T1" fmla="*/ 30 h 77"/>
                  <a:gd name="T2" fmla="*/ 25 w 77"/>
                  <a:gd name="T3" fmla="*/ 2 h 77"/>
                  <a:gd name="T4" fmla="*/ 38 w 77"/>
                  <a:gd name="T5" fmla="*/ 0 h 77"/>
                  <a:gd name="T6" fmla="*/ 53 w 77"/>
                  <a:gd name="T7" fmla="*/ 3 h 77"/>
                  <a:gd name="T8" fmla="*/ 53 w 77"/>
                  <a:gd name="T9" fmla="*/ 30 h 77"/>
                  <a:gd name="T10" fmla="*/ 58 w 77"/>
                  <a:gd name="T11" fmla="*/ 53 h 77"/>
                  <a:gd name="T12" fmla="*/ 58 w 77"/>
                  <a:gd name="T13" fmla="*/ 5 h 77"/>
                  <a:gd name="T14" fmla="*/ 77 w 77"/>
                  <a:gd name="T15" fmla="*/ 39 h 77"/>
                  <a:gd name="T16" fmla="*/ 74 w 77"/>
                  <a:gd name="T17" fmla="*/ 53 h 77"/>
                  <a:gd name="T18" fmla="*/ 58 w 77"/>
                  <a:gd name="T19" fmla="*/ 53 h 77"/>
                  <a:gd name="T20" fmla="*/ 24 w 77"/>
                  <a:gd name="T21" fmla="*/ 58 h 77"/>
                  <a:gd name="T22" fmla="*/ 72 w 77"/>
                  <a:gd name="T23" fmla="*/ 58 h 77"/>
                  <a:gd name="T24" fmla="*/ 38 w 77"/>
                  <a:gd name="T25" fmla="*/ 77 h 77"/>
                  <a:gd name="T26" fmla="*/ 24 w 77"/>
                  <a:gd name="T27" fmla="*/ 74 h 77"/>
                  <a:gd name="T28" fmla="*/ 24 w 77"/>
                  <a:gd name="T29" fmla="*/ 58 h 77"/>
                  <a:gd name="T30" fmla="*/ 32 w 77"/>
                  <a:gd name="T31" fmla="*/ 17 h 77"/>
                  <a:gd name="T32" fmla="*/ 1 w 77"/>
                  <a:gd name="T33" fmla="*/ 48 h 77"/>
                  <a:gd name="T34" fmla="*/ 0 w 77"/>
                  <a:gd name="T35" fmla="*/ 39 h 77"/>
                  <a:gd name="T36" fmla="*/ 20 w 77"/>
                  <a:gd name="T37" fmla="*/ 5 h 77"/>
                  <a:gd name="T38" fmla="*/ 32 w 77"/>
                  <a:gd name="T39" fmla="*/ 17 h 77"/>
                  <a:gd name="T40" fmla="*/ 19 w 77"/>
                  <a:gd name="T41" fmla="*/ 38 h 77"/>
                  <a:gd name="T42" fmla="*/ 19 w 77"/>
                  <a:gd name="T43" fmla="*/ 72 h 77"/>
                  <a:gd name="T44" fmla="*/ 3 w 77"/>
                  <a:gd name="T45" fmla="*/ 54 h 77"/>
                  <a:gd name="T46" fmla="*/ 19 w 77"/>
                  <a:gd name="T47" fmla="*/ 3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7" h="77">
                    <a:moveTo>
                      <a:pt x="53" y="30"/>
                    </a:moveTo>
                    <a:cubicBezTo>
                      <a:pt x="25" y="2"/>
                      <a:pt x="25" y="2"/>
                      <a:pt x="25" y="2"/>
                    </a:cubicBezTo>
                    <a:cubicBezTo>
                      <a:pt x="29" y="1"/>
                      <a:pt x="34" y="0"/>
                      <a:pt x="38" y="0"/>
                    </a:cubicBezTo>
                    <a:cubicBezTo>
                      <a:pt x="43" y="0"/>
                      <a:pt x="48" y="1"/>
                      <a:pt x="53" y="3"/>
                    </a:cubicBezTo>
                    <a:lnTo>
                      <a:pt x="53" y="30"/>
                    </a:lnTo>
                    <a:close/>
                    <a:moveTo>
                      <a:pt x="58" y="53"/>
                    </a:moveTo>
                    <a:cubicBezTo>
                      <a:pt x="58" y="5"/>
                      <a:pt x="58" y="5"/>
                      <a:pt x="58" y="5"/>
                    </a:cubicBezTo>
                    <a:cubicBezTo>
                      <a:pt x="69" y="12"/>
                      <a:pt x="77" y="24"/>
                      <a:pt x="77" y="39"/>
                    </a:cubicBezTo>
                    <a:cubicBezTo>
                      <a:pt x="77" y="44"/>
                      <a:pt x="76" y="49"/>
                      <a:pt x="74" y="53"/>
                    </a:cubicBezTo>
                    <a:lnTo>
                      <a:pt x="58" y="53"/>
                    </a:lnTo>
                    <a:close/>
                    <a:moveTo>
                      <a:pt x="24" y="58"/>
                    </a:moveTo>
                    <a:cubicBezTo>
                      <a:pt x="72" y="58"/>
                      <a:pt x="72" y="58"/>
                      <a:pt x="72" y="58"/>
                    </a:cubicBezTo>
                    <a:cubicBezTo>
                      <a:pt x="65" y="69"/>
                      <a:pt x="53" y="77"/>
                      <a:pt x="38" y="77"/>
                    </a:cubicBezTo>
                    <a:cubicBezTo>
                      <a:pt x="33" y="77"/>
                      <a:pt x="28" y="76"/>
                      <a:pt x="24" y="74"/>
                    </a:cubicBezTo>
                    <a:lnTo>
                      <a:pt x="24" y="58"/>
                    </a:lnTo>
                    <a:close/>
                    <a:moveTo>
                      <a:pt x="32" y="17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0" y="45"/>
                      <a:pt x="0" y="42"/>
                      <a:pt x="0" y="39"/>
                    </a:cubicBezTo>
                    <a:cubicBezTo>
                      <a:pt x="0" y="24"/>
                      <a:pt x="8" y="12"/>
                      <a:pt x="20" y="5"/>
                    </a:cubicBezTo>
                    <a:lnTo>
                      <a:pt x="32" y="17"/>
                    </a:lnTo>
                    <a:close/>
                    <a:moveTo>
                      <a:pt x="19" y="38"/>
                    </a:moveTo>
                    <a:cubicBezTo>
                      <a:pt x="19" y="72"/>
                      <a:pt x="19" y="72"/>
                      <a:pt x="19" y="72"/>
                    </a:cubicBezTo>
                    <a:cubicBezTo>
                      <a:pt x="12" y="68"/>
                      <a:pt x="6" y="62"/>
                      <a:pt x="3" y="54"/>
                    </a:cubicBezTo>
                    <a:lnTo>
                      <a:pt x="1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6" name="îṡļí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FE6A61C-E443-4726-8799-7DE710AE3441}"/>
                  </a:ext>
                </a:extLst>
              </p:cNvPr>
              <p:cNvSpPr/>
              <p:nvPr/>
            </p:nvSpPr>
            <p:spPr bwMode="auto">
              <a:xfrm>
                <a:off x="8260276" y="4031724"/>
                <a:ext cx="229008" cy="197690"/>
              </a:xfrm>
              <a:custGeom>
                <a:avLst/>
                <a:gdLst>
                  <a:gd name="T0" fmla="*/ 18 w 72"/>
                  <a:gd name="T1" fmla="*/ 0 h 62"/>
                  <a:gd name="T2" fmla="*/ 54 w 72"/>
                  <a:gd name="T3" fmla="*/ 0 h 62"/>
                  <a:gd name="T4" fmla="*/ 54 w 72"/>
                  <a:gd name="T5" fmla="*/ 9 h 62"/>
                  <a:gd name="T6" fmla="*/ 18 w 72"/>
                  <a:gd name="T7" fmla="*/ 9 h 62"/>
                  <a:gd name="T8" fmla="*/ 18 w 72"/>
                  <a:gd name="T9" fmla="*/ 0 h 62"/>
                  <a:gd name="T10" fmla="*/ 67 w 72"/>
                  <a:gd name="T11" fmla="*/ 13 h 62"/>
                  <a:gd name="T12" fmla="*/ 4 w 72"/>
                  <a:gd name="T13" fmla="*/ 13 h 62"/>
                  <a:gd name="T14" fmla="*/ 0 w 72"/>
                  <a:gd name="T15" fmla="*/ 18 h 62"/>
                  <a:gd name="T16" fmla="*/ 0 w 72"/>
                  <a:gd name="T17" fmla="*/ 40 h 62"/>
                  <a:gd name="T18" fmla="*/ 4 w 72"/>
                  <a:gd name="T19" fmla="*/ 44 h 62"/>
                  <a:gd name="T20" fmla="*/ 18 w 72"/>
                  <a:gd name="T21" fmla="*/ 44 h 62"/>
                  <a:gd name="T22" fmla="*/ 18 w 72"/>
                  <a:gd name="T23" fmla="*/ 62 h 62"/>
                  <a:gd name="T24" fmla="*/ 54 w 72"/>
                  <a:gd name="T25" fmla="*/ 62 h 62"/>
                  <a:gd name="T26" fmla="*/ 54 w 72"/>
                  <a:gd name="T27" fmla="*/ 44 h 62"/>
                  <a:gd name="T28" fmla="*/ 67 w 72"/>
                  <a:gd name="T29" fmla="*/ 44 h 62"/>
                  <a:gd name="T30" fmla="*/ 72 w 72"/>
                  <a:gd name="T31" fmla="*/ 40 h 62"/>
                  <a:gd name="T32" fmla="*/ 72 w 72"/>
                  <a:gd name="T33" fmla="*/ 18 h 62"/>
                  <a:gd name="T34" fmla="*/ 67 w 72"/>
                  <a:gd name="T35" fmla="*/ 13 h 62"/>
                  <a:gd name="T36" fmla="*/ 49 w 72"/>
                  <a:gd name="T37" fmla="*/ 58 h 62"/>
                  <a:gd name="T38" fmla="*/ 22 w 72"/>
                  <a:gd name="T39" fmla="*/ 58 h 62"/>
                  <a:gd name="T40" fmla="*/ 22 w 72"/>
                  <a:gd name="T41" fmla="*/ 35 h 62"/>
                  <a:gd name="T42" fmla="*/ 49 w 72"/>
                  <a:gd name="T43" fmla="*/ 35 h 62"/>
                  <a:gd name="T44" fmla="*/ 49 w 72"/>
                  <a:gd name="T45" fmla="*/ 58 h 62"/>
                  <a:gd name="T46" fmla="*/ 68 w 72"/>
                  <a:gd name="T47" fmla="*/ 20 h 62"/>
                  <a:gd name="T48" fmla="*/ 65 w 72"/>
                  <a:gd name="T49" fmla="*/ 23 h 62"/>
                  <a:gd name="T50" fmla="*/ 62 w 72"/>
                  <a:gd name="T51" fmla="*/ 20 h 62"/>
                  <a:gd name="T52" fmla="*/ 65 w 72"/>
                  <a:gd name="T53" fmla="*/ 17 h 62"/>
                  <a:gd name="T54" fmla="*/ 68 w 72"/>
                  <a:gd name="T55" fmla="*/ 2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2" h="62">
                    <a:moveTo>
                      <a:pt x="18" y="0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18" y="9"/>
                      <a:pt x="18" y="9"/>
                      <a:pt x="18" y="9"/>
                    </a:cubicBezTo>
                    <a:lnTo>
                      <a:pt x="18" y="0"/>
                    </a:lnTo>
                    <a:close/>
                    <a:moveTo>
                      <a:pt x="67" y="13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2" y="13"/>
                      <a:pt x="0" y="15"/>
                      <a:pt x="0" y="1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4" y="44"/>
                      <a:pt x="54" y="44"/>
                      <a:pt x="54" y="44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70" y="44"/>
                      <a:pt x="72" y="42"/>
                      <a:pt x="72" y="40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2" y="15"/>
                      <a:pt x="70" y="13"/>
                      <a:pt x="67" y="13"/>
                    </a:cubicBezTo>
                    <a:close/>
                    <a:moveTo>
                      <a:pt x="49" y="58"/>
                    </a:moveTo>
                    <a:cubicBezTo>
                      <a:pt x="22" y="58"/>
                      <a:pt x="22" y="58"/>
                      <a:pt x="22" y="58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49" y="35"/>
                      <a:pt x="49" y="35"/>
                      <a:pt x="49" y="35"/>
                    </a:cubicBezTo>
                    <a:lnTo>
                      <a:pt x="49" y="58"/>
                    </a:lnTo>
                    <a:close/>
                    <a:moveTo>
                      <a:pt x="68" y="20"/>
                    </a:moveTo>
                    <a:cubicBezTo>
                      <a:pt x="68" y="22"/>
                      <a:pt x="67" y="23"/>
                      <a:pt x="65" y="23"/>
                    </a:cubicBezTo>
                    <a:cubicBezTo>
                      <a:pt x="63" y="23"/>
                      <a:pt x="62" y="22"/>
                      <a:pt x="62" y="20"/>
                    </a:cubicBezTo>
                    <a:cubicBezTo>
                      <a:pt x="62" y="18"/>
                      <a:pt x="63" y="17"/>
                      <a:pt x="65" y="17"/>
                    </a:cubicBezTo>
                    <a:cubicBezTo>
                      <a:pt x="67" y="17"/>
                      <a:pt x="68" y="18"/>
                      <a:pt x="68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7" name="í$ḷí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2526E00-4D79-43F7-B512-388F8BA4C566}"/>
                  </a:ext>
                </a:extLst>
              </p:cNvPr>
              <p:cNvSpPr/>
              <p:nvPr/>
            </p:nvSpPr>
            <p:spPr bwMode="auto">
              <a:xfrm>
                <a:off x="8610637" y="3841862"/>
                <a:ext cx="230965" cy="230965"/>
              </a:xfrm>
              <a:custGeom>
                <a:avLst/>
                <a:gdLst>
                  <a:gd name="T0" fmla="*/ 13 w 72"/>
                  <a:gd name="T1" fmla="*/ 36 h 72"/>
                  <a:gd name="T2" fmla="*/ 13 w 72"/>
                  <a:gd name="T3" fmla="*/ 33 h 72"/>
                  <a:gd name="T4" fmla="*/ 1 w 72"/>
                  <a:gd name="T5" fmla="*/ 29 h 72"/>
                  <a:gd name="T6" fmla="*/ 0 w 72"/>
                  <a:gd name="T7" fmla="*/ 36 h 72"/>
                  <a:gd name="T8" fmla="*/ 11 w 72"/>
                  <a:gd name="T9" fmla="*/ 62 h 72"/>
                  <a:gd name="T10" fmla="*/ 19 w 72"/>
                  <a:gd name="T11" fmla="*/ 51 h 72"/>
                  <a:gd name="T12" fmla="*/ 13 w 72"/>
                  <a:gd name="T13" fmla="*/ 36 h 72"/>
                  <a:gd name="T14" fmla="*/ 58 w 72"/>
                  <a:gd name="T15" fmla="*/ 36 h 72"/>
                  <a:gd name="T16" fmla="*/ 52 w 72"/>
                  <a:gd name="T17" fmla="*/ 51 h 72"/>
                  <a:gd name="T18" fmla="*/ 60 w 72"/>
                  <a:gd name="T19" fmla="*/ 62 h 72"/>
                  <a:gd name="T20" fmla="*/ 72 w 72"/>
                  <a:gd name="T21" fmla="*/ 36 h 72"/>
                  <a:gd name="T22" fmla="*/ 71 w 72"/>
                  <a:gd name="T23" fmla="*/ 29 h 72"/>
                  <a:gd name="T24" fmla="*/ 58 w 72"/>
                  <a:gd name="T25" fmla="*/ 33 h 72"/>
                  <a:gd name="T26" fmla="*/ 58 w 72"/>
                  <a:gd name="T27" fmla="*/ 36 h 72"/>
                  <a:gd name="T28" fmla="*/ 40 w 72"/>
                  <a:gd name="T29" fmla="*/ 14 h 72"/>
                  <a:gd name="T30" fmla="*/ 55 w 72"/>
                  <a:gd name="T31" fmla="*/ 25 h 72"/>
                  <a:gd name="T32" fmla="*/ 68 w 72"/>
                  <a:gd name="T33" fmla="*/ 21 h 72"/>
                  <a:gd name="T34" fmla="*/ 40 w 72"/>
                  <a:gd name="T35" fmla="*/ 0 h 72"/>
                  <a:gd name="T36" fmla="*/ 40 w 72"/>
                  <a:gd name="T37" fmla="*/ 14 h 72"/>
                  <a:gd name="T38" fmla="*/ 16 w 72"/>
                  <a:gd name="T39" fmla="*/ 25 h 72"/>
                  <a:gd name="T40" fmla="*/ 31 w 72"/>
                  <a:gd name="T41" fmla="*/ 14 h 72"/>
                  <a:gd name="T42" fmla="*/ 31 w 72"/>
                  <a:gd name="T43" fmla="*/ 0 h 72"/>
                  <a:gd name="T44" fmla="*/ 3 w 72"/>
                  <a:gd name="T45" fmla="*/ 21 h 72"/>
                  <a:gd name="T46" fmla="*/ 16 w 72"/>
                  <a:gd name="T47" fmla="*/ 25 h 72"/>
                  <a:gd name="T48" fmla="*/ 45 w 72"/>
                  <a:gd name="T49" fmla="*/ 56 h 72"/>
                  <a:gd name="T50" fmla="*/ 36 w 72"/>
                  <a:gd name="T51" fmla="*/ 58 h 72"/>
                  <a:gd name="T52" fmla="*/ 26 w 72"/>
                  <a:gd name="T53" fmla="*/ 56 h 72"/>
                  <a:gd name="T54" fmla="*/ 18 w 72"/>
                  <a:gd name="T55" fmla="*/ 67 h 72"/>
                  <a:gd name="T56" fmla="*/ 36 w 72"/>
                  <a:gd name="T57" fmla="*/ 72 h 72"/>
                  <a:gd name="T58" fmla="*/ 53 w 72"/>
                  <a:gd name="T59" fmla="*/ 67 h 72"/>
                  <a:gd name="T60" fmla="*/ 45 w 72"/>
                  <a:gd name="T61" fmla="*/ 5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2">
                    <a:moveTo>
                      <a:pt x="13" y="36"/>
                    </a:moveTo>
                    <a:cubicBezTo>
                      <a:pt x="13" y="35"/>
                      <a:pt x="13" y="34"/>
                      <a:pt x="13" y="3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31"/>
                      <a:pt x="0" y="34"/>
                      <a:pt x="0" y="36"/>
                    </a:cubicBezTo>
                    <a:cubicBezTo>
                      <a:pt x="0" y="46"/>
                      <a:pt x="4" y="56"/>
                      <a:pt x="11" y="62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6" y="47"/>
                      <a:pt x="13" y="42"/>
                      <a:pt x="13" y="36"/>
                    </a:cubicBezTo>
                    <a:close/>
                    <a:moveTo>
                      <a:pt x="58" y="36"/>
                    </a:moveTo>
                    <a:cubicBezTo>
                      <a:pt x="58" y="42"/>
                      <a:pt x="56" y="47"/>
                      <a:pt x="52" y="51"/>
                    </a:cubicBezTo>
                    <a:cubicBezTo>
                      <a:pt x="60" y="62"/>
                      <a:pt x="60" y="62"/>
                      <a:pt x="60" y="62"/>
                    </a:cubicBezTo>
                    <a:cubicBezTo>
                      <a:pt x="67" y="56"/>
                      <a:pt x="72" y="46"/>
                      <a:pt x="72" y="36"/>
                    </a:cubicBezTo>
                    <a:cubicBezTo>
                      <a:pt x="72" y="34"/>
                      <a:pt x="71" y="31"/>
                      <a:pt x="71" y="29"/>
                    </a:cubicBezTo>
                    <a:cubicBezTo>
                      <a:pt x="58" y="33"/>
                      <a:pt x="58" y="33"/>
                      <a:pt x="58" y="33"/>
                    </a:cubicBezTo>
                    <a:cubicBezTo>
                      <a:pt x="58" y="34"/>
                      <a:pt x="58" y="35"/>
                      <a:pt x="58" y="36"/>
                    </a:cubicBezTo>
                    <a:close/>
                    <a:moveTo>
                      <a:pt x="40" y="14"/>
                    </a:moveTo>
                    <a:cubicBezTo>
                      <a:pt x="47" y="15"/>
                      <a:pt x="52" y="19"/>
                      <a:pt x="55" y="25"/>
                    </a:cubicBezTo>
                    <a:cubicBezTo>
                      <a:pt x="68" y="21"/>
                      <a:pt x="68" y="21"/>
                      <a:pt x="68" y="21"/>
                    </a:cubicBezTo>
                    <a:cubicBezTo>
                      <a:pt x="63" y="10"/>
                      <a:pt x="53" y="2"/>
                      <a:pt x="40" y="0"/>
                    </a:cubicBezTo>
                    <a:lnTo>
                      <a:pt x="40" y="14"/>
                    </a:lnTo>
                    <a:close/>
                    <a:moveTo>
                      <a:pt x="16" y="25"/>
                    </a:moveTo>
                    <a:cubicBezTo>
                      <a:pt x="19" y="19"/>
                      <a:pt x="25" y="15"/>
                      <a:pt x="31" y="14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9" y="2"/>
                      <a:pt x="8" y="10"/>
                      <a:pt x="3" y="21"/>
                    </a:cubicBezTo>
                    <a:lnTo>
                      <a:pt x="16" y="25"/>
                    </a:lnTo>
                    <a:close/>
                    <a:moveTo>
                      <a:pt x="45" y="56"/>
                    </a:moveTo>
                    <a:cubicBezTo>
                      <a:pt x="42" y="58"/>
                      <a:pt x="39" y="58"/>
                      <a:pt x="36" y="58"/>
                    </a:cubicBezTo>
                    <a:cubicBezTo>
                      <a:pt x="32" y="58"/>
                      <a:pt x="29" y="58"/>
                      <a:pt x="26" y="56"/>
                    </a:cubicBezTo>
                    <a:cubicBezTo>
                      <a:pt x="18" y="67"/>
                      <a:pt x="18" y="67"/>
                      <a:pt x="18" y="67"/>
                    </a:cubicBezTo>
                    <a:cubicBezTo>
                      <a:pt x="24" y="70"/>
                      <a:pt x="30" y="72"/>
                      <a:pt x="36" y="72"/>
                    </a:cubicBezTo>
                    <a:cubicBezTo>
                      <a:pt x="42" y="72"/>
                      <a:pt x="48" y="70"/>
                      <a:pt x="53" y="67"/>
                    </a:cubicBezTo>
                    <a:lnTo>
                      <a:pt x="4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8" name="işļï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05CC0CD-16E2-4C63-88A8-E29B0E13B6E2}"/>
                  </a:ext>
                </a:extLst>
              </p:cNvPr>
              <p:cNvSpPr/>
              <p:nvPr/>
            </p:nvSpPr>
            <p:spPr bwMode="auto">
              <a:xfrm>
                <a:off x="9078439" y="1082029"/>
                <a:ext cx="221179" cy="221178"/>
              </a:xfrm>
              <a:custGeom>
                <a:avLst/>
                <a:gdLst>
                  <a:gd name="T0" fmla="*/ 35 w 69"/>
                  <a:gd name="T1" fmla="*/ 0 h 69"/>
                  <a:gd name="T2" fmla="*/ 0 w 69"/>
                  <a:gd name="T3" fmla="*/ 35 h 69"/>
                  <a:gd name="T4" fmla="*/ 35 w 69"/>
                  <a:gd name="T5" fmla="*/ 69 h 69"/>
                  <a:gd name="T6" fmla="*/ 69 w 69"/>
                  <a:gd name="T7" fmla="*/ 35 h 69"/>
                  <a:gd name="T8" fmla="*/ 35 w 69"/>
                  <a:gd name="T9" fmla="*/ 0 h 69"/>
                  <a:gd name="T10" fmla="*/ 35 w 69"/>
                  <a:gd name="T11" fmla="*/ 62 h 69"/>
                  <a:gd name="T12" fmla="*/ 7 w 69"/>
                  <a:gd name="T13" fmla="*/ 35 h 69"/>
                  <a:gd name="T14" fmla="*/ 35 w 69"/>
                  <a:gd name="T15" fmla="*/ 7 h 69"/>
                  <a:gd name="T16" fmla="*/ 62 w 69"/>
                  <a:gd name="T17" fmla="*/ 35 h 69"/>
                  <a:gd name="T18" fmla="*/ 35 w 69"/>
                  <a:gd name="T19" fmla="*/ 62 h 69"/>
                  <a:gd name="T20" fmla="*/ 22 w 69"/>
                  <a:gd name="T21" fmla="*/ 24 h 69"/>
                  <a:gd name="T22" fmla="*/ 37 w 69"/>
                  <a:gd name="T23" fmla="*/ 35 h 69"/>
                  <a:gd name="T24" fmla="*/ 22 w 69"/>
                  <a:gd name="T25" fmla="*/ 45 h 69"/>
                  <a:gd name="T26" fmla="*/ 22 w 69"/>
                  <a:gd name="T27" fmla="*/ 24 h 69"/>
                  <a:gd name="T28" fmla="*/ 39 w 69"/>
                  <a:gd name="T29" fmla="*/ 24 h 69"/>
                  <a:gd name="T30" fmla="*/ 54 w 69"/>
                  <a:gd name="T31" fmla="*/ 35 h 69"/>
                  <a:gd name="T32" fmla="*/ 39 w 69"/>
                  <a:gd name="T33" fmla="*/ 45 h 69"/>
                  <a:gd name="T34" fmla="*/ 39 w 69"/>
                  <a:gd name="T35" fmla="*/ 2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69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3"/>
                      <a:pt x="16" y="69"/>
                      <a:pt x="35" y="69"/>
                    </a:cubicBezTo>
                    <a:cubicBezTo>
                      <a:pt x="53" y="69"/>
                      <a:pt x="69" y="53"/>
                      <a:pt x="69" y="35"/>
                    </a:cubicBezTo>
                    <a:cubicBezTo>
                      <a:pt x="69" y="16"/>
                      <a:pt x="53" y="0"/>
                      <a:pt x="35" y="0"/>
                    </a:cubicBezTo>
                    <a:close/>
                    <a:moveTo>
                      <a:pt x="35" y="62"/>
                    </a:moveTo>
                    <a:cubicBezTo>
                      <a:pt x="19" y="62"/>
                      <a:pt x="7" y="50"/>
                      <a:pt x="7" y="35"/>
                    </a:cubicBezTo>
                    <a:cubicBezTo>
                      <a:pt x="7" y="19"/>
                      <a:pt x="19" y="7"/>
                      <a:pt x="35" y="7"/>
                    </a:cubicBezTo>
                    <a:cubicBezTo>
                      <a:pt x="50" y="7"/>
                      <a:pt x="62" y="19"/>
                      <a:pt x="62" y="35"/>
                    </a:cubicBezTo>
                    <a:cubicBezTo>
                      <a:pt x="62" y="50"/>
                      <a:pt x="50" y="62"/>
                      <a:pt x="35" y="62"/>
                    </a:cubicBezTo>
                    <a:close/>
                    <a:moveTo>
                      <a:pt x="22" y="24"/>
                    </a:moveTo>
                    <a:cubicBezTo>
                      <a:pt x="37" y="35"/>
                      <a:pt x="37" y="35"/>
                      <a:pt x="37" y="35"/>
                    </a:cubicBezTo>
                    <a:cubicBezTo>
                      <a:pt x="22" y="45"/>
                      <a:pt x="22" y="45"/>
                      <a:pt x="22" y="45"/>
                    </a:cubicBezTo>
                    <a:lnTo>
                      <a:pt x="22" y="24"/>
                    </a:lnTo>
                    <a:close/>
                    <a:moveTo>
                      <a:pt x="39" y="24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39" y="45"/>
                      <a:pt x="39" y="45"/>
                      <a:pt x="39" y="45"/>
                    </a:cubicBezTo>
                    <a:lnTo>
                      <a:pt x="3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" name="íṥlíd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2B71128-82B6-4DD1-AA0B-2EC6FEB0891C}"/>
                  </a:ext>
                </a:extLst>
              </p:cNvPr>
              <p:cNvSpPr/>
              <p:nvPr/>
            </p:nvSpPr>
            <p:spPr bwMode="auto">
              <a:xfrm>
                <a:off x="8342483" y="3088291"/>
                <a:ext cx="242709" cy="252495"/>
              </a:xfrm>
              <a:custGeom>
                <a:avLst/>
                <a:gdLst>
                  <a:gd name="T0" fmla="*/ 59 w 124"/>
                  <a:gd name="T1" fmla="*/ 129 h 129"/>
                  <a:gd name="T2" fmla="*/ 59 w 124"/>
                  <a:gd name="T3" fmla="*/ 70 h 129"/>
                  <a:gd name="T4" fmla="*/ 0 w 124"/>
                  <a:gd name="T5" fmla="*/ 129 h 129"/>
                  <a:gd name="T6" fmla="*/ 0 w 124"/>
                  <a:gd name="T7" fmla="*/ 0 h 129"/>
                  <a:gd name="T8" fmla="*/ 59 w 124"/>
                  <a:gd name="T9" fmla="*/ 58 h 129"/>
                  <a:gd name="T10" fmla="*/ 59 w 124"/>
                  <a:gd name="T11" fmla="*/ 0 h 129"/>
                  <a:gd name="T12" fmla="*/ 124 w 124"/>
                  <a:gd name="T13" fmla="*/ 65 h 129"/>
                  <a:gd name="T14" fmla="*/ 59 w 124"/>
                  <a:gd name="T15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129">
                    <a:moveTo>
                      <a:pt x="59" y="129"/>
                    </a:moveTo>
                    <a:lnTo>
                      <a:pt x="59" y="70"/>
                    </a:lnTo>
                    <a:lnTo>
                      <a:pt x="0" y="129"/>
                    </a:lnTo>
                    <a:lnTo>
                      <a:pt x="0" y="0"/>
                    </a:lnTo>
                    <a:lnTo>
                      <a:pt x="59" y="58"/>
                    </a:lnTo>
                    <a:lnTo>
                      <a:pt x="59" y="0"/>
                    </a:lnTo>
                    <a:lnTo>
                      <a:pt x="124" y="65"/>
                    </a:lnTo>
                    <a:lnTo>
                      <a:pt x="59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îsļi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E18C74E-0531-4B07-A7A6-1D947A0E9AEF}"/>
                  </a:ext>
                </a:extLst>
              </p:cNvPr>
              <p:cNvSpPr/>
              <p:nvPr/>
            </p:nvSpPr>
            <p:spPr bwMode="auto">
              <a:xfrm>
                <a:off x="8575405" y="2205535"/>
                <a:ext cx="256411" cy="254453"/>
              </a:xfrm>
              <a:custGeom>
                <a:avLst/>
                <a:gdLst>
                  <a:gd name="T0" fmla="*/ 0 w 131"/>
                  <a:gd name="T1" fmla="*/ 130 h 130"/>
                  <a:gd name="T2" fmla="*/ 66 w 131"/>
                  <a:gd name="T3" fmla="*/ 130 h 130"/>
                  <a:gd name="T4" fmla="*/ 66 w 131"/>
                  <a:gd name="T5" fmla="*/ 0 h 130"/>
                  <a:gd name="T6" fmla="*/ 0 w 131"/>
                  <a:gd name="T7" fmla="*/ 0 h 130"/>
                  <a:gd name="T8" fmla="*/ 0 w 131"/>
                  <a:gd name="T9" fmla="*/ 130 h 130"/>
                  <a:gd name="T10" fmla="*/ 41 w 131"/>
                  <a:gd name="T11" fmla="*/ 16 h 130"/>
                  <a:gd name="T12" fmla="*/ 58 w 131"/>
                  <a:gd name="T13" fmla="*/ 16 h 130"/>
                  <a:gd name="T14" fmla="*/ 58 w 131"/>
                  <a:gd name="T15" fmla="*/ 32 h 130"/>
                  <a:gd name="T16" fmla="*/ 41 w 131"/>
                  <a:gd name="T17" fmla="*/ 32 h 130"/>
                  <a:gd name="T18" fmla="*/ 41 w 131"/>
                  <a:gd name="T19" fmla="*/ 16 h 130"/>
                  <a:gd name="T20" fmla="*/ 41 w 131"/>
                  <a:gd name="T21" fmla="*/ 49 h 130"/>
                  <a:gd name="T22" fmla="*/ 58 w 131"/>
                  <a:gd name="T23" fmla="*/ 49 h 130"/>
                  <a:gd name="T24" fmla="*/ 58 w 131"/>
                  <a:gd name="T25" fmla="*/ 65 h 130"/>
                  <a:gd name="T26" fmla="*/ 41 w 131"/>
                  <a:gd name="T27" fmla="*/ 65 h 130"/>
                  <a:gd name="T28" fmla="*/ 41 w 131"/>
                  <a:gd name="T29" fmla="*/ 49 h 130"/>
                  <a:gd name="T30" fmla="*/ 41 w 131"/>
                  <a:gd name="T31" fmla="*/ 81 h 130"/>
                  <a:gd name="T32" fmla="*/ 58 w 131"/>
                  <a:gd name="T33" fmla="*/ 81 h 130"/>
                  <a:gd name="T34" fmla="*/ 58 w 131"/>
                  <a:gd name="T35" fmla="*/ 98 h 130"/>
                  <a:gd name="T36" fmla="*/ 41 w 131"/>
                  <a:gd name="T37" fmla="*/ 98 h 130"/>
                  <a:gd name="T38" fmla="*/ 41 w 131"/>
                  <a:gd name="T39" fmla="*/ 81 h 130"/>
                  <a:gd name="T40" fmla="*/ 9 w 131"/>
                  <a:gd name="T41" fmla="*/ 16 h 130"/>
                  <a:gd name="T42" fmla="*/ 25 w 131"/>
                  <a:gd name="T43" fmla="*/ 16 h 130"/>
                  <a:gd name="T44" fmla="*/ 25 w 131"/>
                  <a:gd name="T45" fmla="*/ 32 h 130"/>
                  <a:gd name="T46" fmla="*/ 9 w 131"/>
                  <a:gd name="T47" fmla="*/ 32 h 130"/>
                  <a:gd name="T48" fmla="*/ 9 w 131"/>
                  <a:gd name="T49" fmla="*/ 16 h 130"/>
                  <a:gd name="T50" fmla="*/ 9 w 131"/>
                  <a:gd name="T51" fmla="*/ 49 h 130"/>
                  <a:gd name="T52" fmla="*/ 25 w 131"/>
                  <a:gd name="T53" fmla="*/ 49 h 130"/>
                  <a:gd name="T54" fmla="*/ 25 w 131"/>
                  <a:gd name="T55" fmla="*/ 65 h 130"/>
                  <a:gd name="T56" fmla="*/ 9 w 131"/>
                  <a:gd name="T57" fmla="*/ 65 h 130"/>
                  <a:gd name="T58" fmla="*/ 9 w 131"/>
                  <a:gd name="T59" fmla="*/ 49 h 130"/>
                  <a:gd name="T60" fmla="*/ 9 w 131"/>
                  <a:gd name="T61" fmla="*/ 81 h 130"/>
                  <a:gd name="T62" fmla="*/ 25 w 131"/>
                  <a:gd name="T63" fmla="*/ 81 h 130"/>
                  <a:gd name="T64" fmla="*/ 25 w 131"/>
                  <a:gd name="T65" fmla="*/ 98 h 130"/>
                  <a:gd name="T66" fmla="*/ 9 w 131"/>
                  <a:gd name="T67" fmla="*/ 98 h 130"/>
                  <a:gd name="T68" fmla="*/ 9 w 131"/>
                  <a:gd name="T69" fmla="*/ 81 h 130"/>
                  <a:gd name="T70" fmla="*/ 74 w 131"/>
                  <a:gd name="T71" fmla="*/ 41 h 130"/>
                  <a:gd name="T72" fmla="*/ 131 w 131"/>
                  <a:gd name="T73" fmla="*/ 41 h 130"/>
                  <a:gd name="T74" fmla="*/ 131 w 131"/>
                  <a:gd name="T75" fmla="*/ 49 h 130"/>
                  <a:gd name="T76" fmla="*/ 74 w 131"/>
                  <a:gd name="T77" fmla="*/ 49 h 130"/>
                  <a:gd name="T78" fmla="*/ 74 w 131"/>
                  <a:gd name="T79" fmla="*/ 41 h 130"/>
                  <a:gd name="T80" fmla="*/ 74 w 131"/>
                  <a:gd name="T81" fmla="*/ 130 h 130"/>
                  <a:gd name="T82" fmla="*/ 90 w 131"/>
                  <a:gd name="T83" fmla="*/ 130 h 130"/>
                  <a:gd name="T84" fmla="*/ 90 w 131"/>
                  <a:gd name="T85" fmla="*/ 98 h 130"/>
                  <a:gd name="T86" fmla="*/ 115 w 131"/>
                  <a:gd name="T87" fmla="*/ 98 h 130"/>
                  <a:gd name="T88" fmla="*/ 115 w 131"/>
                  <a:gd name="T89" fmla="*/ 130 h 130"/>
                  <a:gd name="T90" fmla="*/ 131 w 131"/>
                  <a:gd name="T91" fmla="*/ 130 h 130"/>
                  <a:gd name="T92" fmla="*/ 131 w 131"/>
                  <a:gd name="T93" fmla="*/ 57 h 130"/>
                  <a:gd name="T94" fmla="*/ 74 w 131"/>
                  <a:gd name="T95" fmla="*/ 57 h 130"/>
                  <a:gd name="T96" fmla="*/ 74 w 131"/>
                  <a:gd name="T9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1" h="130">
                    <a:moveTo>
                      <a:pt x="0" y="130"/>
                    </a:moveTo>
                    <a:lnTo>
                      <a:pt x="66" y="130"/>
                    </a:lnTo>
                    <a:lnTo>
                      <a:pt x="66" y="0"/>
                    </a:lnTo>
                    <a:lnTo>
                      <a:pt x="0" y="0"/>
                    </a:lnTo>
                    <a:lnTo>
                      <a:pt x="0" y="130"/>
                    </a:lnTo>
                    <a:close/>
                    <a:moveTo>
                      <a:pt x="41" y="16"/>
                    </a:moveTo>
                    <a:lnTo>
                      <a:pt x="58" y="16"/>
                    </a:lnTo>
                    <a:lnTo>
                      <a:pt x="58" y="32"/>
                    </a:lnTo>
                    <a:lnTo>
                      <a:pt x="41" y="32"/>
                    </a:lnTo>
                    <a:lnTo>
                      <a:pt x="41" y="16"/>
                    </a:lnTo>
                    <a:close/>
                    <a:moveTo>
                      <a:pt x="41" y="49"/>
                    </a:moveTo>
                    <a:lnTo>
                      <a:pt x="58" y="49"/>
                    </a:lnTo>
                    <a:lnTo>
                      <a:pt x="58" y="65"/>
                    </a:lnTo>
                    <a:lnTo>
                      <a:pt x="41" y="65"/>
                    </a:lnTo>
                    <a:lnTo>
                      <a:pt x="41" y="49"/>
                    </a:lnTo>
                    <a:close/>
                    <a:moveTo>
                      <a:pt x="41" y="81"/>
                    </a:moveTo>
                    <a:lnTo>
                      <a:pt x="58" y="81"/>
                    </a:lnTo>
                    <a:lnTo>
                      <a:pt x="58" y="98"/>
                    </a:lnTo>
                    <a:lnTo>
                      <a:pt x="41" y="98"/>
                    </a:lnTo>
                    <a:lnTo>
                      <a:pt x="41" y="81"/>
                    </a:lnTo>
                    <a:close/>
                    <a:moveTo>
                      <a:pt x="9" y="16"/>
                    </a:moveTo>
                    <a:lnTo>
                      <a:pt x="25" y="16"/>
                    </a:lnTo>
                    <a:lnTo>
                      <a:pt x="25" y="32"/>
                    </a:lnTo>
                    <a:lnTo>
                      <a:pt x="9" y="32"/>
                    </a:lnTo>
                    <a:lnTo>
                      <a:pt x="9" y="16"/>
                    </a:lnTo>
                    <a:close/>
                    <a:moveTo>
                      <a:pt x="9" y="49"/>
                    </a:moveTo>
                    <a:lnTo>
                      <a:pt x="25" y="49"/>
                    </a:lnTo>
                    <a:lnTo>
                      <a:pt x="25" y="65"/>
                    </a:lnTo>
                    <a:lnTo>
                      <a:pt x="9" y="65"/>
                    </a:lnTo>
                    <a:lnTo>
                      <a:pt x="9" y="49"/>
                    </a:lnTo>
                    <a:close/>
                    <a:moveTo>
                      <a:pt x="9" y="81"/>
                    </a:moveTo>
                    <a:lnTo>
                      <a:pt x="25" y="81"/>
                    </a:lnTo>
                    <a:lnTo>
                      <a:pt x="25" y="98"/>
                    </a:lnTo>
                    <a:lnTo>
                      <a:pt x="9" y="98"/>
                    </a:lnTo>
                    <a:lnTo>
                      <a:pt x="9" y="81"/>
                    </a:lnTo>
                    <a:close/>
                    <a:moveTo>
                      <a:pt x="74" y="41"/>
                    </a:moveTo>
                    <a:lnTo>
                      <a:pt x="131" y="41"/>
                    </a:lnTo>
                    <a:lnTo>
                      <a:pt x="131" y="49"/>
                    </a:lnTo>
                    <a:lnTo>
                      <a:pt x="74" y="49"/>
                    </a:lnTo>
                    <a:lnTo>
                      <a:pt x="74" y="41"/>
                    </a:lnTo>
                    <a:close/>
                    <a:moveTo>
                      <a:pt x="74" y="130"/>
                    </a:moveTo>
                    <a:lnTo>
                      <a:pt x="90" y="130"/>
                    </a:lnTo>
                    <a:lnTo>
                      <a:pt x="90" y="98"/>
                    </a:lnTo>
                    <a:lnTo>
                      <a:pt x="115" y="98"/>
                    </a:lnTo>
                    <a:lnTo>
                      <a:pt x="115" y="130"/>
                    </a:lnTo>
                    <a:lnTo>
                      <a:pt x="131" y="130"/>
                    </a:lnTo>
                    <a:lnTo>
                      <a:pt x="131" y="57"/>
                    </a:lnTo>
                    <a:lnTo>
                      <a:pt x="74" y="57"/>
                    </a:lnTo>
                    <a:lnTo>
                      <a:pt x="74" y="1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1" name="íṣľï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A9A559D-13E8-4988-B3F0-4777E3C5E0C5}"/>
                  </a:ext>
                </a:extLst>
              </p:cNvPr>
              <p:cNvSpPr/>
              <p:nvPr/>
            </p:nvSpPr>
            <p:spPr bwMode="auto">
              <a:xfrm>
                <a:off x="8688930" y="2636148"/>
                <a:ext cx="146800" cy="154628"/>
              </a:xfrm>
              <a:custGeom>
                <a:avLst/>
                <a:gdLst>
                  <a:gd name="T0" fmla="*/ 43 w 46"/>
                  <a:gd name="T1" fmla="*/ 29 h 48"/>
                  <a:gd name="T2" fmla="*/ 46 w 46"/>
                  <a:gd name="T3" fmla="*/ 16 h 48"/>
                  <a:gd name="T4" fmla="*/ 41 w 46"/>
                  <a:gd name="T5" fmla="*/ 8 h 48"/>
                  <a:gd name="T6" fmla="*/ 37 w 46"/>
                  <a:gd name="T7" fmla="*/ 9 h 48"/>
                  <a:gd name="T8" fmla="*/ 28 w 46"/>
                  <a:gd name="T9" fmla="*/ 0 h 48"/>
                  <a:gd name="T10" fmla="*/ 18 w 46"/>
                  <a:gd name="T11" fmla="*/ 0 h 48"/>
                  <a:gd name="T12" fmla="*/ 17 w 46"/>
                  <a:gd name="T13" fmla="*/ 4 h 48"/>
                  <a:gd name="T14" fmla="*/ 4 w 46"/>
                  <a:gd name="T15" fmla="*/ 8 h 48"/>
                  <a:gd name="T16" fmla="*/ 0 w 46"/>
                  <a:gd name="T17" fmla="*/ 16 h 48"/>
                  <a:gd name="T18" fmla="*/ 3 w 46"/>
                  <a:gd name="T19" fmla="*/ 19 h 48"/>
                  <a:gd name="T20" fmla="*/ 0 w 46"/>
                  <a:gd name="T21" fmla="*/ 32 h 48"/>
                  <a:gd name="T22" fmla="*/ 4 w 46"/>
                  <a:gd name="T23" fmla="*/ 40 h 48"/>
                  <a:gd name="T24" fmla="*/ 9 w 46"/>
                  <a:gd name="T25" fmla="*/ 39 h 48"/>
                  <a:gd name="T26" fmla="*/ 18 w 46"/>
                  <a:gd name="T27" fmla="*/ 48 h 48"/>
                  <a:gd name="T28" fmla="*/ 28 w 46"/>
                  <a:gd name="T29" fmla="*/ 48 h 48"/>
                  <a:gd name="T30" fmla="*/ 29 w 46"/>
                  <a:gd name="T31" fmla="*/ 44 h 48"/>
                  <a:gd name="T32" fmla="*/ 41 w 46"/>
                  <a:gd name="T33" fmla="*/ 40 h 48"/>
                  <a:gd name="T34" fmla="*/ 46 w 46"/>
                  <a:gd name="T35" fmla="*/ 32 h 48"/>
                  <a:gd name="T36" fmla="*/ 43 w 46"/>
                  <a:gd name="T37" fmla="*/ 29 h 48"/>
                  <a:gd name="T38" fmla="*/ 23 w 46"/>
                  <a:gd name="T39" fmla="*/ 34 h 48"/>
                  <a:gd name="T40" fmla="*/ 13 w 46"/>
                  <a:gd name="T41" fmla="*/ 24 h 48"/>
                  <a:gd name="T42" fmla="*/ 23 w 46"/>
                  <a:gd name="T43" fmla="*/ 14 h 48"/>
                  <a:gd name="T44" fmla="*/ 33 w 46"/>
                  <a:gd name="T45" fmla="*/ 24 h 48"/>
                  <a:gd name="T46" fmla="*/ 23 w 46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6" h="48">
                    <a:moveTo>
                      <a:pt x="43" y="29"/>
                    </a:moveTo>
                    <a:cubicBezTo>
                      <a:pt x="40" y="24"/>
                      <a:pt x="42" y="19"/>
                      <a:pt x="46" y="16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0" y="9"/>
                      <a:pt x="39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1"/>
                      <a:pt x="18" y="3"/>
                      <a:pt x="17" y="4"/>
                    </a:cubicBezTo>
                    <a:cubicBezTo>
                      <a:pt x="14" y="9"/>
                      <a:pt x="9" y="10"/>
                      <a:pt x="4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7"/>
                      <a:pt x="2" y="18"/>
                      <a:pt x="3" y="19"/>
                    </a:cubicBezTo>
                    <a:cubicBezTo>
                      <a:pt x="6" y="24"/>
                      <a:pt x="4" y="29"/>
                      <a:pt x="0" y="32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6" y="39"/>
                      <a:pt x="7" y="39"/>
                      <a:pt x="9" y="39"/>
                    </a:cubicBezTo>
                    <a:cubicBezTo>
                      <a:pt x="14" y="39"/>
                      <a:pt x="18" y="43"/>
                      <a:pt x="1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5"/>
                      <a:pt x="29" y="44"/>
                    </a:cubicBezTo>
                    <a:cubicBezTo>
                      <a:pt x="31" y="39"/>
                      <a:pt x="37" y="38"/>
                      <a:pt x="41" y="40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8" y="34"/>
                      <a:pt x="13" y="29"/>
                      <a:pt x="13" y="24"/>
                    </a:cubicBezTo>
                    <a:cubicBezTo>
                      <a:pt x="13" y="19"/>
                      <a:pt x="18" y="14"/>
                      <a:pt x="23" y="14"/>
                    </a:cubicBezTo>
                    <a:cubicBezTo>
                      <a:pt x="28" y="14"/>
                      <a:pt x="33" y="19"/>
                      <a:pt x="33" y="24"/>
                    </a:cubicBezTo>
                    <a:cubicBezTo>
                      <a:pt x="33" y="29"/>
                      <a:pt x="28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2" name="iṥ1i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998733D-C367-41D4-A557-BEB4C59D7DC4}"/>
                  </a:ext>
                </a:extLst>
              </p:cNvPr>
              <p:cNvSpPr/>
              <p:nvPr/>
            </p:nvSpPr>
            <p:spPr bwMode="auto">
              <a:xfrm>
                <a:off x="8371843" y="3567836"/>
                <a:ext cx="107654" cy="207477"/>
              </a:xfrm>
              <a:custGeom>
                <a:avLst/>
                <a:gdLst>
                  <a:gd name="T0" fmla="*/ 23 w 34"/>
                  <a:gd name="T1" fmla="*/ 64 h 65"/>
                  <a:gd name="T2" fmla="*/ 23 w 34"/>
                  <a:gd name="T3" fmla="*/ 64 h 65"/>
                  <a:gd name="T4" fmla="*/ 33 w 34"/>
                  <a:gd name="T5" fmla="*/ 50 h 65"/>
                  <a:gd name="T6" fmla="*/ 30 w 34"/>
                  <a:gd name="T7" fmla="*/ 34 h 65"/>
                  <a:gd name="T8" fmla="*/ 15 w 34"/>
                  <a:gd name="T9" fmla="*/ 24 h 65"/>
                  <a:gd name="T10" fmla="*/ 15 w 34"/>
                  <a:gd name="T11" fmla="*/ 24 h 65"/>
                  <a:gd name="T12" fmla="*/ 14 w 34"/>
                  <a:gd name="T13" fmla="*/ 25 h 65"/>
                  <a:gd name="T14" fmla="*/ 15 w 34"/>
                  <a:gd name="T15" fmla="*/ 30 h 65"/>
                  <a:gd name="T16" fmla="*/ 16 w 34"/>
                  <a:gd name="T17" fmla="*/ 30 h 65"/>
                  <a:gd name="T18" fmla="*/ 17 w 34"/>
                  <a:gd name="T19" fmla="*/ 30 h 65"/>
                  <a:gd name="T20" fmla="*/ 24 w 34"/>
                  <a:gd name="T21" fmla="*/ 35 h 65"/>
                  <a:gd name="T22" fmla="*/ 27 w 34"/>
                  <a:gd name="T23" fmla="*/ 51 h 65"/>
                  <a:gd name="T24" fmla="*/ 22 w 34"/>
                  <a:gd name="T25" fmla="*/ 59 h 65"/>
                  <a:gd name="T26" fmla="*/ 22 w 34"/>
                  <a:gd name="T27" fmla="*/ 59 h 65"/>
                  <a:gd name="T28" fmla="*/ 14 w 34"/>
                  <a:gd name="T29" fmla="*/ 53 h 65"/>
                  <a:gd name="T30" fmla="*/ 13 w 34"/>
                  <a:gd name="T31" fmla="*/ 46 h 65"/>
                  <a:gd name="T32" fmla="*/ 6 w 34"/>
                  <a:gd name="T33" fmla="*/ 44 h 65"/>
                  <a:gd name="T34" fmla="*/ 8 w 34"/>
                  <a:gd name="T35" fmla="*/ 54 h 65"/>
                  <a:gd name="T36" fmla="*/ 23 w 34"/>
                  <a:gd name="T37" fmla="*/ 64 h 65"/>
                  <a:gd name="T38" fmla="*/ 19 w 34"/>
                  <a:gd name="T39" fmla="*/ 42 h 65"/>
                  <a:gd name="T40" fmla="*/ 20 w 34"/>
                  <a:gd name="T41" fmla="*/ 41 h 65"/>
                  <a:gd name="T42" fmla="*/ 19 w 34"/>
                  <a:gd name="T43" fmla="*/ 35 h 65"/>
                  <a:gd name="T44" fmla="*/ 18 w 34"/>
                  <a:gd name="T45" fmla="*/ 36 h 65"/>
                  <a:gd name="T46" fmla="*/ 17 w 34"/>
                  <a:gd name="T47" fmla="*/ 36 h 65"/>
                  <a:gd name="T48" fmla="*/ 10 w 34"/>
                  <a:gd name="T49" fmla="*/ 31 h 65"/>
                  <a:gd name="T50" fmla="*/ 7 w 34"/>
                  <a:gd name="T51" fmla="*/ 15 h 65"/>
                  <a:gd name="T52" fmla="*/ 12 w 34"/>
                  <a:gd name="T53" fmla="*/ 7 h 65"/>
                  <a:gd name="T54" fmla="*/ 12 w 34"/>
                  <a:gd name="T55" fmla="*/ 7 h 65"/>
                  <a:gd name="T56" fmla="*/ 20 w 34"/>
                  <a:gd name="T57" fmla="*/ 13 h 65"/>
                  <a:gd name="T58" fmla="*/ 21 w 34"/>
                  <a:gd name="T59" fmla="*/ 20 h 65"/>
                  <a:gd name="T60" fmla="*/ 28 w 34"/>
                  <a:gd name="T61" fmla="*/ 22 h 65"/>
                  <a:gd name="T62" fmla="*/ 26 w 34"/>
                  <a:gd name="T63" fmla="*/ 12 h 65"/>
                  <a:gd name="T64" fmla="*/ 11 w 34"/>
                  <a:gd name="T65" fmla="*/ 2 h 65"/>
                  <a:gd name="T66" fmla="*/ 11 w 34"/>
                  <a:gd name="T67" fmla="*/ 2 h 65"/>
                  <a:gd name="T68" fmla="*/ 1 w 34"/>
                  <a:gd name="T69" fmla="*/ 16 h 65"/>
                  <a:gd name="T70" fmla="*/ 4 w 34"/>
                  <a:gd name="T71" fmla="*/ 32 h 65"/>
                  <a:gd name="T72" fmla="*/ 19 w 34"/>
                  <a:gd name="T73" fmla="*/ 4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4" h="65">
                    <a:moveTo>
                      <a:pt x="23" y="64"/>
                    </a:moveTo>
                    <a:cubicBezTo>
                      <a:pt x="23" y="64"/>
                      <a:pt x="23" y="64"/>
                      <a:pt x="23" y="64"/>
                    </a:cubicBezTo>
                    <a:cubicBezTo>
                      <a:pt x="30" y="63"/>
                      <a:pt x="34" y="56"/>
                      <a:pt x="33" y="50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29" y="27"/>
                      <a:pt x="22" y="23"/>
                      <a:pt x="15" y="24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5"/>
                      <a:pt x="14" y="25"/>
                      <a:pt x="14" y="25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30"/>
                      <a:pt x="16" y="30"/>
                      <a:pt x="16" y="30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29"/>
                      <a:pt x="24" y="32"/>
                      <a:pt x="24" y="35"/>
                    </a:cubicBezTo>
                    <a:cubicBezTo>
                      <a:pt x="27" y="51"/>
                      <a:pt x="27" y="51"/>
                      <a:pt x="27" y="51"/>
                    </a:cubicBezTo>
                    <a:cubicBezTo>
                      <a:pt x="28" y="54"/>
                      <a:pt x="26" y="58"/>
                      <a:pt x="22" y="59"/>
                    </a:cubicBezTo>
                    <a:cubicBezTo>
                      <a:pt x="22" y="59"/>
                      <a:pt x="22" y="59"/>
                      <a:pt x="22" y="59"/>
                    </a:cubicBezTo>
                    <a:cubicBezTo>
                      <a:pt x="18" y="59"/>
                      <a:pt x="15" y="57"/>
                      <a:pt x="14" y="53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0" y="46"/>
                      <a:pt x="8" y="45"/>
                      <a:pt x="6" y="44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0" y="61"/>
                      <a:pt x="16" y="65"/>
                      <a:pt x="23" y="64"/>
                    </a:cubicBezTo>
                    <a:close/>
                    <a:moveTo>
                      <a:pt x="19" y="42"/>
                    </a:moveTo>
                    <a:cubicBezTo>
                      <a:pt x="19" y="41"/>
                      <a:pt x="20" y="41"/>
                      <a:pt x="20" y="41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6"/>
                      <a:pt x="18" y="36"/>
                      <a:pt x="18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4" y="37"/>
                      <a:pt x="10" y="34"/>
                      <a:pt x="10" y="31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6" y="12"/>
                      <a:pt x="8" y="8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6" y="7"/>
                      <a:pt x="19" y="9"/>
                      <a:pt x="20" y="13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4" y="20"/>
                      <a:pt x="26" y="21"/>
                      <a:pt x="28" y="2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4" y="5"/>
                      <a:pt x="18" y="0"/>
                      <a:pt x="11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4" y="3"/>
                      <a:pt x="0" y="10"/>
                      <a:pt x="1" y="16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38"/>
                      <a:pt x="12" y="43"/>
                      <a:pt x="19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3" name="íşḷí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9A9EFBA-78CA-4001-98FC-F689B09014AB}"/>
                  </a:ext>
                </a:extLst>
              </p:cNvPr>
              <p:cNvSpPr/>
              <p:nvPr/>
            </p:nvSpPr>
            <p:spPr bwMode="auto">
              <a:xfrm>
                <a:off x="8448179" y="1575276"/>
                <a:ext cx="293599" cy="293599"/>
              </a:xfrm>
              <a:custGeom>
                <a:avLst/>
                <a:gdLst>
                  <a:gd name="T0" fmla="*/ 29 w 92"/>
                  <a:gd name="T1" fmla="*/ 17 h 92"/>
                  <a:gd name="T2" fmla="*/ 92 w 92"/>
                  <a:gd name="T3" fmla="*/ 0 h 92"/>
                  <a:gd name="T4" fmla="*/ 92 w 92"/>
                  <a:gd name="T5" fmla="*/ 6 h 92"/>
                  <a:gd name="T6" fmla="*/ 92 w 92"/>
                  <a:gd name="T7" fmla="*/ 17 h 92"/>
                  <a:gd name="T8" fmla="*/ 92 w 92"/>
                  <a:gd name="T9" fmla="*/ 66 h 92"/>
                  <a:gd name="T10" fmla="*/ 72 w 92"/>
                  <a:gd name="T11" fmla="*/ 80 h 92"/>
                  <a:gd name="T12" fmla="*/ 52 w 92"/>
                  <a:gd name="T13" fmla="*/ 66 h 92"/>
                  <a:gd name="T14" fmla="*/ 72 w 92"/>
                  <a:gd name="T15" fmla="*/ 52 h 92"/>
                  <a:gd name="T16" fmla="*/ 81 w 92"/>
                  <a:gd name="T17" fmla="*/ 53 h 92"/>
                  <a:gd name="T18" fmla="*/ 81 w 92"/>
                  <a:gd name="T19" fmla="*/ 23 h 92"/>
                  <a:gd name="T20" fmla="*/ 41 w 92"/>
                  <a:gd name="T21" fmla="*/ 34 h 92"/>
                  <a:gd name="T22" fmla="*/ 41 w 92"/>
                  <a:gd name="T23" fmla="*/ 78 h 92"/>
                  <a:gd name="T24" fmla="*/ 21 w 92"/>
                  <a:gd name="T25" fmla="*/ 92 h 92"/>
                  <a:gd name="T26" fmla="*/ 0 w 92"/>
                  <a:gd name="T27" fmla="*/ 78 h 92"/>
                  <a:gd name="T28" fmla="*/ 21 w 92"/>
                  <a:gd name="T29" fmla="*/ 63 h 92"/>
                  <a:gd name="T30" fmla="*/ 29 w 92"/>
                  <a:gd name="T31" fmla="*/ 65 h 92"/>
                  <a:gd name="T32" fmla="*/ 29 w 92"/>
                  <a:gd name="T33" fmla="*/ 34 h 92"/>
                  <a:gd name="T34" fmla="*/ 29 w 92"/>
                  <a:gd name="T35" fmla="*/ 17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2" h="92">
                    <a:moveTo>
                      <a:pt x="29" y="17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2" y="66"/>
                      <a:pt x="92" y="66"/>
                      <a:pt x="92" y="66"/>
                    </a:cubicBezTo>
                    <a:cubicBezTo>
                      <a:pt x="92" y="74"/>
                      <a:pt x="83" y="80"/>
                      <a:pt x="72" y="80"/>
                    </a:cubicBezTo>
                    <a:cubicBezTo>
                      <a:pt x="61" y="80"/>
                      <a:pt x="52" y="74"/>
                      <a:pt x="52" y="66"/>
                    </a:cubicBezTo>
                    <a:cubicBezTo>
                      <a:pt x="52" y="58"/>
                      <a:pt x="61" y="52"/>
                      <a:pt x="72" y="52"/>
                    </a:cubicBezTo>
                    <a:cubicBezTo>
                      <a:pt x="75" y="52"/>
                      <a:pt x="78" y="52"/>
                      <a:pt x="81" y="5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78"/>
                      <a:pt x="41" y="78"/>
                      <a:pt x="41" y="78"/>
                    </a:cubicBezTo>
                    <a:cubicBezTo>
                      <a:pt x="41" y="86"/>
                      <a:pt x="32" y="92"/>
                      <a:pt x="21" y="92"/>
                    </a:cubicBezTo>
                    <a:cubicBezTo>
                      <a:pt x="9" y="92"/>
                      <a:pt x="0" y="86"/>
                      <a:pt x="0" y="78"/>
                    </a:cubicBezTo>
                    <a:cubicBezTo>
                      <a:pt x="0" y="70"/>
                      <a:pt x="9" y="63"/>
                      <a:pt x="21" y="63"/>
                    </a:cubicBezTo>
                    <a:cubicBezTo>
                      <a:pt x="24" y="63"/>
                      <a:pt x="27" y="64"/>
                      <a:pt x="29" y="65"/>
                    </a:cubicBezTo>
                    <a:cubicBezTo>
                      <a:pt x="29" y="34"/>
                      <a:pt x="29" y="34"/>
                      <a:pt x="29" y="34"/>
                    </a:cubicBezTo>
                    <a:lnTo>
                      <a:pt x="2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4" name="íṣḷï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2CC6DDC-404D-4620-BBA7-E7551DF3BC36}"/>
                  </a:ext>
                </a:extLst>
              </p:cNvPr>
              <p:cNvSpPr/>
              <p:nvPr/>
            </p:nvSpPr>
            <p:spPr bwMode="auto">
              <a:xfrm>
                <a:off x="7763114" y="4108059"/>
                <a:ext cx="227050" cy="201604"/>
              </a:xfrm>
              <a:custGeom>
                <a:avLst/>
                <a:gdLst>
                  <a:gd name="T0" fmla="*/ 30 w 71"/>
                  <a:gd name="T1" fmla="*/ 0 h 63"/>
                  <a:gd name="T2" fmla="*/ 30 w 71"/>
                  <a:gd name="T3" fmla="*/ 0 h 63"/>
                  <a:gd name="T4" fmla="*/ 59 w 71"/>
                  <a:gd name="T5" fmla="*/ 23 h 63"/>
                  <a:gd name="T6" fmla="*/ 30 w 71"/>
                  <a:gd name="T7" fmla="*/ 47 h 63"/>
                  <a:gd name="T8" fmla="*/ 25 w 71"/>
                  <a:gd name="T9" fmla="*/ 47 h 63"/>
                  <a:gd name="T10" fmla="*/ 4 w 71"/>
                  <a:gd name="T11" fmla="*/ 55 h 63"/>
                  <a:gd name="T12" fmla="*/ 4 w 71"/>
                  <a:gd name="T13" fmla="*/ 53 h 63"/>
                  <a:gd name="T14" fmla="*/ 11 w 71"/>
                  <a:gd name="T15" fmla="*/ 44 h 63"/>
                  <a:gd name="T16" fmla="*/ 11 w 71"/>
                  <a:gd name="T17" fmla="*/ 42 h 63"/>
                  <a:gd name="T18" fmla="*/ 0 w 71"/>
                  <a:gd name="T19" fmla="*/ 23 h 63"/>
                  <a:gd name="T20" fmla="*/ 30 w 71"/>
                  <a:gd name="T21" fmla="*/ 0 h 63"/>
                  <a:gd name="T22" fmla="*/ 62 w 71"/>
                  <a:gd name="T23" fmla="*/ 53 h 63"/>
                  <a:gd name="T24" fmla="*/ 67 w 71"/>
                  <a:gd name="T25" fmla="*/ 61 h 63"/>
                  <a:gd name="T26" fmla="*/ 67 w 71"/>
                  <a:gd name="T27" fmla="*/ 63 h 63"/>
                  <a:gd name="T28" fmla="*/ 50 w 71"/>
                  <a:gd name="T29" fmla="*/ 56 h 63"/>
                  <a:gd name="T30" fmla="*/ 46 w 71"/>
                  <a:gd name="T31" fmla="*/ 56 h 63"/>
                  <a:gd name="T32" fmla="*/ 30 w 71"/>
                  <a:gd name="T33" fmla="*/ 52 h 63"/>
                  <a:gd name="T34" fmla="*/ 54 w 71"/>
                  <a:gd name="T35" fmla="*/ 44 h 63"/>
                  <a:gd name="T36" fmla="*/ 61 w 71"/>
                  <a:gd name="T37" fmla="*/ 35 h 63"/>
                  <a:gd name="T38" fmla="*/ 64 w 71"/>
                  <a:gd name="T39" fmla="*/ 23 h 63"/>
                  <a:gd name="T40" fmla="*/ 64 w 71"/>
                  <a:gd name="T41" fmla="*/ 22 h 63"/>
                  <a:gd name="T42" fmla="*/ 71 w 71"/>
                  <a:gd name="T43" fmla="*/ 36 h 63"/>
                  <a:gd name="T44" fmla="*/ 62 w 71"/>
                  <a:gd name="T45" fmla="*/ 52 h 63"/>
                  <a:gd name="T46" fmla="*/ 62 w 71"/>
                  <a:gd name="T47" fmla="*/ 5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1" h="63"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46" y="0"/>
                      <a:pt x="59" y="10"/>
                      <a:pt x="59" y="23"/>
                    </a:cubicBezTo>
                    <a:cubicBezTo>
                      <a:pt x="59" y="37"/>
                      <a:pt x="46" y="47"/>
                      <a:pt x="30" y="47"/>
                    </a:cubicBezTo>
                    <a:cubicBezTo>
                      <a:pt x="28" y="47"/>
                      <a:pt x="27" y="47"/>
                      <a:pt x="25" y="47"/>
                    </a:cubicBezTo>
                    <a:cubicBezTo>
                      <a:pt x="19" y="53"/>
                      <a:pt x="11" y="55"/>
                      <a:pt x="4" y="55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8" y="51"/>
                      <a:pt x="11" y="48"/>
                      <a:pt x="11" y="44"/>
                    </a:cubicBezTo>
                    <a:cubicBezTo>
                      <a:pt x="11" y="43"/>
                      <a:pt x="11" y="43"/>
                      <a:pt x="11" y="42"/>
                    </a:cubicBezTo>
                    <a:cubicBezTo>
                      <a:pt x="4" y="38"/>
                      <a:pt x="0" y="31"/>
                      <a:pt x="0" y="23"/>
                    </a:cubicBezTo>
                    <a:cubicBezTo>
                      <a:pt x="0" y="10"/>
                      <a:pt x="13" y="0"/>
                      <a:pt x="30" y="0"/>
                    </a:cubicBezTo>
                    <a:close/>
                    <a:moveTo>
                      <a:pt x="62" y="53"/>
                    </a:moveTo>
                    <a:cubicBezTo>
                      <a:pt x="62" y="57"/>
                      <a:pt x="64" y="60"/>
                      <a:pt x="67" y="61"/>
                    </a:cubicBezTo>
                    <a:cubicBezTo>
                      <a:pt x="67" y="63"/>
                      <a:pt x="67" y="63"/>
                      <a:pt x="67" y="63"/>
                    </a:cubicBezTo>
                    <a:cubicBezTo>
                      <a:pt x="61" y="62"/>
                      <a:pt x="55" y="61"/>
                      <a:pt x="50" y="56"/>
                    </a:cubicBezTo>
                    <a:cubicBezTo>
                      <a:pt x="48" y="56"/>
                      <a:pt x="47" y="56"/>
                      <a:pt x="46" y="56"/>
                    </a:cubicBezTo>
                    <a:cubicBezTo>
                      <a:pt x="40" y="56"/>
                      <a:pt x="34" y="55"/>
                      <a:pt x="30" y="52"/>
                    </a:cubicBezTo>
                    <a:cubicBezTo>
                      <a:pt x="39" y="52"/>
                      <a:pt x="47" y="49"/>
                      <a:pt x="54" y="44"/>
                    </a:cubicBezTo>
                    <a:cubicBezTo>
                      <a:pt x="57" y="41"/>
                      <a:pt x="59" y="38"/>
                      <a:pt x="61" y="35"/>
                    </a:cubicBezTo>
                    <a:cubicBezTo>
                      <a:pt x="63" y="31"/>
                      <a:pt x="64" y="27"/>
                      <a:pt x="64" y="23"/>
                    </a:cubicBezTo>
                    <a:cubicBezTo>
                      <a:pt x="64" y="23"/>
                      <a:pt x="64" y="22"/>
                      <a:pt x="64" y="22"/>
                    </a:cubicBezTo>
                    <a:cubicBezTo>
                      <a:pt x="68" y="25"/>
                      <a:pt x="71" y="30"/>
                      <a:pt x="71" y="36"/>
                    </a:cubicBezTo>
                    <a:cubicBezTo>
                      <a:pt x="71" y="42"/>
                      <a:pt x="67" y="48"/>
                      <a:pt x="62" y="52"/>
                    </a:cubicBezTo>
                    <a:cubicBezTo>
                      <a:pt x="62" y="52"/>
                      <a:pt x="62" y="53"/>
                      <a:pt x="62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5" name="iṡli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7B55FF4-E46F-447F-990F-BAB0CF798FE4}"/>
                  </a:ext>
                </a:extLst>
              </p:cNvPr>
              <p:cNvSpPr/>
              <p:nvPr/>
            </p:nvSpPr>
            <p:spPr bwMode="auto">
              <a:xfrm>
                <a:off x="7947103" y="3679405"/>
                <a:ext cx="207477" cy="207477"/>
              </a:xfrm>
              <a:custGeom>
                <a:avLst/>
                <a:gdLst>
                  <a:gd name="T0" fmla="*/ 65 w 65"/>
                  <a:gd name="T1" fmla="*/ 24 h 65"/>
                  <a:gd name="T2" fmla="*/ 41 w 65"/>
                  <a:gd name="T3" fmla="*/ 24 h 65"/>
                  <a:gd name="T4" fmla="*/ 50 w 65"/>
                  <a:gd name="T5" fmla="*/ 15 h 65"/>
                  <a:gd name="T6" fmla="*/ 33 w 65"/>
                  <a:gd name="T7" fmla="*/ 8 h 65"/>
                  <a:gd name="T8" fmla="*/ 16 w 65"/>
                  <a:gd name="T9" fmla="*/ 15 h 65"/>
                  <a:gd name="T10" fmla="*/ 9 w 65"/>
                  <a:gd name="T11" fmla="*/ 32 h 65"/>
                  <a:gd name="T12" fmla="*/ 16 w 65"/>
                  <a:gd name="T13" fmla="*/ 49 h 65"/>
                  <a:gd name="T14" fmla="*/ 33 w 65"/>
                  <a:gd name="T15" fmla="*/ 56 h 65"/>
                  <a:gd name="T16" fmla="*/ 50 w 65"/>
                  <a:gd name="T17" fmla="*/ 49 h 65"/>
                  <a:gd name="T18" fmla="*/ 51 w 65"/>
                  <a:gd name="T19" fmla="*/ 48 h 65"/>
                  <a:gd name="T20" fmla="*/ 57 w 65"/>
                  <a:gd name="T21" fmla="*/ 54 h 65"/>
                  <a:gd name="T22" fmla="*/ 33 w 65"/>
                  <a:gd name="T23" fmla="*/ 65 h 65"/>
                  <a:gd name="T24" fmla="*/ 0 w 65"/>
                  <a:gd name="T25" fmla="*/ 32 h 65"/>
                  <a:gd name="T26" fmla="*/ 33 w 65"/>
                  <a:gd name="T27" fmla="*/ 0 h 65"/>
                  <a:gd name="T28" fmla="*/ 56 w 65"/>
                  <a:gd name="T29" fmla="*/ 9 h 65"/>
                  <a:gd name="T30" fmla="*/ 65 w 65"/>
                  <a:gd name="T31" fmla="*/ 0 h 65"/>
                  <a:gd name="T32" fmla="*/ 65 w 65"/>
                  <a:gd name="T33" fmla="*/ 2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5" h="65">
                    <a:moveTo>
                      <a:pt x="65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5" y="10"/>
                      <a:pt x="39" y="8"/>
                      <a:pt x="33" y="8"/>
                    </a:cubicBezTo>
                    <a:cubicBezTo>
                      <a:pt x="26" y="8"/>
                      <a:pt x="20" y="10"/>
                      <a:pt x="16" y="15"/>
                    </a:cubicBezTo>
                    <a:cubicBezTo>
                      <a:pt x="11" y="20"/>
                      <a:pt x="9" y="26"/>
                      <a:pt x="9" y="32"/>
                    </a:cubicBezTo>
                    <a:cubicBezTo>
                      <a:pt x="9" y="39"/>
                      <a:pt x="11" y="45"/>
                      <a:pt x="16" y="49"/>
                    </a:cubicBezTo>
                    <a:cubicBezTo>
                      <a:pt x="20" y="54"/>
                      <a:pt x="26" y="56"/>
                      <a:pt x="33" y="56"/>
                    </a:cubicBezTo>
                    <a:cubicBezTo>
                      <a:pt x="39" y="56"/>
                      <a:pt x="45" y="54"/>
                      <a:pt x="50" y="49"/>
                    </a:cubicBezTo>
                    <a:cubicBezTo>
                      <a:pt x="50" y="49"/>
                      <a:pt x="51" y="49"/>
                      <a:pt x="51" y="48"/>
                    </a:cubicBezTo>
                    <a:cubicBezTo>
                      <a:pt x="57" y="54"/>
                      <a:pt x="57" y="54"/>
                      <a:pt x="57" y="54"/>
                    </a:cubicBezTo>
                    <a:cubicBezTo>
                      <a:pt x="51" y="60"/>
                      <a:pt x="43" y="65"/>
                      <a:pt x="33" y="65"/>
                    </a:cubicBezTo>
                    <a:cubicBezTo>
                      <a:pt x="15" y="65"/>
                      <a:pt x="0" y="50"/>
                      <a:pt x="0" y="32"/>
                    </a:cubicBezTo>
                    <a:cubicBezTo>
                      <a:pt x="0" y="14"/>
                      <a:pt x="15" y="0"/>
                      <a:pt x="33" y="0"/>
                    </a:cubicBezTo>
                    <a:cubicBezTo>
                      <a:pt x="42" y="0"/>
                      <a:pt x="50" y="4"/>
                      <a:pt x="56" y="9"/>
                    </a:cubicBezTo>
                    <a:cubicBezTo>
                      <a:pt x="65" y="0"/>
                      <a:pt x="65" y="0"/>
                      <a:pt x="65" y="0"/>
                    </a:cubicBezTo>
                    <a:lnTo>
                      <a:pt x="65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6" name="ïṡļï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B883C68-1079-48D7-BF23-88D37558B2E3}"/>
                  </a:ext>
                </a:extLst>
              </p:cNvPr>
              <p:cNvSpPr/>
              <p:nvPr/>
            </p:nvSpPr>
            <p:spPr bwMode="auto">
              <a:xfrm>
                <a:off x="8704589" y="1177939"/>
                <a:ext cx="172245" cy="170287"/>
              </a:xfrm>
              <a:custGeom>
                <a:avLst/>
                <a:gdLst>
                  <a:gd name="T0" fmla="*/ 27 w 54"/>
                  <a:gd name="T1" fmla="*/ 0 h 53"/>
                  <a:gd name="T2" fmla="*/ 0 w 54"/>
                  <a:gd name="T3" fmla="*/ 26 h 53"/>
                  <a:gd name="T4" fmla="*/ 27 w 54"/>
                  <a:gd name="T5" fmla="*/ 53 h 53"/>
                  <a:gd name="T6" fmla="*/ 54 w 54"/>
                  <a:gd name="T7" fmla="*/ 26 h 53"/>
                  <a:gd name="T8" fmla="*/ 27 w 54"/>
                  <a:gd name="T9" fmla="*/ 0 h 53"/>
                  <a:gd name="T10" fmla="*/ 16 w 54"/>
                  <a:gd name="T11" fmla="*/ 43 h 53"/>
                  <a:gd name="T12" fmla="*/ 17 w 54"/>
                  <a:gd name="T13" fmla="*/ 38 h 53"/>
                  <a:gd name="T14" fmla="*/ 7 w 54"/>
                  <a:gd name="T15" fmla="*/ 24 h 53"/>
                  <a:gd name="T16" fmla="*/ 13 w 54"/>
                  <a:gd name="T17" fmla="*/ 12 h 53"/>
                  <a:gd name="T18" fmla="*/ 27 w 54"/>
                  <a:gd name="T19" fmla="*/ 6 h 53"/>
                  <a:gd name="T20" fmla="*/ 41 w 54"/>
                  <a:gd name="T21" fmla="*/ 12 h 53"/>
                  <a:gd name="T22" fmla="*/ 47 w 54"/>
                  <a:gd name="T23" fmla="*/ 24 h 53"/>
                  <a:gd name="T24" fmla="*/ 37 w 54"/>
                  <a:gd name="T25" fmla="*/ 38 h 53"/>
                  <a:gd name="T26" fmla="*/ 38 w 54"/>
                  <a:gd name="T27" fmla="*/ 43 h 53"/>
                  <a:gd name="T28" fmla="*/ 27 w 54"/>
                  <a:gd name="T29" fmla="*/ 46 h 53"/>
                  <a:gd name="T30" fmla="*/ 16 w 54"/>
                  <a:gd name="T31" fmla="*/ 43 h 53"/>
                  <a:gd name="T32" fmla="*/ 29 w 54"/>
                  <a:gd name="T33" fmla="*/ 33 h 53"/>
                  <a:gd name="T34" fmla="*/ 30 w 54"/>
                  <a:gd name="T35" fmla="*/ 35 h 53"/>
                  <a:gd name="T36" fmla="*/ 30 w 54"/>
                  <a:gd name="T37" fmla="*/ 38 h 53"/>
                  <a:gd name="T38" fmla="*/ 28 w 54"/>
                  <a:gd name="T39" fmla="*/ 40 h 53"/>
                  <a:gd name="T40" fmla="*/ 25 w 54"/>
                  <a:gd name="T41" fmla="*/ 40 h 53"/>
                  <a:gd name="T42" fmla="*/ 23 w 54"/>
                  <a:gd name="T43" fmla="*/ 38 h 53"/>
                  <a:gd name="T44" fmla="*/ 23 w 54"/>
                  <a:gd name="T45" fmla="*/ 35 h 53"/>
                  <a:gd name="T46" fmla="*/ 25 w 54"/>
                  <a:gd name="T47" fmla="*/ 33 h 53"/>
                  <a:gd name="T48" fmla="*/ 26 w 54"/>
                  <a:gd name="T49" fmla="*/ 10 h 53"/>
                  <a:gd name="T50" fmla="*/ 28 w 54"/>
                  <a:gd name="T51" fmla="*/ 10 h 53"/>
                  <a:gd name="T52" fmla="*/ 29 w 54"/>
                  <a:gd name="T53" fmla="*/ 33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4" h="53">
                    <a:moveTo>
                      <a:pt x="27" y="0"/>
                    </a:move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12"/>
                      <a:pt x="42" y="0"/>
                      <a:pt x="27" y="0"/>
                    </a:cubicBezTo>
                    <a:close/>
                    <a:moveTo>
                      <a:pt x="16" y="43"/>
                    </a:moveTo>
                    <a:cubicBezTo>
                      <a:pt x="16" y="42"/>
                      <a:pt x="17" y="40"/>
                      <a:pt x="17" y="38"/>
                    </a:cubicBezTo>
                    <a:cubicBezTo>
                      <a:pt x="17" y="32"/>
                      <a:pt x="13" y="26"/>
                      <a:pt x="7" y="24"/>
                    </a:cubicBezTo>
                    <a:cubicBezTo>
                      <a:pt x="7" y="20"/>
                      <a:pt x="9" y="15"/>
                      <a:pt x="13" y="12"/>
                    </a:cubicBezTo>
                    <a:cubicBezTo>
                      <a:pt x="16" y="8"/>
                      <a:pt x="21" y="6"/>
                      <a:pt x="27" y="6"/>
                    </a:cubicBezTo>
                    <a:cubicBezTo>
                      <a:pt x="32" y="6"/>
                      <a:pt x="37" y="8"/>
                      <a:pt x="41" y="12"/>
                    </a:cubicBezTo>
                    <a:cubicBezTo>
                      <a:pt x="44" y="15"/>
                      <a:pt x="46" y="20"/>
                      <a:pt x="47" y="24"/>
                    </a:cubicBezTo>
                    <a:cubicBezTo>
                      <a:pt x="41" y="26"/>
                      <a:pt x="37" y="32"/>
                      <a:pt x="37" y="38"/>
                    </a:cubicBezTo>
                    <a:cubicBezTo>
                      <a:pt x="37" y="40"/>
                      <a:pt x="37" y="42"/>
                      <a:pt x="38" y="43"/>
                    </a:cubicBezTo>
                    <a:cubicBezTo>
                      <a:pt x="35" y="45"/>
                      <a:pt x="31" y="46"/>
                      <a:pt x="27" y="46"/>
                    </a:cubicBezTo>
                    <a:cubicBezTo>
                      <a:pt x="23" y="46"/>
                      <a:pt x="19" y="45"/>
                      <a:pt x="16" y="43"/>
                    </a:cubicBezTo>
                    <a:close/>
                    <a:moveTo>
                      <a:pt x="29" y="33"/>
                    </a:moveTo>
                    <a:cubicBezTo>
                      <a:pt x="30" y="33"/>
                      <a:pt x="30" y="34"/>
                      <a:pt x="30" y="35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0" y="39"/>
                      <a:pt x="29" y="40"/>
                      <a:pt x="28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3" y="39"/>
                      <a:pt x="23" y="38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4"/>
                      <a:pt x="24" y="33"/>
                      <a:pt x="25" y="33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8" y="10"/>
                      <a:pt x="28" y="10"/>
                      <a:pt x="28" y="10"/>
                    </a:cubicBezTo>
                    <a:lnTo>
                      <a:pt x="29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7" name="ïṩḻï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26C278-0E3C-4EB6-9399-441C391B82C0}"/>
                  </a:ext>
                </a:extLst>
              </p:cNvPr>
              <p:cNvSpPr/>
              <p:nvPr/>
            </p:nvSpPr>
            <p:spPr bwMode="auto">
              <a:xfrm>
                <a:off x="7489088" y="3493458"/>
                <a:ext cx="201605" cy="199648"/>
              </a:xfrm>
              <a:custGeom>
                <a:avLst/>
                <a:gdLst>
                  <a:gd name="T0" fmla="*/ 32 w 63"/>
                  <a:gd name="T1" fmla="*/ 62 h 62"/>
                  <a:gd name="T2" fmla="*/ 0 w 63"/>
                  <a:gd name="T3" fmla="*/ 31 h 62"/>
                  <a:gd name="T4" fmla="*/ 32 w 63"/>
                  <a:gd name="T5" fmla="*/ 0 h 62"/>
                  <a:gd name="T6" fmla="*/ 63 w 63"/>
                  <a:gd name="T7" fmla="*/ 31 h 62"/>
                  <a:gd name="T8" fmla="*/ 32 w 63"/>
                  <a:gd name="T9" fmla="*/ 62 h 62"/>
                  <a:gd name="T10" fmla="*/ 58 w 63"/>
                  <a:gd name="T11" fmla="*/ 36 h 62"/>
                  <a:gd name="T12" fmla="*/ 41 w 63"/>
                  <a:gd name="T13" fmla="*/ 34 h 62"/>
                  <a:gd name="T14" fmla="*/ 46 w 63"/>
                  <a:gd name="T15" fmla="*/ 53 h 62"/>
                  <a:gd name="T16" fmla="*/ 58 w 63"/>
                  <a:gd name="T17" fmla="*/ 36 h 62"/>
                  <a:gd name="T18" fmla="*/ 42 w 63"/>
                  <a:gd name="T19" fmla="*/ 56 h 62"/>
                  <a:gd name="T20" fmla="*/ 36 w 63"/>
                  <a:gd name="T21" fmla="*/ 36 h 62"/>
                  <a:gd name="T22" fmla="*/ 36 w 63"/>
                  <a:gd name="T23" fmla="*/ 36 h 62"/>
                  <a:gd name="T24" fmla="*/ 15 w 63"/>
                  <a:gd name="T25" fmla="*/ 52 h 62"/>
                  <a:gd name="T26" fmla="*/ 32 w 63"/>
                  <a:gd name="T27" fmla="*/ 58 h 62"/>
                  <a:gd name="T28" fmla="*/ 42 w 63"/>
                  <a:gd name="T29" fmla="*/ 56 h 62"/>
                  <a:gd name="T30" fmla="*/ 12 w 63"/>
                  <a:gd name="T31" fmla="*/ 49 h 62"/>
                  <a:gd name="T32" fmla="*/ 33 w 63"/>
                  <a:gd name="T33" fmla="*/ 32 h 62"/>
                  <a:gd name="T34" fmla="*/ 34 w 63"/>
                  <a:gd name="T35" fmla="*/ 31 h 62"/>
                  <a:gd name="T36" fmla="*/ 32 w 63"/>
                  <a:gd name="T37" fmla="*/ 27 h 62"/>
                  <a:gd name="T38" fmla="*/ 5 w 63"/>
                  <a:gd name="T39" fmla="*/ 31 h 62"/>
                  <a:gd name="T40" fmla="*/ 5 w 63"/>
                  <a:gd name="T41" fmla="*/ 31 h 62"/>
                  <a:gd name="T42" fmla="*/ 12 w 63"/>
                  <a:gd name="T43" fmla="*/ 49 h 62"/>
                  <a:gd name="T44" fmla="*/ 5 w 63"/>
                  <a:gd name="T45" fmla="*/ 26 h 62"/>
                  <a:gd name="T46" fmla="*/ 30 w 63"/>
                  <a:gd name="T47" fmla="*/ 23 h 62"/>
                  <a:gd name="T48" fmla="*/ 20 w 63"/>
                  <a:gd name="T49" fmla="*/ 7 h 62"/>
                  <a:gd name="T50" fmla="*/ 5 w 63"/>
                  <a:gd name="T51" fmla="*/ 26 h 62"/>
                  <a:gd name="T52" fmla="*/ 25 w 63"/>
                  <a:gd name="T53" fmla="*/ 6 h 62"/>
                  <a:gd name="T54" fmla="*/ 35 w 63"/>
                  <a:gd name="T55" fmla="*/ 21 h 62"/>
                  <a:gd name="T56" fmla="*/ 49 w 63"/>
                  <a:gd name="T57" fmla="*/ 12 h 62"/>
                  <a:gd name="T58" fmla="*/ 32 w 63"/>
                  <a:gd name="T59" fmla="*/ 5 h 62"/>
                  <a:gd name="T60" fmla="*/ 25 w 63"/>
                  <a:gd name="T61" fmla="*/ 6 h 62"/>
                  <a:gd name="T62" fmla="*/ 52 w 63"/>
                  <a:gd name="T63" fmla="*/ 15 h 62"/>
                  <a:gd name="T64" fmla="*/ 37 w 63"/>
                  <a:gd name="T65" fmla="*/ 25 h 62"/>
                  <a:gd name="T66" fmla="*/ 39 w 63"/>
                  <a:gd name="T67" fmla="*/ 29 h 62"/>
                  <a:gd name="T68" fmla="*/ 40 w 63"/>
                  <a:gd name="T69" fmla="*/ 30 h 62"/>
                  <a:gd name="T70" fmla="*/ 58 w 63"/>
                  <a:gd name="T71" fmla="*/ 31 h 62"/>
                  <a:gd name="T72" fmla="*/ 52 w 63"/>
                  <a:gd name="T73" fmla="*/ 15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63" h="62">
                    <a:moveTo>
                      <a:pt x="32" y="62"/>
                    </a:moveTo>
                    <a:cubicBezTo>
                      <a:pt x="14" y="62"/>
                      <a:pt x="0" y="49"/>
                      <a:pt x="0" y="31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3" y="14"/>
                      <a:pt x="63" y="31"/>
                    </a:cubicBezTo>
                    <a:cubicBezTo>
                      <a:pt x="63" y="49"/>
                      <a:pt x="49" y="62"/>
                      <a:pt x="32" y="62"/>
                    </a:cubicBezTo>
                    <a:close/>
                    <a:moveTo>
                      <a:pt x="58" y="36"/>
                    </a:moveTo>
                    <a:cubicBezTo>
                      <a:pt x="57" y="35"/>
                      <a:pt x="50" y="33"/>
                      <a:pt x="41" y="34"/>
                    </a:cubicBezTo>
                    <a:cubicBezTo>
                      <a:pt x="45" y="44"/>
                      <a:pt x="46" y="52"/>
                      <a:pt x="46" y="53"/>
                    </a:cubicBezTo>
                    <a:cubicBezTo>
                      <a:pt x="52" y="49"/>
                      <a:pt x="57" y="43"/>
                      <a:pt x="58" y="36"/>
                    </a:cubicBezTo>
                    <a:close/>
                    <a:moveTo>
                      <a:pt x="42" y="56"/>
                    </a:moveTo>
                    <a:cubicBezTo>
                      <a:pt x="41" y="54"/>
                      <a:pt x="40" y="45"/>
                      <a:pt x="3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21" y="41"/>
                      <a:pt x="16" y="51"/>
                      <a:pt x="15" y="52"/>
                    </a:cubicBezTo>
                    <a:cubicBezTo>
                      <a:pt x="20" y="56"/>
                      <a:pt x="25" y="58"/>
                      <a:pt x="32" y="58"/>
                    </a:cubicBezTo>
                    <a:cubicBezTo>
                      <a:pt x="35" y="58"/>
                      <a:pt x="39" y="57"/>
                      <a:pt x="42" y="56"/>
                    </a:cubicBezTo>
                    <a:close/>
                    <a:moveTo>
                      <a:pt x="12" y="49"/>
                    </a:moveTo>
                    <a:cubicBezTo>
                      <a:pt x="12" y="48"/>
                      <a:pt x="20" y="36"/>
                      <a:pt x="33" y="32"/>
                    </a:cubicBezTo>
                    <a:cubicBezTo>
                      <a:pt x="34" y="32"/>
                      <a:pt x="34" y="31"/>
                      <a:pt x="34" y="31"/>
                    </a:cubicBezTo>
                    <a:cubicBezTo>
                      <a:pt x="34" y="30"/>
                      <a:pt x="33" y="28"/>
                      <a:pt x="32" y="27"/>
                    </a:cubicBezTo>
                    <a:cubicBezTo>
                      <a:pt x="19" y="31"/>
                      <a:pt x="6" y="31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38"/>
                      <a:pt x="8" y="44"/>
                      <a:pt x="12" y="49"/>
                    </a:cubicBezTo>
                    <a:close/>
                    <a:moveTo>
                      <a:pt x="5" y="26"/>
                    </a:moveTo>
                    <a:cubicBezTo>
                      <a:pt x="7" y="26"/>
                      <a:pt x="18" y="26"/>
                      <a:pt x="30" y="23"/>
                    </a:cubicBezTo>
                    <a:cubicBezTo>
                      <a:pt x="26" y="15"/>
                      <a:pt x="21" y="8"/>
                      <a:pt x="20" y="7"/>
                    </a:cubicBezTo>
                    <a:cubicBezTo>
                      <a:pt x="13" y="11"/>
                      <a:pt x="7" y="18"/>
                      <a:pt x="5" y="26"/>
                    </a:cubicBezTo>
                    <a:close/>
                    <a:moveTo>
                      <a:pt x="25" y="6"/>
                    </a:moveTo>
                    <a:cubicBezTo>
                      <a:pt x="26" y="7"/>
                      <a:pt x="31" y="13"/>
                      <a:pt x="35" y="21"/>
                    </a:cubicBezTo>
                    <a:cubicBezTo>
                      <a:pt x="45" y="18"/>
                      <a:pt x="49" y="12"/>
                      <a:pt x="49" y="12"/>
                    </a:cubicBezTo>
                    <a:cubicBezTo>
                      <a:pt x="44" y="7"/>
                      <a:pt x="38" y="5"/>
                      <a:pt x="32" y="5"/>
                    </a:cubicBezTo>
                    <a:cubicBezTo>
                      <a:pt x="29" y="5"/>
                      <a:pt x="27" y="5"/>
                      <a:pt x="25" y="6"/>
                    </a:cubicBezTo>
                    <a:close/>
                    <a:moveTo>
                      <a:pt x="52" y="15"/>
                    </a:moveTo>
                    <a:cubicBezTo>
                      <a:pt x="52" y="15"/>
                      <a:pt x="47" y="21"/>
                      <a:pt x="37" y="25"/>
                    </a:cubicBezTo>
                    <a:cubicBezTo>
                      <a:pt x="38" y="26"/>
                      <a:pt x="38" y="28"/>
                      <a:pt x="39" y="29"/>
                    </a:cubicBezTo>
                    <a:cubicBezTo>
                      <a:pt x="39" y="29"/>
                      <a:pt x="39" y="30"/>
                      <a:pt x="40" y="30"/>
                    </a:cubicBezTo>
                    <a:cubicBezTo>
                      <a:pt x="48" y="29"/>
                      <a:pt x="57" y="31"/>
                      <a:pt x="58" y="31"/>
                    </a:cubicBezTo>
                    <a:cubicBezTo>
                      <a:pt x="58" y="25"/>
                      <a:pt x="56" y="19"/>
                      <a:pt x="52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8" name="íṡlî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304B29D-37DA-4CC6-B0EE-A2710845FE08}"/>
                  </a:ext>
                </a:extLst>
              </p:cNvPr>
              <p:cNvSpPr/>
              <p:nvPr/>
            </p:nvSpPr>
            <p:spPr bwMode="auto">
              <a:xfrm>
                <a:off x="7424496" y="4556288"/>
                <a:ext cx="207477" cy="182031"/>
              </a:xfrm>
              <a:custGeom>
                <a:avLst/>
                <a:gdLst>
                  <a:gd name="T0" fmla="*/ 65 w 65"/>
                  <a:gd name="T1" fmla="*/ 19 h 57"/>
                  <a:gd name="T2" fmla="*/ 47 w 65"/>
                  <a:gd name="T3" fmla="*/ 0 h 57"/>
                  <a:gd name="T4" fmla="*/ 32 w 65"/>
                  <a:gd name="T5" fmla="*/ 6 h 57"/>
                  <a:gd name="T6" fmla="*/ 18 w 65"/>
                  <a:gd name="T7" fmla="*/ 0 h 57"/>
                  <a:gd name="T8" fmla="*/ 0 w 65"/>
                  <a:gd name="T9" fmla="*/ 19 h 57"/>
                  <a:gd name="T10" fmla="*/ 6 w 65"/>
                  <a:gd name="T11" fmla="*/ 33 h 57"/>
                  <a:gd name="T12" fmla="*/ 6 w 65"/>
                  <a:gd name="T13" fmla="*/ 33 h 57"/>
                  <a:gd name="T14" fmla="*/ 26 w 65"/>
                  <a:gd name="T15" fmla="*/ 53 h 57"/>
                  <a:gd name="T16" fmla="*/ 32 w 65"/>
                  <a:gd name="T17" fmla="*/ 57 h 57"/>
                  <a:gd name="T18" fmla="*/ 39 w 65"/>
                  <a:gd name="T19" fmla="*/ 53 h 57"/>
                  <a:gd name="T20" fmla="*/ 59 w 65"/>
                  <a:gd name="T21" fmla="*/ 33 h 57"/>
                  <a:gd name="T22" fmla="*/ 59 w 65"/>
                  <a:gd name="T23" fmla="*/ 33 h 57"/>
                  <a:gd name="T24" fmla="*/ 65 w 65"/>
                  <a:gd name="T25" fmla="*/ 19 h 57"/>
                  <a:gd name="T26" fmla="*/ 54 w 65"/>
                  <a:gd name="T27" fmla="*/ 27 h 57"/>
                  <a:gd name="T28" fmla="*/ 33 w 65"/>
                  <a:gd name="T29" fmla="*/ 47 h 57"/>
                  <a:gd name="T30" fmla="*/ 32 w 65"/>
                  <a:gd name="T31" fmla="*/ 48 h 57"/>
                  <a:gd name="T32" fmla="*/ 32 w 65"/>
                  <a:gd name="T33" fmla="*/ 47 h 57"/>
                  <a:gd name="T34" fmla="*/ 11 w 65"/>
                  <a:gd name="T35" fmla="*/ 27 h 57"/>
                  <a:gd name="T36" fmla="*/ 8 w 65"/>
                  <a:gd name="T37" fmla="*/ 19 h 57"/>
                  <a:gd name="T38" fmla="*/ 18 w 65"/>
                  <a:gd name="T39" fmla="*/ 8 h 57"/>
                  <a:gd name="T40" fmla="*/ 26 w 65"/>
                  <a:gd name="T41" fmla="*/ 11 h 57"/>
                  <a:gd name="T42" fmla="*/ 32 w 65"/>
                  <a:gd name="T43" fmla="*/ 18 h 57"/>
                  <a:gd name="T44" fmla="*/ 39 w 65"/>
                  <a:gd name="T45" fmla="*/ 11 h 57"/>
                  <a:gd name="T46" fmla="*/ 47 w 65"/>
                  <a:gd name="T47" fmla="*/ 8 h 57"/>
                  <a:gd name="T48" fmla="*/ 57 w 65"/>
                  <a:gd name="T49" fmla="*/ 19 h 57"/>
                  <a:gd name="T50" fmla="*/ 54 w 65"/>
                  <a:gd name="T51" fmla="*/ 2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5" h="57">
                    <a:moveTo>
                      <a:pt x="65" y="19"/>
                    </a:moveTo>
                    <a:cubicBezTo>
                      <a:pt x="65" y="8"/>
                      <a:pt x="57" y="0"/>
                      <a:pt x="47" y="0"/>
                    </a:cubicBezTo>
                    <a:cubicBezTo>
                      <a:pt x="41" y="0"/>
                      <a:pt x="36" y="2"/>
                      <a:pt x="32" y="6"/>
                    </a:cubicBezTo>
                    <a:cubicBezTo>
                      <a:pt x="29" y="2"/>
                      <a:pt x="24" y="0"/>
                      <a:pt x="18" y="0"/>
                    </a:cubicBezTo>
                    <a:cubicBezTo>
                      <a:pt x="8" y="0"/>
                      <a:pt x="0" y="8"/>
                      <a:pt x="0" y="19"/>
                    </a:cubicBezTo>
                    <a:cubicBezTo>
                      <a:pt x="0" y="24"/>
                      <a:pt x="2" y="29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26" y="53"/>
                      <a:pt x="26" y="53"/>
                      <a:pt x="26" y="53"/>
                    </a:cubicBezTo>
                    <a:cubicBezTo>
                      <a:pt x="28" y="55"/>
                      <a:pt x="30" y="57"/>
                      <a:pt x="32" y="57"/>
                    </a:cubicBezTo>
                    <a:cubicBezTo>
                      <a:pt x="35" y="57"/>
                      <a:pt x="37" y="55"/>
                      <a:pt x="39" y="5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63" y="29"/>
                      <a:pt x="65" y="24"/>
                      <a:pt x="65" y="19"/>
                    </a:cubicBezTo>
                    <a:close/>
                    <a:moveTo>
                      <a:pt x="54" y="27"/>
                    </a:moveTo>
                    <a:cubicBezTo>
                      <a:pt x="33" y="47"/>
                      <a:pt x="33" y="47"/>
                      <a:pt x="33" y="47"/>
                    </a:cubicBezTo>
                    <a:cubicBezTo>
                      <a:pt x="33" y="47"/>
                      <a:pt x="33" y="48"/>
                      <a:pt x="32" y="48"/>
                    </a:cubicBezTo>
                    <a:cubicBezTo>
                      <a:pt x="32" y="48"/>
                      <a:pt x="32" y="47"/>
                      <a:pt x="32" y="4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4"/>
                      <a:pt x="8" y="22"/>
                      <a:pt x="8" y="19"/>
                    </a:cubicBezTo>
                    <a:cubicBezTo>
                      <a:pt x="8" y="13"/>
                      <a:pt x="13" y="8"/>
                      <a:pt x="18" y="8"/>
                    </a:cubicBezTo>
                    <a:cubicBezTo>
                      <a:pt x="22" y="8"/>
                      <a:pt x="24" y="9"/>
                      <a:pt x="26" y="11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9" y="11"/>
                      <a:pt x="39" y="11"/>
                      <a:pt x="39" y="11"/>
                    </a:cubicBezTo>
                    <a:cubicBezTo>
                      <a:pt x="41" y="9"/>
                      <a:pt x="43" y="8"/>
                      <a:pt x="47" y="8"/>
                    </a:cubicBezTo>
                    <a:cubicBezTo>
                      <a:pt x="52" y="8"/>
                      <a:pt x="57" y="13"/>
                      <a:pt x="57" y="19"/>
                    </a:cubicBezTo>
                    <a:cubicBezTo>
                      <a:pt x="57" y="22"/>
                      <a:pt x="56" y="24"/>
                      <a:pt x="5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9" name="îṡlí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6F3775-B7F1-450D-809E-3EF72660D4F6}"/>
                  </a:ext>
                </a:extLst>
              </p:cNvPr>
              <p:cNvSpPr/>
              <p:nvPr/>
            </p:nvSpPr>
            <p:spPr bwMode="auto">
              <a:xfrm>
                <a:off x="7725924" y="4971241"/>
                <a:ext cx="150715" cy="154628"/>
              </a:xfrm>
              <a:custGeom>
                <a:avLst/>
                <a:gdLst>
                  <a:gd name="T0" fmla="*/ 43 w 47"/>
                  <a:gd name="T1" fmla="*/ 29 h 48"/>
                  <a:gd name="T2" fmla="*/ 47 w 47"/>
                  <a:gd name="T3" fmla="*/ 16 h 48"/>
                  <a:gd name="T4" fmla="*/ 42 w 47"/>
                  <a:gd name="T5" fmla="*/ 8 h 48"/>
                  <a:gd name="T6" fmla="*/ 37 w 47"/>
                  <a:gd name="T7" fmla="*/ 9 h 48"/>
                  <a:gd name="T8" fmla="*/ 28 w 47"/>
                  <a:gd name="T9" fmla="*/ 0 h 48"/>
                  <a:gd name="T10" fmla="*/ 19 w 47"/>
                  <a:gd name="T11" fmla="*/ 0 h 48"/>
                  <a:gd name="T12" fmla="*/ 18 w 47"/>
                  <a:gd name="T13" fmla="*/ 5 h 48"/>
                  <a:gd name="T14" fmla="*/ 5 w 47"/>
                  <a:gd name="T15" fmla="*/ 8 h 48"/>
                  <a:gd name="T16" fmla="*/ 0 w 47"/>
                  <a:gd name="T17" fmla="*/ 16 h 48"/>
                  <a:gd name="T18" fmla="*/ 4 w 47"/>
                  <a:gd name="T19" fmla="*/ 20 h 48"/>
                  <a:gd name="T20" fmla="*/ 0 w 47"/>
                  <a:gd name="T21" fmla="*/ 32 h 48"/>
                  <a:gd name="T22" fmla="*/ 5 w 47"/>
                  <a:gd name="T23" fmla="*/ 40 h 48"/>
                  <a:gd name="T24" fmla="*/ 10 w 47"/>
                  <a:gd name="T25" fmla="*/ 39 h 48"/>
                  <a:gd name="T26" fmla="*/ 19 w 47"/>
                  <a:gd name="T27" fmla="*/ 48 h 48"/>
                  <a:gd name="T28" fmla="*/ 28 w 47"/>
                  <a:gd name="T29" fmla="*/ 48 h 48"/>
                  <a:gd name="T30" fmla="*/ 29 w 47"/>
                  <a:gd name="T31" fmla="*/ 44 h 48"/>
                  <a:gd name="T32" fmla="*/ 42 w 47"/>
                  <a:gd name="T33" fmla="*/ 40 h 48"/>
                  <a:gd name="T34" fmla="*/ 47 w 47"/>
                  <a:gd name="T35" fmla="*/ 32 h 48"/>
                  <a:gd name="T36" fmla="*/ 43 w 47"/>
                  <a:gd name="T37" fmla="*/ 29 h 48"/>
                  <a:gd name="T38" fmla="*/ 23 w 47"/>
                  <a:gd name="T39" fmla="*/ 34 h 48"/>
                  <a:gd name="T40" fmla="*/ 14 w 47"/>
                  <a:gd name="T41" fmla="*/ 24 h 48"/>
                  <a:gd name="T42" fmla="*/ 23 w 47"/>
                  <a:gd name="T43" fmla="*/ 14 h 48"/>
                  <a:gd name="T44" fmla="*/ 33 w 47"/>
                  <a:gd name="T45" fmla="*/ 24 h 48"/>
                  <a:gd name="T46" fmla="*/ 23 w 47"/>
                  <a:gd name="T47" fmla="*/ 3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" h="48">
                    <a:moveTo>
                      <a:pt x="43" y="29"/>
                    </a:moveTo>
                    <a:cubicBezTo>
                      <a:pt x="41" y="24"/>
                      <a:pt x="42" y="19"/>
                      <a:pt x="47" y="16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1" y="9"/>
                      <a:pt x="39" y="9"/>
                      <a:pt x="37" y="9"/>
                    </a:cubicBezTo>
                    <a:cubicBezTo>
                      <a:pt x="32" y="9"/>
                      <a:pt x="28" y="5"/>
                      <a:pt x="28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8" y="3"/>
                      <a:pt x="18" y="5"/>
                    </a:cubicBezTo>
                    <a:cubicBezTo>
                      <a:pt x="15" y="9"/>
                      <a:pt x="9" y="11"/>
                      <a:pt x="5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" y="17"/>
                      <a:pt x="3" y="18"/>
                      <a:pt x="4" y="20"/>
                    </a:cubicBezTo>
                    <a:cubicBezTo>
                      <a:pt x="6" y="24"/>
                      <a:pt x="5" y="30"/>
                      <a:pt x="0" y="32"/>
                    </a:cubicBezTo>
                    <a:cubicBezTo>
                      <a:pt x="5" y="40"/>
                      <a:pt x="5" y="40"/>
                      <a:pt x="5" y="40"/>
                    </a:cubicBezTo>
                    <a:cubicBezTo>
                      <a:pt x="6" y="40"/>
                      <a:pt x="8" y="39"/>
                      <a:pt x="10" y="39"/>
                    </a:cubicBezTo>
                    <a:cubicBezTo>
                      <a:pt x="15" y="39"/>
                      <a:pt x="19" y="43"/>
                      <a:pt x="19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9" y="45"/>
                      <a:pt x="29" y="44"/>
                    </a:cubicBezTo>
                    <a:cubicBezTo>
                      <a:pt x="32" y="39"/>
                      <a:pt x="38" y="38"/>
                      <a:pt x="42" y="40"/>
                    </a:cubicBezTo>
                    <a:cubicBezTo>
                      <a:pt x="47" y="32"/>
                      <a:pt x="47" y="32"/>
                      <a:pt x="47" y="32"/>
                    </a:cubicBezTo>
                    <a:cubicBezTo>
                      <a:pt x="45" y="31"/>
                      <a:pt x="44" y="30"/>
                      <a:pt x="43" y="29"/>
                    </a:cubicBezTo>
                    <a:close/>
                    <a:moveTo>
                      <a:pt x="23" y="34"/>
                    </a:moveTo>
                    <a:cubicBezTo>
                      <a:pt x="18" y="34"/>
                      <a:pt x="14" y="30"/>
                      <a:pt x="14" y="24"/>
                    </a:cubicBezTo>
                    <a:cubicBezTo>
                      <a:pt x="14" y="19"/>
                      <a:pt x="18" y="14"/>
                      <a:pt x="23" y="14"/>
                    </a:cubicBezTo>
                    <a:cubicBezTo>
                      <a:pt x="29" y="14"/>
                      <a:pt x="33" y="19"/>
                      <a:pt x="33" y="24"/>
                    </a:cubicBezTo>
                    <a:cubicBezTo>
                      <a:pt x="33" y="30"/>
                      <a:pt x="29" y="34"/>
                      <a:pt x="23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0" name="iṥlî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8017E8D-6C13-4D6A-8417-6E66B277E064}"/>
                  </a:ext>
                </a:extLst>
              </p:cNvPr>
              <p:cNvSpPr/>
              <p:nvPr/>
            </p:nvSpPr>
            <p:spPr bwMode="auto">
              <a:xfrm>
                <a:off x="6888188" y="4926222"/>
                <a:ext cx="248581" cy="250538"/>
              </a:xfrm>
              <a:custGeom>
                <a:avLst/>
                <a:gdLst>
                  <a:gd name="T0" fmla="*/ 67 w 127"/>
                  <a:gd name="T1" fmla="*/ 0 h 128"/>
                  <a:gd name="T2" fmla="*/ 55 w 127"/>
                  <a:gd name="T3" fmla="*/ 13 h 128"/>
                  <a:gd name="T4" fmla="*/ 67 w 127"/>
                  <a:gd name="T5" fmla="*/ 25 h 128"/>
                  <a:gd name="T6" fmla="*/ 39 w 127"/>
                  <a:gd name="T7" fmla="*/ 56 h 128"/>
                  <a:gd name="T8" fmla="*/ 11 w 127"/>
                  <a:gd name="T9" fmla="*/ 56 h 128"/>
                  <a:gd name="T10" fmla="*/ 32 w 127"/>
                  <a:gd name="T11" fmla="*/ 79 h 128"/>
                  <a:gd name="T12" fmla="*/ 0 w 127"/>
                  <a:gd name="T13" fmla="*/ 123 h 128"/>
                  <a:gd name="T14" fmla="*/ 0 w 127"/>
                  <a:gd name="T15" fmla="*/ 128 h 128"/>
                  <a:gd name="T16" fmla="*/ 5 w 127"/>
                  <a:gd name="T17" fmla="*/ 128 h 128"/>
                  <a:gd name="T18" fmla="*/ 49 w 127"/>
                  <a:gd name="T19" fmla="*/ 93 h 128"/>
                  <a:gd name="T20" fmla="*/ 72 w 127"/>
                  <a:gd name="T21" fmla="*/ 116 h 128"/>
                  <a:gd name="T22" fmla="*/ 72 w 127"/>
                  <a:gd name="T23" fmla="*/ 88 h 128"/>
                  <a:gd name="T24" fmla="*/ 103 w 127"/>
                  <a:gd name="T25" fmla="*/ 61 h 128"/>
                  <a:gd name="T26" fmla="*/ 114 w 127"/>
                  <a:gd name="T27" fmla="*/ 72 h 128"/>
                  <a:gd name="T28" fmla="*/ 127 w 127"/>
                  <a:gd name="T29" fmla="*/ 61 h 128"/>
                  <a:gd name="T30" fmla="*/ 67 w 127"/>
                  <a:gd name="T31" fmla="*/ 0 h 128"/>
                  <a:gd name="T32" fmla="*/ 55 w 127"/>
                  <a:gd name="T33" fmla="*/ 69 h 128"/>
                  <a:gd name="T34" fmla="*/ 47 w 127"/>
                  <a:gd name="T35" fmla="*/ 61 h 128"/>
                  <a:gd name="T36" fmla="*/ 75 w 127"/>
                  <a:gd name="T37" fmla="*/ 33 h 128"/>
                  <a:gd name="T38" fmla="*/ 83 w 127"/>
                  <a:gd name="T39" fmla="*/ 41 h 128"/>
                  <a:gd name="T40" fmla="*/ 55 w 127"/>
                  <a:gd name="T41" fmla="*/ 6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7" h="128">
                    <a:moveTo>
                      <a:pt x="67" y="0"/>
                    </a:moveTo>
                    <a:lnTo>
                      <a:pt x="55" y="13"/>
                    </a:lnTo>
                    <a:lnTo>
                      <a:pt x="67" y="25"/>
                    </a:lnTo>
                    <a:lnTo>
                      <a:pt x="39" y="56"/>
                    </a:lnTo>
                    <a:lnTo>
                      <a:pt x="11" y="56"/>
                    </a:lnTo>
                    <a:lnTo>
                      <a:pt x="32" y="79"/>
                    </a:lnTo>
                    <a:lnTo>
                      <a:pt x="0" y="123"/>
                    </a:lnTo>
                    <a:lnTo>
                      <a:pt x="0" y="128"/>
                    </a:lnTo>
                    <a:lnTo>
                      <a:pt x="5" y="128"/>
                    </a:lnTo>
                    <a:lnTo>
                      <a:pt x="49" y="93"/>
                    </a:lnTo>
                    <a:lnTo>
                      <a:pt x="72" y="116"/>
                    </a:lnTo>
                    <a:lnTo>
                      <a:pt x="72" y="88"/>
                    </a:lnTo>
                    <a:lnTo>
                      <a:pt x="103" y="61"/>
                    </a:lnTo>
                    <a:lnTo>
                      <a:pt x="114" y="72"/>
                    </a:lnTo>
                    <a:lnTo>
                      <a:pt x="127" y="61"/>
                    </a:lnTo>
                    <a:lnTo>
                      <a:pt x="67" y="0"/>
                    </a:lnTo>
                    <a:close/>
                    <a:moveTo>
                      <a:pt x="55" y="69"/>
                    </a:moveTo>
                    <a:lnTo>
                      <a:pt x="47" y="61"/>
                    </a:lnTo>
                    <a:lnTo>
                      <a:pt x="75" y="33"/>
                    </a:lnTo>
                    <a:lnTo>
                      <a:pt x="83" y="41"/>
                    </a:lnTo>
                    <a:lnTo>
                      <a:pt x="55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1" name="íşḷï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996EBE7-24CE-4D83-A639-36DD3F8695F0}"/>
                  </a:ext>
                </a:extLst>
              </p:cNvPr>
              <p:cNvSpPr/>
              <p:nvPr/>
            </p:nvSpPr>
            <p:spPr bwMode="auto">
              <a:xfrm>
                <a:off x="6868614" y="4354682"/>
                <a:ext cx="182032" cy="185946"/>
              </a:xfrm>
              <a:custGeom>
                <a:avLst/>
                <a:gdLst>
                  <a:gd name="T0" fmla="*/ 57 w 57"/>
                  <a:gd name="T1" fmla="*/ 29 h 58"/>
                  <a:gd name="T2" fmla="*/ 28 w 57"/>
                  <a:gd name="T3" fmla="*/ 58 h 58"/>
                  <a:gd name="T4" fmla="*/ 0 w 57"/>
                  <a:gd name="T5" fmla="*/ 29 h 58"/>
                  <a:gd name="T6" fmla="*/ 28 w 57"/>
                  <a:gd name="T7" fmla="*/ 0 h 58"/>
                  <a:gd name="T8" fmla="*/ 57 w 57"/>
                  <a:gd name="T9" fmla="*/ 29 h 58"/>
                  <a:gd name="T10" fmla="*/ 5 w 57"/>
                  <a:gd name="T11" fmla="*/ 29 h 58"/>
                  <a:gd name="T12" fmla="*/ 28 w 57"/>
                  <a:gd name="T13" fmla="*/ 52 h 58"/>
                  <a:gd name="T14" fmla="*/ 52 w 57"/>
                  <a:gd name="T15" fmla="*/ 29 h 58"/>
                  <a:gd name="T16" fmla="*/ 28 w 57"/>
                  <a:gd name="T17" fmla="*/ 6 h 58"/>
                  <a:gd name="T18" fmla="*/ 5 w 57"/>
                  <a:gd name="T19" fmla="*/ 29 h 58"/>
                  <a:gd name="T20" fmla="*/ 31 w 57"/>
                  <a:gd name="T21" fmla="*/ 12 h 58"/>
                  <a:gd name="T22" fmla="*/ 45 w 57"/>
                  <a:gd name="T23" fmla="*/ 26 h 58"/>
                  <a:gd name="T24" fmla="*/ 45 w 57"/>
                  <a:gd name="T25" fmla="*/ 31 h 58"/>
                  <a:gd name="T26" fmla="*/ 40 w 57"/>
                  <a:gd name="T27" fmla="*/ 31 h 58"/>
                  <a:gd name="T28" fmla="*/ 32 w 57"/>
                  <a:gd name="T29" fmla="*/ 23 h 58"/>
                  <a:gd name="T30" fmla="*/ 32 w 57"/>
                  <a:gd name="T31" fmla="*/ 43 h 58"/>
                  <a:gd name="T32" fmla="*/ 28 w 57"/>
                  <a:gd name="T33" fmla="*/ 47 h 58"/>
                  <a:gd name="T34" fmla="*/ 25 w 57"/>
                  <a:gd name="T35" fmla="*/ 43 h 58"/>
                  <a:gd name="T36" fmla="*/ 25 w 57"/>
                  <a:gd name="T37" fmla="*/ 23 h 58"/>
                  <a:gd name="T38" fmla="*/ 17 w 57"/>
                  <a:gd name="T39" fmla="*/ 31 h 58"/>
                  <a:gd name="T40" fmla="*/ 12 w 57"/>
                  <a:gd name="T41" fmla="*/ 31 h 58"/>
                  <a:gd name="T42" fmla="*/ 11 w 57"/>
                  <a:gd name="T43" fmla="*/ 29 h 58"/>
                  <a:gd name="T44" fmla="*/ 12 w 57"/>
                  <a:gd name="T45" fmla="*/ 26 h 58"/>
                  <a:gd name="T46" fmla="*/ 26 w 57"/>
                  <a:gd name="T47" fmla="*/ 12 h 58"/>
                  <a:gd name="T48" fmla="*/ 31 w 57"/>
                  <a:gd name="T49" fmla="*/ 1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7" h="58">
                    <a:moveTo>
                      <a:pt x="57" y="29"/>
                    </a:moveTo>
                    <a:cubicBezTo>
                      <a:pt x="57" y="45"/>
                      <a:pt x="44" y="58"/>
                      <a:pt x="28" y="58"/>
                    </a:cubicBezTo>
                    <a:cubicBezTo>
                      <a:pt x="13" y="58"/>
                      <a:pt x="0" y="45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44" y="0"/>
                      <a:pt x="57" y="13"/>
                      <a:pt x="57" y="29"/>
                    </a:cubicBezTo>
                    <a:close/>
                    <a:moveTo>
                      <a:pt x="5" y="29"/>
                    </a:moveTo>
                    <a:cubicBezTo>
                      <a:pt x="5" y="42"/>
                      <a:pt x="16" y="52"/>
                      <a:pt x="28" y="52"/>
                    </a:cubicBezTo>
                    <a:cubicBezTo>
                      <a:pt x="41" y="52"/>
                      <a:pt x="52" y="42"/>
                      <a:pt x="52" y="29"/>
                    </a:cubicBezTo>
                    <a:cubicBezTo>
                      <a:pt x="52" y="16"/>
                      <a:pt x="41" y="6"/>
                      <a:pt x="28" y="6"/>
                    </a:cubicBezTo>
                    <a:cubicBezTo>
                      <a:pt x="16" y="6"/>
                      <a:pt x="5" y="16"/>
                      <a:pt x="5" y="29"/>
                    </a:cubicBezTo>
                    <a:close/>
                    <a:moveTo>
                      <a:pt x="31" y="12"/>
                    </a:moveTo>
                    <a:cubicBezTo>
                      <a:pt x="45" y="26"/>
                      <a:pt x="45" y="26"/>
                      <a:pt x="45" y="26"/>
                    </a:cubicBezTo>
                    <a:cubicBezTo>
                      <a:pt x="47" y="28"/>
                      <a:pt x="47" y="30"/>
                      <a:pt x="45" y="31"/>
                    </a:cubicBezTo>
                    <a:cubicBezTo>
                      <a:pt x="44" y="33"/>
                      <a:pt x="42" y="33"/>
                      <a:pt x="40" y="31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2" y="45"/>
                      <a:pt x="30" y="47"/>
                      <a:pt x="28" y="47"/>
                    </a:cubicBezTo>
                    <a:cubicBezTo>
                      <a:pt x="26" y="47"/>
                      <a:pt x="25" y="45"/>
                      <a:pt x="25" y="4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5" y="33"/>
                      <a:pt x="13" y="33"/>
                      <a:pt x="12" y="31"/>
                    </a:cubicBezTo>
                    <a:cubicBezTo>
                      <a:pt x="11" y="31"/>
                      <a:pt x="11" y="30"/>
                      <a:pt x="11" y="29"/>
                    </a:cubicBezTo>
                    <a:cubicBezTo>
                      <a:pt x="11" y="28"/>
                      <a:pt x="11" y="27"/>
                      <a:pt x="12" y="2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7" y="11"/>
                      <a:pt x="30" y="11"/>
                      <a:pt x="3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2" name="iṥḻï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EEE7F6A-D7C6-4736-A920-605210041374}"/>
                  </a:ext>
                </a:extLst>
              </p:cNvPr>
              <p:cNvSpPr/>
              <p:nvPr/>
            </p:nvSpPr>
            <p:spPr bwMode="auto">
              <a:xfrm>
                <a:off x="6958652" y="3260536"/>
                <a:ext cx="287728" cy="160501"/>
              </a:xfrm>
              <a:custGeom>
                <a:avLst/>
                <a:gdLst>
                  <a:gd name="T0" fmla="*/ 83 w 90"/>
                  <a:gd name="T1" fmla="*/ 46 h 50"/>
                  <a:gd name="T2" fmla="*/ 85 w 90"/>
                  <a:gd name="T3" fmla="*/ 36 h 50"/>
                  <a:gd name="T4" fmla="*/ 87 w 90"/>
                  <a:gd name="T5" fmla="*/ 27 h 50"/>
                  <a:gd name="T6" fmla="*/ 89 w 90"/>
                  <a:gd name="T7" fmla="*/ 16 h 50"/>
                  <a:gd name="T8" fmla="*/ 86 w 90"/>
                  <a:gd name="T9" fmla="*/ 10 h 50"/>
                  <a:gd name="T10" fmla="*/ 64 w 90"/>
                  <a:gd name="T11" fmla="*/ 1 h 50"/>
                  <a:gd name="T12" fmla="*/ 57 w 90"/>
                  <a:gd name="T13" fmla="*/ 3 h 50"/>
                  <a:gd name="T14" fmla="*/ 52 w 90"/>
                  <a:gd name="T15" fmla="*/ 13 h 50"/>
                  <a:gd name="T16" fmla="*/ 51 w 90"/>
                  <a:gd name="T17" fmla="*/ 14 h 50"/>
                  <a:gd name="T18" fmla="*/ 15 w 90"/>
                  <a:gd name="T19" fmla="*/ 6 h 50"/>
                  <a:gd name="T20" fmla="*/ 0 w 90"/>
                  <a:gd name="T21" fmla="*/ 13 h 50"/>
                  <a:gd name="T22" fmla="*/ 8 w 90"/>
                  <a:gd name="T23" fmla="*/ 25 h 50"/>
                  <a:gd name="T24" fmla="*/ 12 w 90"/>
                  <a:gd name="T25" fmla="*/ 22 h 50"/>
                  <a:gd name="T26" fmla="*/ 17 w 90"/>
                  <a:gd name="T27" fmla="*/ 30 h 50"/>
                  <a:gd name="T28" fmla="*/ 25 w 90"/>
                  <a:gd name="T29" fmla="*/ 25 h 50"/>
                  <a:gd name="T30" fmla="*/ 30 w 90"/>
                  <a:gd name="T31" fmla="*/ 33 h 50"/>
                  <a:gd name="T32" fmla="*/ 38 w 90"/>
                  <a:gd name="T33" fmla="*/ 28 h 50"/>
                  <a:gd name="T34" fmla="*/ 43 w 90"/>
                  <a:gd name="T35" fmla="*/ 35 h 50"/>
                  <a:gd name="T36" fmla="*/ 47 w 90"/>
                  <a:gd name="T37" fmla="*/ 33 h 50"/>
                  <a:gd name="T38" fmla="*/ 47 w 90"/>
                  <a:gd name="T39" fmla="*/ 34 h 50"/>
                  <a:gd name="T40" fmla="*/ 48 w 90"/>
                  <a:gd name="T41" fmla="*/ 45 h 50"/>
                  <a:gd name="T42" fmla="*/ 54 w 90"/>
                  <a:gd name="T43" fmla="*/ 50 h 50"/>
                  <a:gd name="T44" fmla="*/ 78 w 90"/>
                  <a:gd name="T45" fmla="*/ 50 h 50"/>
                  <a:gd name="T46" fmla="*/ 83 w 90"/>
                  <a:gd name="T47" fmla="*/ 46 h 50"/>
                  <a:gd name="T48" fmla="*/ 17 w 90"/>
                  <a:gd name="T49" fmla="*/ 15 h 50"/>
                  <a:gd name="T50" fmla="*/ 18 w 90"/>
                  <a:gd name="T51" fmla="*/ 11 h 50"/>
                  <a:gd name="T52" fmla="*/ 49 w 90"/>
                  <a:gd name="T53" fmla="*/ 17 h 50"/>
                  <a:gd name="T54" fmla="*/ 48 w 90"/>
                  <a:gd name="T55" fmla="*/ 22 h 50"/>
                  <a:gd name="T56" fmla="*/ 17 w 90"/>
                  <a:gd name="T57" fmla="*/ 15 h 50"/>
                  <a:gd name="T58" fmla="*/ 73 w 90"/>
                  <a:gd name="T59" fmla="*/ 45 h 50"/>
                  <a:gd name="T60" fmla="*/ 69 w 90"/>
                  <a:gd name="T61" fmla="*/ 44 h 50"/>
                  <a:gd name="T62" fmla="*/ 67 w 90"/>
                  <a:gd name="T63" fmla="*/ 41 h 50"/>
                  <a:gd name="T64" fmla="*/ 73 w 90"/>
                  <a:gd name="T65" fmla="*/ 14 h 50"/>
                  <a:gd name="T66" fmla="*/ 75 w 90"/>
                  <a:gd name="T67" fmla="*/ 12 h 50"/>
                  <a:gd name="T68" fmla="*/ 80 w 90"/>
                  <a:gd name="T69" fmla="*/ 13 h 50"/>
                  <a:gd name="T70" fmla="*/ 82 w 90"/>
                  <a:gd name="T71" fmla="*/ 16 h 50"/>
                  <a:gd name="T72" fmla="*/ 76 w 90"/>
                  <a:gd name="T73" fmla="*/ 43 h 50"/>
                  <a:gd name="T74" fmla="*/ 73 w 90"/>
                  <a:gd name="T75" fmla="*/ 4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90" h="50">
                    <a:moveTo>
                      <a:pt x="83" y="46"/>
                    </a:moveTo>
                    <a:cubicBezTo>
                      <a:pt x="85" y="36"/>
                      <a:pt x="85" y="36"/>
                      <a:pt x="85" y="36"/>
                    </a:cubicBezTo>
                    <a:cubicBezTo>
                      <a:pt x="86" y="33"/>
                      <a:pt x="87" y="29"/>
                      <a:pt x="87" y="27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90" y="14"/>
                      <a:pt x="88" y="11"/>
                      <a:pt x="86" y="10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2" y="0"/>
                      <a:pt x="59" y="1"/>
                      <a:pt x="57" y="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1" y="13"/>
                      <a:pt x="51" y="13"/>
                      <a:pt x="51" y="14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47" y="33"/>
                      <a:pt x="47" y="34"/>
                      <a:pt x="47" y="34"/>
                    </a:cubicBezTo>
                    <a:cubicBezTo>
                      <a:pt x="48" y="45"/>
                      <a:pt x="48" y="45"/>
                      <a:pt x="48" y="45"/>
                    </a:cubicBezTo>
                    <a:cubicBezTo>
                      <a:pt x="49" y="48"/>
                      <a:pt x="51" y="50"/>
                      <a:pt x="54" y="50"/>
                    </a:cubicBezTo>
                    <a:cubicBezTo>
                      <a:pt x="78" y="50"/>
                      <a:pt x="78" y="50"/>
                      <a:pt x="78" y="50"/>
                    </a:cubicBezTo>
                    <a:cubicBezTo>
                      <a:pt x="80" y="50"/>
                      <a:pt x="83" y="48"/>
                      <a:pt x="83" y="46"/>
                    </a:cubicBezTo>
                    <a:close/>
                    <a:moveTo>
                      <a:pt x="17" y="15"/>
                    </a:moveTo>
                    <a:cubicBezTo>
                      <a:pt x="18" y="11"/>
                      <a:pt x="18" y="11"/>
                      <a:pt x="18" y="11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48" y="22"/>
                      <a:pt x="48" y="22"/>
                      <a:pt x="48" y="22"/>
                    </a:cubicBezTo>
                    <a:lnTo>
                      <a:pt x="17" y="15"/>
                    </a:lnTo>
                    <a:close/>
                    <a:moveTo>
                      <a:pt x="73" y="45"/>
                    </a:moveTo>
                    <a:cubicBezTo>
                      <a:pt x="69" y="44"/>
                      <a:pt x="69" y="44"/>
                      <a:pt x="69" y="44"/>
                    </a:cubicBezTo>
                    <a:cubicBezTo>
                      <a:pt x="67" y="44"/>
                      <a:pt x="67" y="42"/>
                      <a:pt x="67" y="41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73" y="13"/>
                      <a:pt x="74" y="12"/>
                      <a:pt x="75" y="12"/>
                    </a:cubicBezTo>
                    <a:cubicBezTo>
                      <a:pt x="80" y="13"/>
                      <a:pt x="80" y="13"/>
                      <a:pt x="80" y="13"/>
                    </a:cubicBezTo>
                    <a:cubicBezTo>
                      <a:pt x="81" y="13"/>
                      <a:pt x="82" y="15"/>
                      <a:pt x="82" y="16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6" y="44"/>
                      <a:pt x="74" y="45"/>
                      <a:pt x="73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3" name="íṥ1i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808D38B-DD9A-42B0-81F0-740B842B1AA7}"/>
                  </a:ext>
                </a:extLst>
              </p:cNvPr>
              <p:cNvSpPr/>
              <p:nvPr/>
            </p:nvSpPr>
            <p:spPr bwMode="auto">
              <a:xfrm>
                <a:off x="7696565" y="835405"/>
                <a:ext cx="207477" cy="205519"/>
              </a:xfrm>
              <a:custGeom>
                <a:avLst/>
                <a:gdLst>
                  <a:gd name="T0" fmla="*/ 0 w 65"/>
                  <a:gd name="T1" fmla="*/ 32 h 64"/>
                  <a:gd name="T2" fmla="*/ 65 w 65"/>
                  <a:gd name="T3" fmla="*/ 32 h 64"/>
                  <a:gd name="T4" fmla="*/ 51 w 65"/>
                  <a:gd name="T5" fmla="*/ 42 h 64"/>
                  <a:gd name="T6" fmla="*/ 60 w 65"/>
                  <a:gd name="T7" fmla="*/ 34 h 64"/>
                  <a:gd name="T8" fmla="*/ 51 w 65"/>
                  <a:gd name="T9" fmla="*/ 42 h 64"/>
                  <a:gd name="T10" fmla="*/ 13 w 65"/>
                  <a:gd name="T11" fmla="*/ 30 h 64"/>
                  <a:gd name="T12" fmla="*/ 7 w 65"/>
                  <a:gd name="T13" fmla="*/ 21 h 64"/>
                  <a:gd name="T14" fmla="*/ 46 w 65"/>
                  <a:gd name="T15" fmla="*/ 21 h 64"/>
                  <a:gd name="T16" fmla="*/ 35 w 65"/>
                  <a:gd name="T17" fmla="*/ 30 h 64"/>
                  <a:gd name="T18" fmla="*/ 46 w 65"/>
                  <a:gd name="T19" fmla="*/ 21 h 64"/>
                  <a:gd name="T20" fmla="*/ 35 w 65"/>
                  <a:gd name="T21" fmla="*/ 4 h 64"/>
                  <a:gd name="T22" fmla="*/ 42 w 65"/>
                  <a:gd name="T23" fmla="*/ 11 h 64"/>
                  <a:gd name="T24" fmla="*/ 35 w 65"/>
                  <a:gd name="T25" fmla="*/ 17 h 64"/>
                  <a:gd name="T26" fmla="*/ 27 w 65"/>
                  <a:gd name="T27" fmla="*/ 6 h 64"/>
                  <a:gd name="T28" fmla="*/ 30 w 65"/>
                  <a:gd name="T29" fmla="*/ 17 h 64"/>
                  <a:gd name="T30" fmla="*/ 23 w 65"/>
                  <a:gd name="T31" fmla="*/ 11 h 64"/>
                  <a:gd name="T32" fmla="*/ 30 w 65"/>
                  <a:gd name="T33" fmla="*/ 30 h 64"/>
                  <a:gd name="T34" fmla="*/ 19 w 65"/>
                  <a:gd name="T35" fmla="*/ 21 h 64"/>
                  <a:gd name="T36" fmla="*/ 7 w 65"/>
                  <a:gd name="T37" fmla="*/ 42 h 64"/>
                  <a:gd name="T38" fmla="*/ 13 w 65"/>
                  <a:gd name="T39" fmla="*/ 34 h 64"/>
                  <a:gd name="T40" fmla="*/ 7 w 65"/>
                  <a:gd name="T41" fmla="*/ 42 h 64"/>
                  <a:gd name="T42" fmla="*/ 30 w 65"/>
                  <a:gd name="T43" fmla="*/ 34 h 64"/>
                  <a:gd name="T44" fmla="*/ 19 w 65"/>
                  <a:gd name="T45" fmla="*/ 42 h 64"/>
                  <a:gd name="T46" fmla="*/ 30 w 65"/>
                  <a:gd name="T47" fmla="*/ 47 h 64"/>
                  <a:gd name="T48" fmla="*/ 27 w 65"/>
                  <a:gd name="T49" fmla="*/ 58 h 64"/>
                  <a:gd name="T50" fmla="*/ 20 w 65"/>
                  <a:gd name="T51" fmla="*/ 47 h 64"/>
                  <a:gd name="T52" fmla="*/ 42 w 65"/>
                  <a:gd name="T53" fmla="*/ 52 h 64"/>
                  <a:gd name="T54" fmla="*/ 35 w 65"/>
                  <a:gd name="T55" fmla="*/ 59 h 64"/>
                  <a:gd name="T56" fmla="*/ 45 w 65"/>
                  <a:gd name="T57" fmla="*/ 47 h 64"/>
                  <a:gd name="T58" fmla="*/ 35 w 65"/>
                  <a:gd name="T59" fmla="*/ 42 h 64"/>
                  <a:gd name="T60" fmla="*/ 47 w 65"/>
                  <a:gd name="T61" fmla="*/ 34 h 64"/>
                  <a:gd name="T62" fmla="*/ 35 w 65"/>
                  <a:gd name="T63" fmla="*/ 42 h 64"/>
                  <a:gd name="T64" fmla="*/ 51 w 65"/>
                  <a:gd name="T65" fmla="*/ 21 h 64"/>
                  <a:gd name="T66" fmla="*/ 60 w 65"/>
                  <a:gd name="T67" fmla="*/ 30 h 64"/>
                  <a:gd name="T68" fmla="*/ 56 w 65"/>
                  <a:gd name="T69" fmla="*/ 17 h 64"/>
                  <a:gd name="T70" fmla="*/ 44 w 65"/>
                  <a:gd name="T71" fmla="*/ 7 h 64"/>
                  <a:gd name="T72" fmla="*/ 56 w 65"/>
                  <a:gd name="T73" fmla="*/ 17 h 64"/>
                  <a:gd name="T74" fmla="*/ 20 w 65"/>
                  <a:gd name="T75" fmla="*/ 7 h 64"/>
                  <a:gd name="T76" fmla="*/ 9 w 65"/>
                  <a:gd name="T77" fmla="*/ 17 h 64"/>
                  <a:gd name="T78" fmla="*/ 9 w 65"/>
                  <a:gd name="T79" fmla="*/ 47 h 64"/>
                  <a:gd name="T80" fmla="*/ 20 w 65"/>
                  <a:gd name="T81" fmla="*/ 57 h 64"/>
                  <a:gd name="T82" fmla="*/ 9 w 65"/>
                  <a:gd name="T83" fmla="*/ 47 h 64"/>
                  <a:gd name="T84" fmla="*/ 44 w 65"/>
                  <a:gd name="T85" fmla="*/ 57 h 64"/>
                  <a:gd name="T86" fmla="*/ 56 w 65"/>
                  <a:gd name="T87" fmla="*/ 4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" h="64">
                    <a:moveTo>
                      <a:pt x="32" y="0"/>
                    </a:moveTo>
                    <a:cubicBezTo>
                      <a:pt x="15" y="0"/>
                      <a:pt x="0" y="14"/>
                      <a:pt x="0" y="32"/>
                    </a:cubicBezTo>
                    <a:cubicBezTo>
                      <a:pt x="0" y="49"/>
                      <a:pt x="15" y="64"/>
                      <a:pt x="32" y="64"/>
                    </a:cubicBezTo>
                    <a:cubicBezTo>
                      <a:pt x="50" y="64"/>
                      <a:pt x="65" y="49"/>
                      <a:pt x="65" y="32"/>
                    </a:cubicBezTo>
                    <a:cubicBezTo>
                      <a:pt x="65" y="14"/>
                      <a:pt x="50" y="0"/>
                      <a:pt x="32" y="0"/>
                    </a:cubicBezTo>
                    <a:close/>
                    <a:moveTo>
                      <a:pt x="51" y="42"/>
                    </a:moveTo>
                    <a:cubicBezTo>
                      <a:pt x="51" y="40"/>
                      <a:pt x="52" y="37"/>
                      <a:pt x="52" y="34"/>
                    </a:cubicBezTo>
                    <a:cubicBezTo>
                      <a:pt x="60" y="34"/>
                      <a:pt x="60" y="34"/>
                      <a:pt x="60" y="34"/>
                    </a:cubicBezTo>
                    <a:cubicBezTo>
                      <a:pt x="60" y="37"/>
                      <a:pt x="59" y="40"/>
                      <a:pt x="58" y="42"/>
                    </a:cubicBezTo>
                    <a:lnTo>
                      <a:pt x="51" y="42"/>
                    </a:lnTo>
                    <a:close/>
                    <a:moveTo>
                      <a:pt x="14" y="21"/>
                    </a:moveTo>
                    <a:cubicBezTo>
                      <a:pt x="14" y="24"/>
                      <a:pt x="13" y="27"/>
                      <a:pt x="13" y="30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27"/>
                      <a:pt x="6" y="24"/>
                      <a:pt x="7" y="21"/>
                    </a:cubicBezTo>
                    <a:lnTo>
                      <a:pt x="14" y="21"/>
                    </a:lnTo>
                    <a:close/>
                    <a:moveTo>
                      <a:pt x="46" y="21"/>
                    </a:moveTo>
                    <a:cubicBezTo>
                      <a:pt x="47" y="24"/>
                      <a:pt x="47" y="27"/>
                      <a:pt x="47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21"/>
                      <a:pt x="35" y="21"/>
                      <a:pt x="35" y="21"/>
                    </a:cubicBezTo>
                    <a:lnTo>
                      <a:pt x="46" y="21"/>
                    </a:lnTo>
                    <a:close/>
                    <a:moveTo>
                      <a:pt x="35" y="17"/>
                    </a:moveTo>
                    <a:cubicBezTo>
                      <a:pt x="35" y="4"/>
                      <a:pt x="35" y="4"/>
                      <a:pt x="35" y="4"/>
                    </a:cubicBezTo>
                    <a:cubicBezTo>
                      <a:pt x="36" y="5"/>
                      <a:pt x="37" y="5"/>
                      <a:pt x="38" y="6"/>
                    </a:cubicBezTo>
                    <a:cubicBezTo>
                      <a:pt x="39" y="7"/>
                      <a:pt x="41" y="9"/>
                      <a:pt x="42" y="11"/>
                    </a:cubicBezTo>
                    <a:cubicBezTo>
                      <a:pt x="43" y="13"/>
                      <a:pt x="44" y="15"/>
                      <a:pt x="45" y="17"/>
                    </a:cubicBezTo>
                    <a:cubicBezTo>
                      <a:pt x="35" y="17"/>
                      <a:pt x="35" y="17"/>
                      <a:pt x="35" y="17"/>
                    </a:cubicBezTo>
                    <a:close/>
                    <a:moveTo>
                      <a:pt x="23" y="11"/>
                    </a:moveTo>
                    <a:cubicBezTo>
                      <a:pt x="24" y="9"/>
                      <a:pt x="26" y="7"/>
                      <a:pt x="27" y="6"/>
                    </a:cubicBezTo>
                    <a:cubicBezTo>
                      <a:pt x="28" y="5"/>
                      <a:pt x="29" y="5"/>
                      <a:pt x="30" y="4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21" y="15"/>
                      <a:pt x="22" y="13"/>
                      <a:pt x="23" y="11"/>
                    </a:cubicBezTo>
                    <a:close/>
                    <a:moveTo>
                      <a:pt x="30" y="21"/>
                    </a:moveTo>
                    <a:cubicBezTo>
                      <a:pt x="30" y="30"/>
                      <a:pt x="30" y="30"/>
                      <a:pt x="30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27"/>
                      <a:pt x="18" y="24"/>
                      <a:pt x="19" y="21"/>
                    </a:cubicBezTo>
                    <a:lnTo>
                      <a:pt x="30" y="21"/>
                    </a:lnTo>
                    <a:close/>
                    <a:moveTo>
                      <a:pt x="7" y="42"/>
                    </a:moveTo>
                    <a:cubicBezTo>
                      <a:pt x="6" y="40"/>
                      <a:pt x="5" y="37"/>
                      <a:pt x="5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3" y="37"/>
                      <a:pt x="14" y="40"/>
                      <a:pt x="14" y="42"/>
                    </a:cubicBezTo>
                    <a:lnTo>
                      <a:pt x="7" y="42"/>
                    </a:lnTo>
                    <a:close/>
                    <a:moveTo>
                      <a:pt x="18" y="34"/>
                    </a:move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18" y="40"/>
                      <a:pt x="18" y="37"/>
                      <a:pt x="18" y="34"/>
                    </a:cubicBezTo>
                    <a:close/>
                    <a:moveTo>
                      <a:pt x="30" y="47"/>
                    </a:moveTo>
                    <a:cubicBezTo>
                      <a:pt x="30" y="59"/>
                      <a:pt x="30" y="59"/>
                      <a:pt x="30" y="59"/>
                    </a:cubicBezTo>
                    <a:cubicBezTo>
                      <a:pt x="29" y="59"/>
                      <a:pt x="28" y="58"/>
                      <a:pt x="27" y="58"/>
                    </a:cubicBezTo>
                    <a:cubicBezTo>
                      <a:pt x="26" y="57"/>
                      <a:pt x="24" y="55"/>
                      <a:pt x="23" y="52"/>
                    </a:cubicBezTo>
                    <a:cubicBezTo>
                      <a:pt x="22" y="51"/>
                      <a:pt x="21" y="49"/>
                      <a:pt x="20" y="47"/>
                    </a:cubicBezTo>
                    <a:cubicBezTo>
                      <a:pt x="30" y="47"/>
                      <a:pt x="30" y="47"/>
                      <a:pt x="30" y="47"/>
                    </a:cubicBezTo>
                    <a:close/>
                    <a:moveTo>
                      <a:pt x="42" y="52"/>
                    </a:moveTo>
                    <a:cubicBezTo>
                      <a:pt x="41" y="55"/>
                      <a:pt x="39" y="57"/>
                      <a:pt x="38" y="58"/>
                    </a:cubicBezTo>
                    <a:cubicBezTo>
                      <a:pt x="37" y="58"/>
                      <a:pt x="36" y="59"/>
                      <a:pt x="35" y="59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4" y="49"/>
                      <a:pt x="43" y="51"/>
                      <a:pt x="42" y="52"/>
                    </a:cubicBezTo>
                    <a:close/>
                    <a:moveTo>
                      <a:pt x="35" y="42"/>
                    </a:moveTo>
                    <a:cubicBezTo>
                      <a:pt x="35" y="34"/>
                      <a:pt x="35" y="34"/>
                      <a:pt x="35" y="34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7"/>
                      <a:pt x="47" y="40"/>
                      <a:pt x="46" y="42"/>
                    </a:cubicBezTo>
                    <a:lnTo>
                      <a:pt x="35" y="42"/>
                    </a:lnTo>
                    <a:close/>
                    <a:moveTo>
                      <a:pt x="52" y="30"/>
                    </a:moveTo>
                    <a:cubicBezTo>
                      <a:pt x="52" y="27"/>
                      <a:pt x="51" y="24"/>
                      <a:pt x="51" y="21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9" y="24"/>
                      <a:pt x="60" y="27"/>
                      <a:pt x="60" y="30"/>
                    </a:cubicBezTo>
                    <a:lnTo>
                      <a:pt x="52" y="30"/>
                    </a:lnTo>
                    <a:close/>
                    <a:moveTo>
                      <a:pt x="56" y="17"/>
                    </a:moveTo>
                    <a:cubicBezTo>
                      <a:pt x="50" y="17"/>
                      <a:pt x="50" y="17"/>
                      <a:pt x="50" y="17"/>
                    </a:cubicBezTo>
                    <a:cubicBezTo>
                      <a:pt x="48" y="13"/>
                      <a:pt x="47" y="9"/>
                      <a:pt x="44" y="7"/>
                    </a:cubicBezTo>
                    <a:cubicBezTo>
                      <a:pt x="47" y="8"/>
                      <a:pt x="50" y="10"/>
                      <a:pt x="52" y="12"/>
                    </a:cubicBezTo>
                    <a:cubicBezTo>
                      <a:pt x="54" y="14"/>
                      <a:pt x="55" y="15"/>
                      <a:pt x="56" y="17"/>
                    </a:cubicBezTo>
                    <a:close/>
                    <a:moveTo>
                      <a:pt x="13" y="12"/>
                    </a:moveTo>
                    <a:cubicBezTo>
                      <a:pt x="15" y="10"/>
                      <a:pt x="18" y="8"/>
                      <a:pt x="20" y="7"/>
                    </a:cubicBezTo>
                    <a:cubicBezTo>
                      <a:pt x="18" y="9"/>
                      <a:pt x="17" y="13"/>
                      <a:pt x="15" y="17"/>
                    </a:cubicBezTo>
                    <a:cubicBezTo>
                      <a:pt x="9" y="17"/>
                      <a:pt x="9" y="17"/>
                      <a:pt x="9" y="17"/>
                    </a:cubicBezTo>
                    <a:cubicBezTo>
                      <a:pt x="10" y="15"/>
                      <a:pt x="11" y="14"/>
                      <a:pt x="13" y="12"/>
                    </a:cubicBezTo>
                    <a:close/>
                    <a:moveTo>
                      <a:pt x="9" y="47"/>
                    </a:moveTo>
                    <a:cubicBezTo>
                      <a:pt x="15" y="47"/>
                      <a:pt x="15" y="47"/>
                      <a:pt x="15" y="47"/>
                    </a:cubicBezTo>
                    <a:cubicBezTo>
                      <a:pt x="17" y="51"/>
                      <a:pt x="18" y="54"/>
                      <a:pt x="20" y="57"/>
                    </a:cubicBezTo>
                    <a:cubicBezTo>
                      <a:pt x="18" y="55"/>
                      <a:pt x="15" y="54"/>
                      <a:pt x="13" y="51"/>
                    </a:cubicBezTo>
                    <a:cubicBezTo>
                      <a:pt x="11" y="50"/>
                      <a:pt x="10" y="48"/>
                      <a:pt x="9" y="47"/>
                    </a:cubicBezTo>
                    <a:close/>
                    <a:moveTo>
                      <a:pt x="52" y="51"/>
                    </a:moveTo>
                    <a:cubicBezTo>
                      <a:pt x="50" y="54"/>
                      <a:pt x="47" y="55"/>
                      <a:pt x="44" y="57"/>
                    </a:cubicBezTo>
                    <a:cubicBezTo>
                      <a:pt x="47" y="54"/>
                      <a:pt x="48" y="51"/>
                      <a:pt x="50" y="47"/>
                    </a:cubicBezTo>
                    <a:cubicBezTo>
                      <a:pt x="56" y="47"/>
                      <a:pt x="56" y="47"/>
                      <a:pt x="56" y="47"/>
                    </a:cubicBezTo>
                    <a:cubicBezTo>
                      <a:pt x="55" y="48"/>
                      <a:pt x="54" y="50"/>
                      <a:pt x="52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4" name="îṥľï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B4E0185-B5C4-425D-8F38-5188EC4BEA33}"/>
                  </a:ext>
                </a:extLst>
              </p:cNvPr>
              <p:cNvSpPr/>
              <p:nvPr/>
            </p:nvSpPr>
            <p:spPr bwMode="auto">
              <a:xfrm>
                <a:off x="8217214" y="5047577"/>
                <a:ext cx="191818" cy="195733"/>
              </a:xfrm>
              <a:custGeom>
                <a:avLst/>
                <a:gdLst>
                  <a:gd name="T0" fmla="*/ 30 w 60"/>
                  <a:gd name="T1" fmla="*/ 0 h 61"/>
                  <a:gd name="T2" fmla="*/ 0 w 60"/>
                  <a:gd name="T3" fmla="*/ 31 h 61"/>
                  <a:gd name="T4" fmla="*/ 30 w 60"/>
                  <a:gd name="T5" fmla="*/ 61 h 61"/>
                  <a:gd name="T6" fmla="*/ 60 w 60"/>
                  <a:gd name="T7" fmla="*/ 31 h 61"/>
                  <a:gd name="T8" fmla="*/ 30 w 60"/>
                  <a:gd name="T9" fmla="*/ 0 h 61"/>
                  <a:gd name="T10" fmla="*/ 30 w 60"/>
                  <a:gd name="T11" fmla="*/ 55 h 61"/>
                  <a:gd name="T12" fmla="*/ 5 w 60"/>
                  <a:gd name="T13" fmla="*/ 31 h 61"/>
                  <a:gd name="T14" fmla="*/ 30 w 60"/>
                  <a:gd name="T15" fmla="*/ 6 h 61"/>
                  <a:gd name="T16" fmla="*/ 55 w 60"/>
                  <a:gd name="T17" fmla="*/ 31 h 61"/>
                  <a:gd name="T18" fmla="*/ 30 w 60"/>
                  <a:gd name="T19" fmla="*/ 55 h 61"/>
                  <a:gd name="T20" fmla="*/ 26 w 60"/>
                  <a:gd name="T21" fmla="*/ 15 h 61"/>
                  <a:gd name="T22" fmla="*/ 34 w 60"/>
                  <a:gd name="T23" fmla="*/ 15 h 61"/>
                  <a:gd name="T24" fmla="*/ 34 w 60"/>
                  <a:gd name="T25" fmla="*/ 23 h 61"/>
                  <a:gd name="T26" fmla="*/ 26 w 60"/>
                  <a:gd name="T27" fmla="*/ 23 h 61"/>
                  <a:gd name="T28" fmla="*/ 26 w 60"/>
                  <a:gd name="T29" fmla="*/ 15 h 61"/>
                  <a:gd name="T30" fmla="*/ 38 w 60"/>
                  <a:gd name="T31" fmla="*/ 46 h 61"/>
                  <a:gd name="T32" fmla="*/ 22 w 60"/>
                  <a:gd name="T33" fmla="*/ 46 h 61"/>
                  <a:gd name="T34" fmla="*/ 22 w 60"/>
                  <a:gd name="T35" fmla="*/ 42 h 61"/>
                  <a:gd name="T36" fmla="*/ 26 w 60"/>
                  <a:gd name="T37" fmla="*/ 42 h 61"/>
                  <a:gd name="T38" fmla="*/ 26 w 60"/>
                  <a:gd name="T39" fmla="*/ 31 h 61"/>
                  <a:gd name="T40" fmla="*/ 22 w 60"/>
                  <a:gd name="T41" fmla="*/ 31 h 61"/>
                  <a:gd name="T42" fmla="*/ 22 w 60"/>
                  <a:gd name="T43" fmla="*/ 27 h 61"/>
                  <a:gd name="T44" fmla="*/ 34 w 60"/>
                  <a:gd name="T45" fmla="*/ 27 h 61"/>
                  <a:gd name="T46" fmla="*/ 34 w 60"/>
                  <a:gd name="T47" fmla="*/ 42 h 61"/>
                  <a:gd name="T48" fmla="*/ 38 w 60"/>
                  <a:gd name="T49" fmla="*/ 42 h 61"/>
                  <a:gd name="T50" fmla="*/ 38 w 60"/>
                  <a:gd name="T51" fmla="*/ 4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0" h="61">
                    <a:moveTo>
                      <a:pt x="30" y="0"/>
                    </a:moveTo>
                    <a:cubicBezTo>
                      <a:pt x="13" y="0"/>
                      <a:pt x="0" y="14"/>
                      <a:pt x="0" y="31"/>
                    </a:cubicBezTo>
                    <a:cubicBezTo>
                      <a:pt x="0" y="47"/>
                      <a:pt x="13" y="61"/>
                      <a:pt x="30" y="61"/>
                    </a:cubicBezTo>
                    <a:cubicBezTo>
                      <a:pt x="47" y="61"/>
                      <a:pt x="60" y="47"/>
                      <a:pt x="60" y="31"/>
                    </a:cubicBezTo>
                    <a:cubicBezTo>
                      <a:pt x="60" y="14"/>
                      <a:pt x="47" y="0"/>
                      <a:pt x="30" y="0"/>
                    </a:cubicBezTo>
                    <a:close/>
                    <a:moveTo>
                      <a:pt x="30" y="55"/>
                    </a:moveTo>
                    <a:cubicBezTo>
                      <a:pt x="16" y="55"/>
                      <a:pt x="5" y="44"/>
                      <a:pt x="5" y="31"/>
                    </a:cubicBezTo>
                    <a:cubicBezTo>
                      <a:pt x="5" y="17"/>
                      <a:pt x="16" y="6"/>
                      <a:pt x="30" y="6"/>
                    </a:cubicBezTo>
                    <a:cubicBezTo>
                      <a:pt x="44" y="6"/>
                      <a:pt x="55" y="17"/>
                      <a:pt x="55" y="31"/>
                    </a:cubicBezTo>
                    <a:cubicBezTo>
                      <a:pt x="55" y="44"/>
                      <a:pt x="44" y="55"/>
                      <a:pt x="30" y="55"/>
                    </a:cubicBezTo>
                    <a:close/>
                    <a:moveTo>
                      <a:pt x="26" y="15"/>
                    </a:moveTo>
                    <a:cubicBezTo>
                      <a:pt x="34" y="15"/>
                      <a:pt x="34" y="15"/>
                      <a:pt x="34" y="15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26" y="23"/>
                      <a:pt x="26" y="23"/>
                      <a:pt x="26" y="23"/>
                    </a:cubicBezTo>
                    <a:lnTo>
                      <a:pt x="26" y="15"/>
                    </a:lnTo>
                    <a:close/>
                    <a:moveTo>
                      <a:pt x="38" y="46"/>
                    </a:moveTo>
                    <a:cubicBezTo>
                      <a:pt x="22" y="46"/>
                      <a:pt x="22" y="46"/>
                      <a:pt x="22" y="46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22" y="31"/>
                      <a:pt x="22" y="31"/>
                      <a:pt x="22" y="31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8" y="42"/>
                      <a:pt x="38" y="42"/>
                      <a:pt x="38" y="42"/>
                    </a:cubicBezTo>
                    <a:lnTo>
                      <a:pt x="38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5" name="ïṡḷî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63B7416-9D6F-4B73-BC1C-4B0AF6E3AB6B}"/>
                  </a:ext>
                </a:extLst>
              </p:cNvPr>
              <p:cNvSpPr/>
              <p:nvPr/>
            </p:nvSpPr>
            <p:spPr bwMode="auto">
              <a:xfrm>
                <a:off x="7085879" y="5474274"/>
                <a:ext cx="221179" cy="219221"/>
              </a:xfrm>
              <a:custGeom>
                <a:avLst/>
                <a:gdLst>
                  <a:gd name="T0" fmla="*/ 35 w 69"/>
                  <a:gd name="T1" fmla="*/ 0 h 69"/>
                  <a:gd name="T2" fmla="*/ 0 w 69"/>
                  <a:gd name="T3" fmla="*/ 35 h 69"/>
                  <a:gd name="T4" fmla="*/ 35 w 69"/>
                  <a:gd name="T5" fmla="*/ 69 h 69"/>
                  <a:gd name="T6" fmla="*/ 69 w 69"/>
                  <a:gd name="T7" fmla="*/ 35 h 69"/>
                  <a:gd name="T8" fmla="*/ 35 w 69"/>
                  <a:gd name="T9" fmla="*/ 0 h 69"/>
                  <a:gd name="T10" fmla="*/ 55 w 69"/>
                  <a:gd name="T11" fmla="*/ 30 h 69"/>
                  <a:gd name="T12" fmla="*/ 36 w 69"/>
                  <a:gd name="T13" fmla="*/ 56 h 69"/>
                  <a:gd name="T14" fmla="*/ 28 w 69"/>
                  <a:gd name="T15" fmla="*/ 52 h 69"/>
                  <a:gd name="T16" fmla="*/ 21 w 69"/>
                  <a:gd name="T17" fmla="*/ 32 h 69"/>
                  <a:gd name="T18" fmla="*/ 16 w 69"/>
                  <a:gd name="T19" fmla="*/ 33 h 69"/>
                  <a:gd name="T20" fmla="*/ 14 w 69"/>
                  <a:gd name="T21" fmla="*/ 31 h 69"/>
                  <a:gd name="T22" fmla="*/ 27 w 69"/>
                  <a:gd name="T23" fmla="*/ 22 h 69"/>
                  <a:gd name="T24" fmla="*/ 34 w 69"/>
                  <a:gd name="T25" fmla="*/ 36 h 69"/>
                  <a:gd name="T26" fmla="*/ 37 w 69"/>
                  <a:gd name="T27" fmla="*/ 44 h 69"/>
                  <a:gd name="T28" fmla="*/ 43 w 69"/>
                  <a:gd name="T29" fmla="*/ 36 h 69"/>
                  <a:gd name="T30" fmla="*/ 38 w 69"/>
                  <a:gd name="T31" fmla="*/ 31 h 69"/>
                  <a:gd name="T32" fmla="*/ 55 w 69"/>
                  <a:gd name="T33" fmla="*/ 3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9" h="69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4"/>
                      <a:pt x="16" y="69"/>
                      <a:pt x="35" y="69"/>
                    </a:cubicBezTo>
                    <a:cubicBezTo>
                      <a:pt x="54" y="69"/>
                      <a:pt x="69" y="54"/>
                      <a:pt x="69" y="35"/>
                    </a:cubicBezTo>
                    <a:cubicBezTo>
                      <a:pt x="69" y="16"/>
                      <a:pt x="54" y="0"/>
                      <a:pt x="35" y="0"/>
                    </a:cubicBezTo>
                    <a:close/>
                    <a:moveTo>
                      <a:pt x="55" y="30"/>
                    </a:moveTo>
                    <a:cubicBezTo>
                      <a:pt x="53" y="43"/>
                      <a:pt x="40" y="54"/>
                      <a:pt x="36" y="56"/>
                    </a:cubicBezTo>
                    <a:cubicBezTo>
                      <a:pt x="32" y="58"/>
                      <a:pt x="29" y="55"/>
                      <a:pt x="28" y="52"/>
                    </a:cubicBezTo>
                    <a:cubicBezTo>
                      <a:pt x="26" y="49"/>
                      <a:pt x="22" y="33"/>
                      <a:pt x="21" y="32"/>
                    </a:cubicBezTo>
                    <a:cubicBezTo>
                      <a:pt x="19" y="30"/>
                      <a:pt x="16" y="33"/>
                      <a:pt x="16" y="33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21" y="23"/>
                      <a:pt x="27" y="22"/>
                    </a:cubicBezTo>
                    <a:cubicBezTo>
                      <a:pt x="32" y="21"/>
                      <a:pt x="32" y="30"/>
                      <a:pt x="34" y="36"/>
                    </a:cubicBezTo>
                    <a:cubicBezTo>
                      <a:pt x="35" y="41"/>
                      <a:pt x="36" y="44"/>
                      <a:pt x="37" y="44"/>
                    </a:cubicBezTo>
                    <a:cubicBezTo>
                      <a:pt x="38" y="44"/>
                      <a:pt x="40" y="41"/>
                      <a:pt x="43" y="36"/>
                    </a:cubicBezTo>
                    <a:cubicBezTo>
                      <a:pt x="45" y="32"/>
                      <a:pt x="42" y="28"/>
                      <a:pt x="38" y="31"/>
                    </a:cubicBezTo>
                    <a:cubicBezTo>
                      <a:pt x="40" y="20"/>
                      <a:pt x="57" y="17"/>
                      <a:pt x="55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6" name="îśḷi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09E36B2-CF1C-479C-8936-6436B57E3BD0}"/>
                  </a:ext>
                </a:extLst>
              </p:cNvPr>
              <p:cNvSpPr/>
              <p:nvPr/>
            </p:nvSpPr>
            <p:spPr bwMode="auto">
              <a:xfrm>
                <a:off x="10199988" y="5985138"/>
                <a:ext cx="381680" cy="338617"/>
              </a:xfrm>
              <a:custGeom>
                <a:avLst/>
                <a:gdLst>
                  <a:gd name="T0" fmla="*/ 50 w 119"/>
                  <a:gd name="T1" fmla="*/ 0 h 106"/>
                  <a:gd name="T2" fmla="*/ 50 w 119"/>
                  <a:gd name="T3" fmla="*/ 0 h 106"/>
                  <a:gd name="T4" fmla="*/ 99 w 119"/>
                  <a:gd name="T5" fmla="*/ 40 h 106"/>
                  <a:gd name="T6" fmla="*/ 50 w 119"/>
                  <a:gd name="T7" fmla="*/ 81 h 106"/>
                  <a:gd name="T8" fmla="*/ 42 w 119"/>
                  <a:gd name="T9" fmla="*/ 80 h 106"/>
                  <a:gd name="T10" fmla="*/ 7 w 119"/>
                  <a:gd name="T11" fmla="*/ 93 h 106"/>
                  <a:gd name="T12" fmla="*/ 7 w 119"/>
                  <a:gd name="T13" fmla="*/ 90 h 106"/>
                  <a:gd name="T14" fmla="*/ 19 w 119"/>
                  <a:gd name="T15" fmla="*/ 74 h 106"/>
                  <a:gd name="T16" fmla="*/ 18 w 119"/>
                  <a:gd name="T17" fmla="*/ 72 h 106"/>
                  <a:gd name="T18" fmla="*/ 0 w 119"/>
                  <a:gd name="T19" fmla="*/ 40 h 106"/>
                  <a:gd name="T20" fmla="*/ 50 w 119"/>
                  <a:gd name="T21" fmla="*/ 0 h 106"/>
                  <a:gd name="T22" fmla="*/ 103 w 119"/>
                  <a:gd name="T23" fmla="*/ 90 h 106"/>
                  <a:gd name="T24" fmla="*/ 113 w 119"/>
                  <a:gd name="T25" fmla="*/ 104 h 106"/>
                  <a:gd name="T26" fmla="*/ 113 w 119"/>
                  <a:gd name="T27" fmla="*/ 106 h 106"/>
                  <a:gd name="T28" fmla="*/ 83 w 119"/>
                  <a:gd name="T29" fmla="*/ 95 h 106"/>
                  <a:gd name="T30" fmla="*/ 76 w 119"/>
                  <a:gd name="T31" fmla="*/ 96 h 106"/>
                  <a:gd name="T32" fmla="*/ 50 w 119"/>
                  <a:gd name="T33" fmla="*/ 88 h 106"/>
                  <a:gd name="T34" fmla="*/ 90 w 119"/>
                  <a:gd name="T35" fmla="*/ 75 h 106"/>
                  <a:gd name="T36" fmla="*/ 103 w 119"/>
                  <a:gd name="T37" fmla="*/ 60 h 106"/>
                  <a:gd name="T38" fmla="*/ 107 w 119"/>
                  <a:gd name="T39" fmla="*/ 40 h 106"/>
                  <a:gd name="T40" fmla="*/ 107 w 119"/>
                  <a:gd name="T41" fmla="*/ 37 h 106"/>
                  <a:gd name="T42" fmla="*/ 119 w 119"/>
                  <a:gd name="T43" fmla="*/ 61 h 106"/>
                  <a:gd name="T44" fmla="*/ 103 w 119"/>
                  <a:gd name="T45" fmla="*/ 88 h 106"/>
                  <a:gd name="T46" fmla="*/ 103 w 119"/>
                  <a:gd name="T47" fmla="*/ 9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19" h="106">
                    <a:moveTo>
                      <a:pt x="50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77" y="0"/>
                      <a:pt x="99" y="18"/>
                      <a:pt x="99" y="40"/>
                    </a:cubicBezTo>
                    <a:cubicBezTo>
                      <a:pt x="99" y="63"/>
                      <a:pt x="77" y="81"/>
                      <a:pt x="50" y="81"/>
                    </a:cubicBezTo>
                    <a:cubicBezTo>
                      <a:pt x="47" y="81"/>
                      <a:pt x="44" y="80"/>
                      <a:pt x="42" y="80"/>
                    </a:cubicBezTo>
                    <a:cubicBezTo>
                      <a:pt x="31" y="91"/>
                      <a:pt x="19" y="93"/>
                      <a:pt x="7" y="93"/>
                    </a:cubicBezTo>
                    <a:cubicBezTo>
                      <a:pt x="7" y="90"/>
                      <a:pt x="7" y="90"/>
                      <a:pt x="7" y="90"/>
                    </a:cubicBezTo>
                    <a:cubicBezTo>
                      <a:pt x="13" y="87"/>
                      <a:pt x="19" y="81"/>
                      <a:pt x="19" y="74"/>
                    </a:cubicBezTo>
                    <a:cubicBezTo>
                      <a:pt x="19" y="73"/>
                      <a:pt x="19" y="72"/>
                      <a:pt x="18" y="72"/>
                    </a:cubicBezTo>
                    <a:cubicBezTo>
                      <a:pt x="7" y="64"/>
                      <a:pt x="0" y="53"/>
                      <a:pt x="0" y="40"/>
                    </a:cubicBezTo>
                    <a:cubicBezTo>
                      <a:pt x="0" y="18"/>
                      <a:pt x="22" y="0"/>
                      <a:pt x="50" y="0"/>
                    </a:cubicBezTo>
                    <a:close/>
                    <a:moveTo>
                      <a:pt x="103" y="90"/>
                    </a:moveTo>
                    <a:cubicBezTo>
                      <a:pt x="103" y="96"/>
                      <a:pt x="107" y="101"/>
                      <a:pt x="113" y="104"/>
                    </a:cubicBezTo>
                    <a:cubicBezTo>
                      <a:pt x="113" y="106"/>
                      <a:pt x="113" y="106"/>
                      <a:pt x="113" y="106"/>
                    </a:cubicBezTo>
                    <a:cubicBezTo>
                      <a:pt x="102" y="106"/>
                      <a:pt x="92" y="104"/>
                      <a:pt x="83" y="95"/>
                    </a:cubicBezTo>
                    <a:cubicBezTo>
                      <a:pt x="81" y="95"/>
                      <a:pt x="79" y="96"/>
                      <a:pt x="76" y="96"/>
                    </a:cubicBezTo>
                    <a:cubicBezTo>
                      <a:pt x="66" y="96"/>
                      <a:pt x="57" y="93"/>
                      <a:pt x="50" y="88"/>
                    </a:cubicBezTo>
                    <a:cubicBezTo>
                      <a:pt x="65" y="88"/>
                      <a:pt x="79" y="84"/>
                      <a:pt x="90" y="75"/>
                    </a:cubicBezTo>
                    <a:cubicBezTo>
                      <a:pt x="95" y="71"/>
                      <a:pt x="100" y="65"/>
                      <a:pt x="103" y="60"/>
                    </a:cubicBezTo>
                    <a:cubicBezTo>
                      <a:pt x="106" y="54"/>
                      <a:pt x="107" y="47"/>
                      <a:pt x="107" y="40"/>
                    </a:cubicBezTo>
                    <a:cubicBezTo>
                      <a:pt x="107" y="39"/>
                      <a:pt x="107" y="38"/>
                      <a:pt x="107" y="37"/>
                    </a:cubicBezTo>
                    <a:cubicBezTo>
                      <a:pt x="115" y="43"/>
                      <a:pt x="119" y="52"/>
                      <a:pt x="119" y="61"/>
                    </a:cubicBezTo>
                    <a:cubicBezTo>
                      <a:pt x="119" y="72"/>
                      <a:pt x="113" y="82"/>
                      <a:pt x="103" y="88"/>
                    </a:cubicBezTo>
                    <a:cubicBezTo>
                      <a:pt x="103" y="89"/>
                      <a:pt x="103" y="89"/>
                      <a:pt x="103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7" name="ïṣlí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CBC7772-3A7D-4B04-8BAC-21B7C31FC2EB}"/>
                  </a:ext>
                </a:extLst>
              </p:cNvPr>
              <p:cNvSpPr/>
              <p:nvPr/>
            </p:nvSpPr>
            <p:spPr bwMode="auto">
              <a:xfrm>
                <a:off x="9976852" y="5491891"/>
                <a:ext cx="223135" cy="225092"/>
              </a:xfrm>
              <a:custGeom>
                <a:avLst/>
                <a:gdLst>
                  <a:gd name="T0" fmla="*/ 35 w 70"/>
                  <a:gd name="T1" fmla="*/ 0 h 70"/>
                  <a:gd name="T2" fmla="*/ 0 w 70"/>
                  <a:gd name="T3" fmla="*/ 35 h 70"/>
                  <a:gd name="T4" fmla="*/ 35 w 70"/>
                  <a:gd name="T5" fmla="*/ 70 h 70"/>
                  <a:gd name="T6" fmla="*/ 70 w 70"/>
                  <a:gd name="T7" fmla="*/ 35 h 70"/>
                  <a:gd name="T8" fmla="*/ 35 w 70"/>
                  <a:gd name="T9" fmla="*/ 0 h 70"/>
                  <a:gd name="T10" fmla="*/ 29 w 70"/>
                  <a:gd name="T11" fmla="*/ 57 h 70"/>
                  <a:gd name="T12" fmla="*/ 14 w 70"/>
                  <a:gd name="T13" fmla="*/ 38 h 70"/>
                  <a:gd name="T14" fmla="*/ 21 w 70"/>
                  <a:gd name="T15" fmla="*/ 31 h 70"/>
                  <a:gd name="T16" fmla="*/ 29 w 70"/>
                  <a:gd name="T17" fmla="*/ 41 h 70"/>
                  <a:gd name="T18" fmla="*/ 54 w 70"/>
                  <a:gd name="T19" fmla="*/ 21 h 70"/>
                  <a:gd name="T20" fmla="*/ 57 w 70"/>
                  <a:gd name="T21" fmla="*/ 24 h 70"/>
                  <a:gd name="T22" fmla="*/ 29 w 70"/>
                  <a:gd name="T23" fmla="*/ 5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0" h="70">
                    <a:moveTo>
                      <a:pt x="35" y="0"/>
                    </a:moveTo>
                    <a:cubicBezTo>
                      <a:pt x="16" y="0"/>
                      <a:pt x="0" y="16"/>
                      <a:pt x="0" y="35"/>
                    </a:cubicBezTo>
                    <a:cubicBezTo>
                      <a:pt x="0" y="54"/>
                      <a:pt x="16" y="70"/>
                      <a:pt x="35" y="70"/>
                    </a:cubicBezTo>
                    <a:cubicBezTo>
                      <a:pt x="54" y="70"/>
                      <a:pt x="70" y="54"/>
                      <a:pt x="70" y="35"/>
                    </a:cubicBezTo>
                    <a:cubicBezTo>
                      <a:pt x="70" y="16"/>
                      <a:pt x="54" y="0"/>
                      <a:pt x="35" y="0"/>
                    </a:cubicBezTo>
                    <a:close/>
                    <a:moveTo>
                      <a:pt x="29" y="57"/>
                    </a:moveTo>
                    <a:cubicBezTo>
                      <a:pt x="14" y="38"/>
                      <a:pt x="14" y="38"/>
                      <a:pt x="14" y="38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29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8" name="íṣḻi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ADDCE1C-D27B-474E-A74B-1FC062839435}"/>
                  </a:ext>
                </a:extLst>
              </p:cNvPr>
              <p:cNvSpPr/>
              <p:nvPr/>
            </p:nvSpPr>
            <p:spPr bwMode="auto">
              <a:xfrm>
                <a:off x="8892492" y="5863783"/>
                <a:ext cx="275984" cy="313173"/>
              </a:xfrm>
              <a:custGeom>
                <a:avLst/>
                <a:gdLst>
                  <a:gd name="T0" fmla="*/ 55 w 86"/>
                  <a:gd name="T1" fmla="*/ 14 h 98"/>
                  <a:gd name="T2" fmla="*/ 55 w 86"/>
                  <a:gd name="T3" fmla="*/ 27 h 98"/>
                  <a:gd name="T4" fmla="*/ 65 w 86"/>
                  <a:gd name="T5" fmla="*/ 33 h 98"/>
                  <a:gd name="T6" fmla="*/ 74 w 86"/>
                  <a:gd name="T7" fmla="*/ 55 h 98"/>
                  <a:gd name="T8" fmla="*/ 65 w 86"/>
                  <a:gd name="T9" fmla="*/ 77 h 98"/>
                  <a:gd name="T10" fmla="*/ 43 w 86"/>
                  <a:gd name="T11" fmla="*/ 85 h 98"/>
                  <a:gd name="T12" fmla="*/ 22 w 86"/>
                  <a:gd name="T13" fmla="*/ 77 h 98"/>
                  <a:gd name="T14" fmla="*/ 13 w 86"/>
                  <a:gd name="T15" fmla="*/ 55 h 98"/>
                  <a:gd name="T16" fmla="*/ 22 w 86"/>
                  <a:gd name="T17" fmla="*/ 33 h 98"/>
                  <a:gd name="T18" fmla="*/ 31 w 86"/>
                  <a:gd name="T19" fmla="*/ 27 h 98"/>
                  <a:gd name="T20" fmla="*/ 31 w 86"/>
                  <a:gd name="T21" fmla="*/ 14 h 98"/>
                  <a:gd name="T22" fmla="*/ 0 w 86"/>
                  <a:gd name="T23" fmla="*/ 55 h 98"/>
                  <a:gd name="T24" fmla="*/ 43 w 86"/>
                  <a:gd name="T25" fmla="*/ 98 h 98"/>
                  <a:gd name="T26" fmla="*/ 86 w 86"/>
                  <a:gd name="T27" fmla="*/ 55 h 98"/>
                  <a:gd name="T28" fmla="*/ 55 w 86"/>
                  <a:gd name="T29" fmla="*/ 14 h 98"/>
                  <a:gd name="T30" fmla="*/ 37 w 86"/>
                  <a:gd name="T31" fmla="*/ 0 h 98"/>
                  <a:gd name="T32" fmla="*/ 49 w 86"/>
                  <a:gd name="T33" fmla="*/ 0 h 98"/>
                  <a:gd name="T34" fmla="*/ 49 w 86"/>
                  <a:gd name="T35" fmla="*/ 49 h 98"/>
                  <a:gd name="T36" fmla="*/ 37 w 86"/>
                  <a:gd name="T37" fmla="*/ 49 h 98"/>
                  <a:gd name="T38" fmla="*/ 37 w 86"/>
                  <a:gd name="T39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6" h="98">
                    <a:moveTo>
                      <a:pt x="55" y="14"/>
                    </a:moveTo>
                    <a:cubicBezTo>
                      <a:pt x="55" y="27"/>
                      <a:pt x="55" y="27"/>
                      <a:pt x="55" y="27"/>
                    </a:cubicBezTo>
                    <a:cubicBezTo>
                      <a:pt x="59" y="28"/>
                      <a:pt x="62" y="31"/>
                      <a:pt x="65" y="33"/>
                    </a:cubicBezTo>
                    <a:cubicBezTo>
                      <a:pt x="71" y="39"/>
                      <a:pt x="74" y="47"/>
                      <a:pt x="74" y="55"/>
                    </a:cubicBezTo>
                    <a:cubicBezTo>
                      <a:pt x="74" y="63"/>
                      <a:pt x="71" y="71"/>
                      <a:pt x="65" y="77"/>
                    </a:cubicBezTo>
                    <a:cubicBezTo>
                      <a:pt x="59" y="82"/>
                      <a:pt x="51" y="85"/>
                      <a:pt x="43" y="85"/>
                    </a:cubicBezTo>
                    <a:cubicBezTo>
                      <a:pt x="35" y="85"/>
                      <a:pt x="27" y="82"/>
                      <a:pt x="22" y="77"/>
                    </a:cubicBezTo>
                    <a:cubicBezTo>
                      <a:pt x="16" y="71"/>
                      <a:pt x="13" y="63"/>
                      <a:pt x="13" y="55"/>
                    </a:cubicBezTo>
                    <a:cubicBezTo>
                      <a:pt x="13" y="47"/>
                      <a:pt x="16" y="39"/>
                      <a:pt x="22" y="33"/>
                    </a:cubicBezTo>
                    <a:cubicBezTo>
                      <a:pt x="24" y="31"/>
                      <a:pt x="27" y="28"/>
                      <a:pt x="31" y="27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13" y="19"/>
                      <a:pt x="0" y="36"/>
                      <a:pt x="0" y="55"/>
                    </a:cubicBezTo>
                    <a:cubicBezTo>
                      <a:pt x="0" y="79"/>
                      <a:pt x="20" y="98"/>
                      <a:pt x="43" y="98"/>
                    </a:cubicBezTo>
                    <a:cubicBezTo>
                      <a:pt x="67" y="98"/>
                      <a:pt x="86" y="79"/>
                      <a:pt x="86" y="55"/>
                    </a:cubicBezTo>
                    <a:cubicBezTo>
                      <a:pt x="86" y="36"/>
                      <a:pt x="73" y="19"/>
                      <a:pt x="55" y="14"/>
                    </a:cubicBezTo>
                    <a:close/>
                    <a:moveTo>
                      <a:pt x="37" y="0"/>
                    </a:moveTo>
                    <a:cubicBezTo>
                      <a:pt x="49" y="0"/>
                      <a:pt x="49" y="0"/>
                      <a:pt x="49" y="0"/>
                    </a:cubicBezTo>
                    <a:cubicBezTo>
                      <a:pt x="49" y="49"/>
                      <a:pt x="49" y="49"/>
                      <a:pt x="49" y="49"/>
                    </a:cubicBezTo>
                    <a:cubicBezTo>
                      <a:pt x="37" y="49"/>
                      <a:pt x="37" y="49"/>
                      <a:pt x="37" y="49"/>
                    </a:cubicBezTo>
                    <a:lnTo>
                      <a:pt x="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" name="is1í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38988E8-8633-49D6-A439-002B424FC03D}"/>
                  </a:ext>
                </a:extLst>
              </p:cNvPr>
              <p:cNvSpPr/>
              <p:nvPr/>
            </p:nvSpPr>
            <p:spPr bwMode="auto">
              <a:xfrm>
                <a:off x="8549960" y="6186742"/>
                <a:ext cx="371892" cy="311215"/>
              </a:xfrm>
              <a:custGeom>
                <a:avLst/>
                <a:gdLst>
                  <a:gd name="T0" fmla="*/ 57 w 116"/>
                  <a:gd name="T1" fmla="*/ 1 h 97"/>
                  <a:gd name="T2" fmla="*/ 48 w 116"/>
                  <a:gd name="T3" fmla="*/ 8 h 97"/>
                  <a:gd name="T4" fmla="*/ 55 w 116"/>
                  <a:gd name="T5" fmla="*/ 18 h 97"/>
                  <a:gd name="T6" fmla="*/ 85 w 116"/>
                  <a:gd name="T7" fmla="*/ 22 h 97"/>
                  <a:gd name="T8" fmla="*/ 5 w 116"/>
                  <a:gd name="T9" fmla="*/ 81 h 97"/>
                  <a:gd name="T10" fmla="*/ 3 w 116"/>
                  <a:gd name="T11" fmla="*/ 93 h 97"/>
                  <a:gd name="T12" fmla="*/ 8 w 116"/>
                  <a:gd name="T13" fmla="*/ 96 h 97"/>
                  <a:gd name="T14" fmla="*/ 15 w 116"/>
                  <a:gd name="T15" fmla="*/ 95 h 97"/>
                  <a:gd name="T16" fmla="*/ 95 w 116"/>
                  <a:gd name="T17" fmla="*/ 36 h 97"/>
                  <a:gd name="T18" fmla="*/ 90 w 116"/>
                  <a:gd name="T19" fmla="*/ 66 h 97"/>
                  <a:gd name="T20" fmla="*/ 97 w 116"/>
                  <a:gd name="T21" fmla="*/ 76 h 97"/>
                  <a:gd name="T22" fmla="*/ 107 w 116"/>
                  <a:gd name="T23" fmla="*/ 69 h 97"/>
                  <a:gd name="T24" fmla="*/ 116 w 116"/>
                  <a:gd name="T25" fmla="*/ 10 h 97"/>
                  <a:gd name="T26" fmla="*/ 57 w 116"/>
                  <a:gd name="T27" fmla="*/ 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6" h="97">
                    <a:moveTo>
                      <a:pt x="57" y="1"/>
                    </a:moveTo>
                    <a:cubicBezTo>
                      <a:pt x="53" y="0"/>
                      <a:pt x="48" y="3"/>
                      <a:pt x="48" y="8"/>
                    </a:cubicBezTo>
                    <a:cubicBezTo>
                      <a:pt x="47" y="13"/>
                      <a:pt x="50" y="17"/>
                      <a:pt x="55" y="18"/>
                    </a:cubicBezTo>
                    <a:cubicBezTo>
                      <a:pt x="85" y="22"/>
                      <a:pt x="85" y="22"/>
                      <a:pt x="85" y="22"/>
                    </a:cubicBezTo>
                    <a:cubicBezTo>
                      <a:pt x="5" y="81"/>
                      <a:pt x="5" y="81"/>
                      <a:pt x="5" y="81"/>
                    </a:cubicBezTo>
                    <a:cubicBezTo>
                      <a:pt x="1" y="84"/>
                      <a:pt x="0" y="89"/>
                      <a:pt x="3" y="93"/>
                    </a:cubicBezTo>
                    <a:cubicBezTo>
                      <a:pt x="4" y="95"/>
                      <a:pt x="6" y="96"/>
                      <a:pt x="8" y="96"/>
                    </a:cubicBezTo>
                    <a:cubicBezTo>
                      <a:pt x="10" y="97"/>
                      <a:pt x="13" y="96"/>
                      <a:pt x="15" y="95"/>
                    </a:cubicBezTo>
                    <a:cubicBezTo>
                      <a:pt x="95" y="36"/>
                      <a:pt x="95" y="36"/>
                      <a:pt x="95" y="36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0" y="71"/>
                      <a:pt x="93" y="75"/>
                      <a:pt x="97" y="76"/>
                    </a:cubicBezTo>
                    <a:cubicBezTo>
                      <a:pt x="102" y="76"/>
                      <a:pt x="106" y="73"/>
                      <a:pt x="107" y="69"/>
                    </a:cubicBezTo>
                    <a:cubicBezTo>
                      <a:pt x="116" y="10"/>
                      <a:pt x="116" y="10"/>
                      <a:pt x="116" y="10"/>
                    </a:cubicBezTo>
                    <a:lnTo>
                      <a:pt x="57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0" name="íṥlí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9111F08-B48B-416A-B20D-0B1A042FE131}"/>
                  </a:ext>
                </a:extLst>
              </p:cNvPr>
              <p:cNvSpPr/>
              <p:nvPr/>
            </p:nvSpPr>
            <p:spPr bwMode="auto">
              <a:xfrm>
                <a:off x="9379868" y="5728727"/>
                <a:ext cx="319045" cy="342532"/>
              </a:xfrm>
              <a:custGeom>
                <a:avLst/>
                <a:gdLst>
                  <a:gd name="T0" fmla="*/ 90 w 100"/>
                  <a:gd name="T1" fmla="*/ 0 h 107"/>
                  <a:gd name="T2" fmla="*/ 10 w 100"/>
                  <a:gd name="T3" fmla="*/ 0 h 107"/>
                  <a:gd name="T4" fmla="*/ 0 w 100"/>
                  <a:gd name="T5" fmla="*/ 10 h 107"/>
                  <a:gd name="T6" fmla="*/ 0 w 100"/>
                  <a:gd name="T7" fmla="*/ 97 h 107"/>
                  <a:gd name="T8" fmla="*/ 10 w 100"/>
                  <a:gd name="T9" fmla="*/ 107 h 107"/>
                  <a:gd name="T10" fmla="*/ 90 w 100"/>
                  <a:gd name="T11" fmla="*/ 107 h 107"/>
                  <a:gd name="T12" fmla="*/ 100 w 100"/>
                  <a:gd name="T13" fmla="*/ 97 h 107"/>
                  <a:gd name="T14" fmla="*/ 100 w 100"/>
                  <a:gd name="T15" fmla="*/ 10 h 107"/>
                  <a:gd name="T16" fmla="*/ 90 w 100"/>
                  <a:gd name="T17" fmla="*/ 0 h 107"/>
                  <a:gd name="T18" fmla="*/ 86 w 100"/>
                  <a:gd name="T19" fmla="*/ 93 h 107"/>
                  <a:gd name="T20" fmla="*/ 13 w 100"/>
                  <a:gd name="T21" fmla="*/ 93 h 107"/>
                  <a:gd name="T22" fmla="*/ 13 w 100"/>
                  <a:gd name="T23" fmla="*/ 13 h 107"/>
                  <a:gd name="T24" fmla="*/ 86 w 100"/>
                  <a:gd name="T25" fmla="*/ 13 h 107"/>
                  <a:gd name="T26" fmla="*/ 86 w 100"/>
                  <a:gd name="T27" fmla="*/ 93 h 107"/>
                  <a:gd name="T28" fmla="*/ 26 w 100"/>
                  <a:gd name="T29" fmla="*/ 47 h 107"/>
                  <a:gd name="T30" fmla="*/ 73 w 100"/>
                  <a:gd name="T31" fmla="*/ 47 h 107"/>
                  <a:gd name="T32" fmla="*/ 73 w 100"/>
                  <a:gd name="T33" fmla="*/ 53 h 107"/>
                  <a:gd name="T34" fmla="*/ 26 w 100"/>
                  <a:gd name="T35" fmla="*/ 53 h 107"/>
                  <a:gd name="T36" fmla="*/ 26 w 100"/>
                  <a:gd name="T37" fmla="*/ 47 h 107"/>
                  <a:gd name="T38" fmla="*/ 26 w 100"/>
                  <a:gd name="T39" fmla="*/ 60 h 107"/>
                  <a:gd name="T40" fmla="*/ 73 w 100"/>
                  <a:gd name="T41" fmla="*/ 60 h 107"/>
                  <a:gd name="T42" fmla="*/ 73 w 100"/>
                  <a:gd name="T43" fmla="*/ 67 h 107"/>
                  <a:gd name="T44" fmla="*/ 26 w 100"/>
                  <a:gd name="T45" fmla="*/ 67 h 107"/>
                  <a:gd name="T46" fmla="*/ 26 w 100"/>
                  <a:gd name="T47" fmla="*/ 60 h 107"/>
                  <a:gd name="T48" fmla="*/ 26 w 100"/>
                  <a:gd name="T49" fmla="*/ 73 h 107"/>
                  <a:gd name="T50" fmla="*/ 73 w 100"/>
                  <a:gd name="T51" fmla="*/ 73 h 107"/>
                  <a:gd name="T52" fmla="*/ 73 w 100"/>
                  <a:gd name="T53" fmla="*/ 80 h 107"/>
                  <a:gd name="T54" fmla="*/ 26 w 100"/>
                  <a:gd name="T55" fmla="*/ 80 h 107"/>
                  <a:gd name="T56" fmla="*/ 26 w 100"/>
                  <a:gd name="T57" fmla="*/ 73 h 107"/>
                  <a:gd name="T58" fmla="*/ 26 w 100"/>
                  <a:gd name="T59" fmla="*/ 33 h 107"/>
                  <a:gd name="T60" fmla="*/ 73 w 100"/>
                  <a:gd name="T61" fmla="*/ 33 h 107"/>
                  <a:gd name="T62" fmla="*/ 73 w 100"/>
                  <a:gd name="T63" fmla="*/ 40 h 107"/>
                  <a:gd name="T64" fmla="*/ 26 w 100"/>
                  <a:gd name="T65" fmla="*/ 40 h 107"/>
                  <a:gd name="T66" fmla="*/ 26 w 100"/>
                  <a:gd name="T67" fmla="*/ 33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0" h="107">
                    <a:moveTo>
                      <a:pt x="9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0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102"/>
                      <a:pt x="4" y="107"/>
                      <a:pt x="10" y="107"/>
                    </a:cubicBezTo>
                    <a:cubicBezTo>
                      <a:pt x="90" y="107"/>
                      <a:pt x="90" y="107"/>
                      <a:pt x="90" y="107"/>
                    </a:cubicBezTo>
                    <a:cubicBezTo>
                      <a:pt x="95" y="107"/>
                      <a:pt x="100" y="102"/>
                      <a:pt x="100" y="97"/>
                    </a:cubicBezTo>
                    <a:cubicBezTo>
                      <a:pt x="100" y="10"/>
                      <a:pt x="100" y="10"/>
                      <a:pt x="100" y="10"/>
                    </a:cubicBezTo>
                    <a:cubicBezTo>
                      <a:pt x="100" y="5"/>
                      <a:pt x="95" y="0"/>
                      <a:pt x="90" y="0"/>
                    </a:cubicBezTo>
                    <a:close/>
                    <a:moveTo>
                      <a:pt x="86" y="93"/>
                    </a:moveTo>
                    <a:cubicBezTo>
                      <a:pt x="13" y="93"/>
                      <a:pt x="13" y="93"/>
                      <a:pt x="13" y="9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86" y="13"/>
                      <a:pt x="86" y="13"/>
                      <a:pt x="86" y="13"/>
                    </a:cubicBezTo>
                    <a:lnTo>
                      <a:pt x="86" y="93"/>
                    </a:lnTo>
                    <a:close/>
                    <a:moveTo>
                      <a:pt x="26" y="47"/>
                    </a:moveTo>
                    <a:cubicBezTo>
                      <a:pt x="73" y="47"/>
                      <a:pt x="73" y="47"/>
                      <a:pt x="73" y="47"/>
                    </a:cubicBezTo>
                    <a:cubicBezTo>
                      <a:pt x="73" y="53"/>
                      <a:pt x="73" y="53"/>
                      <a:pt x="73" y="53"/>
                    </a:cubicBezTo>
                    <a:cubicBezTo>
                      <a:pt x="26" y="53"/>
                      <a:pt x="26" y="53"/>
                      <a:pt x="26" y="53"/>
                    </a:cubicBezTo>
                    <a:lnTo>
                      <a:pt x="26" y="47"/>
                    </a:lnTo>
                    <a:close/>
                    <a:moveTo>
                      <a:pt x="26" y="60"/>
                    </a:moveTo>
                    <a:cubicBezTo>
                      <a:pt x="73" y="60"/>
                      <a:pt x="73" y="60"/>
                      <a:pt x="73" y="60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26" y="67"/>
                      <a:pt x="26" y="67"/>
                      <a:pt x="26" y="67"/>
                    </a:cubicBezTo>
                    <a:lnTo>
                      <a:pt x="26" y="60"/>
                    </a:lnTo>
                    <a:close/>
                    <a:moveTo>
                      <a:pt x="26" y="73"/>
                    </a:moveTo>
                    <a:cubicBezTo>
                      <a:pt x="73" y="73"/>
                      <a:pt x="73" y="73"/>
                      <a:pt x="73" y="73"/>
                    </a:cubicBezTo>
                    <a:cubicBezTo>
                      <a:pt x="73" y="80"/>
                      <a:pt x="73" y="80"/>
                      <a:pt x="73" y="80"/>
                    </a:cubicBezTo>
                    <a:cubicBezTo>
                      <a:pt x="26" y="80"/>
                      <a:pt x="26" y="80"/>
                      <a:pt x="26" y="80"/>
                    </a:cubicBezTo>
                    <a:lnTo>
                      <a:pt x="26" y="73"/>
                    </a:lnTo>
                    <a:close/>
                    <a:moveTo>
                      <a:pt x="26" y="33"/>
                    </a:moveTo>
                    <a:cubicBezTo>
                      <a:pt x="73" y="33"/>
                      <a:pt x="73" y="33"/>
                      <a:pt x="73" y="33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26" y="40"/>
                      <a:pt x="26" y="40"/>
                      <a:pt x="26" y="40"/>
                    </a:cubicBezTo>
                    <a:lnTo>
                      <a:pt x="26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1" name="iŝḻí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661A2E7-9C0E-4D79-A2D4-309CD9A086DB}"/>
                  </a:ext>
                </a:extLst>
              </p:cNvPr>
              <p:cNvSpPr/>
              <p:nvPr/>
            </p:nvSpPr>
            <p:spPr bwMode="auto">
              <a:xfrm>
                <a:off x="9781119" y="5771788"/>
                <a:ext cx="366021" cy="364063"/>
              </a:xfrm>
              <a:custGeom>
                <a:avLst/>
                <a:gdLst>
                  <a:gd name="T0" fmla="*/ 86 w 114"/>
                  <a:gd name="T1" fmla="*/ 72 h 114"/>
                  <a:gd name="T2" fmla="*/ 66 w 114"/>
                  <a:gd name="T3" fmla="*/ 52 h 114"/>
                  <a:gd name="T4" fmla="*/ 114 w 114"/>
                  <a:gd name="T5" fmla="*/ 16 h 114"/>
                  <a:gd name="T6" fmla="*/ 100 w 114"/>
                  <a:gd name="T7" fmla="*/ 2 h 114"/>
                  <a:gd name="T8" fmla="*/ 40 w 114"/>
                  <a:gd name="T9" fmla="*/ 26 h 114"/>
                  <a:gd name="T10" fmla="*/ 21 w 114"/>
                  <a:gd name="T11" fmla="*/ 7 h 114"/>
                  <a:gd name="T12" fmla="*/ 4 w 114"/>
                  <a:gd name="T13" fmla="*/ 4 h 114"/>
                  <a:gd name="T14" fmla="*/ 7 w 114"/>
                  <a:gd name="T15" fmla="*/ 21 h 114"/>
                  <a:gd name="T16" fmla="*/ 26 w 114"/>
                  <a:gd name="T17" fmla="*/ 40 h 114"/>
                  <a:gd name="T18" fmla="*/ 2 w 114"/>
                  <a:gd name="T19" fmla="*/ 100 h 114"/>
                  <a:gd name="T20" fmla="*/ 16 w 114"/>
                  <a:gd name="T21" fmla="*/ 114 h 114"/>
                  <a:gd name="T22" fmla="*/ 52 w 114"/>
                  <a:gd name="T23" fmla="*/ 66 h 114"/>
                  <a:gd name="T24" fmla="*/ 72 w 114"/>
                  <a:gd name="T25" fmla="*/ 86 h 114"/>
                  <a:gd name="T26" fmla="*/ 72 w 114"/>
                  <a:gd name="T27" fmla="*/ 114 h 114"/>
                  <a:gd name="T28" fmla="*/ 86 w 114"/>
                  <a:gd name="T29" fmla="*/ 114 h 114"/>
                  <a:gd name="T30" fmla="*/ 93 w 114"/>
                  <a:gd name="T31" fmla="*/ 93 h 114"/>
                  <a:gd name="T32" fmla="*/ 114 w 114"/>
                  <a:gd name="T33" fmla="*/ 86 h 114"/>
                  <a:gd name="T34" fmla="*/ 114 w 114"/>
                  <a:gd name="T35" fmla="*/ 72 h 114"/>
                  <a:gd name="T36" fmla="*/ 86 w 114"/>
                  <a:gd name="T37" fmla="*/ 72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4" h="114">
                    <a:moveTo>
                      <a:pt x="86" y="72"/>
                    </a:moveTo>
                    <a:cubicBezTo>
                      <a:pt x="66" y="52"/>
                      <a:pt x="66" y="52"/>
                      <a:pt x="66" y="52"/>
                    </a:cubicBezTo>
                    <a:cubicBezTo>
                      <a:pt x="114" y="16"/>
                      <a:pt x="114" y="16"/>
                      <a:pt x="114" y="16"/>
                    </a:cubicBezTo>
                    <a:cubicBezTo>
                      <a:pt x="100" y="2"/>
                      <a:pt x="100" y="2"/>
                      <a:pt x="100" y="2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6" y="2"/>
                      <a:pt x="8" y="0"/>
                      <a:pt x="4" y="4"/>
                    </a:cubicBezTo>
                    <a:cubicBezTo>
                      <a:pt x="0" y="8"/>
                      <a:pt x="2" y="16"/>
                      <a:pt x="7" y="21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2" y="100"/>
                      <a:pt x="2" y="100"/>
                      <a:pt x="2" y="100"/>
                    </a:cubicBezTo>
                    <a:cubicBezTo>
                      <a:pt x="16" y="114"/>
                      <a:pt x="16" y="114"/>
                      <a:pt x="16" y="114"/>
                    </a:cubicBezTo>
                    <a:cubicBezTo>
                      <a:pt x="52" y="66"/>
                      <a:pt x="52" y="66"/>
                      <a:pt x="52" y="66"/>
                    </a:cubicBezTo>
                    <a:cubicBezTo>
                      <a:pt x="72" y="86"/>
                      <a:pt x="72" y="86"/>
                      <a:pt x="72" y="86"/>
                    </a:cubicBezTo>
                    <a:cubicBezTo>
                      <a:pt x="72" y="114"/>
                      <a:pt x="72" y="114"/>
                      <a:pt x="72" y="114"/>
                    </a:cubicBezTo>
                    <a:cubicBezTo>
                      <a:pt x="86" y="114"/>
                      <a:pt x="86" y="114"/>
                      <a:pt x="86" y="114"/>
                    </a:cubicBezTo>
                    <a:cubicBezTo>
                      <a:pt x="93" y="93"/>
                      <a:pt x="93" y="93"/>
                      <a:pt x="93" y="93"/>
                    </a:cubicBezTo>
                    <a:cubicBezTo>
                      <a:pt x="114" y="86"/>
                      <a:pt x="114" y="86"/>
                      <a:pt x="114" y="86"/>
                    </a:cubicBezTo>
                    <a:cubicBezTo>
                      <a:pt x="114" y="72"/>
                      <a:pt x="114" y="72"/>
                      <a:pt x="114" y="72"/>
                    </a:cubicBezTo>
                    <a:cubicBezTo>
                      <a:pt x="86" y="72"/>
                      <a:pt x="86" y="72"/>
                      <a:pt x="8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2" name="î$1í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524A43A-AB13-411B-B204-B7188DD1D526}"/>
                  </a:ext>
                </a:extLst>
              </p:cNvPr>
              <p:cNvSpPr/>
              <p:nvPr/>
            </p:nvSpPr>
            <p:spPr bwMode="auto">
              <a:xfrm>
                <a:off x="9804607" y="6221974"/>
                <a:ext cx="344490" cy="281855"/>
              </a:xfrm>
              <a:custGeom>
                <a:avLst/>
                <a:gdLst>
                  <a:gd name="T0" fmla="*/ 108 w 108"/>
                  <a:gd name="T1" fmla="*/ 11 h 88"/>
                  <a:gd name="T2" fmla="*/ 96 w 108"/>
                  <a:gd name="T3" fmla="*/ 14 h 88"/>
                  <a:gd name="T4" fmla="*/ 105 w 108"/>
                  <a:gd name="T5" fmla="*/ 2 h 88"/>
                  <a:gd name="T6" fmla="*/ 91 w 108"/>
                  <a:gd name="T7" fmla="*/ 7 h 88"/>
                  <a:gd name="T8" fmla="*/ 75 w 108"/>
                  <a:gd name="T9" fmla="*/ 0 h 88"/>
                  <a:gd name="T10" fmla="*/ 53 w 108"/>
                  <a:gd name="T11" fmla="*/ 22 h 88"/>
                  <a:gd name="T12" fmla="*/ 54 w 108"/>
                  <a:gd name="T13" fmla="*/ 27 h 88"/>
                  <a:gd name="T14" fmla="*/ 8 w 108"/>
                  <a:gd name="T15" fmla="*/ 4 h 88"/>
                  <a:gd name="T16" fmla="*/ 5 w 108"/>
                  <a:gd name="T17" fmla="*/ 15 h 88"/>
                  <a:gd name="T18" fmla="*/ 15 w 108"/>
                  <a:gd name="T19" fmla="*/ 34 h 88"/>
                  <a:gd name="T20" fmla="*/ 5 w 108"/>
                  <a:gd name="T21" fmla="*/ 31 h 88"/>
                  <a:gd name="T22" fmla="*/ 5 w 108"/>
                  <a:gd name="T23" fmla="*/ 31 h 88"/>
                  <a:gd name="T24" fmla="*/ 23 w 108"/>
                  <a:gd name="T25" fmla="*/ 53 h 88"/>
                  <a:gd name="T26" fmla="*/ 17 w 108"/>
                  <a:gd name="T27" fmla="*/ 54 h 88"/>
                  <a:gd name="T28" fmla="*/ 13 w 108"/>
                  <a:gd name="T29" fmla="*/ 53 h 88"/>
                  <a:gd name="T30" fmla="*/ 33 w 108"/>
                  <a:gd name="T31" fmla="*/ 69 h 88"/>
                  <a:gd name="T32" fmla="*/ 6 w 108"/>
                  <a:gd name="T33" fmla="*/ 78 h 88"/>
                  <a:gd name="T34" fmla="*/ 0 w 108"/>
                  <a:gd name="T35" fmla="*/ 78 h 88"/>
                  <a:gd name="T36" fmla="*/ 34 w 108"/>
                  <a:gd name="T37" fmla="*/ 88 h 88"/>
                  <a:gd name="T38" fmla="*/ 97 w 108"/>
                  <a:gd name="T39" fmla="*/ 25 h 88"/>
                  <a:gd name="T40" fmla="*/ 97 w 108"/>
                  <a:gd name="T41" fmla="*/ 22 h 88"/>
                  <a:gd name="T42" fmla="*/ 108 w 108"/>
                  <a:gd name="T43" fmla="*/ 11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8" h="88">
                    <a:moveTo>
                      <a:pt x="108" y="11"/>
                    </a:moveTo>
                    <a:cubicBezTo>
                      <a:pt x="104" y="12"/>
                      <a:pt x="100" y="13"/>
                      <a:pt x="96" y="14"/>
                    </a:cubicBezTo>
                    <a:cubicBezTo>
                      <a:pt x="100" y="11"/>
                      <a:pt x="104" y="7"/>
                      <a:pt x="105" y="2"/>
                    </a:cubicBezTo>
                    <a:cubicBezTo>
                      <a:pt x="101" y="4"/>
                      <a:pt x="96" y="6"/>
                      <a:pt x="91" y="7"/>
                    </a:cubicBezTo>
                    <a:cubicBezTo>
                      <a:pt x="87" y="3"/>
                      <a:pt x="81" y="0"/>
                      <a:pt x="75" y="0"/>
                    </a:cubicBezTo>
                    <a:cubicBezTo>
                      <a:pt x="63" y="0"/>
                      <a:pt x="53" y="10"/>
                      <a:pt x="53" y="22"/>
                    </a:cubicBezTo>
                    <a:cubicBezTo>
                      <a:pt x="53" y="24"/>
                      <a:pt x="53" y="26"/>
                      <a:pt x="54" y="27"/>
                    </a:cubicBezTo>
                    <a:cubicBezTo>
                      <a:pt x="35" y="26"/>
                      <a:pt x="19" y="18"/>
                      <a:pt x="8" y="4"/>
                    </a:cubicBezTo>
                    <a:cubicBezTo>
                      <a:pt x="6" y="7"/>
                      <a:pt x="5" y="11"/>
                      <a:pt x="5" y="15"/>
                    </a:cubicBezTo>
                    <a:cubicBezTo>
                      <a:pt x="5" y="23"/>
                      <a:pt x="9" y="30"/>
                      <a:pt x="15" y="34"/>
                    </a:cubicBezTo>
                    <a:cubicBezTo>
                      <a:pt x="11" y="34"/>
                      <a:pt x="8" y="33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5" y="42"/>
                      <a:pt x="12" y="51"/>
                      <a:pt x="23" y="53"/>
                    </a:cubicBezTo>
                    <a:cubicBezTo>
                      <a:pt x="21" y="53"/>
                      <a:pt x="19" y="54"/>
                      <a:pt x="17" y="54"/>
                    </a:cubicBezTo>
                    <a:cubicBezTo>
                      <a:pt x="15" y="54"/>
                      <a:pt x="14" y="54"/>
                      <a:pt x="13" y="53"/>
                    </a:cubicBezTo>
                    <a:cubicBezTo>
                      <a:pt x="15" y="62"/>
                      <a:pt x="23" y="69"/>
                      <a:pt x="33" y="69"/>
                    </a:cubicBezTo>
                    <a:cubicBezTo>
                      <a:pt x="26" y="75"/>
                      <a:pt x="16" y="78"/>
                      <a:pt x="6" y="78"/>
                    </a:cubicBezTo>
                    <a:cubicBezTo>
                      <a:pt x="4" y="78"/>
                      <a:pt x="2" y="78"/>
                      <a:pt x="0" y="78"/>
                    </a:cubicBezTo>
                    <a:cubicBezTo>
                      <a:pt x="10" y="84"/>
                      <a:pt x="22" y="88"/>
                      <a:pt x="34" y="88"/>
                    </a:cubicBezTo>
                    <a:cubicBezTo>
                      <a:pt x="75" y="88"/>
                      <a:pt x="97" y="54"/>
                      <a:pt x="97" y="25"/>
                    </a:cubicBezTo>
                    <a:cubicBezTo>
                      <a:pt x="97" y="24"/>
                      <a:pt x="97" y="23"/>
                      <a:pt x="97" y="22"/>
                    </a:cubicBezTo>
                    <a:cubicBezTo>
                      <a:pt x="102" y="19"/>
                      <a:pt x="105" y="15"/>
                      <a:pt x="108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3" name="îślï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67A9039-D526-45F3-966B-0BD8A0F80D57}"/>
                  </a:ext>
                </a:extLst>
              </p:cNvPr>
              <p:cNvSpPr/>
              <p:nvPr/>
            </p:nvSpPr>
            <p:spPr bwMode="auto">
              <a:xfrm>
                <a:off x="10315471" y="6398133"/>
                <a:ext cx="242709" cy="252495"/>
              </a:xfrm>
              <a:custGeom>
                <a:avLst/>
                <a:gdLst>
                  <a:gd name="T0" fmla="*/ 66 w 124"/>
                  <a:gd name="T1" fmla="*/ 0 h 129"/>
                  <a:gd name="T2" fmla="*/ 66 w 124"/>
                  <a:gd name="T3" fmla="*/ 59 h 129"/>
                  <a:gd name="T4" fmla="*/ 124 w 124"/>
                  <a:gd name="T5" fmla="*/ 0 h 129"/>
                  <a:gd name="T6" fmla="*/ 124 w 124"/>
                  <a:gd name="T7" fmla="*/ 129 h 129"/>
                  <a:gd name="T8" fmla="*/ 66 w 124"/>
                  <a:gd name="T9" fmla="*/ 70 h 129"/>
                  <a:gd name="T10" fmla="*/ 66 w 124"/>
                  <a:gd name="T11" fmla="*/ 129 h 129"/>
                  <a:gd name="T12" fmla="*/ 0 w 124"/>
                  <a:gd name="T13" fmla="*/ 64 h 129"/>
                  <a:gd name="T14" fmla="*/ 66 w 124"/>
                  <a:gd name="T15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4" h="129">
                    <a:moveTo>
                      <a:pt x="66" y="0"/>
                    </a:moveTo>
                    <a:lnTo>
                      <a:pt x="66" y="59"/>
                    </a:lnTo>
                    <a:lnTo>
                      <a:pt x="124" y="0"/>
                    </a:lnTo>
                    <a:lnTo>
                      <a:pt x="124" y="129"/>
                    </a:lnTo>
                    <a:lnTo>
                      <a:pt x="66" y="70"/>
                    </a:lnTo>
                    <a:lnTo>
                      <a:pt x="66" y="129"/>
                    </a:lnTo>
                    <a:lnTo>
                      <a:pt x="0" y="64"/>
                    </a:lnTo>
                    <a:lnTo>
                      <a:pt x="6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4" name="îšl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B935427-AC32-413E-BB5A-74B07B71F0CA}"/>
                  </a:ext>
                </a:extLst>
              </p:cNvPr>
              <p:cNvSpPr/>
              <p:nvPr/>
            </p:nvSpPr>
            <p:spPr bwMode="auto">
              <a:xfrm>
                <a:off x="9877029" y="6449024"/>
                <a:ext cx="366021" cy="364063"/>
              </a:xfrm>
              <a:custGeom>
                <a:avLst/>
                <a:gdLst>
                  <a:gd name="T0" fmla="*/ 0 w 114"/>
                  <a:gd name="T1" fmla="*/ 83 h 114"/>
                  <a:gd name="T2" fmla="*/ 10 w 114"/>
                  <a:gd name="T3" fmla="*/ 93 h 114"/>
                  <a:gd name="T4" fmla="*/ 30 w 114"/>
                  <a:gd name="T5" fmla="*/ 73 h 114"/>
                  <a:gd name="T6" fmla="*/ 41 w 114"/>
                  <a:gd name="T7" fmla="*/ 84 h 114"/>
                  <a:gd name="T8" fmla="*/ 21 w 114"/>
                  <a:gd name="T9" fmla="*/ 104 h 114"/>
                  <a:gd name="T10" fmla="*/ 31 w 114"/>
                  <a:gd name="T11" fmla="*/ 114 h 114"/>
                  <a:gd name="T12" fmla="*/ 51 w 114"/>
                  <a:gd name="T13" fmla="*/ 94 h 114"/>
                  <a:gd name="T14" fmla="*/ 64 w 114"/>
                  <a:gd name="T15" fmla="*/ 107 h 114"/>
                  <a:gd name="T16" fmla="*/ 74 w 114"/>
                  <a:gd name="T17" fmla="*/ 97 h 114"/>
                  <a:gd name="T18" fmla="*/ 17 w 114"/>
                  <a:gd name="T19" fmla="*/ 40 h 114"/>
                  <a:gd name="T20" fmla="*/ 7 w 114"/>
                  <a:gd name="T21" fmla="*/ 50 h 114"/>
                  <a:gd name="T22" fmla="*/ 20 w 114"/>
                  <a:gd name="T23" fmla="*/ 63 h 114"/>
                  <a:gd name="T24" fmla="*/ 0 w 114"/>
                  <a:gd name="T25" fmla="*/ 83 h 114"/>
                  <a:gd name="T26" fmla="*/ 84 w 114"/>
                  <a:gd name="T27" fmla="*/ 30 h 114"/>
                  <a:gd name="T28" fmla="*/ 26 w 114"/>
                  <a:gd name="T29" fmla="*/ 39 h 114"/>
                  <a:gd name="T30" fmla="*/ 75 w 114"/>
                  <a:gd name="T31" fmla="*/ 88 h 114"/>
                  <a:gd name="T32" fmla="*/ 84 w 114"/>
                  <a:gd name="T33" fmla="*/ 30 h 114"/>
                  <a:gd name="T34" fmla="*/ 93 w 114"/>
                  <a:gd name="T35" fmla="*/ 35 h 114"/>
                  <a:gd name="T36" fmla="*/ 79 w 114"/>
                  <a:gd name="T37" fmla="*/ 21 h 114"/>
                  <a:gd name="T38" fmla="*/ 100 w 114"/>
                  <a:gd name="T39" fmla="*/ 0 h 114"/>
                  <a:gd name="T40" fmla="*/ 114 w 114"/>
                  <a:gd name="T41" fmla="*/ 14 h 114"/>
                  <a:gd name="T42" fmla="*/ 93 w 114"/>
                  <a:gd name="T43" fmla="*/ 3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4" h="114">
                    <a:moveTo>
                      <a:pt x="0" y="83"/>
                    </a:moveTo>
                    <a:cubicBezTo>
                      <a:pt x="10" y="93"/>
                      <a:pt x="10" y="93"/>
                      <a:pt x="10" y="93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21" y="104"/>
                      <a:pt x="21" y="104"/>
                      <a:pt x="21" y="104"/>
                    </a:cubicBezTo>
                    <a:cubicBezTo>
                      <a:pt x="31" y="114"/>
                      <a:pt x="31" y="114"/>
                      <a:pt x="31" y="114"/>
                    </a:cubicBezTo>
                    <a:cubicBezTo>
                      <a:pt x="51" y="94"/>
                      <a:pt x="51" y="94"/>
                      <a:pt x="51" y="94"/>
                    </a:cubicBezTo>
                    <a:cubicBezTo>
                      <a:pt x="64" y="107"/>
                      <a:pt x="64" y="107"/>
                      <a:pt x="64" y="107"/>
                    </a:cubicBezTo>
                    <a:cubicBezTo>
                      <a:pt x="74" y="97"/>
                      <a:pt x="74" y="97"/>
                      <a:pt x="74" y="97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20" y="63"/>
                      <a:pt x="20" y="63"/>
                      <a:pt x="20" y="63"/>
                    </a:cubicBezTo>
                    <a:lnTo>
                      <a:pt x="0" y="83"/>
                    </a:lnTo>
                    <a:close/>
                    <a:moveTo>
                      <a:pt x="84" y="30"/>
                    </a:moveTo>
                    <a:cubicBezTo>
                      <a:pt x="65" y="12"/>
                      <a:pt x="41" y="26"/>
                      <a:pt x="26" y="39"/>
                    </a:cubicBezTo>
                    <a:cubicBezTo>
                      <a:pt x="75" y="88"/>
                      <a:pt x="75" y="88"/>
                      <a:pt x="75" y="88"/>
                    </a:cubicBezTo>
                    <a:cubicBezTo>
                      <a:pt x="88" y="73"/>
                      <a:pt x="102" y="49"/>
                      <a:pt x="84" y="30"/>
                    </a:cubicBezTo>
                    <a:close/>
                    <a:moveTo>
                      <a:pt x="93" y="35"/>
                    </a:moveTo>
                    <a:cubicBezTo>
                      <a:pt x="79" y="21"/>
                      <a:pt x="79" y="21"/>
                      <a:pt x="79" y="21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114" y="14"/>
                      <a:pt x="114" y="14"/>
                      <a:pt x="114" y="14"/>
                    </a:cubicBezTo>
                    <a:lnTo>
                      <a:pt x="93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5" name="í$ľî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8E1800C-22B0-4BFC-8B71-24E3BF2C5CB1}"/>
                  </a:ext>
                </a:extLst>
              </p:cNvPr>
              <p:cNvSpPr/>
              <p:nvPr/>
            </p:nvSpPr>
            <p:spPr bwMode="auto">
              <a:xfrm>
                <a:off x="8986444" y="6147595"/>
                <a:ext cx="366021" cy="358191"/>
              </a:xfrm>
              <a:custGeom>
                <a:avLst/>
                <a:gdLst>
                  <a:gd name="T0" fmla="*/ 110 w 115"/>
                  <a:gd name="T1" fmla="*/ 36 h 112"/>
                  <a:gd name="T2" fmla="*/ 86 w 115"/>
                  <a:gd name="T3" fmla="*/ 1 h 112"/>
                  <a:gd name="T4" fmla="*/ 86 w 115"/>
                  <a:gd name="T5" fmla="*/ 1 h 112"/>
                  <a:gd name="T6" fmla="*/ 77 w 115"/>
                  <a:gd name="T7" fmla="*/ 4 h 112"/>
                  <a:gd name="T8" fmla="*/ 32 w 115"/>
                  <a:gd name="T9" fmla="*/ 39 h 112"/>
                  <a:gd name="T10" fmla="*/ 36 w 115"/>
                  <a:gd name="T11" fmla="*/ 56 h 112"/>
                  <a:gd name="T12" fmla="*/ 42 w 115"/>
                  <a:gd name="T13" fmla="*/ 73 h 112"/>
                  <a:gd name="T14" fmla="*/ 98 w 115"/>
                  <a:gd name="T15" fmla="*/ 81 h 112"/>
                  <a:gd name="T16" fmla="*/ 106 w 115"/>
                  <a:gd name="T17" fmla="*/ 78 h 112"/>
                  <a:gd name="T18" fmla="*/ 106 w 115"/>
                  <a:gd name="T19" fmla="*/ 79 h 112"/>
                  <a:gd name="T20" fmla="*/ 110 w 115"/>
                  <a:gd name="T21" fmla="*/ 36 h 112"/>
                  <a:gd name="T22" fmla="*/ 102 w 115"/>
                  <a:gd name="T23" fmla="*/ 73 h 112"/>
                  <a:gd name="T24" fmla="*/ 99 w 115"/>
                  <a:gd name="T25" fmla="*/ 73 h 112"/>
                  <a:gd name="T26" fmla="*/ 93 w 115"/>
                  <a:gd name="T27" fmla="*/ 67 h 112"/>
                  <a:gd name="T28" fmla="*/ 83 w 115"/>
                  <a:gd name="T29" fmla="*/ 43 h 112"/>
                  <a:gd name="T30" fmla="*/ 80 w 115"/>
                  <a:gd name="T31" fmla="*/ 18 h 112"/>
                  <a:gd name="T32" fmla="*/ 82 w 115"/>
                  <a:gd name="T33" fmla="*/ 10 h 112"/>
                  <a:gd name="T34" fmla="*/ 84 w 115"/>
                  <a:gd name="T35" fmla="*/ 8 h 112"/>
                  <a:gd name="T36" fmla="*/ 87 w 115"/>
                  <a:gd name="T37" fmla="*/ 9 h 112"/>
                  <a:gd name="T38" fmla="*/ 93 w 115"/>
                  <a:gd name="T39" fmla="*/ 15 h 112"/>
                  <a:gd name="T40" fmla="*/ 103 w 115"/>
                  <a:gd name="T41" fmla="*/ 38 h 112"/>
                  <a:gd name="T42" fmla="*/ 106 w 115"/>
                  <a:gd name="T43" fmla="*/ 63 h 112"/>
                  <a:gd name="T44" fmla="*/ 104 w 115"/>
                  <a:gd name="T45" fmla="*/ 71 h 112"/>
                  <a:gd name="T46" fmla="*/ 102 w 115"/>
                  <a:gd name="T47" fmla="*/ 73 h 112"/>
                  <a:gd name="T48" fmla="*/ 28 w 115"/>
                  <a:gd name="T49" fmla="*/ 58 h 112"/>
                  <a:gd name="T50" fmla="*/ 25 w 115"/>
                  <a:gd name="T51" fmla="*/ 42 h 112"/>
                  <a:gd name="T52" fmla="*/ 11 w 115"/>
                  <a:gd name="T53" fmla="*/ 47 h 112"/>
                  <a:gd name="T54" fmla="*/ 4 w 115"/>
                  <a:gd name="T55" fmla="*/ 49 h 112"/>
                  <a:gd name="T56" fmla="*/ 0 w 115"/>
                  <a:gd name="T57" fmla="*/ 61 h 112"/>
                  <a:gd name="T58" fmla="*/ 3 w 115"/>
                  <a:gd name="T59" fmla="*/ 70 h 112"/>
                  <a:gd name="T60" fmla="*/ 11 w 115"/>
                  <a:gd name="T61" fmla="*/ 78 h 112"/>
                  <a:gd name="T62" fmla="*/ 19 w 115"/>
                  <a:gd name="T63" fmla="*/ 76 h 112"/>
                  <a:gd name="T64" fmla="*/ 34 w 115"/>
                  <a:gd name="T65" fmla="*/ 73 h 112"/>
                  <a:gd name="T66" fmla="*/ 28 w 115"/>
                  <a:gd name="T67" fmla="*/ 58 h 112"/>
                  <a:gd name="T68" fmla="*/ 47 w 115"/>
                  <a:gd name="T69" fmla="*/ 77 h 112"/>
                  <a:gd name="T70" fmla="*/ 32 w 115"/>
                  <a:gd name="T71" fmla="*/ 78 h 112"/>
                  <a:gd name="T72" fmla="*/ 50 w 115"/>
                  <a:gd name="T73" fmla="*/ 110 h 112"/>
                  <a:gd name="T74" fmla="*/ 54 w 115"/>
                  <a:gd name="T75" fmla="*/ 111 h 112"/>
                  <a:gd name="T76" fmla="*/ 66 w 115"/>
                  <a:gd name="T77" fmla="*/ 102 h 112"/>
                  <a:gd name="T78" fmla="*/ 66 w 115"/>
                  <a:gd name="T79" fmla="*/ 98 h 112"/>
                  <a:gd name="T80" fmla="*/ 47 w 115"/>
                  <a:gd name="T81" fmla="*/ 77 h 112"/>
                  <a:gd name="T82" fmla="*/ 96 w 115"/>
                  <a:gd name="T83" fmla="*/ 53 h 112"/>
                  <a:gd name="T84" fmla="*/ 95 w 115"/>
                  <a:gd name="T85" fmla="*/ 53 h 112"/>
                  <a:gd name="T86" fmla="*/ 93 w 115"/>
                  <a:gd name="T87" fmla="*/ 51 h 112"/>
                  <a:gd name="T88" fmla="*/ 89 w 115"/>
                  <a:gd name="T89" fmla="*/ 42 h 112"/>
                  <a:gd name="T90" fmla="*/ 88 w 115"/>
                  <a:gd name="T91" fmla="*/ 32 h 112"/>
                  <a:gd name="T92" fmla="*/ 89 w 115"/>
                  <a:gd name="T93" fmla="*/ 29 h 112"/>
                  <a:gd name="T94" fmla="*/ 90 w 115"/>
                  <a:gd name="T95" fmla="*/ 28 h 112"/>
                  <a:gd name="T96" fmla="*/ 91 w 115"/>
                  <a:gd name="T97" fmla="*/ 29 h 112"/>
                  <a:gd name="T98" fmla="*/ 93 w 115"/>
                  <a:gd name="T99" fmla="*/ 31 h 112"/>
                  <a:gd name="T100" fmla="*/ 97 w 115"/>
                  <a:gd name="T101" fmla="*/ 40 h 112"/>
                  <a:gd name="T102" fmla="*/ 98 w 115"/>
                  <a:gd name="T103" fmla="*/ 49 h 112"/>
                  <a:gd name="T104" fmla="*/ 97 w 115"/>
                  <a:gd name="T105" fmla="*/ 52 h 112"/>
                  <a:gd name="T106" fmla="*/ 96 w 115"/>
                  <a:gd name="T107" fmla="*/ 5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5" h="112">
                    <a:moveTo>
                      <a:pt x="110" y="36"/>
                    </a:moveTo>
                    <a:cubicBezTo>
                      <a:pt x="104" y="15"/>
                      <a:pt x="93" y="0"/>
                      <a:pt x="86" y="1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4"/>
                      <a:pt x="60" y="25"/>
                      <a:pt x="32" y="39"/>
                    </a:cubicBezTo>
                    <a:cubicBezTo>
                      <a:pt x="33" y="44"/>
                      <a:pt x="34" y="50"/>
                      <a:pt x="36" y="56"/>
                    </a:cubicBezTo>
                    <a:cubicBezTo>
                      <a:pt x="37" y="63"/>
                      <a:pt x="39" y="68"/>
                      <a:pt x="42" y="73"/>
                    </a:cubicBezTo>
                    <a:cubicBezTo>
                      <a:pt x="73" y="71"/>
                      <a:pt x="98" y="81"/>
                      <a:pt x="98" y="81"/>
                    </a:cubicBezTo>
                    <a:cubicBezTo>
                      <a:pt x="106" y="78"/>
                      <a:pt x="106" y="78"/>
                      <a:pt x="106" y="78"/>
                    </a:cubicBezTo>
                    <a:cubicBezTo>
                      <a:pt x="106" y="78"/>
                      <a:pt x="106" y="79"/>
                      <a:pt x="106" y="79"/>
                    </a:cubicBezTo>
                    <a:cubicBezTo>
                      <a:pt x="114" y="76"/>
                      <a:pt x="115" y="57"/>
                      <a:pt x="110" y="36"/>
                    </a:cubicBezTo>
                    <a:close/>
                    <a:moveTo>
                      <a:pt x="102" y="73"/>
                    </a:moveTo>
                    <a:cubicBezTo>
                      <a:pt x="101" y="74"/>
                      <a:pt x="99" y="73"/>
                      <a:pt x="99" y="73"/>
                    </a:cubicBezTo>
                    <a:cubicBezTo>
                      <a:pt x="97" y="71"/>
                      <a:pt x="95" y="69"/>
                      <a:pt x="93" y="67"/>
                    </a:cubicBezTo>
                    <a:cubicBezTo>
                      <a:pt x="89" y="61"/>
                      <a:pt x="85" y="53"/>
                      <a:pt x="83" y="43"/>
                    </a:cubicBezTo>
                    <a:cubicBezTo>
                      <a:pt x="80" y="34"/>
                      <a:pt x="79" y="25"/>
                      <a:pt x="80" y="18"/>
                    </a:cubicBezTo>
                    <a:cubicBezTo>
                      <a:pt x="80" y="15"/>
                      <a:pt x="81" y="12"/>
                      <a:pt x="82" y="10"/>
                    </a:cubicBezTo>
                    <a:cubicBezTo>
                      <a:pt x="82" y="10"/>
                      <a:pt x="83" y="8"/>
                      <a:pt x="84" y="8"/>
                    </a:cubicBezTo>
                    <a:cubicBezTo>
                      <a:pt x="85" y="8"/>
                      <a:pt x="87" y="9"/>
                      <a:pt x="87" y="9"/>
                    </a:cubicBezTo>
                    <a:cubicBezTo>
                      <a:pt x="89" y="10"/>
                      <a:pt x="91" y="12"/>
                      <a:pt x="93" y="15"/>
                    </a:cubicBezTo>
                    <a:cubicBezTo>
                      <a:pt x="97" y="20"/>
                      <a:pt x="101" y="29"/>
                      <a:pt x="103" y="38"/>
                    </a:cubicBezTo>
                    <a:cubicBezTo>
                      <a:pt x="106" y="47"/>
                      <a:pt x="107" y="56"/>
                      <a:pt x="106" y="63"/>
                    </a:cubicBezTo>
                    <a:cubicBezTo>
                      <a:pt x="105" y="67"/>
                      <a:pt x="105" y="69"/>
                      <a:pt x="104" y="71"/>
                    </a:cubicBezTo>
                    <a:cubicBezTo>
                      <a:pt x="103" y="72"/>
                      <a:pt x="103" y="73"/>
                      <a:pt x="102" y="73"/>
                    </a:cubicBezTo>
                    <a:close/>
                    <a:moveTo>
                      <a:pt x="28" y="58"/>
                    </a:moveTo>
                    <a:cubicBezTo>
                      <a:pt x="27" y="53"/>
                      <a:pt x="26" y="47"/>
                      <a:pt x="25" y="42"/>
                    </a:cubicBezTo>
                    <a:cubicBezTo>
                      <a:pt x="20" y="44"/>
                      <a:pt x="16" y="46"/>
                      <a:pt x="11" y="47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11" y="78"/>
                      <a:pt x="11" y="78"/>
                      <a:pt x="11" y="78"/>
                    </a:cubicBezTo>
                    <a:cubicBezTo>
                      <a:pt x="11" y="78"/>
                      <a:pt x="11" y="78"/>
                      <a:pt x="19" y="76"/>
                    </a:cubicBezTo>
                    <a:cubicBezTo>
                      <a:pt x="24" y="75"/>
                      <a:pt x="28" y="74"/>
                      <a:pt x="34" y="73"/>
                    </a:cubicBezTo>
                    <a:cubicBezTo>
                      <a:pt x="32" y="69"/>
                      <a:pt x="30" y="64"/>
                      <a:pt x="28" y="58"/>
                    </a:cubicBezTo>
                    <a:close/>
                    <a:moveTo>
                      <a:pt x="47" y="77"/>
                    </a:moveTo>
                    <a:cubicBezTo>
                      <a:pt x="32" y="78"/>
                      <a:pt x="32" y="78"/>
                      <a:pt x="32" y="78"/>
                    </a:cubicBezTo>
                    <a:cubicBezTo>
                      <a:pt x="50" y="110"/>
                      <a:pt x="50" y="110"/>
                      <a:pt x="50" y="110"/>
                    </a:cubicBezTo>
                    <a:cubicBezTo>
                      <a:pt x="51" y="112"/>
                      <a:pt x="53" y="112"/>
                      <a:pt x="54" y="111"/>
                    </a:cubicBezTo>
                    <a:cubicBezTo>
                      <a:pt x="66" y="102"/>
                      <a:pt x="66" y="102"/>
                      <a:pt x="66" y="102"/>
                    </a:cubicBezTo>
                    <a:cubicBezTo>
                      <a:pt x="67" y="101"/>
                      <a:pt x="67" y="99"/>
                      <a:pt x="66" y="98"/>
                    </a:cubicBezTo>
                    <a:lnTo>
                      <a:pt x="47" y="77"/>
                    </a:lnTo>
                    <a:close/>
                    <a:moveTo>
                      <a:pt x="96" y="53"/>
                    </a:moveTo>
                    <a:cubicBezTo>
                      <a:pt x="96" y="53"/>
                      <a:pt x="95" y="53"/>
                      <a:pt x="95" y="53"/>
                    </a:cubicBezTo>
                    <a:cubicBezTo>
                      <a:pt x="94" y="53"/>
                      <a:pt x="94" y="52"/>
                      <a:pt x="93" y="51"/>
                    </a:cubicBezTo>
                    <a:cubicBezTo>
                      <a:pt x="91" y="49"/>
                      <a:pt x="90" y="45"/>
                      <a:pt x="89" y="42"/>
                    </a:cubicBezTo>
                    <a:cubicBezTo>
                      <a:pt x="88" y="38"/>
                      <a:pt x="88" y="35"/>
                      <a:pt x="88" y="32"/>
                    </a:cubicBezTo>
                    <a:cubicBezTo>
                      <a:pt x="88" y="31"/>
                      <a:pt x="88" y="30"/>
                      <a:pt x="89" y="29"/>
                    </a:cubicBezTo>
                    <a:cubicBezTo>
                      <a:pt x="89" y="29"/>
                      <a:pt x="89" y="28"/>
                      <a:pt x="90" y="28"/>
                    </a:cubicBezTo>
                    <a:cubicBezTo>
                      <a:pt x="90" y="28"/>
                      <a:pt x="90" y="28"/>
                      <a:pt x="91" y="29"/>
                    </a:cubicBezTo>
                    <a:cubicBezTo>
                      <a:pt x="91" y="29"/>
                      <a:pt x="92" y="30"/>
                      <a:pt x="93" y="31"/>
                    </a:cubicBezTo>
                    <a:cubicBezTo>
                      <a:pt x="94" y="33"/>
                      <a:pt x="96" y="36"/>
                      <a:pt x="97" y="40"/>
                    </a:cubicBezTo>
                    <a:cubicBezTo>
                      <a:pt x="98" y="43"/>
                      <a:pt x="98" y="47"/>
                      <a:pt x="98" y="49"/>
                    </a:cubicBezTo>
                    <a:cubicBezTo>
                      <a:pt x="98" y="51"/>
                      <a:pt x="98" y="52"/>
                      <a:pt x="97" y="52"/>
                    </a:cubicBezTo>
                    <a:cubicBezTo>
                      <a:pt x="97" y="53"/>
                      <a:pt x="97" y="53"/>
                      <a:pt x="96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6" name="íṩḷí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42FEF32-9A56-4615-9DFD-F39AEE2CD029}"/>
                  </a:ext>
                </a:extLst>
              </p:cNvPr>
              <p:cNvSpPr/>
              <p:nvPr/>
            </p:nvSpPr>
            <p:spPr bwMode="auto">
              <a:xfrm>
                <a:off x="9420971" y="6157383"/>
                <a:ext cx="334704" cy="336661"/>
              </a:xfrm>
              <a:custGeom>
                <a:avLst/>
                <a:gdLst>
                  <a:gd name="T0" fmla="*/ 100 w 105"/>
                  <a:gd name="T1" fmla="*/ 29 h 105"/>
                  <a:gd name="T2" fmla="*/ 71 w 105"/>
                  <a:gd name="T3" fmla="*/ 26 h 105"/>
                  <a:gd name="T4" fmla="*/ 88 w 105"/>
                  <a:gd name="T5" fmla="*/ 9 h 105"/>
                  <a:gd name="T6" fmla="*/ 82 w 105"/>
                  <a:gd name="T7" fmla="*/ 3 h 105"/>
                  <a:gd name="T8" fmla="*/ 59 w 105"/>
                  <a:gd name="T9" fmla="*/ 26 h 105"/>
                  <a:gd name="T10" fmla="*/ 52 w 105"/>
                  <a:gd name="T11" fmla="*/ 26 h 105"/>
                  <a:gd name="T12" fmla="*/ 52 w 105"/>
                  <a:gd name="T13" fmla="*/ 26 h 105"/>
                  <a:gd name="T14" fmla="*/ 26 w 105"/>
                  <a:gd name="T15" fmla="*/ 0 h 105"/>
                  <a:gd name="T16" fmla="*/ 19 w 105"/>
                  <a:gd name="T17" fmla="*/ 6 h 105"/>
                  <a:gd name="T18" fmla="*/ 39 w 105"/>
                  <a:gd name="T19" fmla="*/ 26 h 105"/>
                  <a:gd name="T20" fmla="*/ 4 w 105"/>
                  <a:gd name="T21" fmla="*/ 29 h 105"/>
                  <a:gd name="T22" fmla="*/ 0 w 105"/>
                  <a:gd name="T23" fmla="*/ 65 h 105"/>
                  <a:gd name="T24" fmla="*/ 4 w 105"/>
                  <a:gd name="T25" fmla="*/ 101 h 105"/>
                  <a:gd name="T26" fmla="*/ 52 w 105"/>
                  <a:gd name="T27" fmla="*/ 105 h 105"/>
                  <a:gd name="T28" fmla="*/ 100 w 105"/>
                  <a:gd name="T29" fmla="*/ 101 h 105"/>
                  <a:gd name="T30" fmla="*/ 105 w 105"/>
                  <a:gd name="T31" fmla="*/ 65 h 105"/>
                  <a:gd name="T32" fmla="*/ 100 w 105"/>
                  <a:gd name="T33" fmla="*/ 29 h 105"/>
                  <a:gd name="T34" fmla="*/ 88 w 105"/>
                  <a:gd name="T35" fmla="*/ 89 h 105"/>
                  <a:gd name="T36" fmla="*/ 52 w 105"/>
                  <a:gd name="T37" fmla="*/ 92 h 105"/>
                  <a:gd name="T38" fmla="*/ 16 w 105"/>
                  <a:gd name="T39" fmla="*/ 89 h 105"/>
                  <a:gd name="T40" fmla="*/ 13 w 105"/>
                  <a:gd name="T41" fmla="*/ 65 h 105"/>
                  <a:gd name="T42" fmla="*/ 16 w 105"/>
                  <a:gd name="T43" fmla="*/ 41 h 105"/>
                  <a:gd name="T44" fmla="*/ 52 w 105"/>
                  <a:gd name="T45" fmla="*/ 39 h 105"/>
                  <a:gd name="T46" fmla="*/ 88 w 105"/>
                  <a:gd name="T47" fmla="*/ 41 h 105"/>
                  <a:gd name="T48" fmla="*/ 92 w 105"/>
                  <a:gd name="T49" fmla="*/ 65 h 105"/>
                  <a:gd name="T50" fmla="*/ 88 w 105"/>
                  <a:gd name="T51" fmla="*/ 89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05" h="105">
                    <a:moveTo>
                      <a:pt x="100" y="29"/>
                    </a:moveTo>
                    <a:cubicBezTo>
                      <a:pt x="91" y="28"/>
                      <a:pt x="82" y="27"/>
                      <a:pt x="71" y="26"/>
                    </a:cubicBezTo>
                    <a:cubicBezTo>
                      <a:pt x="88" y="9"/>
                      <a:pt x="88" y="9"/>
                      <a:pt x="88" y="9"/>
                    </a:cubicBezTo>
                    <a:cubicBezTo>
                      <a:pt x="82" y="3"/>
                      <a:pt x="82" y="3"/>
                      <a:pt x="82" y="3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7" y="26"/>
                      <a:pt x="54" y="26"/>
                      <a:pt x="52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39" y="26"/>
                      <a:pt x="39" y="26"/>
                      <a:pt x="39" y="26"/>
                    </a:cubicBezTo>
                    <a:cubicBezTo>
                      <a:pt x="27" y="27"/>
                      <a:pt x="15" y="28"/>
                      <a:pt x="4" y="29"/>
                    </a:cubicBezTo>
                    <a:cubicBezTo>
                      <a:pt x="1" y="40"/>
                      <a:pt x="0" y="52"/>
                      <a:pt x="0" y="65"/>
                    </a:cubicBezTo>
                    <a:cubicBezTo>
                      <a:pt x="0" y="78"/>
                      <a:pt x="1" y="90"/>
                      <a:pt x="4" y="101"/>
                    </a:cubicBezTo>
                    <a:cubicBezTo>
                      <a:pt x="19" y="104"/>
                      <a:pt x="35" y="105"/>
                      <a:pt x="52" y="105"/>
                    </a:cubicBezTo>
                    <a:cubicBezTo>
                      <a:pt x="69" y="105"/>
                      <a:pt x="86" y="104"/>
                      <a:pt x="100" y="101"/>
                    </a:cubicBezTo>
                    <a:cubicBezTo>
                      <a:pt x="103" y="90"/>
                      <a:pt x="105" y="78"/>
                      <a:pt x="105" y="65"/>
                    </a:cubicBezTo>
                    <a:cubicBezTo>
                      <a:pt x="105" y="52"/>
                      <a:pt x="103" y="40"/>
                      <a:pt x="100" y="29"/>
                    </a:cubicBezTo>
                    <a:close/>
                    <a:moveTo>
                      <a:pt x="88" y="89"/>
                    </a:moveTo>
                    <a:cubicBezTo>
                      <a:pt x="77" y="91"/>
                      <a:pt x="65" y="92"/>
                      <a:pt x="52" y="92"/>
                    </a:cubicBezTo>
                    <a:cubicBezTo>
                      <a:pt x="39" y="92"/>
                      <a:pt x="27" y="91"/>
                      <a:pt x="16" y="89"/>
                    </a:cubicBezTo>
                    <a:cubicBezTo>
                      <a:pt x="14" y="82"/>
                      <a:pt x="13" y="74"/>
                      <a:pt x="13" y="65"/>
                    </a:cubicBezTo>
                    <a:cubicBezTo>
                      <a:pt x="13" y="57"/>
                      <a:pt x="14" y="49"/>
                      <a:pt x="16" y="41"/>
                    </a:cubicBezTo>
                    <a:cubicBezTo>
                      <a:pt x="27" y="40"/>
                      <a:pt x="39" y="39"/>
                      <a:pt x="52" y="39"/>
                    </a:cubicBezTo>
                    <a:cubicBezTo>
                      <a:pt x="65" y="39"/>
                      <a:pt x="77" y="40"/>
                      <a:pt x="88" y="41"/>
                    </a:cubicBezTo>
                    <a:cubicBezTo>
                      <a:pt x="90" y="49"/>
                      <a:pt x="92" y="57"/>
                      <a:pt x="92" y="65"/>
                    </a:cubicBezTo>
                    <a:cubicBezTo>
                      <a:pt x="92" y="74"/>
                      <a:pt x="90" y="82"/>
                      <a:pt x="88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7" name="îšľî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44C469A-3B6F-4EB7-B690-75C6E7B97D67}"/>
                  </a:ext>
                </a:extLst>
              </p:cNvPr>
              <p:cNvSpPr/>
              <p:nvPr/>
            </p:nvSpPr>
            <p:spPr bwMode="auto">
              <a:xfrm>
                <a:off x="9372038" y="6560592"/>
                <a:ext cx="409082" cy="230965"/>
              </a:xfrm>
              <a:custGeom>
                <a:avLst/>
                <a:gdLst>
                  <a:gd name="T0" fmla="*/ 128 w 128"/>
                  <a:gd name="T1" fmla="*/ 50 h 72"/>
                  <a:gd name="T2" fmla="*/ 112 w 128"/>
                  <a:gd name="T3" fmla="*/ 29 h 72"/>
                  <a:gd name="T4" fmla="*/ 82 w 128"/>
                  <a:gd name="T5" fmla="*/ 0 h 72"/>
                  <a:gd name="T6" fmla="*/ 58 w 128"/>
                  <a:gd name="T7" fmla="*/ 11 h 72"/>
                  <a:gd name="T8" fmla="*/ 45 w 128"/>
                  <a:gd name="T9" fmla="*/ 4 h 72"/>
                  <a:gd name="T10" fmla="*/ 29 w 128"/>
                  <a:gd name="T11" fmla="*/ 21 h 72"/>
                  <a:gd name="T12" fmla="*/ 29 w 128"/>
                  <a:gd name="T13" fmla="*/ 23 h 72"/>
                  <a:gd name="T14" fmla="*/ 24 w 128"/>
                  <a:gd name="T15" fmla="*/ 23 h 72"/>
                  <a:gd name="T16" fmla="*/ 0 w 128"/>
                  <a:gd name="T17" fmla="*/ 47 h 72"/>
                  <a:gd name="T18" fmla="*/ 24 w 128"/>
                  <a:gd name="T19" fmla="*/ 72 h 72"/>
                  <a:gd name="T20" fmla="*/ 106 w 128"/>
                  <a:gd name="T21" fmla="*/ 72 h 72"/>
                  <a:gd name="T22" fmla="*/ 106 w 128"/>
                  <a:gd name="T23" fmla="*/ 72 h 72"/>
                  <a:gd name="T24" fmla="*/ 128 w 128"/>
                  <a:gd name="T25" fmla="*/ 5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2">
                    <a:moveTo>
                      <a:pt x="128" y="50"/>
                    </a:moveTo>
                    <a:cubicBezTo>
                      <a:pt x="128" y="39"/>
                      <a:pt x="121" y="31"/>
                      <a:pt x="112" y="29"/>
                    </a:cubicBezTo>
                    <a:cubicBezTo>
                      <a:pt x="111" y="12"/>
                      <a:pt x="98" y="0"/>
                      <a:pt x="82" y="0"/>
                    </a:cubicBezTo>
                    <a:cubicBezTo>
                      <a:pt x="72" y="0"/>
                      <a:pt x="64" y="4"/>
                      <a:pt x="58" y="11"/>
                    </a:cubicBezTo>
                    <a:cubicBezTo>
                      <a:pt x="55" y="7"/>
                      <a:pt x="51" y="4"/>
                      <a:pt x="45" y="4"/>
                    </a:cubicBezTo>
                    <a:cubicBezTo>
                      <a:pt x="36" y="4"/>
                      <a:pt x="29" y="12"/>
                      <a:pt x="29" y="21"/>
                    </a:cubicBezTo>
                    <a:cubicBezTo>
                      <a:pt x="29" y="22"/>
                      <a:pt x="29" y="23"/>
                      <a:pt x="29" y="23"/>
                    </a:cubicBezTo>
                    <a:cubicBezTo>
                      <a:pt x="27" y="23"/>
                      <a:pt x="26" y="23"/>
                      <a:pt x="24" y="23"/>
                    </a:cubicBezTo>
                    <a:cubicBezTo>
                      <a:pt x="11" y="23"/>
                      <a:pt x="0" y="34"/>
                      <a:pt x="0" y="47"/>
                    </a:cubicBezTo>
                    <a:cubicBezTo>
                      <a:pt x="0" y="61"/>
                      <a:pt x="11" y="72"/>
                      <a:pt x="24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18" y="71"/>
                      <a:pt x="128" y="62"/>
                      <a:pt x="128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8" name="ïṣḻí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6A03754-B2C0-4762-9B59-002AB3B1C2BE}"/>
                  </a:ext>
                </a:extLst>
              </p:cNvPr>
              <p:cNvSpPr/>
              <p:nvPr/>
            </p:nvSpPr>
            <p:spPr bwMode="auto">
              <a:xfrm>
                <a:off x="8992317" y="6560592"/>
                <a:ext cx="281855" cy="230965"/>
              </a:xfrm>
              <a:custGeom>
                <a:avLst/>
                <a:gdLst>
                  <a:gd name="T0" fmla="*/ 0 w 88"/>
                  <a:gd name="T1" fmla="*/ 0 h 72"/>
                  <a:gd name="T2" fmla="*/ 0 w 88"/>
                  <a:gd name="T3" fmla="*/ 72 h 72"/>
                  <a:gd name="T4" fmla="*/ 88 w 88"/>
                  <a:gd name="T5" fmla="*/ 72 h 72"/>
                  <a:gd name="T6" fmla="*/ 88 w 88"/>
                  <a:gd name="T7" fmla="*/ 0 h 72"/>
                  <a:gd name="T8" fmla="*/ 0 w 88"/>
                  <a:gd name="T9" fmla="*/ 0 h 72"/>
                  <a:gd name="T10" fmla="*/ 83 w 88"/>
                  <a:gd name="T11" fmla="*/ 66 h 72"/>
                  <a:gd name="T12" fmla="*/ 5 w 88"/>
                  <a:gd name="T13" fmla="*/ 66 h 72"/>
                  <a:gd name="T14" fmla="*/ 5 w 88"/>
                  <a:gd name="T15" fmla="*/ 5 h 72"/>
                  <a:gd name="T16" fmla="*/ 83 w 88"/>
                  <a:gd name="T17" fmla="*/ 5 h 72"/>
                  <a:gd name="T18" fmla="*/ 83 w 88"/>
                  <a:gd name="T19" fmla="*/ 66 h 72"/>
                  <a:gd name="T20" fmla="*/ 61 w 88"/>
                  <a:gd name="T21" fmla="*/ 19 h 72"/>
                  <a:gd name="T22" fmla="*/ 69 w 88"/>
                  <a:gd name="T23" fmla="*/ 27 h 72"/>
                  <a:gd name="T24" fmla="*/ 77 w 88"/>
                  <a:gd name="T25" fmla="*/ 19 h 72"/>
                  <a:gd name="T26" fmla="*/ 69 w 88"/>
                  <a:gd name="T27" fmla="*/ 11 h 72"/>
                  <a:gd name="T28" fmla="*/ 61 w 88"/>
                  <a:gd name="T29" fmla="*/ 19 h 72"/>
                  <a:gd name="T30" fmla="*/ 77 w 88"/>
                  <a:gd name="T31" fmla="*/ 60 h 72"/>
                  <a:gd name="T32" fmla="*/ 11 w 88"/>
                  <a:gd name="T33" fmla="*/ 60 h 72"/>
                  <a:gd name="T34" fmla="*/ 27 w 88"/>
                  <a:gd name="T35" fmla="*/ 16 h 72"/>
                  <a:gd name="T36" fmla="*/ 50 w 88"/>
                  <a:gd name="T37" fmla="*/ 44 h 72"/>
                  <a:gd name="T38" fmla="*/ 61 w 88"/>
                  <a:gd name="T39" fmla="*/ 36 h 72"/>
                  <a:gd name="T40" fmla="*/ 77 w 88"/>
                  <a:gd name="T41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8" h="72">
                    <a:moveTo>
                      <a:pt x="0" y="0"/>
                    </a:moveTo>
                    <a:cubicBezTo>
                      <a:pt x="0" y="72"/>
                      <a:pt x="0" y="72"/>
                      <a:pt x="0" y="72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88" y="0"/>
                      <a:pt x="88" y="0"/>
                      <a:pt x="88" y="0"/>
                    </a:cubicBezTo>
                    <a:lnTo>
                      <a:pt x="0" y="0"/>
                    </a:lnTo>
                    <a:close/>
                    <a:moveTo>
                      <a:pt x="83" y="66"/>
                    </a:moveTo>
                    <a:cubicBezTo>
                      <a:pt x="5" y="66"/>
                      <a:pt x="5" y="66"/>
                      <a:pt x="5" y="66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83" y="5"/>
                      <a:pt x="83" y="5"/>
                      <a:pt x="83" y="5"/>
                    </a:cubicBezTo>
                    <a:lnTo>
                      <a:pt x="83" y="66"/>
                    </a:lnTo>
                    <a:close/>
                    <a:moveTo>
                      <a:pt x="61" y="19"/>
                    </a:moveTo>
                    <a:cubicBezTo>
                      <a:pt x="61" y="24"/>
                      <a:pt x="64" y="27"/>
                      <a:pt x="69" y="27"/>
                    </a:cubicBezTo>
                    <a:cubicBezTo>
                      <a:pt x="74" y="27"/>
                      <a:pt x="77" y="24"/>
                      <a:pt x="77" y="19"/>
                    </a:cubicBezTo>
                    <a:cubicBezTo>
                      <a:pt x="77" y="14"/>
                      <a:pt x="74" y="11"/>
                      <a:pt x="69" y="11"/>
                    </a:cubicBezTo>
                    <a:cubicBezTo>
                      <a:pt x="64" y="11"/>
                      <a:pt x="61" y="14"/>
                      <a:pt x="61" y="19"/>
                    </a:cubicBezTo>
                    <a:close/>
                    <a:moveTo>
                      <a:pt x="77" y="60"/>
                    </a:moveTo>
                    <a:cubicBezTo>
                      <a:pt x="11" y="60"/>
                      <a:pt x="11" y="60"/>
                      <a:pt x="11" y="60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50" y="44"/>
                      <a:pt x="50" y="44"/>
                      <a:pt x="50" y="44"/>
                    </a:cubicBezTo>
                    <a:cubicBezTo>
                      <a:pt x="61" y="36"/>
                      <a:pt x="61" y="36"/>
                      <a:pt x="61" y="36"/>
                    </a:cubicBezTo>
                    <a:lnTo>
                      <a:pt x="77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9" name="iṩḷi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3E69527-6944-4761-BAB2-493D1136B66D}"/>
                  </a:ext>
                </a:extLst>
              </p:cNvPr>
              <p:cNvSpPr/>
              <p:nvPr/>
            </p:nvSpPr>
            <p:spPr bwMode="auto">
              <a:xfrm>
                <a:off x="8583234" y="6505787"/>
                <a:ext cx="272069" cy="275983"/>
              </a:xfrm>
              <a:custGeom>
                <a:avLst/>
                <a:gdLst>
                  <a:gd name="T0" fmla="*/ 57 w 85"/>
                  <a:gd name="T1" fmla="*/ 59 h 86"/>
                  <a:gd name="T2" fmla="*/ 82 w 85"/>
                  <a:gd name="T3" fmla="*/ 47 h 86"/>
                  <a:gd name="T4" fmla="*/ 82 w 85"/>
                  <a:gd name="T5" fmla="*/ 59 h 86"/>
                  <a:gd name="T6" fmla="*/ 66 w 85"/>
                  <a:gd name="T7" fmla="*/ 67 h 86"/>
                  <a:gd name="T8" fmla="*/ 59 w 85"/>
                  <a:gd name="T9" fmla="*/ 84 h 86"/>
                  <a:gd name="T10" fmla="*/ 47 w 85"/>
                  <a:gd name="T11" fmla="*/ 84 h 86"/>
                  <a:gd name="T12" fmla="*/ 57 w 85"/>
                  <a:gd name="T13" fmla="*/ 59 h 86"/>
                  <a:gd name="T14" fmla="*/ 24 w 85"/>
                  <a:gd name="T15" fmla="*/ 85 h 86"/>
                  <a:gd name="T16" fmla="*/ 39 w 85"/>
                  <a:gd name="T17" fmla="*/ 42 h 86"/>
                  <a:gd name="T18" fmla="*/ 81 w 85"/>
                  <a:gd name="T19" fmla="*/ 23 h 86"/>
                  <a:gd name="T20" fmla="*/ 81 w 85"/>
                  <a:gd name="T21" fmla="*/ 35 h 86"/>
                  <a:gd name="T22" fmla="*/ 81 w 85"/>
                  <a:gd name="T23" fmla="*/ 35 h 86"/>
                  <a:gd name="T24" fmla="*/ 48 w 85"/>
                  <a:gd name="T25" fmla="*/ 51 h 86"/>
                  <a:gd name="T26" fmla="*/ 36 w 85"/>
                  <a:gd name="T27" fmla="*/ 85 h 86"/>
                  <a:gd name="T28" fmla="*/ 24 w 85"/>
                  <a:gd name="T29" fmla="*/ 85 h 86"/>
                  <a:gd name="T30" fmla="*/ 49 w 85"/>
                  <a:gd name="T31" fmla="*/ 7 h 86"/>
                  <a:gd name="T32" fmla="*/ 80 w 85"/>
                  <a:gd name="T33" fmla="*/ 0 h 86"/>
                  <a:gd name="T34" fmla="*/ 80 w 85"/>
                  <a:gd name="T35" fmla="*/ 0 h 86"/>
                  <a:gd name="T36" fmla="*/ 80 w 85"/>
                  <a:gd name="T37" fmla="*/ 12 h 86"/>
                  <a:gd name="T38" fmla="*/ 31 w 85"/>
                  <a:gd name="T39" fmla="*/ 34 h 86"/>
                  <a:gd name="T40" fmla="*/ 12 w 85"/>
                  <a:gd name="T41" fmla="*/ 86 h 86"/>
                  <a:gd name="T42" fmla="*/ 0 w 85"/>
                  <a:gd name="T43" fmla="*/ 86 h 86"/>
                  <a:gd name="T44" fmla="*/ 5 w 85"/>
                  <a:gd name="T45" fmla="*/ 55 h 86"/>
                  <a:gd name="T46" fmla="*/ 22 w 85"/>
                  <a:gd name="T47" fmla="*/ 26 h 86"/>
                  <a:gd name="T48" fmla="*/ 49 w 85"/>
                  <a:gd name="T49" fmla="*/ 7 h 86"/>
                  <a:gd name="T50" fmla="*/ 75 w 85"/>
                  <a:gd name="T51" fmla="*/ 83 h 86"/>
                  <a:gd name="T52" fmla="*/ 83 w 85"/>
                  <a:gd name="T53" fmla="*/ 83 h 86"/>
                  <a:gd name="T54" fmla="*/ 83 w 85"/>
                  <a:gd name="T55" fmla="*/ 74 h 86"/>
                  <a:gd name="T56" fmla="*/ 74 w 85"/>
                  <a:gd name="T57" fmla="*/ 75 h 86"/>
                  <a:gd name="T58" fmla="*/ 75 w 85"/>
                  <a:gd name="T59" fmla="*/ 8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5" h="86">
                    <a:moveTo>
                      <a:pt x="57" y="59"/>
                    </a:moveTo>
                    <a:cubicBezTo>
                      <a:pt x="64" y="51"/>
                      <a:pt x="73" y="48"/>
                      <a:pt x="82" y="47"/>
                    </a:cubicBezTo>
                    <a:cubicBezTo>
                      <a:pt x="82" y="59"/>
                      <a:pt x="82" y="59"/>
                      <a:pt x="82" y="59"/>
                    </a:cubicBezTo>
                    <a:cubicBezTo>
                      <a:pt x="76" y="59"/>
                      <a:pt x="70" y="62"/>
                      <a:pt x="66" y="67"/>
                    </a:cubicBezTo>
                    <a:cubicBezTo>
                      <a:pt x="61" y="71"/>
                      <a:pt x="59" y="78"/>
                      <a:pt x="59" y="84"/>
                    </a:cubicBezTo>
                    <a:cubicBezTo>
                      <a:pt x="47" y="84"/>
                      <a:pt x="47" y="84"/>
                      <a:pt x="47" y="84"/>
                    </a:cubicBezTo>
                    <a:cubicBezTo>
                      <a:pt x="47" y="75"/>
                      <a:pt x="50" y="66"/>
                      <a:pt x="57" y="59"/>
                    </a:cubicBezTo>
                    <a:close/>
                    <a:moveTo>
                      <a:pt x="24" y="85"/>
                    </a:moveTo>
                    <a:cubicBezTo>
                      <a:pt x="23" y="69"/>
                      <a:pt x="29" y="54"/>
                      <a:pt x="39" y="42"/>
                    </a:cubicBezTo>
                    <a:cubicBezTo>
                      <a:pt x="50" y="31"/>
                      <a:pt x="65" y="24"/>
                      <a:pt x="81" y="23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69" y="36"/>
                      <a:pt x="57" y="41"/>
                      <a:pt x="48" y="51"/>
                    </a:cubicBezTo>
                    <a:cubicBezTo>
                      <a:pt x="40" y="60"/>
                      <a:pt x="35" y="72"/>
                      <a:pt x="36" y="85"/>
                    </a:cubicBezTo>
                    <a:lnTo>
                      <a:pt x="24" y="85"/>
                    </a:lnTo>
                    <a:close/>
                    <a:moveTo>
                      <a:pt x="49" y="7"/>
                    </a:moveTo>
                    <a:cubicBezTo>
                      <a:pt x="59" y="3"/>
                      <a:pt x="69" y="0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61" y="12"/>
                      <a:pt x="44" y="20"/>
                      <a:pt x="31" y="34"/>
                    </a:cubicBezTo>
                    <a:cubicBezTo>
                      <a:pt x="18" y="48"/>
                      <a:pt x="11" y="67"/>
                      <a:pt x="12" y="86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75"/>
                      <a:pt x="1" y="65"/>
                      <a:pt x="5" y="55"/>
                    </a:cubicBezTo>
                    <a:cubicBezTo>
                      <a:pt x="9" y="44"/>
                      <a:pt x="14" y="35"/>
                      <a:pt x="22" y="26"/>
                    </a:cubicBezTo>
                    <a:cubicBezTo>
                      <a:pt x="30" y="18"/>
                      <a:pt x="39" y="12"/>
                      <a:pt x="49" y="7"/>
                    </a:cubicBezTo>
                    <a:close/>
                    <a:moveTo>
                      <a:pt x="75" y="83"/>
                    </a:moveTo>
                    <a:cubicBezTo>
                      <a:pt x="77" y="85"/>
                      <a:pt x="81" y="85"/>
                      <a:pt x="83" y="83"/>
                    </a:cubicBezTo>
                    <a:cubicBezTo>
                      <a:pt x="85" y="80"/>
                      <a:pt x="85" y="77"/>
                      <a:pt x="83" y="74"/>
                    </a:cubicBezTo>
                    <a:cubicBezTo>
                      <a:pt x="80" y="72"/>
                      <a:pt x="77" y="72"/>
                      <a:pt x="74" y="75"/>
                    </a:cubicBezTo>
                    <a:cubicBezTo>
                      <a:pt x="72" y="77"/>
                      <a:pt x="72" y="81"/>
                      <a:pt x="75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0" name="îṩlí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0B4B84F-BC0B-4BF2-A531-B3D326C87E57}"/>
                  </a:ext>
                </a:extLst>
              </p:cNvPr>
              <p:cNvSpPr/>
              <p:nvPr/>
            </p:nvSpPr>
            <p:spPr bwMode="auto">
              <a:xfrm>
                <a:off x="7782165" y="3068712"/>
                <a:ext cx="230965" cy="227050"/>
              </a:xfrm>
              <a:custGeom>
                <a:avLst/>
                <a:gdLst>
                  <a:gd name="T0" fmla="*/ 14 w 72"/>
                  <a:gd name="T1" fmla="*/ 35 h 71"/>
                  <a:gd name="T2" fmla="*/ 14 w 72"/>
                  <a:gd name="T3" fmla="*/ 33 h 71"/>
                  <a:gd name="T4" fmla="*/ 1 w 72"/>
                  <a:gd name="T5" fmla="*/ 29 h 71"/>
                  <a:gd name="T6" fmla="*/ 0 w 72"/>
                  <a:gd name="T7" fmla="*/ 35 h 71"/>
                  <a:gd name="T8" fmla="*/ 11 w 72"/>
                  <a:gd name="T9" fmla="*/ 62 h 71"/>
                  <a:gd name="T10" fmla="*/ 19 w 72"/>
                  <a:gd name="T11" fmla="*/ 51 h 71"/>
                  <a:gd name="T12" fmla="*/ 14 w 72"/>
                  <a:gd name="T13" fmla="*/ 35 h 71"/>
                  <a:gd name="T14" fmla="*/ 58 w 72"/>
                  <a:gd name="T15" fmla="*/ 35 h 71"/>
                  <a:gd name="T16" fmla="*/ 53 w 72"/>
                  <a:gd name="T17" fmla="*/ 51 h 71"/>
                  <a:gd name="T18" fmla="*/ 61 w 72"/>
                  <a:gd name="T19" fmla="*/ 62 h 71"/>
                  <a:gd name="T20" fmla="*/ 72 w 72"/>
                  <a:gd name="T21" fmla="*/ 35 h 71"/>
                  <a:gd name="T22" fmla="*/ 71 w 72"/>
                  <a:gd name="T23" fmla="*/ 29 h 71"/>
                  <a:gd name="T24" fmla="*/ 58 w 72"/>
                  <a:gd name="T25" fmla="*/ 33 h 71"/>
                  <a:gd name="T26" fmla="*/ 58 w 72"/>
                  <a:gd name="T27" fmla="*/ 35 h 71"/>
                  <a:gd name="T28" fmla="*/ 40 w 72"/>
                  <a:gd name="T29" fmla="*/ 13 h 71"/>
                  <a:gd name="T30" fmla="*/ 56 w 72"/>
                  <a:gd name="T31" fmla="*/ 24 h 71"/>
                  <a:gd name="T32" fmla="*/ 68 w 72"/>
                  <a:gd name="T33" fmla="*/ 20 h 71"/>
                  <a:gd name="T34" fmla="*/ 40 w 72"/>
                  <a:gd name="T35" fmla="*/ 0 h 71"/>
                  <a:gd name="T36" fmla="*/ 40 w 72"/>
                  <a:gd name="T37" fmla="*/ 13 h 71"/>
                  <a:gd name="T38" fmla="*/ 16 w 72"/>
                  <a:gd name="T39" fmla="*/ 24 h 71"/>
                  <a:gd name="T40" fmla="*/ 31 w 72"/>
                  <a:gd name="T41" fmla="*/ 13 h 71"/>
                  <a:gd name="T42" fmla="*/ 31 w 72"/>
                  <a:gd name="T43" fmla="*/ 0 h 71"/>
                  <a:gd name="T44" fmla="*/ 3 w 72"/>
                  <a:gd name="T45" fmla="*/ 20 h 71"/>
                  <a:gd name="T46" fmla="*/ 16 w 72"/>
                  <a:gd name="T47" fmla="*/ 24 h 71"/>
                  <a:gd name="T48" fmla="*/ 45 w 72"/>
                  <a:gd name="T49" fmla="*/ 56 h 71"/>
                  <a:gd name="T50" fmla="*/ 36 w 72"/>
                  <a:gd name="T51" fmla="*/ 58 h 71"/>
                  <a:gd name="T52" fmla="*/ 27 w 72"/>
                  <a:gd name="T53" fmla="*/ 56 h 71"/>
                  <a:gd name="T54" fmla="*/ 19 w 72"/>
                  <a:gd name="T55" fmla="*/ 67 h 71"/>
                  <a:gd name="T56" fmla="*/ 36 w 72"/>
                  <a:gd name="T57" fmla="*/ 71 h 71"/>
                  <a:gd name="T58" fmla="*/ 53 w 72"/>
                  <a:gd name="T59" fmla="*/ 67 h 71"/>
                  <a:gd name="T60" fmla="*/ 45 w 72"/>
                  <a:gd name="T61" fmla="*/ 56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2" h="71">
                    <a:moveTo>
                      <a:pt x="14" y="35"/>
                    </a:moveTo>
                    <a:cubicBezTo>
                      <a:pt x="14" y="35"/>
                      <a:pt x="14" y="34"/>
                      <a:pt x="14" y="3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31"/>
                      <a:pt x="0" y="33"/>
                      <a:pt x="0" y="35"/>
                    </a:cubicBezTo>
                    <a:cubicBezTo>
                      <a:pt x="0" y="46"/>
                      <a:pt x="4" y="55"/>
                      <a:pt x="11" y="62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6" y="47"/>
                      <a:pt x="14" y="41"/>
                      <a:pt x="14" y="35"/>
                    </a:cubicBezTo>
                    <a:close/>
                    <a:moveTo>
                      <a:pt x="58" y="35"/>
                    </a:moveTo>
                    <a:cubicBezTo>
                      <a:pt x="58" y="41"/>
                      <a:pt x="56" y="47"/>
                      <a:pt x="53" y="51"/>
                    </a:cubicBezTo>
                    <a:cubicBezTo>
                      <a:pt x="61" y="62"/>
                      <a:pt x="61" y="62"/>
                      <a:pt x="61" y="62"/>
                    </a:cubicBezTo>
                    <a:cubicBezTo>
                      <a:pt x="68" y="55"/>
                      <a:pt x="72" y="46"/>
                      <a:pt x="72" y="35"/>
                    </a:cubicBezTo>
                    <a:cubicBezTo>
                      <a:pt x="72" y="33"/>
                      <a:pt x="72" y="31"/>
                      <a:pt x="71" y="29"/>
                    </a:cubicBezTo>
                    <a:cubicBezTo>
                      <a:pt x="58" y="33"/>
                      <a:pt x="58" y="33"/>
                      <a:pt x="58" y="33"/>
                    </a:cubicBezTo>
                    <a:cubicBezTo>
                      <a:pt x="58" y="34"/>
                      <a:pt x="58" y="35"/>
                      <a:pt x="58" y="35"/>
                    </a:cubicBezTo>
                    <a:close/>
                    <a:moveTo>
                      <a:pt x="40" y="13"/>
                    </a:moveTo>
                    <a:cubicBezTo>
                      <a:pt x="47" y="15"/>
                      <a:pt x="52" y="19"/>
                      <a:pt x="56" y="24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3" y="9"/>
                      <a:pt x="53" y="1"/>
                      <a:pt x="40" y="0"/>
                    </a:cubicBezTo>
                    <a:lnTo>
                      <a:pt x="40" y="13"/>
                    </a:lnTo>
                    <a:close/>
                    <a:moveTo>
                      <a:pt x="16" y="24"/>
                    </a:moveTo>
                    <a:cubicBezTo>
                      <a:pt x="20" y="19"/>
                      <a:pt x="25" y="15"/>
                      <a:pt x="31" y="1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9" y="1"/>
                      <a:pt x="9" y="9"/>
                      <a:pt x="3" y="20"/>
                    </a:cubicBezTo>
                    <a:lnTo>
                      <a:pt x="16" y="24"/>
                    </a:lnTo>
                    <a:close/>
                    <a:moveTo>
                      <a:pt x="45" y="56"/>
                    </a:moveTo>
                    <a:cubicBezTo>
                      <a:pt x="42" y="57"/>
                      <a:pt x="39" y="58"/>
                      <a:pt x="36" y="58"/>
                    </a:cubicBezTo>
                    <a:cubicBezTo>
                      <a:pt x="33" y="58"/>
                      <a:pt x="30" y="57"/>
                      <a:pt x="27" y="56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4" y="70"/>
                      <a:pt x="30" y="71"/>
                      <a:pt x="36" y="71"/>
                    </a:cubicBezTo>
                    <a:cubicBezTo>
                      <a:pt x="42" y="71"/>
                      <a:pt x="48" y="70"/>
                      <a:pt x="53" y="67"/>
                    </a:cubicBezTo>
                    <a:lnTo>
                      <a:pt x="45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1" name="ïSľi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3000A68-83CD-45FA-A881-8C2A54C94A70}"/>
                  </a:ext>
                </a:extLst>
              </p:cNvPr>
              <p:cNvSpPr/>
              <p:nvPr/>
            </p:nvSpPr>
            <p:spPr bwMode="auto">
              <a:xfrm>
                <a:off x="8409033" y="762985"/>
                <a:ext cx="189861" cy="187904"/>
              </a:xfrm>
              <a:custGeom>
                <a:avLst/>
                <a:gdLst>
                  <a:gd name="T0" fmla="*/ 30 w 59"/>
                  <a:gd name="T1" fmla="*/ 0 h 59"/>
                  <a:gd name="T2" fmla="*/ 0 w 59"/>
                  <a:gd name="T3" fmla="*/ 29 h 59"/>
                  <a:gd name="T4" fmla="*/ 30 w 59"/>
                  <a:gd name="T5" fmla="*/ 59 h 59"/>
                  <a:gd name="T6" fmla="*/ 59 w 59"/>
                  <a:gd name="T7" fmla="*/ 29 h 59"/>
                  <a:gd name="T8" fmla="*/ 30 w 59"/>
                  <a:gd name="T9" fmla="*/ 0 h 59"/>
                  <a:gd name="T10" fmla="*/ 47 w 59"/>
                  <a:gd name="T11" fmla="*/ 25 h 59"/>
                  <a:gd name="T12" fmla="*/ 31 w 59"/>
                  <a:gd name="T13" fmla="*/ 47 h 59"/>
                  <a:gd name="T14" fmla="*/ 24 w 59"/>
                  <a:gd name="T15" fmla="*/ 44 h 59"/>
                  <a:gd name="T16" fmla="*/ 18 w 59"/>
                  <a:gd name="T17" fmla="*/ 27 h 59"/>
                  <a:gd name="T18" fmla="*/ 14 w 59"/>
                  <a:gd name="T19" fmla="*/ 28 h 59"/>
                  <a:gd name="T20" fmla="*/ 12 w 59"/>
                  <a:gd name="T21" fmla="*/ 26 h 59"/>
                  <a:gd name="T22" fmla="*/ 23 w 59"/>
                  <a:gd name="T23" fmla="*/ 18 h 59"/>
                  <a:gd name="T24" fmla="*/ 29 w 59"/>
                  <a:gd name="T25" fmla="*/ 30 h 59"/>
                  <a:gd name="T26" fmla="*/ 32 w 59"/>
                  <a:gd name="T27" fmla="*/ 37 h 59"/>
                  <a:gd name="T28" fmla="*/ 36 w 59"/>
                  <a:gd name="T29" fmla="*/ 31 h 59"/>
                  <a:gd name="T30" fmla="*/ 32 w 59"/>
                  <a:gd name="T31" fmla="*/ 26 h 59"/>
                  <a:gd name="T32" fmla="*/ 47 w 59"/>
                  <a:gd name="T33" fmla="*/ 2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9" h="59">
                    <a:moveTo>
                      <a:pt x="30" y="0"/>
                    </a:moveTo>
                    <a:cubicBezTo>
                      <a:pt x="14" y="0"/>
                      <a:pt x="0" y="13"/>
                      <a:pt x="0" y="29"/>
                    </a:cubicBezTo>
                    <a:cubicBezTo>
                      <a:pt x="0" y="45"/>
                      <a:pt x="14" y="59"/>
                      <a:pt x="30" y="59"/>
                    </a:cubicBezTo>
                    <a:cubicBezTo>
                      <a:pt x="46" y="59"/>
                      <a:pt x="59" y="45"/>
                      <a:pt x="59" y="29"/>
                    </a:cubicBezTo>
                    <a:cubicBezTo>
                      <a:pt x="59" y="13"/>
                      <a:pt x="46" y="0"/>
                      <a:pt x="30" y="0"/>
                    </a:cubicBezTo>
                    <a:close/>
                    <a:moveTo>
                      <a:pt x="47" y="25"/>
                    </a:moveTo>
                    <a:cubicBezTo>
                      <a:pt x="45" y="36"/>
                      <a:pt x="34" y="45"/>
                      <a:pt x="31" y="47"/>
                    </a:cubicBezTo>
                    <a:cubicBezTo>
                      <a:pt x="28" y="49"/>
                      <a:pt x="25" y="46"/>
                      <a:pt x="24" y="44"/>
                    </a:cubicBezTo>
                    <a:cubicBezTo>
                      <a:pt x="22" y="42"/>
                      <a:pt x="19" y="28"/>
                      <a:pt x="18" y="27"/>
                    </a:cubicBezTo>
                    <a:cubicBezTo>
                      <a:pt x="17" y="25"/>
                      <a:pt x="14" y="28"/>
                      <a:pt x="14" y="28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2" y="26"/>
                      <a:pt x="18" y="19"/>
                      <a:pt x="23" y="18"/>
                    </a:cubicBezTo>
                    <a:cubicBezTo>
                      <a:pt x="28" y="17"/>
                      <a:pt x="28" y="25"/>
                      <a:pt x="29" y="30"/>
                    </a:cubicBezTo>
                    <a:cubicBezTo>
                      <a:pt x="30" y="34"/>
                      <a:pt x="31" y="37"/>
                      <a:pt x="32" y="37"/>
                    </a:cubicBezTo>
                    <a:cubicBezTo>
                      <a:pt x="33" y="37"/>
                      <a:pt x="34" y="34"/>
                      <a:pt x="36" y="31"/>
                    </a:cubicBezTo>
                    <a:cubicBezTo>
                      <a:pt x="39" y="27"/>
                      <a:pt x="36" y="23"/>
                      <a:pt x="32" y="26"/>
                    </a:cubicBezTo>
                    <a:cubicBezTo>
                      <a:pt x="34" y="16"/>
                      <a:pt x="49" y="14"/>
                      <a:pt x="4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22" name="Rectangle 123"/>
          <p:cNvSpPr>
            <a:spLocks noChangeArrowheads="1"/>
          </p:cNvSpPr>
          <p:nvPr/>
        </p:nvSpPr>
        <p:spPr bwMode="auto">
          <a:xfrm>
            <a:off x="911424" y="1675699"/>
            <a:ext cx="3142255" cy="117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0" tIns="34286" rIns="68570" bIns="34286" anchor="ctr">
            <a:spAutoFit/>
          </a:bodyPr>
          <a:lstStyle/>
          <a:p>
            <a:pPr>
              <a:lnSpc>
                <a:spcPct val="150000"/>
              </a:lnSpc>
              <a:buClr>
                <a:srgbClr val="CC9900"/>
              </a:buClr>
              <a:defRPr/>
            </a:pPr>
            <a:r>
              <a:rPr lang="en-US" sz="1600" b="1" dirty="0">
                <a:latin typeface="Arial" panose="020B0604020202020204" pitchFamily="34" charset="0"/>
                <a:ea typeface="+mn-ea"/>
              </a:rPr>
              <a:t>Cloud giants are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+mn-ea"/>
              </a:rPr>
              <a:t>strengthening cooperation</a:t>
            </a:r>
            <a:r>
              <a:rPr lang="en-US" sz="1600" b="1" dirty="0">
                <a:latin typeface="Arial" panose="020B0604020202020204" pitchFamily="34" charset="0"/>
                <a:ea typeface="+mn-ea"/>
              </a:rPr>
              <a:t>, leading to a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+mn-ea"/>
              </a:rPr>
              <a:t>more concentrated</a:t>
            </a:r>
            <a:r>
              <a:rPr lang="en-US" sz="1600" b="1" dirty="0">
                <a:latin typeface="Arial" panose="020B0604020202020204" pitchFamily="34" charset="0"/>
                <a:ea typeface="+mn-ea"/>
              </a:rPr>
              <a:t> market.</a:t>
            </a:r>
          </a:p>
        </p:txBody>
      </p:sp>
      <p:sp>
        <p:nvSpPr>
          <p:cNvPr id="423" name="Rectangle 123"/>
          <p:cNvSpPr>
            <a:spLocks noChangeArrowheads="1"/>
          </p:cNvSpPr>
          <p:nvPr/>
        </p:nvSpPr>
        <p:spPr bwMode="auto">
          <a:xfrm>
            <a:off x="8639474" y="1736812"/>
            <a:ext cx="2446244" cy="80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0" tIns="34286" rIns="68570" bIns="34286" anchor="ctr">
            <a:spAutoFit/>
          </a:bodyPr>
          <a:lstStyle/>
          <a:p>
            <a:pPr>
              <a:lnSpc>
                <a:spcPct val="150000"/>
              </a:lnSpc>
              <a:buClr>
                <a:srgbClr val="CC9900"/>
              </a:buClr>
              <a:defRPr/>
            </a:pPr>
            <a:r>
              <a:rPr lang="en-US" sz="1600" b="1" dirty="0">
                <a:latin typeface="Arial" panose="020B0604020202020204" pitchFamily="34" charset="0"/>
                <a:ea typeface="+mn-ea"/>
              </a:rPr>
              <a:t>Cloud providers are using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+mn-ea"/>
              </a:rPr>
              <a:t>more </a:t>
            </a:r>
            <a:r>
              <a:rPr lang="en-US" sz="1600" b="1" dirty="0" smtClean="0">
                <a:solidFill>
                  <a:srgbClr val="FF0000"/>
                </a:solidFill>
                <a:latin typeface="Arial" panose="020B0604020202020204" pitchFamily="34" charset="0"/>
                <a:ea typeface="+mn-ea"/>
              </a:rPr>
              <a:t>AI</a:t>
            </a:r>
            <a:r>
              <a:rPr lang="en-US" sz="1600" b="1" dirty="0" smtClean="0">
                <a:latin typeface="Arial" panose="020B0604020202020204" pitchFamily="34" charset="0"/>
                <a:ea typeface="+mn-ea"/>
              </a:rPr>
              <a:t>.</a:t>
            </a:r>
            <a:endParaRPr lang="en-US" sz="1600" b="1" dirty="0">
              <a:latin typeface="Arial" panose="020B0604020202020204" pitchFamily="34" charset="0"/>
              <a:ea typeface="+mn-ea"/>
            </a:endParaRPr>
          </a:p>
        </p:txBody>
      </p:sp>
      <p:sp>
        <p:nvSpPr>
          <p:cNvPr id="424" name="任意多边形 423"/>
          <p:cNvSpPr/>
          <p:nvPr/>
        </p:nvSpPr>
        <p:spPr bwMode="auto">
          <a:xfrm>
            <a:off x="1091444" y="1730300"/>
            <a:ext cx="2448000" cy="0"/>
          </a:xfrm>
          <a:custGeom>
            <a:avLst/>
            <a:gdLst>
              <a:gd name="connsiteX0" fmla="*/ 2064774 w 2064774"/>
              <a:gd name="connsiteY0" fmla="*/ 0 h 368710"/>
              <a:gd name="connsiteX1" fmla="*/ 1740310 w 2064774"/>
              <a:gd name="connsiteY1" fmla="*/ 368710 h 368710"/>
              <a:gd name="connsiteX2" fmla="*/ 0 w 2064774"/>
              <a:gd name="connsiteY2" fmla="*/ 368710 h 368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4774" h="368710">
                <a:moveTo>
                  <a:pt x="2064774" y="0"/>
                </a:moveTo>
                <a:lnTo>
                  <a:pt x="1740310" y="368710"/>
                </a:lnTo>
                <a:lnTo>
                  <a:pt x="0" y="368710"/>
                </a:lnTo>
              </a:path>
            </a:pathLst>
          </a:custGeom>
          <a:noFill/>
          <a:ln w="9525">
            <a:solidFill>
              <a:srgbClr val="C00000"/>
            </a:solidFill>
            <a:headEnd type="oval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62" tIns="34281" rIns="68562" bIns="34281" numCol="1" rtlCol="0" anchor="t" anchorCtr="0" compatLnSpc="1">
            <a:prstTxWarp prst="textNoShape">
              <a:avLst/>
            </a:prstTxWarp>
          </a:bodyPr>
          <a:lstStyle/>
          <a:p>
            <a:pPr defTabSz="685617"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C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425" name="任意多边形 424"/>
          <p:cNvSpPr/>
          <p:nvPr/>
        </p:nvSpPr>
        <p:spPr bwMode="auto">
          <a:xfrm flipH="1">
            <a:off x="8364252" y="1730300"/>
            <a:ext cx="2448000" cy="0"/>
          </a:xfrm>
          <a:custGeom>
            <a:avLst/>
            <a:gdLst>
              <a:gd name="connsiteX0" fmla="*/ 2064774 w 2064774"/>
              <a:gd name="connsiteY0" fmla="*/ 0 h 368710"/>
              <a:gd name="connsiteX1" fmla="*/ 1740310 w 2064774"/>
              <a:gd name="connsiteY1" fmla="*/ 368710 h 368710"/>
              <a:gd name="connsiteX2" fmla="*/ 0 w 2064774"/>
              <a:gd name="connsiteY2" fmla="*/ 368710 h 368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4774" h="368710">
                <a:moveTo>
                  <a:pt x="2064774" y="0"/>
                </a:moveTo>
                <a:lnTo>
                  <a:pt x="1740310" y="368710"/>
                </a:lnTo>
                <a:lnTo>
                  <a:pt x="0" y="368710"/>
                </a:lnTo>
              </a:path>
            </a:pathLst>
          </a:custGeom>
          <a:noFill/>
          <a:ln w="9525">
            <a:solidFill>
              <a:srgbClr val="C00000"/>
            </a:solidFill>
            <a:headEnd type="oval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62" tIns="34281" rIns="68562" bIns="34281" numCol="1" rtlCol="0" anchor="t" anchorCtr="0" compatLnSpc="1">
            <a:prstTxWarp prst="textNoShape">
              <a:avLst/>
            </a:prstTxWarp>
          </a:bodyPr>
          <a:lstStyle/>
          <a:p>
            <a:pPr defTabSz="685617"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latin typeface="Arial" panose="020B0604020202020204" pitchFamily="34" charset="0"/>
              <a:ea typeface="+mn-ea"/>
            </a:endParaRPr>
          </a:p>
        </p:txBody>
      </p:sp>
      <p:sp>
        <p:nvSpPr>
          <p:cNvPr id="426" name="Rectangle 123"/>
          <p:cNvSpPr>
            <a:spLocks noChangeArrowheads="1"/>
          </p:cNvSpPr>
          <p:nvPr/>
        </p:nvSpPr>
        <p:spPr bwMode="auto">
          <a:xfrm>
            <a:off x="961217" y="4448007"/>
            <a:ext cx="2487533" cy="117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0" tIns="34286" rIns="68570" bIns="34286" anchor="ctr">
            <a:spAutoFit/>
          </a:bodyPr>
          <a:lstStyle/>
          <a:p>
            <a:pPr>
              <a:lnSpc>
                <a:spcPct val="150000"/>
              </a:lnSpc>
              <a:buClr>
                <a:srgbClr val="CC9900"/>
              </a:buClr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+mn-ea"/>
              </a:rPr>
              <a:t>Hybrid cloud and industry cloud </a:t>
            </a:r>
            <a:r>
              <a:rPr lang="en-US" sz="1600" b="1" dirty="0">
                <a:latin typeface="Arial" panose="020B0604020202020204" pitchFamily="34" charset="0"/>
                <a:ea typeface="+mn-ea"/>
              </a:rPr>
              <a:t>are gaining momentum.</a:t>
            </a:r>
          </a:p>
        </p:txBody>
      </p:sp>
      <p:sp>
        <p:nvSpPr>
          <p:cNvPr id="427" name="Rectangle 123"/>
          <p:cNvSpPr>
            <a:spLocks noChangeArrowheads="1"/>
          </p:cNvSpPr>
          <p:nvPr/>
        </p:nvSpPr>
        <p:spPr bwMode="auto">
          <a:xfrm>
            <a:off x="9012324" y="4401108"/>
            <a:ext cx="2844316" cy="117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0" tIns="34286" rIns="68570" bIns="34286" anchor="ctr">
            <a:spAutoFit/>
          </a:bodyPr>
          <a:lstStyle/>
          <a:p>
            <a:pPr>
              <a:lnSpc>
                <a:spcPct val="150000"/>
              </a:lnSpc>
              <a:buClr>
                <a:srgbClr val="CC9900"/>
              </a:buClr>
              <a:defRPr/>
            </a:pPr>
            <a:r>
              <a:rPr lang="en-US" sz="1600" b="1" dirty="0" smtClean="0">
                <a:latin typeface="Arial" panose="020B0604020202020204" pitchFamily="34" charset="0"/>
                <a:ea typeface="+mn-ea"/>
              </a:rPr>
              <a:t>There is an emerging trend toward </a:t>
            </a:r>
            <a:r>
              <a:rPr lang="en-US" sz="1600" b="1" dirty="0" smtClean="0">
                <a:solidFill>
                  <a:srgbClr val="FF0000"/>
                </a:solidFill>
                <a:latin typeface="Arial" panose="020B0604020202020204" pitchFamily="34" charset="0"/>
                <a:ea typeface="+mn-ea"/>
              </a:rPr>
              <a:t>cloud-device integration</a:t>
            </a:r>
            <a:r>
              <a:rPr lang="en-US" sz="1600" b="1" dirty="0" smtClean="0">
                <a:latin typeface="Arial" panose="020B0604020202020204" pitchFamily="34" charset="0"/>
                <a:ea typeface="+mn-ea"/>
              </a:rPr>
              <a:t>.</a:t>
            </a:r>
            <a:endParaRPr lang="en-US" sz="1600" b="1" dirty="0">
              <a:latin typeface="Arial" panose="020B0604020202020204" pitchFamily="34" charset="0"/>
              <a:ea typeface="+mn-ea"/>
            </a:endParaRPr>
          </a:p>
        </p:txBody>
      </p:sp>
      <p:sp>
        <p:nvSpPr>
          <p:cNvPr id="428" name="任意多边形 427"/>
          <p:cNvSpPr/>
          <p:nvPr/>
        </p:nvSpPr>
        <p:spPr bwMode="auto">
          <a:xfrm>
            <a:off x="1091444" y="4479655"/>
            <a:ext cx="2448000" cy="0"/>
          </a:xfrm>
          <a:custGeom>
            <a:avLst/>
            <a:gdLst>
              <a:gd name="connsiteX0" fmla="*/ 2064774 w 2064774"/>
              <a:gd name="connsiteY0" fmla="*/ 0 h 368710"/>
              <a:gd name="connsiteX1" fmla="*/ 1740310 w 2064774"/>
              <a:gd name="connsiteY1" fmla="*/ 368710 h 368710"/>
              <a:gd name="connsiteX2" fmla="*/ 0 w 2064774"/>
              <a:gd name="connsiteY2" fmla="*/ 368710 h 368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4774" h="368710">
                <a:moveTo>
                  <a:pt x="2064774" y="0"/>
                </a:moveTo>
                <a:lnTo>
                  <a:pt x="1740310" y="368710"/>
                </a:lnTo>
                <a:lnTo>
                  <a:pt x="0" y="368710"/>
                </a:lnTo>
              </a:path>
            </a:pathLst>
          </a:custGeom>
          <a:noFill/>
          <a:ln w="9525">
            <a:solidFill>
              <a:srgbClr val="C00000"/>
            </a:solidFill>
            <a:headEnd type="oval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62" tIns="34281" rIns="68562" bIns="34281" numCol="1" rtlCol="0" anchor="t" anchorCtr="0" compatLnSpc="1">
            <a:prstTxWarp prst="textNoShape">
              <a:avLst/>
            </a:prstTxWarp>
          </a:bodyPr>
          <a:lstStyle/>
          <a:p>
            <a:pPr defTabSz="685617"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solidFill>
                <a:srgbClr val="C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429" name="任意多边形 428"/>
          <p:cNvSpPr/>
          <p:nvPr/>
        </p:nvSpPr>
        <p:spPr bwMode="auto">
          <a:xfrm flipH="1">
            <a:off x="8364252" y="4479655"/>
            <a:ext cx="2448000" cy="0"/>
          </a:xfrm>
          <a:custGeom>
            <a:avLst/>
            <a:gdLst>
              <a:gd name="connsiteX0" fmla="*/ 2064774 w 2064774"/>
              <a:gd name="connsiteY0" fmla="*/ 0 h 368710"/>
              <a:gd name="connsiteX1" fmla="*/ 1740310 w 2064774"/>
              <a:gd name="connsiteY1" fmla="*/ 368710 h 368710"/>
              <a:gd name="connsiteX2" fmla="*/ 0 w 2064774"/>
              <a:gd name="connsiteY2" fmla="*/ 368710 h 368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4774" h="368710">
                <a:moveTo>
                  <a:pt x="2064774" y="0"/>
                </a:moveTo>
                <a:lnTo>
                  <a:pt x="1740310" y="368710"/>
                </a:lnTo>
                <a:lnTo>
                  <a:pt x="0" y="368710"/>
                </a:lnTo>
              </a:path>
            </a:pathLst>
          </a:custGeom>
          <a:noFill/>
          <a:ln w="9525">
            <a:solidFill>
              <a:srgbClr val="C00000"/>
            </a:solidFill>
            <a:headEnd type="oval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62" tIns="34281" rIns="68562" bIns="34281" numCol="1" rtlCol="0" anchor="t" anchorCtr="0" compatLnSpc="1">
            <a:prstTxWarp prst="textNoShape">
              <a:avLst/>
            </a:prstTxWarp>
          </a:bodyPr>
          <a:lstStyle/>
          <a:p>
            <a:pPr defTabSz="685617">
              <a:buClr>
                <a:srgbClr val="CC9900"/>
              </a:buClr>
              <a:buFont typeface="Wingdings" pitchFamily="2" charset="2"/>
              <a:buChar char="n"/>
            </a:pPr>
            <a:endParaRPr lang="zh-CN" altLang="en-US" sz="1200">
              <a:latin typeface="Arial" panose="020B060402020202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443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</a:rPr>
              <a:t>Fields </a:t>
            </a:r>
            <a:r>
              <a:rPr lang="en-US" dirty="0">
                <a:latin typeface="Arial" panose="020B0604020202020204" pitchFamily="34" charset="0"/>
              </a:rPr>
              <a:t>Related to Cloud </a:t>
            </a:r>
            <a:r>
              <a:rPr lang="en-US" dirty="0" smtClean="0">
                <a:latin typeface="Arial" panose="020B0604020202020204" pitchFamily="34" charset="0"/>
              </a:rPr>
              <a:t>Computing</a:t>
            </a:r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Cloud Computing Technologies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Cloud Computing Trends</a:t>
            </a:r>
          </a:p>
          <a:p>
            <a:r>
              <a:rPr lang="en-US" b="1" dirty="0">
                <a:latin typeface="Arial" panose="020B0604020202020204" pitchFamily="34" charset="0"/>
              </a:rPr>
              <a:t>Other Emerging Technologies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87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Cloud Computing Extensions</a:t>
            </a:r>
          </a:p>
        </p:txBody>
      </p:sp>
      <p:sp>
        <p:nvSpPr>
          <p:cNvPr id="4" name="Rectangle 88"/>
          <p:cNvSpPr/>
          <p:nvPr/>
        </p:nvSpPr>
        <p:spPr>
          <a:xfrm>
            <a:off x="1055440" y="1628800"/>
            <a:ext cx="4639302" cy="4089057"/>
          </a:xfrm>
          <a:prstGeom prst="rect">
            <a:avLst/>
          </a:prstGeom>
          <a:solidFill>
            <a:srgbClr val="F3FBF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ea typeface="+mj-ea"/>
            </a:endParaRPr>
          </a:p>
        </p:txBody>
      </p:sp>
      <p:grpSp>
        <p:nvGrpSpPr>
          <p:cNvPr id="5" name="Group 91"/>
          <p:cNvGrpSpPr/>
          <p:nvPr/>
        </p:nvGrpSpPr>
        <p:grpSpPr>
          <a:xfrm>
            <a:off x="1642463" y="4451400"/>
            <a:ext cx="3465256" cy="1027094"/>
            <a:chOff x="6843534" y="5023856"/>
            <a:chExt cx="3464454" cy="858846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6843534" y="5023856"/>
              <a:ext cx="133523" cy="8588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5B0E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61" tIns="45731" rIns="91461" bIns="45731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10171665" y="5023856"/>
              <a:ext cx="136323" cy="858846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15B0E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61" tIns="45731" rIns="91461" bIns="45731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8" name="Rectangle 57"/>
            <p:cNvSpPr/>
            <p:nvPr/>
          </p:nvSpPr>
          <p:spPr>
            <a:xfrm>
              <a:off x="7840277" y="5253534"/>
              <a:ext cx="1428330" cy="355081"/>
            </a:xfrm>
            <a:prstGeom prst="rect">
              <a:avLst/>
            </a:prstGeom>
            <a:solidFill>
              <a:srgbClr val="15B0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9" name="Rectangle 3"/>
            <p:cNvSpPr txBox="1">
              <a:spLocks noChangeArrowheads="1"/>
            </p:cNvSpPr>
            <p:nvPr/>
          </p:nvSpPr>
          <p:spPr bwMode="auto">
            <a:xfrm>
              <a:off x="7840278" y="5282864"/>
              <a:ext cx="1428330" cy="310674"/>
            </a:xfrm>
            <a:prstGeom prst="rect">
              <a:avLst/>
            </a:prstGeom>
            <a:noFill/>
            <a:extLst/>
          </p:spPr>
          <p:txBody>
            <a:bodyPr wrap="square" lIns="90021" tIns="46811" rIns="90021" bIns="46811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pPr latinLnBrk="0"/>
              <a:r>
                <a:rPr lang="en-US" sz="1800" dirty="0" smtClean="0">
                  <a:latin typeface="Arial" panose="020B0604020202020204" pitchFamily="34" charset="0"/>
                  <a:ea typeface="+mj-ea"/>
                </a:rPr>
                <a:t>Security</a:t>
              </a:r>
              <a:endParaRPr lang="en-US" sz="1800" dirty="0">
                <a:latin typeface="Arial" panose="020B0604020202020204" pitchFamily="34" charset="0"/>
                <a:ea typeface="+mj-ea"/>
              </a:endParaRPr>
            </a:p>
          </p:txBody>
        </p:sp>
      </p:grpSp>
      <p:grpSp>
        <p:nvGrpSpPr>
          <p:cNvPr id="10" name="Group 92"/>
          <p:cNvGrpSpPr/>
          <p:nvPr/>
        </p:nvGrpSpPr>
        <p:grpSpPr>
          <a:xfrm>
            <a:off x="1628173" y="3105270"/>
            <a:ext cx="3493838" cy="1027094"/>
            <a:chOff x="6814959" y="3831209"/>
            <a:chExt cx="3493029" cy="858846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6814959" y="3831209"/>
              <a:ext cx="133523" cy="8588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1546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61" tIns="45731" rIns="91461" bIns="45731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0171665" y="3831209"/>
              <a:ext cx="136323" cy="858846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41546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61" tIns="45731" rIns="91461" bIns="45731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13" name="Rectangle 61"/>
            <p:cNvSpPr/>
            <p:nvPr/>
          </p:nvSpPr>
          <p:spPr>
            <a:xfrm>
              <a:off x="7833018" y="4119427"/>
              <a:ext cx="1428330" cy="391177"/>
            </a:xfrm>
            <a:prstGeom prst="rect">
              <a:avLst/>
            </a:prstGeom>
            <a:solidFill>
              <a:srgbClr val="4154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14" name="Rectangle 3"/>
            <p:cNvSpPr txBox="1">
              <a:spLocks noChangeArrowheads="1"/>
            </p:cNvSpPr>
            <p:nvPr/>
          </p:nvSpPr>
          <p:spPr bwMode="auto">
            <a:xfrm>
              <a:off x="7861597" y="4155524"/>
              <a:ext cx="1414042" cy="310674"/>
            </a:xfrm>
            <a:prstGeom prst="rect">
              <a:avLst/>
            </a:prstGeom>
            <a:noFill/>
            <a:extLst/>
          </p:spPr>
          <p:txBody>
            <a:bodyPr wrap="square" lIns="90021" tIns="46811" rIns="90021" bIns="46811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pPr latinLnBrk="0"/>
              <a:r>
                <a:rPr lang="en-US" sz="1800" dirty="0">
                  <a:latin typeface="Arial" panose="020B0604020202020204" pitchFamily="34" charset="0"/>
                  <a:ea typeface="+mj-ea"/>
                </a:rPr>
                <a:t>Latency</a:t>
              </a:r>
            </a:p>
          </p:txBody>
        </p:sp>
      </p:grpSp>
      <p:grpSp>
        <p:nvGrpSpPr>
          <p:cNvPr id="15" name="Group 93"/>
          <p:cNvGrpSpPr/>
          <p:nvPr/>
        </p:nvGrpSpPr>
        <p:grpSpPr>
          <a:xfrm>
            <a:off x="1628173" y="1763863"/>
            <a:ext cx="3493838" cy="1027095"/>
            <a:chOff x="6814959" y="2645834"/>
            <a:chExt cx="3493029" cy="858846"/>
          </a:xfrm>
        </p:grpSpPr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6814959" y="2645834"/>
              <a:ext cx="133523" cy="8588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9" y="0"/>
                </a:cxn>
                <a:cxn ang="0">
                  <a:pos x="185" y="2"/>
                </a:cxn>
                <a:cxn ang="0">
                  <a:pos x="186" y="7"/>
                </a:cxn>
                <a:cxn ang="0">
                  <a:pos x="185" y="13"/>
                </a:cxn>
                <a:cxn ang="0">
                  <a:pos x="179" y="15"/>
                </a:cxn>
                <a:cxn ang="0">
                  <a:pos x="114" y="15"/>
                </a:cxn>
                <a:cxn ang="0">
                  <a:pos x="114" y="935"/>
                </a:cxn>
                <a:cxn ang="0">
                  <a:pos x="179" y="935"/>
                </a:cxn>
                <a:cxn ang="0">
                  <a:pos x="183" y="936"/>
                </a:cxn>
                <a:cxn ang="0">
                  <a:pos x="185" y="943"/>
                </a:cxn>
                <a:cxn ang="0">
                  <a:pos x="179" y="953"/>
                </a:cxn>
                <a:cxn ang="0">
                  <a:pos x="0" y="953"/>
                </a:cxn>
                <a:cxn ang="0">
                  <a:pos x="0" y="0"/>
                </a:cxn>
              </a:cxnLst>
              <a:rect l="0" t="0" r="r" b="b"/>
              <a:pathLst>
                <a:path w="186" h="953">
                  <a:moveTo>
                    <a:pt x="0" y="0"/>
                  </a:moveTo>
                  <a:cubicBezTo>
                    <a:pt x="179" y="0"/>
                    <a:pt x="179" y="0"/>
                    <a:pt x="179" y="0"/>
                  </a:cubicBezTo>
                  <a:cubicBezTo>
                    <a:pt x="182" y="0"/>
                    <a:pt x="183" y="1"/>
                    <a:pt x="185" y="2"/>
                  </a:cubicBezTo>
                  <a:cubicBezTo>
                    <a:pt x="186" y="3"/>
                    <a:pt x="186" y="5"/>
                    <a:pt x="186" y="7"/>
                  </a:cubicBezTo>
                  <a:cubicBezTo>
                    <a:pt x="186" y="10"/>
                    <a:pt x="186" y="12"/>
                    <a:pt x="185" y="13"/>
                  </a:cubicBezTo>
                  <a:cubicBezTo>
                    <a:pt x="183" y="15"/>
                    <a:pt x="182" y="15"/>
                    <a:pt x="179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935"/>
                    <a:pt x="114" y="935"/>
                    <a:pt x="114" y="935"/>
                  </a:cubicBezTo>
                  <a:cubicBezTo>
                    <a:pt x="179" y="935"/>
                    <a:pt x="179" y="935"/>
                    <a:pt x="179" y="935"/>
                  </a:cubicBezTo>
                  <a:cubicBezTo>
                    <a:pt x="183" y="936"/>
                    <a:pt x="183" y="936"/>
                    <a:pt x="183" y="936"/>
                  </a:cubicBezTo>
                  <a:cubicBezTo>
                    <a:pt x="184" y="938"/>
                    <a:pt x="185" y="940"/>
                    <a:pt x="185" y="943"/>
                  </a:cubicBezTo>
                  <a:cubicBezTo>
                    <a:pt x="185" y="947"/>
                    <a:pt x="183" y="950"/>
                    <a:pt x="179" y="953"/>
                  </a:cubicBezTo>
                  <a:cubicBezTo>
                    <a:pt x="0" y="953"/>
                    <a:pt x="0" y="953"/>
                    <a:pt x="0" y="9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66F6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61" tIns="45731" rIns="91461" bIns="45731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17" name="Freeform 8"/>
            <p:cNvSpPr>
              <a:spLocks/>
            </p:cNvSpPr>
            <p:nvPr/>
          </p:nvSpPr>
          <p:spPr bwMode="auto">
            <a:xfrm>
              <a:off x="10171665" y="2645834"/>
              <a:ext cx="136323" cy="858846"/>
            </a:xfrm>
            <a:custGeom>
              <a:avLst/>
              <a:gdLst/>
              <a:ahLst/>
              <a:cxnLst>
                <a:cxn ang="0">
                  <a:pos x="77" y="15"/>
                </a:cxn>
                <a:cxn ang="0">
                  <a:pos x="8" y="15"/>
                </a:cxn>
                <a:cxn ang="0">
                  <a:pos x="4" y="8"/>
                </a:cxn>
                <a:cxn ang="0">
                  <a:pos x="8" y="0"/>
                </a:cxn>
                <a:cxn ang="0">
                  <a:pos x="190" y="0"/>
                </a:cxn>
                <a:cxn ang="0">
                  <a:pos x="190" y="953"/>
                </a:cxn>
                <a:cxn ang="0">
                  <a:pos x="8" y="953"/>
                </a:cxn>
                <a:cxn ang="0">
                  <a:pos x="2" y="950"/>
                </a:cxn>
                <a:cxn ang="0">
                  <a:pos x="0" y="944"/>
                </a:cxn>
                <a:cxn ang="0">
                  <a:pos x="2" y="937"/>
                </a:cxn>
                <a:cxn ang="0">
                  <a:pos x="8" y="935"/>
                </a:cxn>
                <a:cxn ang="0">
                  <a:pos x="77" y="935"/>
                </a:cxn>
                <a:cxn ang="0">
                  <a:pos x="77" y="15"/>
                </a:cxn>
              </a:cxnLst>
              <a:rect l="0" t="0" r="r" b="b"/>
              <a:pathLst>
                <a:path w="190" h="953">
                  <a:moveTo>
                    <a:pt x="77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3"/>
                    <a:pt x="4" y="10"/>
                    <a:pt x="4" y="8"/>
                  </a:cubicBezTo>
                  <a:cubicBezTo>
                    <a:pt x="4" y="5"/>
                    <a:pt x="6" y="2"/>
                    <a:pt x="8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953"/>
                    <a:pt x="190" y="953"/>
                    <a:pt x="190" y="953"/>
                  </a:cubicBezTo>
                  <a:cubicBezTo>
                    <a:pt x="8" y="953"/>
                    <a:pt x="8" y="953"/>
                    <a:pt x="8" y="953"/>
                  </a:cubicBezTo>
                  <a:cubicBezTo>
                    <a:pt x="6" y="953"/>
                    <a:pt x="4" y="952"/>
                    <a:pt x="2" y="950"/>
                  </a:cubicBezTo>
                  <a:cubicBezTo>
                    <a:pt x="1" y="949"/>
                    <a:pt x="0" y="947"/>
                    <a:pt x="0" y="944"/>
                  </a:cubicBezTo>
                  <a:cubicBezTo>
                    <a:pt x="0" y="941"/>
                    <a:pt x="1" y="939"/>
                    <a:pt x="2" y="937"/>
                  </a:cubicBezTo>
                  <a:cubicBezTo>
                    <a:pt x="4" y="935"/>
                    <a:pt x="6" y="935"/>
                    <a:pt x="8" y="935"/>
                  </a:cubicBezTo>
                  <a:cubicBezTo>
                    <a:pt x="77" y="935"/>
                    <a:pt x="77" y="935"/>
                    <a:pt x="77" y="935"/>
                  </a:cubicBezTo>
                  <a:lnTo>
                    <a:pt x="77" y="15"/>
                  </a:lnTo>
                  <a:close/>
                </a:path>
              </a:pathLst>
            </a:custGeom>
            <a:solidFill>
              <a:srgbClr val="F66F6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61" tIns="45731" rIns="91461" bIns="45731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18" name="Rectangle 65"/>
            <p:cNvSpPr/>
            <p:nvPr/>
          </p:nvSpPr>
          <p:spPr>
            <a:xfrm>
              <a:off x="7638178" y="2870966"/>
              <a:ext cx="1637460" cy="479525"/>
            </a:xfrm>
            <a:prstGeom prst="rect">
              <a:avLst/>
            </a:prstGeom>
            <a:solidFill>
              <a:srgbClr val="F66F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1">
                <a:latin typeface="Arial" panose="020B0604020202020204" pitchFamily="34" charset="0"/>
                <a:ea typeface="+mj-ea"/>
              </a:endParaRPr>
            </a:p>
          </p:txBody>
        </p:sp>
        <p:sp>
          <p:nvSpPr>
            <p:cNvPr id="19" name="Rectangle 3"/>
            <p:cNvSpPr txBox="1">
              <a:spLocks noChangeArrowheads="1"/>
            </p:cNvSpPr>
            <p:nvPr/>
          </p:nvSpPr>
          <p:spPr bwMode="auto">
            <a:xfrm>
              <a:off x="7646013" y="2833570"/>
              <a:ext cx="1655977" cy="542298"/>
            </a:xfrm>
            <a:prstGeom prst="rect">
              <a:avLst/>
            </a:prstGeom>
            <a:noFill/>
            <a:extLst/>
          </p:spPr>
          <p:txBody>
            <a:bodyPr wrap="square" lIns="90021" tIns="46811" rIns="90021" bIns="46811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pPr latinLnBrk="0"/>
              <a:r>
                <a:rPr lang="en-US" sz="1800" dirty="0" smtClean="0">
                  <a:latin typeface="Arial" panose="020B0604020202020204" pitchFamily="34" charset="0"/>
                  <a:ea typeface="+mj-ea"/>
                </a:rPr>
                <a:t>Network Congestion</a:t>
              </a:r>
              <a:endParaRPr lang="en-US" sz="1800" dirty="0">
                <a:latin typeface="Arial" panose="020B0604020202020204" pitchFamily="34" charset="0"/>
                <a:ea typeface="+mj-ea"/>
              </a:endParaRPr>
            </a:p>
          </p:txBody>
        </p:sp>
      </p:grpSp>
      <p:sp>
        <p:nvSpPr>
          <p:cNvPr id="20" name="Isosceles Triangle 56"/>
          <p:cNvSpPr/>
          <p:nvPr/>
        </p:nvSpPr>
        <p:spPr>
          <a:xfrm rot="5400000">
            <a:off x="5168498" y="3249387"/>
            <a:ext cx="1897329" cy="738859"/>
          </a:xfrm>
          <a:prstGeom prst="triangle">
            <a:avLst/>
          </a:prstGeom>
          <a:gradFill flip="none" rotWithShape="1">
            <a:gsLst>
              <a:gs pos="0">
                <a:srgbClr val="41BDC1">
                  <a:tint val="66000"/>
                  <a:satMod val="160000"/>
                </a:srgbClr>
              </a:gs>
              <a:gs pos="50000">
                <a:srgbClr val="41BDC1">
                  <a:tint val="44500"/>
                  <a:satMod val="160000"/>
                </a:srgbClr>
              </a:gs>
              <a:gs pos="100000">
                <a:srgbClr val="FFFF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</a:endParaRPr>
          </a:p>
        </p:txBody>
      </p:sp>
      <p:sp>
        <p:nvSpPr>
          <p:cNvPr id="21" name="Oval 7"/>
          <p:cNvSpPr/>
          <p:nvPr/>
        </p:nvSpPr>
        <p:spPr>
          <a:xfrm>
            <a:off x="7292029" y="1686775"/>
            <a:ext cx="1821553" cy="1821554"/>
          </a:xfrm>
          <a:prstGeom prst="ellipse">
            <a:avLst/>
          </a:prstGeom>
          <a:solidFill>
            <a:srgbClr val="41BDC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</a:rPr>
              <a:t>Edge Computing</a:t>
            </a:r>
          </a:p>
        </p:txBody>
      </p:sp>
      <p:sp>
        <p:nvSpPr>
          <p:cNvPr id="22" name="Oval 7"/>
          <p:cNvSpPr/>
          <p:nvPr/>
        </p:nvSpPr>
        <p:spPr>
          <a:xfrm>
            <a:off x="8835535" y="3466632"/>
            <a:ext cx="1821553" cy="1821554"/>
          </a:xfrm>
          <a:prstGeom prst="ellipse">
            <a:avLst/>
          </a:prstGeom>
          <a:solidFill>
            <a:srgbClr val="F66F6A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</a:rPr>
              <a:t>Fog Computing</a:t>
            </a:r>
          </a:p>
        </p:txBody>
      </p:sp>
    </p:spTree>
    <p:extLst>
      <p:ext uri="{BB962C8B-B14F-4D97-AF65-F5344CB8AC3E}">
        <p14:creationId xmlns:p14="http://schemas.microsoft.com/office/powerpoint/2010/main" val="99350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Fog Computing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Fog computing is an extension of cloud computing services to the edge of the network to decrease latency and network congestion. Fog computing uses edge devices to carry out a substantial amount of computation, storage</a:t>
            </a:r>
            <a:r>
              <a:rPr lang="en-US" dirty="0" smtClean="0">
                <a:latin typeface="Arial" panose="020B0604020202020204" pitchFamily="34" charset="0"/>
              </a:rPr>
              <a:t>, and </a:t>
            </a:r>
            <a:r>
              <a:rPr lang="en-US" dirty="0">
                <a:latin typeface="Arial" panose="020B0604020202020204" pitchFamily="34" charset="0"/>
              </a:rPr>
              <a:t>communication locally, instead of storing all data in cloud data centers</a:t>
            </a:r>
            <a:r>
              <a:rPr lang="en-US" dirty="0" smtClean="0">
                <a:latin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83730" y="3354256"/>
            <a:ext cx="5040562" cy="3063076"/>
            <a:chOff x="1487488" y="1520788"/>
            <a:chExt cx="7420347" cy="4857804"/>
          </a:xfrm>
        </p:grpSpPr>
        <p:grpSp>
          <p:nvGrpSpPr>
            <p:cNvPr id="5" name="组合 4"/>
            <p:cNvGrpSpPr/>
            <p:nvPr/>
          </p:nvGrpSpPr>
          <p:grpSpPr>
            <a:xfrm>
              <a:off x="3096770" y="3568573"/>
              <a:ext cx="1908212" cy="1279674"/>
              <a:chOff x="4655210" y="3338538"/>
              <a:chExt cx="1908212" cy="1279674"/>
            </a:xfrm>
          </p:grpSpPr>
          <p:sp>
            <p:nvSpPr>
              <p:cNvPr id="252" name="云形 251"/>
              <p:cNvSpPr/>
              <p:nvPr/>
            </p:nvSpPr>
            <p:spPr bwMode="auto">
              <a:xfrm>
                <a:off x="4655210" y="3338538"/>
                <a:ext cx="1908212" cy="1279674"/>
              </a:xfrm>
              <a:prstGeom prst="cloud">
                <a:avLst/>
              </a:prstGeom>
              <a:solidFill>
                <a:srgbClr val="41BDC1">
                  <a:alpha val="43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itchFamily="2" charset="-122"/>
                </a:endParaRPr>
              </a:p>
            </p:txBody>
          </p:sp>
          <p:grpSp>
            <p:nvGrpSpPr>
              <p:cNvPr id="253" name="组合 252"/>
              <p:cNvGrpSpPr/>
              <p:nvPr>
                <p:custDataLst>
                  <p:tags r:id="rId4"/>
                </p:custDataLst>
              </p:nvPr>
            </p:nvGrpSpPr>
            <p:grpSpPr>
              <a:xfrm>
                <a:off x="5110902" y="3369795"/>
                <a:ext cx="942613" cy="1133449"/>
                <a:chOff x="4775201" y="1444373"/>
                <a:chExt cx="2641600" cy="3176402"/>
              </a:xfrm>
            </p:grpSpPr>
            <p:sp>
              <p:nvSpPr>
                <p:cNvPr id="254" name="îś1iḓ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C7DE486-DA5C-44CC-BDA3-3FC617F64A99}"/>
                    </a:ext>
                  </a:extLst>
                </p:cNvPr>
                <p:cNvSpPr/>
                <p:nvPr/>
              </p:nvSpPr>
              <p:spPr bwMode="auto">
                <a:xfrm>
                  <a:off x="4823820" y="1500082"/>
                  <a:ext cx="2527144" cy="3085241"/>
                </a:xfrm>
                <a:custGeom>
                  <a:avLst/>
                  <a:gdLst>
                    <a:gd name="T0" fmla="*/ 4975 w 9983"/>
                    <a:gd name="T1" fmla="*/ 7323 h 12184"/>
                    <a:gd name="T2" fmla="*/ 9310 w 9983"/>
                    <a:gd name="T3" fmla="*/ 3088 h 12184"/>
                    <a:gd name="T4" fmla="*/ 9233 w 9983"/>
                    <a:gd name="T5" fmla="*/ 2910 h 12184"/>
                    <a:gd name="T6" fmla="*/ 9270 w 9983"/>
                    <a:gd name="T7" fmla="*/ 2684 h 12184"/>
                    <a:gd name="T8" fmla="*/ 9420 w 9983"/>
                    <a:gd name="T9" fmla="*/ 2526 h 12184"/>
                    <a:gd name="T10" fmla="*/ 9625 w 9983"/>
                    <a:gd name="T11" fmla="*/ 2478 h 12184"/>
                    <a:gd name="T12" fmla="*/ 9846 w 9983"/>
                    <a:gd name="T13" fmla="*/ 2564 h 12184"/>
                    <a:gd name="T14" fmla="*/ 9971 w 9983"/>
                    <a:gd name="T15" fmla="*/ 2761 h 12184"/>
                    <a:gd name="T16" fmla="*/ 9952 w 9983"/>
                    <a:gd name="T17" fmla="*/ 3001 h 12184"/>
                    <a:gd name="T18" fmla="*/ 9809 w 9983"/>
                    <a:gd name="T19" fmla="*/ 3171 h 12184"/>
                    <a:gd name="T20" fmla="*/ 9692 w 9983"/>
                    <a:gd name="T21" fmla="*/ 5494 h 12184"/>
                    <a:gd name="T22" fmla="*/ 9513 w 9983"/>
                    <a:gd name="T23" fmla="*/ 2969 h 12184"/>
                    <a:gd name="T24" fmla="*/ 9654 w 9983"/>
                    <a:gd name="T25" fmla="*/ 3168 h 12184"/>
                    <a:gd name="T26" fmla="*/ 9829 w 9983"/>
                    <a:gd name="T27" fmla="*/ 3078 h 12184"/>
                    <a:gd name="T28" fmla="*/ 9919 w 9983"/>
                    <a:gd name="T29" fmla="*/ 2902 h 12184"/>
                    <a:gd name="T30" fmla="*/ 9884 w 9983"/>
                    <a:gd name="T31" fmla="*/ 2704 h 12184"/>
                    <a:gd name="T32" fmla="*/ 9743 w 9983"/>
                    <a:gd name="T33" fmla="*/ 2569 h 12184"/>
                    <a:gd name="T34" fmla="*/ 9542 w 9983"/>
                    <a:gd name="T35" fmla="*/ 2544 h 12184"/>
                    <a:gd name="T36" fmla="*/ 9371 w 9983"/>
                    <a:gd name="T37" fmla="*/ 2641 h 12184"/>
                    <a:gd name="T38" fmla="*/ 9290 w 9983"/>
                    <a:gd name="T39" fmla="*/ 2822 h 12184"/>
                    <a:gd name="T40" fmla="*/ 9366 w 9983"/>
                    <a:gd name="T41" fmla="*/ 3062 h 12184"/>
                    <a:gd name="T42" fmla="*/ 7563 w 9983"/>
                    <a:gd name="T43" fmla="*/ 6737 h 12184"/>
                    <a:gd name="T44" fmla="*/ 6141 w 9983"/>
                    <a:gd name="T45" fmla="*/ 6994 h 12184"/>
                    <a:gd name="T46" fmla="*/ 8658 w 9983"/>
                    <a:gd name="T47" fmla="*/ 7983 h 12184"/>
                    <a:gd name="T48" fmla="*/ 6890 w 9983"/>
                    <a:gd name="T49" fmla="*/ 8185 h 12184"/>
                    <a:gd name="T50" fmla="*/ 4545 w 9983"/>
                    <a:gd name="T51" fmla="*/ 8337 h 12184"/>
                    <a:gd name="T52" fmla="*/ 3284 w 9983"/>
                    <a:gd name="T53" fmla="*/ 8389 h 12184"/>
                    <a:gd name="T54" fmla="*/ 2249 w 9983"/>
                    <a:gd name="T55" fmla="*/ 10296 h 12184"/>
                    <a:gd name="T56" fmla="*/ 4917 w 9983"/>
                    <a:gd name="T57" fmla="*/ 5556 h 12184"/>
                    <a:gd name="T58" fmla="*/ 8265 w 9983"/>
                    <a:gd name="T59" fmla="*/ 3908 h 12184"/>
                    <a:gd name="T60" fmla="*/ 5086 w 9983"/>
                    <a:gd name="T61" fmla="*/ 4618 h 12184"/>
                    <a:gd name="T62" fmla="*/ 7653 w 9983"/>
                    <a:gd name="T63" fmla="*/ 11723 h 12184"/>
                    <a:gd name="T64" fmla="*/ 5163 w 9983"/>
                    <a:gd name="T65" fmla="*/ 12064 h 12184"/>
                    <a:gd name="T66" fmla="*/ 2228 w 9983"/>
                    <a:gd name="T67" fmla="*/ 10539 h 12184"/>
                    <a:gd name="T68" fmla="*/ 4948 w 9983"/>
                    <a:gd name="T69" fmla="*/ 10680 h 12184"/>
                    <a:gd name="T70" fmla="*/ 5224 w 9983"/>
                    <a:gd name="T71" fmla="*/ 11880 h 12184"/>
                    <a:gd name="T72" fmla="*/ 6802 w 9983"/>
                    <a:gd name="T73" fmla="*/ 9127 h 12184"/>
                    <a:gd name="T74" fmla="*/ 5251 w 9983"/>
                    <a:gd name="T75" fmla="*/ 9290 h 12184"/>
                    <a:gd name="T76" fmla="*/ 4971 w 9983"/>
                    <a:gd name="T77" fmla="*/ 8249 h 12184"/>
                    <a:gd name="T78" fmla="*/ 2476 w 9983"/>
                    <a:gd name="T79" fmla="*/ 10369 h 12184"/>
                    <a:gd name="T80" fmla="*/ 3202 w 9983"/>
                    <a:gd name="T81" fmla="*/ 8321 h 12184"/>
                    <a:gd name="T82" fmla="*/ 97 w 9983"/>
                    <a:gd name="T83" fmla="*/ 4280 h 12184"/>
                    <a:gd name="T84" fmla="*/ 4032 w 9983"/>
                    <a:gd name="T85" fmla="*/ 2849 h 12184"/>
                    <a:gd name="T86" fmla="*/ 4028 w 9983"/>
                    <a:gd name="T87" fmla="*/ 2667 h 12184"/>
                    <a:gd name="T88" fmla="*/ 4147 w 9983"/>
                    <a:gd name="T89" fmla="*/ 2524 h 12184"/>
                    <a:gd name="T90" fmla="*/ 5359 w 9983"/>
                    <a:gd name="T91" fmla="*/ 127 h 12184"/>
                    <a:gd name="T92" fmla="*/ 4526 w 9983"/>
                    <a:gd name="T93" fmla="*/ 2651 h 12184"/>
                    <a:gd name="T94" fmla="*/ 4538 w 9983"/>
                    <a:gd name="T95" fmla="*/ 2821 h 12184"/>
                    <a:gd name="T96" fmla="*/ 4451 w 9983"/>
                    <a:gd name="T97" fmla="*/ 2960 h 12184"/>
                    <a:gd name="T98" fmla="*/ 4280 w 9983"/>
                    <a:gd name="T99" fmla="*/ 3021 h 12184"/>
                    <a:gd name="T100" fmla="*/ 4121 w 9983"/>
                    <a:gd name="T101" fmla="*/ 2968 h 12184"/>
                    <a:gd name="T102" fmla="*/ 1873 w 9983"/>
                    <a:gd name="T103" fmla="*/ 4769 h 12184"/>
                    <a:gd name="T104" fmla="*/ 2791 w 9983"/>
                    <a:gd name="T105" fmla="*/ 4965 h 12184"/>
                    <a:gd name="T106" fmla="*/ 2598 w 9983"/>
                    <a:gd name="T107" fmla="*/ 5001 h 12184"/>
                    <a:gd name="T108" fmla="*/ 2335 w 9983"/>
                    <a:gd name="T109" fmla="*/ 3924 h 12184"/>
                    <a:gd name="T110" fmla="*/ 4264 w 9983"/>
                    <a:gd name="T111" fmla="*/ 2729 h 12184"/>
                    <a:gd name="T112" fmla="*/ 4164 w 9983"/>
                    <a:gd name="T113" fmla="*/ 2584 h 12184"/>
                    <a:gd name="T114" fmla="*/ 4077 w 9983"/>
                    <a:gd name="T115" fmla="*/ 2790 h 12184"/>
                    <a:gd name="T116" fmla="*/ 4440 w 9983"/>
                    <a:gd name="T117" fmla="*/ 2886 h 12184"/>
                    <a:gd name="T118" fmla="*/ 4452 w 9983"/>
                    <a:gd name="T119" fmla="*/ 2639 h 12184"/>
                    <a:gd name="T120" fmla="*/ 4164 w 9983"/>
                    <a:gd name="T121" fmla="*/ 2926 h 12184"/>
                    <a:gd name="T122" fmla="*/ 5973 w 9983"/>
                    <a:gd name="T123" fmla="*/ 2722 h 12184"/>
                    <a:gd name="T124" fmla="*/ 7938 w 9983"/>
                    <a:gd name="T125" fmla="*/ 1089 h 12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9983" h="12184">
                      <a:moveTo>
                        <a:pt x="5052" y="7115"/>
                      </a:moveTo>
                      <a:lnTo>
                        <a:pt x="6019" y="7095"/>
                      </a:lnTo>
                      <a:lnTo>
                        <a:pt x="6082" y="6980"/>
                      </a:lnTo>
                      <a:lnTo>
                        <a:pt x="5288" y="5514"/>
                      </a:lnTo>
                      <a:lnTo>
                        <a:pt x="4920" y="5617"/>
                      </a:lnTo>
                      <a:lnTo>
                        <a:pt x="4957" y="7174"/>
                      </a:lnTo>
                      <a:lnTo>
                        <a:pt x="4898" y="7175"/>
                      </a:lnTo>
                      <a:lnTo>
                        <a:pt x="4860" y="5634"/>
                      </a:lnTo>
                      <a:lnTo>
                        <a:pt x="3133" y="6116"/>
                      </a:lnTo>
                      <a:lnTo>
                        <a:pt x="3058" y="6174"/>
                      </a:lnTo>
                      <a:lnTo>
                        <a:pt x="3069" y="6268"/>
                      </a:lnTo>
                      <a:lnTo>
                        <a:pt x="4163" y="7802"/>
                      </a:lnTo>
                      <a:lnTo>
                        <a:pt x="4975" y="7323"/>
                      </a:lnTo>
                      <a:lnTo>
                        <a:pt x="4990" y="7348"/>
                      </a:lnTo>
                      <a:lnTo>
                        <a:pt x="5020" y="7348"/>
                      </a:lnTo>
                      <a:lnTo>
                        <a:pt x="5031" y="8246"/>
                      </a:lnTo>
                      <a:lnTo>
                        <a:pt x="5415" y="8220"/>
                      </a:lnTo>
                      <a:lnTo>
                        <a:pt x="5988" y="7155"/>
                      </a:lnTo>
                      <a:lnTo>
                        <a:pt x="5055" y="7175"/>
                      </a:lnTo>
                      <a:lnTo>
                        <a:pt x="5052" y="7115"/>
                      </a:lnTo>
                      <a:close/>
                      <a:moveTo>
                        <a:pt x="8556" y="3820"/>
                      </a:moveTo>
                      <a:lnTo>
                        <a:pt x="9340" y="3122"/>
                      </a:lnTo>
                      <a:lnTo>
                        <a:pt x="9339" y="3120"/>
                      </a:lnTo>
                      <a:lnTo>
                        <a:pt x="9329" y="3110"/>
                      </a:lnTo>
                      <a:lnTo>
                        <a:pt x="9319" y="3099"/>
                      </a:lnTo>
                      <a:lnTo>
                        <a:pt x="9310" y="3088"/>
                      </a:lnTo>
                      <a:lnTo>
                        <a:pt x="9301" y="3076"/>
                      </a:lnTo>
                      <a:lnTo>
                        <a:pt x="9292" y="3063"/>
                      </a:lnTo>
                      <a:lnTo>
                        <a:pt x="9284" y="3051"/>
                      </a:lnTo>
                      <a:lnTo>
                        <a:pt x="9276" y="3038"/>
                      </a:lnTo>
                      <a:lnTo>
                        <a:pt x="9270" y="3025"/>
                      </a:lnTo>
                      <a:lnTo>
                        <a:pt x="9263" y="3011"/>
                      </a:lnTo>
                      <a:lnTo>
                        <a:pt x="9257" y="2998"/>
                      </a:lnTo>
                      <a:lnTo>
                        <a:pt x="9251" y="2984"/>
                      </a:lnTo>
                      <a:lnTo>
                        <a:pt x="9247" y="2969"/>
                      </a:lnTo>
                      <a:lnTo>
                        <a:pt x="9243" y="2955"/>
                      </a:lnTo>
                      <a:lnTo>
                        <a:pt x="9238" y="2940"/>
                      </a:lnTo>
                      <a:lnTo>
                        <a:pt x="9235" y="2925"/>
                      </a:lnTo>
                      <a:lnTo>
                        <a:pt x="9233" y="2910"/>
                      </a:lnTo>
                      <a:lnTo>
                        <a:pt x="6448" y="2611"/>
                      </a:lnTo>
                      <a:lnTo>
                        <a:pt x="6455" y="2551"/>
                      </a:lnTo>
                      <a:lnTo>
                        <a:pt x="9229" y="2849"/>
                      </a:lnTo>
                      <a:lnTo>
                        <a:pt x="9230" y="2832"/>
                      </a:lnTo>
                      <a:lnTo>
                        <a:pt x="9231" y="2815"/>
                      </a:lnTo>
                      <a:lnTo>
                        <a:pt x="9233" y="2798"/>
                      </a:lnTo>
                      <a:lnTo>
                        <a:pt x="9236" y="2780"/>
                      </a:lnTo>
                      <a:lnTo>
                        <a:pt x="9240" y="2764"/>
                      </a:lnTo>
                      <a:lnTo>
                        <a:pt x="9244" y="2747"/>
                      </a:lnTo>
                      <a:lnTo>
                        <a:pt x="9249" y="2731"/>
                      </a:lnTo>
                      <a:lnTo>
                        <a:pt x="9256" y="2715"/>
                      </a:lnTo>
                      <a:lnTo>
                        <a:pt x="9262" y="2699"/>
                      </a:lnTo>
                      <a:lnTo>
                        <a:pt x="9270" y="2684"/>
                      </a:lnTo>
                      <a:lnTo>
                        <a:pt x="9277" y="2670"/>
                      </a:lnTo>
                      <a:lnTo>
                        <a:pt x="9286" y="2656"/>
                      </a:lnTo>
                      <a:lnTo>
                        <a:pt x="9295" y="2642"/>
                      </a:lnTo>
                      <a:lnTo>
                        <a:pt x="9304" y="2628"/>
                      </a:lnTo>
                      <a:lnTo>
                        <a:pt x="9315" y="2615"/>
                      </a:lnTo>
                      <a:lnTo>
                        <a:pt x="9326" y="2602"/>
                      </a:lnTo>
                      <a:lnTo>
                        <a:pt x="8018" y="1225"/>
                      </a:lnTo>
                      <a:lnTo>
                        <a:pt x="8061" y="1184"/>
                      </a:lnTo>
                      <a:lnTo>
                        <a:pt x="9369" y="2562"/>
                      </a:lnTo>
                      <a:lnTo>
                        <a:pt x="9381" y="2552"/>
                      </a:lnTo>
                      <a:lnTo>
                        <a:pt x="9394" y="2543"/>
                      </a:lnTo>
                      <a:lnTo>
                        <a:pt x="9407" y="2534"/>
                      </a:lnTo>
                      <a:lnTo>
                        <a:pt x="9420" y="2526"/>
                      </a:lnTo>
                      <a:lnTo>
                        <a:pt x="9434" y="2519"/>
                      </a:lnTo>
                      <a:lnTo>
                        <a:pt x="9448" y="2512"/>
                      </a:lnTo>
                      <a:lnTo>
                        <a:pt x="9463" y="2506"/>
                      </a:lnTo>
                      <a:lnTo>
                        <a:pt x="9477" y="2501"/>
                      </a:lnTo>
                      <a:lnTo>
                        <a:pt x="9492" y="2495"/>
                      </a:lnTo>
                      <a:lnTo>
                        <a:pt x="9509" y="2491"/>
                      </a:lnTo>
                      <a:lnTo>
                        <a:pt x="9524" y="2486"/>
                      </a:lnTo>
                      <a:lnTo>
                        <a:pt x="9540" y="2483"/>
                      </a:lnTo>
                      <a:lnTo>
                        <a:pt x="9556" y="2481"/>
                      </a:lnTo>
                      <a:lnTo>
                        <a:pt x="9572" y="2479"/>
                      </a:lnTo>
                      <a:lnTo>
                        <a:pt x="9588" y="2478"/>
                      </a:lnTo>
                      <a:lnTo>
                        <a:pt x="9606" y="2478"/>
                      </a:lnTo>
                      <a:lnTo>
                        <a:pt x="9625" y="2478"/>
                      </a:lnTo>
                      <a:lnTo>
                        <a:pt x="9645" y="2480"/>
                      </a:lnTo>
                      <a:lnTo>
                        <a:pt x="9663" y="2482"/>
                      </a:lnTo>
                      <a:lnTo>
                        <a:pt x="9681" y="2485"/>
                      </a:lnTo>
                      <a:lnTo>
                        <a:pt x="9700" y="2490"/>
                      </a:lnTo>
                      <a:lnTo>
                        <a:pt x="9718" y="2495"/>
                      </a:lnTo>
                      <a:lnTo>
                        <a:pt x="9735" y="2501"/>
                      </a:lnTo>
                      <a:lnTo>
                        <a:pt x="9753" y="2507"/>
                      </a:lnTo>
                      <a:lnTo>
                        <a:pt x="9769" y="2515"/>
                      </a:lnTo>
                      <a:lnTo>
                        <a:pt x="9785" y="2523"/>
                      </a:lnTo>
                      <a:lnTo>
                        <a:pt x="9801" y="2532"/>
                      </a:lnTo>
                      <a:lnTo>
                        <a:pt x="9816" y="2543"/>
                      </a:lnTo>
                      <a:lnTo>
                        <a:pt x="9832" y="2552"/>
                      </a:lnTo>
                      <a:lnTo>
                        <a:pt x="9846" y="2564"/>
                      </a:lnTo>
                      <a:lnTo>
                        <a:pt x="9859" y="2576"/>
                      </a:lnTo>
                      <a:lnTo>
                        <a:pt x="9871" y="2588"/>
                      </a:lnTo>
                      <a:lnTo>
                        <a:pt x="9884" y="2601"/>
                      </a:lnTo>
                      <a:lnTo>
                        <a:pt x="9896" y="2615"/>
                      </a:lnTo>
                      <a:lnTo>
                        <a:pt x="9907" y="2629"/>
                      </a:lnTo>
                      <a:lnTo>
                        <a:pt x="9918" y="2644"/>
                      </a:lnTo>
                      <a:lnTo>
                        <a:pt x="9928" y="2659"/>
                      </a:lnTo>
                      <a:lnTo>
                        <a:pt x="9937" y="2674"/>
                      </a:lnTo>
                      <a:lnTo>
                        <a:pt x="9945" y="2692"/>
                      </a:lnTo>
                      <a:lnTo>
                        <a:pt x="9952" y="2708"/>
                      </a:lnTo>
                      <a:lnTo>
                        <a:pt x="9959" y="2725"/>
                      </a:lnTo>
                      <a:lnTo>
                        <a:pt x="9965" y="2742"/>
                      </a:lnTo>
                      <a:lnTo>
                        <a:pt x="9971" y="2761"/>
                      </a:lnTo>
                      <a:lnTo>
                        <a:pt x="9975" y="2778"/>
                      </a:lnTo>
                      <a:lnTo>
                        <a:pt x="9978" y="2798"/>
                      </a:lnTo>
                      <a:lnTo>
                        <a:pt x="9981" y="2816"/>
                      </a:lnTo>
                      <a:lnTo>
                        <a:pt x="9982" y="2835"/>
                      </a:lnTo>
                      <a:lnTo>
                        <a:pt x="9983" y="2855"/>
                      </a:lnTo>
                      <a:lnTo>
                        <a:pt x="9982" y="2874"/>
                      </a:lnTo>
                      <a:lnTo>
                        <a:pt x="9981" y="2893"/>
                      </a:lnTo>
                      <a:lnTo>
                        <a:pt x="9978" y="2912"/>
                      </a:lnTo>
                      <a:lnTo>
                        <a:pt x="9975" y="2930"/>
                      </a:lnTo>
                      <a:lnTo>
                        <a:pt x="9971" y="2949"/>
                      </a:lnTo>
                      <a:lnTo>
                        <a:pt x="9965" y="2966"/>
                      </a:lnTo>
                      <a:lnTo>
                        <a:pt x="9959" y="2984"/>
                      </a:lnTo>
                      <a:lnTo>
                        <a:pt x="9952" y="3001"/>
                      </a:lnTo>
                      <a:lnTo>
                        <a:pt x="9945" y="3018"/>
                      </a:lnTo>
                      <a:lnTo>
                        <a:pt x="9937" y="3034"/>
                      </a:lnTo>
                      <a:lnTo>
                        <a:pt x="9928" y="3050"/>
                      </a:lnTo>
                      <a:lnTo>
                        <a:pt x="9918" y="3065"/>
                      </a:lnTo>
                      <a:lnTo>
                        <a:pt x="9907" y="3079"/>
                      </a:lnTo>
                      <a:lnTo>
                        <a:pt x="9896" y="3095"/>
                      </a:lnTo>
                      <a:lnTo>
                        <a:pt x="9884" y="3107"/>
                      </a:lnTo>
                      <a:lnTo>
                        <a:pt x="9871" y="3120"/>
                      </a:lnTo>
                      <a:lnTo>
                        <a:pt x="9861" y="3132"/>
                      </a:lnTo>
                      <a:lnTo>
                        <a:pt x="9848" y="3143"/>
                      </a:lnTo>
                      <a:lnTo>
                        <a:pt x="9836" y="3153"/>
                      </a:lnTo>
                      <a:lnTo>
                        <a:pt x="9822" y="3163"/>
                      </a:lnTo>
                      <a:lnTo>
                        <a:pt x="9809" y="3171"/>
                      </a:lnTo>
                      <a:lnTo>
                        <a:pt x="9795" y="3180"/>
                      </a:lnTo>
                      <a:lnTo>
                        <a:pt x="9781" y="3188"/>
                      </a:lnTo>
                      <a:lnTo>
                        <a:pt x="9766" y="3195"/>
                      </a:lnTo>
                      <a:lnTo>
                        <a:pt x="9750" y="3203"/>
                      </a:lnTo>
                      <a:lnTo>
                        <a:pt x="9735" y="3208"/>
                      </a:lnTo>
                      <a:lnTo>
                        <a:pt x="9719" y="3213"/>
                      </a:lnTo>
                      <a:lnTo>
                        <a:pt x="9704" y="3219"/>
                      </a:lnTo>
                      <a:lnTo>
                        <a:pt x="9687" y="3222"/>
                      </a:lnTo>
                      <a:lnTo>
                        <a:pt x="9671" y="3225"/>
                      </a:lnTo>
                      <a:lnTo>
                        <a:pt x="9654" y="3228"/>
                      </a:lnTo>
                      <a:lnTo>
                        <a:pt x="9637" y="3230"/>
                      </a:lnTo>
                      <a:lnTo>
                        <a:pt x="9752" y="5491"/>
                      </a:lnTo>
                      <a:lnTo>
                        <a:pt x="9692" y="5494"/>
                      </a:lnTo>
                      <a:lnTo>
                        <a:pt x="9578" y="3230"/>
                      </a:lnTo>
                      <a:lnTo>
                        <a:pt x="9551" y="3227"/>
                      </a:lnTo>
                      <a:lnTo>
                        <a:pt x="9525" y="3223"/>
                      </a:lnTo>
                      <a:lnTo>
                        <a:pt x="9500" y="3217"/>
                      </a:lnTo>
                      <a:lnTo>
                        <a:pt x="9476" y="3208"/>
                      </a:lnTo>
                      <a:lnTo>
                        <a:pt x="9452" y="3198"/>
                      </a:lnTo>
                      <a:lnTo>
                        <a:pt x="9430" y="3187"/>
                      </a:lnTo>
                      <a:lnTo>
                        <a:pt x="9407" y="3174"/>
                      </a:lnTo>
                      <a:lnTo>
                        <a:pt x="9386" y="3160"/>
                      </a:lnTo>
                      <a:lnTo>
                        <a:pt x="8596" y="3865"/>
                      </a:lnTo>
                      <a:lnTo>
                        <a:pt x="8556" y="3820"/>
                      </a:lnTo>
                      <a:close/>
                      <a:moveTo>
                        <a:pt x="9385" y="3083"/>
                      </a:moveTo>
                      <a:lnTo>
                        <a:pt x="9513" y="2969"/>
                      </a:lnTo>
                      <a:lnTo>
                        <a:pt x="9552" y="3014"/>
                      </a:lnTo>
                      <a:lnTo>
                        <a:pt x="9432" y="3120"/>
                      </a:lnTo>
                      <a:lnTo>
                        <a:pt x="9451" y="3131"/>
                      </a:lnTo>
                      <a:lnTo>
                        <a:pt x="9472" y="3142"/>
                      </a:lnTo>
                      <a:lnTo>
                        <a:pt x="9492" y="3151"/>
                      </a:lnTo>
                      <a:lnTo>
                        <a:pt x="9514" y="3158"/>
                      </a:lnTo>
                      <a:lnTo>
                        <a:pt x="9536" y="3164"/>
                      </a:lnTo>
                      <a:lnTo>
                        <a:pt x="9558" y="3168"/>
                      </a:lnTo>
                      <a:lnTo>
                        <a:pt x="9582" y="3170"/>
                      </a:lnTo>
                      <a:lnTo>
                        <a:pt x="9606" y="3171"/>
                      </a:lnTo>
                      <a:lnTo>
                        <a:pt x="9622" y="3171"/>
                      </a:lnTo>
                      <a:lnTo>
                        <a:pt x="9638" y="3170"/>
                      </a:lnTo>
                      <a:lnTo>
                        <a:pt x="9654" y="3168"/>
                      </a:lnTo>
                      <a:lnTo>
                        <a:pt x="9669" y="3165"/>
                      </a:lnTo>
                      <a:lnTo>
                        <a:pt x="9685" y="3161"/>
                      </a:lnTo>
                      <a:lnTo>
                        <a:pt x="9700" y="3157"/>
                      </a:lnTo>
                      <a:lnTo>
                        <a:pt x="9715" y="3152"/>
                      </a:lnTo>
                      <a:lnTo>
                        <a:pt x="9729" y="3146"/>
                      </a:lnTo>
                      <a:lnTo>
                        <a:pt x="9743" y="3140"/>
                      </a:lnTo>
                      <a:lnTo>
                        <a:pt x="9757" y="3133"/>
                      </a:lnTo>
                      <a:lnTo>
                        <a:pt x="9770" y="3126"/>
                      </a:lnTo>
                      <a:lnTo>
                        <a:pt x="9783" y="3117"/>
                      </a:lnTo>
                      <a:lnTo>
                        <a:pt x="9796" y="3109"/>
                      </a:lnTo>
                      <a:lnTo>
                        <a:pt x="9808" y="3099"/>
                      </a:lnTo>
                      <a:lnTo>
                        <a:pt x="9819" y="3089"/>
                      </a:lnTo>
                      <a:lnTo>
                        <a:pt x="9829" y="3078"/>
                      </a:lnTo>
                      <a:lnTo>
                        <a:pt x="9840" y="3068"/>
                      </a:lnTo>
                      <a:lnTo>
                        <a:pt x="9850" y="3056"/>
                      </a:lnTo>
                      <a:lnTo>
                        <a:pt x="9860" y="3044"/>
                      </a:lnTo>
                      <a:lnTo>
                        <a:pt x="9868" y="3032"/>
                      </a:lnTo>
                      <a:lnTo>
                        <a:pt x="9877" y="3019"/>
                      </a:lnTo>
                      <a:lnTo>
                        <a:pt x="9884" y="3006"/>
                      </a:lnTo>
                      <a:lnTo>
                        <a:pt x="9891" y="2992"/>
                      </a:lnTo>
                      <a:lnTo>
                        <a:pt x="9897" y="2978"/>
                      </a:lnTo>
                      <a:lnTo>
                        <a:pt x="9904" y="2964"/>
                      </a:lnTo>
                      <a:lnTo>
                        <a:pt x="9908" y="2949"/>
                      </a:lnTo>
                      <a:lnTo>
                        <a:pt x="9913" y="2934"/>
                      </a:lnTo>
                      <a:lnTo>
                        <a:pt x="9916" y="2918"/>
                      </a:lnTo>
                      <a:lnTo>
                        <a:pt x="9919" y="2902"/>
                      </a:lnTo>
                      <a:lnTo>
                        <a:pt x="9921" y="2887"/>
                      </a:lnTo>
                      <a:lnTo>
                        <a:pt x="9922" y="2871"/>
                      </a:lnTo>
                      <a:lnTo>
                        <a:pt x="9922" y="2855"/>
                      </a:lnTo>
                      <a:lnTo>
                        <a:pt x="9922" y="2839"/>
                      </a:lnTo>
                      <a:lnTo>
                        <a:pt x="9921" y="2822"/>
                      </a:lnTo>
                      <a:lnTo>
                        <a:pt x="9919" y="2806"/>
                      </a:lnTo>
                      <a:lnTo>
                        <a:pt x="9916" y="2791"/>
                      </a:lnTo>
                      <a:lnTo>
                        <a:pt x="9913" y="2775"/>
                      </a:lnTo>
                      <a:lnTo>
                        <a:pt x="9908" y="2760"/>
                      </a:lnTo>
                      <a:lnTo>
                        <a:pt x="9904" y="2746"/>
                      </a:lnTo>
                      <a:lnTo>
                        <a:pt x="9897" y="2731"/>
                      </a:lnTo>
                      <a:lnTo>
                        <a:pt x="9891" y="2717"/>
                      </a:lnTo>
                      <a:lnTo>
                        <a:pt x="9884" y="2704"/>
                      </a:lnTo>
                      <a:lnTo>
                        <a:pt x="9877" y="2690"/>
                      </a:lnTo>
                      <a:lnTo>
                        <a:pt x="9868" y="2678"/>
                      </a:lnTo>
                      <a:lnTo>
                        <a:pt x="9860" y="2665"/>
                      </a:lnTo>
                      <a:lnTo>
                        <a:pt x="9850" y="2653"/>
                      </a:lnTo>
                      <a:lnTo>
                        <a:pt x="9840" y="2641"/>
                      </a:lnTo>
                      <a:lnTo>
                        <a:pt x="9829" y="2630"/>
                      </a:lnTo>
                      <a:lnTo>
                        <a:pt x="9819" y="2619"/>
                      </a:lnTo>
                      <a:lnTo>
                        <a:pt x="9808" y="2610"/>
                      </a:lnTo>
                      <a:lnTo>
                        <a:pt x="9796" y="2600"/>
                      </a:lnTo>
                      <a:lnTo>
                        <a:pt x="9783" y="2591"/>
                      </a:lnTo>
                      <a:lnTo>
                        <a:pt x="9770" y="2584"/>
                      </a:lnTo>
                      <a:lnTo>
                        <a:pt x="9757" y="2576"/>
                      </a:lnTo>
                      <a:lnTo>
                        <a:pt x="9743" y="2569"/>
                      </a:lnTo>
                      <a:lnTo>
                        <a:pt x="9729" y="2562"/>
                      </a:lnTo>
                      <a:lnTo>
                        <a:pt x="9715" y="2557"/>
                      </a:lnTo>
                      <a:lnTo>
                        <a:pt x="9700" y="2551"/>
                      </a:lnTo>
                      <a:lnTo>
                        <a:pt x="9685" y="2547"/>
                      </a:lnTo>
                      <a:lnTo>
                        <a:pt x="9669" y="2544"/>
                      </a:lnTo>
                      <a:lnTo>
                        <a:pt x="9654" y="2542"/>
                      </a:lnTo>
                      <a:lnTo>
                        <a:pt x="9638" y="2539"/>
                      </a:lnTo>
                      <a:lnTo>
                        <a:pt x="9622" y="2538"/>
                      </a:lnTo>
                      <a:lnTo>
                        <a:pt x="9606" y="2537"/>
                      </a:lnTo>
                      <a:lnTo>
                        <a:pt x="9590" y="2538"/>
                      </a:lnTo>
                      <a:lnTo>
                        <a:pt x="9573" y="2539"/>
                      </a:lnTo>
                      <a:lnTo>
                        <a:pt x="9557" y="2542"/>
                      </a:lnTo>
                      <a:lnTo>
                        <a:pt x="9542" y="2544"/>
                      </a:lnTo>
                      <a:lnTo>
                        <a:pt x="9526" y="2547"/>
                      </a:lnTo>
                      <a:lnTo>
                        <a:pt x="9512" y="2551"/>
                      </a:lnTo>
                      <a:lnTo>
                        <a:pt x="9497" y="2557"/>
                      </a:lnTo>
                      <a:lnTo>
                        <a:pt x="9483" y="2562"/>
                      </a:lnTo>
                      <a:lnTo>
                        <a:pt x="9469" y="2569"/>
                      </a:lnTo>
                      <a:lnTo>
                        <a:pt x="9454" y="2576"/>
                      </a:lnTo>
                      <a:lnTo>
                        <a:pt x="9442" y="2584"/>
                      </a:lnTo>
                      <a:lnTo>
                        <a:pt x="9429" y="2591"/>
                      </a:lnTo>
                      <a:lnTo>
                        <a:pt x="9416" y="2600"/>
                      </a:lnTo>
                      <a:lnTo>
                        <a:pt x="9404" y="2610"/>
                      </a:lnTo>
                      <a:lnTo>
                        <a:pt x="9392" y="2619"/>
                      </a:lnTo>
                      <a:lnTo>
                        <a:pt x="9381" y="2630"/>
                      </a:lnTo>
                      <a:lnTo>
                        <a:pt x="9371" y="2641"/>
                      </a:lnTo>
                      <a:lnTo>
                        <a:pt x="9361" y="2653"/>
                      </a:lnTo>
                      <a:lnTo>
                        <a:pt x="9352" y="2665"/>
                      </a:lnTo>
                      <a:lnTo>
                        <a:pt x="9342" y="2678"/>
                      </a:lnTo>
                      <a:lnTo>
                        <a:pt x="9335" y="2690"/>
                      </a:lnTo>
                      <a:lnTo>
                        <a:pt x="9327" y="2704"/>
                      </a:lnTo>
                      <a:lnTo>
                        <a:pt x="9319" y="2717"/>
                      </a:lnTo>
                      <a:lnTo>
                        <a:pt x="9313" y="2731"/>
                      </a:lnTo>
                      <a:lnTo>
                        <a:pt x="9308" y="2746"/>
                      </a:lnTo>
                      <a:lnTo>
                        <a:pt x="9302" y="2760"/>
                      </a:lnTo>
                      <a:lnTo>
                        <a:pt x="9299" y="2775"/>
                      </a:lnTo>
                      <a:lnTo>
                        <a:pt x="9295" y="2791"/>
                      </a:lnTo>
                      <a:lnTo>
                        <a:pt x="9292" y="2806"/>
                      </a:lnTo>
                      <a:lnTo>
                        <a:pt x="9290" y="2822"/>
                      </a:lnTo>
                      <a:lnTo>
                        <a:pt x="9289" y="2839"/>
                      </a:lnTo>
                      <a:lnTo>
                        <a:pt x="9288" y="2855"/>
                      </a:lnTo>
                      <a:lnTo>
                        <a:pt x="9288" y="2856"/>
                      </a:lnTo>
                      <a:lnTo>
                        <a:pt x="9389" y="2867"/>
                      </a:lnTo>
                      <a:lnTo>
                        <a:pt x="9382" y="2926"/>
                      </a:lnTo>
                      <a:lnTo>
                        <a:pt x="9295" y="2916"/>
                      </a:lnTo>
                      <a:lnTo>
                        <a:pt x="9300" y="2940"/>
                      </a:lnTo>
                      <a:lnTo>
                        <a:pt x="9308" y="2963"/>
                      </a:lnTo>
                      <a:lnTo>
                        <a:pt x="9316" y="2984"/>
                      </a:lnTo>
                      <a:lnTo>
                        <a:pt x="9326" y="3005"/>
                      </a:lnTo>
                      <a:lnTo>
                        <a:pt x="9338" y="3024"/>
                      </a:lnTo>
                      <a:lnTo>
                        <a:pt x="9351" y="3044"/>
                      </a:lnTo>
                      <a:lnTo>
                        <a:pt x="9366" y="3062"/>
                      </a:lnTo>
                      <a:lnTo>
                        <a:pt x="9381" y="3078"/>
                      </a:lnTo>
                      <a:lnTo>
                        <a:pt x="9385" y="3083"/>
                      </a:lnTo>
                      <a:close/>
                      <a:moveTo>
                        <a:pt x="7251" y="4973"/>
                      </a:moveTo>
                      <a:lnTo>
                        <a:pt x="8212" y="3979"/>
                      </a:lnTo>
                      <a:lnTo>
                        <a:pt x="6775" y="4273"/>
                      </a:lnTo>
                      <a:lnTo>
                        <a:pt x="7035" y="4909"/>
                      </a:lnTo>
                      <a:lnTo>
                        <a:pt x="7044" y="4884"/>
                      </a:lnTo>
                      <a:lnTo>
                        <a:pt x="7101" y="4904"/>
                      </a:lnTo>
                      <a:lnTo>
                        <a:pt x="6361" y="7029"/>
                      </a:lnTo>
                      <a:lnTo>
                        <a:pt x="7510" y="6767"/>
                      </a:lnTo>
                      <a:lnTo>
                        <a:pt x="7010" y="5236"/>
                      </a:lnTo>
                      <a:lnTo>
                        <a:pt x="7066" y="5218"/>
                      </a:lnTo>
                      <a:lnTo>
                        <a:pt x="7563" y="6737"/>
                      </a:lnTo>
                      <a:lnTo>
                        <a:pt x="9573" y="5865"/>
                      </a:lnTo>
                      <a:lnTo>
                        <a:pt x="9596" y="5920"/>
                      </a:lnTo>
                      <a:lnTo>
                        <a:pt x="7556" y="6804"/>
                      </a:lnTo>
                      <a:lnTo>
                        <a:pt x="7554" y="6805"/>
                      </a:lnTo>
                      <a:lnTo>
                        <a:pt x="7558" y="6817"/>
                      </a:lnTo>
                      <a:lnTo>
                        <a:pt x="6322" y="7098"/>
                      </a:lnTo>
                      <a:lnTo>
                        <a:pt x="6315" y="7069"/>
                      </a:lnTo>
                      <a:lnTo>
                        <a:pt x="6287" y="7059"/>
                      </a:lnTo>
                      <a:lnTo>
                        <a:pt x="6990" y="5037"/>
                      </a:lnTo>
                      <a:lnTo>
                        <a:pt x="5347" y="5498"/>
                      </a:lnTo>
                      <a:lnTo>
                        <a:pt x="6141" y="6966"/>
                      </a:lnTo>
                      <a:lnTo>
                        <a:pt x="6115" y="6980"/>
                      </a:lnTo>
                      <a:lnTo>
                        <a:pt x="6141" y="6994"/>
                      </a:lnTo>
                      <a:lnTo>
                        <a:pt x="6088" y="7094"/>
                      </a:lnTo>
                      <a:lnTo>
                        <a:pt x="6165" y="7092"/>
                      </a:lnTo>
                      <a:lnTo>
                        <a:pt x="6165" y="7110"/>
                      </a:lnTo>
                      <a:lnTo>
                        <a:pt x="6189" y="7106"/>
                      </a:lnTo>
                      <a:lnTo>
                        <a:pt x="6383" y="8158"/>
                      </a:lnTo>
                      <a:lnTo>
                        <a:pt x="6917" y="8123"/>
                      </a:lnTo>
                      <a:lnTo>
                        <a:pt x="7444" y="6936"/>
                      </a:lnTo>
                      <a:lnTo>
                        <a:pt x="7498" y="6961"/>
                      </a:lnTo>
                      <a:lnTo>
                        <a:pt x="6984" y="8119"/>
                      </a:lnTo>
                      <a:lnTo>
                        <a:pt x="8606" y="8013"/>
                      </a:lnTo>
                      <a:lnTo>
                        <a:pt x="7690" y="6841"/>
                      </a:lnTo>
                      <a:lnTo>
                        <a:pt x="7737" y="6804"/>
                      </a:lnTo>
                      <a:lnTo>
                        <a:pt x="8658" y="7983"/>
                      </a:lnTo>
                      <a:lnTo>
                        <a:pt x="9674" y="5890"/>
                      </a:lnTo>
                      <a:lnTo>
                        <a:pt x="9727" y="5915"/>
                      </a:lnTo>
                      <a:lnTo>
                        <a:pt x="8699" y="8036"/>
                      </a:lnTo>
                      <a:lnTo>
                        <a:pt x="8723" y="8065"/>
                      </a:lnTo>
                      <a:lnTo>
                        <a:pt x="8667" y="8069"/>
                      </a:lnTo>
                      <a:lnTo>
                        <a:pt x="8496" y="8080"/>
                      </a:lnTo>
                      <a:lnTo>
                        <a:pt x="6811" y="8867"/>
                      </a:lnTo>
                      <a:lnTo>
                        <a:pt x="6786" y="8813"/>
                      </a:lnTo>
                      <a:lnTo>
                        <a:pt x="8333" y="8091"/>
                      </a:lnTo>
                      <a:lnTo>
                        <a:pt x="6957" y="8180"/>
                      </a:lnTo>
                      <a:lnTo>
                        <a:pt x="6658" y="8852"/>
                      </a:lnTo>
                      <a:lnTo>
                        <a:pt x="6604" y="8828"/>
                      </a:lnTo>
                      <a:lnTo>
                        <a:pt x="6890" y="8185"/>
                      </a:lnTo>
                      <a:lnTo>
                        <a:pt x="6394" y="8217"/>
                      </a:lnTo>
                      <a:lnTo>
                        <a:pt x="6565" y="9140"/>
                      </a:lnTo>
                      <a:lnTo>
                        <a:pt x="6506" y="9150"/>
                      </a:lnTo>
                      <a:lnTo>
                        <a:pt x="6335" y="8220"/>
                      </a:lnTo>
                      <a:lnTo>
                        <a:pt x="5453" y="8277"/>
                      </a:lnTo>
                      <a:lnTo>
                        <a:pt x="5290" y="8581"/>
                      </a:lnTo>
                      <a:lnTo>
                        <a:pt x="5237" y="8553"/>
                      </a:lnTo>
                      <a:lnTo>
                        <a:pt x="5383" y="8283"/>
                      </a:lnTo>
                      <a:lnTo>
                        <a:pt x="5032" y="8306"/>
                      </a:lnTo>
                      <a:lnTo>
                        <a:pt x="5035" y="8583"/>
                      </a:lnTo>
                      <a:lnTo>
                        <a:pt x="4976" y="8584"/>
                      </a:lnTo>
                      <a:lnTo>
                        <a:pt x="4973" y="8309"/>
                      </a:lnTo>
                      <a:lnTo>
                        <a:pt x="4545" y="8337"/>
                      </a:lnTo>
                      <a:lnTo>
                        <a:pt x="4952" y="8907"/>
                      </a:lnTo>
                      <a:lnTo>
                        <a:pt x="4903" y="8942"/>
                      </a:lnTo>
                      <a:lnTo>
                        <a:pt x="4475" y="8341"/>
                      </a:lnTo>
                      <a:lnTo>
                        <a:pt x="3457" y="8408"/>
                      </a:lnTo>
                      <a:lnTo>
                        <a:pt x="3454" y="8349"/>
                      </a:lnTo>
                      <a:lnTo>
                        <a:pt x="4435" y="8284"/>
                      </a:lnTo>
                      <a:lnTo>
                        <a:pt x="4147" y="7882"/>
                      </a:lnTo>
                      <a:lnTo>
                        <a:pt x="3407" y="8320"/>
                      </a:lnTo>
                      <a:lnTo>
                        <a:pt x="3377" y="8269"/>
                      </a:lnTo>
                      <a:lnTo>
                        <a:pt x="4113" y="7834"/>
                      </a:lnTo>
                      <a:lnTo>
                        <a:pt x="3083" y="6390"/>
                      </a:lnTo>
                      <a:lnTo>
                        <a:pt x="3313" y="8385"/>
                      </a:lnTo>
                      <a:lnTo>
                        <a:pt x="3284" y="8389"/>
                      </a:lnTo>
                      <a:lnTo>
                        <a:pt x="3310" y="8403"/>
                      </a:lnTo>
                      <a:lnTo>
                        <a:pt x="2310" y="10199"/>
                      </a:lnTo>
                      <a:lnTo>
                        <a:pt x="3588" y="9541"/>
                      </a:lnTo>
                      <a:lnTo>
                        <a:pt x="3300" y="8586"/>
                      </a:lnTo>
                      <a:lnTo>
                        <a:pt x="3358" y="8569"/>
                      </a:lnTo>
                      <a:lnTo>
                        <a:pt x="3642" y="9514"/>
                      </a:lnTo>
                      <a:lnTo>
                        <a:pt x="4756" y="8941"/>
                      </a:lnTo>
                      <a:lnTo>
                        <a:pt x="4783" y="8993"/>
                      </a:lnTo>
                      <a:lnTo>
                        <a:pt x="3659" y="9571"/>
                      </a:lnTo>
                      <a:lnTo>
                        <a:pt x="3926" y="10461"/>
                      </a:lnTo>
                      <a:lnTo>
                        <a:pt x="3869" y="10478"/>
                      </a:lnTo>
                      <a:lnTo>
                        <a:pt x="3605" y="9599"/>
                      </a:lnTo>
                      <a:lnTo>
                        <a:pt x="2249" y="10296"/>
                      </a:lnTo>
                      <a:lnTo>
                        <a:pt x="2236" y="10270"/>
                      </a:lnTo>
                      <a:lnTo>
                        <a:pt x="2210" y="10256"/>
                      </a:lnTo>
                      <a:lnTo>
                        <a:pt x="3254" y="8382"/>
                      </a:lnTo>
                      <a:lnTo>
                        <a:pt x="2997" y="6164"/>
                      </a:lnTo>
                      <a:lnTo>
                        <a:pt x="3027" y="6160"/>
                      </a:lnTo>
                      <a:lnTo>
                        <a:pt x="3009" y="6137"/>
                      </a:lnTo>
                      <a:lnTo>
                        <a:pt x="4899" y="4702"/>
                      </a:lnTo>
                      <a:lnTo>
                        <a:pt x="4935" y="4749"/>
                      </a:lnTo>
                      <a:lnTo>
                        <a:pt x="3261" y="6019"/>
                      </a:lnTo>
                      <a:lnTo>
                        <a:pt x="4859" y="5572"/>
                      </a:lnTo>
                      <a:lnTo>
                        <a:pt x="4845" y="5009"/>
                      </a:lnTo>
                      <a:lnTo>
                        <a:pt x="4904" y="5008"/>
                      </a:lnTo>
                      <a:lnTo>
                        <a:pt x="4917" y="5556"/>
                      </a:lnTo>
                      <a:lnTo>
                        <a:pt x="5260" y="5460"/>
                      </a:lnTo>
                      <a:lnTo>
                        <a:pt x="5006" y="4992"/>
                      </a:lnTo>
                      <a:lnTo>
                        <a:pt x="5059" y="4964"/>
                      </a:lnTo>
                      <a:lnTo>
                        <a:pt x="5318" y="5444"/>
                      </a:lnTo>
                      <a:lnTo>
                        <a:pt x="6904" y="5000"/>
                      </a:lnTo>
                      <a:lnTo>
                        <a:pt x="4922" y="4650"/>
                      </a:lnTo>
                      <a:lnTo>
                        <a:pt x="4927" y="4621"/>
                      </a:lnTo>
                      <a:lnTo>
                        <a:pt x="4922" y="4591"/>
                      </a:lnTo>
                      <a:lnTo>
                        <a:pt x="6693" y="4230"/>
                      </a:lnTo>
                      <a:lnTo>
                        <a:pt x="6025" y="2592"/>
                      </a:lnTo>
                      <a:lnTo>
                        <a:pt x="6080" y="2570"/>
                      </a:lnTo>
                      <a:lnTo>
                        <a:pt x="6753" y="4217"/>
                      </a:lnTo>
                      <a:lnTo>
                        <a:pt x="8265" y="3908"/>
                      </a:lnTo>
                      <a:lnTo>
                        <a:pt x="8267" y="3923"/>
                      </a:lnTo>
                      <a:lnTo>
                        <a:pt x="8347" y="3840"/>
                      </a:lnTo>
                      <a:lnTo>
                        <a:pt x="6239" y="2765"/>
                      </a:lnTo>
                      <a:lnTo>
                        <a:pt x="6266" y="2712"/>
                      </a:lnTo>
                      <a:lnTo>
                        <a:pt x="8390" y="3795"/>
                      </a:lnTo>
                      <a:lnTo>
                        <a:pt x="8459" y="3725"/>
                      </a:lnTo>
                      <a:lnTo>
                        <a:pt x="8425" y="3840"/>
                      </a:lnTo>
                      <a:lnTo>
                        <a:pt x="7673" y="6443"/>
                      </a:lnTo>
                      <a:lnTo>
                        <a:pt x="7616" y="6426"/>
                      </a:lnTo>
                      <a:lnTo>
                        <a:pt x="8335" y="3938"/>
                      </a:lnTo>
                      <a:lnTo>
                        <a:pt x="7293" y="5014"/>
                      </a:lnTo>
                      <a:lnTo>
                        <a:pt x="7251" y="4973"/>
                      </a:lnTo>
                      <a:close/>
                      <a:moveTo>
                        <a:pt x="5086" y="4618"/>
                      </a:moveTo>
                      <a:lnTo>
                        <a:pt x="6989" y="4954"/>
                      </a:lnTo>
                      <a:lnTo>
                        <a:pt x="6716" y="4285"/>
                      </a:lnTo>
                      <a:lnTo>
                        <a:pt x="5086" y="4618"/>
                      </a:lnTo>
                      <a:close/>
                      <a:moveTo>
                        <a:pt x="7568" y="11954"/>
                      </a:moveTo>
                      <a:lnTo>
                        <a:pt x="7592" y="11725"/>
                      </a:lnTo>
                      <a:lnTo>
                        <a:pt x="6705" y="10944"/>
                      </a:lnTo>
                      <a:lnTo>
                        <a:pt x="6745" y="10900"/>
                      </a:lnTo>
                      <a:lnTo>
                        <a:pt x="7601" y="11652"/>
                      </a:lnTo>
                      <a:lnTo>
                        <a:pt x="7774" y="10036"/>
                      </a:lnTo>
                      <a:lnTo>
                        <a:pt x="7832" y="10042"/>
                      </a:lnTo>
                      <a:lnTo>
                        <a:pt x="7655" y="11700"/>
                      </a:lnTo>
                      <a:lnTo>
                        <a:pt x="7665" y="11709"/>
                      </a:lnTo>
                      <a:lnTo>
                        <a:pt x="7653" y="11723"/>
                      </a:lnTo>
                      <a:lnTo>
                        <a:pt x="7628" y="11960"/>
                      </a:lnTo>
                      <a:lnTo>
                        <a:pt x="7568" y="11954"/>
                      </a:lnTo>
                      <a:close/>
                      <a:moveTo>
                        <a:pt x="6613" y="12001"/>
                      </a:moveTo>
                      <a:lnTo>
                        <a:pt x="7498" y="11791"/>
                      </a:lnTo>
                      <a:lnTo>
                        <a:pt x="7512" y="11849"/>
                      </a:lnTo>
                      <a:lnTo>
                        <a:pt x="6626" y="12060"/>
                      </a:lnTo>
                      <a:lnTo>
                        <a:pt x="6613" y="12001"/>
                      </a:lnTo>
                      <a:close/>
                      <a:moveTo>
                        <a:pt x="6555" y="10969"/>
                      </a:moveTo>
                      <a:lnTo>
                        <a:pt x="6576" y="12183"/>
                      </a:lnTo>
                      <a:lnTo>
                        <a:pt x="6516" y="12184"/>
                      </a:lnTo>
                      <a:lnTo>
                        <a:pt x="6496" y="10970"/>
                      </a:lnTo>
                      <a:lnTo>
                        <a:pt x="6555" y="10969"/>
                      </a:lnTo>
                      <a:close/>
                      <a:moveTo>
                        <a:pt x="5163" y="12064"/>
                      </a:moveTo>
                      <a:lnTo>
                        <a:pt x="6485" y="12022"/>
                      </a:lnTo>
                      <a:lnTo>
                        <a:pt x="6486" y="12081"/>
                      </a:lnTo>
                      <a:lnTo>
                        <a:pt x="5165" y="12123"/>
                      </a:lnTo>
                      <a:lnTo>
                        <a:pt x="5163" y="12064"/>
                      </a:lnTo>
                      <a:close/>
                      <a:moveTo>
                        <a:pt x="2834" y="12080"/>
                      </a:moveTo>
                      <a:lnTo>
                        <a:pt x="4706" y="12016"/>
                      </a:lnTo>
                      <a:lnTo>
                        <a:pt x="4708" y="12076"/>
                      </a:lnTo>
                      <a:lnTo>
                        <a:pt x="2836" y="12140"/>
                      </a:lnTo>
                      <a:lnTo>
                        <a:pt x="2834" y="12080"/>
                      </a:lnTo>
                      <a:close/>
                      <a:moveTo>
                        <a:pt x="2286" y="10526"/>
                      </a:moveTo>
                      <a:lnTo>
                        <a:pt x="2638" y="12055"/>
                      </a:lnTo>
                      <a:lnTo>
                        <a:pt x="2580" y="12068"/>
                      </a:lnTo>
                      <a:lnTo>
                        <a:pt x="2228" y="10539"/>
                      </a:lnTo>
                      <a:lnTo>
                        <a:pt x="2286" y="10526"/>
                      </a:lnTo>
                      <a:close/>
                      <a:moveTo>
                        <a:pt x="3809" y="10730"/>
                      </a:moveTo>
                      <a:lnTo>
                        <a:pt x="2700" y="12073"/>
                      </a:lnTo>
                      <a:lnTo>
                        <a:pt x="2654" y="12035"/>
                      </a:lnTo>
                      <a:lnTo>
                        <a:pt x="3764" y="10692"/>
                      </a:lnTo>
                      <a:lnTo>
                        <a:pt x="3809" y="10730"/>
                      </a:lnTo>
                      <a:close/>
                      <a:moveTo>
                        <a:pt x="3989" y="10651"/>
                      </a:moveTo>
                      <a:lnTo>
                        <a:pt x="4998" y="11984"/>
                      </a:lnTo>
                      <a:lnTo>
                        <a:pt x="4951" y="12020"/>
                      </a:lnTo>
                      <a:lnTo>
                        <a:pt x="3942" y="10687"/>
                      </a:lnTo>
                      <a:lnTo>
                        <a:pt x="3989" y="10651"/>
                      </a:lnTo>
                      <a:close/>
                      <a:moveTo>
                        <a:pt x="4924" y="11798"/>
                      </a:moveTo>
                      <a:lnTo>
                        <a:pt x="4948" y="10680"/>
                      </a:lnTo>
                      <a:lnTo>
                        <a:pt x="3999" y="10589"/>
                      </a:lnTo>
                      <a:lnTo>
                        <a:pt x="4005" y="10529"/>
                      </a:lnTo>
                      <a:lnTo>
                        <a:pt x="4949" y="10620"/>
                      </a:lnTo>
                      <a:lnTo>
                        <a:pt x="4977" y="9355"/>
                      </a:lnTo>
                      <a:lnTo>
                        <a:pt x="5036" y="9356"/>
                      </a:lnTo>
                      <a:lnTo>
                        <a:pt x="5008" y="10626"/>
                      </a:lnTo>
                      <a:lnTo>
                        <a:pt x="6297" y="10751"/>
                      </a:lnTo>
                      <a:lnTo>
                        <a:pt x="6292" y="10809"/>
                      </a:lnTo>
                      <a:lnTo>
                        <a:pt x="5007" y="10686"/>
                      </a:lnTo>
                      <a:lnTo>
                        <a:pt x="4983" y="11800"/>
                      </a:lnTo>
                      <a:lnTo>
                        <a:pt x="4924" y="11798"/>
                      </a:lnTo>
                      <a:close/>
                      <a:moveTo>
                        <a:pt x="6470" y="10919"/>
                      </a:moveTo>
                      <a:lnTo>
                        <a:pt x="5224" y="11880"/>
                      </a:lnTo>
                      <a:lnTo>
                        <a:pt x="5187" y="11834"/>
                      </a:lnTo>
                      <a:lnTo>
                        <a:pt x="6434" y="10872"/>
                      </a:lnTo>
                      <a:lnTo>
                        <a:pt x="6470" y="10919"/>
                      </a:lnTo>
                      <a:close/>
                      <a:moveTo>
                        <a:pt x="7752" y="9958"/>
                      </a:moveTo>
                      <a:lnTo>
                        <a:pt x="6701" y="10736"/>
                      </a:lnTo>
                      <a:lnTo>
                        <a:pt x="6665" y="10688"/>
                      </a:lnTo>
                      <a:lnTo>
                        <a:pt x="7716" y="9909"/>
                      </a:lnTo>
                      <a:lnTo>
                        <a:pt x="7752" y="9958"/>
                      </a:lnTo>
                      <a:close/>
                      <a:moveTo>
                        <a:pt x="8801" y="8067"/>
                      </a:moveTo>
                      <a:lnTo>
                        <a:pt x="7842" y="9822"/>
                      </a:lnTo>
                      <a:lnTo>
                        <a:pt x="7816" y="9808"/>
                      </a:lnTo>
                      <a:lnTo>
                        <a:pt x="7798" y="9832"/>
                      </a:lnTo>
                      <a:lnTo>
                        <a:pt x="6802" y="9127"/>
                      </a:lnTo>
                      <a:lnTo>
                        <a:pt x="6837" y="9079"/>
                      </a:lnTo>
                      <a:lnTo>
                        <a:pt x="7806" y="9764"/>
                      </a:lnTo>
                      <a:lnTo>
                        <a:pt x="8749" y="8038"/>
                      </a:lnTo>
                      <a:lnTo>
                        <a:pt x="8801" y="8067"/>
                      </a:lnTo>
                      <a:close/>
                      <a:moveTo>
                        <a:pt x="6713" y="9066"/>
                      </a:moveTo>
                      <a:lnTo>
                        <a:pt x="6491" y="10590"/>
                      </a:lnTo>
                      <a:lnTo>
                        <a:pt x="6433" y="10581"/>
                      </a:lnTo>
                      <a:lnTo>
                        <a:pt x="6653" y="9057"/>
                      </a:lnTo>
                      <a:lnTo>
                        <a:pt x="6713" y="9066"/>
                      </a:lnTo>
                      <a:close/>
                      <a:moveTo>
                        <a:pt x="5298" y="9253"/>
                      </a:moveTo>
                      <a:lnTo>
                        <a:pt x="6327" y="10505"/>
                      </a:lnTo>
                      <a:lnTo>
                        <a:pt x="6281" y="10543"/>
                      </a:lnTo>
                      <a:lnTo>
                        <a:pt x="5251" y="9290"/>
                      </a:lnTo>
                      <a:lnTo>
                        <a:pt x="5298" y="9253"/>
                      </a:lnTo>
                      <a:close/>
                      <a:moveTo>
                        <a:pt x="5486" y="8216"/>
                      </a:moveTo>
                      <a:lnTo>
                        <a:pt x="6324" y="8162"/>
                      </a:lnTo>
                      <a:lnTo>
                        <a:pt x="6137" y="7152"/>
                      </a:lnTo>
                      <a:lnTo>
                        <a:pt x="6056" y="7154"/>
                      </a:lnTo>
                      <a:lnTo>
                        <a:pt x="5486" y="8216"/>
                      </a:lnTo>
                      <a:close/>
                      <a:moveTo>
                        <a:pt x="5320" y="8833"/>
                      </a:moveTo>
                      <a:lnTo>
                        <a:pt x="6382" y="8989"/>
                      </a:lnTo>
                      <a:lnTo>
                        <a:pt x="6374" y="9049"/>
                      </a:lnTo>
                      <a:lnTo>
                        <a:pt x="5312" y="8891"/>
                      </a:lnTo>
                      <a:lnTo>
                        <a:pt x="5320" y="8833"/>
                      </a:lnTo>
                      <a:close/>
                      <a:moveTo>
                        <a:pt x="4504" y="8280"/>
                      </a:moveTo>
                      <a:lnTo>
                        <a:pt x="4971" y="8249"/>
                      </a:lnTo>
                      <a:lnTo>
                        <a:pt x="4962" y="7399"/>
                      </a:lnTo>
                      <a:lnTo>
                        <a:pt x="4198" y="7851"/>
                      </a:lnTo>
                      <a:lnTo>
                        <a:pt x="4504" y="8280"/>
                      </a:lnTo>
                      <a:close/>
                      <a:moveTo>
                        <a:pt x="4973" y="9131"/>
                      </a:moveTo>
                      <a:lnTo>
                        <a:pt x="4128" y="10334"/>
                      </a:lnTo>
                      <a:lnTo>
                        <a:pt x="4079" y="10299"/>
                      </a:lnTo>
                      <a:lnTo>
                        <a:pt x="4924" y="9097"/>
                      </a:lnTo>
                      <a:lnTo>
                        <a:pt x="4973" y="9131"/>
                      </a:lnTo>
                      <a:close/>
                      <a:moveTo>
                        <a:pt x="2476" y="10369"/>
                      </a:moveTo>
                      <a:lnTo>
                        <a:pt x="3765" y="10556"/>
                      </a:lnTo>
                      <a:lnTo>
                        <a:pt x="3756" y="10615"/>
                      </a:lnTo>
                      <a:lnTo>
                        <a:pt x="2467" y="10428"/>
                      </a:lnTo>
                      <a:lnTo>
                        <a:pt x="2476" y="10369"/>
                      </a:lnTo>
                      <a:close/>
                      <a:moveTo>
                        <a:pt x="875" y="7431"/>
                      </a:moveTo>
                      <a:lnTo>
                        <a:pt x="2148" y="10247"/>
                      </a:lnTo>
                      <a:lnTo>
                        <a:pt x="2093" y="10271"/>
                      </a:lnTo>
                      <a:lnTo>
                        <a:pt x="821" y="7454"/>
                      </a:lnTo>
                      <a:lnTo>
                        <a:pt x="875" y="7431"/>
                      </a:lnTo>
                      <a:close/>
                      <a:moveTo>
                        <a:pt x="3176" y="6197"/>
                      </a:moveTo>
                      <a:lnTo>
                        <a:pt x="4732" y="7123"/>
                      </a:lnTo>
                      <a:lnTo>
                        <a:pt x="4701" y="7174"/>
                      </a:lnTo>
                      <a:lnTo>
                        <a:pt x="3146" y="6249"/>
                      </a:lnTo>
                      <a:lnTo>
                        <a:pt x="3176" y="6197"/>
                      </a:lnTo>
                      <a:close/>
                      <a:moveTo>
                        <a:pt x="789" y="7200"/>
                      </a:moveTo>
                      <a:lnTo>
                        <a:pt x="3226" y="8267"/>
                      </a:lnTo>
                      <a:lnTo>
                        <a:pt x="3202" y="8321"/>
                      </a:lnTo>
                      <a:lnTo>
                        <a:pt x="765" y="7254"/>
                      </a:lnTo>
                      <a:lnTo>
                        <a:pt x="789" y="7200"/>
                      </a:lnTo>
                      <a:close/>
                      <a:moveTo>
                        <a:pt x="954" y="7180"/>
                      </a:moveTo>
                      <a:lnTo>
                        <a:pt x="2821" y="6108"/>
                      </a:lnTo>
                      <a:lnTo>
                        <a:pt x="2850" y="6160"/>
                      </a:lnTo>
                      <a:lnTo>
                        <a:pt x="984" y="7232"/>
                      </a:lnTo>
                      <a:lnTo>
                        <a:pt x="954" y="7180"/>
                      </a:lnTo>
                      <a:close/>
                      <a:moveTo>
                        <a:pt x="125" y="4373"/>
                      </a:moveTo>
                      <a:lnTo>
                        <a:pt x="667" y="6990"/>
                      </a:lnTo>
                      <a:lnTo>
                        <a:pt x="608" y="7002"/>
                      </a:lnTo>
                      <a:lnTo>
                        <a:pt x="51" y="4311"/>
                      </a:lnTo>
                      <a:lnTo>
                        <a:pt x="80" y="4305"/>
                      </a:lnTo>
                      <a:lnTo>
                        <a:pt x="97" y="4280"/>
                      </a:lnTo>
                      <a:lnTo>
                        <a:pt x="1443" y="5251"/>
                      </a:lnTo>
                      <a:lnTo>
                        <a:pt x="1814" y="4750"/>
                      </a:lnTo>
                      <a:lnTo>
                        <a:pt x="313" y="4291"/>
                      </a:lnTo>
                      <a:lnTo>
                        <a:pt x="331" y="4235"/>
                      </a:lnTo>
                      <a:lnTo>
                        <a:pt x="1851" y="4699"/>
                      </a:lnTo>
                      <a:lnTo>
                        <a:pt x="2349" y="4024"/>
                      </a:lnTo>
                      <a:lnTo>
                        <a:pt x="2352" y="4020"/>
                      </a:lnTo>
                      <a:lnTo>
                        <a:pt x="2356" y="4018"/>
                      </a:lnTo>
                      <a:lnTo>
                        <a:pt x="2450" y="3954"/>
                      </a:lnTo>
                      <a:lnTo>
                        <a:pt x="2450" y="3954"/>
                      </a:lnTo>
                      <a:lnTo>
                        <a:pt x="4045" y="2879"/>
                      </a:lnTo>
                      <a:lnTo>
                        <a:pt x="4038" y="2864"/>
                      </a:lnTo>
                      <a:lnTo>
                        <a:pt x="4032" y="2849"/>
                      </a:lnTo>
                      <a:lnTo>
                        <a:pt x="4026" y="2834"/>
                      </a:lnTo>
                      <a:lnTo>
                        <a:pt x="4022" y="2819"/>
                      </a:lnTo>
                      <a:lnTo>
                        <a:pt x="4019" y="2804"/>
                      </a:lnTo>
                      <a:lnTo>
                        <a:pt x="4017" y="2788"/>
                      </a:lnTo>
                      <a:lnTo>
                        <a:pt x="4014" y="2772"/>
                      </a:lnTo>
                      <a:lnTo>
                        <a:pt x="4014" y="2754"/>
                      </a:lnTo>
                      <a:lnTo>
                        <a:pt x="4014" y="2741"/>
                      </a:lnTo>
                      <a:lnTo>
                        <a:pt x="4015" y="2728"/>
                      </a:lnTo>
                      <a:lnTo>
                        <a:pt x="4017" y="2715"/>
                      </a:lnTo>
                      <a:lnTo>
                        <a:pt x="4019" y="2704"/>
                      </a:lnTo>
                      <a:lnTo>
                        <a:pt x="4022" y="2692"/>
                      </a:lnTo>
                      <a:lnTo>
                        <a:pt x="4025" y="2679"/>
                      </a:lnTo>
                      <a:lnTo>
                        <a:pt x="4028" y="2667"/>
                      </a:lnTo>
                      <a:lnTo>
                        <a:pt x="4033" y="2656"/>
                      </a:lnTo>
                      <a:lnTo>
                        <a:pt x="4038" y="2644"/>
                      </a:lnTo>
                      <a:lnTo>
                        <a:pt x="4044" y="2633"/>
                      </a:lnTo>
                      <a:lnTo>
                        <a:pt x="4049" y="2623"/>
                      </a:lnTo>
                      <a:lnTo>
                        <a:pt x="4055" y="2612"/>
                      </a:lnTo>
                      <a:lnTo>
                        <a:pt x="4062" y="2602"/>
                      </a:lnTo>
                      <a:lnTo>
                        <a:pt x="4069" y="2592"/>
                      </a:lnTo>
                      <a:lnTo>
                        <a:pt x="4077" y="2583"/>
                      </a:lnTo>
                      <a:lnTo>
                        <a:pt x="4086" y="2574"/>
                      </a:lnTo>
                      <a:lnTo>
                        <a:pt x="2618" y="872"/>
                      </a:lnTo>
                      <a:lnTo>
                        <a:pt x="2663" y="833"/>
                      </a:lnTo>
                      <a:lnTo>
                        <a:pt x="4130" y="2535"/>
                      </a:lnTo>
                      <a:lnTo>
                        <a:pt x="4147" y="2524"/>
                      </a:lnTo>
                      <a:lnTo>
                        <a:pt x="4164" y="2515"/>
                      </a:lnTo>
                      <a:lnTo>
                        <a:pt x="4182" y="2507"/>
                      </a:lnTo>
                      <a:lnTo>
                        <a:pt x="4200" y="2501"/>
                      </a:lnTo>
                      <a:lnTo>
                        <a:pt x="4220" y="2495"/>
                      </a:lnTo>
                      <a:lnTo>
                        <a:pt x="4239" y="2492"/>
                      </a:lnTo>
                      <a:lnTo>
                        <a:pt x="4260" y="2489"/>
                      </a:lnTo>
                      <a:lnTo>
                        <a:pt x="4280" y="2489"/>
                      </a:lnTo>
                      <a:lnTo>
                        <a:pt x="4304" y="2490"/>
                      </a:lnTo>
                      <a:lnTo>
                        <a:pt x="4327" y="2492"/>
                      </a:lnTo>
                      <a:lnTo>
                        <a:pt x="4348" y="2497"/>
                      </a:lnTo>
                      <a:lnTo>
                        <a:pt x="4369" y="2504"/>
                      </a:lnTo>
                      <a:lnTo>
                        <a:pt x="5304" y="106"/>
                      </a:lnTo>
                      <a:lnTo>
                        <a:pt x="5359" y="127"/>
                      </a:lnTo>
                      <a:lnTo>
                        <a:pt x="4423" y="2530"/>
                      </a:lnTo>
                      <a:lnTo>
                        <a:pt x="4435" y="2537"/>
                      </a:lnTo>
                      <a:lnTo>
                        <a:pt x="4446" y="2547"/>
                      </a:lnTo>
                      <a:lnTo>
                        <a:pt x="4458" y="2557"/>
                      </a:lnTo>
                      <a:lnTo>
                        <a:pt x="4469" y="2566"/>
                      </a:lnTo>
                      <a:lnTo>
                        <a:pt x="4478" y="2575"/>
                      </a:lnTo>
                      <a:lnTo>
                        <a:pt x="4486" y="2585"/>
                      </a:lnTo>
                      <a:lnTo>
                        <a:pt x="4494" y="2596"/>
                      </a:lnTo>
                      <a:lnTo>
                        <a:pt x="4502" y="2605"/>
                      </a:lnTo>
                      <a:lnTo>
                        <a:pt x="4508" y="2616"/>
                      </a:lnTo>
                      <a:lnTo>
                        <a:pt x="4515" y="2628"/>
                      </a:lnTo>
                      <a:lnTo>
                        <a:pt x="4521" y="2639"/>
                      </a:lnTo>
                      <a:lnTo>
                        <a:pt x="4526" y="2651"/>
                      </a:lnTo>
                      <a:lnTo>
                        <a:pt x="4531" y="2663"/>
                      </a:lnTo>
                      <a:lnTo>
                        <a:pt x="4535" y="2675"/>
                      </a:lnTo>
                      <a:lnTo>
                        <a:pt x="4538" y="2688"/>
                      </a:lnTo>
                      <a:lnTo>
                        <a:pt x="4542" y="2701"/>
                      </a:lnTo>
                      <a:lnTo>
                        <a:pt x="4544" y="2714"/>
                      </a:lnTo>
                      <a:lnTo>
                        <a:pt x="4546" y="2727"/>
                      </a:lnTo>
                      <a:lnTo>
                        <a:pt x="4547" y="2741"/>
                      </a:lnTo>
                      <a:lnTo>
                        <a:pt x="4547" y="2754"/>
                      </a:lnTo>
                      <a:lnTo>
                        <a:pt x="4547" y="2768"/>
                      </a:lnTo>
                      <a:lnTo>
                        <a:pt x="4546" y="2781"/>
                      </a:lnTo>
                      <a:lnTo>
                        <a:pt x="4544" y="2795"/>
                      </a:lnTo>
                      <a:lnTo>
                        <a:pt x="4542" y="2808"/>
                      </a:lnTo>
                      <a:lnTo>
                        <a:pt x="4538" y="2821"/>
                      </a:lnTo>
                      <a:lnTo>
                        <a:pt x="4535" y="2834"/>
                      </a:lnTo>
                      <a:lnTo>
                        <a:pt x="4531" y="2846"/>
                      </a:lnTo>
                      <a:lnTo>
                        <a:pt x="4526" y="2858"/>
                      </a:lnTo>
                      <a:lnTo>
                        <a:pt x="4521" y="2870"/>
                      </a:lnTo>
                      <a:lnTo>
                        <a:pt x="4515" y="2882"/>
                      </a:lnTo>
                      <a:lnTo>
                        <a:pt x="4508" y="2893"/>
                      </a:lnTo>
                      <a:lnTo>
                        <a:pt x="4502" y="2903"/>
                      </a:lnTo>
                      <a:lnTo>
                        <a:pt x="4494" y="2914"/>
                      </a:lnTo>
                      <a:lnTo>
                        <a:pt x="4486" y="2924"/>
                      </a:lnTo>
                      <a:lnTo>
                        <a:pt x="4478" y="2934"/>
                      </a:lnTo>
                      <a:lnTo>
                        <a:pt x="4469" y="2943"/>
                      </a:lnTo>
                      <a:lnTo>
                        <a:pt x="4459" y="2952"/>
                      </a:lnTo>
                      <a:lnTo>
                        <a:pt x="4451" y="2960"/>
                      </a:lnTo>
                      <a:lnTo>
                        <a:pt x="4441" y="2967"/>
                      </a:lnTo>
                      <a:lnTo>
                        <a:pt x="4430" y="2975"/>
                      </a:lnTo>
                      <a:lnTo>
                        <a:pt x="4421" y="2981"/>
                      </a:lnTo>
                      <a:lnTo>
                        <a:pt x="4410" y="2988"/>
                      </a:lnTo>
                      <a:lnTo>
                        <a:pt x="4399" y="2993"/>
                      </a:lnTo>
                      <a:lnTo>
                        <a:pt x="4387" y="2998"/>
                      </a:lnTo>
                      <a:lnTo>
                        <a:pt x="4798" y="4328"/>
                      </a:lnTo>
                      <a:lnTo>
                        <a:pt x="4741" y="4345"/>
                      </a:lnTo>
                      <a:lnTo>
                        <a:pt x="4330" y="3017"/>
                      </a:lnTo>
                      <a:lnTo>
                        <a:pt x="4318" y="3018"/>
                      </a:lnTo>
                      <a:lnTo>
                        <a:pt x="4306" y="3020"/>
                      </a:lnTo>
                      <a:lnTo>
                        <a:pt x="4293" y="3021"/>
                      </a:lnTo>
                      <a:lnTo>
                        <a:pt x="4280" y="3021"/>
                      </a:lnTo>
                      <a:lnTo>
                        <a:pt x="4267" y="3020"/>
                      </a:lnTo>
                      <a:lnTo>
                        <a:pt x="4253" y="3020"/>
                      </a:lnTo>
                      <a:lnTo>
                        <a:pt x="4240" y="3018"/>
                      </a:lnTo>
                      <a:lnTo>
                        <a:pt x="4227" y="3016"/>
                      </a:lnTo>
                      <a:lnTo>
                        <a:pt x="4214" y="3012"/>
                      </a:lnTo>
                      <a:lnTo>
                        <a:pt x="4201" y="3009"/>
                      </a:lnTo>
                      <a:lnTo>
                        <a:pt x="4189" y="3005"/>
                      </a:lnTo>
                      <a:lnTo>
                        <a:pt x="4176" y="2999"/>
                      </a:lnTo>
                      <a:lnTo>
                        <a:pt x="4164" y="2994"/>
                      </a:lnTo>
                      <a:lnTo>
                        <a:pt x="4154" y="2989"/>
                      </a:lnTo>
                      <a:lnTo>
                        <a:pt x="4143" y="2982"/>
                      </a:lnTo>
                      <a:lnTo>
                        <a:pt x="4132" y="2976"/>
                      </a:lnTo>
                      <a:lnTo>
                        <a:pt x="4121" y="2968"/>
                      </a:lnTo>
                      <a:lnTo>
                        <a:pt x="4112" y="2961"/>
                      </a:lnTo>
                      <a:lnTo>
                        <a:pt x="4102" y="2952"/>
                      </a:lnTo>
                      <a:lnTo>
                        <a:pt x="4092" y="2943"/>
                      </a:lnTo>
                      <a:lnTo>
                        <a:pt x="4085" y="2936"/>
                      </a:lnTo>
                      <a:lnTo>
                        <a:pt x="4078" y="2927"/>
                      </a:lnTo>
                      <a:lnTo>
                        <a:pt x="2484" y="4004"/>
                      </a:lnTo>
                      <a:lnTo>
                        <a:pt x="2467" y="3979"/>
                      </a:lnTo>
                      <a:lnTo>
                        <a:pt x="2484" y="4004"/>
                      </a:lnTo>
                      <a:lnTo>
                        <a:pt x="2393" y="4064"/>
                      </a:lnTo>
                      <a:lnTo>
                        <a:pt x="1911" y="4718"/>
                      </a:lnTo>
                      <a:lnTo>
                        <a:pt x="2605" y="4929"/>
                      </a:lnTo>
                      <a:lnTo>
                        <a:pt x="2587" y="4987"/>
                      </a:lnTo>
                      <a:lnTo>
                        <a:pt x="1873" y="4769"/>
                      </a:lnTo>
                      <a:lnTo>
                        <a:pt x="1476" y="5307"/>
                      </a:lnTo>
                      <a:lnTo>
                        <a:pt x="1449" y="5381"/>
                      </a:lnTo>
                      <a:lnTo>
                        <a:pt x="2775" y="6008"/>
                      </a:lnTo>
                      <a:lnTo>
                        <a:pt x="2750" y="6062"/>
                      </a:lnTo>
                      <a:lnTo>
                        <a:pt x="1428" y="5437"/>
                      </a:lnTo>
                      <a:lnTo>
                        <a:pt x="886" y="6891"/>
                      </a:lnTo>
                      <a:lnTo>
                        <a:pt x="831" y="6870"/>
                      </a:lnTo>
                      <a:lnTo>
                        <a:pt x="1414" y="5304"/>
                      </a:lnTo>
                      <a:lnTo>
                        <a:pt x="125" y="4373"/>
                      </a:lnTo>
                      <a:close/>
                      <a:moveTo>
                        <a:pt x="2853" y="4985"/>
                      </a:moveTo>
                      <a:lnTo>
                        <a:pt x="2959" y="6047"/>
                      </a:lnTo>
                      <a:lnTo>
                        <a:pt x="2901" y="6053"/>
                      </a:lnTo>
                      <a:lnTo>
                        <a:pt x="2791" y="4965"/>
                      </a:lnTo>
                      <a:lnTo>
                        <a:pt x="2502" y="4126"/>
                      </a:lnTo>
                      <a:lnTo>
                        <a:pt x="2558" y="4106"/>
                      </a:lnTo>
                      <a:lnTo>
                        <a:pt x="2841" y="4926"/>
                      </a:lnTo>
                      <a:lnTo>
                        <a:pt x="4599" y="4759"/>
                      </a:lnTo>
                      <a:lnTo>
                        <a:pt x="4604" y="4818"/>
                      </a:lnTo>
                      <a:lnTo>
                        <a:pt x="2853" y="4985"/>
                      </a:lnTo>
                      <a:close/>
                      <a:moveTo>
                        <a:pt x="2666" y="3888"/>
                      </a:moveTo>
                      <a:lnTo>
                        <a:pt x="4517" y="4571"/>
                      </a:lnTo>
                      <a:lnTo>
                        <a:pt x="4496" y="4627"/>
                      </a:lnTo>
                      <a:lnTo>
                        <a:pt x="2646" y="3944"/>
                      </a:lnTo>
                      <a:lnTo>
                        <a:pt x="2666" y="3888"/>
                      </a:lnTo>
                      <a:close/>
                      <a:moveTo>
                        <a:pt x="1554" y="5348"/>
                      </a:moveTo>
                      <a:lnTo>
                        <a:pt x="2598" y="5001"/>
                      </a:lnTo>
                      <a:lnTo>
                        <a:pt x="2616" y="5057"/>
                      </a:lnTo>
                      <a:lnTo>
                        <a:pt x="1572" y="5406"/>
                      </a:lnTo>
                      <a:lnTo>
                        <a:pt x="1554" y="5348"/>
                      </a:lnTo>
                      <a:close/>
                      <a:moveTo>
                        <a:pt x="138" y="4151"/>
                      </a:moveTo>
                      <a:lnTo>
                        <a:pt x="2277" y="3872"/>
                      </a:lnTo>
                      <a:lnTo>
                        <a:pt x="960" y="2063"/>
                      </a:lnTo>
                      <a:lnTo>
                        <a:pt x="1009" y="2027"/>
                      </a:lnTo>
                      <a:lnTo>
                        <a:pt x="2304" y="3808"/>
                      </a:lnTo>
                      <a:lnTo>
                        <a:pt x="2417" y="962"/>
                      </a:lnTo>
                      <a:lnTo>
                        <a:pt x="2476" y="964"/>
                      </a:lnTo>
                      <a:lnTo>
                        <a:pt x="2360" y="3896"/>
                      </a:lnTo>
                      <a:lnTo>
                        <a:pt x="2330" y="3895"/>
                      </a:lnTo>
                      <a:lnTo>
                        <a:pt x="2335" y="3924"/>
                      </a:lnTo>
                      <a:lnTo>
                        <a:pt x="146" y="4209"/>
                      </a:lnTo>
                      <a:lnTo>
                        <a:pt x="138" y="4151"/>
                      </a:lnTo>
                      <a:close/>
                      <a:moveTo>
                        <a:pt x="884" y="1990"/>
                      </a:moveTo>
                      <a:lnTo>
                        <a:pt x="56" y="4199"/>
                      </a:lnTo>
                      <a:lnTo>
                        <a:pt x="0" y="4179"/>
                      </a:lnTo>
                      <a:lnTo>
                        <a:pt x="831" y="1962"/>
                      </a:lnTo>
                      <a:lnTo>
                        <a:pt x="859" y="1971"/>
                      </a:lnTo>
                      <a:lnTo>
                        <a:pt x="841" y="1949"/>
                      </a:lnTo>
                      <a:lnTo>
                        <a:pt x="2333" y="771"/>
                      </a:lnTo>
                      <a:lnTo>
                        <a:pt x="2370" y="818"/>
                      </a:lnTo>
                      <a:lnTo>
                        <a:pt x="884" y="1990"/>
                      </a:lnTo>
                      <a:close/>
                      <a:moveTo>
                        <a:pt x="4094" y="2844"/>
                      </a:moveTo>
                      <a:lnTo>
                        <a:pt x="4264" y="2729"/>
                      </a:lnTo>
                      <a:lnTo>
                        <a:pt x="4295" y="2709"/>
                      </a:lnTo>
                      <a:lnTo>
                        <a:pt x="4290" y="2707"/>
                      </a:lnTo>
                      <a:lnTo>
                        <a:pt x="4347" y="2559"/>
                      </a:lnTo>
                      <a:lnTo>
                        <a:pt x="4332" y="2555"/>
                      </a:lnTo>
                      <a:lnTo>
                        <a:pt x="4315" y="2550"/>
                      </a:lnTo>
                      <a:lnTo>
                        <a:pt x="4297" y="2549"/>
                      </a:lnTo>
                      <a:lnTo>
                        <a:pt x="4280" y="2548"/>
                      </a:lnTo>
                      <a:lnTo>
                        <a:pt x="4260" y="2549"/>
                      </a:lnTo>
                      <a:lnTo>
                        <a:pt x="4239" y="2552"/>
                      </a:lnTo>
                      <a:lnTo>
                        <a:pt x="4219" y="2557"/>
                      </a:lnTo>
                      <a:lnTo>
                        <a:pt x="4200" y="2564"/>
                      </a:lnTo>
                      <a:lnTo>
                        <a:pt x="4182" y="2573"/>
                      </a:lnTo>
                      <a:lnTo>
                        <a:pt x="4164" y="2584"/>
                      </a:lnTo>
                      <a:lnTo>
                        <a:pt x="4149" y="2596"/>
                      </a:lnTo>
                      <a:lnTo>
                        <a:pt x="4134" y="2609"/>
                      </a:lnTo>
                      <a:lnTo>
                        <a:pt x="4121" y="2624"/>
                      </a:lnTo>
                      <a:lnTo>
                        <a:pt x="4109" y="2639"/>
                      </a:lnTo>
                      <a:lnTo>
                        <a:pt x="4099" y="2656"/>
                      </a:lnTo>
                      <a:lnTo>
                        <a:pt x="4090" y="2674"/>
                      </a:lnTo>
                      <a:lnTo>
                        <a:pt x="4083" y="2693"/>
                      </a:lnTo>
                      <a:lnTo>
                        <a:pt x="4078" y="2713"/>
                      </a:lnTo>
                      <a:lnTo>
                        <a:pt x="4075" y="2734"/>
                      </a:lnTo>
                      <a:lnTo>
                        <a:pt x="4074" y="2754"/>
                      </a:lnTo>
                      <a:lnTo>
                        <a:pt x="4074" y="2766"/>
                      </a:lnTo>
                      <a:lnTo>
                        <a:pt x="4075" y="2778"/>
                      </a:lnTo>
                      <a:lnTo>
                        <a:pt x="4077" y="2790"/>
                      </a:lnTo>
                      <a:lnTo>
                        <a:pt x="4079" y="2802"/>
                      </a:lnTo>
                      <a:lnTo>
                        <a:pt x="4082" y="2813"/>
                      </a:lnTo>
                      <a:lnTo>
                        <a:pt x="4086" y="2823"/>
                      </a:lnTo>
                      <a:lnTo>
                        <a:pt x="4090" y="2834"/>
                      </a:lnTo>
                      <a:lnTo>
                        <a:pt x="4094" y="2844"/>
                      </a:lnTo>
                      <a:close/>
                      <a:moveTo>
                        <a:pt x="4298" y="2710"/>
                      </a:moveTo>
                      <a:lnTo>
                        <a:pt x="4309" y="2746"/>
                      </a:lnTo>
                      <a:lnTo>
                        <a:pt x="4370" y="2941"/>
                      </a:lnTo>
                      <a:lnTo>
                        <a:pt x="4385" y="2933"/>
                      </a:lnTo>
                      <a:lnTo>
                        <a:pt x="4400" y="2924"/>
                      </a:lnTo>
                      <a:lnTo>
                        <a:pt x="4414" y="2913"/>
                      </a:lnTo>
                      <a:lnTo>
                        <a:pt x="4427" y="2901"/>
                      </a:lnTo>
                      <a:lnTo>
                        <a:pt x="4440" y="2886"/>
                      </a:lnTo>
                      <a:lnTo>
                        <a:pt x="4452" y="2870"/>
                      </a:lnTo>
                      <a:lnTo>
                        <a:pt x="4463" y="2853"/>
                      </a:lnTo>
                      <a:lnTo>
                        <a:pt x="4471" y="2835"/>
                      </a:lnTo>
                      <a:lnTo>
                        <a:pt x="4478" y="2816"/>
                      </a:lnTo>
                      <a:lnTo>
                        <a:pt x="4483" y="2796"/>
                      </a:lnTo>
                      <a:lnTo>
                        <a:pt x="4486" y="2776"/>
                      </a:lnTo>
                      <a:lnTo>
                        <a:pt x="4487" y="2754"/>
                      </a:lnTo>
                      <a:lnTo>
                        <a:pt x="4486" y="2734"/>
                      </a:lnTo>
                      <a:lnTo>
                        <a:pt x="4483" y="2713"/>
                      </a:lnTo>
                      <a:lnTo>
                        <a:pt x="4478" y="2693"/>
                      </a:lnTo>
                      <a:lnTo>
                        <a:pt x="4471" y="2674"/>
                      </a:lnTo>
                      <a:lnTo>
                        <a:pt x="4463" y="2656"/>
                      </a:lnTo>
                      <a:lnTo>
                        <a:pt x="4452" y="2639"/>
                      </a:lnTo>
                      <a:lnTo>
                        <a:pt x="4440" y="2624"/>
                      </a:lnTo>
                      <a:lnTo>
                        <a:pt x="4427" y="2609"/>
                      </a:lnTo>
                      <a:lnTo>
                        <a:pt x="4414" y="2597"/>
                      </a:lnTo>
                      <a:lnTo>
                        <a:pt x="4401" y="2586"/>
                      </a:lnTo>
                      <a:lnTo>
                        <a:pt x="4345" y="2728"/>
                      </a:lnTo>
                      <a:lnTo>
                        <a:pt x="4298" y="2710"/>
                      </a:lnTo>
                      <a:close/>
                      <a:moveTo>
                        <a:pt x="4312" y="2958"/>
                      </a:moveTo>
                      <a:lnTo>
                        <a:pt x="4264" y="2802"/>
                      </a:lnTo>
                      <a:lnTo>
                        <a:pt x="4128" y="2894"/>
                      </a:lnTo>
                      <a:lnTo>
                        <a:pt x="4131" y="2897"/>
                      </a:lnTo>
                      <a:lnTo>
                        <a:pt x="4134" y="2901"/>
                      </a:lnTo>
                      <a:lnTo>
                        <a:pt x="4149" y="2914"/>
                      </a:lnTo>
                      <a:lnTo>
                        <a:pt x="4164" y="2926"/>
                      </a:lnTo>
                      <a:lnTo>
                        <a:pt x="4182" y="2937"/>
                      </a:lnTo>
                      <a:lnTo>
                        <a:pt x="4200" y="2945"/>
                      </a:lnTo>
                      <a:lnTo>
                        <a:pt x="4219" y="2952"/>
                      </a:lnTo>
                      <a:lnTo>
                        <a:pt x="4239" y="2957"/>
                      </a:lnTo>
                      <a:lnTo>
                        <a:pt x="4260" y="2961"/>
                      </a:lnTo>
                      <a:lnTo>
                        <a:pt x="4280" y="2962"/>
                      </a:lnTo>
                      <a:lnTo>
                        <a:pt x="4296" y="2961"/>
                      </a:lnTo>
                      <a:lnTo>
                        <a:pt x="4312" y="2958"/>
                      </a:lnTo>
                      <a:close/>
                      <a:moveTo>
                        <a:pt x="5973" y="2722"/>
                      </a:moveTo>
                      <a:lnTo>
                        <a:pt x="5069" y="4403"/>
                      </a:lnTo>
                      <a:lnTo>
                        <a:pt x="5017" y="4375"/>
                      </a:lnTo>
                      <a:lnTo>
                        <a:pt x="5921" y="2693"/>
                      </a:lnTo>
                      <a:lnTo>
                        <a:pt x="5973" y="2722"/>
                      </a:lnTo>
                      <a:close/>
                      <a:moveTo>
                        <a:pt x="8527" y="4046"/>
                      </a:moveTo>
                      <a:lnTo>
                        <a:pt x="9578" y="5571"/>
                      </a:lnTo>
                      <a:lnTo>
                        <a:pt x="9529" y="5604"/>
                      </a:lnTo>
                      <a:lnTo>
                        <a:pt x="8477" y="4081"/>
                      </a:lnTo>
                      <a:lnTo>
                        <a:pt x="8527" y="4046"/>
                      </a:lnTo>
                      <a:close/>
                      <a:moveTo>
                        <a:pt x="6196" y="2499"/>
                      </a:moveTo>
                      <a:lnTo>
                        <a:pt x="7847" y="1228"/>
                      </a:lnTo>
                      <a:lnTo>
                        <a:pt x="7884" y="1275"/>
                      </a:lnTo>
                      <a:lnTo>
                        <a:pt x="6233" y="2547"/>
                      </a:lnTo>
                      <a:lnTo>
                        <a:pt x="6196" y="2499"/>
                      </a:lnTo>
                      <a:close/>
                      <a:moveTo>
                        <a:pt x="5702" y="2"/>
                      </a:moveTo>
                      <a:lnTo>
                        <a:pt x="7963" y="1035"/>
                      </a:lnTo>
                      <a:lnTo>
                        <a:pt x="7938" y="1089"/>
                      </a:lnTo>
                      <a:lnTo>
                        <a:pt x="5677" y="56"/>
                      </a:lnTo>
                      <a:lnTo>
                        <a:pt x="5702" y="2"/>
                      </a:lnTo>
                      <a:close/>
                      <a:moveTo>
                        <a:pt x="5508" y="130"/>
                      </a:moveTo>
                      <a:lnTo>
                        <a:pt x="6097" y="2432"/>
                      </a:lnTo>
                      <a:lnTo>
                        <a:pt x="6039" y="2447"/>
                      </a:lnTo>
                      <a:lnTo>
                        <a:pt x="5450" y="145"/>
                      </a:lnTo>
                      <a:lnTo>
                        <a:pt x="5508" y="130"/>
                      </a:lnTo>
                      <a:close/>
                      <a:moveTo>
                        <a:pt x="2608" y="607"/>
                      </a:moveTo>
                      <a:lnTo>
                        <a:pt x="5423" y="0"/>
                      </a:lnTo>
                      <a:lnTo>
                        <a:pt x="5435" y="59"/>
                      </a:lnTo>
                      <a:lnTo>
                        <a:pt x="2621" y="666"/>
                      </a:lnTo>
                      <a:lnTo>
                        <a:pt x="2608" y="607"/>
                      </a:lnTo>
                      <a:close/>
                    </a:path>
                  </a:pathLst>
                </a:custGeom>
                <a:solidFill>
                  <a:srgbClr val="B3B3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5" name="ïš1ï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1C8CE13-ADB2-4CED-9BA9-AD4860D3AD67}"/>
                    </a:ext>
                  </a:extLst>
                </p:cNvPr>
                <p:cNvSpPr/>
                <p:nvPr/>
              </p:nvSpPr>
              <p:spPr bwMode="auto">
                <a:xfrm>
                  <a:off x="5437627" y="4490112"/>
                  <a:ext cx="130663" cy="130663"/>
                </a:xfrm>
                <a:custGeom>
                  <a:avLst/>
                  <a:gdLst>
                    <a:gd name="T0" fmla="*/ 284 w 516"/>
                    <a:gd name="T1" fmla="*/ 1 h 515"/>
                    <a:gd name="T2" fmla="*/ 322 w 516"/>
                    <a:gd name="T3" fmla="*/ 9 h 515"/>
                    <a:gd name="T4" fmla="*/ 358 w 516"/>
                    <a:gd name="T5" fmla="*/ 20 h 515"/>
                    <a:gd name="T6" fmla="*/ 391 w 516"/>
                    <a:gd name="T7" fmla="*/ 38 h 515"/>
                    <a:gd name="T8" fmla="*/ 422 w 516"/>
                    <a:gd name="T9" fmla="*/ 59 h 515"/>
                    <a:gd name="T10" fmla="*/ 449 w 516"/>
                    <a:gd name="T11" fmla="*/ 84 h 515"/>
                    <a:gd name="T12" fmla="*/ 471 w 516"/>
                    <a:gd name="T13" fmla="*/ 113 h 515"/>
                    <a:gd name="T14" fmla="*/ 490 w 516"/>
                    <a:gd name="T15" fmla="*/ 146 h 515"/>
                    <a:gd name="T16" fmla="*/ 504 w 516"/>
                    <a:gd name="T17" fmla="*/ 181 h 515"/>
                    <a:gd name="T18" fmla="*/ 512 w 516"/>
                    <a:gd name="T19" fmla="*/ 218 h 515"/>
                    <a:gd name="T20" fmla="*/ 516 w 516"/>
                    <a:gd name="T21" fmla="*/ 258 h 515"/>
                    <a:gd name="T22" fmla="*/ 512 w 516"/>
                    <a:gd name="T23" fmla="*/ 297 h 515"/>
                    <a:gd name="T24" fmla="*/ 504 w 516"/>
                    <a:gd name="T25" fmla="*/ 335 h 515"/>
                    <a:gd name="T26" fmla="*/ 490 w 516"/>
                    <a:gd name="T27" fmla="*/ 369 h 515"/>
                    <a:gd name="T28" fmla="*/ 471 w 516"/>
                    <a:gd name="T29" fmla="*/ 402 h 515"/>
                    <a:gd name="T30" fmla="*/ 449 w 516"/>
                    <a:gd name="T31" fmla="*/ 431 h 515"/>
                    <a:gd name="T32" fmla="*/ 422 w 516"/>
                    <a:gd name="T33" fmla="*/ 457 h 515"/>
                    <a:gd name="T34" fmla="*/ 391 w 516"/>
                    <a:gd name="T35" fmla="*/ 478 h 515"/>
                    <a:gd name="T36" fmla="*/ 358 w 516"/>
                    <a:gd name="T37" fmla="*/ 495 h 515"/>
                    <a:gd name="T38" fmla="*/ 322 w 516"/>
                    <a:gd name="T39" fmla="*/ 507 h 515"/>
                    <a:gd name="T40" fmla="*/ 284 w 516"/>
                    <a:gd name="T41" fmla="*/ 514 h 515"/>
                    <a:gd name="T42" fmla="*/ 244 w 516"/>
                    <a:gd name="T43" fmla="*/ 515 h 515"/>
                    <a:gd name="T44" fmla="*/ 206 w 516"/>
                    <a:gd name="T45" fmla="*/ 510 h 515"/>
                    <a:gd name="T46" fmla="*/ 169 w 516"/>
                    <a:gd name="T47" fmla="*/ 500 h 515"/>
                    <a:gd name="T48" fmla="*/ 135 w 516"/>
                    <a:gd name="T49" fmla="*/ 484 h 515"/>
                    <a:gd name="T50" fmla="*/ 104 w 516"/>
                    <a:gd name="T51" fmla="*/ 464 h 515"/>
                    <a:gd name="T52" fmla="*/ 76 w 516"/>
                    <a:gd name="T53" fmla="*/ 439 h 515"/>
                    <a:gd name="T54" fmla="*/ 51 w 516"/>
                    <a:gd name="T55" fmla="*/ 411 h 515"/>
                    <a:gd name="T56" fmla="*/ 32 w 516"/>
                    <a:gd name="T57" fmla="*/ 380 h 515"/>
                    <a:gd name="T58" fmla="*/ 15 w 516"/>
                    <a:gd name="T59" fmla="*/ 347 h 515"/>
                    <a:gd name="T60" fmla="*/ 6 w 516"/>
                    <a:gd name="T61" fmla="*/ 310 h 515"/>
                    <a:gd name="T62" fmla="*/ 0 w 516"/>
                    <a:gd name="T63" fmla="*/ 271 h 515"/>
                    <a:gd name="T64" fmla="*/ 1 w 516"/>
                    <a:gd name="T65" fmla="*/ 231 h 515"/>
                    <a:gd name="T66" fmla="*/ 8 w 516"/>
                    <a:gd name="T67" fmla="*/ 193 h 515"/>
                    <a:gd name="T68" fmla="*/ 21 w 516"/>
                    <a:gd name="T69" fmla="*/ 158 h 515"/>
                    <a:gd name="T70" fmla="*/ 37 w 516"/>
                    <a:gd name="T71" fmla="*/ 124 h 515"/>
                    <a:gd name="T72" fmla="*/ 59 w 516"/>
                    <a:gd name="T73" fmla="*/ 94 h 515"/>
                    <a:gd name="T74" fmla="*/ 85 w 516"/>
                    <a:gd name="T75" fmla="*/ 67 h 515"/>
                    <a:gd name="T76" fmla="*/ 114 w 516"/>
                    <a:gd name="T77" fmla="*/ 44 h 515"/>
                    <a:gd name="T78" fmla="*/ 146 w 516"/>
                    <a:gd name="T79" fmla="*/ 26 h 515"/>
                    <a:gd name="T80" fmla="*/ 181 w 516"/>
                    <a:gd name="T81" fmla="*/ 12 h 515"/>
                    <a:gd name="T82" fmla="*/ 219 w 516"/>
                    <a:gd name="T83" fmla="*/ 3 h 515"/>
                    <a:gd name="T84" fmla="*/ 257 w 516"/>
                    <a:gd name="T85" fmla="*/ 0 h 5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16" h="515">
                      <a:moveTo>
                        <a:pt x="257" y="0"/>
                      </a:moveTo>
                      <a:lnTo>
                        <a:pt x="270" y="0"/>
                      </a:lnTo>
                      <a:lnTo>
                        <a:pt x="284" y="1"/>
                      </a:lnTo>
                      <a:lnTo>
                        <a:pt x="297" y="3"/>
                      </a:lnTo>
                      <a:lnTo>
                        <a:pt x="309" y="5"/>
                      </a:lnTo>
                      <a:lnTo>
                        <a:pt x="322" y="9"/>
                      </a:lnTo>
                      <a:lnTo>
                        <a:pt x="334" y="12"/>
                      </a:lnTo>
                      <a:lnTo>
                        <a:pt x="346" y="16"/>
                      </a:lnTo>
                      <a:lnTo>
                        <a:pt x="358" y="20"/>
                      </a:lnTo>
                      <a:lnTo>
                        <a:pt x="370" y="26"/>
                      </a:lnTo>
                      <a:lnTo>
                        <a:pt x="381" y="31"/>
                      </a:lnTo>
                      <a:lnTo>
                        <a:pt x="391" y="38"/>
                      </a:lnTo>
                      <a:lnTo>
                        <a:pt x="402" y="44"/>
                      </a:lnTo>
                      <a:lnTo>
                        <a:pt x="412" y="52"/>
                      </a:lnTo>
                      <a:lnTo>
                        <a:pt x="422" y="59"/>
                      </a:lnTo>
                      <a:lnTo>
                        <a:pt x="431" y="67"/>
                      </a:lnTo>
                      <a:lnTo>
                        <a:pt x="440" y="75"/>
                      </a:lnTo>
                      <a:lnTo>
                        <a:pt x="449" y="84"/>
                      </a:lnTo>
                      <a:lnTo>
                        <a:pt x="456" y="94"/>
                      </a:lnTo>
                      <a:lnTo>
                        <a:pt x="464" y="104"/>
                      </a:lnTo>
                      <a:lnTo>
                        <a:pt x="471" y="113"/>
                      </a:lnTo>
                      <a:lnTo>
                        <a:pt x="478" y="124"/>
                      </a:lnTo>
                      <a:lnTo>
                        <a:pt x="484" y="135"/>
                      </a:lnTo>
                      <a:lnTo>
                        <a:pt x="490" y="146"/>
                      </a:lnTo>
                      <a:lnTo>
                        <a:pt x="495" y="158"/>
                      </a:lnTo>
                      <a:lnTo>
                        <a:pt x="499" y="169"/>
                      </a:lnTo>
                      <a:lnTo>
                        <a:pt x="504" y="181"/>
                      </a:lnTo>
                      <a:lnTo>
                        <a:pt x="507" y="193"/>
                      </a:lnTo>
                      <a:lnTo>
                        <a:pt x="510" y="206"/>
                      </a:lnTo>
                      <a:lnTo>
                        <a:pt x="512" y="218"/>
                      </a:lnTo>
                      <a:lnTo>
                        <a:pt x="513" y="231"/>
                      </a:lnTo>
                      <a:lnTo>
                        <a:pt x="514" y="244"/>
                      </a:lnTo>
                      <a:lnTo>
                        <a:pt x="516" y="258"/>
                      </a:lnTo>
                      <a:lnTo>
                        <a:pt x="514" y="271"/>
                      </a:lnTo>
                      <a:lnTo>
                        <a:pt x="513" y="284"/>
                      </a:lnTo>
                      <a:lnTo>
                        <a:pt x="512" y="297"/>
                      </a:lnTo>
                      <a:lnTo>
                        <a:pt x="510" y="310"/>
                      </a:lnTo>
                      <a:lnTo>
                        <a:pt x="507" y="322"/>
                      </a:lnTo>
                      <a:lnTo>
                        <a:pt x="504" y="335"/>
                      </a:lnTo>
                      <a:lnTo>
                        <a:pt x="499" y="347"/>
                      </a:lnTo>
                      <a:lnTo>
                        <a:pt x="495" y="357"/>
                      </a:lnTo>
                      <a:lnTo>
                        <a:pt x="490" y="369"/>
                      </a:lnTo>
                      <a:lnTo>
                        <a:pt x="484" y="380"/>
                      </a:lnTo>
                      <a:lnTo>
                        <a:pt x="478" y="391"/>
                      </a:lnTo>
                      <a:lnTo>
                        <a:pt x="471" y="402"/>
                      </a:lnTo>
                      <a:lnTo>
                        <a:pt x="464" y="411"/>
                      </a:lnTo>
                      <a:lnTo>
                        <a:pt x="456" y="421"/>
                      </a:lnTo>
                      <a:lnTo>
                        <a:pt x="449" y="431"/>
                      </a:lnTo>
                      <a:lnTo>
                        <a:pt x="440" y="439"/>
                      </a:lnTo>
                      <a:lnTo>
                        <a:pt x="431" y="448"/>
                      </a:lnTo>
                      <a:lnTo>
                        <a:pt x="422" y="457"/>
                      </a:lnTo>
                      <a:lnTo>
                        <a:pt x="412" y="464"/>
                      </a:lnTo>
                      <a:lnTo>
                        <a:pt x="402" y="471"/>
                      </a:lnTo>
                      <a:lnTo>
                        <a:pt x="391" y="478"/>
                      </a:lnTo>
                      <a:lnTo>
                        <a:pt x="381" y="484"/>
                      </a:lnTo>
                      <a:lnTo>
                        <a:pt x="370" y="490"/>
                      </a:lnTo>
                      <a:lnTo>
                        <a:pt x="358" y="495"/>
                      </a:lnTo>
                      <a:lnTo>
                        <a:pt x="346" y="500"/>
                      </a:lnTo>
                      <a:lnTo>
                        <a:pt x="334" y="503"/>
                      </a:lnTo>
                      <a:lnTo>
                        <a:pt x="322" y="507"/>
                      </a:lnTo>
                      <a:lnTo>
                        <a:pt x="309" y="510"/>
                      </a:lnTo>
                      <a:lnTo>
                        <a:pt x="297" y="512"/>
                      </a:lnTo>
                      <a:lnTo>
                        <a:pt x="284" y="514"/>
                      </a:lnTo>
                      <a:lnTo>
                        <a:pt x="270" y="515"/>
                      </a:lnTo>
                      <a:lnTo>
                        <a:pt x="257" y="515"/>
                      </a:lnTo>
                      <a:lnTo>
                        <a:pt x="244" y="515"/>
                      </a:lnTo>
                      <a:lnTo>
                        <a:pt x="231" y="514"/>
                      </a:lnTo>
                      <a:lnTo>
                        <a:pt x="219" y="512"/>
                      </a:lnTo>
                      <a:lnTo>
                        <a:pt x="206" y="510"/>
                      </a:lnTo>
                      <a:lnTo>
                        <a:pt x="194" y="507"/>
                      </a:lnTo>
                      <a:lnTo>
                        <a:pt x="181" y="503"/>
                      </a:lnTo>
                      <a:lnTo>
                        <a:pt x="169" y="500"/>
                      </a:lnTo>
                      <a:lnTo>
                        <a:pt x="157" y="495"/>
                      </a:lnTo>
                      <a:lnTo>
                        <a:pt x="146" y="490"/>
                      </a:lnTo>
                      <a:lnTo>
                        <a:pt x="135" y="484"/>
                      </a:lnTo>
                      <a:lnTo>
                        <a:pt x="125" y="478"/>
                      </a:lnTo>
                      <a:lnTo>
                        <a:pt x="114" y="471"/>
                      </a:lnTo>
                      <a:lnTo>
                        <a:pt x="104" y="464"/>
                      </a:lnTo>
                      <a:lnTo>
                        <a:pt x="94" y="457"/>
                      </a:lnTo>
                      <a:lnTo>
                        <a:pt x="85" y="448"/>
                      </a:lnTo>
                      <a:lnTo>
                        <a:pt x="76" y="439"/>
                      </a:lnTo>
                      <a:lnTo>
                        <a:pt x="67" y="431"/>
                      </a:lnTo>
                      <a:lnTo>
                        <a:pt x="59" y="421"/>
                      </a:lnTo>
                      <a:lnTo>
                        <a:pt x="51" y="411"/>
                      </a:lnTo>
                      <a:lnTo>
                        <a:pt x="44" y="402"/>
                      </a:lnTo>
                      <a:lnTo>
                        <a:pt x="37" y="391"/>
                      </a:lnTo>
                      <a:lnTo>
                        <a:pt x="32" y="380"/>
                      </a:lnTo>
                      <a:lnTo>
                        <a:pt x="25" y="369"/>
                      </a:lnTo>
                      <a:lnTo>
                        <a:pt x="21" y="357"/>
                      </a:lnTo>
                      <a:lnTo>
                        <a:pt x="15" y="347"/>
                      </a:lnTo>
                      <a:lnTo>
                        <a:pt x="11" y="335"/>
                      </a:lnTo>
                      <a:lnTo>
                        <a:pt x="8" y="322"/>
                      </a:lnTo>
                      <a:lnTo>
                        <a:pt x="6" y="310"/>
                      </a:lnTo>
                      <a:lnTo>
                        <a:pt x="4" y="297"/>
                      </a:lnTo>
                      <a:lnTo>
                        <a:pt x="1" y="284"/>
                      </a:lnTo>
                      <a:lnTo>
                        <a:pt x="0" y="271"/>
                      </a:lnTo>
                      <a:lnTo>
                        <a:pt x="0" y="258"/>
                      </a:lnTo>
                      <a:lnTo>
                        <a:pt x="0" y="244"/>
                      </a:lnTo>
                      <a:lnTo>
                        <a:pt x="1" y="231"/>
                      </a:lnTo>
                      <a:lnTo>
                        <a:pt x="4" y="218"/>
                      </a:lnTo>
                      <a:lnTo>
                        <a:pt x="6" y="206"/>
                      </a:lnTo>
                      <a:lnTo>
                        <a:pt x="8" y="193"/>
                      </a:lnTo>
                      <a:lnTo>
                        <a:pt x="11" y="181"/>
                      </a:lnTo>
                      <a:lnTo>
                        <a:pt x="15" y="169"/>
                      </a:lnTo>
                      <a:lnTo>
                        <a:pt x="21" y="158"/>
                      </a:lnTo>
                      <a:lnTo>
                        <a:pt x="25" y="146"/>
                      </a:lnTo>
                      <a:lnTo>
                        <a:pt x="32" y="135"/>
                      </a:lnTo>
                      <a:lnTo>
                        <a:pt x="37" y="124"/>
                      </a:lnTo>
                      <a:lnTo>
                        <a:pt x="44" y="113"/>
                      </a:lnTo>
                      <a:lnTo>
                        <a:pt x="51" y="104"/>
                      </a:lnTo>
                      <a:lnTo>
                        <a:pt x="59" y="94"/>
                      </a:lnTo>
                      <a:lnTo>
                        <a:pt x="67" y="84"/>
                      </a:lnTo>
                      <a:lnTo>
                        <a:pt x="76" y="75"/>
                      </a:lnTo>
                      <a:lnTo>
                        <a:pt x="85" y="67"/>
                      </a:lnTo>
                      <a:lnTo>
                        <a:pt x="94" y="59"/>
                      </a:lnTo>
                      <a:lnTo>
                        <a:pt x="104" y="52"/>
                      </a:lnTo>
                      <a:lnTo>
                        <a:pt x="114" y="44"/>
                      </a:lnTo>
                      <a:lnTo>
                        <a:pt x="125" y="38"/>
                      </a:lnTo>
                      <a:lnTo>
                        <a:pt x="135" y="31"/>
                      </a:lnTo>
                      <a:lnTo>
                        <a:pt x="146" y="26"/>
                      </a:lnTo>
                      <a:lnTo>
                        <a:pt x="157" y="20"/>
                      </a:lnTo>
                      <a:lnTo>
                        <a:pt x="169" y="16"/>
                      </a:lnTo>
                      <a:lnTo>
                        <a:pt x="181" y="12"/>
                      </a:lnTo>
                      <a:lnTo>
                        <a:pt x="194" y="9"/>
                      </a:lnTo>
                      <a:lnTo>
                        <a:pt x="206" y="5"/>
                      </a:lnTo>
                      <a:lnTo>
                        <a:pt x="219" y="3"/>
                      </a:lnTo>
                      <a:lnTo>
                        <a:pt x="231" y="1"/>
                      </a:lnTo>
                      <a:lnTo>
                        <a:pt x="244" y="0"/>
                      </a:lnTo>
                      <a:lnTo>
                        <a:pt x="25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" name="íṣḷî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78240A3-B67E-4B96-B87C-2379981B7420}"/>
                    </a:ext>
                  </a:extLst>
                </p:cNvPr>
                <p:cNvSpPr/>
                <p:nvPr/>
              </p:nvSpPr>
              <p:spPr bwMode="auto">
                <a:xfrm>
                  <a:off x="6403917" y="4491125"/>
                  <a:ext cx="126611" cy="126611"/>
                </a:xfrm>
                <a:custGeom>
                  <a:avLst/>
                  <a:gdLst>
                    <a:gd name="T0" fmla="*/ 274 w 499"/>
                    <a:gd name="T1" fmla="*/ 1 h 499"/>
                    <a:gd name="T2" fmla="*/ 312 w 499"/>
                    <a:gd name="T3" fmla="*/ 8 h 499"/>
                    <a:gd name="T4" fmla="*/ 347 w 499"/>
                    <a:gd name="T5" fmla="*/ 20 h 499"/>
                    <a:gd name="T6" fmla="*/ 379 w 499"/>
                    <a:gd name="T7" fmla="*/ 37 h 499"/>
                    <a:gd name="T8" fmla="*/ 408 w 499"/>
                    <a:gd name="T9" fmla="*/ 58 h 499"/>
                    <a:gd name="T10" fmla="*/ 434 w 499"/>
                    <a:gd name="T11" fmla="*/ 82 h 499"/>
                    <a:gd name="T12" fmla="*/ 456 w 499"/>
                    <a:gd name="T13" fmla="*/ 110 h 499"/>
                    <a:gd name="T14" fmla="*/ 474 w 499"/>
                    <a:gd name="T15" fmla="*/ 142 h 499"/>
                    <a:gd name="T16" fmla="*/ 488 w 499"/>
                    <a:gd name="T17" fmla="*/ 175 h 499"/>
                    <a:gd name="T18" fmla="*/ 496 w 499"/>
                    <a:gd name="T19" fmla="*/ 212 h 499"/>
                    <a:gd name="T20" fmla="*/ 499 w 499"/>
                    <a:gd name="T21" fmla="*/ 250 h 499"/>
                    <a:gd name="T22" fmla="*/ 496 w 499"/>
                    <a:gd name="T23" fmla="*/ 288 h 499"/>
                    <a:gd name="T24" fmla="*/ 488 w 499"/>
                    <a:gd name="T25" fmla="*/ 324 h 499"/>
                    <a:gd name="T26" fmla="*/ 474 w 499"/>
                    <a:gd name="T27" fmla="*/ 358 h 499"/>
                    <a:gd name="T28" fmla="*/ 456 w 499"/>
                    <a:gd name="T29" fmla="*/ 389 h 499"/>
                    <a:gd name="T30" fmla="*/ 434 w 499"/>
                    <a:gd name="T31" fmla="*/ 418 h 499"/>
                    <a:gd name="T32" fmla="*/ 408 w 499"/>
                    <a:gd name="T33" fmla="*/ 443 h 499"/>
                    <a:gd name="T34" fmla="*/ 379 w 499"/>
                    <a:gd name="T35" fmla="*/ 464 h 499"/>
                    <a:gd name="T36" fmla="*/ 347 w 499"/>
                    <a:gd name="T37" fmla="*/ 480 h 499"/>
                    <a:gd name="T38" fmla="*/ 312 w 499"/>
                    <a:gd name="T39" fmla="*/ 492 h 499"/>
                    <a:gd name="T40" fmla="*/ 274 w 499"/>
                    <a:gd name="T41" fmla="*/ 498 h 499"/>
                    <a:gd name="T42" fmla="*/ 236 w 499"/>
                    <a:gd name="T43" fmla="*/ 499 h 499"/>
                    <a:gd name="T44" fmla="*/ 199 w 499"/>
                    <a:gd name="T45" fmla="*/ 495 h 499"/>
                    <a:gd name="T46" fmla="*/ 163 w 499"/>
                    <a:gd name="T47" fmla="*/ 484 h 499"/>
                    <a:gd name="T48" fmla="*/ 131 w 499"/>
                    <a:gd name="T49" fmla="*/ 469 h 499"/>
                    <a:gd name="T50" fmla="*/ 100 w 499"/>
                    <a:gd name="T51" fmla="*/ 450 h 499"/>
                    <a:gd name="T52" fmla="*/ 72 w 499"/>
                    <a:gd name="T53" fmla="*/ 427 h 499"/>
                    <a:gd name="T54" fmla="*/ 50 w 499"/>
                    <a:gd name="T55" fmla="*/ 399 h 499"/>
                    <a:gd name="T56" fmla="*/ 30 w 499"/>
                    <a:gd name="T57" fmla="*/ 369 h 499"/>
                    <a:gd name="T58" fmla="*/ 15 w 499"/>
                    <a:gd name="T59" fmla="*/ 336 h 499"/>
                    <a:gd name="T60" fmla="*/ 4 w 499"/>
                    <a:gd name="T61" fmla="*/ 301 h 499"/>
                    <a:gd name="T62" fmla="*/ 0 w 499"/>
                    <a:gd name="T63" fmla="*/ 263 h 499"/>
                    <a:gd name="T64" fmla="*/ 1 w 499"/>
                    <a:gd name="T65" fmla="*/ 225 h 499"/>
                    <a:gd name="T66" fmla="*/ 7 w 499"/>
                    <a:gd name="T67" fmla="*/ 187 h 499"/>
                    <a:gd name="T68" fmla="*/ 19 w 499"/>
                    <a:gd name="T69" fmla="*/ 153 h 499"/>
                    <a:gd name="T70" fmla="*/ 35 w 499"/>
                    <a:gd name="T71" fmla="*/ 120 h 499"/>
                    <a:gd name="T72" fmla="*/ 56 w 499"/>
                    <a:gd name="T73" fmla="*/ 91 h 499"/>
                    <a:gd name="T74" fmla="*/ 81 w 499"/>
                    <a:gd name="T75" fmla="*/ 65 h 499"/>
                    <a:gd name="T76" fmla="*/ 110 w 499"/>
                    <a:gd name="T77" fmla="*/ 43 h 499"/>
                    <a:gd name="T78" fmla="*/ 141 w 499"/>
                    <a:gd name="T79" fmla="*/ 25 h 499"/>
                    <a:gd name="T80" fmla="*/ 175 w 499"/>
                    <a:gd name="T81" fmla="*/ 11 h 499"/>
                    <a:gd name="T82" fmla="*/ 212 w 499"/>
                    <a:gd name="T83" fmla="*/ 4 h 499"/>
                    <a:gd name="T84" fmla="*/ 249 w 499"/>
                    <a:gd name="T85" fmla="*/ 0 h 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499" h="499">
                      <a:moveTo>
                        <a:pt x="249" y="0"/>
                      </a:moveTo>
                      <a:lnTo>
                        <a:pt x="262" y="0"/>
                      </a:lnTo>
                      <a:lnTo>
                        <a:pt x="274" y="1"/>
                      </a:lnTo>
                      <a:lnTo>
                        <a:pt x="287" y="4"/>
                      </a:lnTo>
                      <a:lnTo>
                        <a:pt x="299" y="6"/>
                      </a:lnTo>
                      <a:lnTo>
                        <a:pt x="312" y="8"/>
                      </a:lnTo>
                      <a:lnTo>
                        <a:pt x="324" y="11"/>
                      </a:lnTo>
                      <a:lnTo>
                        <a:pt x="335" y="15"/>
                      </a:lnTo>
                      <a:lnTo>
                        <a:pt x="347" y="20"/>
                      </a:lnTo>
                      <a:lnTo>
                        <a:pt x="357" y="25"/>
                      </a:lnTo>
                      <a:lnTo>
                        <a:pt x="368" y="31"/>
                      </a:lnTo>
                      <a:lnTo>
                        <a:pt x="379" y="37"/>
                      </a:lnTo>
                      <a:lnTo>
                        <a:pt x="389" y="43"/>
                      </a:lnTo>
                      <a:lnTo>
                        <a:pt x="398" y="50"/>
                      </a:lnTo>
                      <a:lnTo>
                        <a:pt x="408" y="58"/>
                      </a:lnTo>
                      <a:lnTo>
                        <a:pt x="417" y="65"/>
                      </a:lnTo>
                      <a:lnTo>
                        <a:pt x="425" y="74"/>
                      </a:lnTo>
                      <a:lnTo>
                        <a:pt x="434" y="82"/>
                      </a:lnTo>
                      <a:lnTo>
                        <a:pt x="442" y="91"/>
                      </a:lnTo>
                      <a:lnTo>
                        <a:pt x="449" y="101"/>
                      </a:lnTo>
                      <a:lnTo>
                        <a:pt x="456" y="110"/>
                      </a:lnTo>
                      <a:lnTo>
                        <a:pt x="462" y="120"/>
                      </a:lnTo>
                      <a:lnTo>
                        <a:pt x="469" y="131"/>
                      </a:lnTo>
                      <a:lnTo>
                        <a:pt x="474" y="142"/>
                      </a:lnTo>
                      <a:lnTo>
                        <a:pt x="479" y="153"/>
                      </a:lnTo>
                      <a:lnTo>
                        <a:pt x="484" y="164"/>
                      </a:lnTo>
                      <a:lnTo>
                        <a:pt x="488" y="175"/>
                      </a:lnTo>
                      <a:lnTo>
                        <a:pt x="491" y="187"/>
                      </a:lnTo>
                      <a:lnTo>
                        <a:pt x="493" y="200"/>
                      </a:lnTo>
                      <a:lnTo>
                        <a:pt x="496" y="212"/>
                      </a:lnTo>
                      <a:lnTo>
                        <a:pt x="498" y="225"/>
                      </a:lnTo>
                      <a:lnTo>
                        <a:pt x="499" y="237"/>
                      </a:lnTo>
                      <a:lnTo>
                        <a:pt x="499" y="250"/>
                      </a:lnTo>
                      <a:lnTo>
                        <a:pt x="499" y="263"/>
                      </a:lnTo>
                      <a:lnTo>
                        <a:pt x="498" y="276"/>
                      </a:lnTo>
                      <a:lnTo>
                        <a:pt x="496" y="288"/>
                      </a:lnTo>
                      <a:lnTo>
                        <a:pt x="493" y="301"/>
                      </a:lnTo>
                      <a:lnTo>
                        <a:pt x="491" y="312"/>
                      </a:lnTo>
                      <a:lnTo>
                        <a:pt x="488" y="324"/>
                      </a:lnTo>
                      <a:lnTo>
                        <a:pt x="484" y="336"/>
                      </a:lnTo>
                      <a:lnTo>
                        <a:pt x="479" y="347"/>
                      </a:lnTo>
                      <a:lnTo>
                        <a:pt x="474" y="358"/>
                      </a:lnTo>
                      <a:lnTo>
                        <a:pt x="469" y="369"/>
                      </a:lnTo>
                      <a:lnTo>
                        <a:pt x="462" y="379"/>
                      </a:lnTo>
                      <a:lnTo>
                        <a:pt x="456" y="389"/>
                      </a:lnTo>
                      <a:lnTo>
                        <a:pt x="449" y="399"/>
                      </a:lnTo>
                      <a:lnTo>
                        <a:pt x="442" y="409"/>
                      </a:lnTo>
                      <a:lnTo>
                        <a:pt x="434" y="418"/>
                      </a:lnTo>
                      <a:lnTo>
                        <a:pt x="425" y="427"/>
                      </a:lnTo>
                      <a:lnTo>
                        <a:pt x="417" y="434"/>
                      </a:lnTo>
                      <a:lnTo>
                        <a:pt x="408" y="443"/>
                      </a:lnTo>
                      <a:lnTo>
                        <a:pt x="398" y="450"/>
                      </a:lnTo>
                      <a:lnTo>
                        <a:pt x="389" y="457"/>
                      </a:lnTo>
                      <a:lnTo>
                        <a:pt x="379" y="464"/>
                      </a:lnTo>
                      <a:lnTo>
                        <a:pt x="368" y="469"/>
                      </a:lnTo>
                      <a:lnTo>
                        <a:pt x="357" y="475"/>
                      </a:lnTo>
                      <a:lnTo>
                        <a:pt x="347" y="480"/>
                      </a:lnTo>
                      <a:lnTo>
                        <a:pt x="335" y="484"/>
                      </a:lnTo>
                      <a:lnTo>
                        <a:pt x="324" y="488"/>
                      </a:lnTo>
                      <a:lnTo>
                        <a:pt x="312" y="492"/>
                      </a:lnTo>
                      <a:lnTo>
                        <a:pt x="299" y="495"/>
                      </a:lnTo>
                      <a:lnTo>
                        <a:pt x="287" y="497"/>
                      </a:lnTo>
                      <a:lnTo>
                        <a:pt x="274" y="498"/>
                      </a:lnTo>
                      <a:lnTo>
                        <a:pt x="262" y="499"/>
                      </a:lnTo>
                      <a:lnTo>
                        <a:pt x="249" y="499"/>
                      </a:lnTo>
                      <a:lnTo>
                        <a:pt x="236" y="499"/>
                      </a:lnTo>
                      <a:lnTo>
                        <a:pt x="223" y="498"/>
                      </a:lnTo>
                      <a:lnTo>
                        <a:pt x="212" y="497"/>
                      </a:lnTo>
                      <a:lnTo>
                        <a:pt x="199" y="495"/>
                      </a:lnTo>
                      <a:lnTo>
                        <a:pt x="187" y="492"/>
                      </a:lnTo>
                      <a:lnTo>
                        <a:pt x="175" y="488"/>
                      </a:lnTo>
                      <a:lnTo>
                        <a:pt x="163" y="484"/>
                      </a:lnTo>
                      <a:lnTo>
                        <a:pt x="152" y="480"/>
                      </a:lnTo>
                      <a:lnTo>
                        <a:pt x="141" y="475"/>
                      </a:lnTo>
                      <a:lnTo>
                        <a:pt x="131" y="469"/>
                      </a:lnTo>
                      <a:lnTo>
                        <a:pt x="120" y="464"/>
                      </a:lnTo>
                      <a:lnTo>
                        <a:pt x="110" y="457"/>
                      </a:lnTo>
                      <a:lnTo>
                        <a:pt x="100" y="450"/>
                      </a:lnTo>
                      <a:lnTo>
                        <a:pt x="91" y="443"/>
                      </a:lnTo>
                      <a:lnTo>
                        <a:pt x="81" y="434"/>
                      </a:lnTo>
                      <a:lnTo>
                        <a:pt x="72" y="427"/>
                      </a:lnTo>
                      <a:lnTo>
                        <a:pt x="65" y="418"/>
                      </a:lnTo>
                      <a:lnTo>
                        <a:pt x="56" y="409"/>
                      </a:lnTo>
                      <a:lnTo>
                        <a:pt x="50" y="399"/>
                      </a:lnTo>
                      <a:lnTo>
                        <a:pt x="42" y="389"/>
                      </a:lnTo>
                      <a:lnTo>
                        <a:pt x="35" y="379"/>
                      </a:lnTo>
                      <a:lnTo>
                        <a:pt x="30" y="369"/>
                      </a:lnTo>
                      <a:lnTo>
                        <a:pt x="24" y="358"/>
                      </a:lnTo>
                      <a:lnTo>
                        <a:pt x="19" y="347"/>
                      </a:lnTo>
                      <a:lnTo>
                        <a:pt x="15" y="336"/>
                      </a:lnTo>
                      <a:lnTo>
                        <a:pt x="11" y="324"/>
                      </a:lnTo>
                      <a:lnTo>
                        <a:pt x="7" y="312"/>
                      </a:lnTo>
                      <a:lnTo>
                        <a:pt x="4" y="301"/>
                      </a:lnTo>
                      <a:lnTo>
                        <a:pt x="2" y="288"/>
                      </a:lnTo>
                      <a:lnTo>
                        <a:pt x="1" y="276"/>
                      </a:lnTo>
                      <a:lnTo>
                        <a:pt x="0" y="263"/>
                      </a:lnTo>
                      <a:lnTo>
                        <a:pt x="0" y="250"/>
                      </a:lnTo>
                      <a:lnTo>
                        <a:pt x="0" y="237"/>
                      </a:lnTo>
                      <a:lnTo>
                        <a:pt x="1" y="225"/>
                      </a:lnTo>
                      <a:lnTo>
                        <a:pt x="2" y="212"/>
                      </a:lnTo>
                      <a:lnTo>
                        <a:pt x="4" y="200"/>
                      </a:lnTo>
                      <a:lnTo>
                        <a:pt x="7" y="187"/>
                      </a:lnTo>
                      <a:lnTo>
                        <a:pt x="11" y="175"/>
                      </a:lnTo>
                      <a:lnTo>
                        <a:pt x="15" y="164"/>
                      </a:lnTo>
                      <a:lnTo>
                        <a:pt x="19" y="153"/>
                      </a:lnTo>
                      <a:lnTo>
                        <a:pt x="24" y="142"/>
                      </a:lnTo>
                      <a:lnTo>
                        <a:pt x="30" y="131"/>
                      </a:lnTo>
                      <a:lnTo>
                        <a:pt x="35" y="120"/>
                      </a:lnTo>
                      <a:lnTo>
                        <a:pt x="42" y="110"/>
                      </a:lnTo>
                      <a:lnTo>
                        <a:pt x="50" y="101"/>
                      </a:lnTo>
                      <a:lnTo>
                        <a:pt x="56" y="91"/>
                      </a:lnTo>
                      <a:lnTo>
                        <a:pt x="65" y="82"/>
                      </a:lnTo>
                      <a:lnTo>
                        <a:pt x="72" y="74"/>
                      </a:lnTo>
                      <a:lnTo>
                        <a:pt x="81" y="65"/>
                      </a:lnTo>
                      <a:lnTo>
                        <a:pt x="91" y="58"/>
                      </a:lnTo>
                      <a:lnTo>
                        <a:pt x="100" y="50"/>
                      </a:lnTo>
                      <a:lnTo>
                        <a:pt x="110" y="43"/>
                      </a:lnTo>
                      <a:lnTo>
                        <a:pt x="120" y="37"/>
                      </a:lnTo>
                      <a:lnTo>
                        <a:pt x="131" y="31"/>
                      </a:lnTo>
                      <a:lnTo>
                        <a:pt x="141" y="25"/>
                      </a:lnTo>
                      <a:lnTo>
                        <a:pt x="152" y="20"/>
                      </a:lnTo>
                      <a:lnTo>
                        <a:pt x="163" y="15"/>
                      </a:lnTo>
                      <a:lnTo>
                        <a:pt x="175" y="11"/>
                      </a:lnTo>
                      <a:lnTo>
                        <a:pt x="187" y="8"/>
                      </a:lnTo>
                      <a:lnTo>
                        <a:pt x="199" y="6"/>
                      </a:lnTo>
                      <a:lnTo>
                        <a:pt x="212" y="4"/>
                      </a:lnTo>
                      <a:lnTo>
                        <a:pt x="223" y="1"/>
                      </a:lnTo>
                      <a:lnTo>
                        <a:pt x="236" y="0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" name="ïsļíḓ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7D4AE5D-D963-46E4-8971-D256D83B73AD}"/>
                    </a:ext>
                  </a:extLst>
                </p:cNvPr>
                <p:cNvSpPr/>
                <p:nvPr/>
              </p:nvSpPr>
              <p:spPr bwMode="auto">
                <a:xfrm>
                  <a:off x="5732376" y="4100152"/>
                  <a:ext cx="167126" cy="166113"/>
                </a:xfrm>
                <a:custGeom>
                  <a:avLst/>
                  <a:gdLst>
                    <a:gd name="T0" fmla="*/ 362 w 657"/>
                    <a:gd name="T1" fmla="*/ 2 h 658"/>
                    <a:gd name="T2" fmla="*/ 410 w 657"/>
                    <a:gd name="T3" fmla="*/ 11 h 658"/>
                    <a:gd name="T4" fmla="*/ 457 w 657"/>
                    <a:gd name="T5" fmla="*/ 26 h 658"/>
                    <a:gd name="T6" fmla="*/ 499 w 657"/>
                    <a:gd name="T7" fmla="*/ 47 h 658"/>
                    <a:gd name="T8" fmla="*/ 538 w 657"/>
                    <a:gd name="T9" fmla="*/ 75 h 658"/>
                    <a:gd name="T10" fmla="*/ 571 w 657"/>
                    <a:gd name="T11" fmla="*/ 108 h 658"/>
                    <a:gd name="T12" fmla="*/ 601 w 657"/>
                    <a:gd name="T13" fmla="*/ 145 h 658"/>
                    <a:gd name="T14" fmla="*/ 624 w 657"/>
                    <a:gd name="T15" fmla="*/ 187 h 658"/>
                    <a:gd name="T16" fmla="*/ 643 w 657"/>
                    <a:gd name="T17" fmla="*/ 231 h 658"/>
                    <a:gd name="T18" fmla="*/ 654 w 657"/>
                    <a:gd name="T19" fmla="*/ 278 h 658"/>
                    <a:gd name="T20" fmla="*/ 657 w 657"/>
                    <a:gd name="T21" fmla="*/ 329 h 658"/>
                    <a:gd name="T22" fmla="*/ 654 w 657"/>
                    <a:gd name="T23" fmla="*/ 379 h 658"/>
                    <a:gd name="T24" fmla="*/ 643 w 657"/>
                    <a:gd name="T25" fmla="*/ 426 h 658"/>
                    <a:gd name="T26" fmla="*/ 624 w 657"/>
                    <a:gd name="T27" fmla="*/ 471 h 658"/>
                    <a:gd name="T28" fmla="*/ 601 w 657"/>
                    <a:gd name="T29" fmla="*/ 513 h 658"/>
                    <a:gd name="T30" fmla="*/ 571 w 657"/>
                    <a:gd name="T31" fmla="*/ 550 h 658"/>
                    <a:gd name="T32" fmla="*/ 538 w 657"/>
                    <a:gd name="T33" fmla="*/ 582 h 658"/>
                    <a:gd name="T34" fmla="*/ 499 w 657"/>
                    <a:gd name="T35" fmla="*/ 610 h 658"/>
                    <a:gd name="T36" fmla="*/ 457 w 657"/>
                    <a:gd name="T37" fmla="*/ 632 h 658"/>
                    <a:gd name="T38" fmla="*/ 410 w 657"/>
                    <a:gd name="T39" fmla="*/ 647 h 658"/>
                    <a:gd name="T40" fmla="*/ 362 w 657"/>
                    <a:gd name="T41" fmla="*/ 655 h 658"/>
                    <a:gd name="T42" fmla="*/ 312 w 657"/>
                    <a:gd name="T43" fmla="*/ 656 h 658"/>
                    <a:gd name="T44" fmla="*/ 262 w 657"/>
                    <a:gd name="T45" fmla="*/ 650 h 658"/>
                    <a:gd name="T46" fmla="*/ 216 w 657"/>
                    <a:gd name="T47" fmla="*/ 637 h 658"/>
                    <a:gd name="T48" fmla="*/ 172 w 657"/>
                    <a:gd name="T49" fmla="*/ 618 h 658"/>
                    <a:gd name="T50" fmla="*/ 132 w 657"/>
                    <a:gd name="T51" fmla="*/ 592 h 658"/>
                    <a:gd name="T52" fmla="*/ 96 w 657"/>
                    <a:gd name="T53" fmla="*/ 561 h 658"/>
                    <a:gd name="T54" fmla="*/ 66 w 657"/>
                    <a:gd name="T55" fmla="*/ 525 h 658"/>
                    <a:gd name="T56" fmla="*/ 40 w 657"/>
                    <a:gd name="T57" fmla="*/ 485 h 658"/>
                    <a:gd name="T58" fmla="*/ 20 w 657"/>
                    <a:gd name="T59" fmla="*/ 442 h 658"/>
                    <a:gd name="T60" fmla="*/ 6 w 657"/>
                    <a:gd name="T61" fmla="*/ 395 h 658"/>
                    <a:gd name="T62" fmla="*/ 1 w 657"/>
                    <a:gd name="T63" fmla="*/ 345 h 658"/>
                    <a:gd name="T64" fmla="*/ 2 w 657"/>
                    <a:gd name="T65" fmla="*/ 295 h 658"/>
                    <a:gd name="T66" fmla="*/ 11 w 657"/>
                    <a:gd name="T67" fmla="*/ 247 h 658"/>
                    <a:gd name="T68" fmla="*/ 26 w 657"/>
                    <a:gd name="T69" fmla="*/ 201 h 658"/>
                    <a:gd name="T70" fmla="*/ 47 w 657"/>
                    <a:gd name="T71" fmla="*/ 159 h 658"/>
                    <a:gd name="T72" fmla="*/ 76 w 657"/>
                    <a:gd name="T73" fmla="*/ 120 h 658"/>
                    <a:gd name="T74" fmla="*/ 108 w 657"/>
                    <a:gd name="T75" fmla="*/ 85 h 658"/>
                    <a:gd name="T76" fmla="*/ 145 w 657"/>
                    <a:gd name="T77" fmla="*/ 56 h 658"/>
                    <a:gd name="T78" fmla="*/ 186 w 657"/>
                    <a:gd name="T79" fmla="*/ 32 h 658"/>
                    <a:gd name="T80" fmla="*/ 231 w 657"/>
                    <a:gd name="T81" fmla="*/ 15 h 658"/>
                    <a:gd name="T82" fmla="*/ 279 w 657"/>
                    <a:gd name="T83" fmla="*/ 4 h 658"/>
                    <a:gd name="T84" fmla="*/ 328 w 657"/>
                    <a:gd name="T85" fmla="*/ 0 h 6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57" h="658">
                      <a:moveTo>
                        <a:pt x="328" y="0"/>
                      </a:moveTo>
                      <a:lnTo>
                        <a:pt x="346" y="1"/>
                      </a:lnTo>
                      <a:lnTo>
                        <a:pt x="362" y="2"/>
                      </a:lnTo>
                      <a:lnTo>
                        <a:pt x="379" y="4"/>
                      </a:lnTo>
                      <a:lnTo>
                        <a:pt x="395" y="7"/>
                      </a:lnTo>
                      <a:lnTo>
                        <a:pt x="410" y="11"/>
                      </a:lnTo>
                      <a:lnTo>
                        <a:pt x="427" y="15"/>
                      </a:lnTo>
                      <a:lnTo>
                        <a:pt x="442" y="20"/>
                      </a:lnTo>
                      <a:lnTo>
                        <a:pt x="457" y="26"/>
                      </a:lnTo>
                      <a:lnTo>
                        <a:pt x="471" y="32"/>
                      </a:lnTo>
                      <a:lnTo>
                        <a:pt x="485" y="40"/>
                      </a:lnTo>
                      <a:lnTo>
                        <a:pt x="499" y="47"/>
                      </a:lnTo>
                      <a:lnTo>
                        <a:pt x="512" y="56"/>
                      </a:lnTo>
                      <a:lnTo>
                        <a:pt x="525" y="66"/>
                      </a:lnTo>
                      <a:lnTo>
                        <a:pt x="538" y="75"/>
                      </a:lnTo>
                      <a:lnTo>
                        <a:pt x="550" y="85"/>
                      </a:lnTo>
                      <a:lnTo>
                        <a:pt x="561" y="96"/>
                      </a:lnTo>
                      <a:lnTo>
                        <a:pt x="571" y="108"/>
                      </a:lnTo>
                      <a:lnTo>
                        <a:pt x="582" y="120"/>
                      </a:lnTo>
                      <a:lnTo>
                        <a:pt x="592" y="133"/>
                      </a:lnTo>
                      <a:lnTo>
                        <a:pt x="601" y="145"/>
                      </a:lnTo>
                      <a:lnTo>
                        <a:pt x="609" y="159"/>
                      </a:lnTo>
                      <a:lnTo>
                        <a:pt x="618" y="173"/>
                      </a:lnTo>
                      <a:lnTo>
                        <a:pt x="624" y="187"/>
                      </a:lnTo>
                      <a:lnTo>
                        <a:pt x="631" y="201"/>
                      </a:lnTo>
                      <a:lnTo>
                        <a:pt x="637" y="216"/>
                      </a:lnTo>
                      <a:lnTo>
                        <a:pt x="643" y="231"/>
                      </a:lnTo>
                      <a:lnTo>
                        <a:pt x="647" y="247"/>
                      </a:lnTo>
                      <a:lnTo>
                        <a:pt x="650" y="262"/>
                      </a:lnTo>
                      <a:lnTo>
                        <a:pt x="654" y="278"/>
                      </a:lnTo>
                      <a:lnTo>
                        <a:pt x="656" y="295"/>
                      </a:lnTo>
                      <a:lnTo>
                        <a:pt x="657" y="312"/>
                      </a:lnTo>
                      <a:lnTo>
                        <a:pt x="657" y="329"/>
                      </a:lnTo>
                      <a:lnTo>
                        <a:pt x="657" y="345"/>
                      </a:lnTo>
                      <a:lnTo>
                        <a:pt x="656" y="363"/>
                      </a:lnTo>
                      <a:lnTo>
                        <a:pt x="654" y="379"/>
                      </a:lnTo>
                      <a:lnTo>
                        <a:pt x="650" y="395"/>
                      </a:lnTo>
                      <a:lnTo>
                        <a:pt x="647" y="411"/>
                      </a:lnTo>
                      <a:lnTo>
                        <a:pt x="643" y="426"/>
                      </a:lnTo>
                      <a:lnTo>
                        <a:pt x="637" y="442"/>
                      </a:lnTo>
                      <a:lnTo>
                        <a:pt x="631" y="457"/>
                      </a:lnTo>
                      <a:lnTo>
                        <a:pt x="624" y="471"/>
                      </a:lnTo>
                      <a:lnTo>
                        <a:pt x="618" y="485"/>
                      </a:lnTo>
                      <a:lnTo>
                        <a:pt x="609" y="499"/>
                      </a:lnTo>
                      <a:lnTo>
                        <a:pt x="601" y="513"/>
                      </a:lnTo>
                      <a:lnTo>
                        <a:pt x="592" y="525"/>
                      </a:lnTo>
                      <a:lnTo>
                        <a:pt x="582" y="538"/>
                      </a:lnTo>
                      <a:lnTo>
                        <a:pt x="571" y="550"/>
                      </a:lnTo>
                      <a:lnTo>
                        <a:pt x="561" y="561"/>
                      </a:lnTo>
                      <a:lnTo>
                        <a:pt x="550" y="572"/>
                      </a:lnTo>
                      <a:lnTo>
                        <a:pt x="538" y="582"/>
                      </a:lnTo>
                      <a:lnTo>
                        <a:pt x="525" y="592"/>
                      </a:lnTo>
                      <a:lnTo>
                        <a:pt x="512" y="601"/>
                      </a:lnTo>
                      <a:lnTo>
                        <a:pt x="499" y="610"/>
                      </a:lnTo>
                      <a:lnTo>
                        <a:pt x="485" y="618"/>
                      </a:lnTo>
                      <a:lnTo>
                        <a:pt x="471" y="625"/>
                      </a:lnTo>
                      <a:lnTo>
                        <a:pt x="457" y="632"/>
                      </a:lnTo>
                      <a:lnTo>
                        <a:pt x="442" y="637"/>
                      </a:lnTo>
                      <a:lnTo>
                        <a:pt x="427" y="642"/>
                      </a:lnTo>
                      <a:lnTo>
                        <a:pt x="410" y="647"/>
                      </a:lnTo>
                      <a:lnTo>
                        <a:pt x="395" y="650"/>
                      </a:lnTo>
                      <a:lnTo>
                        <a:pt x="379" y="653"/>
                      </a:lnTo>
                      <a:lnTo>
                        <a:pt x="362" y="655"/>
                      </a:lnTo>
                      <a:lnTo>
                        <a:pt x="346" y="656"/>
                      </a:lnTo>
                      <a:lnTo>
                        <a:pt x="328" y="658"/>
                      </a:lnTo>
                      <a:lnTo>
                        <a:pt x="312" y="656"/>
                      </a:lnTo>
                      <a:lnTo>
                        <a:pt x="295" y="655"/>
                      </a:lnTo>
                      <a:lnTo>
                        <a:pt x="279" y="653"/>
                      </a:lnTo>
                      <a:lnTo>
                        <a:pt x="262" y="650"/>
                      </a:lnTo>
                      <a:lnTo>
                        <a:pt x="246" y="647"/>
                      </a:lnTo>
                      <a:lnTo>
                        <a:pt x="231" y="642"/>
                      </a:lnTo>
                      <a:lnTo>
                        <a:pt x="216" y="637"/>
                      </a:lnTo>
                      <a:lnTo>
                        <a:pt x="201" y="632"/>
                      </a:lnTo>
                      <a:lnTo>
                        <a:pt x="186" y="625"/>
                      </a:lnTo>
                      <a:lnTo>
                        <a:pt x="172" y="618"/>
                      </a:lnTo>
                      <a:lnTo>
                        <a:pt x="159" y="610"/>
                      </a:lnTo>
                      <a:lnTo>
                        <a:pt x="145" y="601"/>
                      </a:lnTo>
                      <a:lnTo>
                        <a:pt x="132" y="592"/>
                      </a:lnTo>
                      <a:lnTo>
                        <a:pt x="120" y="582"/>
                      </a:lnTo>
                      <a:lnTo>
                        <a:pt x="108" y="572"/>
                      </a:lnTo>
                      <a:lnTo>
                        <a:pt x="96" y="561"/>
                      </a:lnTo>
                      <a:lnTo>
                        <a:pt x="85" y="550"/>
                      </a:lnTo>
                      <a:lnTo>
                        <a:pt x="76" y="538"/>
                      </a:lnTo>
                      <a:lnTo>
                        <a:pt x="66" y="525"/>
                      </a:lnTo>
                      <a:lnTo>
                        <a:pt x="56" y="513"/>
                      </a:lnTo>
                      <a:lnTo>
                        <a:pt x="47" y="499"/>
                      </a:lnTo>
                      <a:lnTo>
                        <a:pt x="40" y="485"/>
                      </a:lnTo>
                      <a:lnTo>
                        <a:pt x="32" y="471"/>
                      </a:lnTo>
                      <a:lnTo>
                        <a:pt x="26" y="457"/>
                      </a:lnTo>
                      <a:lnTo>
                        <a:pt x="20" y="442"/>
                      </a:lnTo>
                      <a:lnTo>
                        <a:pt x="15" y="426"/>
                      </a:lnTo>
                      <a:lnTo>
                        <a:pt x="11" y="411"/>
                      </a:lnTo>
                      <a:lnTo>
                        <a:pt x="6" y="395"/>
                      </a:lnTo>
                      <a:lnTo>
                        <a:pt x="4" y="379"/>
                      </a:lnTo>
                      <a:lnTo>
                        <a:pt x="2" y="363"/>
                      </a:lnTo>
                      <a:lnTo>
                        <a:pt x="1" y="345"/>
                      </a:lnTo>
                      <a:lnTo>
                        <a:pt x="0" y="329"/>
                      </a:lnTo>
                      <a:lnTo>
                        <a:pt x="1" y="312"/>
                      </a:lnTo>
                      <a:lnTo>
                        <a:pt x="2" y="295"/>
                      </a:lnTo>
                      <a:lnTo>
                        <a:pt x="4" y="278"/>
                      </a:lnTo>
                      <a:lnTo>
                        <a:pt x="6" y="262"/>
                      </a:lnTo>
                      <a:lnTo>
                        <a:pt x="11" y="247"/>
                      </a:lnTo>
                      <a:lnTo>
                        <a:pt x="15" y="231"/>
                      </a:lnTo>
                      <a:lnTo>
                        <a:pt x="20" y="216"/>
                      </a:lnTo>
                      <a:lnTo>
                        <a:pt x="26" y="201"/>
                      </a:lnTo>
                      <a:lnTo>
                        <a:pt x="32" y="187"/>
                      </a:lnTo>
                      <a:lnTo>
                        <a:pt x="40" y="173"/>
                      </a:lnTo>
                      <a:lnTo>
                        <a:pt x="47" y="159"/>
                      </a:lnTo>
                      <a:lnTo>
                        <a:pt x="56" y="145"/>
                      </a:lnTo>
                      <a:lnTo>
                        <a:pt x="66" y="133"/>
                      </a:lnTo>
                      <a:lnTo>
                        <a:pt x="76" y="120"/>
                      </a:lnTo>
                      <a:lnTo>
                        <a:pt x="85" y="108"/>
                      </a:lnTo>
                      <a:lnTo>
                        <a:pt x="96" y="96"/>
                      </a:lnTo>
                      <a:lnTo>
                        <a:pt x="108" y="85"/>
                      </a:lnTo>
                      <a:lnTo>
                        <a:pt x="120" y="75"/>
                      </a:lnTo>
                      <a:lnTo>
                        <a:pt x="132" y="66"/>
                      </a:lnTo>
                      <a:lnTo>
                        <a:pt x="145" y="56"/>
                      </a:lnTo>
                      <a:lnTo>
                        <a:pt x="159" y="47"/>
                      </a:lnTo>
                      <a:lnTo>
                        <a:pt x="172" y="40"/>
                      </a:lnTo>
                      <a:lnTo>
                        <a:pt x="186" y="32"/>
                      </a:lnTo>
                      <a:lnTo>
                        <a:pt x="201" y="26"/>
                      </a:lnTo>
                      <a:lnTo>
                        <a:pt x="216" y="20"/>
                      </a:lnTo>
                      <a:lnTo>
                        <a:pt x="231" y="15"/>
                      </a:lnTo>
                      <a:lnTo>
                        <a:pt x="246" y="11"/>
                      </a:lnTo>
                      <a:lnTo>
                        <a:pt x="262" y="7"/>
                      </a:lnTo>
                      <a:lnTo>
                        <a:pt x="279" y="4"/>
                      </a:lnTo>
                      <a:lnTo>
                        <a:pt x="295" y="2"/>
                      </a:lnTo>
                      <a:lnTo>
                        <a:pt x="312" y="1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8" name="îṥliḓ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8819668-C432-4672-8971-86581B5D6298}"/>
                    </a:ext>
                  </a:extLst>
                </p:cNvPr>
                <p:cNvSpPr/>
                <p:nvPr/>
              </p:nvSpPr>
              <p:spPr bwMode="auto">
                <a:xfrm>
                  <a:off x="5280630" y="4050521"/>
                  <a:ext cx="170165" cy="170165"/>
                </a:xfrm>
                <a:custGeom>
                  <a:avLst/>
                  <a:gdLst>
                    <a:gd name="T0" fmla="*/ 371 w 672"/>
                    <a:gd name="T1" fmla="*/ 3 h 673"/>
                    <a:gd name="T2" fmla="*/ 420 w 672"/>
                    <a:gd name="T3" fmla="*/ 11 h 673"/>
                    <a:gd name="T4" fmla="*/ 467 w 672"/>
                    <a:gd name="T5" fmla="*/ 27 h 673"/>
                    <a:gd name="T6" fmla="*/ 511 w 672"/>
                    <a:gd name="T7" fmla="*/ 49 h 673"/>
                    <a:gd name="T8" fmla="*/ 550 w 672"/>
                    <a:gd name="T9" fmla="*/ 77 h 673"/>
                    <a:gd name="T10" fmla="*/ 586 w 672"/>
                    <a:gd name="T11" fmla="*/ 111 h 673"/>
                    <a:gd name="T12" fmla="*/ 615 w 672"/>
                    <a:gd name="T13" fmla="*/ 149 h 673"/>
                    <a:gd name="T14" fmla="*/ 640 w 672"/>
                    <a:gd name="T15" fmla="*/ 192 h 673"/>
                    <a:gd name="T16" fmla="*/ 657 w 672"/>
                    <a:gd name="T17" fmla="*/ 237 h 673"/>
                    <a:gd name="T18" fmla="*/ 669 w 672"/>
                    <a:gd name="T19" fmla="*/ 286 h 673"/>
                    <a:gd name="T20" fmla="*/ 672 w 672"/>
                    <a:gd name="T21" fmla="*/ 337 h 673"/>
                    <a:gd name="T22" fmla="*/ 669 w 672"/>
                    <a:gd name="T23" fmla="*/ 388 h 673"/>
                    <a:gd name="T24" fmla="*/ 657 w 672"/>
                    <a:gd name="T25" fmla="*/ 437 h 673"/>
                    <a:gd name="T26" fmla="*/ 640 w 672"/>
                    <a:gd name="T27" fmla="*/ 483 h 673"/>
                    <a:gd name="T28" fmla="*/ 615 w 672"/>
                    <a:gd name="T29" fmla="*/ 525 h 673"/>
                    <a:gd name="T30" fmla="*/ 586 w 672"/>
                    <a:gd name="T31" fmla="*/ 563 h 673"/>
                    <a:gd name="T32" fmla="*/ 550 w 672"/>
                    <a:gd name="T33" fmla="*/ 597 h 673"/>
                    <a:gd name="T34" fmla="*/ 511 w 672"/>
                    <a:gd name="T35" fmla="*/ 625 h 673"/>
                    <a:gd name="T36" fmla="*/ 467 w 672"/>
                    <a:gd name="T37" fmla="*/ 647 h 673"/>
                    <a:gd name="T38" fmla="*/ 420 w 672"/>
                    <a:gd name="T39" fmla="*/ 662 h 673"/>
                    <a:gd name="T40" fmla="*/ 371 w 672"/>
                    <a:gd name="T41" fmla="*/ 672 h 673"/>
                    <a:gd name="T42" fmla="*/ 319 w 672"/>
                    <a:gd name="T43" fmla="*/ 673 h 673"/>
                    <a:gd name="T44" fmla="*/ 268 w 672"/>
                    <a:gd name="T45" fmla="*/ 667 h 673"/>
                    <a:gd name="T46" fmla="*/ 221 w 672"/>
                    <a:gd name="T47" fmla="*/ 653 h 673"/>
                    <a:gd name="T48" fmla="*/ 176 w 672"/>
                    <a:gd name="T49" fmla="*/ 633 h 673"/>
                    <a:gd name="T50" fmla="*/ 135 w 672"/>
                    <a:gd name="T51" fmla="*/ 606 h 673"/>
                    <a:gd name="T52" fmla="*/ 99 w 672"/>
                    <a:gd name="T53" fmla="*/ 575 h 673"/>
                    <a:gd name="T54" fmla="*/ 66 w 672"/>
                    <a:gd name="T55" fmla="*/ 538 h 673"/>
                    <a:gd name="T56" fmla="*/ 40 w 672"/>
                    <a:gd name="T57" fmla="*/ 497 h 673"/>
                    <a:gd name="T58" fmla="*/ 20 w 672"/>
                    <a:gd name="T59" fmla="*/ 453 h 673"/>
                    <a:gd name="T60" fmla="*/ 7 w 672"/>
                    <a:gd name="T61" fmla="*/ 405 h 673"/>
                    <a:gd name="T62" fmla="*/ 0 w 672"/>
                    <a:gd name="T63" fmla="*/ 355 h 673"/>
                    <a:gd name="T64" fmla="*/ 1 w 672"/>
                    <a:gd name="T65" fmla="*/ 303 h 673"/>
                    <a:gd name="T66" fmla="*/ 10 w 672"/>
                    <a:gd name="T67" fmla="*/ 253 h 673"/>
                    <a:gd name="T68" fmla="*/ 26 w 672"/>
                    <a:gd name="T69" fmla="*/ 207 h 673"/>
                    <a:gd name="T70" fmla="*/ 49 w 672"/>
                    <a:gd name="T71" fmla="*/ 162 h 673"/>
                    <a:gd name="T72" fmla="*/ 77 w 672"/>
                    <a:gd name="T73" fmla="*/ 124 h 673"/>
                    <a:gd name="T74" fmla="*/ 110 w 672"/>
                    <a:gd name="T75" fmla="*/ 88 h 673"/>
                    <a:gd name="T76" fmla="*/ 148 w 672"/>
                    <a:gd name="T77" fmla="*/ 59 h 673"/>
                    <a:gd name="T78" fmla="*/ 190 w 672"/>
                    <a:gd name="T79" fmla="*/ 34 h 673"/>
                    <a:gd name="T80" fmla="*/ 236 w 672"/>
                    <a:gd name="T81" fmla="*/ 16 h 673"/>
                    <a:gd name="T82" fmla="*/ 285 w 672"/>
                    <a:gd name="T83" fmla="*/ 5 h 673"/>
                    <a:gd name="T84" fmla="*/ 336 w 672"/>
                    <a:gd name="T85" fmla="*/ 0 h 6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72" h="673">
                      <a:moveTo>
                        <a:pt x="336" y="0"/>
                      </a:moveTo>
                      <a:lnTo>
                        <a:pt x="353" y="1"/>
                      </a:lnTo>
                      <a:lnTo>
                        <a:pt x="371" y="3"/>
                      </a:lnTo>
                      <a:lnTo>
                        <a:pt x="387" y="5"/>
                      </a:lnTo>
                      <a:lnTo>
                        <a:pt x="404" y="8"/>
                      </a:lnTo>
                      <a:lnTo>
                        <a:pt x="420" y="11"/>
                      </a:lnTo>
                      <a:lnTo>
                        <a:pt x="437" y="16"/>
                      </a:lnTo>
                      <a:lnTo>
                        <a:pt x="452" y="21"/>
                      </a:lnTo>
                      <a:lnTo>
                        <a:pt x="467" y="27"/>
                      </a:lnTo>
                      <a:lnTo>
                        <a:pt x="482" y="34"/>
                      </a:lnTo>
                      <a:lnTo>
                        <a:pt x="496" y="41"/>
                      </a:lnTo>
                      <a:lnTo>
                        <a:pt x="511" y="49"/>
                      </a:lnTo>
                      <a:lnTo>
                        <a:pt x="524" y="59"/>
                      </a:lnTo>
                      <a:lnTo>
                        <a:pt x="537" y="67"/>
                      </a:lnTo>
                      <a:lnTo>
                        <a:pt x="550" y="77"/>
                      </a:lnTo>
                      <a:lnTo>
                        <a:pt x="562" y="88"/>
                      </a:lnTo>
                      <a:lnTo>
                        <a:pt x="574" y="100"/>
                      </a:lnTo>
                      <a:lnTo>
                        <a:pt x="586" y="111"/>
                      </a:lnTo>
                      <a:lnTo>
                        <a:pt x="595" y="124"/>
                      </a:lnTo>
                      <a:lnTo>
                        <a:pt x="606" y="135"/>
                      </a:lnTo>
                      <a:lnTo>
                        <a:pt x="615" y="149"/>
                      </a:lnTo>
                      <a:lnTo>
                        <a:pt x="624" y="162"/>
                      </a:lnTo>
                      <a:lnTo>
                        <a:pt x="632" y="176"/>
                      </a:lnTo>
                      <a:lnTo>
                        <a:pt x="640" y="192"/>
                      </a:lnTo>
                      <a:lnTo>
                        <a:pt x="646" y="207"/>
                      </a:lnTo>
                      <a:lnTo>
                        <a:pt x="653" y="222"/>
                      </a:lnTo>
                      <a:lnTo>
                        <a:pt x="657" y="237"/>
                      </a:lnTo>
                      <a:lnTo>
                        <a:pt x="662" y="253"/>
                      </a:lnTo>
                      <a:lnTo>
                        <a:pt x="666" y="269"/>
                      </a:lnTo>
                      <a:lnTo>
                        <a:pt x="669" y="286"/>
                      </a:lnTo>
                      <a:lnTo>
                        <a:pt x="671" y="303"/>
                      </a:lnTo>
                      <a:lnTo>
                        <a:pt x="672" y="320"/>
                      </a:lnTo>
                      <a:lnTo>
                        <a:pt x="672" y="337"/>
                      </a:lnTo>
                      <a:lnTo>
                        <a:pt x="672" y="355"/>
                      </a:lnTo>
                      <a:lnTo>
                        <a:pt x="671" y="372"/>
                      </a:lnTo>
                      <a:lnTo>
                        <a:pt x="669" y="388"/>
                      </a:lnTo>
                      <a:lnTo>
                        <a:pt x="666" y="405"/>
                      </a:lnTo>
                      <a:lnTo>
                        <a:pt x="662" y="422"/>
                      </a:lnTo>
                      <a:lnTo>
                        <a:pt x="657" y="437"/>
                      </a:lnTo>
                      <a:lnTo>
                        <a:pt x="653" y="453"/>
                      </a:lnTo>
                      <a:lnTo>
                        <a:pt x="646" y="468"/>
                      </a:lnTo>
                      <a:lnTo>
                        <a:pt x="640" y="483"/>
                      </a:lnTo>
                      <a:lnTo>
                        <a:pt x="632" y="497"/>
                      </a:lnTo>
                      <a:lnTo>
                        <a:pt x="624" y="511"/>
                      </a:lnTo>
                      <a:lnTo>
                        <a:pt x="615" y="525"/>
                      </a:lnTo>
                      <a:lnTo>
                        <a:pt x="606" y="538"/>
                      </a:lnTo>
                      <a:lnTo>
                        <a:pt x="595" y="551"/>
                      </a:lnTo>
                      <a:lnTo>
                        <a:pt x="586" y="563"/>
                      </a:lnTo>
                      <a:lnTo>
                        <a:pt x="574" y="575"/>
                      </a:lnTo>
                      <a:lnTo>
                        <a:pt x="562" y="586"/>
                      </a:lnTo>
                      <a:lnTo>
                        <a:pt x="550" y="597"/>
                      </a:lnTo>
                      <a:lnTo>
                        <a:pt x="537" y="606"/>
                      </a:lnTo>
                      <a:lnTo>
                        <a:pt x="524" y="616"/>
                      </a:lnTo>
                      <a:lnTo>
                        <a:pt x="511" y="625"/>
                      </a:lnTo>
                      <a:lnTo>
                        <a:pt x="496" y="633"/>
                      </a:lnTo>
                      <a:lnTo>
                        <a:pt x="482" y="640"/>
                      </a:lnTo>
                      <a:lnTo>
                        <a:pt x="467" y="647"/>
                      </a:lnTo>
                      <a:lnTo>
                        <a:pt x="452" y="653"/>
                      </a:lnTo>
                      <a:lnTo>
                        <a:pt x="437" y="658"/>
                      </a:lnTo>
                      <a:lnTo>
                        <a:pt x="420" y="662"/>
                      </a:lnTo>
                      <a:lnTo>
                        <a:pt x="404" y="667"/>
                      </a:lnTo>
                      <a:lnTo>
                        <a:pt x="387" y="670"/>
                      </a:lnTo>
                      <a:lnTo>
                        <a:pt x="371" y="672"/>
                      </a:lnTo>
                      <a:lnTo>
                        <a:pt x="353" y="673"/>
                      </a:lnTo>
                      <a:lnTo>
                        <a:pt x="336" y="673"/>
                      </a:lnTo>
                      <a:lnTo>
                        <a:pt x="319" y="673"/>
                      </a:lnTo>
                      <a:lnTo>
                        <a:pt x="302" y="672"/>
                      </a:lnTo>
                      <a:lnTo>
                        <a:pt x="285" y="670"/>
                      </a:lnTo>
                      <a:lnTo>
                        <a:pt x="268" y="667"/>
                      </a:lnTo>
                      <a:lnTo>
                        <a:pt x="252" y="662"/>
                      </a:lnTo>
                      <a:lnTo>
                        <a:pt x="236" y="658"/>
                      </a:lnTo>
                      <a:lnTo>
                        <a:pt x="221" y="653"/>
                      </a:lnTo>
                      <a:lnTo>
                        <a:pt x="205" y="647"/>
                      </a:lnTo>
                      <a:lnTo>
                        <a:pt x="190" y="640"/>
                      </a:lnTo>
                      <a:lnTo>
                        <a:pt x="176" y="633"/>
                      </a:lnTo>
                      <a:lnTo>
                        <a:pt x="162" y="625"/>
                      </a:lnTo>
                      <a:lnTo>
                        <a:pt x="148" y="616"/>
                      </a:lnTo>
                      <a:lnTo>
                        <a:pt x="135" y="606"/>
                      </a:lnTo>
                      <a:lnTo>
                        <a:pt x="122" y="597"/>
                      </a:lnTo>
                      <a:lnTo>
                        <a:pt x="110" y="586"/>
                      </a:lnTo>
                      <a:lnTo>
                        <a:pt x="99" y="575"/>
                      </a:lnTo>
                      <a:lnTo>
                        <a:pt x="87" y="563"/>
                      </a:lnTo>
                      <a:lnTo>
                        <a:pt x="77" y="551"/>
                      </a:lnTo>
                      <a:lnTo>
                        <a:pt x="66" y="538"/>
                      </a:lnTo>
                      <a:lnTo>
                        <a:pt x="57" y="525"/>
                      </a:lnTo>
                      <a:lnTo>
                        <a:pt x="49" y="511"/>
                      </a:lnTo>
                      <a:lnTo>
                        <a:pt x="40" y="497"/>
                      </a:lnTo>
                      <a:lnTo>
                        <a:pt x="33" y="483"/>
                      </a:lnTo>
                      <a:lnTo>
                        <a:pt x="26" y="468"/>
                      </a:lnTo>
                      <a:lnTo>
                        <a:pt x="20" y="453"/>
                      </a:lnTo>
                      <a:lnTo>
                        <a:pt x="15" y="437"/>
                      </a:lnTo>
                      <a:lnTo>
                        <a:pt x="10" y="422"/>
                      </a:lnTo>
                      <a:lnTo>
                        <a:pt x="7" y="405"/>
                      </a:lnTo>
                      <a:lnTo>
                        <a:pt x="3" y="388"/>
                      </a:lnTo>
                      <a:lnTo>
                        <a:pt x="1" y="372"/>
                      </a:lnTo>
                      <a:lnTo>
                        <a:pt x="0" y="355"/>
                      </a:lnTo>
                      <a:lnTo>
                        <a:pt x="0" y="337"/>
                      </a:lnTo>
                      <a:lnTo>
                        <a:pt x="0" y="320"/>
                      </a:lnTo>
                      <a:lnTo>
                        <a:pt x="1" y="303"/>
                      </a:lnTo>
                      <a:lnTo>
                        <a:pt x="3" y="286"/>
                      </a:lnTo>
                      <a:lnTo>
                        <a:pt x="7" y="269"/>
                      </a:lnTo>
                      <a:lnTo>
                        <a:pt x="10" y="253"/>
                      </a:lnTo>
                      <a:lnTo>
                        <a:pt x="15" y="237"/>
                      </a:lnTo>
                      <a:lnTo>
                        <a:pt x="20" y="222"/>
                      </a:lnTo>
                      <a:lnTo>
                        <a:pt x="26" y="207"/>
                      </a:lnTo>
                      <a:lnTo>
                        <a:pt x="33" y="192"/>
                      </a:lnTo>
                      <a:lnTo>
                        <a:pt x="40" y="176"/>
                      </a:lnTo>
                      <a:lnTo>
                        <a:pt x="49" y="162"/>
                      </a:lnTo>
                      <a:lnTo>
                        <a:pt x="57" y="149"/>
                      </a:lnTo>
                      <a:lnTo>
                        <a:pt x="66" y="135"/>
                      </a:lnTo>
                      <a:lnTo>
                        <a:pt x="77" y="124"/>
                      </a:lnTo>
                      <a:lnTo>
                        <a:pt x="87" y="111"/>
                      </a:lnTo>
                      <a:lnTo>
                        <a:pt x="99" y="100"/>
                      </a:lnTo>
                      <a:lnTo>
                        <a:pt x="110" y="88"/>
                      </a:lnTo>
                      <a:lnTo>
                        <a:pt x="122" y="77"/>
                      </a:lnTo>
                      <a:lnTo>
                        <a:pt x="135" y="67"/>
                      </a:lnTo>
                      <a:lnTo>
                        <a:pt x="148" y="59"/>
                      </a:lnTo>
                      <a:lnTo>
                        <a:pt x="162" y="49"/>
                      </a:lnTo>
                      <a:lnTo>
                        <a:pt x="176" y="41"/>
                      </a:lnTo>
                      <a:lnTo>
                        <a:pt x="190" y="34"/>
                      </a:lnTo>
                      <a:lnTo>
                        <a:pt x="205" y="27"/>
                      </a:lnTo>
                      <a:lnTo>
                        <a:pt x="221" y="21"/>
                      </a:lnTo>
                      <a:lnTo>
                        <a:pt x="236" y="16"/>
                      </a:lnTo>
                      <a:lnTo>
                        <a:pt x="252" y="11"/>
                      </a:lnTo>
                      <a:lnTo>
                        <a:pt x="268" y="8"/>
                      </a:lnTo>
                      <a:lnTo>
                        <a:pt x="285" y="5"/>
                      </a:lnTo>
                      <a:lnTo>
                        <a:pt x="302" y="3"/>
                      </a:lnTo>
                      <a:lnTo>
                        <a:pt x="319" y="1"/>
                      </a:lnTo>
                      <a:lnTo>
                        <a:pt x="33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9" name="íšḷï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6D0268-D740-4524-AD65-2EE854D35C59}"/>
                    </a:ext>
                  </a:extLst>
                </p:cNvPr>
                <p:cNvSpPr/>
                <p:nvPr/>
              </p:nvSpPr>
              <p:spPr bwMode="auto">
                <a:xfrm>
                  <a:off x="5945082" y="3591685"/>
                  <a:ext cx="309942" cy="309942"/>
                </a:xfrm>
                <a:custGeom>
                  <a:avLst/>
                  <a:gdLst>
                    <a:gd name="T0" fmla="*/ 675 w 1225"/>
                    <a:gd name="T1" fmla="*/ 2 h 1224"/>
                    <a:gd name="T2" fmla="*/ 765 w 1225"/>
                    <a:gd name="T3" fmla="*/ 19 h 1224"/>
                    <a:gd name="T4" fmla="*/ 850 w 1225"/>
                    <a:gd name="T5" fmla="*/ 48 h 1224"/>
                    <a:gd name="T6" fmla="*/ 930 w 1225"/>
                    <a:gd name="T7" fmla="*/ 89 h 1224"/>
                    <a:gd name="T8" fmla="*/ 1001 w 1225"/>
                    <a:gd name="T9" fmla="*/ 139 h 1224"/>
                    <a:gd name="T10" fmla="*/ 1065 w 1225"/>
                    <a:gd name="T11" fmla="*/ 200 h 1224"/>
                    <a:gd name="T12" fmla="*/ 1120 w 1225"/>
                    <a:gd name="T13" fmla="*/ 269 h 1224"/>
                    <a:gd name="T14" fmla="*/ 1165 w 1225"/>
                    <a:gd name="T15" fmla="*/ 347 h 1224"/>
                    <a:gd name="T16" fmla="*/ 1197 w 1225"/>
                    <a:gd name="T17" fmla="*/ 430 h 1224"/>
                    <a:gd name="T18" fmla="*/ 1218 w 1225"/>
                    <a:gd name="T19" fmla="*/ 519 h 1224"/>
                    <a:gd name="T20" fmla="*/ 1225 w 1225"/>
                    <a:gd name="T21" fmla="*/ 611 h 1224"/>
                    <a:gd name="T22" fmla="*/ 1218 w 1225"/>
                    <a:gd name="T23" fmla="*/ 705 h 1224"/>
                    <a:gd name="T24" fmla="*/ 1197 w 1225"/>
                    <a:gd name="T25" fmla="*/ 794 h 1224"/>
                    <a:gd name="T26" fmla="*/ 1165 w 1225"/>
                    <a:gd name="T27" fmla="*/ 877 h 1224"/>
                    <a:gd name="T28" fmla="*/ 1120 w 1225"/>
                    <a:gd name="T29" fmla="*/ 954 h 1224"/>
                    <a:gd name="T30" fmla="*/ 1065 w 1225"/>
                    <a:gd name="T31" fmla="*/ 1024 h 1224"/>
                    <a:gd name="T32" fmla="*/ 1001 w 1225"/>
                    <a:gd name="T33" fmla="*/ 1084 h 1224"/>
                    <a:gd name="T34" fmla="*/ 930 w 1225"/>
                    <a:gd name="T35" fmla="*/ 1135 h 1224"/>
                    <a:gd name="T36" fmla="*/ 850 w 1225"/>
                    <a:gd name="T37" fmla="*/ 1176 h 1224"/>
                    <a:gd name="T38" fmla="*/ 765 w 1225"/>
                    <a:gd name="T39" fmla="*/ 1204 h 1224"/>
                    <a:gd name="T40" fmla="*/ 675 w 1225"/>
                    <a:gd name="T41" fmla="*/ 1221 h 1224"/>
                    <a:gd name="T42" fmla="*/ 581 w 1225"/>
                    <a:gd name="T43" fmla="*/ 1224 h 1224"/>
                    <a:gd name="T44" fmla="*/ 489 w 1225"/>
                    <a:gd name="T45" fmla="*/ 1212 h 1224"/>
                    <a:gd name="T46" fmla="*/ 402 w 1225"/>
                    <a:gd name="T47" fmla="*/ 1187 h 1224"/>
                    <a:gd name="T48" fmla="*/ 321 w 1225"/>
                    <a:gd name="T49" fmla="*/ 1150 h 1224"/>
                    <a:gd name="T50" fmla="*/ 246 w 1225"/>
                    <a:gd name="T51" fmla="*/ 1103 h 1224"/>
                    <a:gd name="T52" fmla="*/ 179 w 1225"/>
                    <a:gd name="T53" fmla="*/ 1045 h 1224"/>
                    <a:gd name="T54" fmla="*/ 121 w 1225"/>
                    <a:gd name="T55" fmla="*/ 979 h 1224"/>
                    <a:gd name="T56" fmla="*/ 74 w 1225"/>
                    <a:gd name="T57" fmla="*/ 904 h 1224"/>
                    <a:gd name="T58" fmla="*/ 37 w 1225"/>
                    <a:gd name="T59" fmla="*/ 822 h 1224"/>
                    <a:gd name="T60" fmla="*/ 12 w 1225"/>
                    <a:gd name="T61" fmla="*/ 736 h 1224"/>
                    <a:gd name="T62" fmla="*/ 1 w 1225"/>
                    <a:gd name="T63" fmla="*/ 644 h 1224"/>
                    <a:gd name="T64" fmla="*/ 3 w 1225"/>
                    <a:gd name="T65" fmla="*/ 549 h 1224"/>
                    <a:gd name="T66" fmla="*/ 20 w 1225"/>
                    <a:gd name="T67" fmla="*/ 459 h 1224"/>
                    <a:gd name="T68" fmla="*/ 48 w 1225"/>
                    <a:gd name="T69" fmla="*/ 374 h 1224"/>
                    <a:gd name="T70" fmla="*/ 89 w 1225"/>
                    <a:gd name="T71" fmla="*/ 294 h 1224"/>
                    <a:gd name="T72" fmla="*/ 139 w 1225"/>
                    <a:gd name="T73" fmla="*/ 223 h 1224"/>
                    <a:gd name="T74" fmla="*/ 201 w 1225"/>
                    <a:gd name="T75" fmla="*/ 159 h 1224"/>
                    <a:gd name="T76" fmla="*/ 270 w 1225"/>
                    <a:gd name="T77" fmla="*/ 104 h 1224"/>
                    <a:gd name="T78" fmla="*/ 347 w 1225"/>
                    <a:gd name="T79" fmla="*/ 60 h 1224"/>
                    <a:gd name="T80" fmla="*/ 430 w 1225"/>
                    <a:gd name="T81" fmla="*/ 27 h 1224"/>
                    <a:gd name="T82" fmla="*/ 519 w 1225"/>
                    <a:gd name="T83" fmla="*/ 7 h 1224"/>
                    <a:gd name="T84" fmla="*/ 613 w 1225"/>
                    <a:gd name="T85" fmla="*/ 0 h 1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225" h="1224">
                      <a:moveTo>
                        <a:pt x="613" y="0"/>
                      </a:moveTo>
                      <a:lnTo>
                        <a:pt x="644" y="0"/>
                      </a:lnTo>
                      <a:lnTo>
                        <a:pt x="675" y="2"/>
                      </a:lnTo>
                      <a:lnTo>
                        <a:pt x="705" y="7"/>
                      </a:lnTo>
                      <a:lnTo>
                        <a:pt x="736" y="12"/>
                      </a:lnTo>
                      <a:lnTo>
                        <a:pt x="765" y="19"/>
                      </a:lnTo>
                      <a:lnTo>
                        <a:pt x="794" y="27"/>
                      </a:lnTo>
                      <a:lnTo>
                        <a:pt x="823" y="37"/>
                      </a:lnTo>
                      <a:lnTo>
                        <a:pt x="850" y="48"/>
                      </a:lnTo>
                      <a:lnTo>
                        <a:pt x="878" y="60"/>
                      </a:lnTo>
                      <a:lnTo>
                        <a:pt x="904" y="74"/>
                      </a:lnTo>
                      <a:lnTo>
                        <a:pt x="930" y="89"/>
                      </a:lnTo>
                      <a:lnTo>
                        <a:pt x="955" y="104"/>
                      </a:lnTo>
                      <a:lnTo>
                        <a:pt x="979" y="121"/>
                      </a:lnTo>
                      <a:lnTo>
                        <a:pt x="1001" y="139"/>
                      </a:lnTo>
                      <a:lnTo>
                        <a:pt x="1024" y="159"/>
                      </a:lnTo>
                      <a:lnTo>
                        <a:pt x="1046" y="179"/>
                      </a:lnTo>
                      <a:lnTo>
                        <a:pt x="1065" y="200"/>
                      </a:lnTo>
                      <a:lnTo>
                        <a:pt x="1085" y="223"/>
                      </a:lnTo>
                      <a:lnTo>
                        <a:pt x="1103" y="245"/>
                      </a:lnTo>
                      <a:lnTo>
                        <a:pt x="1120" y="269"/>
                      </a:lnTo>
                      <a:lnTo>
                        <a:pt x="1137" y="294"/>
                      </a:lnTo>
                      <a:lnTo>
                        <a:pt x="1151" y="320"/>
                      </a:lnTo>
                      <a:lnTo>
                        <a:pt x="1165" y="347"/>
                      </a:lnTo>
                      <a:lnTo>
                        <a:pt x="1176" y="374"/>
                      </a:lnTo>
                      <a:lnTo>
                        <a:pt x="1187" y="401"/>
                      </a:lnTo>
                      <a:lnTo>
                        <a:pt x="1197" y="430"/>
                      </a:lnTo>
                      <a:lnTo>
                        <a:pt x="1206" y="459"/>
                      </a:lnTo>
                      <a:lnTo>
                        <a:pt x="1212" y="488"/>
                      </a:lnTo>
                      <a:lnTo>
                        <a:pt x="1218" y="519"/>
                      </a:lnTo>
                      <a:lnTo>
                        <a:pt x="1222" y="549"/>
                      </a:lnTo>
                      <a:lnTo>
                        <a:pt x="1224" y="580"/>
                      </a:lnTo>
                      <a:lnTo>
                        <a:pt x="1225" y="611"/>
                      </a:lnTo>
                      <a:lnTo>
                        <a:pt x="1224" y="644"/>
                      </a:lnTo>
                      <a:lnTo>
                        <a:pt x="1222" y="674"/>
                      </a:lnTo>
                      <a:lnTo>
                        <a:pt x="1218" y="705"/>
                      </a:lnTo>
                      <a:lnTo>
                        <a:pt x="1212" y="736"/>
                      </a:lnTo>
                      <a:lnTo>
                        <a:pt x="1206" y="765"/>
                      </a:lnTo>
                      <a:lnTo>
                        <a:pt x="1197" y="794"/>
                      </a:lnTo>
                      <a:lnTo>
                        <a:pt x="1187" y="822"/>
                      </a:lnTo>
                      <a:lnTo>
                        <a:pt x="1176" y="850"/>
                      </a:lnTo>
                      <a:lnTo>
                        <a:pt x="1165" y="877"/>
                      </a:lnTo>
                      <a:lnTo>
                        <a:pt x="1151" y="904"/>
                      </a:lnTo>
                      <a:lnTo>
                        <a:pt x="1137" y="929"/>
                      </a:lnTo>
                      <a:lnTo>
                        <a:pt x="1120" y="954"/>
                      </a:lnTo>
                      <a:lnTo>
                        <a:pt x="1103" y="979"/>
                      </a:lnTo>
                      <a:lnTo>
                        <a:pt x="1085" y="1001"/>
                      </a:lnTo>
                      <a:lnTo>
                        <a:pt x="1065" y="1024"/>
                      </a:lnTo>
                      <a:lnTo>
                        <a:pt x="1046" y="1045"/>
                      </a:lnTo>
                      <a:lnTo>
                        <a:pt x="1024" y="1065"/>
                      </a:lnTo>
                      <a:lnTo>
                        <a:pt x="1001" y="1084"/>
                      </a:lnTo>
                      <a:lnTo>
                        <a:pt x="979" y="1103"/>
                      </a:lnTo>
                      <a:lnTo>
                        <a:pt x="955" y="1120"/>
                      </a:lnTo>
                      <a:lnTo>
                        <a:pt x="930" y="1135"/>
                      </a:lnTo>
                      <a:lnTo>
                        <a:pt x="904" y="1150"/>
                      </a:lnTo>
                      <a:lnTo>
                        <a:pt x="878" y="1163"/>
                      </a:lnTo>
                      <a:lnTo>
                        <a:pt x="850" y="1176"/>
                      </a:lnTo>
                      <a:lnTo>
                        <a:pt x="823" y="1187"/>
                      </a:lnTo>
                      <a:lnTo>
                        <a:pt x="794" y="1197"/>
                      </a:lnTo>
                      <a:lnTo>
                        <a:pt x="765" y="1204"/>
                      </a:lnTo>
                      <a:lnTo>
                        <a:pt x="736" y="1212"/>
                      </a:lnTo>
                      <a:lnTo>
                        <a:pt x="705" y="1217"/>
                      </a:lnTo>
                      <a:lnTo>
                        <a:pt x="675" y="1221"/>
                      </a:lnTo>
                      <a:lnTo>
                        <a:pt x="644" y="1224"/>
                      </a:lnTo>
                      <a:lnTo>
                        <a:pt x="613" y="1224"/>
                      </a:lnTo>
                      <a:lnTo>
                        <a:pt x="581" y="1224"/>
                      </a:lnTo>
                      <a:lnTo>
                        <a:pt x="550" y="1221"/>
                      </a:lnTo>
                      <a:lnTo>
                        <a:pt x="519" y="1217"/>
                      </a:lnTo>
                      <a:lnTo>
                        <a:pt x="489" y="1212"/>
                      </a:lnTo>
                      <a:lnTo>
                        <a:pt x="459" y="1204"/>
                      </a:lnTo>
                      <a:lnTo>
                        <a:pt x="430" y="1197"/>
                      </a:lnTo>
                      <a:lnTo>
                        <a:pt x="402" y="1187"/>
                      </a:lnTo>
                      <a:lnTo>
                        <a:pt x="374" y="1176"/>
                      </a:lnTo>
                      <a:lnTo>
                        <a:pt x="347" y="1163"/>
                      </a:lnTo>
                      <a:lnTo>
                        <a:pt x="321" y="1150"/>
                      </a:lnTo>
                      <a:lnTo>
                        <a:pt x="295" y="1135"/>
                      </a:lnTo>
                      <a:lnTo>
                        <a:pt x="270" y="1120"/>
                      </a:lnTo>
                      <a:lnTo>
                        <a:pt x="246" y="1103"/>
                      </a:lnTo>
                      <a:lnTo>
                        <a:pt x="223" y="1084"/>
                      </a:lnTo>
                      <a:lnTo>
                        <a:pt x="201" y="1065"/>
                      </a:lnTo>
                      <a:lnTo>
                        <a:pt x="179" y="1045"/>
                      </a:lnTo>
                      <a:lnTo>
                        <a:pt x="159" y="1024"/>
                      </a:lnTo>
                      <a:lnTo>
                        <a:pt x="139" y="1001"/>
                      </a:lnTo>
                      <a:lnTo>
                        <a:pt x="121" y="979"/>
                      </a:lnTo>
                      <a:lnTo>
                        <a:pt x="105" y="954"/>
                      </a:lnTo>
                      <a:lnTo>
                        <a:pt x="89" y="929"/>
                      </a:lnTo>
                      <a:lnTo>
                        <a:pt x="74" y="904"/>
                      </a:lnTo>
                      <a:lnTo>
                        <a:pt x="61" y="877"/>
                      </a:lnTo>
                      <a:lnTo>
                        <a:pt x="48" y="850"/>
                      </a:lnTo>
                      <a:lnTo>
                        <a:pt x="37" y="822"/>
                      </a:lnTo>
                      <a:lnTo>
                        <a:pt x="27" y="794"/>
                      </a:lnTo>
                      <a:lnTo>
                        <a:pt x="20" y="765"/>
                      </a:lnTo>
                      <a:lnTo>
                        <a:pt x="12" y="736"/>
                      </a:lnTo>
                      <a:lnTo>
                        <a:pt x="7" y="705"/>
                      </a:lnTo>
                      <a:lnTo>
                        <a:pt x="3" y="674"/>
                      </a:lnTo>
                      <a:lnTo>
                        <a:pt x="1" y="644"/>
                      </a:lnTo>
                      <a:lnTo>
                        <a:pt x="0" y="611"/>
                      </a:lnTo>
                      <a:lnTo>
                        <a:pt x="1" y="580"/>
                      </a:lnTo>
                      <a:lnTo>
                        <a:pt x="3" y="549"/>
                      </a:lnTo>
                      <a:lnTo>
                        <a:pt x="7" y="519"/>
                      </a:lnTo>
                      <a:lnTo>
                        <a:pt x="12" y="488"/>
                      </a:lnTo>
                      <a:lnTo>
                        <a:pt x="20" y="459"/>
                      </a:lnTo>
                      <a:lnTo>
                        <a:pt x="27" y="430"/>
                      </a:lnTo>
                      <a:lnTo>
                        <a:pt x="37" y="401"/>
                      </a:lnTo>
                      <a:lnTo>
                        <a:pt x="48" y="374"/>
                      </a:lnTo>
                      <a:lnTo>
                        <a:pt x="61" y="347"/>
                      </a:lnTo>
                      <a:lnTo>
                        <a:pt x="74" y="320"/>
                      </a:lnTo>
                      <a:lnTo>
                        <a:pt x="89" y="294"/>
                      </a:lnTo>
                      <a:lnTo>
                        <a:pt x="105" y="269"/>
                      </a:lnTo>
                      <a:lnTo>
                        <a:pt x="121" y="245"/>
                      </a:lnTo>
                      <a:lnTo>
                        <a:pt x="139" y="223"/>
                      </a:lnTo>
                      <a:lnTo>
                        <a:pt x="159" y="200"/>
                      </a:lnTo>
                      <a:lnTo>
                        <a:pt x="179" y="179"/>
                      </a:lnTo>
                      <a:lnTo>
                        <a:pt x="201" y="159"/>
                      </a:lnTo>
                      <a:lnTo>
                        <a:pt x="223" y="139"/>
                      </a:lnTo>
                      <a:lnTo>
                        <a:pt x="246" y="121"/>
                      </a:lnTo>
                      <a:lnTo>
                        <a:pt x="270" y="104"/>
                      </a:lnTo>
                      <a:lnTo>
                        <a:pt x="295" y="89"/>
                      </a:lnTo>
                      <a:lnTo>
                        <a:pt x="321" y="74"/>
                      </a:lnTo>
                      <a:lnTo>
                        <a:pt x="347" y="60"/>
                      </a:lnTo>
                      <a:lnTo>
                        <a:pt x="374" y="48"/>
                      </a:lnTo>
                      <a:lnTo>
                        <a:pt x="402" y="37"/>
                      </a:lnTo>
                      <a:lnTo>
                        <a:pt x="430" y="27"/>
                      </a:lnTo>
                      <a:lnTo>
                        <a:pt x="459" y="19"/>
                      </a:lnTo>
                      <a:lnTo>
                        <a:pt x="489" y="12"/>
                      </a:lnTo>
                      <a:lnTo>
                        <a:pt x="519" y="7"/>
                      </a:lnTo>
                      <a:lnTo>
                        <a:pt x="550" y="2"/>
                      </a:lnTo>
                      <a:lnTo>
                        <a:pt x="581" y="0"/>
                      </a:lnTo>
                      <a:lnTo>
                        <a:pt x="61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0" name="ïṣ1iď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851A0C7-52E7-4324-9412-E2F1C47FF3E3}"/>
                    </a:ext>
                  </a:extLst>
                </p:cNvPr>
                <p:cNvSpPr/>
                <p:nvPr/>
              </p:nvSpPr>
              <p:spPr bwMode="auto">
                <a:xfrm>
                  <a:off x="5570315" y="3541041"/>
                  <a:ext cx="172190" cy="171178"/>
                </a:xfrm>
                <a:custGeom>
                  <a:avLst/>
                  <a:gdLst>
                    <a:gd name="T0" fmla="*/ 374 w 679"/>
                    <a:gd name="T1" fmla="*/ 1 h 678"/>
                    <a:gd name="T2" fmla="*/ 425 w 679"/>
                    <a:gd name="T3" fmla="*/ 10 h 678"/>
                    <a:gd name="T4" fmla="*/ 471 w 679"/>
                    <a:gd name="T5" fmla="*/ 26 h 678"/>
                    <a:gd name="T6" fmla="*/ 516 w 679"/>
                    <a:gd name="T7" fmla="*/ 49 h 678"/>
                    <a:gd name="T8" fmla="*/ 556 w 679"/>
                    <a:gd name="T9" fmla="*/ 77 h 678"/>
                    <a:gd name="T10" fmla="*/ 591 w 679"/>
                    <a:gd name="T11" fmla="*/ 111 h 678"/>
                    <a:gd name="T12" fmla="*/ 621 w 679"/>
                    <a:gd name="T13" fmla="*/ 149 h 678"/>
                    <a:gd name="T14" fmla="*/ 645 w 679"/>
                    <a:gd name="T15" fmla="*/ 192 h 678"/>
                    <a:gd name="T16" fmla="*/ 664 w 679"/>
                    <a:gd name="T17" fmla="*/ 238 h 678"/>
                    <a:gd name="T18" fmla="*/ 675 w 679"/>
                    <a:gd name="T19" fmla="*/ 288 h 678"/>
                    <a:gd name="T20" fmla="*/ 679 w 679"/>
                    <a:gd name="T21" fmla="*/ 338 h 678"/>
                    <a:gd name="T22" fmla="*/ 675 w 679"/>
                    <a:gd name="T23" fmla="*/ 390 h 678"/>
                    <a:gd name="T24" fmla="*/ 664 w 679"/>
                    <a:gd name="T25" fmla="*/ 440 h 678"/>
                    <a:gd name="T26" fmla="*/ 645 w 679"/>
                    <a:gd name="T27" fmla="*/ 486 h 678"/>
                    <a:gd name="T28" fmla="*/ 621 w 679"/>
                    <a:gd name="T29" fmla="*/ 528 h 678"/>
                    <a:gd name="T30" fmla="*/ 591 w 679"/>
                    <a:gd name="T31" fmla="*/ 567 h 678"/>
                    <a:gd name="T32" fmla="*/ 556 w 679"/>
                    <a:gd name="T33" fmla="*/ 601 h 678"/>
                    <a:gd name="T34" fmla="*/ 516 w 679"/>
                    <a:gd name="T35" fmla="*/ 629 h 678"/>
                    <a:gd name="T36" fmla="*/ 471 w 679"/>
                    <a:gd name="T37" fmla="*/ 652 h 678"/>
                    <a:gd name="T38" fmla="*/ 425 w 679"/>
                    <a:gd name="T39" fmla="*/ 667 h 678"/>
                    <a:gd name="T40" fmla="*/ 374 w 679"/>
                    <a:gd name="T41" fmla="*/ 676 h 678"/>
                    <a:gd name="T42" fmla="*/ 322 w 679"/>
                    <a:gd name="T43" fmla="*/ 678 h 678"/>
                    <a:gd name="T44" fmla="*/ 271 w 679"/>
                    <a:gd name="T45" fmla="*/ 671 h 678"/>
                    <a:gd name="T46" fmla="*/ 223 w 679"/>
                    <a:gd name="T47" fmla="*/ 657 h 678"/>
                    <a:gd name="T48" fmla="*/ 179 w 679"/>
                    <a:gd name="T49" fmla="*/ 636 h 678"/>
                    <a:gd name="T50" fmla="*/ 137 w 679"/>
                    <a:gd name="T51" fmla="*/ 611 h 678"/>
                    <a:gd name="T52" fmla="*/ 100 w 679"/>
                    <a:gd name="T53" fmla="*/ 578 h 678"/>
                    <a:gd name="T54" fmla="*/ 68 w 679"/>
                    <a:gd name="T55" fmla="*/ 541 h 678"/>
                    <a:gd name="T56" fmla="*/ 41 w 679"/>
                    <a:gd name="T57" fmla="*/ 500 h 678"/>
                    <a:gd name="T58" fmla="*/ 21 w 679"/>
                    <a:gd name="T59" fmla="*/ 455 h 678"/>
                    <a:gd name="T60" fmla="*/ 8 w 679"/>
                    <a:gd name="T61" fmla="*/ 408 h 678"/>
                    <a:gd name="T62" fmla="*/ 1 w 679"/>
                    <a:gd name="T63" fmla="*/ 357 h 678"/>
                    <a:gd name="T64" fmla="*/ 2 w 679"/>
                    <a:gd name="T65" fmla="*/ 304 h 678"/>
                    <a:gd name="T66" fmla="*/ 11 w 679"/>
                    <a:gd name="T67" fmla="*/ 254 h 678"/>
                    <a:gd name="T68" fmla="*/ 27 w 679"/>
                    <a:gd name="T69" fmla="*/ 207 h 678"/>
                    <a:gd name="T70" fmla="*/ 50 w 679"/>
                    <a:gd name="T71" fmla="*/ 163 h 678"/>
                    <a:gd name="T72" fmla="*/ 78 w 679"/>
                    <a:gd name="T73" fmla="*/ 123 h 678"/>
                    <a:gd name="T74" fmla="*/ 112 w 679"/>
                    <a:gd name="T75" fmla="*/ 88 h 678"/>
                    <a:gd name="T76" fmla="*/ 150 w 679"/>
                    <a:gd name="T77" fmla="*/ 58 h 678"/>
                    <a:gd name="T78" fmla="*/ 193 w 679"/>
                    <a:gd name="T79" fmla="*/ 34 h 678"/>
                    <a:gd name="T80" fmla="*/ 239 w 679"/>
                    <a:gd name="T81" fmla="*/ 15 h 678"/>
                    <a:gd name="T82" fmla="*/ 289 w 679"/>
                    <a:gd name="T83" fmla="*/ 4 h 678"/>
                    <a:gd name="T84" fmla="*/ 339 w 679"/>
                    <a:gd name="T85" fmla="*/ 0 h 6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79" h="678">
                      <a:moveTo>
                        <a:pt x="339" y="0"/>
                      </a:moveTo>
                      <a:lnTo>
                        <a:pt x="357" y="0"/>
                      </a:lnTo>
                      <a:lnTo>
                        <a:pt x="374" y="1"/>
                      </a:lnTo>
                      <a:lnTo>
                        <a:pt x="391" y="4"/>
                      </a:lnTo>
                      <a:lnTo>
                        <a:pt x="409" y="7"/>
                      </a:lnTo>
                      <a:lnTo>
                        <a:pt x="425" y="10"/>
                      </a:lnTo>
                      <a:lnTo>
                        <a:pt x="441" y="15"/>
                      </a:lnTo>
                      <a:lnTo>
                        <a:pt x="456" y="21"/>
                      </a:lnTo>
                      <a:lnTo>
                        <a:pt x="471" y="26"/>
                      </a:lnTo>
                      <a:lnTo>
                        <a:pt x="486" y="34"/>
                      </a:lnTo>
                      <a:lnTo>
                        <a:pt x="502" y="40"/>
                      </a:lnTo>
                      <a:lnTo>
                        <a:pt x="516" y="49"/>
                      </a:lnTo>
                      <a:lnTo>
                        <a:pt x="530" y="58"/>
                      </a:lnTo>
                      <a:lnTo>
                        <a:pt x="543" y="67"/>
                      </a:lnTo>
                      <a:lnTo>
                        <a:pt x="556" y="77"/>
                      </a:lnTo>
                      <a:lnTo>
                        <a:pt x="567" y="88"/>
                      </a:lnTo>
                      <a:lnTo>
                        <a:pt x="579" y="100"/>
                      </a:lnTo>
                      <a:lnTo>
                        <a:pt x="591" y="111"/>
                      </a:lnTo>
                      <a:lnTo>
                        <a:pt x="602" y="123"/>
                      </a:lnTo>
                      <a:lnTo>
                        <a:pt x="612" y="136"/>
                      </a:lnTo>
                      <a:lnTo>
                        <a:pt x="621" y="149"/>
                      </a:lnTo>
                      <a:lnTo>
                        <a:pt x="630" y="163"/>
                      </a:lnTo>
                      <a:lnTo>
                        <a:pt x="638" y="177"/>
                      </a:lnTo>
                      <a:lnTo>
                        <a:pt x="645" y="192"/>
                      </a:lnTo>
                      <a:lnTo>
                        <a:pt x="653" y="207"/>
                      </a:lnTo>
                      <a:lnTo>
                        <a:pt x="658" y="223"/>
                      </a:lnTo>
                      <a:lnTo>
                        <a:pt x="664" y="238"/>
                      </a:lnTo>
                      <a:lnTo>
                        <a:pt x="668" y="254"/>
                      </a:lnTo>
                      <a:lnTo>
                        <a:pt x="672" y="270"/>
                      </a:lnTo>
                      <a:lnTo>
                        <a:pt x="675" y="288"/>
                      </a:lnTo>
                      <a:lnTo>
                        <a:pt x="678" y="304"/>
                      </a:lnTo>
                      <a:lnTo>
                        <a:pt x="679" y="321"/>
                      </a:lnTo>
                      <a:lnTo>
                        <a:pt x="679" y="338"/>
                      </a:lnTo>
                      <a:lnTo>
                        <a:pt x="679" y="357"/>
                      </a:lnTo>
                      <a:lnTo>
                        <a:pt x="678" y="374"/>
                      </a:lnTo>
                      <a:lnTo>
                        <a:pt x="675" y="390"/>
                      </a:lnTo>
                      <a:lnTo>
                        <a:pt x="672" y="408"/>
                      </a:lnTo>
                      <a:lnTo>
                        <a:pt x="668" y="424"/>
                      </a:lnTo>
                      <a:lnTo>
                        <a:pt x="664" y="440"/>
                      </a:lnTo>
                      <a:lnTo>
                        <a:pt x="658" y="455"/>
                      </a:lnTo>
                      <a:lnTo>
                        <a:pt x="653" y="471"/>
                      </a:lnTo>
                      <a:lnTo>
                        <a:pt x="645" y="486"/>
                      </a:lnTo>
                      <a:lnTo>
                        <a:pt x="638" y="500"/>
                      </a:lnTo>
                      <a:lnTo>
                        <a:pt x="630" y="514"/>
                      </a:lnTo>
                      <a:lnTo>
                        <a:pt x="621" y="528"/>
                      </a:lnTo>
                      <a:lnTo>
                        <a:pt x="612" y="541"/>
                      </a:lnTo>
                      <a:lnTo>
                        <a:pt x="602" y="554"/>
                      </a:lnTo>
                      <a:lnTo>
                        <a:pt x="591" y="567"/>
                      </a:lnTo>
                      <a:lnTo>
                        <a:pt x="579" y="578"/>
                      </a:lnTo>
                      <a:lnTo>
                        <a:pt x="567" y="590"/>
                      </a:lnTo>
                      <a:lnTo>
                        <a:pt x="556" y="601"/>
                      </a:lnTo>
                      <a:lnTo>
                        <a:pt x="543" y="611"/>
                      </a:lnTo>
                      <a:lnTo>
                        <a:pt x="530" y="620"/>
                      </a:lnTo>
                      <a:lnTo>
                        <a:pt x="516" y="629"/>
                      </a:lnTo>
                      <a:lnTo>
                        <a:pt x="502" y="636"/>
                      </a:lnTo>
                      <a:lnTo>
                        <a:pt x="486" y="644"/>
                      </a:lnTo>
                      <a:lnTo>
                        <a:pt x="471" y="652"/>
                      </a:lnTo>
                      <a:lnTo>
                        <a:pt x="456" y="657"/>
                      </a:lnTo>
                      <a:lnTo>
                        <a:pt x="441" y="662"/>
                      </a:lnTo>
                      <a:lnTo>
                        <a:pt x="425" y="667"/>
                      </a:lnTo>
                      <a:lnTo>
                        <a:pt x="409" y="671"/>
                      </a:lnTo>
                      <a:lnTo>
                        <a:pt x="391" y="674"/>
                      </a:lnTo>
                      <a:lnTo>
                        <a:pt x="374" y="676"/>
                      </a:lnTo>
                      <a:lnTo>
                        <a:pt x="357" y="678"/>
                      </a:lnTo>
                      <a:lnTo>
                        <a:pt x="339" y="678"/>
                      </a:lnTo>
                      <a:lnTo>
                        <a:pt x="322" y="678"/>
                      </a:lnTo>
                      <a:lnTo>
                        <a:pt x="305" y="676"/>
                      </a:lnTo>
                      <a:lnTo>
                        <a:pt x="289" y="674"/>
                      </a:lnTo>
                      <a:lnTo>
                        <a:pt x="271" y="671"/>
                      </a:lnTo>
                      <a:lnTo>
                        <a:pt x="255" y="667"/>
                      </a:lnTo>
                      <a:lnTo>
                        <a:pt x="239" y="662"/>
                      </a:lnTo>
                      <a:lnTo>
                        <a:pt x="223" y="657"/>
                      </a:lnTo>
                      <a:lnTo>
                        <a:pt x="208" y="652"/>
                      </a:lnTo>
                      <a:lnTo>
                        <a:pt x="193" y="644"/>
                      </a:lnTo>
                      <a:lnTo>
                        <a:pt x="179" y="636"/>
                      </a:lnTo>
                      <a:lnTo>
                        <a:pt x="164" y="629"/>
                      </a:lnTo>
                      <a:lnTo>
                        <a:pt x="150" y="620"/>
                      </a:lnTo>
                      <a:lnTo>
                        <a:pt x="137" y="611"/>
                      </a:lnTo>
                      <a:lnTo>
                        <a:pt x="125" y="601"/>
                      </a:lnTo>
                      <a:lnTo>
                        <a:pt x="112" y="590"/>
                      </a:lnTo>
                      <a:lnTo>
                        <a:pt x="100" y="578"/>
                      </a:lnTo>
                      <a:lnTo>
                        <a:pt x="89" y="567"/>
                      </a:lnTo>
                      <a:lnTo>
                        <a:pt x="78" y="554"/>
                      </a:lnTo>
                      <a:lnTo>
                        <a:pt x="68" y="541"/>
                      </a:lnTo>
                      <a:lnTo>
                        <a:pt x="59" y="528"/>
                      </a:lnTo>
                      <a:lnTo>
                        <a:pt x="50" y="514"/>
                      </a:lnTo>
                      <a:lnTo>
                        <a:pt x="41" y="500"/>
                      </a:lnTo>
                      <a:lnTo>
                        <a:pt x="34" y="486"/>
                      </a:lnTo>
                      <a:lnTo>
                        <a:pt x="27" y="471"/>
                      </a:lnTo>
                      <a:lnTo>
                        <a:pt x="21" y="455"/>
                      </a:lnTo>
                      <a:lnTo>
                        <a:pt x="16" y="440"/>
                      </a:lnTo>
                      <a:lnTo>
                        <a:pt x="11" y="424"/>
                      </a:lnTo>
                      <a:lnTo>
                        <a:pt x="8" y="408"/>
                      </a:lnTo>
                      <a:lnTo>
                        <a:pt x="5" y="390"/>
                      </a:lnTo>
                      <a:lnTo>
                        <a:pt x="2" y="374"/>
                      </a:lnTo>
                      <a:lnTo>
                        <a:pt x="1" y="357"/>
                      </a:lnTo>
                      <a:lnTo>
                        <a:pt x="0" y="338"/>
                      </a:lnTo>
                      <a:lnTo>
                        <a:pt x="1" y="321"/>
                      </a:lnTo>
                      <a:lnTo>
                        <a:pt x="2" y="304"/>
                      </a:lnTo>
                      <a:lnTo>
                        <a:pt x="5" y="288"/>
                      </a:lnTo>
                      <a:lnTo>
                        <a:pt x="8" y="270"/>
                      </a:lnTo>
                      <a:lnTo>
                        <a:pt x="11" y="254"/>
                      </a:lnTo>
                      <a:lnTo>
                        <a:pt x="16" y="238"/>
                      </a:lnTo>
                      <a:lnTo>
                        <a:pt x="21" y="223"/>
                      </a:lnTo>
                      <a:lnTo>
                        <a:pt x="27" y="207"/>
                      </a:lnTo>
                      <a:lnTo>
                        <a:pt x="34" y="192"/>
                      </a:lnTo>
                      <a:lnTo>
                        <a:pt x="41" y="177"/>
                      </a:lnTo>
                      <a:lnTo>
                        <a:pt x="50" y="163"/>
                      </a:lnTo>
                      <a:lnTo>
                        <a:pt x="59" y="149"/>
                      </a:lnTo>
                      <a:lnTo>
                        <a:pt x="68" y="136"/>
                      </a:lnTo>
                      <a:lnTo>
                        <a:pt x="78" y="123"/>
                      </a:lnTo>
                      <a:lnTo>
                        <a:pt x="89" y="111"/>
                      </a:lnTo>
                      <a:lnTo>
                        <a:pt x="100" y="100"/>
                      </a:lnTo>
                      <a:lnTo>
                        <a:pt x="112" y="88"/>
                      </a:lnTo>
                      <a:lnTo>
                        <a:pt x="125" y="77"/>
                      </a:lnTo>
                      <a:lnTo>
                        <a:pt x="137" y="67"/>
                      </a:lnTo>
                      <a:lnTo>
                        <a:pt x="150" y="58"/>
                      </a:lnTo>
                      <a:lnTo>
                        <a:pt x="164" y="49"/>
                      </a:lnTo>
                      <a:lnTo>
                        <a:pt x="179" y="40"/>
                      </a:lnTo>
                      <a:lnTo>
                        <a:pt x="193" y="34"/>
                      </a:lnTo>
                      <a:lnTo>
                        <a:pt x="208" y="26"/>
                      </a:lnTo>
                      <a:lnTo>
                        <a:pt x="223" y="21"/>
                      </a:lnTo>
                      <a:lnTo>
                        <a:pt x="239" y="15"/>
                      </a:lnTo>
                      <a:lnTo>
                        <a:pt x="255" y="10"/>
                      </a:lnTo>
                      <a:lnTo>
                        <a:pt x="271" y="7"/>
                      </a:lnTo>
                      <a:lnTo>
                        <a:pt x="289" y="4"/>
                      </a:lnTo>
                      <a:lnTo>
                        <a:pt x="305" y="1"/>
                      </a:lnTo>
                      <a:lnTo>
                        <a:pt x="322" y="0"/>
                      </a:lnTo>
                      <a:lnTo>
                        <a:pt x="33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1" name="íS1íd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9F0EA8C-753E-44B8-BD32-A0DA3E49A728}"/>
                    </a:ext>
                  </a:extLst>
                </p:cNvPr>
                <p:cNvSpPr/>
                <p:nvPr/>
              </p:nvSpPr>
              <p:spPr bwMode="auto">
                <a:xfrm>
                  <a:off x="6394802" y="3672715"/>
                  <a:ext cx="190422" cy="190422"/>
                </a:xfrm>
                <a:custGeom>
                  <a:avLst/>
                  <a:gdLst>
                    <a:gd name="T0" fmla="*/ 414 w 752"/>
                    <a:gd name="T1" fmla="*/ 2 h 752"/>
                    <a:gd name="T2" fmla="*/ 470 w 752"/>
                    <a:gd name="T3" fmla="*/ 12 h 752"/>
                    <a:gd name="T4" fmla="*/ 522 w 752"/>
                    <a:gd name="T5" fmla="*/ 30 h 752"/>
                    <a:gd name="T6" fmla="*/ 570 w 752"/>
                    <a:gd name="T7" fmla="*/ 55 h 752"/>
                    <a:gd name="T8" fmla="*/ 615 w 752"/>
                    <a:gd name="T9" fmla="*/ 86 h 752"/>
                    <a:gd name="T10" fmla="*/ 654 w 752"/>
                    <a:gd name="T11" fmla="*/ 123 h 752"/>
                    <a:gd name="T12" fmla="*/ 687 w 752"/>
                    <a:gd name="T13" fmla="*/ 166 h 752"/>
                    <a:gd name="T14" fmla="*/ 714 w 752"/>
                    <a:gd name="T15" fmla="*/ 213 h 752"/>
                    <a:gd name="T16" fmla="*/ 735 w 752"/>
                    <a:gd name="T17" fmla="*/ 264 h 752"/>
                    <a:gd name="T18" fmla="*/ 747 w 752"/>
                    <a:gd name="T19" fmla="*/ 318 h 752"/>
                    <a:gd name="T20" fmla="*/ 752 w 752"/>
                    <a:gd name="T21" fmla="*/ 376 h 752"/>
                    <a:gd name="T22" fmla="*/ 747 w 752"/>
                    <a:gd name="T23" fmla="*/ 433 h 752"/>
                    <a:gd name="T24" fmla="*/ 735 w 752"/>
                    <a:gd name="T25" fmla="*/ 488 h 752"/>
                    <a:gd name="T26" fmla="*/ 714 w 752"/>
                    <a:gd name="T27" fmla="*/ 539 h 752"/>
                    <a:gd name="T28" fmla="*/ 687 w 752"/>
                    <a:gd name="T29" fmla="*/ 586 h 752"/>
                    <a:gd name="T30" fmla="*/ 654 w 752"/>
                    <a:gd name="T31" fmla="*/ 628 h 752"/>
                    <a:gd name="T32" fmla="*/ 615 w 752"/>
                    <a:gd name="T33" fmla="*/ 666 h 752"/>
                    <a:gd name="T34" fmla="*/ 570 w 752"/>
                    <a:gd name="T35" fmla="*/ 698 h 752"/>
                    <a:gd name="T36" fmla="*/ 522 w 752"/>
                    <a:gd name="T37" fmla="*/ 722 h 752"/>
                    <a:gd name="T38" fmla="*/ 470 w 752"/>
                    <a:gd name="T39" fmla="*/ 740 h 752"/>
                    <a:gd name="T40" fmla="*/ 414 w 752"/>
                    <a:gd name="T41" fmla="*/ 749 h 752"/>
                    <a:gd name="T42" fmla="*/ 357 w 752"/>
                    <a:gd name="T43" fmla="*/ 752 h 752"/>
                    <a:gd name="T44" fmla="*/ 299 w 752"/>
                    <a:gd name="T45" fmla="*/ 744 h 752"/>
                    <a:gd name="T46" fmla="*/ 246 w 752"/>
                    <a:gd name="T47" fmla="*/ 729 h 752"/>
                    <a:gd name="T48" fmla="*/ 197 w 752"/>
                    <a:gd name="T49" fmla="*/ 706 h 752"/>
                    <a:gd name="T50" fmla="*/ 150 w 752"/>
                    <a:gd name="T51" fmla="*/ 677 h 752"/>
                    <a:gd name="T52" fmla="*/ 110 w 752"/>
                    <a:gd name="T53" fmla="*/ 641 h 752"/>
                    <a:gd name="T54" fmla="*/ 75 w 752"/>
                    <a:gd name="T55" fmla="*/ 600 h 752"/>
                    <a:gd name="T56" fmla="*/ 45 w 752"/>
                    <a:gd name="T57" fmla="*/ 555 h 752"/>
                    <a:gd name="T58" fmla="*/ 23 w 752"/>
                    <a:gd name="T59" fmla="*/ 505 h 752"/>
                    <a:gd name="T60" fmla="*/ 8 w 752"/>
                    <a:gd name="T61" fmla="*/ 451 h 752"/>
                    <a:gd name="T62" fmla="*/ 0 w 752"/>
                    <a:gd name="T63" fmla="*/ 395 h 752"/>
                    <a:gd name="T64" fmla="*/ 1 w 752"/>
                    <a:gd name="T65" fmla="*/ 338 h 752"/>
                    <a:gd name="T66" fmla="*/ 12 w 752"/>
                    <a:gd name="T67" fmla="*/ 282 h 752"/>
                    <a:gd name="T68" fmla="*/ 29 w 752"/>
                    <a:gd name="T69" fmla="*/ 230 h 752"/>
                    <a:gd name="T70" fmla="*/ 54 w 752"/>
                    <a:gd name="T71" fmla="*/ 181 h 752"/>
                    <a:gd name="T72" fmla="*/ 85 w 752"/>
                    <a:gd name="T73" fmla="*/ 137 h 752"/>
                    <a:gd name="T74" fmla="*/ 123 w 752"/>
                    <a:gd name="T75" fmla="*/ 98 h 752"/>
                    <a:gd name="T76" fmla="*/ 165 w 752"/>
                    <a:gd name="T77" fmla="*/ 65 h 752"/>
                    <a:gd name="T78" fmla="*/ 213 w 752"/>
                    <a:gd name="T79" fmla="*/ 38 h 752"/>
                    <a:gd name="T80" fmla="*/ 264 w 752"/>
                    <a:gd name="T81" fmla="*/ 17 h 752"/>
                    <a:gd name="T82" fmla="*/ 319 w 752"/>
                    <a:gd name="T83" fmla="*/ 4 h 752"/>
                    <a:gd name="T84" fmla="*/ 376 w 752"/>
                    <a:gd name="T85" fmla="*/ 0 h 7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752" h="752">
                      <a:moveTo>
                        <a:pt x="376" y="0"/>
                      </a:moveTo>
                      <a:lnTo>
                        <a:pt x="394" y="1"/>
                      </a:lnTo>
                      <a:lnTo>
                        <a:pt x="414" y="2"/>
                      </a:lnTo>
                      <a:lnTo>
                        <a:pt x="433" y="4"/>
                      </a:lnTo>
                      <a:lnTo>
                        <a:pt x="452" y="7"/>
                      </a:lnTo>
                      <a:lnTo>
                        <a:pt x="470" y="12"/>
                      </a:lnTo>
                      <a:lnTo>
                        <a:pt x="487" y="17"/>
                      </a:lnTo>
                      <a:lnTo>
                        <a:pt x="505" y="23"/>
                      </a:lnTo>
                      <a:lnTo>
                        <a:pt x="522" y="30"/>
                      </a:lnTo>
                      <a:lnTo>
                        <a:pt x="538" y="38"/>
                      </a:lnTo>
                      <a:lnTo>
                        <a:pt x="554" y="45"/>
                      </a:lnTo>
                      <a:lnTo>
                        <a:pt x="570" y="55"/>
                      </a:lnTo>
                      <a:lnTo>
                        <a:pt x="586" y="65"/>
                      </a:lnTo>
                      <a:lnTo>
                        <a:pt x="601" y="74"/>
                      </a:lnTo>
                      <a:lnTo>
                        <a:pt x="615" y="86"/>
                      </a:lnTo>
                      <a:lnTo>
                        <a:pt x="629" y="98"/>
                      </a:lnTo>
                      <a:lnTo>
                        <a:pt x="642" y="110"/>
                      </a:lnTo>
                      <a:lnTo>
                        <a:pt x="654" y="123"/>
                      </a:lnTo>
                      <a:lnTo>
                        <a:pt x="666" y="137"/>
                      </a:lnTo>
                      <a:lnTo>
                        <a:pt x="676" y="151"/>
                      </a:lnTo>
                      <a:lnTo>
                        <a:pt x="687" y="166"/>
                      </a:lnTo>
                      <a:lnTo>
                        <a:pt x="697" y="181"/>
                      </a:lnTo>
                      <a:lnTo>
                        <a:pt x="707" y="196"/>
                      </a:lnTo>
                      <a:lnTo>
                        <a:pt x="714" y="213"/>
                      </a:lnTo>
                      <a:lnTo>
                        <a:pt x="722" y="230"/>
                      </a:lnTo>
                      <a:lnTo>
                        <a:pt x="728" y="247"/>
                      </a:lnTo>
                      <a:lnTo>
                        <a:pt x="735" y="264"/>
                      </a:lnTo>
                      <a:lnTo>
                        <a:pt x="740" y="282"/>
                      </a:lnTo>
                      <a:lnTo>
                        <a:pt x="743" y="300"/>
                      </a:lnTo>
                      <a:lnTo>
                        <a:pt x="747" y="318"/>
                      </a:lnTo>
                      <a:lnTo>
                        <a:pt x="750" y="338"/>
                      </a:lnTo>
                      <a:lnTo>
                        <a:pt x="751" y="356"/>
                      </a:lnTo>
                      <a:lnTo>
                        <a:pt x="752" y="376"/>
                      </a:lnTo>
                      <a:lnTo>
                        <a:pt x="751" y="395"/>
                      </a:lnTo>
                      <a:lnTo>
                        <a:pt x="750" y="415"/>
                      </a:lnTo>
                      <a:lnTo>
                        <a:pt x="747" y="433"/>
                      </a:lnTo>
                      <a:lnTo>
                        <a:pt x="743" y="451"/>
                      </a:lnTo>
                      <a:lnTo>
                        <a:pt x="740" y="470"/>
                      </a:lnTo>
                      <a:lnTo>
                        <a:pt x="735" y="488"/>
                      </a:lnTo>
                      <a:lnTo>
                        <a:pt x="728" y="505"/>
                      </a:lnTo>
                      <a:lnTo>
                        <a:pt x="722" y="523"/>
                      </a:lnTo>
                      <a:lnTo>
                        <a:pt x="714" y="539"/>
                      </a:lnTo>
                      <a:lnTo>
                        <a:pt x="707" y="555"/>
                      </a:lnTo>
                      <a:lnTo>
                        <a:pt x="697" y="571"/>
                      </a:lnTo>
                      <a:lnTo>
                        <a:pt x="687" y="586"/>
                      </a:lnTo>
                      <a:lnTo>
                        <a:pt x="676" y="600"/>
                      </a:lnTo>
                      <a:lnTo>
                        <a:pt x="666" y="615"/>
                      </a:lnTo>
                      <a:lnTo>
                        <a:pt x="654" y="628"/>
                      </a:lnTo>
                      <a:lnTo>
                        <a:pt x="642" y="641"/>
                      </a:lnTo>
                      <a:lnTo>
                        <a:pt x="629" y="654"/>
                      </a:lnTo>
                      <a:lnTo>
                        <a:pt x="615" y="666"/>
                      </a:lnTo>
                      <a:lnTo>
                        <a:pt x="601" y="677"/>
                      </a:lnTo>
                      <a:lnTo>
                        <a:pt x="586" y="688"/>
                      </a:lnTo>
                      <a:lnTo>
                        <a:pt x="570" y="698"/>
                      </a:lnTo>
                      <a:lnTo>
                        <a:pt x="554" y="706"/>
                      </a:lnTo>
                      <a:lnTo>
                        <a:pt x="538" y="715"/>
                      </a:lnTo>
                      <a:lnTo>
                        <a:pt x="522" y="722"/>
                      </a:lnTo>
                      <a:lnTo>
                        <a:pt x="505" y="729"/>
                      </a:lnTo>
                      <a:lnTo>
                        <a:pt x="487" y="735"/>
                      </a:lnTo>
                      <a:lnTo>
                        <a:pt x="470" y="740"/>
                      </a:lnTo>
                      <a:lnTo>
                        <a:pt x="452" y="744"/>
                      </a:lnTo>
                      <a:lnTo>
                        <a:pt x="433" y="747"/>
                      </a:lnTo>
                      <a:lnTo>
                        <a:pt x="414" y="749"/>
                      </a:lnTo>
                      <a:lnTo>
                        <a:pt x="394" y="752"/>
                      </a:lnTo>
                      <a:lnTo>
                        <a:pt x="376" y="752"/>
                      </a:lnTo>
                      <a:lnTo>
                        <a:pt x="357" y="752"/>
                      </a:lnTo>
                      <a:lnTo>
                        <a:pt x="337" y="749"/>
                      </a:lnTo>
                      <a:lnTo>
                        <a:pt x="319" y="747"/>
                      </a:lnTo>
                      <a:lnTo>
                        <a:pt x="299" y="744"/>
                      </a:lnTo>
                      <a:lnTo>
                        <a:pt x="282" y="740"/>
                      </a:lnTo>
                      <a:lnTo>
                        <a:pt x="264" y="735"/>
                      </a:lnTo>
                      <a:lnTo>
                        <a:pt x="246" y="729"/>
                      </a:lnTo>
                      <a:lnTo>
                        <a:pt x="229" y="722"/>
                      </a:lnTo>
                      <a:lnTo>
                        <a:pt x="213" y="715"/>
                      </a:lnTo>
                      <a:lnTo>
                        <a:pt x="197" y="706"/>
                      </a:lnTo>
                      <a:lnTo>
                        <a:pt x="180" y="698"/>
                      </a:lnTo>
                      <a:lnTo>
                        <a:pt x="165" y="688"/>
                      </a:lnTo>
                      <a:lnTo>
                        <a:pt x="150" y="677"/>
                      </a:lnTo>
                      <a:lnTo>
                        <a:pt x="136" y="666"/>
                      </a:lnTo>
                      <a:lnTo>
                        <a:pt x="123" y="654"/>
                      </a:lnTo>
                      <a:lnTo>
                        <a:pt x="110" y="641"/>
                      </a:lnTo>
                      <a:lnTo>
                        <a:pt x="97" y="628"/>
                      </a:lnTo>
                      <a:lnTo>
                        <a:pt x="85" y="615"/>
                      </a:lnTo>
                      <a:lnTo>
                        <a:pt x="75" y="600"/>
                      </a:lnTo>
                      <a:lnTo>
                        <a:pt x="64" y="586"/>
                      </a:lnTo>
                      <a:lnTo>
                        <a:pt x="54" y="571"/>
                      </a:lnTo>
                      <a:lnTo>
                        <a:pt x="45" y="555"/>
                      </a:lnTo>
                      <a:lnTo>
                        <a:pt x="37" y="539"/>
                      </a:lnTo>
                      <a:lnTo>
                        <a:pt x="29" y="523"/>
                      </a:lnTo>
                      <a:lnTo>
                        <a:pt x="23" y="505"/>
                      </a:lnTo>
                      <a:lnTo>
                        <a:pt x="16" y="488"/>
                      </a:lnTo>
                      <a:lnTo>
                        <a:pt x="12" y="470"/>
                      </a:lnTo>
                      <a:lnTo>
                        <a:pt x="8" y="451"/>
                      </a:lnTo>
                      <a:lnTo>
                        <a:pt x="4" y="433"/>
                      </a:lnTo>
                      <a:lnTo>
                        <a:pt x="1" y="415"/>
                      </a:lnTo>
                      <a:lnTo>
                        <a:pt x="0" y="395"/>
                      </a:lnTo>
                      <a:lnTo>
                        <a:pt x="0" y="376"/>
                      </a:lnTo>
                      <a:lnTo>
                        <a:pt x="0" y="356"/>
                      </a:lnTo>
                      <a:lnTo>
                        <a:pt x="1" y="338"/>
                      </a:lnTo>
                      <a:lnTo>
                        <a:pt x="4" y="318"/>
                      </a:lnTo>
                      <a:lnTo>
                        <a:pt x="8" y="300"/>
                      </a:lnTo>
                      <a:lnTo>
                        <a:pt x="12" y="282"/>
                      </a:lnTo>
                      <a:lnTo>
                        <a:pt x="16" y="264"/>
                      </a:lnTo>
                      <a:lnTo>
                        <a:pt x="23" y="247"/>
                      </a:lnTo>
                      <a:lnTo>
                        <a:pt x="29" y="230"/>
                      </a:lnTo>
                      <a:lnTo>
                        <a:pt x="37" y="213"/>
                      </a:lnTo>
                      <a:lnTo>
                        <a:pt x="45" y="196"/>
                      </a:lnTo>
                      <a:lnTo>
                        <a:pt x="54" y="181"/>
                      </a:lnTo>
                      <a:lnTo>
                        <a:pt x="64" y="166"/>
                      </a:lnTo>
                      <a:lnTo>
                        <a:pt x="75" y="151"/>
                      </a:lnTo>
                      <a:lnTo>
                        <a:pt x="85" y="137"/>
                      </a:lnTo>
                      <a:lnTo>
                        <a:pt x="97" y="123"/>
                      </a:lnTo>
                      <a:lnTo>
                        <a:pt x="110" y="110"/>
                      </a:lnTo>
                      <a:lnTo>
                        <a:pt x="123" y="98"/>
                      </a:lnTo>
                      <a:lnTo>
                        <a:pt x="136" y="86"/>
                      </a:lnTo>
                      <a:lnTo>
                        <a:pt x="150" y="74"/>
                      </a:lnTo>
                      <a:lnTo>
                        <a:pt x="165" y="65"/>
                      </a:lnTo>
                      <a:lnTo>
                        <a:pt x="180" y="55"/>
                      </a:lnTo>
                      <a:lnTo>
                        <a:pt x="197" y="45"/>
                      </a:lnTo>
                      <a:lnTo>
                        <a:pt x="213" y="38"/>
                      </a:lnTo>
                      <a:lnTo>
                        <a:pt x="229" y="30"/>
                      </a:lnTo>
                      <a:lnTo>
                        <a:pt x="246" y="23"/>
                      </a:lnTo>
                      <a:lnTo>
                        <a:pt x="264" y="17"/>
                      </a:lnTo>
                      <a:lnTo>
                        <a:pt x="282" y="12"/>
                      </a:lnTo>
                      <a:lnTo>
                        <a:pt x="299" y="7"/>
                      </a:lnTo>
                      <a:lnTo>
                        <a:pt x="319" y="4"/>
                      </a:lnTo>
                      <a:lnTo>
                        <a:pt x="337" y="2"/>
                      </a:lnTo>
                      <a:lnTo>
                        <a:pt x="357" y="1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2" name="iṣlî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DF8F889-5ED5-44F0-8226-EFFCF81C5248}"/>
                    </a:ext>
                  </a:extLst>
                </p:cNvPr>
                <p:cNvSpPr/>
                <p:nvPr/>
              </p:nvSpPr>
              <p:spPr bwMode="auto">
                <a:xfrm>
                  <a:off x="6658152" y="4428326"/>
                  <a:ext cx="134714" cy="134714"/>
                </a:xfrm>
                <a:custGeom>
                  <a:avLst/>
                  <a:gdLst>
                    <a:gd name="T0" fmla="*/ 293 w 532"/>
                    <a:gd name="T1" fmla="*/ 2 h 531"/>
                    <a:gd name="T2" fmla="*/ 332 w 532"/>
                    <a:gd name="T3" fmla="*/ 9 h 531"/>
                    <a:gd name="T4" fmla="*/ 370 w 532"/>
                    <a:gd name="T5" fmla="*/ 22 h 531"/>
                    <a:gd name="T6" fmla="*/ 403 w 532"/>
                    <a:gd name="T7" fmla="*/ 39 h 531"/>
                    <a:gd name="T8" fmla="*/ 435 w 532"/>
                    <a:gd name="T9" fmla="*/ 60 h 531"/>
                    <a:gd name="T10" fmla="*/ 463 w 532"/>
                    <a:gd name="T11" fmla="*/ 87 h 531"/>
                    <a:gd name="T12" fmla="*/ 486 w 532"/>
                    <a:gd name="T13" fmla="*/ 118 h 531"/>
                    <a:gd name="T14" fmla="*/ 505 w 532"/>
                    <a:gd name="T15" fmla="*/ 151 h 531"/>
                    <a:gd name="T16" fmla="*/ 520 w 532"/>
                    <a:gd name="T17" fmla="*/ 187 h 531"/>
                    <a:gd name="T18" fmla="*/ 529 w 532"/>
                    <a:gd name="T19" fmla="*/ 226 h 531"/>
                    <a:gd name="T20" fmla="*/ 532 w 532"/>
                    <a:gd name="T21" fmla="*/ 266 h 531"/>
                    <a:gd name="T22" fmla="*/ 529 w 532"/>
                    <a:gd name="T23" fmla="*/ 306 h 531"/>
                    <a:gd name="T24" fmla="*/ 520 w 532"/>
                    <a:gd name="T25" fmla="*/ 344 h 531"/>
                    <a:gd name="T26" fmla="*/ 505 w 532"/>
                    <a:gd name="T27" fmla="*/ 381 h 531"/>
                    <a:gd name="T28" fmla="*/ 486 w 532"/>
                    <a:gd name="T29" fmla="*/ 414 h 531"/>
                    <a:gd name="T30" fmla="*/ 463 w 532"/>
                    <a:gd name="T31" fmla="*/ 444 h 531"/>
                    <a:gd name="T32" fmla="*/ 435 w 532"/>
                    <a:gd name="T33" fmla="*/ 471 h 531"/>
                    <a:gd name="T34" fmla="*/ 403 w 532"/>
                    <a:gd name="T35" fmla="*/ 492 h 531"/>
                    <a:gd name="T36" fmla="*/ 370 w 532"/>
                    <a:gd name="T37" fmla="*/ 510 h 531"/>
                    <a:gd name="T38" fmla="*/ 332 w 532"/>
                    <a:gd name="T39" fmla="*/ 523 h 531"/>
                    <a:gd name="T40" fmla="*/ 293 w 532"/>
                    <a:gd name="T41" fmla="*/ 530 h 531"/>
                    <a:gd name="T42" fmla="*/ 252 w 532"/>
                    <a:gd name="T43" fmla="*/ 530 h 531"/>
                    <a:gd name="T44" fmla="*/ 212 w 532"/>
                    <a:gd name="T45" fmla="*/ 526 h 531"/>
                    <a:gd name="T46" fmla="*/ 174 w 532"/>
                    <a:gd name="T47" fmla="*/ 515 h 531"/>
                    <a:gd name="T48" fmla="*/ 140 w 532"/>
                    <a:gd name="T49" fmla="*/ 499 h 531"/>
                    <a:gd name="T50" fmla="*/ 107 w 532"/>
                    <a:gd name="T51" fmla="*/ 478 h 531"/>
                    <a:gd name="T52" fmla="*/ 78 w 532"/>
                    <a:gd name="T53" fmla="*/ 454 h 531"/>
                    <a:gd name="T54" fmla="*/ 53 w 532"/>
                    <a:gd name="T55" fmla="*/ 424 h 531"/>
                    <a:gd name="T56" fmla="*/ 33 w 532"/>
                    <a:gd name="T57" fmla="*/ 392 h 531"/>
                    <a:gd name="T58" fmla="*/ 17 w 532"/>
                    <a:gd name="T59" fmla="*/ 357 h 531"/>
                    <a:gd name="T60" fmla="*/ 6 w 532"/>
                    <a:gd name="T61" fmla="*/ 320 h 531"/>
                    <a:gd name="T62" fmla="*/ 1 w 532"/>
                    <a:gd name="T63" fmla="*/ 280 h 531"/>
                    <a:gd name="T64" fmla="*/ 1 w 532"/>
                    <a:gd name="T65" fmla="*/ 239 h 531"/>
                    <a:gd name="T66" fmla="*/ 9 w 532"/>
                    <a:gd name="T67" fmla="*/ 200 h 531"/>
                    <a:gd name="T68" fmla="*/ 21 w 532"/>
                    <a:gd name="T69" fmla="*/ 162 h 531"/>
                    <a:gd name="T70" fmla="*/ 39 w 532"/>
                    <a:gd name="T71" fmla="*/ 128 h 531"/>
                    <a:gd name="T72" fmla="*/ 61 w 532"/>
                    <a:gd name="T73" fmla="*/ 97 h 531"/>
                    <a:gd name="T74" fmla="*/ 88 w 532"/>
                    <a:gd name="T75" fmla="*/ 69 h 531"/>
                    <a:gd name="T76" fmla="*/ 118 w 532"/>
                    <a:gd name="T77" fmla="*/ 45 h 531"/>
                    <a:gd name="T78" fmla="*/ 151 w 532"/>
                    <a:gd name="T79" fmla="*/ 27 h 531"/>
                    <a:gd name="T80" fmla="*/ 187 w 532"/>
                    <a:gd name="T81" fmla="*/ 12 h 531"/>
                    <a:gd name="T82" fmla="*/ 226 w 532"/>
                    <a:gd name="T83" fmla="*/ 3 h 531"/>
                    <a:gd name="T84" fmla="*/ 266 w 532"/>
                    <a:gd name="T85" fmla="*/ 0 h 5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32" h="531">
                      <a:moveTo>
                        <a:pt x="266" y="0"/>
                      </a:moveTo>
                      <a:lnTo>
                        <a:pt x="280" y="1"/>
                      </a:lnTo>
                      <a:lnTo>
                        <a:pt x="293" y="2"/>
                      </a:lnTo>
                      <a:lnTo>
                        <a:pt x="306" y="3"/>
                      </a:lnTo>
                      <a:lnTo>
                        <a:pt x="319" y="5"/>
                      </a:lnTo>
                      <a:lnTo>
                        <a:pt x="332" y="9"/>
                      </a:lnTo>
                      <a:lnTo>
                        <a:pt x="345" y="12"/>
                      </a:lnTo>
                      <a:lnTo>
                        <a:pt x="357" y="16"/>
                      </a:lnTo>
                      <a:lnTo>
                        <a:pt x="370" y="22"/>
                      </a:lnTo>
                      <a:lnTo>
                        <a:pt x="381" y="27"/>
                      </a:lnTo>
                      <a:lnTo>
                        <a:pt x="393" y="32"/>
                      </a:lnTo>
                      <a:lnTo>
                        <a:pt x="403" y="39"/>
                      </a:lnTo>
                      <a:lnTo>
                        <a:pt x="414" y="45"/>
                      </a:lnTo>
                      <a:lnTo>
                        <a:pt x="425" y="53"/>
                      </a:lnTo>
                      <a:lnTo>
                        <a:pt x="435" y="60"/>
                      </a:lnTo>
                      <a:lnTo>
                        <a:pt x="444" y="69"/>
                      </a:lnTo>
                      <a:lnTo>
                        <a:pt x="454" y="78"/>
                      </a:lnTo>
                      <a:lnTo>
                        <a:pt x="463" y="87"/>
                      </a:lnTo>
                      <a:lnTo>
                        <a:pt x="471" y="97"/>
                      </a:lnTo>
                      <a:lnTo>
                        <a:pt x="479" y="107"/>
                      </a:lnTo>
                      <a:lnTo>
                        <a:pt x="486" y="118"/>
                      </a:lnTo>
                      <a:lnTo>
                        <a:pt x="493" y="128"/>
                      </a:lnTo>
                      <a:lnTo>
                        <a:pt x="499" y="139"/>
                      </a:lnTo>
                      <a:lnTo>
                        <a:pt x="505" y="151"/>
                      </a:lnTo>
                      <a:lnTo>
                        <a:pt x="510" y="162"/>
                      </a:lnTo>
                      <a:lnTo>
                        <a:pt x="516" y="175"/>
                      </a:lnTo>
                      <a:lnTo>
                        <a:pt x="520" y="187"/>
                      </a:lnTo>
                      <a:lnTo>
                        <a:pt x="523" y="200"/>
                      </a:lnTo>
                      <a:lnTo>
                        <a:pt x="526" y="213"/>
                      </a:lnTo>
                      <a:lnTo>
                        <a:pt x="529" y="226"/>
                      </a:lnTo>
                      <a:lnTo>
                        <a:pt x="530" y="239"/>
                      </a:lnTo>
                      <a:lnTo>
                        <a:pt x="531" y="252"/>
                      </a:lnTo>
                      <a:lnTo>
                        <a:pt x="532" y="266"/>
                      </a:lnTo>
                      <a:lnTo>
                        <a:pt x="531" y="280"/>
                      </a:lnTo>
                      <a:lnTo>
                        <a:pt x="530" y="293"/>
                      </a:lnTo>
                      <a:lnTo>
                        <a:pt x="529" y="306"/>
                      </a:lnTo>
                      <a:lnTo>
                        <a:pt x="526" y="320"/>
                      </a:lnTo>
                      <a:lnTo>
                        <a:pt x="523" y="332"/>
                      </a:lnTo>
                      <a:lnTo>
                        <a:pt x="520" y="344"/>
                      </a:lnTo>
                      <a:lnTo>
                        <a:pt x="516" y="357"/>
                      </a:lnTo>
                      <a:lnTo>
                        <a:pt x="510" y="369"/>
                      </a:lnTo>
                      <a:lnTo>
                        <a:pt x="505" y="381"/>
                      </a:lnTo>
                      <a:lnTo>
                        <a:pt x="499" y="392"/>
                      </a:lnTo>
                      <a:lnTo>
                        <a:pt x="493" y="403"/>
                      </a:lnTo>
                      <a:lnTo>
                        <a:pt x="486" y="414"/>
                      </a:lnTo>
                      <a:lnTo>
                        <a:pt x="479" y="424"/>
                      </a:lnTo>
                      <a:lnTo>
                        <a:pt x="471" y="434"/>
                      </a:lnTo>
                      <a:lnTo>
                        <a:pt x="463" y="444"/>
                      </a:lnTo>
                      <a:lnTo>
                        <a:pt x="454" y="454"/>
                      </a:lnTo>
                      <a:lnTo>
                        <a:pt x="444" y="462"/>
                      </a:lnTo>
                      <a:lnTo>
                        <a:pt x="435" y="471"/>
                      </a:lnTo>
                      <a:lnTo>
                        <a:pt x="425" y="478"/>
                      </a:lnTo>
                      <a:lnTo>
                        <a:pt x="414" y="486"/>
                      </a:lnTo>
                      <a:lnTo>
                        <a:pt x="403" y="492"/>
                      </a:lnTo>
                      <a:lnTo>
                        <a:pt x="393" y="499"/>
                      </a:lnTo>
                      <a:lnTo>
                        <a:pt x="381" y="505"/>
                      </a:lnTo>
                      <a:lnTo>
                        <a:pt x="370" y="510"/>
                      </a:lnTo>
                      <a:lnTo>
                        <a:pt x="357" y="515"/>
                      </a:lnTo>
                      <a:lnTo>
                        <a:pt x="345" y="519"/>
                      </a:lnTo>
                      <a:lnTo>
                        <a:pt x="332" y="523"/>
                      </a:lnTo>
                      <a:lnTo>
                        <a:pt x="319" y="526"/>
                      </a:lnTo>
                      <a:lnTo>
                        <a:pt x="306" y="528"/>
                      </a:lnTo>
                      <a:lnTo>
                        <a:pt x="293" y="530"/>
                      </a:lnTo>
                      <a:lnTo>
                        <a:pt x="280" y="530"/>
                      </a:lnTo>
                      <a:lnTo>
                        <a:pt x="266" y="531"/>
                      </a:lnTo>
                      <a:lnTo>
                        <a:pt x="252" y="530"/>
                      </a:lnTo>
                      <a:lnTo>
                        <a:pt x="239" y="530"/>
                      </a:lnTo>
                      <a:lnTo>
                        <a:pt x="226" y="528"/>
                      </a:lnTo>
                      <a:lnTo>
                        <a:pt x="212" y="526"/>
                      </a:lnTo>
                      <a:lnTo>
                        <a:pt x="200" y="523"/>
                      </a:lnTo>
                      <a:lnTo>
                        <a:pt x="187" y="519"/>
                      </a:lnTo>
                      <a:lnTo>
                        <a:pt x="174" y="515"/>
                      </a:lnTo>
                      <a:lnTo>
                        <a:pt x="162" y="510"/>
                      </a:lnTo>
                      <a:lnTo>
                        <a:pt x="151" y="505"/>
                      </a:lnTo>
                      <a:lnTo>
                        <a:pt x="140" y="499"/>
                      </a:lnTo>
                      <a:lnTo>
                        <a:pt x="128" y="492"/>
                      </a:lnTo>
                      <a:lnTo>
                        <a:pt x="118" y="486"/>
                      </a:lnTo>
                      <a:lnTo>
                        <a:pt x="107" y="478"/>
                      </a:lnTo>
                      <a:lnTo>
                        <a:pt x="98" y="471"/>
                      </a:lnTo>
                      <a:lnTo>
                        <a:pt x="88" y="462"/>
                      </a:lnTo>
                      <a:lnTo>
                        <a:pt x="78" y="454"/>
                      </a:lnTo>
                      <a:lnTo>
                        <a:pt x="70" y="444"/>
                      </a:lnTo>
                      <a:lnTo>
                        <a:pt x="61" y="434"/>
                      </a:lnTo>
                      <a:lnTo>
                        <a:pt x="53" y="424"/>
                      </a:lnTo>
                      <a:lnTo>
                        <a:pt x="46" y="414"/>
                      </a:lnTo>
                      <a:lnTo>
                        <a:pt x="39" y="403"/>
                      </a:lnTo>
                      <a:lnTo>
                        <a:pt x="33" y="392"/>
                      </a:lnTo>
                      <a:lnTo>
                        <a:pt x="26" y="381"/>
                      </a:lnTo>
                      <a:lnTo>
                        <a:pt x="21" y="369"/>
                      </a:lnTo>
                      <a:lnTo>
                        <a:pt x="17" y="357"/>
                      </a:lnTo>
                      <a:lnTo>
                        <a:pt x="12" y="344"/>
                      </a:lnTo>
                      <a:lnTo>
                        <a:pt x="9" y="332"/>
                      </a:lnTo>
                      <a:lnTo>
                        <a:pt x="6" y="320"/>
                      </a:lnTo>
                      <a:lnTo>
                        <a:pt x="4" y="306"/>
                      </a:lnTo>
                      <a:lnTo>
                        <a:pt x="1" y="293"/>
                      </a:lnTo>
                      <a:lnTo>
                        <a:pt x="1" y="280"/>
                      </a:lnTo>
                      <a:lnTo>
                        <a:pt x="0" y="266"/>
                      </a:lnTo>
                      <a:lnTo>
                        <a:pt x="1" y="252"/>
                      </a:lnTo>
                      <a:lnTo>
                        <a:pt x="1" y="239"/>
                      </a:lnTo>
                      <a:lnTo>
                        <a:pt x="4" y="226"/>
                      </a:lnTo>
                      <a:lnTo>
                        <a:pt x="6" y="213"/>
                      </a:lnTo>
                      <a:lnTo>
                        <a:pt x="9" y="200"/>
                      </a:lnTo>
                      <a:lnTo>
                        <a:pt x="12" y="187"/>
                      </a:lnTo>
                      <a:lnTo>
                        <a:pt x="17" y="175"/>
                      </a:lnTo>
                      <a:lnTo>
                        <a:pt x="21" y="162"/>
                      </a:lnTo>
                      <a:lnTo>
                        <a:pt x="26" y="151"/>
                      </a:lnTo>
                      <a:lnTo>
                        <a:pt x="33" y="139"/>
                      </a:lnTo>
                      <a:lnTo>
                        <a:pt x="39" y="128"/>
                      </a:lnTo>
                      <a:lnTo>
                        <a:pt x="46" y="118"/>
                      </a:lnTo>
                      <a:lnTo>
                        <a:pt x="53" y="107"/>
                      </a:lnTo>
                      <a:lnTo>
                        <a:pt x="61" y="97"/>
                      </a:lnTo>
                      <a:lnTo>
                        <a:pt x="70" y="87"/>
                      </a:lnTo>
                      <a:lnTo>
                        <a:pt x="78" y="78"/>
                      </a:lnTo>
                      <a:lnTo>
                        <a:pt x="88" y="69"/>
                      </a:lnTo>
                      <a:lnTo>
                        <a:pt x="98" y="60"/>
                      </a:lnTo>
                      <a:lnTo>
                        <a:pt x="107" y="53"/>
                      </a:lnTo>
                      <a:lnTo>
                        <a:pt x="118" y="45"/>
                      </a:lnTo>
                      <a:lnTo>
                        <a:pt x="128" y="39"/>
                      </a:lnTo>
                      <a:lnTo>
                        <a:pt x="140" y="32"/>
                      </a:lnTo>
                      <a:lnTo>
                        <a:pt x="151" y="27"/>
                      </a:lnTo>
                      <a:lnTo>
                        <a:pt x="162" y="22"/>
                      </a:lnTo>
                      <a:lnTo>
                        <a:pt x="174" y="16"/>
                      </a:lnTo>
                      <a:lnTo>
                        <a:pt x="187" y="12"/>
                      </a:lnTo>
                      <a:lnTo>
                        <a:pt x="200" y="9"/>
                      </a:lnTo>
                      <a:lnTo>
                        <a:pt x="212" y="5"/>
                      </a:lnTo>
                      <a:lnTo>
                        <a:pt x="226" y="3"/>
                      </a:lnTo>
                      <a:lnTo>
                        <a:pt x="239" y="2"/>
                      </a:lnTo>
                      <a:lnTo>
                        <a:pt x="252" y="1"/>
                      </a:lnTo>
                      <a:lnTo>
                        <a:pt x="26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3" name="ïŝlí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36F246F-E3DC-4592-832B-CA6E5D4654D0}"/>
                    </a:ext>
                  </a:extLst>
                </p:cNvPr>
                <p:cNvSpPr/>
                <p:nvPr/>
              </p:nvSpPr>
              <p:spPr bwMode="auto">
                <a:xfrm>
                  <a:off x="6720951" y="3902640"/>
                  <a:ext cx="166114" cy="166113"/>
                </a:xfrm>
                <a:custGeom>
                  <a:avLst/>
                  <a:gdLst>
                    <a:gd name="T0" fmla="*/ 362 w 657"/>
                    <a:gd name="T1" fmla="*/ 2 h 657"/>
                    <a:gd name="T2" fmla="*/ 410 w 657"/>
                    <a:gd name="T3" fmla="*/ 11 h 657"/>
                    <a:gd name="T4" fmla="*/ 456 w 657"/>
                    <a:gd name="T5" fmla="*/ 26 h 657"/>
                    <a:gd name="T6" fmla="*/ 499 w 657"/>
                    <a:gd name="T7" fmla="*/ 48 h 657"/>
                    <a:gd name="T8" fmla="*/ 537 w 657"/>
                    <a:gd name="T9" fmla="*/ 76 h 657"/>
                    <a:gd name="T10" fmla="*/ 571 w 657"/>
                    <a:gd name="T11" fmla="*/ 108 h 657"/>
                    <a:gd name="T12" fmla="*/ 600 w 657"/>
                    <a:gd name="T13" fmla="*/ 145 h 657"/>
                    <a:gd name="T14" fmla="*/ 624 w 657"/>
                    <a:gd name="T15" fmla="*/ 186 h 657"/>
                    <a:gd name="T16" fmla="*/ 641 w 657"/>
                    <a:gd name="T17" fmla="*/ 231 h 657"/>
                    <a:gd name="T18" fmla="*/ 653 w 657"/>
                    <a:gd name="T19" fmla="*/ 279 h 657"/>
                    <a:gd name="T20" fmla="*/ 657 w 657"/>
                    <a:gd name="T21" fmla="*/ 329 h 657"/>
                    <a:gd name="T22" fmla="*/ 653 w 657"/>
                    <a:gd name="T23" fmla="*/ 379 h 657"/>
                    <a:gd name="T24" fmla="*/ 641 w 657"/>
                    <a:gd name="T25" fmla="*/ 427 h 657"/>
                    <a:gd name="T26" fmla="*/ 624 w 657"/>
                    <a:gd name="T27" fmla="*/ 471 h 657"/>
                    <a:gd name="T28" fmla="*/ 600 w 657"/>
                    <a:gd name="T29" fmla="*/ 512 h 657"/>
                    <a:gd name="T30" fmla="*/ 571 w 657"/>
                    <a:gd name="T31" fmla="*/ 550 h 657"/>
                    <a:gd name="T32" fmla="*/ 537 w 657"/>
                    <a:gd name="T33" fmla="*/ 582 h 657"/>
                    <a:gd name="T34" fmla="*/ 499 w 657"/>
                    <a:gd name="T35" fmla="*/ 609 h 657"/>
                    <a:gd name="T36" fmla="*/ 456 w 657"/>
                    <a:gd name="T37" fmla="*/ 632 h 657"/>
                    <a:gd name="T38" fmla="*/ 410 w 657"/>
                    <a:gd name="T39" fmla="*/ 647 h 657"/>
                    <a:gd name="T40" fmla="*/ 362 w 657"/>
                    <a:gd name="T41" fmla="*/ 656 h 657"/>
                    <a:gd name="T42" fmla="*/ 311 w 657"/>
                    <a:gd name="T43" fmla="*/ 657 h 657"/>
                    <a:gd name="T44" fmla="*/ 262 w 657"/>
                    <a:gd name="T45" fmla="*/ 650 h 657"/>
                    <a:gd name="T46" fmla="*/ 215 w 657"/>
                    <a:gd name="T47" fmla="*/ 637 h 657"/>
                    <a:gd name="T48" fmla="*/ 172 w 657"/>
                    <a:gd name="T49" fmla="*/ 618 h 657"/>
                    <a:gd name="T50" fmla="*/ 132 w 657"/>
                    <a:gd name="T51" fmla="*/ 592 h 657"/>
                    <a:gd name="T52" fmla="*/ 96 w 657"/>
                    <a:gd name="T53" fmla="*/ 561 h 657"/>
                    <a:gd name="T54" fmla="*/ 65 w 657"/>
                    <a:gd name="T55" fmla="*/ 525 h 657"/>
                    <a:gd name="T56" fmla="*/ 40 w 657"/>
                    <a:gd name="T57" fmla="*/ 485 h 657"/>
                    <a:gd name="T58" fmla="*/ 19 w 657"/>
                    <a:gd name="T59" fmla="*/ 442 h 657"/>
                    <a:gd name="T60" fmla="*/ 6 w 657"/>
                    <a:gd name="T61" fmla="*/ 395 h 657"/>
                    <a:gd name="T62" fmla="*/ 0 w 657"/>
                    <a:gd name="T63" fmla="*/ 346 h 657"/>
                    <a:gd name="T64" fmla="*/ 1 w 657"/>
                    <a:gd name="T65" fmla="*/ 295 h 657"/>
                    <a:gd name="T66" fmla="*/ 9 w 657"/>
                    <a:gd name="T67" fmla="*/ 246 h 657"/>
                    <a:gd name="T68" fmla="*/ 26 w 657"/>
                    <a:gd name="T69" fmla="*/ 201 h 657"/>
                    <a:gd name="T70" fmla="*/ 47 w 657"/>
                    <a:gd name="T71" fmla="*/ 159 h 657"/>
                    <a:gd name="T72" fmla="*/ 74 w 657"/>
                    <a:gd name="T73" fmla="*/ 120 h 657"/>
                    <a:gd name="T74" fmla="*/ 108 w 657"/>
                    <a:gd name="T75" fmla="*/ 86 h 657"/>
                    <a:gd name="T76" fmla="*/ 145 w 657"/>
                    <a:gd name="T77" fmla="*/ 56 h 657"/>
                    <a:gd name="T78" fmla="*/ 186 w 657"/>
                    <a:gd name="T79" fmla="*/ 33 h 657"/>
                    <a:gd name="T80" fmla="*/ 231 w 657"/>
                    <a:gd name="T81" fmla="*/ 15 h 657"/>
                    <a:gd name="T82" fmla="*/ 278 w 657"/>
                    <a:gd name="T83" fmla="*/ 5 h 657"/>
                    <a:gd name="T84" fmla="*/ 328 w 657"/>
                    <a:gd name="T85" fmla="*/ 0 h 6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57" h="657">
                      <a:moveTo>
                        <a:pt x="328" y="0"/>
                      </a:moveTo>
                      <a:lnTo>
                        <a:pt x="345" y="1"/>
                      </a:lnTo>
                      <a:lnTo>
                        <a:pt x="362" y="2"/>
                      </a:lnTo>
                      <a:lnTo>
                        <a:pt x="378" y="5"/>
                      </a:lnTo>
                      <a:lnTo>
                        <a:pt x="394" y="7"/>
                      </a:lnTo>
                      <a:lnTo>
                        <a:pt x="410" y="11"/>
                      </a:lnTo>
                      <a:lnTo>
                        <a:pt x="425" y="15"/>
                      </a:lnTo>
                      <a:lnTo>
                        <a:pt x="442" y="21"/>
                      </a:lnTo>
                      <a:lnTo>
                        <a:pt x="456" y="26"/>
                      </a:lnTo>
                      <a:lnTo>
                        <a:pt x="471" y="33"/>
                      </a:lnTo>
                      <a:lnTo>
                        <a:pt x="485" y="40"/>
                      </a:lnTo>
                      <a:lnTo>
                        <a:pt x="499" y="48"/>
                      </a:lnTo>
                      <a:lnTo>
                        <a:pt x="512" y="56"/>
                      </a:lnTo>
                      <a:lnTo>
                        <a:pt x="525" y="66"/>
                      </a:lnTo>
                      <a:lnTo>
                        <a:pt x="537" y="76"/>
                      </a:lnTo>
                      <a:lnTo>
                        <a:pt x="550" y="86"/>
                      </a:lnTo>
                      <a:lnTo>
                        <a:pt x="560" y="96"/>
                      </a:lnTo>
                      <a:lnTo>
                        <a:pt x="571" y="108"/>
                      </a:lnTo>
                      <a:lnTo>
                        <a:pt x="582" y="120"/>
                      </a:lnTo>
                      <a:lnTo>
                        <a:pt x="592" y="132"/>
                      </a:lnTo>
                      <a:lnTo>
                        <a:pt x="600" y="145"/>
                      </a:lnTo>
                      <a:lnTo>
                        <a:pt x="609" y="159"/>
                      </a:lnTo>
                      <a:lnTo>
                        <a:pt x="617" y="172"/>
                      </a:lnTo>
                      <a:lnTo>
                        <a:pt x="624" y="186"/>
                      </a:lnTo>
                      <a:lnTo>
                        <a:pt x="631" y="201"/>
                      </a:lnTo>
                      <a:lnTo>
                        <a:pt x="637" y="216"/>
                      </a:lnTo>
                      <a:lnTo>
                        <a:pt x="641" y="231"/>
                      </a:lnTo>
                      <a:lnTo>
                        <a:pt x="647" y="246"/>
                      </a:lnTo>
                      <a:lnTo>
                        <a:pt x="650" y="263"/>
                      </a:lnTo>
                      <a:lnTo>
                        <a:pt x="653" y="279"/>
                      </a:lnTo>
                      <a:lnTo>
                        <a:pt x="655" y="295"/>
                      </a:lnTo>
                      <a:lnTo>
                        <a:pt x="657" y="312"/>
                      </a:lnTo>
                      <a:lnTo>
                        <a:pt x="657" y="329"/>
                      </a:lnTo>
                      <a:lnTo>
                        <a:pt x="657" y="346"/>
                      </a:lnTo>
                      <a:lnTo>
                        <a:pt x="655" y="362"/>
                      </a:lnTo>
                      <a:lnTo>
                        <a:pt x="653" y="379"/>
                      </a:lnTo>
                      <a:lnTo>
                        <a:pt x="650" y="395"/>
                      </a:lnTo>
                      <a:lnTo>
                        <a:pt x="647" y="411"/>
                      </a:lnTo>
                      <a:lnTo>
                        <a:pt x="641" y="427"/>
                      </a:lnTo>
                      <a:lnTo>
                        <a:pt x="637" y="442"/>
                      </a:lnTo>
                      <a:lnTo>
                        <a:pt x="631" y="457"/>
                      </a:lnTo>
                      <a:lnTo>
                        <a:pt x="624" y="471"/>
                      </a:lnTo>
                      <a:lnTo>
                        <a:pt x="617" y="485"/>
                      </a:lnTo>
                      <a:lnTo>
                        <a:pt x="609" y="499"/>
                      </a:lnTo>
                      <a:lnTo>
                        <a:pt x="600" y="512"/>
                      </a:lnTo>
                      <a:lnTo>
                        <a:pt x="592" y="525"/>
                      </a:lnTo>
                      <a:lnTo>
                        <a:pt x="582" y="538"/>
                      </a:lnTo>
                      <a:lnTo>
                        <a:pt x="571" y="550"/>
                      </a:lnTo>
                      <a:lnTo>
                        <a:pt x="560" y="561"/>
                      </a:lnTo>
                      <a:lnTo>
                        <a:pt x="550" y="572"/>
                      </a:lnTo>
                      <a:lnTo>
                        <a:pt x="537" y="582"/>
                      </a:lnTo>
                      <a:lnTo>
                        <a:pt x="525" y="592"/>
                      </a:lnTo>
                      <a:lnTo>
                        <a:pt x="512" y="602"/>
                      </a:lnTo>
                      <a:lnTo>
                        <a:pt x="499" y="609"/>
                      </a:lnTo>
                      <a:lnTo>
                        <a:pt x="485" y="618"/>
                      </a:lnTo>
                      <a:lnTo>
                        <a:pt x="471" y="624"/>
                      </a:lnTo>
                      <a:lnTo>
                        <a:pt x="456" y="632"/>
                      </a:lnTo>
                      <a:lnTo>
                        <a:pt x="442" y="637"/>
                      </a:lnTo>
                      <a:lnTo>
                        <a:pt x="425" y="643"/>
                      </a:lnTo>
                      <a:lnTo>
                        <a:pt x="410" y="647"/>
                      </a:lnTo>
                      <a:lnTo>
                        <a:pt x="394" y="650"/>
                      </a:lnTo>
                      <a:lnTo>
                        <a:pt x="378" y="654"/>
                      </a:lnTo>
                      <a:lnTo>
                        <a:pt x="362" y="656"/>
                      </a:lnTo>
                      <a:lnTo>
                        <a:pt x="345" y="657"/>
                      </a:lnTo>
                      <a:lnTo>
                        <a:pt x="328" y="657"/>
                      </a:lnTo>
                      <a:lnTo>
                        <a:pt x="311" y="657"/>
                      </a:lnTo>
                      <a:lnTo>
                        <a:pt x="295" y="656"/>
                      </a:lnTo>
                      <a:lnTo>
                        <a:pt x="278" y="654"/>
                      </a:lnTo>
                      <a:lnTo>
                        <a:pt x="262" y="650"/>
                      </a:lnTo>
                      <a:lnTo>
                        <a:pt x="246" y="647"/>
                      </a:lnTo>
                      <a:lnTo>
                        <a:pt x="231" y="643"/>
                      </a:lnTo>
                      <a:lnTo>
                        <a:pt x="215" y="637"/>
                      </a:lnTo>
                      <a:lnTo>
                        <a:pt x="201" y="632"/>
                      </a:lnTo>
                      <a:lnTo>
                        <a:pt x="186" y="624"/>
                      </a:lnTo>
                      <a:lnTo>
                        <a:pt x="172" y="618"/>
                      </a:lnTo>
                      <a:lnTo>
                        <a:pt x="157" y="609"/>
                      </a:lnTo>
                      <a:lnTo>
                        <a:pt x="145" y="602"/>
                      </a:lnTo>
                      <a:lnTo>
                        <a:pt x="132" y="592"/>
                      </a:lnTo>
                      <a:lnTo>
                        <a:pt x="120" y="582"/>
                      </a:lnTo>
                      <a:lnTo>
                        <a:pt x="108" y="572"/>
                      </a:lnTo>
                      <a:lnTo>
                        <a:pt x="96" y="561"/>
                      </a:lnTo>
                      <a:lnTo>
                        <a:pt x="85" y="550"/>
                      </a:lnTo>
                      <a:lnTo>
                        <a:pt x="74" y="538"/>
                      </a:lnTo>
                      <a:lnTo>
                        <a:pt x="65" y="525"/>
                      </a:lnTo>
                      <a:lnTo>
                        <a:pt x="56" y="512"/>
                      </a:lnTo>
                      <a:lnTo>
                        <a:pt x="47" y="499"/>
                      </a:lnTo>
                      <a:lnTo>
                        <a:pt x="40" y="485"/>
                      </a:lnTo>
                      <a:lnTo>
                        <a:pt x="32" y="471"/>
                      </a:lnTo>
                      <a:lnTo>
                        <a:pt x="26" y="457"/>
                      </a:lnTo>
                      <a:lnTo>
                        <a:pt x="19" y="442"/>
                      </a:lnTo>
                      <a:lnTo>
                        <a:pt x="15" y="427"/>
                      </a:lnTo>
                      <a:lnTo>
                        <a:pt x="9" y="411"/>
                      </a:lnTo>
                      <a:lnTo>
                        <a:pt x="6" y="395"/>
                      </a:lnTo>
                      <a:lnTo>
                        <a:pt x="3" y="379"/>
                      </a:lnTo>
                      <a:lnTo>
                        <a:pt x="1" y="362"/>
                      </a:lnTo>
                      <a:lnTo>
                        <a:pt x="0" y="346"/>
                      </a:lnTo>
                      <a:lnTo>
                        <a:pt x="0" y="329"/>
                      </a:lnTo>
                      <a:lnTo>
                        <a:pt x="0" y="312"/>
                      </a:lnTo>
                      <a:lnTo>
                        <a:pt x="1" y="295"/>
                      </a:lnTo>
                      <a:lnTo>
                        <a:pt x="3" y="279"/>
                      </a:lnTo>
                      <a:lnTo>
                        <a:pt x="6" y="263"/>
                      </a:lnTo>
                      <a:lnTo>
                        <a:pt x="9" y="246"/>
                      </a:lnTo>
                      <a:lnTo>
                        <a:pt x="15" y="231"/>
                      </a:lnTo>
                      <a:lnTo>
                        <a:pt x="19" y="216"/>
                      </a:lnTo>
                      <a:lnTo>
                        <a:pt x="26" y="201"/>
                      </a:lnTo>
                      <a:lnTo>
                        <a:pt x="32" y="186"/>
                      </a:lnTo>
                      <a:lnTo>
                        <a:pt x="40" y="172"/>
                      </a:lnTo>
                      <a:lnTo>
                        <a:pt x="47" y="159"/>
                      </a:lnTo>
                      <a:lnTo>
                        <a:pt x="56" y="145"/>
                      </a:lnTo>
                      <a:lnTo>
                        <a:pt x="65" y="132"/>
                      </a:lnTo>
                      <a:lnTo>
                        <a:pt x="74" y="120"/>
                      </a:lnTo>
                      <a:lnTo>
                        <a:pt x="85" y="108"/>
                      </a:lnTo>
                      <a:lnTo>
                        <a:pt x="96" y="96"/>
                      </a:lnTo>
                      <a:lnTo>
                        <a:pt x="108" y="86"/>
                      </a:lnTo>
                      <a:lnTo>
                        <a:pt x="120" y="76"/>
                      </a:lnTo>
                      <a:lnTo>
                        <a:pt x="132" y="66"/>
                      </a:lnTo>
                      <a:lnTo>
                        <a:pt x="145" y="56"/>
                      </a:lnTo>
                      <a:lnTo>
                        <a:pt x="157" y="48"/>
                      </a:lnTo>
                      <a:lnTo>
                        <a:pt x="172" y="40"/>
                      </a:lnTo>
                      <a:lnTo>
                        <a:pt x="186" y="33"/>
                      </a:lnTo>
                      <a:lnTo>
                        <a:pt x="201" y="26"/>
                      </a:lnTo>
                      <a:lnTo>
                        <a:pt x="215" y="21"/>
                      </a:lnTo>
                      <a:lnTo>
                        <a:pt x="231" y="15"/>
                      </a:lnTo>
                      <a:lnTo>
                        <a:pt x="246" y="11"/>
                      </a:lnTo>
                      <a:lnTo>
                        <a:pt x="262" y="7"/>
                      </a:lnTo>
                      <a:lnTo>
                        <a:pt x="278" y="5"/>
                      </a:lnTo>
                      <a:lnTo>
                        <a:pt x="295" y="2"/>
                      </a:lnTo>
                      <a:lnTo>
                        <a:pt x="311" y="1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4" name="îṥli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286F1D2-4714-48EF-8860-698DA2D3AE50}"/>
                    </a:ext>
                  </a:extLst>
                </p:cNvPr>
                <p:cNvSpPr/>
                <p:nvPr/>
              </p:nvSpPr>
              <p:spPr bwMode="auto">
                <a:xfrm>
                  <a:off x="4899786" y="3210841"/>
                  <a:ext cx="243092" cy="244105"/>
                </a:xfrm>
                <a:custGeom>
                  <a:avLst/>
                  <a:gdLst>
                    <a:gd name="T0" fmla="*/ 530 w 961"/>
                    <a:gd name="T1" fmla="*/ 2 h 961"/>
                    <a:gd name="T2" fmla="*/ 600 w 961"/>
                    <a:gd name="T3" fmla="*/ 15 h 961"/>
                    <a:gd name="T4" fmla="*/ 667 w 961"/>
                    <a:gd name="T5" fmla="*/ 38 h 961"/>
                    <a:gd name="T6" fmla="*/ 730 w 961"/>
                    <a:gd name="T7" fmla="*/ 69 h 961"/>
                    <a:gd name="T8" fmla="*/ 786 w 961"/>
                    <a:gd name="T9" fmla="*/ 109 h 961"/>
                    <a:gd name="T10" fmla="*/ 837 w 961"/>
                    <a:gd name="T11" fmla="*/ 157 h 961"/>
                    <a:gd name="T12" fmla="*/ 879 w 961"/>
                    <a:gd name="T13" fmla="*/ 211 h 961"/>
                    <a:gd name="T14" fmla="*/ 914 w 961"/>
                    <a:gd name="T15" fmla="*/ 272 h 961"/>
                    <a:gd name="T16" fmla="*/ 939 w 961"/>
                    <a:gd name="T17" fmla="*/ 338 h 961"/>
                    <a:gd name="T18" fmla="*/ 956 w 961"/>
                    <a:gd name="T19" fmla="*/ 407 h 961"/>
                    <a:gd name="T20" fmla="*/ 961 w 961"/>
                    <a:gd name="T21" fmla="*/ 480 h 961"/>
                    <a:gd name="T22" fmla="*/ 956 w 961"/>
                    <a:gd name="T23" fmla="*/ 554 h 961"/>
                    <a:gd name="T24" fmla="*/ 939 w 961"/>
                    <a:gd name="T25" fmla="*/ 623 h 961"/>
                    <a:gd name="T26" fmla="*/ 914 w 961"/>
                    <a:gd name="T27" fmla="*/ 689 h 961"/>
                    <a:gd name="T28" fmla="*/ 879 w 961"/>
                    <a:gd name="T29" fmla="*/ 749 h 961"/>
                    <a:gd name="T30" fmla="*/ 837 w 961"/>
                    <a:gd name="T31" fmla="*/ 803 h 961"/>
                    <a:gd name="T32" fmla="*/ 786 w 961"/>
                    <a:gd name="T33" fmla="*/ 852 h 961"/>
                    <a:gd name="T34" fmla="*/ 730 w 961"/>
                    <a:gd name="T35" fmla="*/ 892 h 961"/>
                    <a:gd name="T36" fmla="*/ 667 w 961"/>
                    <a:gd name="T37" fmla="*/ 923 h 961"/>
                    <a:gd name="T38" fmla="*/ 600 w 961"/>
                    <a:gd name="T39" fmla="*/ 946 h 961"/>
                    <a:gd name="T40" fmla="*/ 530 w 961"/>
                    <a:gd name="T41" fmla="*/ 959 h 961"/>
                    <a:gd name="T42" fmla="*/ 455 w 961"/>
                    <a:gd name="T43" fmla="*/ 961 h 961"/>
                    <a:gd name="T44" fmla="*/ 383 w 961"/>
                    <a:gd name="T45" fmla="*/ 951 h 961"/>
                    <a:gd name="T46" fmla="*/ 315 w 961"/>
                    <a:gd name="T47" fmla="*/ 932 h 961"/>
                    <a:gd name="T48" fmla="*/ 251 w 961"/>
                    <a:gd name="T49" fmla="*/ 904 h 961"/>
                    <a:gd name="T50" fmla="*/ 193 w 961"/>
                    <a:gd name="T51" fmla="*/ 866 h 961"/>
                    <a:gd name="T52" fmla="*/ 140 w 961"/>
                    <a:gd name="T53" fmla="*/ 821 h 961"/>
                    <a:gd name="T54" fmla="*/ 95 w 961"/>
                    <a:gd name="T55" fmla="*/ 768 h 961"/>
                    <a:gd name="T56" fmla="*/ 58 w 961"/>
                    <a:gd name="T57" fmla="*/ 709 h 961"/>
                    <a:gd name="T58" fmla="*/ 29 w 961"/>
                    <a:gd name="T59" fmla="*/ 646 h 961"/>
                    <a:gd name="T60" fmla="*/ 9 w 961"/>
                    <a:gd name="T61" fmla="*/ 578 h 961"/>
                    <a:gd name="T62" fmla="*/ 1 w 961"/>
                    <a:gd name="T63" fmla="*/ 505 h 961"/>
                    <a:gd name="T64" fmla="*/ 2 w 961"/>
                    <a:gd name="T65" fmla="*/ 431 h 961"/>
                    <a:gd name="T66" fmla="*/ 15 w 961"/>
                    <a:gd name="T67" fmla="*/ 361 h 961"/>
                    <a:gd name="T68" fmla="*/ 37 w 961"/>
                    <a:gd name="T69" fmla="*/ 294 h 961"/>
                    <a:gd name="T70" fmla="*/ 69 w 961"/>
                    <a:gd name="T71" fmla="*/ 231 h 961"/>
                    <a:gd name="T72" fmla="*/ 110 w 961"/>
                    <a:gd name="T73" fmla="*/ 175 h 961"/>
                    <a:gd name="T74" fmla="*/ 157 w 961"/>
                    <a:gd name="T75" fmla="*/ 124 h 961"/>
                    <a:gd name="T76" fmla="*/ 211 w 961"/>
                    <a:gd name="T77" fmla="*/ 82 h 961"/>
                    <a:gd name="T78" fmla="*/ 272 w 961"/>
                    <a:gd name="T79" fmla="*/ 47 h 961"/>
                    <a:gd name="T80" fmla="*/ 338 w 961"/>
                    <a:gd name="T81" fmla="*/ 21 h 961"/>
                    <a:gd name="T82" fmla="*/ 407 w 961"/>
                    <a:gd name="T83" fmla="*/ 5 h 961"/>
                    <a:gd name="T84" fmla="*/ 480 w 961"/>
                    <a:gd name="T85" fmla="*/ 0 h 9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961" h="961">
                      <a:moveTo>
                        <a:pt x="480" y="0"/>
                      </a:moveTo>
                      <a:lnTo>
                        <a:pt x="505" y="0"/>
                      </a:lnTo>
                      <a:lnTo>
                        <a:pt x="530" y="2"/>
                      </a:lnTo>
                      <a:lnTo>
                        <a:pt x="554" y="5"/>
                      </a:lnTo>
                      <a:lnTo>
                        <a:pt x="577" y="10"/>
                      </a:lnTo>
                      <a:lnTo>
                        <a:pt x="600" y="15"/>
                      </a:lnTo>
                      <a:lnTo>
                        <a:pt x="624" y="21"/>
                      </a:lnTo>
                      <a:lnTo>
                        <a:pt x="646" y="29"/>
                      </a:lnTo>
                      <a:lnTo>
                        <a:pt x="667" y="38"/>
                      </a:lnTo>
                      <a:lnTo>
                        <a:pt x="689" y="47"/>
                      </a:lnTo>
                      <a:lnTo>
                        <a:pt x="709" y="57"/>
                      </a:lnTo>
                      <a:lnTo>
                        <a:pt x="730" y="69"/>
                      </a:lnTo>
                      <a:lnTo>
                        <a:pt x="749" y="82"/>
                      </a:lnTo>
                      <a:lnTo>
                        <a:pt x="769" y="95"/>
                      </a:lnTo>
                      <a:lnTo>
                        <a:pt x="786" y="109"/>
                      </a:lnTo>
                      <a:lnTo>
                        <a:pt x="804" y="124"/>
                      </a:lnTo>
                      <a:lnTo>
                        <a:pt x="821" y="140"/>
                      </a:lnTo>
                      <a:lnTo>
                        <a:pt x="837" y="157"/>
                      </a:lnTo>
                      <a:lnTo>
                        <a:pt x="852" y="175"/>
                      </a:lnTo>
                      <a:lnTo>
                        <a:pt x="866" y="193"/>
                      </a:lnTo>
                      <a:lnTo>
                        <a:pt x="879" y="211"/>
                      </a:lnTo>
                      <a:lnTo>
                        <a:pt x="892" y="231"/>
                      </a:lnTo>
                      <a:lnTo>
                        <a:pt x="904" y="251"/>
                      </a:lnTo>
                      <a:lnTo>
                        <a:pt x="914" y="272"/>
                      </a:lnTo>
                      <a:lnTo>
                        <a:pt x="923" y="294"/>
                      </a:lnTo>
                      <a:lnTo>
                        <a:pt x="932" y="315"/>
                      </a:lnTo>
                      <a:lnTo>
                        <a:pt x="939" y="338"/>
                      </a:lnTo>
                      <a:lnTo>
                        <a:pt x="946" y="361"/>
                      </a:lnTo>
                      <a:lnTo>
                        <a:pt x="951" y="383"/>
                      </a:lnTo>
                      <a:lnTo>
                        <a:pt x="956" y="407"/>
                      </a:lnTo>
                      <a:lnTo>
                        <a:pt x="959" y="431"/>
                      </a:lnTo>
                      <a:lnTo>
                        <a:pt x="961" y="456"/>
                      </a:lnTo>
                      <a:lnTo>
                        <a:pt x="961" y="480"/>
                      </a:lnTo>
                      <a:lnTo>
                        <a:pt x="961" y="505"/>
                      </a:lnTo>
                      <a:lnTo>
                        <a:pt x="959" y="530"/>
                      </a:lnTo>
                      <a:lnTo>
                        <a:pt x="956" y="554"/>
                      </a:lnTo>
                      <a:lnTo>
                        <a:pt x="951" y="578"/>
                      </a:lnTo>
                      <a:lnTo>
                        <a:pt x="946" y="600"/>
                      </a:lnTo>
                      <a:lnTo>
                        <a:pt x="939" y="623"/>
                      </a:lnTo>
                      <a:lnTo>
                        <a:pt x="932" y="646"/>
                      </a:lnTo>
                      <a:lnTo>
                        <a:pt x="923" y="667"/>
                      </a:lnTo>
                      <a:lnTo>
                        <a:pt x="914" y="689"/>
                      </a:lnTo>
                      <a:lnTo>
                        <a:pt x="904" y="709"/>
                      </a:lnTo>
                      <a:lnTo>
                        <a:pt x="892" y="730"/>
                      </a:lnTo>
                      <a:lnTo>
                        <a:pt x="879" y="749"/>
                      </a:lnTo>
                      <a:lnTo>
                        <a:pt x="866" y="768"/>
                      </a:lnTo>
                      <a:lnTo>
                        <a:pt x="852" y="786"/>
                      </a:lnTo>
                      <a:lnTo>
                        <a:pt x="837" y="803"/>
                      </a:lnTo>
                      <a:lnTo>
                        <a:pt x="821" y="821"/>
                      </a:lnTo>
                      <a:lnTo>
                        <a:pt x="804" y="837"/>
                      </a:lnTo>
                      <a:lnTo>
                        <a:pt x="786" y="852"/>
                      </a:lnTo>
                      <a:lnTo>
                        <a:pt x="769" y="866"/>
                      </a:lnTo>
                      <a:lnTo>
                        <a:pt x="749" y="879"/>
                      </a:lnTo>
                      <a:lnTo>
                        <a:pt x="730" y="892"/>
                      </a:lnTo>
                      <a:lnTo>
                        <a:pt x="709" y="904"/>
                      </a:lnTo>
                      <a:lnTo>
                        <a:pt x="689" y="913"/>
                      </a:lnTo>
                      <a:lnTo>
                        <a:pt x="667" y="923"/>
                      </a:lnTo>
                      <a:lnTo>
                        <a:pt x="646" y="932"/>
                      </a:lnTo>
                      <a:lnTo>
                        <a:pt x="624" y="939"/>
                      </a:lnTo>
                      <a:lnTo>
                        <a:pt x="600" y="946"/>
                      </a:lnTo>
                      <a:lnTo>
                        <a:pt x="577" y="951"/>
                      </a:lnTo>
                      <a:lnTo>
                        <a:pt x="554" y="956"/>
                      </a:lnTo>
                      <a:lnTo>
                        <a:pt x="530" y="959"/>
                      </a:lnTo>
                      <a:lnTo>
                        <a:pt x="505" y="961"/>
                      </a:lnTo>
                      <a:lnTo>
                        <a:pt x="480" y="961"/>
                      </a:lnTo>
                      <a:lnTo>
                        <a:pt x="455" y="961"/>
                      </a:lnTo>
                      <a:lnTo>
                        <a:pt x="432" y="959"/>
                      </a:lnTo>
                      <a:lnTo>
                        <a:pt x="407" y="956"/>
                      </a:lnTo>
                      <a:lnTo>
                        <a:pt x="383" y="951"/>
                      </a:lnTo>
                      <a:lnTo>
                        <a:pt x="360" y="946"/>
                      </a:lnTo>
                      <a:lnTo>
                        <a:pt x="338" y="939"/>
                      </a:lnTo>
                      <a:lnTo>
                        <a:pt x="315" y="932"/>
                      </a:lnTo>
                      <a:lnTo>
                        <a:pt x="293" y="923"/>
                      </a:lnTo>
                      <a:lnTo>
                        <a:pt x="272" y="913"/>
                      </a:lnTo>
                      <a:lnTo>
                        <a:pt x="251" y="904"/>
                      </a:lnTo>
                      <a:lnTo>
                        <a:pt x="231" y="892"/>
                      </a:lnTo>
                      <a:lnTo>
                        <a:pt x="211" y="879"/>
                      </a:lnTo>
                      <a:lnTo>
                        <a:pt x="193" y="866"/>
                      </a:lnTo>
                      <a:lnTo>
                        <a:pt x="175" y="852"/>
                      </a:lnTo>
                      <a:lnTo>
                        <a:pt x="157" y="837"/>
                      </a:lnTo>
                      <a:lnTo>
                        <a:pt x="140" y="821"/>
                      </a:lnTo>
                      <a:lnTo>
                        <a:pt x="125" y="803"/>
                      </a:lnTo>
                      <a:lnTo>
                        <a:pt x="110" y="786"/>
                      </a:lnTo>
                      <a:lnTo>
                        <a:pt x="95" y="768"/>
                      </a:lnTo>
                      <a:lnTo>
                        <a:pt x="82" y="749"/>
                      </a:lnTo>
                      <a:lnTo>
                        <a:pt x="69" y="730"/>
                      </a:lnTo>
                      <a:lnTo>
                        <a:pt x="58" y="709"/>
                      </a:lnTo>
                      <a:lnTo>
                        <a:pt x="47" y="689"/>
                      </a:lnTo>
                      <a:lnTo>
                        <a:pt x="37" y="667"/>
                      </a:lnTo>
                      <a:lnTo>
                        <a:pt x="29" y="646"/>
                      </a:lnTo>
                      <a:lnTo>
                        <a:pt x="21" y="623"/>
                      </a:lnTo>
                      <a:lnTo>
                        <a:pt x="15" y="600"/>
                      </a:lnTo>
                      <a:lnTo>
                        <a:pt x="9" y="578"/>
                      </a:lnTo>
                      <a:lnTo>
                        <a:pt x="5" y="554"/>
                      </a:lnTo>
                      <a:lnTo>
                        <a:pt x="2" y="530"/>
                      </a:lnTo>
                      <a:lnTo>
                        <a:pt x="1" y="505"/>
                      </a:lnTo>
                      <a:lnTo>
                        <a:pt x="0" y="480"/>
                      </a:lnTo>
                      <a:lnTo>
                        <a:pt x="1" y="456"/>
                      </a:lnTo>
                      <a:lnTo>
                        <a:pt x="2" y="431"/>
                      </a:lnTo>
                      <a:lnTo>
                        <a:pt x="5" y="407"/>
                      </a:lnTo>
                      <a:lnTo>
                        <a:pt x="9" y="383"/>
                      </a:lnTo>
                      <a:lnTo>
                        <a:pt x="15" y="361"/>
                      </a:lnTo>
                      <a:lnTo>
                        <a:pt x="21" y="338"/>
                      </a:lnTo>
                      <a:lnTo>
                        <a:pt x="29" y="315"/>
                      </a:lnTo>
                      <a:lnTo>
                        <a:pt x="37" y="294"/>
                      </a:lnTo>
                      <a:lnTo>
                        <a:pt x="47" y="272"/>
                      </a:lnTo>
                      <a:lnTo>
                        <a:pt x="58" y="251"/>
                      </a:lnTo>
                      <a:lnTo>
                        <a:pt x="69" y="231"/>
                      </a:lnTo>
                      <a:lnTo>
                        <a:pt x="82" y="211"/>
                      </a:lnTo>
                      <a:lnTo>
                        <a:pt x="95" y="193"/>
                      </a:lnTo>
                      <a:lnTo>
                        <a:pt x="110" y="175"/>
                      </a:lnTo>
                      <a:lnTo>
                        <a:pt x="125" y="157"/>
                      </a:lnTo>
                      <a:lnTo>
                        <a:pt x="140" y="140"/>
                      </a:lnTo>
                      <a:lnTo>
                        <a:pt x="157" y="124"/>
                      </a:lnTo>
                      <a:lnTo>
                        <a:pt x="175" y="109"/>
                      </a:lnTo>
                      <a:lnTo>
                        <a:pt x="193" y="95"/>
                      </a:lnTo>
                      <a:lnTo>
                        <a:pt x="211" y="82"/>
                      </a:lnTo>
                      <a:lnTo>
                        <a:pt x="231" y="69"/>
                      </a:lnTo>
                      <a:lnTo>
                        <a:pt x="251" y="57"/>
                      </a:lnTo>
                      <a:lnTo>
                        <a:pt x="272" y="47"/>
                      </a:lnTo>
                      <a:lnTo>
                        <a:pt x="293" y="38"/>
                      </a:lnTo>
                      <a:lnTo>
                        <a:pt x="315" y="29"/>
                      </a:lnTo>
                      <a:lnTo>
                        <a:pt x="338" y="21"/>
                      </a:lnTo>
                      <a:lnTo>
                        <a:pt x="360" y="15"/>
                      </a:lnTo>
                      <a:lnTo>
                        <a:pt x="383" y="10"/>
                      </a:lnTo>
                      <a:lnTo>
                        <a:pt x="407" y="5"/>
                      </a:lnTo>
                      <a:lnTo>
                        <a:pt x="432" y="2"/>
                      </a:lnTo>
                      <a:lnTo>
                        <a:pt x="455" y="0"/>
                      </a:lnTo>
                      <a:lnTo>
                        <a:pt x="4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5" name="îṧlîď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06FEC79-6CE7-435F-A38E-5B6D7603C1D9}"/>
                    </a:ext>
                  </a:extLst>
                </p:cNvPr>
                <p:cNvSpPr/>
                <p:nvPr/>
              </p:nvSpPr>
              <p:spPr bwMode="auto">
                <a:xfrm>
                  <a:off x="5517644" y="2989020"/>
                  <a:ext cx="147881" cy="146868"/>
                </a:xfrm>
                <a:custGeom>
                  <a:avLst/>
                  <a:gdLst>
                    <a:gd name="T0" fmla="*/ 322 w 583"/>
                    <a:gd name="T1" fmla="*/ 1 h 583"/>
                    <a:gd name="T2" fmla="*/ 364 w 583"/>
                    <a:gd name="T3" fmla="*/ 9 h 583"/>
                    <a:gd name="T4" fmla="*/ 405 w 583"/>
                    <a:gd name="T5" fmla="*/ 22 h 583"/>
                    <a:gd name="T6" fmla="*/ 443 w 583"/>
                    <a:gd name="T7" fmla="*/ 42 h 583"/>
                    <a:gd name="T8" fmla="*/ 477 w 583"/>
                    <a:gd name="T9" fmla="*/ 67 h 583"/>
                    <a:gd name="T10" fmla="*/ 507 w 583"/>
                    <a:gd name="T11" fmla="*/ 96 h 583"/>
                    <a:gd name="T12" fmla="*/ 533 w 583"/>
                    <a:gd name="T13" fmla="*/ 128 h 583"/>
                    <a:gd name="T14" fmla="*/ 554 w 583"/>
                    <a:gd name="T15" fmla="*/ 165 h 583"/>
                    <a:gd name="T16" fmla="*/ 570 w 583"/>
                    <a:gd name="T17" fmla="*/ 205 h 583"/>
                    <a:gd name="T18" fmla="*/ 580 w 583"/>
                    <a:gd name="T19" fmla="*/ 247 h 583"/>
                    <a:gd name="T20" fmla="*/ 583 w 583"/>
                    <a:gd name="T21" fmla="*/ 291 h 583"/>
                    <a:gd name="T22" fmla="*/ 580 w 583"/>
                    <a:gd name="T23" fmla="*/ 336 h 583"/>
                    <a:gd name="T24" fmla="*/ 570 w 583"/>
                    <a:gd name="T25" fmla="*/ 378 h 583"/>
                    <a:gd name="T26" fmla="*/ 554 w 583"/>
                    <a:gd name="T27" fmla="*/ 418 h 583"/>
                    <a:gd name="T28" fmla="*/ 533 w 583"/>
                    <a:gd name="T29" fmla="*/ 454 h 583"/>
                    <a:gd name="T30" fmla="*/ 507 w 583"/>
                    <a:gd name="T31" fmla="*/ 488 h 583"/>
                    <a:gd name="T32" fmla="*/ 477 w 583"/>
                    <a:gd name="T33" fmla="*/ 517 h 583"/>
                    <a:gd name="T34" fmla="*/ 443 w 583"/>
                    <a:gd name="T35" fmla="*/ 541 h 583"/>
                    <a:gd name="T36" fmla="*/ 405 w 583"/>
                    <a:gd name="T37" fmla="*/ 560 h 583"/>
                    <a:gd name="T38" fmla="*/ 364 w 583"/>
                    <a:gd name="T39" fmla="*/ 574 h 583"/>
                    <a:gd name="T40" fmla="*/ 322 w 583"/>
                    <a:gd name="T41" fmla="*/ 582 h 583"/>
                    <a:gd name="T42" fmla="*/ 276 w 583"/>
                    <a:gd name="T43" fmla="*/ 583 h 583"/>
                    <a:gd name="T44" fmla="*/ 233 w 583"/>
                    <a:gd name="T45" fmla="*/ 578 h 583"/>
                    <a:gd name="T46" fmla="*/ 191 w 583"/>
                    <a:gd name="T47" fmla="*/ 566 h 583"/>
                    <a:gd name="T48" fmla="*/ 152 w 583"/>
                    <a:gd name="T49" fmla="*/ 548 h 583"/>
                    <a:gd name="T50" fmla="*/ 116 w 583"/>
                    <a:gd name="T51" fmla="*/ 526 h 583"/>
                    <a:gd name="T52" fmla="*/ 85 w 583"/>
                    <a:gd name="T53" fmla="*/ 498 h 583"/>
                    <a:gd name="T54" fmla="*/ 58 w 583"/>
                    <a:gd name="T55" fmla="*/ 466 h 583"/>
                    <a:gd name="T56" fmla="*/ 34 w 583"/>
                    <a:gd name="T57" fmla="*/ 431 h 583"/>
                    <a:gd name="T58" fmla="*/ 17 w 583"/>
                    <a:gd name="T59" fmla="*/ 392 h 583"/>
                    <a:gd name="T60" fmla="*/ 5 w 583"/>
                    <a:gd name="T61" fmla="*/ 351 h 583"/>
                    <a:gd name="T62" fmla="*/ 0 w 583"/>
                    <a:gd name="T63" fmla="*/ 306 h 583"/>
                    <a:gd name="T64" fmla="*/ 1 w 583"/>
                    <a:gd name="T65" fmla="*/ 262 h 583"/>
                    <a:gd name="T66" fmla="*/ 8 w 583"/>
                    <a:gd name="T67" fmla="*/ 219 h 583"/>
                    <a:gd name="T68" fmla="*/ 22 w 583"/>
                    <a:gd name="T69" fmla="*/ 178 h 583"/>
                    <a:gd name="T70" fmla="*/ 42 w 583"/>
                    <a:gd name="T71" fmla="*/ 140 h 583"/>
                    <a:gd name="T72" fmla="*/ 67 w 583"/>
                    <a:gd name="T73" fmla="*/ 106 h 583"/>
                    <a:gd name="T74" fmla="*/ 95 w 583"/>
                    <a:gd name="T75" fmla="*/ 75 h 583"/>
                    <a:gd name="T76" fmla="*/ 128 w 583"/>
                    <a:gd name="T77" fmla="*/ 49 h 583"/>
                    <a:gd name="T78" fmla="*/ 165 w 583"/>
                    <a:gd name="T79" fmla="*/ 29 h 583"/>
                    <a:gd name="T80" fmla="*/ 205 w 583"/>
                    <a:gd name="T81" fmla="*/ 13 h 583"/>
                    <a:gd name="T82" fmla="*/ 247 w 583"/>
                    <a:gd name="T83" fmla="*/ 3 h 583"/>
                    <a:gd name="T84" fmla="*/ 291 w 583"/>
                    <a:gd name="T85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83" h="583">
                      <a:moveTo>
                        <a:pt x="291" y="0"/>
                      </a:moveTo>
                      <a:lnTo>
                        <a:pt x="307" y="0"/>
                      </a:lnTo>
                      <a:lnTo>
                        <a:pt x="322" y="1"/>
                      </a:lnTo>
                      <a:lnTo>
                        <a:pt x="336" y="3"/>
                      </a:lnTo>
                      <a:lnTo>
                        <a:pt x="350" y="6"/>
                      </a:lnTo>
                      <a:lnTo>
                        <a:pt x="364" y="9"/>
                      </a:lnTo>
                      <a:lnTo>
                        <a:pt x="378" y="13"/>
                      </a:lnTo>
                      <a:lnTo>
                        <a:pt x="392" y="17"/>
                      </a:lnTo>
                      <a:lnTo>
                        <a:pt x="405" y="22"/>
                      </a:lnTo>
                      <a:lnTo>
                        <a:pt x="418" y="29"/>
                      </a:lnTo>
                      <a:lnTo>
                        <a:pt x="431" y="35"/>
                      </a:lnTo>
                      <a:lnTo>
                        <a:pt x="443" y="42"/>
                      </a:lnTo>
                      <a:lnTo>
                        <a:pt x="455" y="49"/>
                      </a:lnTo>
                      <a:lnTo>
                        <a:pt x="466" y="58"/>
                      </a:lnTo>
                      <a:lnTo>
                        <a:pt x="477" y="67"/>
                      </a:lnTo>
                      <a:lnTo>
                        <a:pt x="488" y="75"/>
                      </a:lnTo>
                      <a:lnTo>
                        <a:pt x="498" y="85"/>
                      </a:lnTo>
                      <a:lnTo>
                        <a:pt x="507" y="96"/>
                      </a:lnTo>
                      <a:lnTo>
                        <a:pt x="516" y="106"/>
                      </a:lnTo>
                      <a:lnTo>
                        <a:pt x="525" y="117"/>
                      </a:lnTo>
                      <a:lnTo>
                        <a:pt x="533" y="128"/>
                      </a:lnTo>
                      <a:lnTo>
                        <a:pt x="541" y="140"/>
                      </a:lnTo>
                      <a:lnTo>
                        <a:pt x="547" y="152"/>
                      </a:lnTo>
                      <a:lnTo>
                        <a:pt x="554" y="165"/>
                      </a:lnTo>
                      <a:lnTo>
                        <a:pt x="560" y="178"/>
                      </a:lnTo>
                      <a:lnTo>
                        <a:pt x="566" y="191"/>
                      </a:lnTo>
                      <a:lnTo>
                        <a:pt x="570" y="205"/>
                      </a:lnTo>
                      <a:lnTo>
                        <a:pt x="574" y="219"/>
                      </a:lnTo>
                      <a:lnTo>
                        <a:pt x="578" y="233"/>
                      </a:lnTo>
                      <a:lnTo>
                        <a:pt x="580" y="247"/>
                      </a:lnTo>
                      <a:lnTo>
                        <a:pt x="582" y="262"/>
                      </a:lnTo>
                      <a:lnTo>
                        <a:pt x="583" y="276"/>
                      </a:lnTo>
                      <a:lnTo>
                        <a:pt x="583" y="291"/>
                      </a:lnTo>
                      <a:lnTo>
                        <a:pt x="583" y="306"/>
                      </a:lnTo>
                      <a:lnTo>
                        <a:pt x="582" y="322"/>
                      </a:lnTo>
                      <a:lnTo>
                        <a:pt x="580" y="336"/>
                      </a:lnTo>
                      <a:lnTo>
                        <a:pt x="578" y="351"/>
                      </a:lnTo>
                      <a:lnTo>
                        <a:pt x="574" y="365"/>
                      </a:lnTo>
                      <a:lnTo>
                        <a:pt x="570" y="378"/>
                      </a:lnTo>
                      <a:lnTo>
                        <a:pt x="566" y="392"/>
                      </a:lnTo>
                      <a:lnTo>
                        <a:pt x="560" y="405"/>
                      </a:lnTo>
                      <a:lnTo>
                        <a:pt x="554" y="418"/>
                      </a:lnTo>
                      <a:lnTo>
                        <a:pt x="547" y="431"/>
                      </a:lnTo>
                      <a:lnTo>
                        <a:pt x="541" y="443"/>
                      </a:lnTo>
                      <a:lnTo>
                        <a:pt x="533" y="454"/>
                      </a:lnTo>
                      <a:lnTo>
                        <a:pt x="525" y="466"/>
                      </a:lnTo>
                      <a:lnTo>
                        <a:pt x="516" y="477"/>
                      </a:lnTo>
                      <a:lnTo>
                        <a:pt x="507" y="488"/>
                      </a:lnTo>
                      <a:lnTo>
                        <a:pt x="498" y="498"/>
                      </a:lnTo>
                      <a:lnTo>
                        <a:pt x="488" y="507"/>
                      </a:lnTo>
                      <a:lnTo>
                        <a:pt x="477" y="517"/>
                      </a:lnTo>
                      <a:lnTo>
                        <a:pt x="466" y="526"/>
                      </a:lnTo>
                      <a:lnTo>
                        <a:pt x="455" y="533"/>
                      </a:lnTo>
                      <a:lnTo>
                        <a:pt x="443" y="541"/>
                      </a:lnTo>
                      <a:lnTo>
                        <a:pt x="431" y="548"/>
                      </a:lnTo>
                      <a:lnTo>
                        <a:pt x="418" y="555"/>
                      </a:lnTo>
                      <a:lnTo>
                        <a:pt x="405" y="560"/>
                      </a:lnTo>
                      <a:lnTo>
                        <a:pt x="392" y="566"/>
                      </a:lnTo>
                      <a:lnTo>
                        <a:pt x="378" y="570"/>
                      </a:lnTo>
                      <a:lnTo>
                        <a:pt x="364" y="574"/>
                      </a:lnTo>
                      <a:lnTo>
                        <a:pt x="350" y="578"/>
                      </a:lnTo>
                      <a:lnTo>
                        <a:pt x="336" y="580"/>
                      </a:lnTo>
                      <a:lnTo>
                        <a:pt x="322" y="582"/>
                      </a:lnTo>
                      <a:lnTo>
                        <a:pt x="307" y="583"/>
                      </a:lnTo>
                      <a:lnTo>
                        <a:pt x="291" y="583"/>
                      </a:lnTo>
                      <a:lnTo>
                        <a:pt x="276" y="583"/>
                      </a:lnTo>
                      <a:lnTo>
                        <a:pt x="261" y="582"/>
                      </a:lnTo>
                      <a:lnTo>
                        <a:pt x="247" y="580"/>
                      </a:lnTo>
                      <a:lnTo>
                        <a:pt x="233" y="578"/>
                      </a:lnTo>
                      <a:lnTo>
                        <a:pt x="218" y="574"/>
                      </a:lnTo>
                      <a:lnTo>
                        <a:pt x="205" y="570"/>
                      </a:lnTo>
                      <a:lnTo>
                        <a:pt x="191" y="566"/>
                      </a:lnTo>
                      <a:lnTo>
                        <a:pt x="178" y="560"/>
                      </a:lnTo>
                      <a:lnTo>
                        <a:pt x="165" y="555"/>
                      </a:lnTo>
                      <a:lnTo>
                        <a:pt x="152" y="548"/>
                      </a:lnTo>
                      <a:lnTo>
                        <a:pt x="140" y="541"/>
                      </a:lnTo>
                      <a:lnTo>
                        <a:pt x="128" y="533"/>
                      </a:lnTo>
                      <a:lnTo>
                        <a:pt x="116" y="526"/>
                      </a:lnTo>
                      <a:lnTo>
                        <a:pt x="106" y="517"/>
                      </a:lnTo>
                      <a:lnTo>
                        <a:pt x="95" y="507"/>
                      </a:lnTo>
                      <a:lnTo>
                        <a:pt x="85" y="498"/>
                      </a:lnTo>
                      <a:lnTo>
                        <a:pt x="75" y="488"/>
                      </a:lnTo>
                      <a:lnTo>
                        <a:pt x="67" y="477"/>
                      </a:lnTo>
                      <a:lnTo>
                        <a:pt x="58" y="466"/>
                      </a:lnTo>
                      <a:lnTo>
                        <a:pt x="49" y="454"/>
                      </a:lnTo>
                      <a:lnTo>
                        <a:pt x="42" y="443"/>
                      </a:lnTo>
                      <a:lnTo>
                        <a:pt x="34" y="431"/>
                      </a:lnTo>
                      <a:lnTo>
                        <a:pt x="28" y="418"/>
                      </a:lnTo>
                      <a:lnTo>
                        <a:pt x="22" y="405"/>
                      </a:lnTo>
                      <a:lnTo>
                        <a:pt x="17" y="392"/>
                      </a:lnTo>
                      <a:lnTo>
                        <a:pt x="13" y="378"/>
                      </a:lnTo>
                      <a:lnTo>
                        <a:pt x="8" y="365"/>
                      </a:lnTo>
                      <a:lnTo>
                        <a:pt x="5" y="351"/>
                      </a:lnTo>
                      <a:lnTo>
                        <a:pt x="3" y="336"/>
                      </a:lnTo>
                      <a:lnTo>
                        <a:pt x="1" y="322"/>
                      </a:lnTo>
                      <a:lnTo>
                        <a:pt x="0" y="306"/>
                      </a:lnTo>
                      <a:lnTo>
                        <a:pt x="0" y="291"/>
                      </a:lnTo>
                      <a:lnTo>
                        <a:pt x="0" y="276"/>
                      </a:lnTo>
                      <a:lnTo>
                        <a:pt x="1" y="262"/>
                      </a:lnTo>
                      <a:lnTo>
                        <a:pt x="3" y="247"/>
                      </a:lnTo>
                      <a:lnTo>
                        <a:pt x="5" y="233"/>
                      </a:lnTo>
                      <a:lnTo>
                        <a:pt x="8" y="219"/>
                      </a:lnTo>
                      <a:lnTo>
                        <a:pt x="13" y="205"/>
                      </a:lnTo>
                      <a:lnTo>
                        <a:pt x="17" y="191"/>
                      </a:lnTo>
                      <a:lnTo>
                        <a:pt x="22" y="178"/>
                      </a:lnTo>
                      <a:lnTo>
                        <a:pt x="28" y="165"/>
                      </a:lnTo>
                      <a:lnTo>
                        <a:pt x="34" y="152"/>
                      </a:lnTo>
                      <a:lnTo>
                        <a:pt x="42" y="140"/>
                      </a:lnTo>
                      <a:lnTo>
                        <a:pt x="49" y="128"/>
                      </a:lnTo>
                      <a:lnTo>
                        <a:pt x="58" y="117"/>
                      </a:lnTo>
                      <a:lnTo>
                        <a:pt x="67" y="106"/>
                      </a:lnTo>
                      <a:lnTo>
                        <a:pt x="75" y="96"/>
                      </a:lnTo>
                      <a:lnTo>
                        <a:pt x="85" y="85"/>
                      </a:lnTo>
                      <a:lnTo>
                        <a:pt x="95" y="75"/>
                      </a:lnTo>
                      <a:lnTo>
                        <a:pt x="106" y="67"/>
                      </a:lnTo>
                      <a:lnTo>
                        <a:pt x="116" y="58"/>
                      </a:lnTo>
                      <a:lnTo>
                        <a:pt x="128" y="49"/>
                      </a:lnTo>
                      <a:lnTo>
                        <a:pt x="140" y="42"/>
                      </a:lnTo>
                      <a:lnTo>
                        <a:pt x="152" y="35"/>
                      </a:lnTo>
                      <a:lnTo>
                        <a:pt x="165" y="29"/>
                      </a:lnTo>
                      <a:lnTo>
                        <a:pt x="178" y="22"/>
                      </a:lnTo>
                      <a:lnTo>
                        <a:pt x="191" y="17"/>
                      </a:lnTo>
                      <a:lnTo>
                        <a:pt x="205" y="13"/>
                      </a:lnTo>
                      <a:lnTo>
                        <a:pt x="218" y="9"/>
                      </a:lnTo>
                      <a:lnTo>
                        <a:pt x="233" y="6"/>
                      </a:lnTo>
                      <a:lnTo>
                        <a:pt x="247" y="3"/>
                      </a:lnTo>
                      <a:lnTo>
                        <a:pt x="261" y="1"/>
                      </a:lnTo>
                      <a:lnTo>
                        <a:pt x="276" y="0"/>
                      </a:lnTo>
                      <a:lnTo>
                        <a:pt x="29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" name="iSľi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D20919C-0C1E-491F-A8FB-B8A792AC3A70}"/>
                    </a:ext>
                  </a:extLst>
                </p:cNvPr>
                <p:cNvSpPr/>
                <p:nvPr/>
              </p:nvSpPr>
              <p:spPr bwMode="auto">
                <a:xfrm>
                  <a:off x="5989649" y="3196661"/>
                  <a:ext cx="226887" cy="225873"/>
                </a:xfrm>
                <a:custGeom>
                  <a:avLst/>
                  <a:gdLst>
                    <a:gd name="T0" fmla="*/ 493 w 895"/>
                    <a:gd name="T1" fmla="*/ 3 h 894"/>
                    <a:gd name="T2" fmla="*/ 559 w 895"/>
                    <a:gd name="T3" fmla="*/ 15 h 894"/>
                    <a:gd name="T4" fmla="*/ 621 w 895"/>
                    <a:gd name="T5" fmla="*/ 36 h 894"/>
                    <a:gd name="T6" fmla="*/ 679 w 895"/>
                    <a:gd name="T7" fmla="*/ 65 h 894"/>
                    <a:gd name="T8" fmla="*/ 732 w 895"/>
                    <a:gd name="T9" fmla="*/ 103 h 894"/>
                    <a:gd name="T10" fmla="*/ 778 w 895"/>
                    <a:gd name="T11" fmla="*/ 147 h 894"/>
                    <a:gd name="T12" fmla="*/ 818 w 895"/>
                    <a:gd name="T13" fmla="*/ 198 h 894"/>
                    <a:gd name="T14" fmla="*/ 850 w 895"/>
                    <a:gd name="T15" fmla="*/ 254 h 894"/>
                    <a:gd name="T16" fmla="*/ 874 w 895"/>
                    <a:gd name="T17" fmla="*/ 315 h 894"/>
                    <a:gd name="T18" fmla="*/ 889 w 895"/>
                    <a:gd name="T19" fmla="*/ 380 h 894"/>
                    <a:gd name="T20" fmla="*/ 895 w 895"/>
                    <a:gd name="T21" fmla="*/ 448 h 894"/>
                    <a:gd name="T22" fmla="*/ 889 w 895"/>
                    <a:gd name="T23" fmla="*/ 516 h 894"/>
                    <a:gd name="T24" fmla="*/ 874 w 895"/>
                    <a:gd name="T25" fmla="*/ 580 h 894"/>
                    <a:gd name="T26" fmla="*/ 850 w 895"/>
                    <a:gd name="T27" fmla="*/ 641 h 894"/>
                    <a:gd name="T28" fmla="*/ 818 w 895"/>
                    <a:gd name="T29" fmla="*/ 697 h 894"/>
                    <a:gd name="T30" fmla="*/ 778 w 895"/>
                    <a:gd name="T31" fmla="*/ 748 h 894"/>
                    <a:gd name="T32" fmla="*/ 732 w 895"/>
                    <a:gd name="T33" fmla="*/ 792 h 894"/>
                    <a:gd name="T34" fmla="*/ 679 w 895"/>
                    <a:gd name="T35" fmla="*/ 830 h 894"/>
                    <a:gd name="T36" fmla="*/ 621 w 895"/>
                    <a:gd name="T37" fmla="*/ 859 h 894"/>
                    <a:gd name="T38" fmla="*/ 559 w 895"/>
                    <a:gd name="T39" fmla="*/ 880 h 894"/>
                    <a:gd name="T40" fmla="*/ 493 w 895"/>
                    <a:gd name="T41" fmla="*/ 891 h 894"/>
                    <a:gd name="T42" fmla="*/ 425 w 895"/>
                    <a:gd name="T43" fmla="*/ 894 h 894"/>
                    <a:gd name="T44" fmla="*/ 358 w 895"/>
                    <a:gd name="T45" fmla="*/ 885 h 894"/>
                    <a:gd name="T46" fmla="*/ 294 w 895"/>
                    <a:gd name="T47" fmla="*/ 867 h 894"/>
                    <a:gd name="T48" fmla="*/ 235 w 895"/>
                    <a:gd name="T49" fmla="*/ 841 h 894"/>
                    <a:gd name="T50" fmla="*/ 181 w 895"/>
                    <a:gd name="T51" fmla="*/ 805 h 894"/>
                    <a:gd name="T52" fmla="*/ 132 w 895"/>
                    <a:gd name="T53" fmla="*/ 763 h 894"/>
                    <a:gd name="T54" fmla="*/ 90 w 895"/>
                    <a:gd name="T55" fmla="*/ 714 h 894"/>
                    <a:gd name="T56" fmla="*/ 54 w 895"/>
                    <a:gd name="T57" fmla="*/ 660 h 894"/>
                    <a:gd name="T58" fmla="*/ 27 w 895"/>
                    <a:gd name="T59" fmla="*/ 601 h 894"/>
                    <a:gd name="T60" fmla="*/ 10 w 895"/>
                    <a:gd name="T61" fmla="*/ 537 h 894"/>
                    <a:gd name="T62" fmla="*/ 1 w 895"/>
                    <a:gd name="T63" fmla="*/ 470 h 894"/>
                    <a:gd name="T64" fmla="*/ 4 w 895"/>
                    <a:gd name="T65" fmla="*/ 402 h 894"/>
                    <a:gd name="T66" fmla="*/ 14 w 895"/>
                    <a:gd name="T67" fmla="*/ 335 h 894"/>
                    <a:gd name="T68" fmla="*/ 36 w 895"/>
                    <a:gd name="T69" fmla="*/ 274 h 894"/>
                    <a:gd name="T70" fmla="*/ 65 w 895"/>
                    <a:gd name="T71" fmla="*/ 215 h 894"/>
                    <a:gd name="T72" fmla="*/ 103 w 895"/>
                    <a:gd name="T73" fmla="*/ 164 h 894"/>
                    <a:gd name="T74" fmla="*/ 147 w 895"/>
                    <a:gd name="T75" fmla="*/ 117 h 894"/>
                    <a:gd name="T76" fmla="*/ 198 w 895"/>
                    <a:gd name="T77" fmla="*/ 77 h 894"/>
                    <a:gd name="T78" fmla="*/ 254 w 895"/>
                    <a:gd name="T79" fmla="*/ 45 h 894"/>
                    <a:gd name="T80" fmla="*/ 315 w 895"/>
                    <a:gd name="T81" fmla="*/ 21 h 894"/>
                    <a:gd name="T82" fmla="*/ 379 w 895"/>
                    <a:gd name="T83" fmla="*/ 6 h 894"/>
                    <a:gd name="T84" fmla="*/ 448 w 895"/>
                    <a:gd name="T85" fmla="*/ 0 h 8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895" h="894">
                      <a:moveTo>
                        <a:pt x="448" y="0"/>
                      </a:moveTo>
                      <a:lnTo>
                        <a:pt x="470" y="2"/>
                      </a:lnTo>
                      <a:lnTo>
                        <a:pt x="493" y="3"/>
                      </a:lnTo>
                      <a:lnTo>
                        <a:pt x="516" y="6"/>
                      </a:lnTo>
                      <a:lnTo>
                        <a:pt x="537" y="10"/>
                      </a:lnTo>
                      <a:lnTo>
                        <a:pt x="559" y="15"/>
                      </a:lnTo>
                      <a:lnTo>
                        <a:pt x="580" y="21"/>
                      </a:lnTo>
                      <a:lnTo>
                        <a:pt x="601" y="27"/>
                      </a:lnTo>
                      <a:lnTo>
                        <a:pt x="621" y="36"/>
                      </a:lnTo>
                      <a:lnTo>
                        <a:pt x="641" y="45"/>
                      </a:lnTo>
                      <a:lnTo>
                        <a:pt x="660" y="54"/>
                      </a:lnTo>
                      <a:lnTo>
                        <a:pt x="679" y="65"/>
                      </a:lnTo>
                      <a:lnTo>
                        <a:pt x="697" y="77"/>
                      </a:lnTo>
                      <a:lnTo>
                        <a:pt x="714" y="89"/>
                      </a:lnTo>
                      <a:lnTo>
                        <a:pt x="732" y="103"/>
                      </a:lnTo>
                      <a:lnTo>
                        <a:pt x="748" y="117"/>
                      </a:lnTo>
                      <a:lnTo>
                        <a:pt x="763" y="131"/>
                      </a:lnTo>
                      <a:lnTo>
                        <a:pt x="778" y="147"/>
                      </a:lnTo>
                      <a:lnTo>
                        <a:pt x="792" y="164"/>
                      </a:lnTo>
                      <a:lnTo>
                        <a:pt x="805" y="180"/>
                      </a:lnTo>
                      <a:lnTo>
                        <a:pt x="818" y="198"/>
                      </a:lnTo>
                      <a:lnTo>
                        <a:pt x="830" y="215"/>
                      </a:lnTo>
                      <a:lnTo>
                        <a:pt x="841" y="235"/>
                      </a:lnTo>
                      <a:lnTo>
                        <a:pt x="850" y="254"/>
                      </a:lnTo>
                      <a:lnTo>
                        <a:pt x="859" y="274"/>
                      </a:lnTo>
                      <a:lnTo>
                        <a:pt x="868" y="294"/>
                      </a:lnTo>
                      <a:lnTo>
                        <a:pt x="874" y="315"/>
                      </a:lnTo>
                      <a:lnTo>
                        <a:pt x="881" y="335"/>
                      </a:lnTo>
                      <a:lnTo>
                        <a:pt x="885" y="358"/>
                      </a:lnTo>
                      <a:lnTo>
                        <a:pt x="889" y="380"/>
                      </a:lnTo>
                      <a:lnTo>
                        <a:pt x="893" y="402"/>
                      </a:lnTo>
                      <a:lnTo>
                        <a:pt x="894" y="425"/>
                      </a:lnTo>
                      <a:lnTo>
                        <a:pt x="895" y="448"/>
                      </a:lnTo>
                      <a:lnTo>
                        <a:pt x="894" y="470"/>
                      </a:lnTo>
                      <a:lnTo>
                        <a:pt x="893" y="493"/>
                      </a:lnTo>
                      <a:lnTo>
                        <a:pt x="889" y="516"/>
                      </a:lnTo>
                      <a:lnTo>
                        <a:pt x="885" y="537"/>
                      </a:lnTo>
                      <a:lnTo>
                        <a:pt x="881" y="559"/>
                      </a:lnTo>
                      <a:lnTo>
                        <a:pt x="874" y="580"/>
                      </a:lnTo>
                      <a:lnTo>
                        <a:pt x="868" y="601"/>
                      </a:lnTo>
                      <a:lnTo>
                        <a:pt x="859" y="621"/>
                      </a:lnTo>
                      <a:lnTo>
                        <a:pt x="850" y="641"/>
                      </a:lnTo>
                      <a:lnTo>
                        <a:pt x="841" y="660"/>
                      </a:lnTo>
                      <a:lnTo>
                        <a:pt x="830" y="679"/>
                      </a:lnTo>
                      <a:lnTo>
                        <a:pt x="818" y="697"/>
                      </a:lnTo>
                      <a:lnTo>
                        <a:pt x="805" y="714"/>
                      </a:lnTo>
                      <a:lnTo>
                        <a:pt x="792" y="732"/>
                      </a:lnTo>
                      <a:lnTo>
                        <a:pt x="778" y="748"/>
                      </a:lnTo>
                      <a:lnTo>
                        <a:pt x="763" y="763"/>
                      </a:lnTo>
                      <a:lnTo>
                        <a:pt x="748" y="778"/>
                      </a:lnTo>
                      <a:lnTo>
                        <a:pt x="732" y="792"/>
                      </a:lnTo>
                      <a:lnTo>
                        <a:pt x="714" y="805"/>
                      </a:lnTo>
                      <a:lnTo>
                        <a:pt x="697" y="818"/>
                      </a:lnTo>
                      <a:lnTo>
                        <a:pt x="679" y="830"/>
                      </a:lnTo>
                      <a:lnTo>
                        <a:pt x="660" y="841"/>
                      </a:lnTo>
                      <a:lnTo>
                        <a:pt x="641" y="850"/>
                      </a:lnTo>
                      <a:lnTo>
                        <a:pt x="621" y="859"/>
                      </a:lnTo>
                      <a:lnTo>
                        <a:pt x="601" y="867"/>
                      </a:lnTo>
                      <a:lnTo>
                        <a:pt x="580" y="874"/>
                      </a:lnTo>
                      <a:lnTo>
                        <a:pt x="559" y="880"/>
                      </a:lnTo>
                      <a:lnTo>
                        <a:pt x="537" y="885"/>
                      </a:lnTo>
                      <a:lnTo>
                        <a:pt x="516" y="889"/>
                      </a:lnTo>
                      <a:lnTo>
                        <a:pt x="493" y="891"/>
                      </a:lnTo>
                      <a:lnTo>
                        <a:pt x="470" y="894"/>
                      </a:lnTo>
                      <a:lnTo>
                        <a:pt x="448" y="894"/>
                      </a:lnTo>
                      <a:lnTo>
                        <a:pt x="425" y="894"/>
                      </a:lnTo>
                      <a:lnTo>
                        <a:pt x="402" y="891"/>
                      </a:lnTo>
                      <a:lnTo>
                        <a:pt x="379" y="889"/>
                      </a:lnTo>
                      <a:lnTo>
                        <a:pt x="358" y="885"/>
                      </a:lnTo>
                      <a:lnTo>
                        <a:pt x="336" y="880"/>
                      </a:lnTo>
                      <a:lnTo>
                        <a:pt x="315" y="874"/>
                      </a:lnTo>
                      <a:lnTo>
                        <a:pt x="294" y="867"/>
                      </a:lnTo>
                      <a:lnTo>
                        <a:pt x="274" y="859"/>
                      </a:lnTo>
                      <a:lnTo>
                        <a:pt x="254" y="850"/>
                      </a:lnTo>
                      <a:lnTo>
                        <a:pt x="235" y="841"/>
                      </a:lnTo>
                      <a:lnTo>
                        <a:pt x="216" y="830"/>
                      </a:lnTo>
                      <a:lnTo>
                        <a:pt x="198" y="818"/>
                      </a:lnTo>
                      <a:lnTo>
                        <a:pt x="181" y="805"/>
                      </a:lnTo>
                      <a:lnTo>
                        <a:pt x="163" y="792"/>
                      </a:lnTo>
                      <a:lnTo>
                        <a:pt x="147" y="778"/>
                      </a:lnTo>
                      <a:lnTo>
                        <a:pt x="132" y="763"/>
                      </a:lnTo>
                      <a:lnTo>
                        <a:pt x="117" y="748"/>
                      </a:lnTo>
                      <a:lnTo>
                        <a:pt x="103" y="732"/>
                      </a:lnTo>
                      <a:lnTo>
                        <a:pt x="90" y="714"/>
                      </a:lnTo>
                      <a:lnTo>
                        <a:pt x="77" y="697"/>
                      </a:lnTo>
                      <a:lnTo>
                        <a:pt x="65" y="679"/>
                      </a:lnTo>
                      <a:lnTo>
                        <a:pt x="54" y="660"/>
                      </a:lnTo>
                      <a:lnTo>
                        <a:pt x="45" y="641"/>
                      </a:lnTo>
                      <a:lnTo>
                        <a:pt x="36" y="621"/>
                      </a:lnTo>
                      <a:lnTo>
                        <a:pt x="27" y="601"/>
                      </a:lnTo>
                      <a:lnTo>
                        <a:pt x="21" y="580"/>
                      </a:lnTo>
                      <a:lnTo>
                        <a:pt x="14" y="559"/>
                      </a:lnTo>
                      <a:lnTo>
                        <a:pt x="10" y="537"/>
                      </a:lnTo>
                      <a:lnTo>
                        <a:pt x="6" y="516"/>
                      </a:lnTo>
                      <a:lnTo>
                        <a:pt x="4" y="493"/>
                      </a:lnTo>
                      <a:lnTo>
                        <a:pt x="1" y="470"/>
                      </a:lnTo>
                      <a:lnTo>
                        <a:pt x="0" y="448"/>
                      </a:lnTo>
                      <a:lnTo>
                        <a:pt x="1" y="425"/>
                      </a:lnTo>
                      <a:lnTo>
                        <a:pt x="4" y="402"/>
                      </a:lnTo>
                      <a:lnTo>
                        <a:pt x="6" y="380"/>
                      </a:lnTo>
                      <a:lnTo>
                        <a:pt x="10" y="358"/>
                      </a:lnTo>
                      <a:lnTo>
                        <a:pt x="14" y="335"/>
                      </a:lnTo>
                      <a:lnTo>
                        <a:pt x="21" y="315"/>
                      </a:lnTo>
                      <a:lnTo>
                        <a:pt x="27" y="294"/>
                      </a:lnTo>
                      <a:lnTo>
                        <a:pt x="36" y="274"/>
                      </a:lnTo>
                      <a:lnTo>
                        <a:pt x="45" y="254"/>
                      </a:lnTo>
                      <a:lnTo>
                        <a:pt x="54" y="235"/>
                      </a:lnTo>
                      <a:lnTo>
                        <a:pt x="65" y="215"/>
                      </a:lnTo>
                      <a:lnTo>
                        <a:pt x="77" y="198"/>
                      </a:lnTo>
                      <a:lnTo>
                        <a:pt x="90" y="180"/>
                      </a:lnTo>
                      <a:lnTo>
                        <a:pt x="103" y="164"/>
                      </a:lnTo>
                      <a:lnTo>
                        <a:pt x="117" y="147"/>
                      </a:lnTo>
                      <a:lnTo>
                        <a:pt x="132" y="131"/>
                      </a:lnTo>
                      <a:lnTo>
                        <a:pt x="147" y="117"/>
                      </a:lnTo>
                      <a:lnTo>
                        <a:pt x="163" y="103"/>
                      </a:lnTo>
                      <a:lnTo>
                        <a:pt x="181" y="89"/>
                      </a:lnTo>
                      <a:lnTo>
                        <a:pt x="198" y="77"/>
                      </a:lnTo>
                      <a:lnTo>
                        <a:pt x="216" y="65"/>
                      </a:lnTo>
                      <a:lnTo>
                        <a:pt x="235" y="54"/>
                      </a:lnTo>
                      <a:lnTo>
                        <a:pt x="254" y="45"/>
                      </a:lnTo>
                      <a:lnTo>
                        <a:pt x="274" y="36"/>
                      </a:lnTo>
                      <a:lnTo>
                        <a:pt x="294" y="27"/>
                      </a:lnTo>
                      <a:lnTo>
                        <a:pt x="315" y="21"/>
                      </a:lnTo>
                      <a:lnTo>
                        <a:pt x="336" y="15"/>
                      </a:lnTo>
                      <a:lnTo>
                        <a:pt x="358" y="10"/>
                      </a:lnTo>
                      <a:lnTo>
                        <a:pt x="379" y="6"/>
                      </a:lnTo>
                      <a:lnTo>
                        <a:pt x="402" y="3"/>
                      </a:lnTo>
                      <a:lnTo>
                        <a:pt x="425" y="2"/>
                      </a:lnTo>
                      <a:lnTo>
                        <a:pt x="44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" name="ïSļi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6B91F38-CA20-403D-BB40-8FE555A61E1A}"/>
                    </a:ext>
                  </a:extLst>
                </p:cNvPr>
                <p:cNvSpPr/>
                <p:nvPr/>
              </p:nvSpPr>
              <p:spPr bwMode="auto">
                <a:xfrm>
                  <a:off x="6309720" y="3228060"/>
                  <a:ext cx="149907" cy="150920"/>
                </a:xfrm>
                <a:custGeom>
                  <a:avLst/>
                  <a:gdLst>
                    <a:gd name="T0" fmla="*/ 327 w 594"/>
                    <a:gd name="T1" fmla="*/ 1 h 594"/>
                    <a:gd name="T2" fmla="*/ 372 w 594"/>
                    <a:gd name="T3" fmla="*/ 10 h 594"/>
                    <a:gd name="T4" fmla="*/ 413 w 594"/>
                    <a:gd name="T5" fmla="*/ 24 h 594"/>
                    <a:gd name="T6" fmla="*/ 452 w 594"/>
                    <a:gd name="T7" fmla="*/ 43 h 594"/>
                    <a:gd name="T8" fmla="*/ 486 w 594"/>
                    <a:gd name="T9" fmla="*/ 68 h 594"/>
                    <a:gd name="T10" fmla="*/ 517 w 594"/>
                    <a:gd name="T11" fmla="*/ 97 h 594"/>
                    <a:gd name="T12" fmla="*/ 543 w 594"/>
                    <a:gd name="T13" fmla="*/ 131 h 594"/>
                    <a:gd name="T14" fmla="*/ 565 w 594"/>
                    <a:gd name="T15" fmla="*/ 168 h 594"/>
                    <a:gd name="T16" fmla="*/ 581 w 594"/>
                    <a:gd name="T17" fmla="*/ 208 h 594"/>
                    <a:gd name="T18" fmla="*/ 591 w 594"/>
                    <a:gd name="T19" fmla="*/ 251 h 594"/>
                    <a:gd name="T20" fmla="*/ 594 w 594"/>
                    <a:gd name="T21" fmla="*/ 297 h 594"/>
                    <a:gd name="T22" fmla="*/ 591 w 594"/>
                    <a:gd name="T23" fmla="*/ 342 h 594"/>
                    <a:gd name="T24" fmla="*/ 581 w 594"/>
                    <a:gd name="T25" fmla="*/ 385 h 594"/>
                    <a:gd name="T26" fmla="*/ 565 w 594"/>
                    <a:gd name="T27" fmla="*/ 425 h 594"/>
                    <a:gd name="T28" fmla="*/ 543 w 594"/>
                    <a:gd name="T29" fmla="*/ 463 h 594"/>
                    <a:gd name="T30" fmla="*/ 517 w 594"/>
                    <a:gd name="T31" fmla="*/ 497 h 594"/>
                    <a:gd name="T32" fmla="*/ 486 w 594"/>
                    <a:gd name="T33" fmla="*/ 526 h 594"/>
                    <a:gd name="T34" fmla="*/ 452 w 594"/>
                    <a:gd name="T35" fmla="*/ 551 h 594"/>
                    <a:gd name="T36" fmla="*/ 413 w 594"/>
                    <a:gd name="T37" fmla="*/ 570 h 594"/>
                    <a:gd name="T38" fmla="*/ 372 w 594"/>
                    <a:gd name="T39" fmla="*/ 584 h 594"/>
                    <a:gd name="T40" fmla="*/ 327 w 594"/>
                    <a:gd name="T41" fmla="*/ 592 h 594"/>
                    <a:gd name="T42" fmla="*/ 282 w 594"/>
                    <a:gd name="T43" fmla="*/ 594 h 594"/>
                    <a:gd name="T44" fmla="*/ 238 w 594"/>
                    <a:gd name="T45" fmla="*/ 587 h 594"/>
                    <a:gd name="T46" fmla="*/ 196 w 594"/>
                    <a:gd name="T47" fmla="*/ 575 h 594"/>
                    <a:gd name="T48" fmla="*/ 156 w 594"/>
                    <a:gd name="T49" fmla="*/ 558 h 594"/>
                    <a:gd name="T50" fmla="*/ 120 w 594"/>
                    <a:gd name="T51" fmla="*/ 534 h 594"/>
                    <a:gd name="T52" fmla="*/ 88 w 594"/>
                    <a:gd name="T53" fmla="*/ 506 h 594"/>
                    <a:gd name="T54" fmla="*/ 59 w 594"/>
                    <a:gd name="T55" fmla="*/ 474 h 594"/>
                    <a:gd name="T56" fmla="*/ 36 w 594"/>
                    <a:gd name="T57" fmla="*/ 438 h 594"/>
                    <a:gd name="T58" fmla="*/ 18 w 594"/>
                    <a:gd name="T59" fmla="*/ 398 h 594"/>
                    <a:gd name="T60" fmla="*/ 7 w 594"/>
                    <a:gd name="T61" fmla="*/ 356 h 594"/>
                    <a:gd name="T62" fmla="*/ 1 w 594"/>
                    <a:gd name="T63" fmla="*/ 312 h 594"/>
                    <a:gd name="T64" fmla="*/ 2 w 594"/>
                    <a:gd name="T65" fmla="*/ 267 h 594"/>
                    <a:gd name="T66" fmla="*/ 10 w 594"/>
                    <a:gd name="T67" fmla="*/ 222 h 594"/>
                    <a:gd name="T68" fmla="*/ 24 w 594"/>
                    <a:gd name="T69" fmla="*/ 181 h 594"/>
                    <a:gd name="T70" fmla="*/ 43 w 594"/>
                    <a:gd name="T71" fmla="*/ 142 h 594"/>
                    <a:gd name="T72" fmla="*/ 68 w 594"/>
                    <a:gd name="T73" fmla="*/ 108 h 594"/>
                    <a:gd name="T74" fmla="*/ 97 w 594"/>
                    <a:gd name="T75" fmla="*/ 77 h 594"/>
                    <a:gd name="T76" fmla="*/ 132 w 594"/>
                    <a:gd name="T77" fmla="*/ 51 h 594"/>
                    <a:gd name="T78" fmla="*/ 169 w 594"/>
                    <a:gd name="T79" fmla="*/ 29 h 594"/>
                    <a:gd name="T80" fmla="*/ 209 w 594"/>
                    <a:gd name="T81" fmla="*/ 13 h 594"/>
                    <a:gd name="T82" fmla="*/ 252 w 594"/>
                    <a:gd name="T83" fmla="*/ 3 h 594"/>
                    <a:gd name="T84" fmla="*/ 297 w 594"/>
                    <a:gd name="T85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94" h="594">
                      <a:moveTo>
                        <a:pt x="297" y="0"/>
                      </a:moveTo>
                      <a:lnTo>
                        <a:pt x="312" y="0"/>
                      </a:lnTo>
                      <a:lnTo>
                        <a:pt x="327" y="1"/>
                      </a:lnTo>
                      <a:lnTo>
                        <a:pt x="342" y="3"/>
                      </a:lnTo>
                      <a:lnTo>
                        <a:pt x="358" y="6"/>
                      </a:lnTo>
                      <a:lnTo>
                        <a:pt x="372" y="10"/>
                      </a:lnTo>
                      <a:lnTo>
                        <a:pt x="386" y="13"/>
                      </a:lnTo>
                      <a:lnTo>
                        <a:pt x="400" y="18"/>
                      </a:lnTo>
                      <a:lnTo>
                        <a:pt x="413" y="24"/>
                      </a:lnTo>
                      <a:lnTo>
                        <a:pt x="426" y="29"/>
                      </a:lnTo>
                      <a:lnTo>
                        <a:pt x="439" y="35"/>
                      </a:lnTo>
                      <a:lnTo>
                        <a:pt x="452" y="43"/>
                      </a:lnTo>
                      <a:lnTo>
                        <a:pt x="463" y="51"/>
                      </a:lnTo>
                      <a:lnTo>
                        <a:pt x="475" y="59"/>
                      </a:lnTo>
                      <a:lnTo>
                        <a:pt x="486" y="68"/>
                      </a:lnTo>
                      <a:lnTo>
                        <a:pt x="497" y="77"/>
                      </a:lnTo>
                      <a:lnTo>
                        <a:pt x="508" y="87"/>
                      </a:lnTo>
                      <a:lnTo>
                        <a:pt x="517" y="97"/>
                      </a:lnTo>
                      <a:lnTo>
                        <a:pt x="526" y="108"/>
                      </a:lnTo>
                      <a:lnTo>
                        <a:pt x="536" y="119"/>
                      </a:lnTo>
                      <a:lnTo>
                        <a:pt x="543" y="131"/>
                      </a:lnTo>
                      <a:lnTo>
                        <a:pt x="551" y="142"/>
                      </a:lnTo>
                      <a:lnTo>
                        <a:pt x="559" y="155"/>
                      </a:lnTo>
                      <a:lnTo>
                        <a:pt x="565" y="168"/>
                      </a:lnTo>
                      <a:lnTo>
                        <a:pt x="572" y="181"/>
                      </a:lnTo>
                      <a:lnTo>
                        <a:pt x="576" y="194"/>
                      </a:lnTo>
                      <a:lnTo>
                        <a:pt x="581" y="208"/>
                      </a:lnTo>
                      <a:lnTo>
                        <a:pt x="586" y="222"/>
                      </a:lnTo>
                      <a:lnTo>
                        <a:pt x="589" y="237"/>
                      </a:lnTo>
                      <a:lnTo>
                        <a:pt x="591" y="251"/>
                      </a:lnTo>
                      <a:lnTo>
                        <a:pt x="593" y="267"/>
                      </a:lnTo>
                      <a:lnTo>
                        <a:pt x="594" y="282"/>
                      </a:lnTo>
                      <a:lnTo>
                        <a:pt x="594" y="297"/>
                      </a:lnTo>
                      <a:lnTo>
                        <a:pt x="594" y="312"/>
                      </a:lnTo>
                      <a:lnTo>
                        <a:pt x="593" y="327"/>
                      </a:lnTo>
                      <a:lnTo>
                        <a:pt x="591" y="342"/>
                      </a:lnTo>
                      <a:lnTo>
                        <a:pt x="589" y="356"/>
                      </a:lnTo>
                      <a:lnTo>
                        <a:pt x="586" y="371"/>
                      </a:lnTo>
                      <a:lnTo>
                        <a:pt x="581" y="385"/>
                      </a:lnTo>
                      <a:lnTo>
                        <a:pt x="576" y="398"/>
                      </a:lnTo>
                      <a:lnTo>
                        <a:pt x="572" y="412"/>
                      </a:lnTo>
                      <a:lnTo>
                        <a:pt x="565" y="425"/>
                      </a:lnTo>
                      <a:lnTo>
                        <a:pt x="559" y="438"/>
                      </a:lnTo>
                      <a:lnTo>
                        <a:pt x="551" y="451"/>
                      </a:lnTo>
                      <a:lnTo>
                        <a:pt x="543" y="463"/>
                      </a:lnTo>
                      <a:lnTo>
                        <a:pt x="536" y="474"/>
                      </a:lnTo>
                      <a:lnTo>
                        <a:pt x="526" y="486"/>
                      </a:lnTo>
                      <a:lnTo>
                        <a:pt x="517" y="497"/>
                      </a:lnTo>
                      <a:lnTo>
                        <a:pt x="508" y="506"/>
                      </a:lnTo>
                      <a:lnTo>
                        <a:pt x="497" y="516"/>
                      </a:lnTo>
                      <a:lnTo>
                        <a:pt x="486" y="526"/>
                      </a:lnTo>
                      <a:lnTo>
                        <a:pt x="475" y="534"/>
                      </a:lnTo>
                      <a:lnTo>
                        <a:pt x="463" y="543"/>
                      </a:lnTo>
                      <a:lnTo>
                        <a:pt x="452" y="551"/>
                      </a:lnTo>
                      <a:lnTo>
                        <a:pt x="439" y="558"/>
                      </a:lnTo>
                      <a:lnTo>
                        <a:pt x="426" y="565"/>
                      </a:lnTo>
                      <a:lnTo>
                        <a:pt x="413" y="570"/>
                      </a:lnTo>
                      <a:lnTo>
                        <a:pt x="400" y="575"/>
                      </a:lnTo>
                      <a:lnTo>
                        <a:pt x="386" y="581"/>
                      </a:lnTo>
                      <a:lnTo>
                        <a:pt x="372" y="584"/>
                      </a:lnTo>
                      <a:lnTo>
                        <a:pt x="358" y="587"/>
                      </a:lnTo>
                      <a:lnTo>
                        <a:pt x="342" y="591"/>
                      </a:lnTo>
                      <a:lnTo>
                        <a:pt x="327" y="592"/>
                      </a:lnTo>
                      <a:lnTo>
                        <a:pt x="312" y="594"/>
                      </a:lnTo>
                      <a:lnTo>
                        <a:pt x="297" y="594"/>
                      </a:lnTo>
                      <a:lnTo>
                        <a:pt x="282" y="594"/>
                      </a:lnTo>
                      <a:lnTo>
                        <a:pt x="267" y="592"/>
                      </a:lnTo>
                      <a:lnTo>
                        <a:pt x="252" y="591"/>
                      </a:lnTo>
                      <a:lnTo>
                        <a:pt x="238" y="587"/>
                      </a:lnTo>
                      <a:lnTo>
                        <a:pt x="224" y="584"/>
                      </a:lnTo>
                      <a:lnTo>
                        <a:pt x="209" y="581"/>
                      </a:lnTo>
                      <a:lnTo>
                        <a:pt x="196" y="575"/>
                      </a:lnTo>
                      <a:lnTo>
                        <a:pt x="182" y="570"/>
                      </a:lnTo>
                      <a:lnTo>
                        <a:pt x="169" y="565"/>
                      </a:lnTo>
                      <a:lnTo>
                        <a:pt x="156" y="558"/>
                      </a:lnTo>
                      <a:lnTo>
                        <a:pt x="144" y="551"/>
                      </a:lnTo>
                      <a:lnTo>
                        <a:pt x="132" y="543"/>
                      </a:lnTo>
                      <a:lnTo>
                        <a:pt x="120" y="534"/>
                      </a:lnTo>
                      <a:lnTo>
                        <a:pt x="108" y="526"/>
                      </a:lnTo>
                      <a:lnTo>
                        <a:pt x="97" y="516"/>
                      </a:lnTo>
                      <a:lnTo>
                        <a:pt x="88" y="506"/>
                      </a:lnTo>
                      <a:lnTo>
                        <a:pt x="78" y="497"/>
                      </a:lnTo>
                      <a:lnTo>
                        <a:pt x="68" y="486"/>
                      </a:lnTo>
                      <a:lnTo>
                        <a:pt x="59" y="474"/>
                      </a:lnTo>
                      <a:lnTo>
                        <a:pt x="51" y="463"/>
                      </a:lnTo>
                      <a:lnTo>
                        <a:pt x="43" y="451"/>
                      </a:lnTo>
                      <a:lnTo>
                        <a:pt x="36" y="438"/>
                      </a:lnTo>
                      <a:lnTo>
                        <a:pt x="29" y="425"/>
                      </a:lnTo>
                      <a:lnTo>
                        <a:pt x="24" y="412"/>
                      </a:lnTo>
                      <a:lnTo>
                        <a:pt x="18" y="398"/>
                      </a:lnTo>
                      <a:lnTo>
                        <a:pt x="14" y="385"/>
                      </a:lnTo>
                      <a:lnTo>
                        <a:pt x="10" y="371"/>
                      </a:lnTo>
                      <a:lnTo>
                        <a:pt x="7" y="356"/>
                      </a:lnTo>
                      <a:lnTo>
                        <a:pt x="3" y="342"/>
                      </a:lnTo>
                      <a:lnTo>
                        <a:pt x="2" y="327"/>
                      </a:lnTo>
                      <a:lnTo>
                        <a:pt x="1" y="312"/>
                      </a:lnTo>
                      <a:lnTo>
                        <a:pt x="0" y="297"/>
                      </a:lnTo>
                      <a:lnTo>
                        <a:pt x="1" y="282"/>
                      </a:lnTo>
                      <a:lnTo>
                        <a:pt x="2" y="267"/>
                      </a:lnTo>
                      <a:lnTo>
                        <a:pt x="3" y="251"/>
                      </a:lnTo>
                      <a:lnTo>
                        <a:pt x="7" y="237"/>
                      </a:lnTo>
                      <a:lnTo>
                        <a:pt x="10" y="222"/>
                      </a:lnTo>
                      <a:lnTo>
                        <a:pt x="14" y="208"/>
                      </a:lnTo>
                      <a:lnTo>
                        <a:pt x="18" y="194"/>
                      </a:lnTo>
                      <a:lnTo>
                        <a:pt x="24" y="181"/>
                      </a:lnTo>
                      <a:lnTo>
                        <a:pt x="29" y="168"/>
                      </a:lnTo>
                      <a:lnTo>
                        <a:pt x="36" y="155"/>
                      </a:lnTo>
                      <a:lnTo>
                        <a:pt x="43" y="142"/>
                      </a:lnTo>
                      <a:lnTo>
                        <a:pt x="51" y="131"/>
                      </a:lnTo>
                      <a:lnTo>
                        <a:pt x="59" y="119"/>
                      </a:lnTo>
                      <a:lnTo>
                        <a:pt x="68" y="108"/>
                      </a:lnTo>
                      <a:lnTo>
                        <a:pt x="78" y="97"/>
                      </a:lnTo>
                      <a:lnTo>
                        <a:pt x="88" y="87"/>
                      </a:lnTo>
                      <a:lnTo>
                        <a:pt x="97" y="77"/>
                      </a:lnTo>
                      <a:lnTo>
                        <a:pt x="108" y="68"/>
                      </a:lnTo>
                      <a:lnTo>
                        <a:pt x="120" y="59"/>
                      </a:lnTo>
                      <a:lnTo>
                        <a:pt x="132" y="51"/>
                      </a:lnTo>
                      <a:lnTo>
                        <a:pt x="144" y="43"/>
                      </a:lnTo>
                      <a:lnTo>
                        <a:pt x="156" y="35"/>
                      </a:lnTo>
                      <a:lnTo>
                        <a:pt x="169" y="29"/>
                      </a:lnTo>
                      <a:lnTo>
                        <a:pt x="182" y="24"/>
                      </a:lnTo>
                      <a:lnTo>
                        <a:pt x="196" y="18"/>
                      </a:lnTo>
                      <a:lnTo>
                        <a:pt x="209" y="13"/>
                      </a:lnTo>
                      <a:lnTo>
                        <a:pt x="224" y="10"/>
                      </a:lnTo>
                      <a:lnTo>
                        <a:pt x="238" y="6"/>
                      </a:lnTo>
                      <a:lnTo>
                        <a:pt x="252" y="3"/>
                      </a:lnTo>
                      <a:lnTo>
                        <a:pt x="267" y="1"/>
                      </a:lnTo>
                      <a:lnTo>
                        <a:pt x="282" y="0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8" name="íṡlíḋ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F352B04-F251-49D2-97CB-9AC37CCC466B}"/>
                    </a:ext>
                  </a:extLst>
                </p:cNvPr>
                <p:cNvSpPr/>
                <p:nvPr/>
              </p:nvSpPr>
              <p:spPr bwMode="auto">
                <a:xfrm>
                  <a:off x="6644984" y="3128797"/>
                  <a:ext cx="180293" cy="180293"/>
                </a:xfrm>
                <a:custGeom>
                  <a:avLst/>
                  <a:gdLst>
                    <a:gd name="T0" fmla="*/ 393 w 714"/>
                    <a:gd name="T1" fmla="*/ 2 h 715"/>
                    <a:gd name="T2" fmla="*/ 446 w 714"/>
                    <a:gd name="T3" fmla="*/ 10 h 715"/>
                    <a:gd name="T4" fmla="*/ 495 w 714"/>
                    <a:gd name="T5" fmla="*/ 28 h 715"/>
                    <a:gd name="T6" fmla="*/ 542 w 714"/>
                    <a:gd name="T7" fmla="*/ 51 h 715"/>
                    <a:gd name="T8" fmla="*/ 584 w 714"/>
                    <a:gd name="T9" fmla="*/ 82 h 715"/>
                    <a:gd name="T10" fmla="*/ 621 w 714"/>
                    <a:gd name="T11" fmla="*/ 116 h 715"/>
                    <a:gd name="T12" fmla="*/ 653 w 714"/>
                    <a:gd name="T13" fmla="*/ 157 h 715"/>
                    <a:gd name="T14" fmla="*/ 679 w 714"/>
                    <a:gd name="T15" fmla="*/ 203 h 715"/>
                    <a:gd name="T16" fmla="*/ 698 w 714"/>
                    <a:gd name="T17" fmla="*/ 251 h 715"/>
                    <a:gd name="T18" fmla="*/ 710 w 714"/>
                    <a:gd name="T19" fmla="*/ 303 h 715"/>
                    <a:gd name="T20" fmla="*/ 714 w 714"/>
                    <a:gd name="T21" fmla="*/ 357 h 715"/>
                    <a:gd name="T22" fmla="*/ 710 w 714"/>
                    <a:gd name="T23" fmla="*/ 411 h 715"/>
                    <a:gd name="T24" fmla="*/ 698 w 714"/>
                    <a:gd name="T25" fmla="*/ 463 h 715"/>
                    <a:gd name="T26" fmla="*/ 679 w 714"/>
                    <a:gd name="T27" fmla="*/ 512 h 715"/>
                    <a:gd name="T28" fmla="*/ 653 w 714"/>
                    <a:gd name="T29" fmla="*/ 557 h 715"/>
                    <a:gd name="T30" fmla="*/ 621 w 714"/>
                    <a:gd name="T31" fmla="*/ 597 h 715"/>
                    <a:gd name="T32" fmla="*/ 584 w 714"/>
                    <a:gd name="T33" fmla="*/ 633 h 715"/>
                    <a:gd name="T34" fmla="*/ 542 w 714"/>
                    <a:gd name="T35" fmla="*/ 663 h 715"/>
                    <a:gd name="T36" fmla="*/ 495 w 714"/>
                    <a:gd name="T37" fmla="*/ 687 h 715"/>
                    <a:gd name="T38" fmla="*/ 446 w 714"/>
                    <a:gd name="T39" fmla="*/ 703 h 715"/>
                    <a:gd name="T40" fmla="*/ 393 w 714"/>
                    <a:gd name="T41" fmla="*/ 712 h 715"/>
                    <a:gd name="T42" fmla="*/ 338 w 714"/>
                    <a:gd name="T43" fmla="*/ 714 h 715"/>
                    <a:gd name="T44" fmla="*/ 285 w 714"/>
                    <a:gd name="T45" fmla="*/ 707 h 715"/>
                    <a:gd name="T46" fmla="*/ 234 w 714"/>
                    <a:gd name="T47" fmla="*/ 693 h 715"/>
                    <a:gd name="T48" fmla="*/ 186 w 714"/>
                    <a:gd name="T49" fmla="*/ 671 h 715"/>
                    <a:gd name="T50" fmla="*/ 143 w 714"/>
                    <a:gd name="T51" fmla="*/ 643 h 715"/>
                    <a:gd name="T52" fmla="*/ 104 w 714"/>
                    <a:gd name="T53" fmla="*/ 610 h 715"/>
                    <a:gd name="T54" fmla="*/ 70 w 714"/>
                    <a:gd name="T55" fmla="*/ 571 h 715"/>
                    <a:gd name="T56" fmla="*/ 43 w 714"/>
                    <a:gd name="T57" fmla="*/ 528 h 715"/>
                    <a:gd name="T58" fmla="*/ 21 w 714"/>
                    <a:gd name="T59" fmla="*/ 480 h 715"/>
                    <a:gd name="T60" fmla="*/ 6 w 714"/>
                    <a:gd name="T61" fmla="*/ 429 h 715"/>
                    <a:gd name="T62" fmla="*/ 0 w 714"/>
                    <a:gd name="T63" fmla="*/ 375 h 715"/>
                    <a:gd name="T64" fmla="*/ 1 w 714"/>
                    <a:gd name="T65" fmla="*/ 320 h 715"/>
                    <a:gd name="T66" fmla="*/ 10 w 714"/>
                    <a:gd name="T67" fmla="*/ 267 h 715"/>
                    <a:gd name="T68" fmla="*/ 28 w 714"/>
                    <a:gd name="T69" fmla="*/ 218 h 715"/>
                    <a:gd name="T70" fmla="*/ 50 w 714"/>
                    <a:gd name="T71" fmla="*/ 171 h 715"/>
                    <a:gd name="T72" fmla="*/ 81 w 714"/>
                    <a:gd name="T73" fmla="*/ 129 h 715"/>
                    <a:gd name="T74" fmla="*/ 116 w 714"/>
                    <a:gd name="T75" fmla="*/ 93 h 715"/>
                    <a:gd name="T76" fmla="*/ 156 w 714"/>
                    <a:gd name="T77" fmla="*/ 61 h 715"/>
                    <a:gd name="T78" fmla="*/ 202 w 714"/>
                    <a:gd name="T79" fmla="*/ 35 h 715"/>
                    <a:gd name="T80" fmla="*/ 250 w 714"/>
                    <a:gd name="T81" fmla="*/ 16 h 715"/>
                    <a:gd name="T82" fmla="*/ 302 w 714"/>
                    <a:gd name="T83" fmla="*/ 4 h 715"/>
                    <a:gd name="T84" fmla="*/ 356 w 714"/>
                    <a:gd name="T85" fmla="*/ 0 h 7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714" h="715">
                      <a:moveTo>
                        <a:pt x="356" y="0"/>
                      </a:moveTo>
                      <a:lnTo>
                        <a:pt x="375" y="1"/>
                      </a:lnTo>
                      <a:lnTo>
                        <a:pt x="393" y="2"/>
                      </a:lnTo>
                      <a:lnTo>
                        <a:pt x="411" y="4"/>
                      </a:lnTo>
                      <a:lnTo>
                        <a:pt x="428" y="7"/>
                      </a:lnTo>
                      <a:lnTo>
                        <a:pt x="446" y="10"/>
                      </a:lnTo>
                      <a:lnTo>
                        <a:pt x="463" y="16"/>
                      </a:lnTo>
                      <a:lnTo>
                        <a:pt x="479" y="21"/>
                      </a:lnTo>
                      <a:lnTo>
                        <a:pt x="495" y="28"/>
                      </a:lnTo>
                      <a:lnTo>
                        <a:pt x="512" y="35"/>
                      </a:lnTo>
                      <a:lnTo>
                        <a:pt x="527" y="43"/>
                      </a:lnTo>
                      <a:lnTo>
                        <a:pt x="542" y="51"/>
                      </a:lnTo>
                      <a:lnTo>
                        <a:pt x="556" y="61"/>
                      </a:lnTo>
                      <a:lnTo>
                        <a:pt x="570" y="71"/>
                      </a:lnTo>
                      <a:lnTo>
                        <a:pt x="584" y="82"/>
                      </a:lnTo>
                      <a:lnTo>
                        <a:pt x="597" y="93"/>
                      </a:lnTo>
                      <a:lnTo>
                        <a:pt x="609" y="104"/>
                      </a:lnTo>
                      <a:lnTo>
                        <a:pt x="621" y="116"/>
                      </a:lnTo>
                      <a:lnTo>
                        <a:pt x="633" y="129"/>
                      </a:lnTo>
                      <a:lnTo>
                        <a:pt x="643" y="143"/>
                      </a:lnTo>
                      <a:lnTo>
                        <a:pt x="653" y="157"/>
                      </a:lnTo>
                      <a:lnTo>
                        <a:pt x="662" y="171"/>
                      </a:lnTo>
                      <a:lnTo>
                        <a:pt x="670" y="186"/>
                      </a:lnTo>
                      <a:lnTo>
                        <a:pt x="679" y="203"/>
                      </a:lnTo>
                      <a:lnTo>
                        <a:pt x="685" y="218"/>
                      </a:lnTo>
                      <a:lnTo>
                        <a:pt x="692" y="234"/>
                      </a:lnTo>
                      <a:lnTo>
                        <a:pt x="698" y="251"/>
                      </a:lnTo>
                      <a:lnTo>
                        <a:pt x="703" y="267"/>
                      </a:lnTo>
                      <a:lnTo>
                        <a:pt x="707" y="285"/>
                      </a:lnTo>
                      <a:lnTo>
                        <a:pt x="710" y="303"/>
                      </a:lnTo>
                      <a:lnTo>
                        <a:pt x="712" y="320"/>
                      </a:lnTo>
                      <a:lnTo>
                        <a:pt x="714" y="339"/>
                      </a:lnTo>
                      <a:lnTo>
                        <a:pt x="714" y="357"/>
                      </a:lnTo>
                      <a:lnTo>
                        <a:pt x="714" y="375"/>
                      </a:lnTo>
                      <a:lnTo>
                        <a:pt x="712" y="394"/>
                      </a:lnTo>
                      <a:lnTo>
                        <a:pt x="710" y="411"/>
                      </a:lnTo>
                      <a:lnTo>
                        <a:pt x="707" y="429"/>
                      </a:lnTo>
                      <a:lnTo>
                        <a:pt x="703" y="447"/>
                      </a:lnTo>
                      <a:lnTo>
                        <a:pt x="698" y="463"/>
                      </a:lnTo>
                      <a:lnTo>
                        <a:pt x="692" y="480"/>
                      </a:lnTo>
                      <a:lnTo>
                        <a:pt x="685" y="496"/>
                      </a:lnTo>
                      <a:lnTo>
                        <a:pt x="679" y="512"/>
                      </a:lnTo>
                      <a:lnTo>
                        <a:pt x="670" y="528"/>
                      </a:lnTo>
                      <a:lnTo>
                        <a:pt x="662" y="543"/>
                      </a:lnTo>
                      <a:lnTo>
                        <a:pt x="653" y="557"/>
                      </a:lnTo>
                      <a:lnTo>
                        <a:pt x="643" y="571"/>
                      </a:lnTo>
                      <a:lnTo>
                        <a:pt x="633" y="584"/>
                      </a:lnTo>
                      <a:lnTo>
                        <a:pt x="621" y="597"/>
                      </a:lnTo>
                      <a:lnTo>
                        <a:pt x="609" y="610"/>
                      </a:lnTo>
                      <a:lnTo>
                        <a:pt x="597" y="622"/>
                      </a:lnTo>
                      <a:lnTo>
                        <a:pt x="584" y="633"/>
                      </a:lnTo>
                      <a:lnTo>
                        <a:pt x="570" y="643"/>
                      </a:lnTo>
                      <a:lnTo>
                        <a:pt x="556" y="653"/>
                      </a:lnTo>
                      <a:lnTo>
                        <a:pt x="542" y="663"/>
                      </a:lnTo>
                      <a:lnTo>
                        <a:pt x="527" y="671"/>
                      </a:lnTo>
                      <a:lnTo>
                        <a:pt x="512" y="679"/>
                      </a:lnTo>
                      <a:lnTo>
                        <a:pt x="495" y="687"/>
                      </a:lnTo>
                      <a:lnTo>
                        <a:pt x="479" y="693"/>
                      </a:lnTo>
                      <a:lnTo>
                        <a:pt x="463" y="698"/>
                      </a:lnTo>
                      <a:lnTo>
                        <a:pt x="446" y="703"/>
                      </a:lnTo>
                      <a:lnTo>
                        <a:pt x="428" y="707"/>
                      </a:lnTo>
                      <a:lnTo>
                        <a:pt x="411" y="710"/>
                      </a:lnTo>
                      <a:lnTo>
                        <a:pt x="393" y="712"/>
                      </a:lnTo>
                      <a:lnTo>
                        <a:pt x="375" y="714"/>
                      </a:lnTo>
                      <a:lnTo>
                        <a:pt x="356" y="715"/>
                      </a:lnTo>
                      <a:lnTo>
                        <a:pt x="338" y="714"/>
                      </a:lnTo>
                      <a:lnTo>
                        <a:pt x="320" y="712"/>
                      </a:lnTo>
                      <a:lnTo>
                        <a:pt x="302" y="710"/>
                      </a:lnTo>
                      <a:lnTo>
                        <a:pt x="285" y="707"/>
                      </a:lnTo>
                      <a:lnTo>
                        <a:pt x="267" y="703"/>
                      </a:lnTo>
                      <a:lnTo>
                        <a:pt x="250" y="698"/>
                      </a:lnTo>
                      <a:lnTo>
                        <a:pt x="234" y="693"/>
                      </a:lnTo>
                      <a:lnTo>
                        <a:pt x="218" y="687"/>
                      </a:lnTo>
                      <a:lnTo>
                        <a:pt x="202" y="679"/>
                      </a:lnTo>
                      <a:lnTo>
                        <a:pt x="186" y="671"/>
                      </a:lnTo>
                      <a:lnTo>
                        <a:pt x="171" y="663"/>
                      </a:lnTo>
                      <a:lnTo>
                        <a:pt x="156" y="653"/>
                      </a:lnTo>
                      <a:lnTo>
                        <a:pt x="143" y="643"/>
                      </a:lnTo>
                      <a:lnTo>
                        <a:pt x="129" y="633"/>
                      </a:lnTo>
                      <a:lnTo>
                        <a:pt x="116" y="622"/>
                      </a:lnTo>
                      <a:lnTo>
                        <a:pt x="104" y="610"/>
                      </a:lnTo>
                      <a:lnTo>
                        <a:pt x="92" y="597"/>
                      </a:lnTo>
                      <a:lnTo>
                        <a:pt x="81" y="584"/>
                      </a:lnTo>
                      <a:lnTo>
                        <a:pt x="70" y="571"/>
                      </a:lnTo>
                      <a:lnTo>
                        <a:pt x="60" y="557"/>
                      </a:lnTo>
                      <a:lnTo>
                        <a:pt x="50" y="543"/>
                      </a:lnTo>
                      <a:lnTo>
                        <a:pt x="43" y="528"/>
                      </a:lnTo>
                      <a:lnTo>
                        <a:pt x="34" y="512"/>
                      </a:lnTo>
                      <a:lnTo>
                        <a:pt x="28" y="496"/>
                      </a:lnTo>
                      <a:lnTo>
                        <a:pt x="21" y="480"/>
                      </a:lnTo>
                      <a:lnTo>
                        <a:pt x="15" y="463"/>
                      </a:lnTo>
                      <a:lnTo>
                        <a:pt x="10" y="447"/>
                      </a:lnTo>
                      <a:lnTo>
                        <a:pt x="6" y="429"/>
                      </a:lnTo>
                      <a:lnTo>
                        <a:pt x="3" y="411"/>
                      </a:lnTo>
                      <a:lnTo>
                        <a:pt x="1" y="394"/>
                      </a:lnTo>
                      <a:lnTo>
                        <a:pt x="0" y="375"/>
                      </a:lnTo>
                      <a:lnTo>
                        <a:pt x="0" y="357"/>
                      </a:lnTo>
                      <a:lnTo>
                        <a:pt x="0" y="339"/>
                      </a:lnTo>
                      <a:lnTo>
                        <a:pt x="1" y="320"/>
                      </a:lnTo>
                      <a:lnTo>
                        <a:pt x="3" y="303"/>
                      </a:lnTo>
                      <a:lnTo>
                        <a:pt x="6" y="285"/>
                      </a:lnTo>
                      <a:lnTo>
                        <a:pt x="10" y="267"/>
                      </a:lnTo>
                      <a:lnTo>
                        <a:pt x="15" y="251"/>
                      </a:lnTo>
                      <a:lnTo>
                        <a:pt x="21" y="234"/>
                      </a:lnTo>
                      <a:lnTo>
                        <a:pt x="28" y="218"/>
                      </a:lnTo>
                      <a:lnTo>
                        <a:pt x="34" y="203"/>
                      </a:lnTo>
                      <a:lnTo>
                        <a:pt x="43" y="186"/>
                      </a:lnTo>
                      <a:lnTo>
                        <a:pt x="50" y="171"/>
                      </a:lnTo>
                      <a:lnTo>
                        <a:pt x="60" y="157"/>
                      </a:lnTo>
                      <a:lnTo>
                        <a:pt x="70" y="143"/>
                      </a:lnTo>
                      <a:lnTo>
                        <a:pt x="81" y="129"/>
                      </a:lnTo>
                      <a:lnTo>
                        <a:pt x="92" y="116"/>
                      </a:lnTo>
                      <a:lnTo>
                        <a:pt x="104" y="104"/>
                      </a:lnTo>
                      <a:lnTo>
                        <a:pt x="116" y="93"/>
                      </a:lnTo>
                      <a:lnTo>
                        <a:pt x="129" y="82"/>
                      </a:lnTo>
                      <a:lnTo>
                        <a:pt x="143" y="71"/>
                      </a:lnTo>
                      <a:lnTo>
                        <a:pt x="156" y="61"/>
                      </a:lnTo>
                      <a:lnTo>
                        <a:pt x="171" y="51"/>
                      </a:lnTo>
                      <a:lnTo>
                        <a:pt x="186" y="43"/>
                      </a:lnTo>
                      <a:lnTo>
                        <a:pt x="202" y="35"/>
                      </a:lnTo>
                      <a:lnTo>
                        <a:pt x="218" y="28"/>
                      </a:lnTo>
                      <a:lnTo>
                        <a:pt x="234" y="21"/>
                      </a:lnTo>
                      <a:lnTo>
                        <a:pt x="250" y="16"/>
                      </a:lnTo>
                      <a:lnTo>
                        <a:pt x="267" y="10"/>
                      </a:lnTo>
                      <a:lnTo>
                        <a:pt x="285" y="7"/>
                      </a:lnTo>
                      <a:lnTo>
                        <a:pt x="302" y="4"/>
                      </a:lnTo>
                      <a:lnTo>
                        <a:pt x="320" y="2"/>
                      </a:lnTo>
                      <a:lnTo>
                        <a:pt x="338" y="1"/>
                      </a:lnTo>
                      <a:lnTo>
                        <a:pt x="35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9" name="îšľíď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B3F3F33-93D7-401B-BB9F-980BFC7B7AEC}"/>
                    </a:ext>
                  </a:extLst>
                </p:cNvPr>
                <p:cNvSpPr/>
                <p:nvPr/>
              </p:nvSpPr>
              <p:spPr bwMode="auto">
                <a:xfrm>
                  <a:off x="6950874" y="3470139"/>
                  <a:ext cx="135726" cy="135726"/>
                </a:xfrm>
                <a:custGeom>
                  <a:avLst/>
                  <a:gdLst>
                    <a:gd name="T0" fmla="*/ 295 w 536"/>
                    <a:gd name="T1" fmla="*/ 1 h 535"/>
                    <a:gd name="T2" fmla="*/ 335 w 536"/>
                    <a:gd name="T3" fmla="*/ 8 h 535"/>
                    <a:gd name="T4" fmla="*/ 373 w 536"/>
                    <a:gd name="T5" fmla="*/ 20 h 535"/>
                    <a:gd name="T6" fmla="*/ 408 w 536"/>
                    <a:gd name="T7" fmla="*/ 39 h 535"/>
                    <a:gd name="T8" fmla="*/ 439 w 536"/>
                    <a:gd name="T9" fmla="*/ 60 h 535"/>
                    <a:gd name="T10" fmla="*/ 467 w 536"/>
                    <a:gd name="T11" fmla="*/ 87 h 535"/>
                    <a:gd name="T12" fmla="*/ 491 w 536"/>
                    <a:gd name="T13" fmla="*/ 117 h 535"/>
                    <a:gd name="T14" fmla="*/ 510 w 536"/>
                    <a:gd name="T15" fmla="*/ 151 h 535"/>
                    <a:gd name="T16" fmla="*/ 524 w 536"/>
                    <a:gd name="T17" fmla="*/ 188 h 535"/>
                    <a:gd name="T18" fmla="*/ 533 w 536"/>
                    <a:gd name="T19" fmla="*/ 227 h 535"/>
                    <a:gd name="T20" fmla="*/ 536 w 536"/>
                    <a:gd name="T21" fmla="*/ 268 h 535"/>
                    <a:gd name="T22" fmla="*/ 533 w 536"/>
                    <a:gd name="T23" fmla="*/ 309 h 535"/>
                    <a:gd name="T24" fmla="*/ 524 w 536"/>
                    <a:gd name="T25" fmla="*/ 347 h 535"/>
                    <a:gd name="T26" fmla="*/ 510 w 536"/>
                    <a:gd name="T27" fmla="*/ 383 h 535"/>
                    <a:gd name="T28" fmla="*/ 491 w 536"/>
                    <a:gd name="T29" fmla="*/ 418 h 535"/>
                    <a:gd name="T30" fmla="*/ 467 w 536"/>
                    <a:gd name="T31" fmla="*/ 448 h 535"/>
                    <a:gd name="T32" fmla="*/ 439 w 536"/>
                    <a:gd name="T33" fmla="*/ 474 h 535"/>
                    <a:gd name="T34" fmla="*/ 408 w 536"/>
                    <a:gd name="T35" fmla="*/ 497 h 535"/>
                    <a:gd name="T36" fmla="*/ 373 w 536"/>
                    <a:gd name="T37" fmla="*/ 515 h 535"/>
                    <a:gd name="T38" fmla="*/ 335 w 536"/>
                    <a:gd name="T39" fmla="*/ 527 h 535"/>
                    <a:gd name="T40" fmla="*/ 295 w 536"/>
                    <a:gd name="T41" fmla="*/ 534 h 535"/>
                    <a:gd name="T42" fmla="*/ 254 w 536"/>
                    <a:gd name="T43" fmla="*/ 535 h 535"/>
                    <a:gd name="T44" fmla="*/ 214 w 536"/>
                    <a:gd name="T45" fmla="*/ 530 h 535"/>
                    <a:gd name="T46" fmla="*/ 176 w 536"/>
                    <a:gd name="T47" fmla="*/ 519 h 535"/>
                    <a:gd name="T48" fmla="*/ 141 w 536"/>
                    <a:gd name="T49" fmla="*/ 503 h 535"/>
                    <a:gd name="T50" fmla="*/ 108 w 536"/>
                    <a:gd name="T51" fmla="*/ 482 h 535"/>
                    <a:gd name="T52" fmla="*/ 79 w 536"/>
                    <a:gd name="T53" fmla="*/ 457 h 535"/>
                    <a:gd name="T54" fmla="*/ 53 w 536"/>
                    <a:gd name="T55" fmla="*/ 427 h 535"/>
                    <a:gd name="T56" fmla="*/ 33 w 536"/>
                    <a:gd name="T57" fmla="*/ 395 h 535"/>
                    <a:gd name="T58" fmla="*/ 17 w 536"/>
                    <a:gd name="T59" fmla="*/ 359 h 535"/>
                    <a:gd name="T60" fmla="*/ 6 w 536"/>
                    <a:gd name="T61" fmla="*/ 322 h 535"/>
                    <a:gd name="T62" fmla="*/ 0 w 536"/>
                    <a:gd name="T63" fmla="*/ 282 h 535"/>
                    <a:gd name="T64" fmla="*/ 1 w 536"/>
                    <a:gd name="T65" fmla="*/ 239 h 535"/>
                    <a:gd name="T66" fmla="*/ 9 w 536"/>
                    <a:gd name="T67" fmla="*/ 201 h 535"/>
                    <a:gd name="T68" fmla="*/ 21 w 536"/>
                    <a:gd name="T69" fmla="*/ 163 h 535"/>
                    <a:gd name="T70" fmla="*/ 39 w 536"/>
                    <a:gd name="T71" fmla="*/ 128 h 535"/>
                    <a:gd name="T72" fmla="*/ 61 w 536"/>
                    <a:gd name="T73" fmla="*/ 97 h 535"/>
                    <a:gd name="T74" fmla="*/ 88 w 536"/>
                    <a:gd name="T75" fmla="*/ 69 h 535"/>
                    <a:gd name="T76" fmla="*/ 118 w 536"/>
                    <a:gd name="T77" fmla="*/ 45 h 535"/>
                    <a:gd name="T78" fmla="*/ 152 w 536"/>
                    <a:gd name="T79" fmla="*/ 26 h 535"/>
                    <a:gd name="T80" fmla="*/ 188 w 536"/>
                    <a:gd name="T81" fmla="*/ 12 h 535"/>
                    <a:gd name="T82" fmla="*/ 227 w 536"/>
                    <a:gd name="T83" fmla="*/ 3 h 535"/>
                    <a:gd name="T84" fmla="*/ 268 w 536"/>
                    <a:gd name="T85" fmla="*/ 0 h 5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36" h="535">
                      <a:moveTo>
                        <a:pt x="268" y="0"/>
                      </a:moveTo>
                      <a:lnTo>
                        <a:pt x="282" y="0"/>
                      </a:lnTo>
                      <a:lnTo>
                        <a:pt x="295" y="1"/>
                      </a:lnTo>
                      <a:lnTo>
                        <a:pt x="309" y="3"/>
                      </a:lnTo>
                      <a:lnTo>
                        <a:pt x="322" y="5"/>
                      </a:lnTo>
                      <a:lnTo>
                        <a:pt x="335" y="8"/>
                      </a:lnTo>
                      <a:lnTo>
                        <a:pt x="348" y="12"/>
                      </a:lnTo>
                      <a:lnTo>
                        <a:pt x="360" y="16"/>
                      </a:lnTo>
                      <a:lnTo>
                        <a:pt x="373" y="20"/>
                      </a:lnTo>
                      <a:lnTo>
                        <a:pt x="385" y="26"/>
                      </a:lnTo>
                      <a:lnTo>
                        <a:pt x="396" y="32"/>
                      </a:lnTo>
                      <a:lnTo>
                        <a:pt x="408" y="39"/>
                      </a:lnTo>
                      <a:lnTo>
                        <a:pt x="418" y="45"/>
                      </a:lnTo>
                      <a:lnTo>
                        <a:pt x="428" y="53"/>
                      </a:lnTo>
                      <a:lnTo>
                        <a:pt x="439" y="60"/>
                      </a:lnTo>
                      <a:lnTo>
                        <a:pt x="449" y="69"/>
                      </a:lnTo>
                      <a:lnTo>
                        <a:pt x="457" y="77"/>
                      </a:lnTo>
                      <a:lnTo>
                        <a:pt x="467" y="87"/>
                      </a:lnTo>
                      <a:lnTo>
                        <a:pt x="476" y="97"/>
                      </a:lnTo>
                      <a:lnTo>
                        <a:pt x="483" y="107"/>
                      </a:lnTo>
                      <a:lnTo>
                        <a:pt x="491" y="117"/>
                      </a:lnTo>
                      <a:lnTo>
                        <a:pt x="497" y="128"/>
                      </a:lnTo>
                      <a:lnTo>
                        <a:pt x="504" y="140"/>
                      </a:lnTo>
                      <a:lnTo>
                        <a:pt x="510" y="151"/>
                      </a:lnTo>
                      <a:lnTo>
                        <a:pt x="516" y="163"/>
                      </a:lnTo>
                      <a:lnTo>
                        <a:pt x="520" y="176"/>
                      </a:lnTo>
                      <a:lnTo>
                        <a:pt x="524" y="188"/>
                      </a:lnTo>
                      <a:lnTo>
                        <a:pt x="527" y="201"/>
                      </a:lnTo>
                      <a:lnTo>
                        <a:pt x="531" y="214"/>
                      </a:lnTo>
                      <a:lnTo>
                        <a:pt x="533" y="227"/>
                      </a:lnTo>
                      <a:lnTo>
                        <a:pt x="535" y="239"/>
                      </a:lnTo>
                      <a:lnTo>
                        <a:pt x="536" y="254"/>
                      </a:lnTo>
                      <a:lnTo>
                        <a:pt x="536" y="268"/>
                      </a:lnTo>
                      <a:lnTo>
                        <a:pt x="536" y="282"/>
                      </a:lnTo>
                      <a:lnTo>
                        <a:pt x="535" y="295"/>
                      </a:lnTo>
                      <a:lnTo>
                        <a:pt x="533" y="309"/>
                      </a:lnTo>
                      <a:lnTo>
                        <a:pt x="531" y="322"/>
                      </a:lnTo>
                      <a:lnTo>
                        <a:pt x="527" y="335"/>
                      </a:lnTo>
                      <a:lnTo>
                        <a:pt x="524" y="347"/>
                      </a:lnTo>
                      <a:lnTo>
                        <a:pt x="520" y="359"/>
                      </a:lnTo>
                      <a:lnTo>
                        <a:pt x="516" y="371"/>
                      </a:lnTo>
                      <a:lnTo>
                        <a:pt x="510" y="383"/>
                      </a:lnTo>
                      <a:lnTo>
                        <a:pt x="504" y="395"/>
                      </a:lnTo>
                      <a:lnTo>
                        <a:pt x="497" y="407"/>
                      </a:lnTo>
                      <a:lnTo>
                        <a:pt x="491" y="418"/>
                      </a:lnTo>
                      <a:lnTo>
                        <a:pt x="483" y="427"/>
                      </a:lnTo>
                      <a:lnTo>
                        <a:pt x="476" y="438"/>
                      </a:lnTo>
                      <a:lnTo>
                        <a:pt x="467" y="448"/>
                      </a:lnTo>
                      <a:lnTo>
                        <a:pt x="457" y="457"/>
                      </a:lnTo>
                      <a:lnTo>
                        <a:pt x="449" y="466"/>
                      </a:lnTo>
                      <a:lnTo>
                        <a:pt x="439" y="474"/>
                      </a:lnTo>
                      <a:lnTo>
                        <a:pt x="428" y="482"/>
                      </a:lnTo>
                      <a:lnTo>
                        <a:pt x="418" y="490"/>
                      </a:lnTo>
                      <a:lnTo>
                        <a:pt x="408" y="497"/>
                      </a:lnTo>
                      <a:lnTo>
                        <a:pt x="396" y="503"/>
                      </a:lnTo>
                      <a:lnTo>
                        <a:pt x="385" y="509"/>
                      </a:lnTo>
                      <a:lnTo>
                        <a:pt x="373" y="515"/>
                      </a:lnTo>
                      <a:lnTo>
                        <a:pt x="360" y="519"/>
                      </a:lnTo>
                      <a:lnTo>
                        <a:pt x="348" y="524"/>
                      </a:lnTo>
                      <a:lnTo>
                        <a:pt x="335" y="527"/>
                      </a:lnTo>
                      <a:lnTo>
                        <a:pt x="322" y="530"/>
                      </a:lnTo>
                      <a:lnTo>
                        <a:pt x="309" y="532"/>
                      </a:lnTo>
                      <a:lnTo>
                        <a:pt x="295" y="534"/>
                      </a:lnTo>
                      <a:lnTo>
                        <a:pt x="282" y="535"/>
                      </a:lnTo>
                      <a:lnTo>
                        <a:pt x="268" y="535"/>
                      </a:lnTo>
                      <a:lnTo>
                        <a:pt x="254" y="535"/>
                      </a:lnTo>
                      <a:lnTo>
                        <a:pt x="241" y="534"/>
                      </a:lnTo>
                      <a:lnTo>
                        <a:pt x="227" y="532"/>
                      </a:lnTo>
                      <a:lnTo>
                        <a:pt x="214" y="530"/>
                      </a:lnTo>
                      <a:lnTo>
                        <a:pt x="201" y="527"/>
                      </a:lnTo>
                      <a:lnTo>
                        <a:pt x="188" y="524"/>
                      </a:lnTo>
                      <a:lnTo>
                        <a:pt x="176" y="519"/>
                      </a:lnTo>
                      <a:lnTo>
                        <a:pt x="163" y="515"/>
                      </a:lnTo>
                      <a:lnTo>
                        <a:pt x="152" y="509"/>
                      </a:lnTo>
                      <a:lnTo>
                        <a:pt x="141" y="503"/>
                      </a:lnTo>
                      <a:lnTo>
                        <a:pt x="129" y="497"/>
                      </a:lnTo>
                      <a:lnTo>
                        <a:pt x="118" y="490"/>
                      </a:lnTo>
                      <a:lnTo>
                        <a:pt x="108" y="482"/>
                      </a:lnTo>
                      <a:lnTo>
                        <a:pt x="98" y="474"/>
                      </a:lnTo>
                      <a:lnTo>
                        <a:pt x="88" y="466"/>
                      </a:lnTo>
                      <a:lnTo>
                        <a:pt x="79" y="457"/>
                      </a:lnTo>
                      <a:lnTo>
                        <a:pt x="69" y="448"/>
                      </a:lnTo>
                      <a:lnTo>
                        <a:pt x="61" y="438"/>
                      </a:lnTo>
                      <a:lnTo>
                        <a:pt x="53" y="427"/>
                      </a:lnTo>
                      <a:lnTo>
                        <a:pt x="46" y="418"/>
                      </a:lnTo>
                      <a:lnTo>
                        <a:pt x="39" y="407"/>
                      </a:lnTo>
                      <a:lnTo>
                        <a:pt x="33" y="395"/>
                      </a:lnTo>
                      <a:lnTo>
                        <a:pt x="26" y="383"/>
                      </a:lnTo>
                      <a:lnTo>
                        <a:pt x="21" y="371"/>
                      </a:lnTo>
                      <a:lnTo>
                        <a:pt x="17" y="359"/>
                      </a:lnTo>
                      <a:lnTo>
                        <a:pt x="12" y="347"/>
                      </a:lnTo>
                      <a:lnTo>
                        <a:pt x="9" y="335"/>
                      </a:lnTo>
                      <a:lnTo>
                        <a:pt x="6" y="322"/>
                      </a:lnTo>
                      <a:lnTo>
                        <a:pt x="4" y="309"/>
                      </a:lnTo>
                      <a:lnTo>
                        <a:pt x="1" y="295"/>
                      </a:lnTo>
                      <a:lnTo>
                        <a:pt x="0" y="282"/>
                      </a:lnTo>
                      <a:lnTo>
                        <a:pt x="0" y="268"/>
                      </a:lnTo>
                      <a:lnTo>
                        <a:pt x="0" y="254"/>
                      </a:lnTo>
                      <a:lnTo>
                        <a:pt x="1" y="239"/>
                      </a:lnTo>
                      <a:lnTo>
                        <a:pt x="4" y="227"/>
                      </a:lnTo>
                      <a:lnTo>
                        <a:pt x="6" y="214"/>
                      </a:lnTo>
                      <a:lnTo>
                        <a:pt x="9" y="201"/>
                      </a:lnTo>
                      <a:lnTo>
                        <a:pt x="12" y="188"/>
                      </a:lnTo>
                      <a:lnTo>
                        <a:pt x="17" y="176"/>
                      </a:lnTo>
                      <a:lnTo>
                        <a:pt x="21" y="163"/>
                      </a:lnTo>
                      <a:lnTo>
                        <a:pt x="26" y="151"/>
                      </a:lnTo>
                      <a:lnTo>
                        <a:pt x="33" y="140"/>
                      </a:lnTo>
                      <a:lnTo>
                        <a:pt x="39" y="128"/>
                      </a:lnTo>
                      <a:lnTo>
                        <a:pt x="46" y="117"/>
                      </a:lnTo>
                      <a:lnTo>
                        <a:pt x="53" y="107"/>
                      </a:lnTo>
                      <a:lnTo>
                        <a:pt x="61" y="97"/>
                      </a:lnTo>
                      <a:lnTo>
                        <a:pt x="69" y="87"/>
                      </a:lnTo>
                      <a:lnTo>
                        <a:pt x="79" y="77"/>
                      </a:lnTo>
                      <a:lnTo>
                        <a:pt x="88" y="69"/>
                      </a:lnTo>
                      <a:lnTo>
                        <a:pt x="98" y="60"/>
                      </a:lnTo>
                      <a:lnTo>
                        <a:pt x="108" y="53"/>
                      </a:lnTo>
                      <a:lnTo>
                        <a:pt x="118" y="45"/>
                      </a:lnTo>
                      <a:lnTo>
                        <a:pt x="129" y="39"/>
                      </a:lnTo>
                      <a:lnTo>
                        <a:pt x="141" y="32"/>
                      </a:lnTo>
                      <a:lnTo>
                        <a:pt x="152" y="26"/>
                      </a:lnTo>
                      <a:lnTo>
                        <a:pt x="163" y="20"/>
                      </a:lnTo>
                      <a:lnTo>
                        <a:pt x="176" y="16"/>
                      </a:lnTo>
                      <a:lnTo>
                        <a:pt x="188" y="12"/>
                      </a:lnTo>
                      <a:lnTo>
                        <a:pt x="201" y="8"/>
                      </a:lnTo>
                      <a:lnTo>
                        <a:pt x="214" y="5"/>
                      </a:lnTo>
                      <a:lnTo>
                        <a:pt x="227" y="3"/>
                      </a:lnTo>
                      <a:lnTo>
                        <a:pt x="241" y="1"/>
                      </a:lnTo>
                      <a:lnTo>
                        <a:pt x="254" y="0"/>
                      </a:lnTo>
                      <a:lnTo>
                        <a:pt x="26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0" name="iṧľï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6285168-27E1-40E0-8ABE-856DF5FB774D}"/>
                    </a:ext>
                  </a:extLst>
                </p:cNvPr>
                <p:cNvSpPr/>
                <p:nvPr/>
              </p:nvSpPr>
              <p:spPr bwMode="auto">
                <a:xfrm>
                  <a:off x="7174722" y="2829997"/>
                  <a:ext cx="242079" cy="243092"/>
                </a:xfrm>
                <a:custGeom>
                  <a:avLst/>
                  <a:gdLst>
                    <a:gd name="T0" fmla="*/ 527 w 957"/>
                    <a:gd name="T1" fmla="*/ 3 h 957"/>
                    <a:gd name="T2" fmla="*/ 598 w 957"/>
                    <a:gd name="T3" fmla="*/ 16 h 957"/>
                    <a:gd name="T4" fmla="*/ 665 w 957"/>
                    <a:gd name="T5" fmla="*/ 38 h 957"/>
                    <a:gd name="T6" fmla="*/ 727 w 957"/>
                    <a:gd name="T7" fmla="*/ 70 h 957"/>
                    <a:gd name="T8" fmla="*/ 783 w 957"/>
                    <a:gd name="T9" fmla="*/ 110 h 957"/>
                    <a:gd name="T10" fmla="*/ 833 w 957"/>
                    <a:gd name="T11" fmla="*/ 157 h 957"/>
                    <a:gd name="T12" fmla="*/ 875 w 957"/>
                    <a:gd name="T13" fmla="*/ 211 h 957"/>
                    <a:gd name="T14" fmla="*/ 909 w 957"/>
                    <a:gd name="T15" fmla="*/ 272 h 957"/>
                    <a:gd name="T16" fmla="*/ 935 w 957"/>
                    <a:gd name="T17" fmla="*/ 336 h 957"/>
                    <a:gd name="T18" fmla="*/ 952 w 957"/>
                    <a:gd name="T19" fmla="*/ 405 h 957"/>
                    <a:gd name="T20" fmla="*/ 957 w 957"/>
                    <a:gd name="T21" fmla="*/ 479 h 957"/>
                    <a:gd name="T22" fmla="*/ 952 w 957"/>
                    <a:gd name="T23" fmla="*/ 551 h 957"/>
                    <a:gd name="T24" fmla="*/ 935 w 957"/>
                    <a:gd name="T25" fmla="*/ 621 h 957"/>
                    <a:gd name="T26" fmla="*/ 909 w 957"/>
                    <a:gd name="T27" fmla="*/ 686 h 957"/>
                    <a:gd name="T28" fmla="*/ 875 w 957"/>
                    <a:gd name="T29" fmla="*/ 747 h 957"/>
                    <a:gd name="T30" fmla="*/ 833 w 957"/>
                    <a:gd name="T31" fmla="*/ 801 h 957"/>
                    <a:gd name="T32" fmla="*/ 783 w 957"/>
                    <a:gd name="T33" fmla="*/ 848 h 957"/>
                    <a:gd name="T34" fmla="*/ 727 w 957"/>
                    <a:gd name="T35" fmla="*/ 888 h 957"/>
                    <a:gd name="T36" fmla="*/ 665 w 957"/>
                    <a:gd name="T37" fmla="*/ 920 h 957"/>
                    <a:gd name="T38" fmla="*/ 598 w 957"/>
                    <a:gd name="T39" fmla="*/ 942 h 957"/>
                    <a:gd name="T40" fmla="*/ 527 w 957"/>
                    <a:gd name="T41" fmla="*/ 954 h 957"/>
                    <a:gd name="T42" fmla="*/ 454 w 957"/>
                    <a:gd name="T43" fmla="*/ 956 h 957"/>
                    <a:gd name="T44" fmla="*/ 382 w 957"/>
                    <a:gd name="T45" fmla="*/ 948 h 957"/>
                    <a:gd name="T46" fmla="*/ 314 w 957"/>
                    <a:gd name="T47" fmla="*/ 928 h 957"/>
                    <a:gd name="T48" fmla="*/ 251 w 957"/>
                    <a:gd name="T49" fmla="*/ 899 h 957"/>
                    <a:gd name="T50" fmla="*/ 192 w 957"/>
                    <a:gd name="T51" fmla="*/ 862 h 957"/>
                    <a:gd name="T52" fmla="*/ 140 w 957"/>
                    <a:gd name="T53" fmla="*/ 817 h 957"/>
                    <a:gd name="T54" fmla="*/ 95 w 957"/>
                    <a:gd name="T55" fmla="*/ 765 h 957"/>
                    <a:gd name="T56" fmla="*/ 58 w 957"/>
                    <a:gd name="T57" fmla="*/ 707 h 957"/>
                    <a:gd name="T58" fmla="*/ 29 w 957"/>
                    <a:gd name="T59" fmla="*/ 643 h 957"/>
                    <a:gd name="T60" fmla="*/ 10 w 957"/>
                    <a:gd name="T61" fmla="*/ 575 h 957"/>
                    <a:gd name="T62" fmla="*/ 1 w 957"/>
                    <a:gd name="T63" fmla="*/ 504 h 957"/>
                    <a:gd name="T64" fmla="*/ 3 w 957"/>
                    <a:gd name="T65" fmla="*/ 430 h 957"/>
                    <a:gd name="T66" fmla="*/ 15 w 957"/>
                    <a:gd name="T67" fmla="*/ 359 h 957"/>
                    <a:gd name="T68" fmla="*/ 38 w 957"/>
                    <a:gd name="T69" fmla="*/ 293 h 957"/>
                    <a:gd name="T70" fmla="*/ 69 w 957"/>
                    <a:gd name="T71" fmla="*/ 230 h 957"/>
                    <a:gd name="T72" fmla="*/ 109 w 957"/>
                    <a:gd name="T73" fmla="*/ 174 h 957"/>
                    <a:gd name="T74" fmla="*/ 157 w 957"/>
                    <a:gd name="T75" fmla="*/ 125 h 957"/>
                    <a:gd name="T76" fmla="*/ 212 w 957"/>
                    <a:gd name="T77" fmla="*/ 83 h 957"/>
                    <a:gd name="T78" fmla="*/ 271 w 957"/>
                    <a:gd name="T79" fmla="*/ 48 h 957"/>
                    <a:gd name="T80" fmla="*/ 336 w 957"/>
                    <a:gd name="T81" fmla="*/ 22 h 957"/>
                    <a:gd name="T82" fmla="*/ 406 w 957"/>
                    <a:gd name="T83" fmla="*/ 6 h 957"/>
                    <a:gd name="T84" fmla="*/ 478 w 957"/>
                    <a:gd name="T85" fmla="*/ 0 h 9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957" h="957">
                      <a:moveTo>
                        <a:pt x="478" y="0"/>
                      </a:moveTo>
                      <a:lnTo>
                        <a:pt x="503" y="2"/>
                      </a:lnTo>
                      <a:lnTo>
                        <a:pt x="527" y="3"/>
                      </a:lnTo>
                      <a:lnTo>
                        <a:pt x="552" y="6"/>
                      </a:lnTo>
                      <a:lnTo>
                        <a:pt x="575" y="10"/>
                      </a:lnTo>
                      <a:lnTo>
                        <a:pt x="598" y="16"/>
                      </a:lnTo>
                      <a:lnTo>
                        <a:pt x="621" y="22"/>
                      </a:lnTo>
                      <a:lnTo>
                        <a:pt x="643" y="30"/>
                      </a:lnTo>
                      <a:lnTo>
                        <a:pt x="665" y="38"/>
                      </a:lnTo>
                      <a:lnTo>
                        <a:pt x="686" y="48"/>
                      </a:lnTo>
                      <a:lnTo>
                        <a:pt x="706" y="59"/>
                      </a:lnTo>
                      <a:lnTo>
                        <a:pt x="727" y="70"/>
                      </a:lnTo>
                      <a:lnTo>
                        <a:pt x="746" y="83"/>
                      </a:lnTo>
                      <a:lnTo>
                        <a:pt x="765" y="95"/>
                      </a:lnTo>
                      <a:lnTo>
                        <a:pt x="783" y="110"/>
                      </a:lnTo>
                      <a:lnTo>
                        <a:pt x="800" y="125"/>
                      </a:lnTo>
                      <a:lnTo>
                        <a:pt x="817" y="141"/>
                      </a:lnTo>
                      <a:lnTo>
                        <a:pt x="833" y="157"/>
                      </a:lnTo>
                      <a:lnTo>
                        <a:pt x="848" y="174"/>
                      </a:lnTo>
                      <a:lnTo>
                        <a:pt x="862" y="193"/>
                      </a:lnTo>
                      <a:lnTo>
                        <a:pt x="875" y="211"/>
                      </a:lnTo>
                      <a:lnTo>
                        <a:pt x="888" y="230"/>
                      </a:lnTo>
                      <a:lnTo>
                        <a:pt x="900" y="251"/>
                      </a:lnTo>
                      <a:lnTo>
                        <a:pt x="909" y="272"/>
                      </a:lnTo>
                      <a:lnTo>
                        <a:pt x="919" y="293"/>
                      </a:lnTo>
                      <a:lnTo>
                        <a:pt x="928" y="315"/>
                      </a:lnTo>
                      <a:lnTo>
                        <a:pt x="935" y="336"/>
                      </a:lnTo>
                      <a:lnTo>
                        <a:pt x="942" y="359"/>
                      </a:lnTo>
                      <a:lnTo>
                        <a:pt x="947" y="383"/>
                      </a:lnTo>
                      <a:lnTo>
                        <a:pt x="952" y="405"/>
                      </a:lnTo>
                      <a:lnTo>
                        <a:pt x="955" y="430"/>
                      </a:lnTo>
                      <a:lnTo>
                        <a:pt x="956" y="454"/>
                      </a:lnTo>
                      <a:lnTo>
                        <a:pt x="957" y="479"/>
                      </a:lnTo>
                      <a:lnTo>
                        <a:pt x="956" y="504"/>
                      </a:lnTo>
                      <a:lnTo>
                        <a:pt x="955" y="527"/>
                      </a:lnTo>
                      <a:lnTo>
                        <a:pt x="952" y="551"/>
                      </a:lnTo>
                      <a:lnTo>
                        <a:pt x="947" y="575"/>
                      </a:lnTo>
                      <a:lnTo>
                        <a:pt x="942" y="599"/>
                      </a:lnTo>
                      <a:lnTo>
                        <a:pt x="935" y="621"/>
                      </a:lnTo>
                      <a:lnTo>
                        <a:pt x="928" y="643"/>
                      </a:lnTo>
                      <a:lnTo>
                        <a:pt x="919" y="665"/>
                      </a:lnTo>
                      <a:lnTo>
                        <a:pt x="909" y="686"/>
                      </a:lnTo>
                      <a:lnTo>
                        <a:pt x="900" y="707"/>
                      </a:lnTo>
                      <a:lnTo>
                        <a:pt x="888" y="727"/>
                      </a:lnTo>
                      <a:lnTo>
                        <a:pt x="875" y="747"/>
                      </a:lnTo>
                      <a:lnTo>
                        <a:pt x="862" y="765"/>
                      </a:lnTo>
                      <a:lnTo>
                        <a:pt x="848" y="783"/>
                      </a:lnTo>
                      <a:lnTo>
                        <a:pt x="833" y="801"/>
                      </a:lnTo>
                      <a:lnTo>
                        <a:pt x="817" y="817"/>
                      </a:lnTo>
                      <a:lnTo>
                        <a:pt x="800" y="833"/>
                      </a:lnTo>
                      <a:lnTo>
                        <a:pt x="783" y="848"/>
                      </a:lnTo>
                      <a:lnTo>
                        <a:pt x="765" y="862"/>
                      </a:lnTo>
                      <a:lnTo>
                        <a:pt x="746" y="875"/>
                      </a:lnTo>
                      <a:lnTo>
                        <a:pt x="727" y="888"/>
                      </a:lnTo>
                      <a:lnTo>
                        <a:pt x="706" y="899"/>
                      </a:lnTo>
                      <a:lnTo>
                        <a:pt x="686" y="910"/>
                      </a:lnTo>
                      <a:lnTo>
                        <a:pt x="665" y="920"/>
                      </a:lnTo>
                      <a:lnTo>
                        <a:pt x="643" y="928"/>
                      </a:lnTo>
                      <a:lnTo>
                        <a:pt x="621" y="936"/>
                      </a:lnTo>
                      <a:lnTo>
                        <a:pt x="598" y="942"/>
                      </a:lnTo>
                      <a:lnTo>
                        <a:pt x="575" y="948"/>
                      </a:lnTo>
                      <a:lnTo>
                        <a:pt x="552" y="952"/>
                      </a:lnTo>
                      <a:lnTo>
                        <a:pt x="527" y="954"/>
                      </a:lnTo>
                      <a:lnTo>
                        <a:pt x="503" y="956"/>
                      </a:lnTo>
                      <a:lnTo>
                        <a:pt x="478" y="957"/>
                      </a:lnTo>
                      <a:lnTo>
                        <a:pt x="454" y="956"/>
                      </a:lnTo>
                      <a:lnTo>
                        <a:pt x="430" y="954"/>
                      </a:lnTo>
                      <a:lnTo>
                        <a:pt x="406" y="952"/>
                      </a:lnTo>
                      <a:lnTo>
                        <a:pt x="382" y="948"/>
                      </a:lnTo>
                      <a:lnTo>
                        <a:pt x="360" y="942"/>
                      </a:lnTo>
                      <a:lnTo>
                        <a:pt x="336" y="936"/>
                      </a:lnTo>
                      <a:lnTo>
                        <a:pt x="314" y="928"/>
                      </a:lnTo>
                      <a:lnTo>
                        <a:pt x="293" y="920"/>
                      </a:lnTo>
                      <a:lnTo>
                        <a:pt x="271" y="910"/>
                      </a:lnTo>
                      <a:lnTo>
                        <a:pt x="251" y="899"/>
                      </a:lnTo>
                      <a:lnTo>
                        <a:pt x="231" y="888"/>
                      </a:lnTo>
                      <a:lnTo>
                        <a:pt x="212" y="875"/>
                      </a:lnTo>
                      <a:lnTo>
                        <a:pt x="192" y="862"/>
                      </a:lnTo>
                      <a:lnTo>
                        <a:pt x="174" y="848"/>
                      </a:lnTo>
                      <a:lnTo>
                        <a:pt x="157" y="833"/>
                      </a:lnTo>
                      <a:lnTo>
                        <a:pt x="140" y="817"/>
                      </a:lnTo>
                      <a:lnTo>
                        <a:pt x="124" y="801"/>
                      </a:lnTo>
                      <a:lnTo>
                        <a:pt x="109" y="783"/>
                      </a:lnTo>
                      <a:lnTo>
                        <a:pt x="95" y="765"/>
                      </a:lnTo>
                      <a:lnTo>
                        <a:pt x="82" y="747"/>
                      </a:lnTo>
                      <a:lnTo>
                        <a:pt x="69" y="727"/>
                      </a:lnTo>
                      <a:lnTo>
                        <a:pt x="58" y="707"/>
                      </a:lnTo>
                      <a:lnTo>
                        <a:pt x="47" y="686"/>
                      </a:lnTo>
                      <a:lnTo>
                        <a:pt x="38" y="665"/>
                      </a:lnTo>
                      <a:lnTo>
                        <a:pt x="29" y="643"/>
                      </a:lnTo>
                      <a:lnTo>
                        <a:pt x="22" y="621"/>
                      </a:lnTo>
                      <a:lnTo>
                        <a:pt x="15" y="599"/>
                      </a:lnTo>
                      <a:lnTo>
                        <a:pt x="10" y="575"/>
                      </a:lnTo>
                      <a:lnTo>
                        <a:pt x="5" y="551"/>
                      </a:lnTo>
                      <a:lnTo>
                        <a:pt x="3" y="527"/>
                      </a:lnTo>
                      <a:lnTo>
                        <a:pt x="1" y="504"/>
                      </a:lnTo>
                      <a:lnTo>
                        <a:pt x="0" y="479"/>
                      </a:lnTo>
                      <a:lnTo>
                        <a:pt x="1" y="454"/>
                      </a:lnTo>
                      <a:lnTo>
                        <a:pt x="3" y="430"/>
                      </a:lnTo>
                      <a:lnTo>
                        <a:pt x="5" y="405"/>
                      </a:lnTo>
                      <a:lnTo>
                        <a:pt x="10" y="383"/>
                      </a:lnTo>
                      <a:lnTo>
                        <a:pt x="15" y="359"/>
                      </a:lnTo>
                      <a:lnTo>
                        <a:pt x="22" y="336"/>
                      </a:lnTo>
                      <a:lnTo>
                        <a:pt x="29" y="315"/>
                      </a:lnTo>
                      <a:lnTo>
                        <a:pt x="38" y="293"/>
                      </a:lnTo>
                      <a:lnTo>
                        <a:pt x="47" y="272"/>
                      </a:lnTo>
                      <a:lnTo>
                        <a:pt x="58" y="251"/>
                      </a:lnTo>
                      <a:lnTo>
                        <a:pt x="69" y="230"/>
                      </a:lnTo>
                      <a:lnTo>
                        <a:pt x="82" y="211"/>
                      </a:lnTo>
                      <a:lnTo>
                        <a:pt x="95" y="193"/>
                      </a:lnTo>
                      <a:lnTo>
                        <a:pt x="109" y="174"/>
                      </a:lnTo>
                      <a:lnTo>
                        <a:pt x="124" y="157"/>
                      </a:lnTo>
                      <a:lnTo>
                        <a:pt x="140" y="141"/>
                      </a:lnTo>
                      <a:lnTo>
                        <a:pt x="157" y="125"/>
                      </a:lnTo>
                      <a:lnTo>
                        <a:pt x="174" y="110"/>
                      </a:lnTo>
                      <a:lnTo>
                        <a:pt x="192" y="95"/>
                      </a:lnTo>
                      <a:lnTo>
                        <a:pt x="212" y="83"/>
                      </a:lnTo>
                      <a:lnTo>
                        <a:pt x="231" y="70"/>
                      </a:lnTo>
                      <a:lnTo>
                        <a:pt x="251" y="59"/>
                      </a:lnTo>
                      <a:lnTo>
                        <a:pt x="271" y="48"/>
                      </a:lnTo>
                      <a:lnTo>
                        <a:pt x="293" y="38"/>
                      </a:lnTo>
                      <a:lnTo>
                        <a:pt x="314" y="30"/>
                      </a:lnTo>
                      <a:lnTo>
                        <a:pt x="336" y="22"/>
                      </a:lnTo>
                      <a:lnTo>
                        <a:pt x="360" y="16"/>
                      </a:lnTo>
                      <a:lnTo>
                        <a:pt x="382" y="10"/>
                      </a:lnTo>
                      <a:lnTo>
                        <a:pt x="406" y="6"/>
                      </a:lnTo>
                      <a:lnTo>
                        <a:pt x="430" y="3"/>
                      </a:lnTo>
                      <a:lnTo>
                        <a:pt x="454" y="2"/>
                      </a:lnTo>
                      <a:lnTo>
                        <a:pt x="47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1" name="íṣḷíḍ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6ECBF24-D6D7-41D3-A1EB-7CF43A304B56}"/>
                    </a:ext>
                  </a:extLst>
                </p:cNvPr>
                <p:cNvSpPr/>
                <p:nvPr/>
              </p:nvSpPr>
              <p:spPr bwMode="auto">
                <a:xfrm>
                  <a:off x="6547746" y="2707439"/>
                  <a:ext cx="118507" cy="118507"/>
                </a:xfrm>
                <a:custGeom>
                  <a:avLst/>
                  <a:gdLst>
                    <a:gd name="T0" fmla="*/ 246 w 468"/>
                    <a:gd name="T1" fmla="*/ 1 h 467"/>
                    <a:gd name="T2" fmla="*/ 270 w 468"/>
                    <a:gd name="T3" fmla="*/ 3 h 467"/>
                    <a:gd name="T4" fmla="*/ 293 w 468"/>
                    <a:gd name="T5" fmla="*/ 7 h 467"/>
                    <a:gd name="T6" fmla="*/ 314 w 468"/>
                    <a:gd name="T7" fmla="*/ 15 h 467"/>
                    <a:gd name="T8" fmla="*/ 336 w 468"/>
                    <a:gd name="T9" fmla="*/ 23 h 467"/>
                    <a:gd name="T10" fmla="*/ 355 w 468"/>
                    <a:gd name="T11" fmla="*/ 34 h 467"/>
                    <a:gd name="T12" fmla="*/ 383 w 468"/>
                    <a:gd name="T13" fmla="*/ 54 h 467"/>
                    <a:gd name="T14" fmla="*/ 415 w 468"/>
                    <a:gd name="T15" fmla="*/ 85 h 467"/>
                    <a:gd name="T16" fmla="*/ 434 w 468"/>
                    <a:gd name="T17" fmla="*/ 113 h 467"/>
                    <a:gd name="T18" fmla="*/ 445 w 468"/>
                    <a:gd name="T19" fmla="*/ 132 h 467"/>
                    <a:gd name="T20" fmla="*/ 454 w 468"/>
                    <a:gd name="T21" fmla="*/ 153 h 467"/>
                    <a:gd name="T22" fmla="*/ 461 w 468"/>
                    <a:gd name="T23" fmla="*/ 176 h 467"/>
                    <a:gd name="T24" fmla="*/ 466 w 468"/>
                    <a:gd name="T25" fmla="*/ 198 h 467"/>
                    <a:gd name="T26" fmla="*/ 468 w 468"/>
                    <a:gd name="T27" fmla="*/ 222 h 467"/>
                    <a:gd name="T28" fmla="*/ 468 w 468"/>
                    <a:gd name="T29" fmla="*/ 246 h 467"/>
                    <a:gd name="T30" fmla="*/ 466 w 468"/>
                    <a:gd name="T31" fmla="*/ 270 h 467"/>
                    <a:gd name="T32" fmla="*/ 461 w 468"/>
                    <a:gd name="T33" fmla="*/ 292 h 467"/>
                    <a:gd name="T34" fmla="*/ 454 w 468"/>
                    <a:gd name="T35" fmla="*/ 314 h 467"/>
                    <a:gd name="T36" fmla="*/ 445 w 468"/>
                    <a:gd name="T37" fmla="*/ 335 h 467"/>
                    <a:gd name="T38" fmla="*/ 434 w 468"/>
                    <a:gd name="T39" fmla="*/ 355 h 467"/>
                    <a:gd name="T40" fmla="*/ 415 w 468"/>
                    <a:gd name="T41" fmla="*/ 383 h 467"/>
                    <a:gd name="T42" fmla="*/ 383 w 468"/>
                    <a:gd name="T43" fmla="*/ 414 h 467"/>
                    <a:gd name="T44" fmla="*/ 355 w 468"/>
                    <a:gd name="T45" fmla="*/ 434 h 467"/>
                    <a:gd name="T46" fmla="*/ 336 w 468"/>
                    <a:gd name="T47" fmla="*/ 445 h 467"/>
                    <a:gd name="T48" fmla="*/ 314 w 468"/>
                    <a:gd name="T49" fmla="*/ 453 h 467"/>
                    <a:gd name="T50" fmla="*/ 293 w 468"/>
                    <a:gd name="T51" fmla="*/ 461 h 467"/>
                    <a:gd name="T52" fmla="*/ 270 w 468"/>
                    <a:gd name="T53" fmla="*/ 465 h 467"/>
                    <a:gd name="T54" fmla="*/ 246 w 468"/>
                    <a:gd name="T55" fmla="*/ 467 h 467"/>
                    <a:gd name="T56" fmla="*/ 222 w 468"/>
                    <a:gd name="T57" fmla="*/ 467 h 467"/>
                    <a:gd name="T58" fmla="*/ 199 w 468"/>
                    <a:gd name="T59" fmla="*/ 465 h 467"/>
                    <a:gd name="T60" fmla="*/ 176 w 468"/>
                    <a:gd name="T61" fmla="*/ 461 h 467"/>
                    <a:gd name="T62" fmla="*/ 153 w 468"/>
                    <a:gd name="T63" fmla="*/ 453 h 467"/>
                    <a:gd name="T64" fmla="*/ 133 w 468"/>
                    <a:gd name="T65" fmla="*/ 445 h 467"/>
                    <a:gd name="T66" fmla="*/ 113 w 468"/>
                    <a:gd name="T67" fmla="*/ 434 h 467"/>
                    <a:gd name="T68" fmla="*/ 85 w 468"/>
                    <a:gd name="T69" fmla="*/ 414 h 467"/>
                    <a:gd name="T70" fmla="*/ 54 w 468"/>
                    <a:gd name="T71" fmla="*/ 383 h 467"/>
                    <a:gd name="T72" fmla="*/ 35 w 468"/>
                    <a:gd name="T73" fmla="*/ 355 h 467"/>
                    <a:gd name="T74" fmla="*/ 24 w 468"/>
                    <a:gd name="T75" fmla="*/ 335 h 467"/>
                    <a:gd name="T76" fmla="*/ 14 w 468"/>
                    <a:gd name="T77" fmla="*/ 314 h 467"/>
                    <a:gd name="T78" fmla="*/ 8 w 468"/>
                    <a:gd name="T79" fmla="*/ 292 h 467"/>
                    <a:gd name="T80" fmla="*/ 3 w 468"/>
                    <a:gd name="T81" fmla="*/ 270 h 467"/>
                    <a:gd name="T82" fmla="*/ 1 w 468"/>
                    <a:gd name="T83" fmla="*/ 246 h 467"/>
                    <a:gd name="T84" fmla="*/ 1 w 468"/>
                    <a:gd name="T85" fmla="*/ 222 h 467"/>
                    <a:gd name="T86" fmla="*/ 3 w 468"/>
                    <a:gd name="T87" fmla="*/ 198 h 467"/>
                    <a:gd name="T88" fmla="*/ 8 w 468"/>
                    <a:gd name="T89" fmla="*/ 176 h 467"/>
                    <a:gd name="T90" fmla="*/ 14 w 468"/>
                    <a:gd name="T91" fmla="*/ 153 h 467"/>
                    <a:gd name="T92" fmla="*/ 24 w 468"/>
                    <a:gd name="T93" fmla="*/ 132 h 467"/>
                    <a:gd name="T94" fmla="*/ 35 w 468"/>
                    <a:gd name="T95" fmla="*/ 113 h 467"/>
                    <a:gd name="T96" fmla="*/ 54 w 468"/>
                    <a:gd name="T97" fmla="*/ 85 h 467"/>
                    <a:gd name="T98" fmla="*/ 85 w 468"/>
                    <a:gd name="T99" fmla="*/ 54 h 467"/>
                    <a:gd name="T100" fmla="*/ 113 w 468"/>
                    <a:gd name="T101" fmla="*/ 34 h 467"/>
                    <a:gd name="T102" fmla="*/ 133 w 468"/>
                    <a:gd name="T103" fmla="*/ 23 h 467"/>
                    <a:gd name="T104" fmla="*/ 153 w 468"/>
                    <a:gd name="T105" fmla="*/ 15 h 467"/>
                    <a:gd name="T106" fmla="*/ 176 w 468"/>
                    <a:gd name="T107" fmla="*/ 7 h 467"/>
                    <a:gd name="T108" fmla="*/ 199 w 468"/>
                    <a:gd name="T109" fmla="*/ 3 h 467"/>
                    <a:gd name="T110" fmla="*/ 222 w 468"/>
                    <a:gd name="T111" fmla="*/ 1 h 4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468" h="467">
                      <a:moveTo>
                        <a:pt x="234" y="0"/>
                      </a:moveTo>
                      <a:lnTo>
                        <a:pt x="246" y="1"/>
                      </a:lnTo>
                      <a:lnTo>
                        <a:pt x="258" y="2"/>
                      </a:lnTo>
                      <a:lnTo>
                        <a:pt x="270" y="3"/>
                      </a:lnTo>
                      <a:lnTo>
                        <a:pt x="282" y="5"/>
                      </a:lnTo>
                      <a:lnTo>
                        <a:pt x="293" y="7"/>
                      </a:lnTo>
                      <a:lnTo>
                        <a:pt x="304" y="10"/>
                      </a:lnTo>
                      <a:lnTo>
                        <a:pt x="314" y="15"/>
                      </a:lnTo>
                      <a:lnTo>
                        <a:pt x="325" y="18"/>
                      </a:lnTo>
                      <a:lnTo>
                        <a:pt x="336" y="23"/>
                      </a:lnTo>
                      <a:lnTo>
                        <a:pt x="346" y="29"/>
                      </a:lnTo>
                      <a:lnTo>
                        <a:pt x="355" y="34"/>
                      </a:lnTo>
                      <a:lnTo>
                        <a:pt x="365" y="40"/>
                      </a:lnTo>
                      <a:lnTo>
                        <a:pt x="383" y="54"/>
                      </a:lnTo>
                      <a:lnTo>
                        <a:pt x="400" y="69"/>
                      </a:lnTo>
                      <a:lnTo>
                        <a:pt x="415" y="85"/>
                      </a:lnTo>
                      <a:lnTo>
                        <a:pt x="428" y="103"/>
                      </a:lnTo>
                      <a:lnTo>
                        <a:pt x="434" y="113"/>
                      </a:lnTo>
                      <a:lnTo>
                        <a:pt x="440" y="123"/>
                      </a:lnTo>
                      <a:lnTo>
                        <a:pt x="445" y="132"/>
                      </a:lnTo>
                      <a:lnTo>
                        <a:pt x="449" y="143"/>
                      </a:lnTo>
                      <a:lnTo>
                        <a:pt x="454" y="153"/>
                      </a:lnTo>
                      <a:lnTo>
                        <a:pt x="458" y="165"/>
                      </a:lnTo>
                      <a:lnTo>
                        <a:pt x="461" y="176"/>
                      </a:lnTo>
                      <a:lnTo>
                        <a:pt x="463" y="186"/>
                      </a:lnTo>
                      <a:lnTo>
                        <a:pt x="466" y="198"/>
                      </a:lnTo>
                      <a:lnTo>
                        <a:pt x="467" y="210"/>
                      </a:lnTo>
                      <a:lnTo>
                        <a:pt x="468" y="222"/>
                      </a:lnTo>
                      <a:lnTo>
                        <a:pt x="468" y="234"/>
                      </a:lnTo>
                      <a:lnTo>
                        <a:pt x="468" y="246"/>
                      </a:lnTo>
                      <a:lnTo>
                        <a:pt x="467" y="258"/>
                      </a:lnTo>
                      <a:lnTo>
                        <a:pt x="466" y="270"/>
                      </a:lnTo>
                      <a:lnTo>
                        <a:pt x="463" y="281"/>
                      </a:lnTo>
                      <a:lnTo>
                        <a:pt x="461" y="292"/>
                      </a:lnTo>
                      <a:lnTo>
                        <a:pt x="458" y="303"/>
                      </a:lnTo>
                      <a:lnTo>
                        <a:pt x="454" y="314"/>
                      </a:lnTo>
                      <a:lnTo>
                        <a:pt x="449" y="325"/>
                      </a:lnTo>
                      <a:lnTo>
                        <a:pt x="445" y="335"/>
                      </a:lnTo>
                      <a:lnTo>
                        <a:pt x="440" y="345"/>
                      </a:lnTo>
                      <a:lnTo>
                        <a:pt x="434" y="355"/>
                      </a:lnTo>
                      <a:lnTo>
                        <a:pt x="428" y="365"/>
                      </a:lnTo>
                      <a:lnTo>
                        <a:pt x="415" y="383"/>
                      </a:lnTo>
                      <a:lnTo>
                        <a:pt x="400" y="399"/>
                      </a:lnTo>
                      <a:lnTo>
                        <a:pt x="383" y="414"/>
                      </a:lnTo>
                      <a:lnTo>
                        <a:pt x="365" y="428"/>
                      </a:lnTo>
                      <a:lnTo>
                        <a:pt x="355" y="434"/>
                      </a:lnTo>
                      <a:lnTo>
                        <a:pt x="346" y="439"/>
                      </a:lnTo>
                      <a:lnTo>
                        <a:pt x="336" y="445"/>
                      </a:lnTo>
                      <a:lnTo>
                        <a:pt x="325" y="449"/>
                      </a:lnTo>
                      <a:lnTo>
                        <a:pt x="314" y="453"/>
                      </a:lnTo>
                      <a:lnTo>
                        <a:pt x="304" y="458"/>
                      </a:lnTo>
                      <a:lnTo>
                        <a:pt x="293" y="461"/>
                      </a:lnTo>
                      <a:lnTo>
                        <a:pt x="282" y="463"/>
                      </a:lnTo>
                      <a:lnTo>
                        <a:pt x="270" y="465"/>
                      </a:lnTo>
                      <a:lnTo>
                        <a:pt x="258" y="466"/>
                      </a:lnTo>
                      <a:lnTo>
                        <a:pt x="246" y="467"/>
                      </a:lnTo>
                      <a:lnTo>
                        <a:pt x="234" y="467"/>
                      </a:lnTo>
                      <a:lnTo>
                        <a:pt x="222" y="467"/>
                      </a:lnTo>
                      <a:lnTo>
                        <a:pt x="211" y="466"/>
                      </a:lnTo>
                      <a:lnTo>
                        <a:pt x="199" y="465"/>
                      </a:lnTo>
                      <a:lnTo>
                        <a:pt x="187" y="463"/>
                      </a:lnTo>
                      <a:lnTo>
                        <a:pt x="176" y="461"/>
                      </a:lnTo>
                      <a:lnTo>
                        <a:pt x="165" y="458"/>
                      </a:lnTo>
                      <a:lnTo>
                        <a:pt x="153" y="453"/>
                      </a:lnTo>
                      <a:lnTo>
                        <a:pt x="144" y="449"/>
                      </a:lnTo>
                      <a:lnTo>
                        <a:pt x="133" y="445"/>
                      </a:lnTo>
                      <a:lnTo>
                        <a:pt x="123" y="439"/>
                      </a:lnTo>
                      <a:lnTo>
                        <a:pt x="113" y="434"/>
                      </a:lnTo>
                      <a:lnTo>
                        <a:pt x="104" y="428"/>
                      </a:lnTo>
                      <a:lnTo>
                        <a:pt x="85" y="414"/>
                      </a:lnTo>
                      <a:lnTo>
                        <a:pt x="69" y="399"/>
                      </a:lnTo>
                      <a:lnTo>
                        <a:pt x="54" y="383"/>
                      </a:lnTo>
                      <a:lnTo>
                        <a:pt x="40" y="365"/>
                      </a:lnTo>
                      <a:lnTo>
                        <a:pt x="35" y="355"/>
                      </a:lnTo>
                      <a:lnTo>
                        <a:pt x="28" y="345"/>
                      </a:lnTo>
                      <a:lnTo>
                        <a:pt x="24" y="335"/>
                      </a:lnTo>
                      <a:lnTo>
                        <a:pt x="18" y="325"/>
                      </a:lnTo>
                      <a:lnTo>
                        <a:pt x="14" y="314"/>
                      </a:lnTo>
                      <a:lnTo>
                        <a:pt x="11" y="303"/>
                      </a:lnTo>
                      <a:lnTo>
                        <a:pt x="8" y="292"/>
                      </a:lnTo>
                      <a:lnTo>
                        <a:pt x="5" y="281"/>
                      </a:lnTo>
                      <a:lnTo>
                        <a:pt x="3" y="270"/>
                      </a:lnTo>
                      <a:lnTo>
                        <a:pt x="1" y="258"/>
                      </a:lnTo>
                      <a:lnTo>
                        <a:pt x="1" y="246"/>
                      </a:lnTo>
                      <a:lnTo>
                        <a:pt x="0" y="234"/>
                      </a:lnTo>
                      <a:lnTo>
                        <a:pt x="1" y="222"/>
                      </a:lnTo>
                      <a:lnTo>
                        <a:pt x="1" y="210"/>
                      </a:lnTo>
                      <a:lnTo>
                        <a:pt x="3" y="198"/>
                      </a:lnTo>
                      <a:lnTo>
                        <a:pt x="5" y="186"/>
                      </a:lnTo>
                      <a:lnTo>
                        <a:pt x="8" y="176"/>
                      </a:lnTo>
                      <a:lnTo>
                        <a:pt x="11" y="165"/>
                      </a:lnTo>
                      <a:lnTo>
                        <a:pt x="14" y="153"/>
                      </a:lnTo>
                      <a:lnTo>
                        <a:pt x="18" y="143"/>
                      </a:lnTo>
                      <a:lnTo>
                        <a:pt x="24" y="132"/>
                      </a:lnTo>
                      <a:lnTo>
                        <a:pt x="28" y="123"/>
                      </a:lnTo>
                      <a:lnTo>
                        <a:pt x="35" y="113"/>
                      </a:lnTo>
                      <a:lnTo>
                        <a:pt x="40" y="103"/>
                      </a:lnTo>
                      <a:lnTo>
                        <a:pt x="54" y="85"/>
                      </a:lnTo>
                      <a:lnTo>
                        <a:pt x="69" y="69"/>
                      </a:lnTo>
                      <a:lnTo>
                        <a:pt x="85" y="54"/>
                      </a:lnTo>
                      <a:lnTo>
                        <a:pt x="104" y="40"/>
                      </a:lnTo>
                      <a:lnTo>
                        <a:pt x="113" y="34"/>
                      </a:lnTo>
                      <a:lnTo>
                        <a:pt x="123" y="29"/>
                      </a:lnTo>
                      <a:lnTo>
                        <a:pt x="133" y="23"/>
                      </a:lnTo>
                      <a:lnTo>
                        <a:pt x="144" y="18"/>
                      </a:lnTo>
                      <a:lnTo>
                        <a:pt x="153" y="15"/>
                      </a:lnTo>
                      <a:lnTo>
                        <a:pt x="165" y="10"/>
                      </a:lnTo>
                      <a:lnTo>
                        <a:pt x="176" y="7"/>
                      </a:lnTo>
                      <a:lnTo>
                        <a:pt x="187" y="5"/>
                      </a:lnTo>
                      <a:lnTo>
                        <a:pt x="199" y="3"/>
                      </a:lnTo>
                      <a:lnTo>
                        <a:pt x="211" y="2"/>
                      </a:lnTo>
                      <a:lnTo>
                        <a:pt x="222" y="1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2" name="iṧlíḑ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9119D34-36DC-485E-B530-8B74197B1799}"/>
                    </a:ext>
                  </a:extLst>
                </p:cNvPr>
                <p:cNvSpPr/>
                <p:nvPr/>
              </p:nvSpPr>
              <p:spPr bwMode="auto">
                <a:xfrm>
                  <a:off x="5919759" y="2548416"/>
                  <a:ext cx="252209" cy="252209"/>
                </a:xfrm>
                <a:custGeom>
                  <a:avLst/>
                  <a:gdLst>
                    <a:gd name="T0" fmla="*/ 550 w 998"/>
                    <a:gd name="T1" fmla="*/ 3 h 999"/>
                    <a:gd name="T2" fmla="*/ 623 w 998"/>
                    <a:gd name="T3" fmla="*/ 16 h 999"/>
                    <a:gd name="T4" fmla="*/ 693 w 998"/>
                    <a:gd name="T5" fmla="*/ 40 h 999"/>
                    <a:gd name="T6" fmla="*/ 757 w 998"/>
                    <a:gd name="T7" fmla="*/ 72 h 999"/>
                    <a:gd name="T8" fmla="*/ 816 w 998"/>
                    <a:gd name="T9" fmla="*/ 114 h 999"/>
                    <a:gd name="T10" fmla="*/ 868 w 998"/>
                    <a:gd name="T11" fmla="*/ 164 h 999"/>
                    <a:gd name="T12" fmla="*/ 913 w 998"/>
                    <a:gd name="T13" fmla="*/ 220 h 999"/>
                    <a:gd name="T14" fmla="*/ 948 w 998"/>
                    <a:gd name="T15" fmla="*/ 283 h 999"/>
                    <a:gd name="T16" fmla="*/ 975 w 998"/>
                    <a:gd name="T17" fmla="*/ 351 h 999"/>
                    <a:gd name="T18" fmla="*/ 992 w 998"/>
                    <a:gd name="T19" fmla="*/ 423 h 999"/>
                    <a:gd name="T20" fmla="*/ 998 w 998"/>
                    <a:gd name="T21" fmla="*/ 500 h 999"/>
                    <a:gd name="T22" fmla="*/ 992 w 998"/>
                    <a:gd name="T23" fmla="*/ 576 h 999"/>
                    <a:gd name="T24" fmla="*/ 975 w 998"/>
                    <a:gd name="T25" fmla="*/ 648 h 999"/>
                    <a:gd name="T26" fmla="*/ 948 w 998"/>
                    <a:gd name="T27" fmla="*/ 716 h 999"/>
                    <a:gd name="T28" fmla="*/ 913 w 998"/>
                    <a:gd name="T29" fmla="*/ 779 h 999"/>
                    <a:gd name="T30" fmla="*/ 868 w 998"/>
                    <a:gd name="T31" fmla="*/ 836 h 999"/>
                    <a:gd name="T32" fmla="*/ 816 w 998"/>
                    <a:gd name="T33" fmla="*/ 884 h 999"/>
                    <a:gd name="T34" fmla="*/ 757 w 998"/>
                    <a:gd name="T35" fmla="*/ 927 h 999"/>
                    <a:gd name="T36" fmla="*/ 693 w 998"/>
                    <a:gd name="T37" fmla="*/ 960 h 999"/>
                    <a:gd name="T38" fmla="*/ 623 w 998"/>
                    <a:gd name="T39" fmla="*/ 983 h 999"/>
                    <a:gd name="T40" fmla="*/ 550 w 998"/>
                    <a:gd name="T41" fmla="*/ 997 h 999"/>
                    <a:gd name="T42" fmla="*/ 473 w 998"/>
                    <a:gd name="T43" fmla="*/ 998 h 999"/>
                    <a:gd name="T44" fmla="*/ 398 w 998"/>
                    <a:gd name="T45" fmla="*/ 989 h 999"/>
                    <a:gd name="T46" fmla="*/ 327 w 998"/>
                    <a:gd name="T47" fmla="*/ 969 h 999"/>
                    <a:gd name="T48" fmla="*/ 260 w 998"/>
                    <a:gd name="T49" fmla="*/ 938 h 999"/>
                    <a:gd name="T50" fmla="*/ 200 w 998"/>
                    <a:gd name="T51" fmla="*/ 900 h 999"/>
                    <a:gd name="T52" fmla="*/ 146 w 998"/>
                    <a:gd name="T53" fmla="*/ 853 h 999"/>
                    <a:gd name="T54" fmla="*/ 98 w 998"/>
                    <a:gd name="T55" fmla="*/ 798 h 999"/>
                    <a:gd name="T56" fmla="*/ 59 w 998"/>
                    <a:gd name="T57" fmla="*/ 738 h 999"/>
                    <a:gd name="T58" fmla="*/ 30 w 998"/>
                    <a:gd name="T59" fmla="*/ 672 h 999"/>
                    <a:gd name="T60" fmla="*/ 9 w 998"/>
                    <a:gd name="T61" fmla="*/ 600 h 999"/>
                    <a:gd name="T62" fmla="*/ 0 w 998"/>
                    <a:gd name="T63" fmla="*/ 526 h 999"/>
                    <a:gd name="T64" fmla="*/ 2 w 998"/>
                    <a:gd name="T65" fmla="*/ 448 h 999"/>
                    <a:gd name="T66" fmla="*/ 15 w 998"/>
                    <a:gd name="T67" fmla="*/ 375 h 999"/>
                    <a:gd name="T68" fmla="*/ 39 w 998"/>
                    <a:gd name="T69" fmla="*/ 306 h 999"/>
                    <a:gd name="T70" fmla="*/ 71 w 998"/>
                    <a:gd name="T71" fmla="*/ 241 h 999"/>
                    <a:gd name="T72" fmla="*/ 113 w 998"/>
                    <a:gd name="T73" fmla="*/ 182 h 999"/>
                    <a:gd name="T74" fmla="*/ 163 w 998"/>
                    <a:gd name="T75" fmla="*/ 131 h 999"/>
                    <a:gd name="T76" fmla="*/ 219 w 998"/>
                    <a:gd name="T77" fmla="*/ 85 h 999"/>
                    <a:gd name="T78" fmla="*/ 282 w 998"/>
                    <a:gd name="T79" fmla="*/ 50 h 999"/>
                    <a:gd name="T80" fmla="*/ 350 w 998"/>
                    <a:gd name="T81" fmla="*/ 23 h 999"/>
                    <a:gd name="T82" fmla="*/ 422 w 998"/>
                    <a:gd name="T83" fmla="*/ 6 h 999"/>
                    <a:gd name="T84" fmla="*/ 499 w 998"/>
                    <a:gd name="T85" fmla="*/ 0 h 9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998" h="999">
                      <a:moveTo>
                        <a:pt x="499" y="0"/>
                      </a:moveTo>
                      <a:lnTo>
                        <a:pt x="525" y="1"/>
                      </a:lnTo>
                      <a:lnTo>
                        <a:pt x="550" y="3"/>
                      </a:lnTo>
                      <a:lnTo>
                        <a:pt x="574" y="6"/>
                      </a:lnTo>
                      <a:lnTo>
                        <a:pt x="599" y="11"/>
                      </a:lnTo>
                      <a:lnTo>
                        <a:pt x="623" y="16"/>
                      </a:lnTo>
                      <a:lnTo>
                        <a:pt x="647" y="23"/>
                      </a:lnTo>
                      <a:lnTo>
                        <a:pt x="671" y="31"/>
                      </a:lnTo>
                      <a:lnTo>
                        <a:pt x="693" y="40"/>
                      </a:lnTo>
                      <a:lnTo>
                        <a:pt x="715" y="50"/>
                      </a:lnTo>
                      <a:lnTo>
                        <a:pt x="736" y="60"/>
                      </a:lnTo>
                      <a:lnTo>
                        <a:pt x="757" y="72"/>
                      </a:lnTo>
                      <a:lnTo>
                        <a:pt x="777" y="85"/>
                      </a:lnTo>
                      <a:lnTo>
                        <a:pt x="797" y="99"/>
                      </a:lnTo>
                      <a:lnTo>
                        <a:pt x="816" y="114"/>
                      </a:lnTo>
                      <a:lnTo>
                        <a:pt x="835" y="131"/>
                      </a:lnTo>
                      <a:lnTo>
                        <a:pt x="852" y="147"/>
                      </a:lnTo>
                      <a:lnTo>
                        <a:pt x="868" y="164"/>
                      </a:lnTo>
                      <a:lnTo>
                        <a:pt x="884" y="182"/>
                      </a:lnTo>
                      <a:lnTo>
                        <a:pt x="898" y="201"/>
                      </a:lnTo>
                      <a:lnTo>
                        <a:pt x="913" y="220"/>
                      </a:lnTo>
                      <a:lnTo>
                        <a:pt x="925" y="241"/>
                      </a:lnTo>
                      <a:lnTo>
                        <a:pt x="937" y="261"/>
                      </a:lnTo>
                      <a:lnTo>
                        <a:pt x="948" y="283"/>
                      </a:lnTo>
                      <a:lnTo>
                        <a:pt x="959" y="306"/>
                      </a:lnTo>
                      <a:lnTo>
                        <a:pt x="968" y="328"/>
                      </a:lnTo>
                      <a:lnTo>
                        <a:pt x="975" y="351"/>
                      </a:lnTo>
                      <a:lnTo>
                        <a:pt x="983" y="375"/>
                      </a:lnTo>
                      <a:lnTo>
                        <a:pt x="988" y="399"/>
                      </a:lnTo>
                      <a:lnTo>
                        <a:pt x="992" y="423"/>
                      </a:lnTo>
                      <a:lnTo>
                        <a:pt x="996" y="448"/>
                      </a:lnTo>
                      <a:lnTo>
                        <a:pt x="997" y="474"/>
                      </a:lnTo>
                      <a:lnTo>
                        <a:pt x="998" y="500"/>
                      </a:lnTo>
                      <a:lnTo>
                        <a:pt x="997" y="526"/>
                      </a:lnTo>
                      <a:lnTo>
                        <a:pt x="996" y="551"/>
                      </a:lnTo>
                      <a:lnTo>
                        <a:pt x="992" y="576"/>
                      </a:lnTo>
                      <a:lnTo>
                        <a:pt x="988" y="600"/>
                      </a:lnTo>
                      <a:lnTo>
                        <a:pt x="983" y="624"/>
                      </a:lnTo>
                      <a:lnTo>
                        <a:pt x="975" y="648"/>
                      </a:lnTo>
                      <a:lnTo>
                        <a:pt x="968" y="672"/>
                      </a:lnTo>
                      <a:lnTo>
                        <a:pt x="959" y="694"/>
                      </a:lnTo>
                      <a:lnTo>
                        <a:pt x="948" y="716"/>
                      </a:lnTo>
                      <a:lnTo>
                        <a:pt x="937" y="738"/>
                      </a:lnTo>
                      <a:lnTo>
                        <a:pt x="925" y="758"/>
                      </a:lnTo>
                      <a:lnTo>
                        <a:pt x="913" y="779"/>
                      </a:lnTo>
                      <a:lnTo>
                        <a:pt x="898" y="798"/>
                      </a:lnTo>
                      <a:lnTo>
                        <a:pt x="884" y="817"/>
                      </a:lnTo>
                      <a:lnTo>
                        <a:pt x="868" y="836"/>
                      </a:lnTo>
                      <a:lnTo>
                        <a:pt x="852" y="853"/>
                      </a:lnTo>
                      <a:lnTo>
                        <a:pt x="835" y="869"/>
                      </a:lnTo>
                      <a:lnTo>
                        <a:pt x="816" y="884"/>
                      </a:lnTo>
                      <a:lnTo>
                        <a:pt x="797" y="900"/>
                      </a:lnTo>
                      <a:lnTo>
                        <a:pt x="777" y="914"/>
                      </a:lnTo>
                      <a:lnTo>
                        <a:pt x="757" y="927"/>
                      </a:lnTo>
                      <a:lnTo>
                        <a:pt x="736" y="938"/>
                      </a:lnTo>
                      <a:lnTo>
                        <a:pt x="715" y="949"/>
                      </a:lnTo>
                      <a:lnTo>
                        <a:pt x="693" y="960"/>
                      </a:lnTo>
                      <a:lnTo>
                        <a:pt x="671" y="969"/>
                      </a:lnTo>
                      <a:lnTo>
                        <a:pt x="647" y="976"/>
                      </a:lnTo>
                      <a:lnTo>
                        <a:pt x="623" y="983"/>
                      </a:lnTo>
                      <a:lnTo>
                        <a:pt x="599" y="989"/>
                      </a:lnTo>
                      <a:lnTo>
                        <a:pt x="574" y="993"/>
                      </a:lnTo>
                      <a:lnTo>
                        <a:pt x="550" y="997"/>
                      </a:lnTo>
                      <a:lnTo>
                        <a:pt x="525" y="998"/>
                      </a:lnTo>
                      <a:lnTo>
                        <a:pt x="499" y="999"/>
                      </a:lnTo>
                      <a:lnTo>
                        <a:pt x="473" y="998"/>
                      </a:lnTo>
                      <a:lnTo>
                        <a:pt x="448" y="997"/>
                      </a:lnTo>
                      <a:lnTo>
                        <a:pt x="422" y="993"/>
                      </a:lnTo>
                      <a:lnTo>
                        <a:pt x="398" y="989"/>
                      </a:lnTo>
                      <a:lnTo>
                        <a:pt x="373" y="983"/>
                      </a:lnTo>
                      <a:lnTo>
                        <a:pt x="350" y="976"/>
                      </a:lnTo>
                      <a:lnTo>
                        <a:pt x="327" y="969"/>
                      </a:lnTo>
                      <a:lnTo>
                        <a:pt x="304" y="960"/>
                      </a:lnTo>
                      <a:lnTo>
                        <a:pt x="282" y="949"/>
                      </a:lnTo>
                      <a:lnTo>
                        <a:pt x="260" y="938"/>
                      </a:lnTo>
                      <a:lnTo>
                        <a:pt x="240" y="927"/>
                      </a:lnTo>
                      <a:lnTo>
                        <a:pt x="219" y="914"/>
                      </a:lnTo>
                      <a:lnTo>
                        <a:pt x="200" y="900"/>
                      </a:lnTo>
                      <a:lnTo>
                        <a:pt x="181" y="884"/>
                      </a:lnTo>
                      <a:lnTo>
                        <a:pt x="163" y="869"/>
                      </a:lnTo>
                      <a:lnTo>
                        <a:pt x="146" y="853"/>
                      </a:lnTo>
                      <a:lnTo>
                        <a:pt x="129" y="836"/>
                      </a:lnTo>
                      <a:lnTo>
                        <a:pt x="113" y="817"/>
                      </a:lnTo>
                      <a:lnTo>
                        <a:pt x="98" y="798"/>
                      </a:lnTo>
                      <a:lnTo>
                        <a:pt x="84" y="779"/>
                      </a:lnTo>
                      <a:lnTo>
                        <a:pt x="71" y="758"/>
                      </a:lnTo>
                      <a:lnTo>
                        <a:pt x="59" y="738"/>
                      </a:lnTo>
                      <a:lnTo>
                        <a:pt x="48" y="716"/>
                      </a:lnTo>
                      <a:lnTo>
                        <a:pt x="39" y="694"/>
                      </a:lnTo>
                      <a:lnTo>
                        <a:pt x="30" y="672"/>
                      </a:lnTo>
                      <a:lnTo>
                        <a:pt x="21" y="648"/>
                      </a:lnTo>
                      <a:lnTo>
                        <a:pt x="15" y="624"/>
                      </a:lnTo>
                      <a:lnTo>
                        <a:pt x="9" y="600"/>
                      </a:lnTo>
                      <a:lnTo>
                        <a:pt x="5" y="576"/>
                      </a:lnTo>
                      <a:lnTo>
                        <a:pt x="2" y="551"/>
                      </a:lnTo>
                      <a:lnTo>
                        <a:pt x="0" y="526"/>
                      </a:lnTo>
                      <a:lnTo>
                        <a:pt x="0" y="500"/>
                      </a:lnTo>
                      <a:lnTo>
                        <a:pt x="0" y="474"/>
                      </a:lnTo>
                      <a:lnTo>
                        <a:pt x="2" y="448"/>
                      </a:lnTo>
                      <a:lnTo>
                        <a:pt x="5" y="423"/>
                      </a:lnTo>
                      <a:lnTo>
                        <a:pt x="9" y="399"/>
                      </a:lnTo>
                      <a:lnTo>
                        <a:pt x="15" y="375"/>
                      </a:lnTo>
                      <a:lnTo>
                        <a:pt x="21" y="351"/>
                      </a:lnTo>
                      <a:lnTo>
                        <a:pt x="30" y="328"/>
                      </a:lnTo>
                      <a:lnTo>
                        <a:pt x="39" y="306"/>
                      </a:lnTo>
                      <a:lnTo>
                        <a:pt x="48" y="283"/>
                      </a:lnTo>
                      <a:lnTo>
                        <a:pt x="59" y="261"/>
                      </a:lnTo>
                      <a:lnTo>
                        <a:pt x="71" y="241"/>
                      </a:lnTo>
                      <a:lnTo>
                        <a:pt x="84" y="220"/>
                      </a:lnTo>
                      <a:lnTo>
                        <a:pt x="98" y="201"/>
                      </a:lnTo>
                      <a:lnTo>
                        <a:pt x="113" y="182"/>
                      </a:lnTo>
                      <a:lnTo>
                        <a:pt x="129" y="164"/>
                      </a:lnTo>
                      <a:lnTo>
                        <a:pt x="146" y="147"/>
                      </a:lnTo>
                      <a:lnTo>
                        <a:pt x="163" y="131"/>
                      </a:lnTo>
                      <a:lnTo>
                        <a:pt x="181" y="114"/>
                      </a:lnTo>
                      <a:lnTo>
                        <a:pt x="200" y="99"/>
                      </a:lnTo>
                      <a:lnTo>
                        <a:pt x="219" y="85"/>
                      </a:lnTo>
                      <a:lnTo>
                        <a:pt x="240" y="72"/>
                      </a:lnTo>
                      <a:lnTo>
                        <a:pt x="260" y="60"/>
                      </a:lnTo>
                      <a:lnTo>
                        <a:pt x="282" y="50"/>
                      </a:lnTo>
                      <a:lnTo>
                        <a:pt x="304" y="40"/>
                      </a:lnTo>
                      <a:lnTo>
                        <a:pt x="327" y="31"/>
                      </a:lnTo>
                      <a:lnTo>
                        <a:pt x="350" y="23"/>
                      </a:lnTo>
                      <a:lnTo>
                        <a:pt x="373" y="16"/>
                      </a:lnTo>
                      <a:lnTo>
                        <a:pt x="398" y="11"/>
                      </a:lnTo>
                      <a:lnTo>
                        <a:pt x="422" y="6"/>
                      </a:lnTo>
                      <a:lnTo>
                        <a:pt x="448" y="3"/>
                      </a:lnTo>
                      <a:lnTo>
                        <a:pt x="473" y="1"/>
                      </a:lnTo>
                      <a:lnTo>
                        <a:pt x="49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3" name="iṩḻí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40C691D-A54B-485A-9D49-E224A7FD50AB}"/>
                    </a:ext>
                  </a:extLst>
                </p:cNvPr>
                <p:cNvSpPr/>
                <p:nvPr/>
              </p:nvSpPr>
              <p:spPr bwMode="auto">
                <a:xfrm>
                  <a:off x="6868830" y="2421805"/>
                  <a:ext cx="158009" cy="158009"/>
                </a:xfrm>
                <a:custGeom>
                  <a:avLst/>
                  <a:gdLst>
                    <a:gd name="T0" fmla="*/ 345 w 626"/>
                    <a:gd name="T1" fmla="*/ 2 h 625"/>
                    <a:gd name="T2" fmla="*/ 391 w 626"/>
                    <a:gd name="T3" fmla="*/ 10 h 625"/>
                    <a:gd name="T4" fmla="*/ 434 w 626"/>
                    <a:gd name="T5" fmla="*/ 25 h 625"/>
                    <a:gd name="T6" fmla="*/ 475 w 626"/>
                    <a:gd name="T7" fmla="*/ 45 h 625"/>
                    <a:gd name="T8" fmla="*/ 512 w 626"/>
                    <a:gd name="T9" fmla="*/ 71 h 625"/>
                    <a:gd name="T10" fmla="*/ 545 w 626"/>
                    <a:gd name="T11" fmla="*/ 103 h 625"/>
                    <a:gd name="T12" fmla="*/ 573 w 626"/>
                    <a:gd name="T13" fmla="*/ 138 h 625"/>
                    <a:gd name="T14" fmla="*/ 595 w 626"/>
                    <a:gd name="T15" fmla="*/ 177 h 625"/>
                    <a:gd name="T16" fmla="*/ 612 w 626"/>
                    <a:gd name="T17" fmla="*/ 220 h 625"/>
                    <a:gd name="T18" fmla="*/ 622 w 626"/>
                    <a:gd name="T19" fmla="*/ 266 h 625"/>
                    <a:gd name="T20" fmla="*/ 626 w 626"/>
                    <a:gd name="T21" fmla="*/ 313 h 625"/>
                    <a:gd name="T22" fmla="*/ 622 w 626"/>
                    <a:gd name="T23" fmla="*/ 361 h 625"/>
                    <a:gd name="T24" fmla="*/ 612 w 626"/>
                    <a:gd name="T25" fmla="*/ 406 h 625"/>
                    <a:gd name="T26" fmla="*/ 595 w 626"/>
                    <a:gd name="T27" fmla="*/ 448 h 625"/>
                    <a:gd name="T28" fmla="*/ 573 w 626"/>
                    <a:gd name="T29" fmla="*/ 488 h 625"/>
                    <a:gd name="T30" fmla="*/ 545 w 626"/>
                    <a:gd name="T31" fmla="*/ 523 h 625"/>
                    <a:gd name="T32" fmla="*/ 512 w 626"/>
                    <a:gd name="T33" fmla="*/ 554 h 625"/>
                    <a:gd name="T34" fmla="*/ 475 w 626"/>
                    <a:gd name="T35" fmla="*/ 580 h 625"/>
                    <a:gd name="T36" fmla="*/ 434 w 626"/>
                    <a:gd name="T37" fmla="*/ 600 h 625"/>
                    <a:gd name="T38" fmla="*/ 391 w 626"/>
                    <a:gd name="T39" fmla="*/ 616 h 625"/>
                    <a:gd name="T40" fmla="*/ 345 w 626"/>
                    <a:gd name="T41" fmla="*/ 624 h 625"/>
                    <a:gd name="T42" fmla="*/ 297 w 626"/>
                    <a:gd name="T43" fmla="*/ 625 h 625"/>
                    <a:gd name="T44" fmla="*/ 250 w 626"/>
                    <a:gd name="T45" fmla="*/ 619 h 625"/>
                    <a:gd name="T46" fmla="*/ 205 w 626"/>
                    <a:gd name="T47" fmla="*/ 607 h 625"/>
                    <a:gd name="T48" fmla="*/ 164 w 626"/>
                    <a:gd name="T49" fmla="*/ 587 h 625"/>
                    <a:gd name="T50" fmla="*/ 125 w 626"/>
                    <a:gd name="T51" fmla="*/ 564 h 625"/>
                    <a:gd name="T52" fmla="*/ 92 w 626"/>
                    <a:gd name="T53" fmla="*/ 533 h 625"/>
                    <a:gd name="T54" fmla="*/ 63 w 626"/>
                    <a:gd name="T55" fmla="*/ 500 h 625"/>
                    <a:gd name="T56" fmla="*/ 38 w 626"/>
                    <a:gd name="T57" fmla="*/ 462 h 625"/>
                    <a:gd name="T58" fmla="*/ 20 w 626"/>
                    <a:gd name="T59" fmla="*/ 420 h 625"/>
                    <a:gd name="T60" fmla="*/ 7 w 626"/>
                    <a:gd name="T61" fmla="*/ 376 h 625"/>
                    <a:gd name="T62" fmla="*/ 0 w 626"/>
                    <a:gd name="T63" fmla="*/ 329 h 625"/>
                    <a:gd name="T64" fmla="*/ 2 w 626"/>
                    <a:gd name="T65" fmla="*/ 281 h 625"/>
                    <a:gd name="T66" fmla="*/ 10 w 626"/>
                    <a:gd name="T67" fmla="*/ 234 h 625"/>
                    <a:gd name="T68" fmla="*/ 25 w 626"/>
                    <a:gd name="T69" fmla="*/ 191 h 625"/>
                    <a:gd name="T70" fmla="*/ 45 w 626"/>
                    <a:gd name="T71" fmla="*/ 151 h 625"/>
                    <a:gd name="T72" fmla="*/ 71 w 626"/>
                    <a:gd name="T73" fmla="*/ 114 h 625"/>
                    <a:gd name="T74" fmla="*/ 103 w 626"/>
                    <a:gd name="T75" fmla="*/ 81 h 625"/>
                    <a:gd name="T76" fmla="*/ 138 w 626"/>
                    <a:gd name="T77" fmla="*/ 54 h 625"/>
                    <a:gd name="T78" fmla="*/ 177 w 626"/>
                    <a:gd name="T79" fmla="*/ 31 h 625"/>
                    <a:gd name="T80" fmla="*/ 220 w 626"/>
                    <a:gd name="T81" fmla="*/ 14 h 625"/>
                    <a:gd name="T82" fmla="*/ 266 w 626"/>
                    <a:gd name="T83" fmla="*/ 4 h 625"/>
                    <a:gd name="T84" fmla="*/ 313 w 626"/>
                    <a:gd name="T85" fmla="*/ 0 h 6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26" h="625">
                      <a:moveTo>
                        <a:pt x="313" y="0"/>
                      </a:moveTo>
                      <a:lnTo>
                        <a:pt x="330" y="1"/>
                      </a:lnTo>
                      <a:lnTo>
                        <a:pt x="345" y="2"/>
                      </a:lnTo>
                      <a:lnTo>
                        <a:pt x="361" y="4"/>
                      </a:lnTo>
                      <a:lnTo>
                        <a:pt x="376" y="6"/>
                      </a:lnTo>
                      <a:lnTo>
                        <a:pt x="391" y="10"/>
                      </a:lnTo>
                      <a:lnTo>
                        <a:pt x="406" y="14"/>
                      </a:lnTo>
                      <a:lnTo>
                        <a:pt x="420" y="19"/>
                      </a:lnTo>
                      <a:lnTo>
                        <a:pt x="434" y="25"/>
                      </a:lnTo>
                      <a:lnTo>
                        <a:pt x="448" y="31"/>
                      </a:lnTo>
                      <a:lnTo>
                        <a:pt x="462" y="38"/>
                      </a:lnTo>
                      <a:lnTo>
                        <a:pt x="475" y="45"/>
                      </a:lnTo>
                      <a:lnTo>
                        <a:pt x="488" y="54"/>
                      </a:lnTo>
                      <a:lnTo>
                        <a:pt x="500" y="63"/>
                      </a:lnTo>
                      <a:lnTo>
                        <a:pt x="512" y="71"/>
                      </a:lnTo>
                      <a:lnTo>
                        <a:pt x="523" y="81"/>
                      </a:lnTo>
                      <a:lnTo>
                        <a:pt x="534" y="92"/>
                      </a:lnTo>
                      <a:lnTo>
                        <a:pt x="545" y="103"/>
                      </a:lnTo>
                      <a:lnTo>
                        <a:pt x="554" y="114"/>
                      </a:lnTo>
                      <a:lnTo>
                        <a:pt x="564" y="125"/>
                      </a:lnTo>
                      <a:lnTo>
                        <a:pt x="573" y="138"/>
                      </a:lnTo>
                      <a:lnTo>
                        <a:pt x="580" y="151"/>
                      </a:lnTo>
                      <a:lnTo>
                        <a:pt x="588" y="164"/>
                      </a:lnTo>
                      <a:lnTo>
                        <a:pt x="595" y="177"/>
                      </a:lnTo>
                      <a:lnTo>
                        <a:pt x="601" y="191"/>
                      </a:lnTo>
                      <a:lnTo>
                        <a:pt x="607" y="205"/>
                      </a:lnTo>
                      <a:lnTo>
                        <a:pt x="612" y="220"/>
                      </a:lnTo>
                      <a:lnTo>
                        <a:pt x="616" y="234"/>
                      </a:lnTo>
                      <a:lnTo>
                        <a:pt x="619" y="249"/>
                      </a:lnTo>
                      <a:lnTo>
                        <a:pt x="622" y="266"/>
                      </a:lnTo>
                      <a:lnTo>
                        <a:pt x="624" y="281"/>
                      </a:lnTo>
                      <a:lnTo>
                        <a:pt x="626" y="297"/>
                      </a:lnTo>
                      <a:lnTo>
                        <a:pt x="626" y="313"/>
                      </a:lnTo>
                      <a:lnTo>
                        <a:pt x="626" y="329"/>
                      </a:lnTo>
                      <a:lnTo>
                        <a:pt x="624" y="344"/>
                      </a:lnTo>
                      <a:lnTo>
                        <a:pt x="622" y="361"/>
                      </a:lnTo>
                      <a:lnTo>
                        <a:pt x="619" y="376"/>
                      </a:lnTo>
                      <a:lnTo>
                        <a:pt x="616" y="391"/>
                      </a:lnTo>
                      <a:lnTo>
                        <a:pt x="612" y="406"/>
                      </a:lnTo>
                      <a:lnTo>
                        <a:pt x="607" y="420"/>
                      </a:lnTo>
                      <a:lnTo>
                        <a:pt x="601" y="434"/>
                      </a:lnTo>
                      <a:lnTo>
                        <a:pt x="595" y="448"/>
                      </a:lnTo>
                      <a:lnTo>
                        <a:pt x="588" y="462"/>
                      </a:lnTo>
                      <a:lnTo>
                        <a:pt x="580" y="475"/>
                      </a:lnTo>
                      <a:lnTo>
                        <a:pt x="573" y="488"/>
                      </a:lnTo>
                      <a:lnTo>
                        <a:pt x="564" y="500"/>
                      </a:lnTo>
                      <a:lnTo>
                        <a:pt x="554" y="512"/>
                      </a:lnTo>
                      <a:lnTo>
                        <a:pt x="545" y="523"/>
                      </a:lnTo>
                      <a:lnTo>
                        <a:pt x="534" y="533"/>
                      </a:lnTo>
                      <a:lnTo>
                        <a:pt x="523" y="544"/>
                      </a:lnTo>
                      <a:lnTo>
                        <a:pt x="512" y="554"/>
                      </a:lnTo>
                      <a:lnTo>
                        <a:pt x="500" y="564"/>
                      </a:lnTo>
                      <a:lnTo>
                        <a:pt x="488" y="572"/>
                      </a:lnTo>
                      <a:lnTo>
                        <a:pt x="475" y="580"/>
                      </a:lnTo>
                      <a:lnTo>
                        <a:pt x="462" y="587"/>
                      </a:lnTo>
                      <a:lnTo>
                        <a:pt x="448" y="595"/>
                      </a:lnTo>
                      <a:lnTo>
                        <a:pt x="434" y="600"/>
                      </a:lnTo>
                      <a:lnTo>
                        <a:pt x="420" y="607"/>
                      </a:lnTo>
                      <a:lnTo>
                        <a:pt x="406" y="611"/>
                      </a:lnTo>
                      <a:lnTo>
                        <a:pt x="391" y="616"/>
                      </a:lnTo>
                      <a:lnTo>
                        <a:pt x="376" y="619"/>
                      </a:lnTo>
                      <a:lnTo>
                        <a:pt x="361" y="622"/>
                      </a:lnTo>
                      <a:lnTo>
                        <a:pt x="345" y="624"/>
                      </a:lnTo>
                      <a:lnTo>
                        <a:pt x="330" y="625"/>
                      </a:lnTo>
                      <a:lnTo>
                        <a:pt x="313" y="625"/>
                      </a:lnTo>
                      <a:lnTo>
                        <a:pt x="297" y="625"/>
                      </a:lnTo>
                      <a:lnTo>
                        <a:pt x="281" y="624"/>
                      </a:lnTo>
                      <a:lnTo>
                        <a:pt x="266" y="622"/>
                      </a:lnTo>
                      <a:lnTo>
                        <a:pt x="250" y="619"/>
                      </a:lnTo>
                      <a:lnTo>
                        <a:pt x="235" y="616"/>
                      </a:lnTo>
                      <a:lnTo>
                        <a:pt x="220" y="611"/>
                      </a:lnTo>
                      <a:lnTo>
                        <a:pt x="205" y="607"/>
                      </a:lnTo>
                      <a:lnTo>
                        <a:pt x="191" y="600"/>
                      </a:lnTo>
                      <a:lnTo>
                        <a:pt x="177" y="595"/>
                      </a:lnTo>
                      <a:lnTo>
                        <a:pt x="164" y="587"/>
                      </a:lnTo>
                      <a:lnTo>
                        <a:pt x="150" y="580"/>
                      </a:lnTo>
                      <a:lnTo>
                        <a:pt x="138" y="572"/>
                      </a:lnTo>
                      <a:lnTo>
                        <a:pt x="125" y="564"/>
                      </a:lnTo>
                      <a:lnTo>
                        <a:pt x="114" y="554"/>
                      </a:lnTo>
                      <a:lnTo>
                        <a:pt x="103" y="544"/>
                      </a:lnTo>
                      <a:lnTo>
                        <a:pt x="92" y="533"/>
                      </a:lnTo>
                      <a:lnTo>
                        <a:pt x="81" y="523"/>
                      </a:lnTo>
                      <a:lnTo>
                        <a:pt x="71" y="512"/>
                      </a:lnTo>
                      <a:lnTo>
                        <a:pt x="63" y="500"/>
                      </a:lnTo>
                      <a:lnTo>
                        <a:pt x="54" y="488"/>
                      </a:lnTo>
                      <a:lnTo>
                        <a:pt x="45" y="475"/>
                      </a:lnTo>
                      <a:lnTo>
                        <a:pt x="38" y="462"/>
                      </a:lnTo>
                      <a:lnTo>
                        <a:pt x="31" y="448"/>
                      </a:lnTo>
                      <a:lnTo>
                        <a:pt x="25" y="434"/>
                      </a:lnTo>
                      <a:lnTo>
                        <a:pt x="20" y="420"/>
                      </a:lnTo>
                      <a:lnTo>
                        <a:pt x="14" y="406"/>
                      </a:lnTo>
                      <a:lnTo>
                        <a:pt x="10" y="391"/>
                      </a:lnTo>
                      <a:lnTo>
                        <a:pt x="7" y="376"/>
                      </a:lnTo>
                      <a:lnTo>
                        <a:pt x="3" y="361"/>
                      </a:lnTo>
                      <a:lnTo>
                        <a:pt x="2" y="344"/>
                      </a:lnTo>
                      <a:lnTo>
                        <a:pt x="0" y="329"/>
                      </a:lnTo>
                      <a:lnTo>
                        <a:pt x="0" y="313"/>
                      </a:lnTo>
                      <a:lnTo>
                        <a:pt x="0" y="297"/>
                      </a:lnTo>
                      <a:lnTo>
                        <a:pt x="2" y="281"/>
                      </a:lnTo>
                      <a:lnTo>
                        <a:pt x="3" y="266"/>
                      </a:lnTo>
                      <a:lnTo>
                        <a:pt x="7" y="249"/>
                      </a:lnTo>
                      <a:lnTo>
                        <a:pt x="10" y="234"/>
                      </a:lnTo>
                      <a:lnTo>
                        <a:pt x="14" y="220"/>
                      </a:lnTo>
                      <a:lnTo>
                        <a:pt x="20" y="205"/>
                      </a:lnTo>
                      <a:lnTo>
                        <a:pt x="25" y="191"/>
                      </a:lnTo>
                      <a:lnTo>
                        <a:pt x="31" y="177"/>
                      </a:lnTo>
                      <a:lnTo>
                        <a:pt x="38" y="164"/>
                      </a:lnTo>
                      <a:lnTo>
                        <a:pt x="45" y="151"/>
                      </a:lnTo>
                      <a:lnTo>
                        <a:pt x="54" y="138"/>
                      </a:lnTo>
                      <a:lnTo>
                        <a:pt x="63" y="125"/>
                      </a:lnTo>
                      <a:lnTo>
                        <a:pt x="71" y="114"/>
                      </a:lnTo>
                      <a:lnTo>
                        <a:pt x="81" y="103"/>
                      </a:lnTo>
                      <a:lnTo>
                        <a:pt x="92" y="92"/>
                      </a:lnTo>
                      <a:lnTo>
                        <a:pt x="103" y="81"/>
                      </a:lnTo>
                      <a:lnTo>
                        <a:pt x="114" y="71"/>
                      </a:lnTo>
                      <a:lnTo>
                        <a:pt x="125" y="63"/>
                      </a:lnTo>
                      <a:lnTo>
                        <a:pt x="138" y="54"/>
                      </a:lnTo>
                      <a:lnTo>
                        <a:pt x="150" y="45"/>
                      </a:lnTo>
                      <a:lnTo>
                        <a:pt x="164" y="38"/>
                      </a:lnTo>
                      <a:lnTo>
                        <a:pt x="177" y="31"/>
                      </a:lnTo>
                      <a:lnTo>
                        <a:pt x="191" y="25"/>
                      </a:lnTo>
                      <a:lnTo>
                        <a:pt x="205" y="19"/>
                      </a:lnTo>
                      <a:lnTo>
                        <a:pt x="220" y="14"/>
                      </a:lnTo>
                      <a:lnTo>
                        <a:pt x="235" y="10"/>
                      </a:lnTo>
                      <a:lnTo>
                        <a:pt x="250" y="6"/>
                      </a:lnTo>
                      <a:lnTo>
                        <a:pt x="266" y="4"/>
                      </a:lnTo>
                      <a:lnTo>
                        <a:pt x="281" y="2"/>
                      </a:lnTo>
                      <a:lnTo>
                        <a:pt x="297" y="1"/>
                      </a:lnTo>
                      <a:lnTo>
                        <a:pt x="31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4" name="î$ļiď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DB91974-C4C9-416F-9564-8635D95695CA}"/>
                    </a:ext>
                  </a:extLst>
                </p:cNvPr>
                <p:cNvSpPr/>
                <p:nvPr/>
              </p:nvSpPr>
              <p:spPr bwMode="auto">
                <a:xfrm>
                  <a:off x="5482193" y="2701361"/>
                  <a:ext cx="113443" cy="113443"/>
                </a:xfrm>
                <a:custGeom>
                  <a:avLst/>
                  <a:gdLst>
                    <a:gd name="T0" fmla="*/ 237 w 450"/>
                    <a:gd name="T1" fmla="*/ 0 h 449"/>
                    <a:gd name="T2" fmla="*/ 260 w 450"/>
                    <a:gd name="T3" fmla="*/ 2 h 449"/>
                    <a:gd name="T4" fmla="*/ 281 w 450"/>
                    <a:gd name="T5" fmla="*/ 7 h 449"/>
                    <a:gd name="T6" fmla="*/ 302 w 450"/>
                    <a:gd name="T7" fmla="*/ 14 h 449"/>
                    <a:gd name="T8" fmla="*/ 332 w 450"/>
                    <a:gd name="T9" fmla="*/ 27 h 449"/>
                    <a:gd name="T10" fmla="*/ 368 w 450"/>
                    <a:gd name="T11" fmla="*/ 52 h 449"/>
                    <a:gd name="T12" fmla="*/ 398 w 450"/>
                    <a:gd name="T13" fmla="*/ 82 h 449"/>
                    <a:gd name="T14" fmla="*/ 423 w 450"/>
                    <a:gd name="T15" fmla="*/ 117 h 449"/>
                    <a:gd name="T16" fmla="*/ 436 w 450"/>
                    <a:gd name="T17" fmla="*/ 148 h 449"/>
                    <a:gd name="T18" fmla="*/ 442 w 450"/>
                    <a:gd name="T19" fmla="*/ 168 h 449"/>
                    <a:gd name="T20" fmla="*/ 448 w 450"/>
                    <a:gd name="T21" fmla="*/ 190 h 449"/>
                    <a:gd name="T22" fmla="*/ 450 w 450"/>
                    <a:gd name="T23" fmla="*/ 212 h 449"/>
                    <a:gd name="T24" fmla="*/ 450 w 450"/>
                    <a:gd name="T25" fmla="*/ 236 h 449"/>
                    <a:gd name="T26" fmla="*/ 448 w 450"/>
                    <a:gd name="T27" fmla="*/ 259 h 449"/>
                    <a:gd name="T28" fmla="*/ 442 w 450"/>
                    <a:gd name="T29" fmla="*/ 280 h 449"/>
                    <a:gd name="T30" fmla="*/ 436 w 450"/>
                    <a:gd name="T31" fmla="*/ 302 h 449"/>
                    <a:gd name="T32" fmla="*/ 423 w 450"/>
                    <a:gd name="T33" fmla="*/ 331 h 449"/>
                    <a:gd name="T34" fmla="*/ 398 w 450"/>
                    <a:gd name="T35" fmla="*/ 367 h 449"/>
                    <a:gd name="T36" fmla="*/ 368 w 450"/>
                    <a:gd name="T37" fmla="*/ 398 h 449"/>
                    <a:gd name="T38" fmla="*/ 332 w 450"/>
                    <a:gd name="T39" fmla="*/ 422 h 449"/>
                    <a:gd name="T40" fmla="*/ 302 w 450"/>
                    <a:gd name="T41" fmla="*/ 436 h 449"/>
                    <a:gd name="T42" fmla="*/ 281 w 450"/>
                    <a:gd name="T43" fmla="*/ 442 h 449"/>
                    <a:gd name="T44" fmla="*/ 260 w 450"/>
                    <a:gd name="T45" fmla="*/ 447 h 449"/>
                    <a:gd name="T46" fmla="*/ 237 w 450"/>
                    <a:gd name="T47" fmla="*/ 449 h 449"/>
                    <a:gd name="T48" fmla="*/ 213 w 450"/>
                    <a:gd name="T49" fmla="*/ 449 h 449"/>
                    <a:gd name="T50" fmla="*/ 190 w 450"/>
                    <a:gd name="T51" fmla="*/ 447 h 449"/>
                    <a:gd name="T52" fmla="*/ 169 w 450"/>
                    <a:gd name="T53" fmla="*/ 442 h 449"/>
                    <a:gd name="T54" fmla="*/ 147 w 450"/>
                    <a:gd name="T55" fmla="*/ 436 h 449"/>
                    <a:gd name="T56" fmla="*/ 118 w 450"/>
                    <a:gd name="T57" fmla="*/ 422 h 449"/>
                    <a:gd name="T58" fmla="*/ 82 w 450"/>
                    <a:gd name="T59" fmla="*/ 398 h 449"/>
                    <a:gd name="T60" fmla="*/ 51 w 450"/>
                    <a:gd name="T61" fmla="*/ 367 h 449"/>
                    <a:gd name="T62" fmla="*/ 27 w 450"/>
                    <a:gd name="T63" fmla="*/ 331 h 449"/>
                    <a:gd name="T64" fmla="*/ 14 w 450"/>
                    <a:gd name="T65" fmla="*/ 302 h 449"/>
                    <a:gd name="T66" fmla="*/ 7 w 450"/>
                    <a:gd name="T67" fmla="*/ 280 h 449"/>
                    <a:gd name="T68" fmla="*/ 3 w 450"/>
                    <a:gd name="T69" fmla="*/ 259 h 449"/>
                    <a:gd name="T70" fmla="*/ 0 w 450"/>
                    <a:gd name="T71" fmla="*/ 236 h 449"/>
                    <a:gd name="T72" fmla="*/ 0 w 450"/>
                    <a:gd name="T73" fmla="*/ 212 h 449"/>
                    <a:gd name="T74" fmla="*/ 3 w 450"/>
                    <a:gd name="T75" fmla="*/ 190 h 449"/>
                    <a:gd name="T76" fmla="*/ 7 w 450"/>
                    <a:gd name="T77" fmla="*/ 168 h 449"/>
                    <a:gd name="T78" fmla="*/ 14 w 450"/>
                    <a:gd name="T79" fmla="*/ 148 h 449"/>
                    <a:gd name="T80" fmla="*/ 27 w 450"/>
                    <a:gd name="T81" fmla="*/ 117 h 449"/>
                    <a:gd name="T82" fmla="*/ 51 w 450"/>
                    <a:gd name="T83" fmla="*/ 82 h 449"/>
                    <a:gd name="T84" fmla="*/ 82 w 450"/>
                    <a:gd name="T85" fmla="*/ 52 h 449"/>
                    <a:gd name="T86" fmla="*/ 118 w 450"/>
                    <a:gd name="T87" fmla="*/ 27 h 449"/>
                    <a:gd name="T88" fmla="*/ 147 w 450"/>
                    <a:gd name="T89" fmla="*/ 14 h 449"/>
                    <a:gd name="T90" fmla="*/ 169 w 450"/>
                    <a:gd name="T91" fmla="*/ 7 h 449"/>
                    <a:gd name="T92" fmla="*/ 190 w 450"/>
                    <a:gd name="T93" fmla="*/ 2 h 449"/>
                    <a:gd name="T94" fmla="*/ 213 w 450"/>
                    <a:gd name="T95" fmla="*/ 0 h 4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450" h="449">
                      <a:moveTo>
                        <a:pt x="225" y="0"/>
                      </a:moveTo>
                      <a:lnTo>
                        <a:pt x="237" y="0"/>
                      </a:lnTo>
                      <a:lnTo>
                        <a:pt x="248" y="1"/>
                      </a:lnTo>
                      <a:lnTo>
                        <a:pt x="260" y="2"/>
                      </a:lnTo>
                      <a:lnTo>
                        <a:pt x="270" y="4"/>
                      </a:lnTo>
                      <a:lnTo>
                        <a:pt x="281" y="7"/>
                      </a:lnTo>
                      <a:lnTo>
                        <a:pt x="292" y="9"/>
                      </a:lnTo>
                      <a:lnTo>
                        <a:pt x="302" y="14"/>
                      </a:lnTo>
                      <a:lnTo>
                        <a:pt x="313" y="17"/>
                      </a:lnTo>
                      <a:lnTo>
                        <a:pt x="332" y="27"/>
                      </a:lnTo>
                      <a:lnTo>
                        <a:pt x="350" y="39"/>
                      </a:lnTo>
                      <a:lnTo>
                        <a:pt x="368" y="52"/>
                      </a:lnTo>
                      <a:lnTo>
                        <a:pt x="384" y="66"/>
                      </a:lnTo>
                      <a:lnTo>
                        <a:pt x="398" y="82"/>
                      </a:lnTo>
                      <a:lnTo>
                        <a:pt x="411" y="99"/>
                      </a:lnTo>
                      <a:lnTo>
                        <a:pt x="423" y="117"/>
                      </a:lnTo>
                      <a:lnTo>
                        <a:pt x="432" y="137"/>
                      </a:lnTo>
                      <a:lnTo>
                        <a:pt x="436" y="148"/>
                      </a:lnTo>
                      <a:lnTo>
                        <a:pt x="440" y="157"/>
                      </a:lnTo>
                      <a:lnTo>
                        <a:pt x="442" y="168"/>
                      </a:lnTo>
                      <a:lnTo>
                        <a:pt x="445" y="179"/>
                      </a:lnTo>
                      <a:lnTo>
                        <a:pt x="448" y="190"/>
                      </a:lnTo>
                      <a:lnTo>
                        <a:pt x="449" y="202"/>
                      </a:lnTo>
                      <a:lnTo>
                        <a:pt x="450" y="212"/>
                      </a:lnTo>
                      <a:lnTo>
                        <a:pt x="450" y="224"/>
                      </a:lnTo>
                      <a:lnTo>
                        <a:pt x="450" y="236"/>
                      </a:lnTo>
                      <a:lnTo>
                        <a:pt x="449" y="247"/>
                      </a:lnTo>
                      <a:lnTo>
                        <a:pt x="448" y="259"/>
                      </a:lnTo>
                      <a:lnTo>
                        <a:pt x="445" y="270"/>
                      </a:lnTo>
                      <a:lnTo>
                        <a:pt x="442" y="280"/>
                      </a:lnTo>
                      <a:lnTo>
                        <a:pt x="440" y="291"/>
                      </a:lnTo>
                      <a:lnTo>
                        <a:pt x="436" y="302"/>
                      </a:lnTo>
                      <a:lnTo>
                        <a:pt x="432" y="312"/>
                      </a:lnTo>
                      <a:lnTo>
                        <a:pt x="423" y="331"/>
                      </a:lnTo>
                      <a:lnTo>
                        <a:pt x="411" y="350"/>
                      </a:lnTo>
                      <a:lnTo>
                        <a:pt x="398" y="367"/>
                      </a:lnTo>
                      <a:lnTo>
                        <a:pt x="384" y="383"/>
                      </a:lnTo>
                      <a:lnTo>
                        <a:pt x="368" y="398"/>
                      </a:lnTo>
                      <a:lnTo>
                        <a:pt x="350" y="411"/>
                      </a:lnTo>
                      <a:lnTo>
                        <a:pt x="332" y="422"/>
                      </a:lnTo>
                      <a:lnTo>
                        <a:pt x="313" y="432"/>
                      </a:lnTo>
                      <a:lnTo>
                        <a:pt x="302" y="436"/>
                      </a:lnTo>
                      <a:lnTo>
                        <a:pt x="292" y="439"/>
                      </a:lnTo>
                      <a:lnTo>
                        <a:pt x="281" y="442"/>
                      </a:lnTo>
                      <a:lnTo>
                        <a:pt x="270" y="445"/>
                      </a:lnTo>
                      <a:lnTo>
                        <a:pt x="260" y="447"/>
                      </a:lnTo>
                      <a:lnTo>
                        <a:pt x="248" y="448"/>
                      </a:lnTo>
                      <a:lnTo>
                        <a:pt x="237" y="449"/>
                      </a:lnTo>
                      <a:lnTo>
                        <a:pt x="225" y="449"/>
                      </a:lnTo>
                      <a:lnTo>
                        <a:pt x="213" y="449"/>
                      </a:lnTo>
                      <a:lnTo>
                        <a:pt x="202" y="448"/>
                      </a:lnTo>
                      <a:lnTo>
                        <a:pt x="190" y="447"/>
                      </a:lnTo>
                      <a:lnTo>
                        <a:pt x="180" y="445"/>
                      </a:lnTo>
                      <a:lnTo>
                        <a:pt x="169" y="442"/>
                      </a:lnTo>
                      <a:lnTo>
                        <a:pt x="158" y="439"/>
                      </a:lnTo>
                      <a:lnTo>
                        <a:pt x="147" y="436"/>
                      </a:lnTo>
                      <a:lnTo>
                        <a:pt x="138" y="432"/>
                      </a:lnTo>
                      <a:lnTo>
                        <a:pt x="118" y="422"/>
                      </a:lnTo>
                      <a:lnTo>
                        <a:pt x="100" y="411"/>
                      </a:lnTo>
                      <a:lnTo>
                        <a:pt x="82" y="398"/>
                      </a:lnTo>
                      <a:lnTo>
                        <a:pt x="66" y="383"/>
                      </a:lnTo>
                      <a:lnTo>
                        <a:pt x="51" y="367"/>
                      </a:lnTo>
                      <a:lnTo>
                        <a:pt x="38" y="350"/>
                      </a:lnTo>
                      <a:lnTo>
                        <a:pt x="27" y="331"/>
                      </a:lnTo>
                      <a:lnTo>
                        <a:pt x="18" y="312"/>
                      </a:lnTo>
                      <a:lnTo>
                        <a:pt x="14" y="302"/>
                      </a:lnTo>
                      <a:lnTo>
                        <a:pt x="10" y="291"/>
                      </a:lnTo>
                      <a:lnTo>
                        <a:pt x="7" y="280"/>
                      </a:lnTo>
                      <a:lnTo>
                        <a:pt x="5" y="270"/>
                      </a:lnTo>
                      <a:lnTo>
                        <a:pt x="3" y="259"/>
                      </a:lnTo>
                      <a:lnTo>
                        <a:pt x="1" y="247"/>
                      </a:lnTo>
                      <a:lnTo>
                        <a:pt x="0" y="236"/>
                      </a:lnTo>
                      <a:lnTo>
                        <a:pt x="0" y="224"/>
                      </a:lnTo>
                      <a:lnTo>
                        <a:pt x="0" y="212"/>
                      </a:lnTo>
                      <a:lnTo>
                        <a:pt x="1" y="202"/>
                      </a:lnTo>
                      <a:lnTo>
                        <a:pt x="3" y="190"/>
                      </a:lnTo>
                      <a:lnTo>
                        <a:pt x="5" y="179"/>
                      </a:lnTo>
                      <a:lnTo>
                        <a:pt x="7" y="168"/>
                      </a:lnTo>
                      <a:lnTo>
                        <a:pt x="10" y="157"/>
                      </a:lnTo>
                      <a:lnTo>
                        <a:pt x="14" y="148"/>
                      </a:lnTo>
                      <a:lnTo>
                        <a:pt x="18" y="137"/>
                      </a:lnTo>
                      <a:lnTo>
                        <a:pt x="27" y="117"/>
                      </a:lnTo>
                      <a:lnTo>
                        <a:pt x="38" y="99"/>
                      </a:lnTo>
                      <a:lnTo>
                        <a:pt x="51" y="82"/>
                      </a:lnTo>
                      <a:lnTo>
                        <a:pt x="66" y="66"/>
                      </a:lnTo>
                      <a:lnTo>
                        <a:pt x="82" y="52"/>
                      </a:lnTo>
                      <a:lnTo>
                        <a:pt x="100" y="39"/>
                      </a:lnTo>
                      <a:lnTo>
                        <a:pt x="118" y="27"/>
                      </a:lnTo>
                      <a:lnTo>
                        <a:pt x="138" y="17"/>
                      </a:lnTo>
                      <a:lnTo>
                        <a:pt x="147" y="14"/>
                      </a:lnTo>
                      <a:lnTo>
                        <a:pt x="158" y="9"/>
                      </a:lnTo>
                      <a:lnTo>
                        <a:pt x="169" y="7"/>
                      </a:lnTo>
                      <a:lnTo>
                        <a:pt x="180" y="4"/>
                      </a:lnTo>
                      <a:lnTo>
                        <a:pt x="190" y="2"/>
                      </a:lnTo>
                      <a:lnTo>
                        <a:pt x="202" y="1"/>
                      </a:lnTo>
                      <a:lnTo>
                        <a:pt x="213" y="0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5" name="íš1ïd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E6B8542-34D3-49D4-A8B1-02478CBC5A4B}"/>
                    </a:ext>
                  </a:extLst>
                </p:cNvPr>
                <p:cNvSpPr/>
                <p:nvPr/>
              </p:nvSpPr>
              <p:spPr bwMode="auto">
                <a:xfrm>
                  <a:off x="5128698" y="2780366"/>
                  <a:ext cx="125598" cy="125598"/>
                </a:xfrm>
                <a:custGeom>
                  <a:avLst/>
                  <a:gdLst>
                    <a:gd name="T0" fmla="*/ 272 w 495"/>
                    <a:gd name="T1" fmla="*/ 1 h 493"/>
                    <a:gd name="T2" fmla="*/ 309 w 495"/>
                    <a:gd name="T3" fmla="*/ 7 h 493"/>
                    <a:gd name="T4" fmla="*/ 343 w 495"/>
                    <a:gd name="T5" fmla="*/ 19 h 493"/>
                    <a:gd name="T6" fmla="*/ 376 w 495"/>
                    <a:gd name="T7" fmla="*/ 36 h 493"/>
                    <a:gd name="T8" fmla="*/ 405 w 495"/>
                    <a:gd name="T9" fmla="*/ 56 h 493"/>
                    <a:gd name="T10" fmla="*/ 430 w 495"/>
                    <a:gd name="T11" fmla="*/ 81 h 493"/>
                    <a:gd name="T12" fmla="*/ 452 w 495"/>
                    <a:gd name="T13" fmla="*/ 108 h 493"/>
                    <a:gd name="T14" fmla="*/ 470 w 495"/>
                    <a:gd name="T15" fmla="*/ 139 h 493"/>
                    <a:gd name="T16" fmla="*/ 484 w 495"/>
                    <a:gd name="T17" fmla="*/ 173 h 493"/>
                    <a:gd name="T18" fmla="*/ 491 w 495"/>
                    <a:gd name="T19" fmla="*/ 208 h 493"/>
                    <a:gd name="T20" fmla="*/ 495 w 495"/>
                    <a:gd name="T21" fmla="*/ 246 h 493"/>
                    <a:gd name="T22" fmla="*/ 491 w 495"/>
                    <a:gd name="T23" fmla="*/ 284 h 493"/>
                    <a:gd name="T24" fmla="*/ 484 w 495"/>
                    <a:gd name="T25" fmla="*/ 320 h 493"/>
                    <a:gd name="T26" fmla="*/ 470 w 495"/>
                    <a:gd name="T27" fmla="*/ 353 h 493"/>
                    <a:gd name="T28" fmla="*/ 452 w 495"/>
                    <a:gd name="T29" fmla="*/ 384 h 493"/>
                    <a:gd name="T30" fmla="*/ 430 w 495"/>
                    <a:gd name="T31" fmla="*/ 412 h 493"/>
                    <a:gd name="T32" fmla="*/ 405 w 495"/>
                    <a:gd name="T33" fmla="*/ 437 h 493"/>
                    <a:gd name="T34" fmla="*/ 376 w 495"/>
                    <a:gd name="T35" fmla="*/ 458 h 493"/>
                    <a:gd name="T36" fmla="*/ 343 w 495"/>
                    <a:gd name="T37" fmla="*/ 474 h 493"/>
                    <a:gd name="T38" fmla="*/ 309 w 495"/>
                    <a:gd name="T39" fmla="*/ 486 h 493"/>
                    <a:gd name="T40" fmla="*/ 272 w 495"/>
                    <a:gd name="T41" fmla="*/ 492 h 493"/>
                    <a:gd name="T42" fmla="*/ 234 w 495"/>
                    <a:gd name="T43" fmla="*/ 493 h 493"/>
                    <a:gd name="T44" fmla="*/ 198 w 495"/>
                    <a:gd name="T45" fmla="*/ 488 h 493"/>
                    <a:gd name="T46" fmla="*/ 162 w 495"/>
                    <a:gd name="T47" fmla="*/ 478 h 493"/>
                    <a:gd name="T48" fmla="*/ 129 w 495"/>
                    <a:gd name="T49" fmla="*/ 463 h 493"/>
                    <a:gd name="T50" fmla="*/ 99 w 495"/>
                    <a:gd name="T51" fmla="*/ 445 h 493"/>
                    <a:gd name="T52" fmla="*/ 72 w 495"/>
                    <a:gd name="T53" fmla="*/ 421 h 493"/>
                    <a:gd name="T54" fmla="*/ 50 w 495"/>
                    <a:gd name="T55" fmla="*/ 394 h 493"/>
                    <a:gd name="T56" fmla="*/ 30 w 495"/>
                    <a:gd name="T57" fmla="*/ 364 h 493"/>
                    <a:gd name="T58" fmla="*/ 15 w 495"/>
                    <a:gd name="T59" fmla="*/ 331 h 493"/>
                    <a:gd name="T60" fmla="*/ 5 w 495"/>
                    <a:gd name="T61" fmla="*/ 296 h 493"/>
                    <a:gd name="T62" fmla="*/ 1 w 495"/>
                    <a:gd name="T63" fmla="*/ 259 h 493"/>
                    <a:gd name="T64" fmla="*/ 2 w 495"/>
                    <a:gd name="T65" fmla="*/ 221 h 493"/>
                    <a:gd name="T66" fmla="*/ 8 w 495"/>
                    <a:gd name="T67" fmla="*/ 185 h 493"/>
                    <a:gd name="T68" fmla="*/ 19 w 495"/>
                    <a:gd name="T69" fmla="*/ 150 h 493"/>
                    <a:gd name="T70" fmla="*/ 37 w 495"/>
                    <a:gd name="T71" fmla="*/ 119 h 493"/>
                    <a:gd name="T72" fmla="*/ 57 w 495"/>
                    <a:gd name="T73" fmla="*/ 90 h 493"/>
                    <a:gd name="T74" fmla="*/ 81 w 495"/>
                    <a:gd name="T75" fmla="*/ 64 h 493"/>
                    <a:gd name="T76" fmla="*/ 109 w 495"/>
                    <a:gd name="T77" fmla="*/ 42 h 493"/>
                    <a:gd name="T78" fmla="*/ 140 w 495"/>
                    <a:gd name="T79" fmla="*/ 24 h 493"/>
                    <a:gd name="T80" fmla="*/ 174 w 495"/>
                    <a:gd name="T81" fmla="*/ 11 h 493"/>
                    <a:gd name="T82" fmla="*/ 209 w 495"/>
                    <a:gd name="T83" fmla="*/ 2 h 493"/>
                    <a:gd name="T84" fmla="*/ 247 w 495"/>
                    <a:gd name="T85" fmla="*/ 0 h 4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495" h="493">
                      <a:moveTo>
                        <a:pt x="247" y="0"/>
                      </a:moveTo>
                      <a:lnTo>
                        <a:pt x="260" y="0"/>
                      </a:lnTo>
                      <a:lnTo>
                        <a:pt x="272" y="1"/>
                      </a:lnTo>
                      <a:lnTo>
                        <a:pt x="285" y="2"/>
                      </a:lnTo>
                      <a:lnTo>
                        <a:pt x="297" y="4"/>
                      </a:lnTo>
                      <a:lnTo>
                        <a:pt x="309" y="7"/>
                      </a:lnTo>
                      <a:lnTo>
                        <a:pt x="321" y="11"/>
                      </a:lnTo>
                      <a:lnTo>
                        <a:pt x="333" y="14"/>
                      </a:lnTo>
                      <a:lnTo>
                        <a:pt x="343" y="19"/>
                      </a:lnTo>
                      <a:lnTo>
                        <a:pt x="354" y="24"/>
                      </a:lnTo>
                      <a:lnTo>
                        <a:pt x="365" y="29"/>
                      </a:lnTo>
                      <a:lnTo>
                        <a:pt x="376" y="36"/>
                      </a:lnTo>
                      <a:lnTo>
                        <a:pt x="385" y="42"/>
                      </a:lnTo>
                      <a:lnTo>
                        <a:pt x="395" y="48"/>
                      </a:lnTo>
                      <a:lnTo>
                        <a:pt x="405" y="56"/>
                      </a:lnTo>
                      <a:lnTo>
                        <a:pt x="414" y="64"/>
                      </a:lnTo>
                      <a:lnTo>
                        <a:pt x="422" y="72"/>
                      </a:lnTo>
                      <a:lnTo>
                        <a:pt x="430" y="81"/>
                      </a:lnTo>
                      <a:lnTo>
                        <a:pt x="438" y="90"/>
                      </a:lnTo>
                      <a:lnTo>
                        <a:pt x="445" y="98"/>
                      </a:lnTo>
                      <a:lnTo>
                        <a:pt x="452" y="108"/>
                      </a:lnTo>
                      <a:lnTo>
                        <a:pt x="459" y="119"/>
                      </a:lnTo>
                      <a:lnTo>
                        <a:pt x="464" y="128"/>
                      </a:lnTo>
                      <a:lnTo>
                        <a:pt x="470" y="139"/>
                      </a:lnTo>
                      <a:lnTo>
                        <a:pt x="475" y="150"/>
                      </a:lnTo>
                      <a:lnTo>
                        <a:pt x="479" y="162"/>
                      </a:lnTo>
                      <a:lnTo>
                        <a:pt x="484" y="173"/>
                      </a:lnTo>
                      <a:lnTo>
                        <a:pt x="487" y="185"/>
                      </a:lnTo>
                      <a:lnTo>
                        <a:pt x="489" y="196"/>
                      </a:lnTo>
                      <a:lnTo>
                        <a:pt x="491" y="208"/>
                      </a:lnTo>
                      <a:lnTo>
                        <a:pt x="494" y="221"/>
                      </a:lnTo>
                      <a:lnTo>
                        <a:pt x="495" y="234"/>
                      </a:lnTo>
                      <a:lnTo>
                        <a:pt x="495" y="246"/>
                      </a:lnTo>
                      <a:lnTo>
                        <a:pt x="495" y="259"/>
                      </a:lnTo>
                      <a:lnTo>
                        <a:pt x="494" y="272"/>
                      </a:lnTo>
                      <a:lnTo>
                        <a:pt x="491" y="284"/>
                      </a:lnTo>
                      <a:lnTo>
                        <a:pt x="489" y="296"/>
                      </a:lnTo>
                      <a:lnTo>
                        <a:pt x="487" y="308"/>
                      </a:lnTo>
                      <a:lnTo>
                        <a:pt x="484" y="320"/>
                      </a:lnTo>
                      <a:lnTo>
                        <a:pt x="479" y="331"/>
                      </a:lnTo>
                      <a:lnTo>
                        <a:pt x="475" y="342"/>
                      </a:lnTo>
                      <a:lnTo>
                        <a:pt x="470" y="353"/>
                      </a:lnTo>
                      <a:lnTo>
                        <a:pt x="464" y="364"/>
                      </a:lnTo>
                      <a:lnTo>
                        <a:pt x="459" y="375"/>
                      </a:lnTo>
                      <a:lnTo>
                        <a:pt x="452" y="384"/>
                      </a:lnTo>
                      <a:lnTo>
                        <a:pt x="445" y="394"/>
                      </a:lnTo>
                      <a:lnTo>
                        <a:pt x="438" y="404"/>
                      </a:lnTo>
                      <a:lnTo>
                        <a:pt x="430" y="412"/>
                      </a:lnTo>
                      <a:lnTo>
                        <a:pt x="422" y="421"/>
                      </a:lnTo>
                      <a:lnTo>
                        <a:pt x="414" y="430"/>
                      </a:lnTo>
                      <a:lnTo>
                        <a:pt x="405" y="437"/>
                      </a:lnTo>
                      <a:lnTo>
                        <a:pt x="395" y="445"/>
                      </a:lnTo>
                      <a:lnTo>
                        <a:pt x="385" y="451"/>
                      </a:lnTo>
                      <a:lnTo>
                        <a:pt x="376" y="458"/>
                      </a:lnTo>
                      <a:lnTo>
                        <a:pt x="365" y="463"/>
                      </a:lnTo>
                      <a:lnTo>
                        <a:pt x="354" y="469"/>
                      </a:lnTo>
                      <a:lnTo>
                        <a:pt x="343" y="474"/>
                      </a:lnTo>
                      <a:lnTo>
                        <a:pt x="333" y="478"/>
                      </a:lnTo>
                      <a:lnTo>
                        <a:pt x="321" y="483"/>
                      </a:lnTo>
                      <a:lnTo>
                        <a:pt x="309" y="486"/>
                      </a:lnTo>
                      <a:lnTo>
                        <a:pt x="297" y="488"/>
                      </a:lnTo>
                      <a:lnTo>
                        <a:pt x="285" y="490"/>
                      </a:lnTo>
                      <a:lnTo>
                        <a:pt x="272" y="492"/>
                      </a:lnTo>
                      <a:lnTo>
                        <a:pt x="260" y="493"/>
                      </a:lnTo>
                      <a:lnTo>
                        <a:pt x="247" y="493"/>
                      </a:lnTo>
                      <a:lnTo>
                        <a:pt x="234" y="493"/>
                      </a:lnTo>
                      <a:lnTo>
                        <a:pt x="222" y="492"/>
                      </a:lnTo>
                      <a:lnTo>
                        <a:pt x="209" y="490"/>
                      </a:lnTo>
                      <a:lnTo>
                        <a:pt x="198" y="488"/>
                      </a:lnTo>
                      <a:lnTo>
                        <a:pt x="186" y="486"/>
                      </a:lnTo>
                      <a:lnTo>
                        <a:pt x="174" y="483"/>
                      </a:lnTo>
                      <a:lnTo>
                        <a:pt x="162" y="478"/>
                      </a:lnTo>
                      <a:lnTo>
                        <a:pt x="151" y="474"/>
                      </a:lnTo>
                      <a:lnTo>
                        <a:pt x="140" y="469"/>
                      </a:lnTo>
                      <a:lnTo>
                        <a:pt x="129" y="463"/>
                      </a:lnTo>
                      <a:lnTo>
                        <a:pt x="120" y="458"/>
                      </a:lnTo>
                      <a:lnTo>
                        <a:pt x="109" y="451"/>
                      </a:lnTo>
                      <a:lnTo>
                        <a:pt x="99" y="445"/>
                      </a:lnTo>
                      <a:lnTo>
                        <a:pt x="91" y="437"/>
                      </a:lnTo>
                      <a:lnTo>
                        <a:pt x="81" y="430"/>
                      </a:lnTo>
                      <a:lnTo>
                        <a:pt x="72" y="421"/>
                      </a:lnTo>
                      <a:lnTo>
                        <a:pt x="65" y="412"/>
                      </a:lnTo>
                      <a:lnTo>
                        <a:pt x="57" y="404"/>
                      </a:lnTo>
                      <a:lnTo>
                        <a:pt x="50" y="394"/>
                      </a:lnTo>
                      <a:lnTo>
                        <a:pt x="42" y="384"/>
                      </a:lnTo>
                      <a:lnTo>
                        <a:pt x="37" y="375"/>
                      </a:lnTo>
                      <a:lnTo>
                        <a:pt x="30" y="364"/>
                      </a:lnTo>
                      <a:lnTo>
                        <a:pt x="25" y="353"/>
                      </a:lnTo>
                      <a:lnTo>
                        <a:pt x="19" y="342"/>
                      </a:lnTo>
                      <a:lnTo>
                        <a:pt x="15" y="331"/>
                      </a:lnTo>
                      <a:lnTo>
                        <a:pt x="12" y="320"/>
                      </a:lnTo>
                      <a:lnTo>
                        <a:pt x="8" y="308"/>
                      </a:lnTo>
                      <a:lnTo>
                        <a:pt x="5" y="296"/>
                      </a:lnTo>
                      <a:lnTo>
                        <a:pt x="3" y="284"/>
                      </a:lnTo>
                      <a:lnTo>
                        <a:pt x="2" y="272"/>
                      </a:lnTo>
                      <a:lnTo>
                        <a:pt x="1" y="259"/>
                      </a:lnTo>
                      <a:lnTo>
                        <a:pt x="0" y="246"/>
                      </a:lnTo>
                      <a:lnTo>
                        <a:pt x="1" y="234"/>
                      </a:lnTo>
                      <a:lnTo>
                        <a:pt x="2" y="221"/>
                      </a:lnTo>
                      <a:lnTo>
                        <a:pt x="3" y="208"/>
                      </a:lnTo>
                      <a:lnTo>
                        <a:pt x="5" y="196"/>
                      </a:lnTo>
                      <a:lnTo>
                        <a:pt x="8" y="185"/>
                      </a:lnTo>
                      <a:lnTo>
                        <a:pt x="12" y="173"/>
                      </a:lnTo>
                      <a:lnTo>
                        <a:pt x="15" y="162"/>
                      </a:lnTo>
                      <a:lnTo>
                        <a:pt x="19" y="150"/>
                      </a:lnTo>
                      <a:lnTo>
                        <a:pt x="25" y="139"/>
                      </a:lnTo>
                      <a:lnTo>
                        <a:pt x="30" y="128"/>
                      </a:lnTo>
                      <a:lnTo>
                        <a:pt x="37" y="119"/>
                      </a:lnTo>
                      <a:lnTo>
                        <a:pt x="42" y="108"/>
                      </a:lnTo>
                      <a:lnTo>
                        <a:pt x="50" y="98"/>
                      </a:lnTo>
                      <a:lnTo>
                        <a:pt x="57" y="90"/>
                      </a:lnTo>
                      <a:lnTo>
                        <a:pt x="65" y="81"/>
                      </a:lnTo>
                      <a:lnTo>
                        <a:pt x="72" y="72"/>
                      </a:lnTo>
                      <a:lnTo>
                        <a:pt x="81" y="64"/>
                      </a:lnTo>
                      <a:lnTo>
                        <a:pt x="91" y="56"/>
                      </a:lnTo>
                      <a:lnTo>
                        <a:pt x="99" y="48"/>
                      </a:lnTo>
                      <a:lnTo>
                        <a:pt x="109" y="42"/>
                      </a:lnTo>
                      <a:lnTo>
                        <a:pt x="120" y="36"/>
                      </a:lnTo>
                      <a:lnTo>
                        <a:pt x="129" y="29"/>
                      </a:lnTo>
                      <a:lnTo>
                        <a:pt x="140" y="24"/>
                      </a:lnTo>
                      <a:lnTo>
                        <a:pt x="151" y="19"/>
                      </a:lnTo>
                      <a:lnTo>
                        <a:pt x="162" y="14"/>
                      </a:lnTo>
                      <a:lnTo>
                        <a:pt x="174" y="11"/>
                      </a:lnTo>
                      <a:lnTo>
                        <a:pt x="186" y="7"/>
                      </a:lnTo>
                      <a:lnTo>
                        <a:pt x="198" y="4"/>
                      </a:lnTo>
                      <a:lnTo>
                        <a:pt x="209" y="2"/>
                      </a:lnTo>
                      <a:lnTo>
                        <a:pt x="222" y="1"/>
                      </a:lnTo>
                      <a:lnTo>
                        <a:pt x="234" y="0"/>
                      </a:lnTo>
                      <a:lnTo>
                        <a:pt x="24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6" name="íšľiḓ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D5E68F6-41B1-46FE-8206-2BE59CB8BF4A}"/>
                    </a:ext>
                  </a:extLst>
                </p:cNvPr>
                <p:cNvSpPr/>
                <p:nvPr/>
              </p:nvSpPr>
              <p:spPr bwMode="auto">
                <a:xfrm>
                  <a:off x="4775201" y="2475487"/>
                  <a:ext cx="171178" cy="171178"/>
                </a:xfrm>
                <a:custGeom>
                  <a:avLst/>
                  <a:gdLst>
                    <a:gd name="T0" fmla="*/ 373 w 675"/>
                    <a:gd name="T1" fmla="*/ 2 h 676"/>
                    <a:gd name="T2" fmla="*/ 422 w 675"/>
                    <a:gd name="T3" fmla="*/ 10 h 676"/>
                    <a:gd name="T4" fmla="*/ 469 w 675"/>
                    <a:gd name="T5" fmla="*/ 27 h 676"/>
                    <a:gd name="T6" fmla="*/ 513 w 675"/>
                    <a:gd name="T7" fmla="*/ 49 h 676"/>
                    <a:gd name="T8" fmla="*/ 553 w 675"/>
                    <a:gd name="T9" fmla="*/ 77 h 676"/>
                    <a:gd name="T10" fmla="*/ 588 w 675"/>
                    <a:gd name="T11" fmla="*/ 111 h 676"/>
                    <a:gd name="T12" fmla="*/ 618 w 675"/>
                    <a:gd name="T13" fmla="*/ 149 h 676"/>
                    <a:gd name="T14" fmla="*/ 642 w 675"/>
                    <a:gd name="T15" fmla="*/ 191 h 676"/>
                    <a:gd name="T16" fmla="*/ 660 w 675"/>
                    <a:gd name="T17" fmla="*/ 237 h 676"/>
                    <a:gd name="T18" fmla="*/ 672 w 675"/>
                    <a:gd name="T19" fmla="*/ 286 h 676"/>
                    <a:gd name="T20" fmla="*/ 675 w 675"/>
                    <a:gd name="T21" fmla="*/ 338 h 676"/>
                    <a:gd name="T22" fmla="*/ 672 w 675"/>
                    <a:gd name="T23" fmla="*/ 390 h 676"/>
                    <a:gd name="T24" fmla="*/ 660 w 675"/>
                    <a:gd name="T25" fmla="*/ 438 h 676"/>
                    <a:gd name="T26" fmla="*/ 642 w 675"/>
                    <a:gd name="T27" fmla="*/ 484 h 676"/>
                    <a:gd name="T28" fmla="*/ 618 w 675"/>
                    <a:gd name="T29" fmla="*/ 527 h 676"/>
                    <a:gd name="T30" fmla="*/ 588 w 675"/>
                    <a:gd name="T31" fmla="*/ 565 h 676"/>
                    <a:gd name="T32" fmla="*/ 553 w 675"/>
                    <a:gd name="T33" fmla="*/ 598 h 676"/>
                    <a:gd name="T34" fmla="*/ 513 w 675"/>
                    <a:gd name="T35" fmla="*/ 626 h 676"/>
                    <a:gd name="T36" fmla="*/ 469 w 675"/>
                    <a:gd name="T37" fmla="*/ 649 h 676"/>
                    <a:gd name="T38" fmla="*/ 422 w 675"/>
                    <a:gd name="T39" fmla="*/ 665 h 676"/>
                    <a:gd name="T40" fmla="*/ 373 w 675"/>
                    <a:gd name="T41" fmla="*/ 674 h 676"/>
                    <a:gd name="T42" fmla="*/ 321 w 675"/>
                    <a:gd name="T43" fmla="*/ 675 h 676"/>
                    <a:gd name="T44" fmla="*/ 270 w 675"/>
                    <a:gd name="T45" fmla="*/ 668 h 676"/>
                    <a:gd name="T46" fmla="*/ 221 w 675"/>
                    <a:gd name="T47" fmla="*/ 655 h 676"/>
                    <a:gd name="T48" fmla="*/ 177 w 675"/>
                    <a:gd name="T49" fmla="*/ 635 h 676"/>
                    <a:gd name="T50" fmla="*/ 136 w 675"/>
                    <a:gd name="T51" fmla="*/ 608 h 676"/>
                    <a:gd name="T52" fmla="*/ 99 w 675"/>
                    <a:gd name="T53" fmla="*/ 576 h 676"/>
                    <a:gd name="T54" fmla="*/ 67 w 675"/>
                    <a:gd name="T55" fmla="*/ 540 h 676"/>
                    <a:gd name="T56" fmla="*/ 41 w 675"/>
                    <a:gd name="T57" fmla="*/ 499 h 676"/>
                    <a:gd name="T58" fmla="*/ 21 w 675"/>
                    <a:gd name="T59" fmla="*/ 453 h 676"/>
                    <a:gd name="T60" fmla="*/ 6 w 675"/>
                    <a:gd name="T61" fmla="*/ 406 h 676"/>
                    <a:gd name="T62" fmla="*/ 0 w 675"/>
                    <a:gd name="T63" fmla="*/ 355 h 676"/>
                    <a:gd name="T64" fmla="*/ 2 w 675"/>
                    <a:gd name="T65" fmla="*/ 303 h 676"/>
                    <a:gd name="T66" fmla="*/ 11 w 675"/>
                    <a:gd name="T67" fmla="*/ 253 h 676"/>
                    <a:gd name="T68" fmla="*/ 27 w 675"/>
                    <a:gd name="T69" fmla="*/ 206 h 676"/>
                    <a:gd name="T70" fmla="*/ 49 w 675"/>
                    <a:gd name="T71" fmla="*/ 163 h 676"/>
                    <a:gd name="T72" fmla="*/ 77 w 675"/>
                    <a:gd name="T73" fmla="*/ 123 h 676"/>
                    <a:gd name="T74" fmla="*/ 110 w 675"/>
                    <a:gd name="T75" fmla="*/ 87 h 676"/>
                    <a:gd name="T76" fmla="*/ 149 w 675"/>
                    <a:gd name="T77" fmla="*/ 58 h 676"/>
                    <a:gd name="T78" fmla="*/ 191 w 675"/>
                    <a:gd name="T79" fmla="*/ 33 h 676"/>
                    <a:gd name="T80" fmla="*/ 238 w 675"/>
                    <a:gd name="T81" fmla="*/ 15 h 676"/>
                    <a:gd name="T82" fmla="*/ 286 w 675"/>
                    <a:gd name="T83" fmla="*/ 4 h 676"/>
                    <a:gd name="T84" fmla="*/ 338 w 675"/>
                    <a:gd name="T85" fmla="*/ 0 h 6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75" h="676">
                      <a:moveTo>
                        <a:pt x="338" y="0"/>
                      </a:moveTo>
                      <a:lnTo>
                        <a:pt x="355" y="1"/>
                      </a:lnTo>
                      <a:lnTo>
                        <a:pt x="373" y="2"/>
                      </a:lnTo>
                      <a:lnTo>
                        <a:pt x="389" y="4"/>
                      </a:lnTo>
                      <a:lnTo>
                        <a:pt x="406" y="7"/>
                      </a:lnTo>
                      <a:lnTo>
                        <a:pt x="422" y="10"/>
                      </a:lnTo>
                      <a:lnTo>
                        <a:pt x="439" y="15"/>
                      </a:lnTo>
                      <a:lnTo>
                        <a:pt x="454" y="20"/>
                      </a:lnTo>
                      <a:lnTo>
                        <a:pt x="469" y="27"/>
                      </a:lnTo>
                      <a:lnTo>
                        <a:pt x="484" y="33"/>
                      </a:lnTo>
                      <a:lnTo>
                        <a:pt x="499" y="41"/>
                      </a:lnTo>
                      <a:lnTo>
                        <a:pt x="513" y="49"/>
                      </a:lnTo>
                      <a:lnTo>
                        <a:pt x="526" y="58"/>
                      </a:lnTo>
                      <a:lnTo>
                        <a:pt x="540" y="67"/>
                      </a:lnTo>
                      <a:lnTo>
                        <a:pt x="553" y="77"/>
                      </a:lnTo>
                      <a:lnTo>
                        <a:pt x="565" y="87"/>
                      </a:lnTo>
                      <a:lnTo>
                        <a:pt x="577" y="99"/>
                      </a:lnTo>
                      <a:lnTo>
                        <a:pt x="588" y="111"/>
                      </a:lnTo>
                      <a:lnTo>
                        <a:pt x="598" y="123"/>
                      </a:lnTo>
                      <a:lnTo>
                        <a:pt x="608" y="136"/>
                      </a:lnTo>
                      <a:lnTo>
                        <a:pt x="618" y="149"/>
                      </a:lnTo>
                      <a:lnTo>
                        <a:pt x="627" y="163"/>
                      </a:lnTo>
                      <a:lnTo>
                        <a:pt x="635" y="177"/>
                      </a:lnTo>
                      <a:lnTo>
                        <a:pt x="642" y="191"/>
                      </a:lnTo>
                      <a:lnTo>
                        <a:pt x="649" y="206"/>
                      </a:lnTo>
                      <a:lnTo>
                        <a:pt x="655" y="221"/>
                      </a:lnTo>
                      <a:lnTo>
                        <a:pt x="660" y="237"/>
                      </a:lnTo>
                      <a:lnTo>
                        <a:pt x="664" y="253"/>
                      </a:lnTo>
                      <a:lnTo>
                        <a:pt x="669" y="270"/>
                      </a:lnTo>
                      <a:lnTo>
                        <a:pt x="672" y="286"/>
                      </a:lnTo>
                      <a:lnTo>
                        <a:pt x="674" y="303"/>
                      </a:lnTo>
                      <a:lnTo>
                        <a:pt x="675" y="320"/>
                      </a:lnTo>
                      <a:lnTo>
                        <a:pt x="675" y="338"/>
                      </a:lnTo>
                      <a:lnTo>
                        <a:pt x="675" y="355"/>
                      </a:lnTo>
                      <a:lnTo>
                        <a:pt x="674" y="372"/>
                      </a:lnTo>
                      <a:lnTo>
                        <a:pt x="672" y="390"/>
                      </a:lnTo>
                      <a:lnTo>
                        <a:pt x="669" y="406"/>
                      </a:lnTo>
                      <a:lnTo>
                        <a:pt x="664" y="422"/>
                      </a:lnTo>
                      <a:lnTo>
                        <a:pt x="660" y="438"/>
                      </a:lnTo>
                      <a:lnTo>
                        <a:pt x="655" y="453"/>
                      </a:lnTo>
                      <a:lnTo>
                        <a:pt x="649" y="469"/>
                      </a:lnTo>
                      <a:lnTo>
                        <a:pt x="642" y="484"/>
                      </a:lnTo>
                      <a:lnTo>
                        <a:pt x="635" y="499"/>
                      </a:lnTo>
                      <a:lnTo>
                        <a:pt x="627" y="513"/>
                      </a:lnTo>
                      <a:lnTo>
                        <a:pt x="618" y="527"/>
                      </a:lnTo>
                      <a:lnTo>
                        <a:pt x="608" y="540"/>
                      </a:lnTo>
                      <a:lnTo>
                        <a:pt x="598" y="553"/>
                      </a:lnTo>
                      <a:lnTo>
                        <a:pt x="588" y="565"/>
                      </a:lnTo>
                      <a:lnTo>
                        <a:pt x="577" y="576"/>
                      </a:lnTo>
                      <a:lnTo>
                        <a:pt x="565" y="587"/>
                      </a:lnTo>
                      <a:lnTo>
                        <a:pt x="553" y="598"/>
                      </a:lnTo>
                      <a:lnTo>
                        <a:pt x="540" y="608"/>
                      </a:lnTo>
                      <a:lnTo>
                        <a:pt x="526" y="617"/>
                      </a:lnTo>
                      <a:lnTo>
                        <a:pt x="513" y="626"/>
                      </a:lnTo>
                      <a:lnTo>
                        <a:pt x="499" y="635"/>
                      </a:lnTo>
                      <a:lnTo>
                        <a:pt x="484" y="642"/>
                      </a:lnTo>
                      <a:lnTo>
                        <a:pt x="469" y="649"/>
                      </a:lnTo>
                      <a:lnTo>
                        <a:pt x="454" y="655"/>
                      </a:lnTo>
                      <a:lnTo>
                        <a:pt x="439" y="661"/>
                      </a:lnTo>
                      <a:lnTo>
                        <a:pt x="422" y="665"/>
                      </a:lnTo>
                      <a:lnTo>
                        <a:pt x="406" y="668"/>
                      </a:lnTo>
                      <a:lnTo>
                        <a:pt x="389" y="671"/>
                      </a:lnTo>
                      <a:lnTo>
                        <a:pt x="373" y="674"/>
                      </a:lnTo>
                      <a:lnTo>
                        <a:pt x="355" y="675"/>
                      </a:lnTo>
                      <a:lnTo>
                        <a:pt x="338" y="676"/>
                      </a:lnTo>
                      <a:lnTo>
                        <a:pt x="321" y="675"/>
                      </a:lnTo>
                      <a:lnTo>
                        <a:pt x="304" y="674"/>
                      </a:lnTo>
                      <a:lnTo>
                        <a:pt x="286" y="671"/>
                      </a:lnTo>
                      <a:lnTo>
                        <a:pt x="270" y="668"/>
                      </a:lnTo>
                      <a:lnTo>
                        <a:pt x="254" y="665"/>
                      </a:lnTo>
                      <a:lnTo>
                        <a:pt x="238" y="661"/>
                      </a:lnTo>
                      <a:lnTo>
                        <a:pt x="221" y="655"/>
                      </a:lnTo>
                      <a:lnTo>
                        <a:pt x="206" y="649"/>
                      </a:lnTo>
                      <a:lnTo>
                        <a:pt x="191" y="642"/>
                      </a:lnTo>
                      <a:lnTo>
                        <a:pt x="177" y="635"/>
                      </a:lnTo>
                      <a:lnTo>
                        <a:pt x="163" y="626"/>
                      </a:lnTo>
                      <a:lnTo>
                        <a:pt x="149" y="617"/>
                      </a:lnTo>
                      <a:lnTo>
                        <a:pt x="136" y="608"/>
                      </a:lnTo>
                      <a:lnTo>
                        <a:pt x="123" y="598"/>
                      </a:lnTo>
                      <a:lnTo>
                        <a:pt x="110" y="587"/>
                      </a:lnTo>
                      <a:lnTo>
                        <a:pt x="99" y="576"/>
                      </a:lnTo>
                      <a:lnTo>
                        <a:pt x="88" y="565"/>
                      </a:lnTo>
                      <a:lnTo>
                        <a:pt x="77" y="553"/>
                      </a:lnTo>
                      <a:lnTo>
                        <a:pt x="67" y="540"/>
                      </a:lnTo>
                      <a:lnTo>
                        <a:pt x="57" y="527"/>
                      </a:lnTo>
                      <a:lnTo>
                        <a:pt x="49" y="513"/>
                      </a:lnTo>
                      <a:lnTo>
                        <a:pt x="41" y="499"/>
                      </a:lnTo>
                      <a:lnTo>
                        <a:pt x="33" y="484"/>
                      </a:lnTo>
                      <a:lnTo>
                        <a:pt x="27" y="469"/>
                      </a:lnTo>
                      <a:lnTo>
                        <a:pt x="21" y="453"/>
                      </a:lnTo>
                      <a:lnTo>
                        <a:pt x="15" y="438"/>
                      </a:lnTo>
                      <a:lnTo>
                        <a:pt x="11" y="422"/>
                      </a:lnTo>
                      <a:lnTo>
                        <a:pt x="6" y="406"/>
                      </a:lnTo>
                      <a:lnTo>
                        <a:pt x="4" y="390"/>
                      </a:lnTo>
                      <a:lnTo>
                        <a:pt x="2" y="372"/>
                      </a:lnTo>
                      <a:lnTo>
                        <a:pt x="0" y="355"/>
                      </a:lnTo>
                      <a:lnTo>
                        <a:pt x="0" y="338"/>
                      </a:lnTo>
                      <a:lnTo>
                        <a:pt x="0" y="320"/>
                      </a:lnTo>
                      <a:lnTo>
                        <a:pt x="2" y="303"/>
                      </a:lnTo>
                      <a:lnTo>
                        <a:pt x="4" y="286"/>
                      </a:lnTo>
                      <a:lnTo>
                        <a:pt x="6" y="270"/>
                      </a:lnTo>
                      <a:lnTo>
                        <a:pt x="11" y="253"/>
                      </a:lnTo>
                      <a:lnTo>
                        <a:pt x="15" y="237"/>
                      </a:lnTo>
                      <a:lnTo>
                        <a:pt x="21" y="221"/>
                      </a:lnTo>
                      <a:lnTo>
                        <a:pt x="27" y="206"/>
                      </a:lnTo>
                      <a:lnTo>
                        <a:pt x="33" y="191"/>
                      </a:lnTo>
                      <a:lnTo>
                        <a:pt x="41" y="177"/>
                      </a:lnTo>
                      <a:lnTo>
                        <a:pt x="49" y="163"/>
                      </a:lnTo>
                      <a:lnTo>
                        <a:pt x="57" y="149"/>
                      </a:lnTo>
                      <a:lnTo>
                        <a:pt x="67" y="136"/>
                      </a:lnTo>
                      <a:lnTo>
                        <a:pt x="77" y="123"/>
                      </a:lnTo>
                      <a:lnTo>
                        <a:pt x="88" y="111"/>
                      </a:lnTo>
                      <a:lnTo>
                        <a:pt x="99" y="99"/>
                      </a:lnTo>
                      <a:lnTo>
                        <a:pt x="110" y="87"/>
                      </a:lnTo>
                      <a:lnTo>
                        <a:pt x="123" y="77"/>
                      </a:lnTo>
                      <a:lnTo>
                        <a:pt x="136" y="67"/>
                      </a:lnTo>
                      <a:lnTo>
                        <a:pt x="149" y="58"/>
                      </a:lnTo>
                      <a:lnTo>
                        <a:pt x="163" y="49"/>
                      </a:lnTo>
                      <a:lnTo>
                        <a:pt x="177" y="41"/>
                      </a:lnTo>
                      <a:lnTo>
                        <a:pt x="191" y="33"/>
                      </a:lnTo>
                      <a:lnTo>
                        <a:pt x="206" y="27"/>
                      </a:lnTo>
                      <a:lnTo>
                        <a:pt x="221" y="20"/>
                      </a:lnTo>
                      <a:lnTo>
                        <a:pt x="238" y="15"/>
                      </a:lnTo>
                      <a:lnTo>
                        <a:pt x="254" y="10"/>
                      </a:lnTo>
                      <a:lnTo>
                        <a:pt x="270" y="7"/>
                      </a:lnTo>
                      <a:lnTo>
                        <a:pt x="286" y="4"/>
                      </a:lnTo>
                      <a:lnTo>
                        <a:pt x="304" y="2"/>
                      </a:lnTo>
                      <a:lnTo>
                        <a:pt x="321" y="1"/>
                      </a:lnTo>
                      <a:lnTo>
                        <a:pt x="33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7" name="işḻiḋ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ECFC56E-3427-4F98-9258-17C6792D8913}"/>
                    </a:ext>
                  </a:extLst>
                </p:cNvPr>
                <p:cNvSpPr/>
                <p:nvPr/>
              </p:nvSpPr>
              <p:spPr bwMode="auto">
                <a:xfrm>
                  <a:off x="5369763" y="2430921"/>
                  <a:ext cx="160035" cy="159023"/>
                </a:xfrm>
                <a:custGeom>
                  <a:avLst/>
                  <a:gdLst>
                    <a:gd name="T0" fmla="*/ 348 w 631"/>
                    <a:gd name="T1" fmla="*/ 2 h 631"/>
                    <a:gd name="T2" fmla="*/ 395 w 631"/>
                    <a:gd name="T3" fmla="*/ 10 h 631"/>
                    <a:gd name="T4" fmla="*/ 438 w 631"/>
                    <a:gd name="T5" fmla="*/ 25 h 631"/>
                    <a:gd name="T6" fmla="*/ 479 w 631"/>
                    <a:gd name="T7" fmla="*/ 46 h 631"/>
                    <a:gd name="T8" fmla="*/ 516 w 631"/>
                    <a:gd name="T9" fmla="*/ 73 h 631"/>
                    <a:gd name="T10" fmla="*/ 549 w 631"/>
                    <a:gd name="T11" fmla="*/ 103 h 631"/>
                    <a:gd name="T12" fmla="*/ 577 w 631"/>
                    <a:gd name="T13" fmla="*/ 140 h 631"/>
                    <a:gd name="T14" fmla="*/ 600 w 631"/>
                    <a:gd name="T15" fmla="*/ 179 h 631"/>
                    <a:gd name="T16" fmla="*/ 617 w 631"/>
                    <a:gd name="T17" fmla="*/ 222 h 631"/>
                    <a:gd name="T18" fmla="*/ 627 w 631"/>
                    <a:gd name="T19" fmla="*/ 267 h 631"/>
                    <a:gd name="T20" fmla="*/ 631 w 631"/>
                    <a:gd name="T21" fmla="*/ 316 h 631"/>
                    <a:gd name="T22" fmla="*/ 627 w 631"/>
                    <a:gd name="T23" fmla="*/ 363 h 631"/>
                    <a:gd name="T24" fmla="*/ 617 w 631"/>
                    <a:gd name="T25" fmla="*/ 410 h 631"/>
                    <a:gd name="T26" fmla="*/ 600 w 631"/>
                    <a:gd name="T27" fmla="*/ 452 h 631"/>
                    <a:gd name="T28" fmla="*/ 577 w 631"/>
                    <a:gd name="T29" fmla="*/ 492 h 631"/>
                    <a:gd name="T30" fmla="*/ 549 w 631"/>
                    <a:gd name="T31" fmla="*/ 528 h 631"/>
                    <a:gd name="T32" fmla="*/ 516 w 631"/>
                    <a:gd name="T33" fmla="*/ 559 h 631"/>
                    <a:gd name="T34" fmla="*/ 479 w 631"/>
                    <a:gd name="T35" fmla="*/ 586 h 631"/>
                    <a:gd name="T36" fmla="*/ 438 w 631"/>
                    <a:gd name="T37" fmla="*/ 606 h 631"/>
                    <a:gd name="T38" fmla="*/ 395 w 631"/>
                    <a:gd name="T39" fmla="*/ 621 h 631"/>
                    <a:gd name="T40" fmla="*/ 348 w 631"/>
                    <a:gd name="T41" fmla="*/ 629 h 631"/>
                    <a:gd name="T42" fmla="*/ 300 w 631"/>
                    <a:gd name="T43" fmla="*/ 630 h 631"/>
                    <a:gd name="T44" fmla="*/ 252 w 631"/>
                    <a:gd name="T45" fmla="*/ 625 h 631"/>
                    <a:gd name="T46" fmla="*/ 207 w 631"/>
                    <a:gd name="T47" fmla="*/ 612 h 631"/>
                    <a:gd name="T48" fmla="*/ 166 w 631"/>
                    <a:gd name="T49" fmla="*/ 593 h 631"/>
                    <a:gd name="T50" fmla="*/ 127 w 631"/>
                    <a:gd name="T51" fmla="*/ 569 h 631"/>
                    <a:gd name="T52" fmla="*/ 92 w 631"/>
                    <a:gd name="T53" fmla="*/ 538 h 631"/>
                    <a:gd name="T54" fmla="*/ 63 w 631"/>
                    <a:gd name="T55" fmla="*/ 504 h 631"/>
                    <a:gd name="T56" fmla="*/ 38 w 631"/>
                    <a:gd name="T57" fmla="*/ 466 h 631"/>
                    <a:gd name="T58" fmla="*/ 20 w 631"/>
                    <a:gd name="T59" fmla="*/ 424 h 631"/>
                    <a:gd name="T60" fmla="*/ 7 w 631"/>
                    <a:gd name="T61" fmla="*/ 380 h 631"/>
                    <a:gd name="T62" fmla="*/ 0 w 631"/>
                    <a:gd name="T63" fmla="*/ 332 h 631"/>
                    <a:gd name="T64" fmla="*/ 1 w 631"/>
                    <a:gd name="T65" fmla="*/ 283 h 631"/>
                    <a:gd name="T66" fmla="*/ 10 w 631"/>
                    <a:gd name="T67" fmla="*/ 237 h 631"/>
                    <a:gd name="T68" fmla="*/ 25 w 631"/>
                    <a:gd name="T69" fmla="*/ 193 h 631"/>
                    <a:gd name="T70" fmla="*/ 46 w 631"/>
                    <a:gd name="T71" fmla="*/ 152 h 631"/>
                    <a:gd name="T72" fmla="*/ 72 w 631"/>
                    <a:gd name="T73" fmla="*/ 115 h 631"/>
                    <a:gd name="T74" fmla="*/ 103 w 631"/>
                    <a:gd name="T75" fmla="*/ 83 h 631"/>
                    <a:gd name="T76" fmla="*/ 140 w 631"/>
                    <a:gd name="T77" fmla="*/ 54 h 631"/>
                    <a:gd name="T78" fmla="*/ 179 w 631"/>
                    <a:gd name="T79" fmla="*/ 32 h 631"/>
                    <a:gd name="T80" fmla="*/ 222 w 631"/>
                    <a:gd name="T81" fmla="*/ 15 h 631"/>
                    <a:gd name="T82" fmla="*/ 267 w 631"/>
                    <a:gd name="T83" fmla="*/ 4 h 631"/>
                    <a:gd name="T84" fmla="*/ 316 w 631"/>
                    <a:gd name="T85" fmla="*/ 0 h 6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31" h="631">
                      <a:moveTo>
                        <a:pt x="316" y="0"/>
                      </a:moveTo>
                      <a:lnTo>
                        <a:pt x="332" y="0"/>
                      </a:lnTo>
                      <a:lnTo>
                        <a:pt x="348" y="2"/>
                      </a:lnTo>
                      <a:lnTo>
                        <a:pt x="363" y="4"/>
                      </a:lnTo>
                      <a:lnTo>
                        <a:pt x="380" y="7"/>
                      </a:lnTo>
                      <a:lnTo>
                        <a:pt x="395" y="10"/>
                      </a:lnTo>
                      <a:lnTo>
                        <a:pt x="410" y="15"/>
                      </a:lnTo>
                      <a:lnTo>
                        <a:pt x="424" y="20"/>
                      </a:lnTo>
                      <a:lnTo>
                        <a:pt x="438" y="25"/>
                      </a:lnTo>
                      <a:lnTo>
                        <a:pt x="452" y="32"/>
                      </a:lnTo>
                      <a:lnTo>
                        <a:pt x="466" y="38"/>
                      </a:lnTo>
                      <a:lnTo>
                        <a:pt x="479" y="46"/>
                      </a:lnTo>
                      <a:lnTo>
                        <a:pt x="492" y="54"/>
                      </a:lnTo>
                      <a:lnTo>
                        <a:pt x="504" y="63"/>
                      </a:lnTo>
                      <a:lnTo>
                        <a:pt x="516" y="73"/>
                      </a:lnTo>
                      <a:lnTo>
                        <a:pt x="528" y="83"/>
                      </a:lnTo>
                      <a:lnTo>
                        <a:pt x="538" y="92"/>
                      </a:lnTo>
                      <a:lnTo>
                        <a:pt x="549" y="103"/>
                      </a:lnTo>
                      <a:lnTo>
                        <a:pt x="559" y="115"/>
                      </a:lnTo>
                      <a:lnTo>
                        <a:pt x="569" y="127"/>
                      </a:lnTo>
                      <a:lnTo>
                        <a:pt x="577" y="140"/>
                      </a:lnTo>
                      <a:lnTo>
                        <a:pt x="585" y="152"/>
                      </a:lnTo>
                      <a:lnTo>
                        <a:pt x="592" y="166"/>
                      </a:lnTo>
                      <a:lnTo>
                        <a:pt x="600" y="179"/>
                      </a:lnTo>
                      <a:lnTo>
                        <a:pt x="606" y="193"/>
                      </a:lnTo>
                      <a:lnTo>
                        <a:pt x="612" y="207"/>
                      </a:lnTo>
                      <a:lnTo>
                        <a:pt x="617" y="222"/>
                      </a:lnTo>
                      <a:lnTo>
                        <a:pt x="622" y="237"/>
                      </a:lnTo>
                      <a:lnTo>
                        <a:pt x="625" y="252"/>
                      </a:lnTo>
                      <a:lnTo>
                        <a:pt x="627" y="267"/>
                      </a:lnTo>
                      <a:lnTo>
                        <a:pt x="629" y="283"/>
                      </a:lnTo>
                      <a:lnTo>
                        <a:pt x="630" y="300"/>
                      </a:lnTo>
                      <a:lnTo>
                        <a:pt x="631" y="316"/>
                      </a:lnTo>
                      <a:lnTo>
                        <a:pt x="630" y="332"/>
                      </a:lnTo>
                      <a:lnTo>
                        <a:pt x="629" y="348"/>
                      </a:lnTo>
                      <a:lnTo>
                        <a:pt x="627" y="363"/>
                      </a:lnTo>
                      <a:lnTo>
                        <a:pt x="625" y="380"/>
                      </a:lnTo>
                      <a:lnTo>
                        <a:pt x="622" y="395"/>
                      </a:lnTo>
                      <a:lnTo>
                        <a:pt x="617" y="410"/>
                      </a:lnTo>
                      <a:lnTo>
                        <a:pt x="612" y="424"/>
                      </a:lnTo>
                      <a:lnTo>
                        <a:pt x="606" y="438"/>
                      </a:lnTo>
                      <a:lnTo>
                        <a:pt x="600" y="452"/>
                      </a:lnTo>
                      <a:lnTo>
                        <a:pt x="592" y="466"/>
                      </a:lnTo>
                      <a:lnTo>
                        <a:pt x="585" y="479"/>
                      </a:lnTo>
                      <a:lnTo>
                        <a:pt x="577" y="492"/>
                      </a:lnTo>
                      <a:lnTo>
                        <a:pt x="569" y="504"/>
                      </a:lnTo>
                      <a:lnTo>
                        <a:pt x="559" y="517"/>
                      </a:lnTo>
                      <a:lnTo>
                        <a:pt x="549" y="528"/>
                      </a:lnTo>
                      <a:lnTo>
                        <a:pt x="538" y="538"/>
                      </a:lnTo>
                      <a:lnTo>
                        <a:pt x="528" y="549"/>
                      </a:lnTo>
                      <a:lnTo>
                        <a:pt x="516" y="559"/>
                      </a:lnTo>
                      <a:lnTo>
                        <a:pt x="504" y="569"/>
                      </a:lnTo>
                      <a:lnTo>
                        <a:pt x="492" y="577"/>
                      </a:lnTo>
                      <a:lnTo>
                        <a:pt x="479" y="586"/>
                      </a:lnTo>
                      <a:lnTo>
                        <a:pt x="466" y="593"/>
                      </a:lnTo>
                      <a:lnTo>
                        <a:pt x="452" y="600"/>
                      </a:lnTo>
                      <a:lnTo>
                        <a:pt x="438" y="606"/>
                      </a:lnTo>
                      <a:lnTo>
                        <a:pt x="424" y="612"/>
                      </a:lnTo>
                      <a:lnTo>
                        <a:pt x="410" y="617"/>
                      </a:lnTo>
                      <a:lnTo>
                        <a:pt x="395" y="621"/>
                      </a:lnTo>
                      <a:lnTo>
                        <a:pt x="380" y="625"/>
                      </a:lnTo>
                      <a:lnTo>
                        <a:pt x="363" y="627"/>
                      </a:lnTo>
                      <a:lnTo>
                        <a:pt x="348" y="629"/>
                      </a:lnTo>
                      <a:lnTo>
                        <a:pt x="332" y="630"/>
                      </a:lnTo>
                      <a:lnTo>
                        <a:pt x="316" y="631"/>
                      </a:lnTo>
                      <a:lnTo>
                        <a:pt x="300" y="630"/>
                      </a:lnTo>
                      <a:lnTo>
                        <a:pt x="283" y="629"/>
                      </a:lnTo>
                      <a:lnTo>
                        <a:pt x="267" y="627"/>
                      </a:lnTo>
                      <a:lnTo>
                        <a:pt x="252" y="625"/>
                      </a:lnTo>
                      <a:lnTo>
                        <a:pt x="237" y="621"/>
                      </a:lnTo>
                      <a:lnTo>
                        <a:pt x="222" y="617"/>
                      </a:lnTo>
                      <a:lnTo>
                        <a:pt x="207" y="612"/>
                      </a:lnTo>
                      <a:lnTo>
                        <a:pt x="193" y="606"/>
                      </a:lnTo>
                      <a:lnTo>
                        <a:pt x="179" y="600"/>
                      </a:lnTo>
                      <a:lnTo>
                        <a:pt x="166" y="593"/>
                      </a:lnTo>
                      <a:lnTo>
                        <a:pt x="152" y="586"/>
                      </a:lnTo>
                      <a:lnTo>
                        <a:pt x="140" y="577"/>
                      </a:lnTo>
                      <a:lnTo>
                        <a:pt x="127" y="569"/>
                      </a:lnTo>
                      <a:lnTo>
                        <a:pt x="115" y="559"/>
                      </a:lnTo>
                      <a:lnTo>
                        <a:pt x="103" y="549"/>
                      </a:lnTo>
                      <a:lnTo>
                        <a:pt x="92" y="538"/>
                      </a:lnTo>
                      <a:lnTo>
                        <a:pt x="82" y="528"/>
                      </a:lnTo>
                      <a:lnTo>
                        <a:pt x="72" y="517"/>
                      </a:lnTo>
                      <a:lnTo>
                        <a:pt x="63" y="504"/>
                      </a:lnTo>
                      <a:lnTo>
                        <a:pt x="54" y="492"/>
                      </a:lnTo>
                      <a:lnTo>
                        <a:pt x="46" y="479"/>
                      </a:lnTo>
                      <a:lnTo>
                        <a:pt x="38" y="466"/>
                      </a:lnTo>
                      <a:lnTo>
                        <a:pt x="32" y="452"/>
                      </a:lnTo>
                      <a:lnTo>
                        <a:pt x="25" y="438"/>
                      </a:lnTo>
                      <a:lnTo>
                        <a:pt x="20" y="424"/>
                      </a:lnTo>
                      <a:lnTo>
                        <a:pt x="14" y="410"/>
                      </a:lnTo>
                      <a:lnTo>
                        <a:pt x="10" y="395"/>
                      </a:lnTo>
                      <a:lnTo>
                        <a:pt x="7" y="380"/>
                      </a:lnTo>
                      <a:lnTo>
                        <a:pt x="4" y="363"/>
                      </a:lnTo>
                      <a:lnTo>
                        <a:pt x="1" y="348"/>
                      </a:lnTo>
                      <a:lnTo>
                        <a:pt x="0" y="332"/>
                      </a:lnTo>
                      <a:lnTo>
                        <a:pt x="0" y="316"/>
                      </a:lnTo>
                      <a:lnTo>
                        <a:pt x="0" y="300"/>
                      </a:lnTo>
                      <a:lnTo>
                        <a:pt x="1" y="283"/>
                      </a:lnTo>
                      <a:lnTo>
                        <a:pt x="4" y="267"/>
                      </a:lnTo>
                      <a:lnTo>
                        <a:pt x="7" y="252"/>
                      </a:lnTo>
                      <a:lnTo>
                        <a:pt x="10" y="237"/>
                      </a:lnTo>
                      <a:lnTo>
                        <a:pt x="14" y="222"/>
                      </a:lnTo>
                      <a:lnTo>
                        <a:pt x="20" y="207"/>
                      </a:lnTo>
                      <a:lnTo>
                        <a:pt x="25" y="193"/>
                      </a:lnTo>
                      <a:lnTo>
                        <a:pt x="32" y="179"/>
                      </a:lnTo>
                      <a:lnTo>
                        <a:pt x="38" y="166"/>
                      </a:lnTo>
                      <a:lnTo>
                        <a:pt x="46" y="152"/>
                      </a:lnTo>
                      <a:lnTo>
                        <a:pt x="54" y="140"/>
                      </a:lnTo>
                      <a:lnTo>
                        <a:pt x="63" y="127"/>
                      </a:lnTo>
                      <a:lnTo>
                        <a:pt x="72" y="115"/>
                      </a:lnTo>
                      <a:lnTo>
                        <a:pt x="82" y="103"/>
                      </a:lnTo>
                      <a:lnTo>
                        <a:pt x="92" y="92"/>
                      </a:lnTo>
                      <a:lnTo>
                        <a:pt x="103" y="83"/>
                      </a:lnTo>
                      <a:lnTo>
                        <a:pt x="115" y="73"/>
                      </a:lnTo>
                      <a:lnTo>
                        <a:pt x="127" y="63"/>
                      </a:lnTo>
                      <a:lnTo>
                        <a:pt x="140" y="54"/>
                      </a:lnTo>
                      <a:lnTo>
                        <a:pt x="152" y="46"/>
                      </a:lnTo>
                      <a:lnTo>
                        <a:pt x="166" y="38"/>
                      </a:lnTo>
                      <a:lnTo>
                        <a:pt x="179" y="32"/>
                      </a:lnTo>
                      <a:lnTo>
                        <a:pt x="193" y="25"/>
                      </a:lnTo>
                      <a:lnTo>
                        <a:pt x="207" y="20"/>
                      </a:lnTo>
                      <a:lnTo>
                        <a:pt x="222" y="15"/>
                      </a:lnTo>
                      <a:lnTo>
                        <a:pt x="237" y="10"/>
                      </a:lnTo>
                      <a:lnTo>
                        <a:pt x="252" y="7"/>
                      </a:lnTo>
                      <a:lnTo>
                        <a:pt x="267" y="4"/>
                      </a:lnTo>
                      <a:lnTo>
                        <a:pt x="283" y="2"/>
                      </a:lnTo>
                      <a:lnTo>
                        <a:pt x="300" y="0"/>
                      </a:lnTo>
                      <a:lnTo>
                        <a:pt x="31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" name="ïślïd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1FB187B-EBF2-48DD-A276-A82D37353FCD}"/>
                    </a:ext>
                  </a:extLst>
                </p:cNvPr>
                <p:cNvSpPr/>
                <p:nvPr/>
              </p:nvSpPr>
              <p:spPr bwMode="auto">
                <a:xfrm>
                  <a:off x="6256036" y="2055141"/>
                  <a:ext cx="202577" cy="202577"/>
                </a:xfrm>
                <a:custGeom>
                  <a:avLst/>
                  <a:gdLst>
                    <a:gd name="T0" fmla="*/ 440 w 799"/>
                    <a:gd name="T1" fmla="*/ 1 h 798"/>
                    <a:gd name="T2" fmla="*/ 500 w 799"/>
                    <a:gd name="T3" fmla="*/ 12 h 798"/>
                    <a:gd name="T4" fmla="*/ 555 w 799"/>
                    <a:gd name="T5" fmla="*/ 31 h 798"/>
                    <a:gd name="T6" fmla="*/ 607 w 799"/>
                    <a:gd name="T7" fmla="*/ 57 h 798"/>
                    <a:gd name="T8" fmla="*/ 654 w 799"/>
                    <a:gd name="T9" fmla="*/ 90 h 798"/>
                    <a:gd name="T10" fmla="*/ 695 w 799"/>
                    <a:gd name="T11" fmla="*/ 130 h 798"/>
                    <a:gd name="T12" fmla="*/ 731 w 799"/>
                    <a:gd name="T13" fmla="*/ 176 h 798"/>
                    <a:gd name="T14" fmla="*/ 760 w 799"/>
                    <a:gd name="T15" fmla="*/ 225 h 798"/>
                    <a:gd name="T16" fmla="*/ 782 w 799"/>
                    <a:gd name="T17" fmla="*/ 279 h 798"/>
                    <a:gd name="T18" fmla="*/ 794 w 799"/>
                    <a:gd name="T19" fmla="*/ 338 h 798"/>
                    <a:gd name="T20" fmla="*/ 799 w 799"/>
                    <a:gd name="T21" fmla="*/ 398 h 798"/>
                    <a:gd name="T22" fmla="*/ 794 w 799"/>
                    <a:gd name="T23" fmla="*/ 460 h 798"/>
                    <a:gd name="T24" fmla="*/ 782 w 799"/>
                    <a:gd name="T25" fmla="*/ 517 h 798"/>
                    <a:gd name="T26" fmla="*/ 760 w 799"/>
                    <a:gd name="T27" fmla="*/ 572 h 798"/>
                    <a:gd name="T28" fmla="*/ 731 w 799"/>
                    <a:gd name="T29" fmla="*/ 622 h 798"/>
                    <a:gd name="T30" fmla="*/ 695 w 799"/>
                    <a:gd name="T31" fmla="*/ 667 h 798"/>
                    <a:gd name="T32" fmla="*/ 654 w 799"/>
                    <a:gd name="T33" fmla="*/ 707 h 798"/>
                    <a:gd name="T34" fmla="*/ 607 w 799"/>
                    <a:gd name="T35" fmla="*/ 741 h 798"/>
                    <a:gd name="T36" fmla="*/ 555 w 799"/>
                    <a:gd name="T37" fmla="*/ 767 h 798"/>
                    <a:gd name="T38" fmla="*/ 500 w 799"/>
                    <a:gd name="T39" fmla="*/ 786 h 798"/>
                    <a:gd name="T40" fmla="*/ 440 w 799"/>
                    <a:gd name="T41" fmla="*/ 796 h 798"/>
                    <a:gd name="T42" fmla="*/ 379 w 799"/>
                    <a:gd name="T43" fmla="*/ 798 h 798"/>
                    <a:gd name="T44" fmla="*/ 319 w 799"/>
                    <a:gd name="T45" fmla="*/ 790 h 798"/>
                    <a:gd name="T46" fmla="*/ 262 w 799"/>
                    <a:gd name="T47" fmla="*/ 774 h 798"/>
                    <a:gd name="T48" fmla="*/ 209 w 799"/>
                    <a:gd name="T49" fmla="*/ 750 h 798"/>
                    <a:gd name="T50" fmla="*/ 160 w 799"/>
                    <a:gd name="T51" fmla="*/ 719 h 798"/>
                    <a:gd name="T52" fmla="*/ 117 w 799"/>
                    <a:gd name="T53" fmla="*/ 681 h 798"/>
                    <a:gd name="T54" fmla="*/ 79 w 799"/>
                    <a:gd name="T55" fmla="*/ 638 h 798"/>
                    <a:gd name="T56" fmla="*/ 48 w 799"/>
                    <a:gd name="T57" fmla="*/ 589 h 798"/>
                    <a:gd name="T58" fmla="*/ 24 w 799"/>
                    <a:gd name="T59" fmla="*/ 536 h 798"/>
                    <a:gd name="T60" fmla="*/ 8 w 799"/>
                    <a:gd name="T61" fmla="*/ 479 h 798"/>
                    <a:gd name="T62" fmla="*/ 0 w 799"/>
                    <a:gd name="T63" fmla="*/ 419 h 798"/>
                    <a:gd name="T64" fmla="*/ 3 w 799"/>
                    <a:gd name="T65" fmla="*/ 358 h 798"/>
                    <a:gd name="T66" fmla="*/ 12 w 799"/>
                    <a:gd name="T67" fmla="*/ 299 h 798"/>
                    <a:gd name="T68" fmla="*/ 32 w 799"/>
                    <a:gd name="T69" fmla="*/ 243 h 798"/>
                    <a:gd name="T70" fmla="*/ 58 w 799"/>
                    <a:gd name="T71" fmla="*/ 192 h 798"/>
                    <a:gd name="T72" fmla="*/ 91 w 799"/>
                    <a:gd name="T73" fmla="*/ 144 h 798"/>
                    <a:gd name="T74" fmla="*/ 131 w 799"/>
                    <a:gd name="T75" fmla="*/ 103 h 798"/>
                    <a:gd name="T76" fmla="*/ 177 w 799"/>
                    <a:gd name="T77" fmla="*/ 68 h 798"/>
                    <a:gd name="T78" fmla="*/ 226 w 799"/>
                    <a:gd name="T79" fmla="*/ 39 h 798"/>
                    <a:gd name="T80" fmla="*/ 281 w 799"/>
                    <a:gd name="T81" fmla="*/ 17 h 798"/>
                    <a:gd name="T82" fmla="*/ 339 w 799"/>
                    <a:gd name="T83" fmla="*/ 4 h 798"/>
                    <a:gd name="T84" fmla="*/ 400 w 799"/>
                    <a:gd name="T85" fmla="*/ 0 h 7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799" h="798">
                      <a:moveTo>
                        <a:pt x="400" y="0"/>
                      </a:moveTo>
                      <a:lnTo>
                        <a:pt x="421" y="0"/>
                      </a:lnTo>
                      <a:lnTo>
                        <a:pt x="440" y="1"/>
                      </a:lnTo>
                      <a:lnTo>
                        <a:pt x="461" y="4"/>
                      </a:lnTo>
                      <a:lnTo>
                        <a:pt x="480" y="7"/>
                      </a:lnTo>
                      <a:lnTo>
                        <a:pt x="500" y="12"/>
                      </a:lnTo>
                      <a:lnTo>
                        <a:pt x="518" y="17"/>
                      </a:lnTo>
                      <a:lnTo>
                        <a:pt x="537" y="23"/>
                      </a:lnTo>
                      <a:lnTo>
                        <a:pt x="555" y="31"/>
                      </a:lnTo>
                      <a:lnTo>
                        <a:pt x="573" y="39"/>
                      </a:lnTo>
                      <a:lnTo>
                        <a:pt x="590" y="47"/>
                      </a:lnTo>
                      <a:lnTo>
                        <a:pt x="607" y="57"/>
                      </a:lnTo>
                      <a:lnTo>
                        <a:pt x="623" y="68"/>
                      </a:lnTo>
                      <a:lnTo>
                        <a:pt x="639" y="79"/>
                      </a:lnTo>
                      <a:lnTo>
                        <a:pt x="654" y="90"/>
                      </a:lnTo>
                      <a:lnTo>
                        <a:pt x="668" y="103"/>
                      </a:lnTo>
                      <a:lnTo>
                        <a:pt x="682" y="116"/>
                      </a:lnTo>
                      <a:lnTo>
                        <a:pt x="695" y="130"/>
                      </a:lnTo>
                      <a:lnTo>
                        <a:pt x="708" y="144"/>
                      </a:lnTo>
                      <a:lnTo>
                        <a:pt x="720" y="160"/>
                      </a:lnTo>
                      <a:lnTo>
                        <a:pt x="731" y="176"/>
                      </a:lnTo>
                      <a:lnTo>
                        <a:pt x="742" y="192"/>
                      </a:lnTo>
                      <a:lnTo>
                        <a:pt x="751" y="208"/>
                      </a:lnTo>
                      <a:lnTo>
                        <a:pt x="760" y="225"/>
                      </a:lnTo>
                      <a:lnTo>
                        <a:pt x="767" y="243"/>
                      </a:lnTo>
                      <a:lnTo>
                        <a:pt x="775" y="261"/>
                      </a:lnTo>
                      <a:lnTo>
                        <a:pt x="782" y="279"/>
                      </a:lnTo>
                      <a:lnTo>
                        <a:pt x="787" y="299"/>
                      </a:lnTo>
                      <a:lnTo>
                        <a:pt x="791" y="318"/>
                      </a:lnTo>
                      <a:lnTo>
                        <a:pt x="794" y="338"/>
                      </a:lnTo>
                      <a:lnTo>
                        <a:pt x="797" y="358"/>
                      </a:lnTo>
                      <a:lnTo>
                        <a:pt x="799" y="378"/>
                      </a:lnTo>
                      <a:lnTo>
                        <a:pt x="799" y="398"/>
                      </a:lnTo>
                      <a:lnTo>
                        <a:pt x="799" y="419"/>
                      </a:lnTo>
                      <a:lnTo>
                        <a:pt x="797" y="439"/>
                      </a:lnTo>
                      <a:lnTo>
                        <a:pt x="794" y="460"/>
                      </a:lnTo>
                      <a:lnTo>
                        <a:pt x="791" y="479"/>
                      </a:lnTo>
                      <a:lnTo>
                        <a:pt x="787" y="499"/>
                      </a:lnTo>
                      <a:lnTo>
                        <a:pt x="782" y="517"/>
                      </a:lnTo>
                      <a:lnTo>
                        <a:pt x="775" y="536"/>
                      </a:lnTo>
                      <a:lnTo>
                        <a:pt x="767" y="554"/>
                      </a:lnTo>
                      <a:lnTo>
                        <a:pt x="760" y="572"/>
                      </a:lnTo>
                      <a:lnTo>
                        <a:pt x="751" y="589"/>
                      </a:lnTo>
                      <a:lnTo>
                        <a:pt x="742" y="606"/>
                      </a:lnTo>
                      <a:lnTo>
                        <a:pt x="731" y="622"/>
                      </a:lnTo>
                      <a:lnTo>
                        <a:pt x="720" y="638"/>
                      </a:lnTo>
                      <a:lnTo>
                        <a:pt x="708" y="653"/>
                      </a:lnTo>
                      <a:lnTo>
                        <a:pt x="695" y="667"/>
                      </a:lnTo>
                      <a:lnTo>
                        <a:pt x="682" y="681"/>
                      </a:lnTo>
                      <a:lnTo>
                        <a:pt x="668" y="694"/>
                      </a:lnTo>
                      <a:lnTo>
                        <a:pt x="654" y="707"/>
                      </a:lnTo>
                      <a:lnTo>
                        <a:pt x="639" y="719"/>
                      </a:lnTo>
                      <a:lnTo>
                        <a:pt x="623" y="730"/>
                      </a:lnTo>
                      <a:lnTo>
                        <a:pt x="607" y="741"/>
                      </a:lnTo>
                      <a:lnTo>
                        <a:pt x="590" y="750"/>
                      </a:lnTo>
                      <a:lnTo>
                        <a:pt x="573" y="759"/>
                      </a:lnTo>
                      <a:lnTo>
                        <a:pt x="555" y="767"/>
                      </a:lnTo>
                      <a:lnTo>
                        <a:pt x="537" y="774"/>
                      </a:lnTo>
                      <a:lnTo>
                        <a:pt x="518" y="781"/>
                      </a:lnTo>
                      <a:lnTo>
                        <a:pt x="500" y="786"/>
                      </a:lnTo>
                      <a:lnTo>
                        <a:pt x="480" y="790"/>
                      </a:lnTo>
                      <a:lnTo>
                        <a:pt x="461" y="794"/>
                      </a:lnTo>
                      <a:lnTo>
                        <a:pt x="440" y="796"/>
                      </a:lnTo>
                      <a:lnTo>
                        <a:pt x="421" y="798"/>
                      </a:lnTo>
                      <a:lnTo>
                        <a:pt x="400" y="798"/>
                      </a:lnTo>
                      <a:lnTo>
                        <a:pt x="379" y="798"/>
                      </a:lnTo>
                      <a:lnTo>
                        <a:pt x="359" y="796"/>
                      </a:lnTo>
                      <a:lnTo>
                        <a:pt x="339" y="794"/>
                      </a:lnTo>
                      <a:lnTo>
                        <a:pt x="319" y="790"/>
                      </a:lnTo>
                      <a:lnTo>
                        <a:pt x="300" y="786"/>
                      </a:lnTo>
                      <a:lnTo>
                        <a:pt x="281" y="781"/>
                      </a:lnTo>
                      <a:lnTo>
                        <a:pt x="262" y="774"/>
                      </a:lnTo>
                      <a:lnTo>
                        <a:pt x="245" y="767"/>
                      </a:lnTo>
                      <a:lnTo>
                        <a:pt x="226" y="759"/>
                      </a:lnTo>
                      <a:lnTo>
                        <a:pt x="209" y="750"/>
                      </a:lnTo>
                      <a:lnTo>
                        <a:pt x="193" y="741"/>
                      </a:lnTo>
                      <a:lnTo>
                        <a:pt x="177" y="730"/>
                      </a:lnTo>
                      <a:lnTo>
                        <a:pt x="160" y="719"/>
                      </a:lnTo>
                      <a:lnTo>
                        <a:pt x="145" y="707"/>
                      </a:lnTo>
                      <a:lnTo>
                        <a:pt x="131" y="694"/>
                      </a:lnTo>
                      <a:lnTo>
                        <a:pt x="117" y="681"/>
                      </a:lnTo>
                      <a:lnTo>
                        <a:pt x="104" y="667"/>
                      </a:lnTo>
                      <a:lnTo>
                        <a:pt x="91" y="653"/>
                      </a:lnTo>
                      <a:lnTo>
                        <a:pt x="79" y="638"/>
                      </a:lnTo>
                      <a:lnTo>
                        <a:pt x="69" y="622"/>
                      </a:lnTo>
                      <a:lnTo>
                        <a:pt x="58" y="606"/>
                      </a:lnTo>
                      <a:lnTo>
                        <a:pt x="48" y="589"/>
                      </a:lnTo>
                      <a:lnTo>
                        <a:pt x="39" y="572"/>
                      </a:lnTo>
                      <a:lnTo>
                        <a:pt x="32" y="554"/>
                      </a:lnTo>
                      <a:lnTo>
                        <a:pt x="24" y="536"/>
                      </a:lnTo>
                      <a:lnTo>
                        <a:pt x="18" y="517"/>
                      </a:lnTo>
                      <a:lnTo>
                        <a:pt x="12" y="499"/>
                      </a:lnTo>
                      <a:lnTo>
                        <a:pt x="8" y="479"/>
                      </a:lnTo>
                      <a:lnTo>
                        <a:pt x="5" y="460"/>
                      </a:lnTo>
                      <a:lnTo>
                        <a:pt x="3" y="439"/>
                      </a:lnTo>
                      <a:lnTo>
                        <a:pt x="0" y="419"/>
                      </a:lnTo>
                      <a:lnTo>
                        <a:pt x="0" y="398"/>
                      </a:lnTo>
                      <a:lnTo>
                        <a:pt x="0" y="378"/>
                      </a:lnTo>
                      <a:lnTo>
                        <a:pt x="3" y="358"/>
                      </a:lnTo>
                      <a:lnTo>
                        <a:pt x="5" y="338"/>
                      </a:lnTo>
                      <a:lnTo>
                        <a:pt x="8" y="318"/>
                      </a:lnTo>
                      <a:lnTo>
                        <a:pt x="12" y="299"/>
                      </a:lnTo>
                      <a:lnTo>
                        <a:pt x="18" y="279"/>
                      </a:lnTo>
                      <a:lnTo>
                        <a:pt x="24" y="261"/>
                      </a:lnTo>
                      <a:lnTo>
                        <a:pt x="32" y="243"/>
                      </a:lnTo>
                      <a:lnTo>
                        <a:pt x="39" y="225"/>
                      </a:lnTo>
                      <a:lnTo>
                        <a:pt x="48" y="208"/>
                      </a:lnTo>
                      <a:lnTo>
                        <a:pt x="58" y="192"/>
                      </a:lnTo>
                      <a:lnTo>
                        <a:pt x="69" y="176"/>
                      </a:lnTo>
                      <a:lnTo>
                        <a:pt x="79" y="160"/>
                      </a:lnTo>
                      <a:lnTo>
                        <a:pt x="91" y="144"/>
                      </a:lnTo>
                      <a:lnTo>
                        <a:pt x="104" y="130"/>
                      </a:lnTo>
                      <a:lnTo>
                        <a:pt x="117" y="116"/>
                      </a:lnTo>
                      <a:lnTo>
                        <a:pt x="131" y="103"/>
                      </a:lnTo>
                      <a:lnTo>
                        <a:pt x="145" y="90"/>
                      </a:lnTo>
                      <a:lnTo>
                        <a:pt x="160" y="79"/>
                      </a:lnTo>
                      <a:lnTo>
                        <a:pt x="177" y="68"/>
                      </a:lnTo>
                      <a:lnTo>
                        <a:pt x="193" y="57"/>
                      </a:lnTo>
                      <a:lnTo>
                        <a:pt x="209" y="47"/>
                      </a:lnTo>
                      <a:lnTo>
                        <a:pt x="226" y="39"/>
                      </a:lnTo>
                      <a:lnTo>
                        <a:pt x="245" y="31"/>
                      </a:lnTo>
                      <a:lnTo>
                        <a:pt x="262" y="23"/>
                      </a:lnTo>
                      <a:lnTo>
                        <a:pt x="281" y="17"/>
                      </a:lnTo>
                      <a:lnTo>
                        <a:pt x="300" y="12"/>
                      </a:lnTo>
                      <a:lnTo>
                        <a:pt x="319" y="7"/>
                      </a:lnTo>
                      <a:lnTo>
                        <a:pt x="339" y="4"/>
                      </a:lnTo>
                      <a:lnTo>
                        <a:pt x="359" y="1"/>
                      </a:lnTo>
                      <a:lnTo>
                        <a:pt x="379" y="0"/>
                      </a:lnTo>
                      <a:lnTo>
                        <a:pt x="40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" name="îŝ1iḍ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5B901A5-68CF-40C7-B831-6AD112F88761}"/>
                    </a:ext>
                  </a:extLst>
                </p:cNvPr>
                <p:cNvSpPr/>
                <p:nvPr/>
              </p:nvSpPr>
              <p:spPr bwMode="auto">
                <a:xfrm>
                  <a:off x="6785775" y="1733045"/>
                  <a:ext cx="148894" cy="148894"/>
                </a:xfrm>
                <a:custGeom>
                  <a:avLst/>
                  <a:gdLst>
                    <a:gd name="T0" fmla="*/ 325 w 589"/>
                    <a:gd name="T1" fmla="*/ 2 h 589"/>
                    <a:gd name="T2" fmla="*/ 368 w 589"/>
                    <a:gd name="T3" fmla="*/ 10 h 589"/>
                    <a:gd name="T4" fmla="*/ 409 w 589"/>
                    <a:gd name="T5" fmla="*/ 23 h 589"/>
                    <a:gd name="T6" fmla="*/ 447 w 589"/>
                    <a:gd name="T7" fmla="*/ 43 h 589"/>
                    <a:gd name="T8" fmla="*/ 482 w 589"/>
                    <a:gd name="T9" fmla="*/ 67 h 589"/>
                    <a:gd name="T10" fmla="*/ 513 w 589"/>
                    <a:gd name="T11" fmla="*/ 97 h 589"/>
                    <a:gd name="T12" fmla="*/ 539 w 589"/>
                    <a:gd name="T13" fmla="*/ 130 h 589"/>
                    <a:gd name="T14" fmla="*/ 561 w 589"/>
                    <a:gd name="T15" fmla="*/ 167 h 589"/>
                    <a:gd name="T16" fmla="*/ 576 w 589"/>
                    <a:gd name="T17" fmla="*/ 207 h 589"/>
                    <a:gd name="T18" fmla="*/ 585 w 589"/>
                    <a:gd name="T19" fmla="*/ 250 h 589"/>
                    <a:gd name="T20" fmla="*/ 589 w 589"/>
                    <a:gd name="T21" fmla="*/ 294 h 589"/>
                    <a:gd name="T22" fmla="*/ 585 w 589"/>
                    <a:gd name="T23" fmla="*/ 340 h 589"/>
                    <a:gd name="T24" fmla="*/ 576 w 589"/>
                    <a:gd name="T25" fmla="*/ 383 h 589"/>
                    <a:gd name="T26" fmla="*/ 561 w 589"/>
                    <a:gd name="T27" fmla="*/ 423 h 589"/>
                    <a:gd name="T28" fmla="*/ 539 w 589"/>
                    <a:gd name="T29" fmla="*/ 459 h 589"/>
                    <a:gd name="T30" fmla="*/ 513 w 589"/>
                    <a:gd name="T31" fmla="*/ 493 h 589"/>
                    <a:gd name="T32" fmla="*/ 482 w 589"/>
                    <a:gd name="T33" fmla="*/ 522 h 589"/>
                    <a:gd name="T34" fmla="*/ 447 w 589"/>
                    <a:gd name="T35" fmla="*/ 547 h 589"/>
                    <a:gd name="T36" fmla="*/ 409 w 589"/>
                    <a:gd name="T37" fmla="*/ 566 h 589"/>
                    <a:gd name="T38" fmla="*/ 368 w 589"/>
                    <a:gd name="T39" fmla="*/ 579 h 589"/>
                    <a:gd name="T40" fmla="*/ 325 w 589"/>
                    <a:gd name="T41" fmla="*/ 588 h 589"/>
                    <a:gd name="T42" fmla="*/ 280 w 589"/>
                    <a:gd name="T43" fmla="*/ 589 h 589"/>
                    <a:gd name="T44" fmla="*/ 235 w 589"/>
                    <a:gd name="T45" fmla="*/ 583 h 589"/>
                    <a:gd name="T46" fmla="*/ 193 w 589"/>
                    <a:gd name="T47" fmla="*/ 571 h 589"/>
                    <a:gd name="T48" fmla="*/ 154 w 589"/>
                    <a:gd name="T49" fmla="*/ 553 h 589"/>
                    <a:gd name="T50" fmla="*/ 119 w 589"/>
                    <a:gd name="T51" fmla="*/ 531 h 589"/>
                    <a:gd name="T52" fmla="*/ 86 w 589"/>
                    <a:gd name="T53" fmla="*/ 503 h 589"/>
                    <a:gd name="T54" fmla="*/ 59 w 589"/>
                    <a:gd name="T55" fmla="*/ 471 h 589"/>
                    <a:gd name="T56" fmla="*/ 36 w 589"/>
                    <a:gd name="T57" fmla="*/ 435 h 589"/>
                    <a:gd name="T58" fmla="*/ 18 w 589"/>
                    <a:gd name="T59" fmla="*/ 396 h 589"/>
                    <a:gd name="T60" fmla="*/ 6 w 589"/>
                    <a:gd name="T61" fmla="*/ 354 h 589"/>
                    <a:gd name="T62" fmla="*/ 1 w 589"/>
                    <a:gd name="T63" fmla="*/ 309 h 589"/>
                    <a:gd name="T64" fmla="*/ 2 w 589"/>
                    <a:gd name="T65" fmla="*/ 265 h 589"/>
                    <a:gd name="T66" fmla="*/ 10 w 589"/>
                    <a:gd name="T67" fmla="*/ 221 h 589"/>
                    <a:gd name="T68" fmla="*/ 24 w 589"/>
                    <a:gd name="T69" fmla="*/ 180 h 589"/>
                    <a:gd name="T70" fmla="*/ 43 w 589"/>
                    <a:gd name="T71" fmla="*/ 142 h 589"/>
                    <a:gd name="T72" fmla="*/ 68 w 589"/>
                    <a:gd name="T73" fmla="*/ 107 h 589"/>
                    <a:gd name="T74" fmla="*/ 97 w 589"/>
                    <a:gd name="T75" fmla="*/ 77 h 589"/>
                    <a:gd name="T76" fmla="*/ 131 w 589"/>
                    <a:gd name="T77" fmla="*/ 51 h 589"/>
                    <a:gd name="T78" fmla="*/ 167 w 589"/>
                    <a:gd name="T79" fmla="*/ 30 h 589"/>
                    <a:gd name="T80" fmla="*/ 207 w 589"/>
                    <a:gd name="T81" fmla="*/ 13 h 589"/>
                    <a:gd name="T82" fmla="*/ 249 w 589"/>
                    <a:gd name="T83" fmla="*/ 4 h 589"/>
                    <a:gd name="T84" fmla="*/ 295 w 589"/>
                    <a:gd name="T85" fmla="*/ 0 h 5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89" h="589">
                      <a:moveTo>
                        <a:pt x="295" y="0"/>
                      </a:moveTo>
                      <a:lnTo>
                        <a:pt x="310" y="0"/>
                      </a:lnTo>
                      <a:lnTo>
                        <a:pt x="325" y="2"/>
                      </a:lnTo>
                      <a:lnTo>
                        <a:pt x="339" y="4"/>
                      </a:lnTo>
                      <a:lnTo>
                        <a:pt x="354" y="6"/>
                      </a:lnTo>
                      <a:lnTo>
                        <a:pt x="368" y="10"/>
                      </a:lnTo>
                      <a:lnTo>
                        <a:pt x="382" y="13"/>
                      </a:lnTo>
                      <a:lnTo>
                        <a:pt x="396" y="18"/>
                      </a:lnTo>
                      <a:lnTo>
                        <a:pt x="409" y="23"/>
                      </a:lnTo>
                      <a:lnTo>
                        <a:pt x="422" y="30"/>
                      </a:lnTo>
                      <a:lnTo>
                        <a:pt x="435" y="36"/>
                      </a:lnTo>
                      <a:lnTo>
                        <a:pt x="447" y="43"/>
                      </a:lnTo>
                      <a:lnTo>
                        <a:pt x="459" y="51"/>
                      </a:lnTo>
                      <a:lnTo>
                        <a:pt x="471" y="59"/>
                      </a:lnTo>
                      <a:lnTo>
                        <a:pt x="482" y="67"/>
                      </a:lnTo>
                      <a:lnTo>
                        <a:pt x="492" y="77"/>
                      </a:lnTo>
                      <a:lnTo>
                        <a:pt x="503" y="87"/>
                      </a:lnTo>
                      <a:lnTo>
                        <a:pt x="513" y="97"/>
                      </a:lnTo>
                      <a:lnTo>
                        <a:pt x="522" y="107"/>
                      </a:lnTo>
                      <a:lnTo>
                        <a:pt x="530" y="118"/>
                      </a:lnTo>
                      <a:lnTo>
                        <a:pt x="539" y="130"/>
                      </a:lnTo>
                      <a:lnTo>
                        <a:pt x="546" y="142"/>
                      </a:lnTo>
                      <a:lnTo>
                        <a:pt x="554" y="155"/>
                      </a:lnTo>
                      <a:lnTo>
                        <a:pt x="561" y="167"/>
                      </a:lnTo>
                      <a:lnTo>
                        <a:pt x="566" y="180"/>
                      </a:lnTo>
                      <a:lnTo>
                        <a:pt x="571" y="194"/>
                      </a:lnTo>
                      <a:lnTo>
                        <a:pt x="576" y="207"/>
                      </a:lnTo>
                      <a:lnTo>
                        <a:pt x="580" y="221"/>
                      </a:lnTo>
                      <a:lnTo>
                        <a:pt x="583" y="236"/>
                      </a:lnTo>
                      <a:lnTo>
                        <a:pt x="585" y="250"/>
                      </a:lnTo>
                      <a:lnTo>
                        <a:pt x="588" y="265"/>
                      </a:lnTo>
                      <a:lnTo>
                        <a:pt x="589" y="279"/>
                      </a:lnTo>
                      <a:lnTo>
                        <a:pt x="589" y="294"/>
                      </a:lnTo>
                      <a:lnTo>
                        <a:pt x="589" y="309"/>
                      </a:lnTo>
                      <a:lnTo>
                        <a:pt x="588" y="324"/>
                      </a:lnTo>
                      <a:lnTo>
                        <a:pt x="585" y="340"/>
                      </a:lnTo>
                      <a:lnTo>
                        <a:pt x="583" y="354"/>
                      </a:lnTo>
                      <a:lnTo>
                        <a:pt x="580" y="369"/>
                      </a:lnTo>
                      <a:lnTo>
                        <a:pt x="576" y="383"/>
                      </a:lnTo>
                      <a:lnTo>
                        <a:pt x="571" y="396"/>
                      </a:lnTo>
                      <a:lnTo>
                        <a:pt x="566" y="410"/>
                      </a:lnTo>
                      <a:lnTo>
                        <a:pt x="561" y="423"/>
                      </a:lnTo>
                      <a:lnTo>
                        <a:pt x="554" y="435"/>
                      </a:lnTo>
                      <a:lnTo>
                        <a:pt x="546" y="448"/>
                      </a:lnTo>
                      <a:lnTo>
                        <a:pt x="539" y="459"/>
                      </a:lnTo>
                      <a:lnTo>
                        <a:pt x="530" y="471"/>
                      </a:lnTo>
                      <a:lnTo>
                        <a:pt x="522" y="482"/>
                      </a:lnTo>
                      <a:lnTo>
                        <a:pt x="513" y="493"/>
                      </a:lnTo>
                      <a:lnTo>
                        <a:pt x="503" y="503"/>
                      </a:lnTo>
                      <a:lnTo>
                        <a:pt x="492" y="512"/>
                      </a:lnTo>
                      <a:lnTo>
                        <a:pt x="482" y="522"/>
                      </a:lnTo>
                      <a:lnTo>
                        <a:pt x="471" y="531"/>
                      </a:lnTo>
                      <a:lnTo>
                        <a:pt x="459" y="538"/>
                      </a:lnTo>
                      <a:lnTo>
                        <a:pt x="447" y="547"/>
                      </a:lnTo>
                      <a:lnTo>
                        <a:pt x="435" y="553"/>
                      </a:lnTo>
                      <a:lnTo>
                        <a:pt x="422" y="560"/>
                      </a:lnTo>
                      <a:lnTo>
                        <a:pt x="409" y="566"/>
                      </a:lnTo>
                      <a:lnTo>
                        <a:pt x="396" y="571"/>
                      </a:lnTo>
                      <a:lnTo>
                        <a:pt x="382" y="576"/>
                      </a:lnTo>
                      <a:lnTo>
                        <a:pt x="368" y="579"/>
                      </a:lnTo>
                      <a:lnTo>
                        <a:pt x="354" y="583"/>
                      </a:lnTo>
                      <a:lnTo>
                        <a:pt x="339" y="586"/>
                      </a:lnTo>
                      <a:lnTo>
                        <a:pt x="325" y="588"/>
                      </a:lnTo>
                      <a:lnTo>
                        <a:pt x="310" y="589"/>
                      </a:lnTo>
                      <a:lnTo>
                        <a:pt x="295" y="589"/>
                      </a:lnTo>
                      <a:lnTo>
                        <a:pt x="280" y="589"/>
                      </a:lnTo>
                      <a:lnTo>
                        <a:pt x="265" y="588"/>
                      </a:lnTo>
                      <a:lnTo>
                        <a:pt x="249" y="586"/>
                      </a:lnTo>
                      <a:lnTo>
                        <a:pt x="235" y="583"/>
                      </a:lnTo>
                      <a:lnTo>
                        <a:pt x="221" y="579"/>
                      </a:lnTo>
                      <a:lnTo>
                        <a:pt x="207" y="576"/>
                      </a:lnTo>
                      <a:lnTo>
                        <a:pt x="193" y="571"/>
                      </a:lnTo>
                      <a:lnTo>
                        <a:pt x="180" y="566"/>
                      </a:lnTo>
                      <a:lnTo>
                        <a:pt x="167" y="560"/>
                      </a:lnTo>
                      <a:lnTo>
                        <a:pt x="154" y="553"/>
                      </a:lnTo>
                      <a:lnTo>
                        <a:pt x="142" y="547"/>
                      </a:lnTo>
                      <a:lnTo>
                        <a:pt x="131" y="538"/>
                      </a:lnTo>
                      <a:lnTo>
                        <a:pt x="119" y="531"/>
                      </a:lnTo>
                      <a:lnTo>
                        <a:pt x="108" y="522"/>
                      </a:lnTo>
                      <a:lnTo>
                        <a:pt x="97" y="512"/>
                      </a:lnTo>
                      <a:lnTo>
                        <a:pt x="86" y="503"/>
                      </a:lnTo>
                      <a:lnTo>
                        <a:pt x="77" y="493"/>
                      </a:lnTo>
                      <a:lnTo>
                        <a:pt x="68" y="482"/>
                      </a:lnTo>
                      <a:lnTo>
                        <a:pt x="59" y="471"/>
                      </a:lnTo>
                      <a:lnTo>
                        <a:pt x="51" y="459"/>
                      </a:lnTo>
                      <a:lnTo>
                        <a:pt x="43" y="448"/>
                      </a:lnTo>
                      <a:lnTo>
                        <a:pt x="36" y="435"/>
                      </a:lnTo>
                      <a:lnTo>
                        <a:pt x="29" y="423"/>
                      </a:lnTo>
                      <a:lnTo>
                        <a:pt x="24" y="410"/>
                      </a:lnTo>
                      <a:lnTo>
                        <a:pt x="18" y="396"/>
                      </a:lnTo>
                      <a:lnTo>
                        <a:pt x="14" y="383"/>
                      </a:lnTo>
                      <a:lnTo>
                        <a:pt x="10" y="369"/>
                      </a:lnTo>
                      <a:lnTo>
                        <a:pt x="6" y="354"/>
                      </a:lnTo>
                      <a:lnTo>
                        <a:pt x="4" y="340"/>
                      </a:lnTo>
                      <a:lnTo>
                        <a:pt x="2" y="324"/>
                      </a:lnTo>
                      <a:lnTo>
                        <a:pt x="1" y="309"/>
                      </a:lnTo>
                      <a:lnTo>
                        <a:pt x="0" y="294"/>
                      </a:lnTo>
                      <a:lnTo>
                        <a:pt x="1" y="279"/>
                      </a:lnTo>
                      <a:lnTo>
                        <a:pt x="2" y="265"/>
                      </a:lnTo>
                      <a:lnTo>
                        <a:pt x="4" y="250"/>
                      </a:lnTo>
                      <a:lnTo>
                        <a:pt x="6" y="236"/>
                      </a:lnTo>
                      <a:lnTo>
                        <a:pt x="10" y="221"/>
                      </a:lnTo>
                      <a:lnTo>
                        <a:pt x="14" y="207"/>
                      </a:lnTo>
                      <a:lnTo>
                        <a:pt x="18" y="194"/>
                      </a:lnTo>
                      <a:lnTo>
                        <a:pt x="24" y="180"/>
                      </a:lnTo>
                      <a:lnTo>
                        <a:pt x="29" y="167"/>
                      </a:lnTo>
                      <a:lnTo>
                        <a:pt x="36" y="155"/>
                      </a:lnTo>
                      <a:lnTo>
                        <a:pt x="43" y="142"/>
                      </a:lnTo>
                      <a:lnTo>
                        <a:pt x="51" y="130"/>
                      </a:lnTo>
                      <a:lnTo>
                        <a:pt x="59" y="118"/>
                      </a:lnTo>
                      <a:lnTo>
                        <a:pt x="68" y="107"/>
                      </a:lnTo>
                      <a:lnTo>
                        <a:pt x="77" y="97"/>
                      </a:lnTo>
                      <a:lnTo>
                        <a:pt x="86" y="87"/>
                      </a:lnTo>
                      <a:lnTo>
                        <a:pt x="97" y="77"/>
                      </a:lnTo>
                      <a:lnTo>
                        <a:pt x="108" y="67"/>
                      </a:lnTo>
                      <a:lnTo>
                        <a:pt x="119" y="59"/>
                      </a:lnTo>
                      <a:lnTo>
                        <a:pt x="131" y="51"/>
                      </a:lnTo>
                      <a:lnTo>
                        <a:pt x="142" y="43"/>
                      </a:lnTo>
                      <a:lnTo>
                        <a:pt x="154" y="36"/>
                      </a:lnTo>
                      <a:lnTo>
                        <a:pt x="167" y="30"/>
                      </a:lnTo>
                      <a:lnTo>
                        <a:pt x="180" y="23"/>
                      </a:lnTo>
                      <a:lnTo>
                        <a:pt x="193" y="18"/>
                      </a:lnTo>
                      <a:lnTo>
                        <a:pt x="207" y="13"/>
                      </a:lnTo>
                      <a:lnTo>
                        <a:pt x="221" y="10"/>
                      </a:lnTo>
                      <a:lnTo>
                        <a:pt x="235" y="6"/>
                      </a:lnTo>
                      <a:lnTo>
                        <a:pt x="249" y="4"/>
                      </a:lnTo>
                      <a:lnTo>
                        <a:pt x="265" y="2"/>
                      </a:lnTo>
                      <a:lnTo>
                        <a:pt x="280" y="0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0" name="ïṡḷîd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2824179-0E65-4FA2-9535-307571109BED}"/>
                    </a:ext>
                  </a:extLst>
                </p:cNvPr>
                <p:cNvSpPr/>
                <p:nvPr/>
              </p:nvSpPr>
              <p:spPr bwMode="auto">
                <a:xfrm>
                  <a:off x="6133478" y="1444373"/>
                  <a:ext cx="131674" cy="131675"/>
                </a:xfrm>
                <a:custGeom>
                  <a:avLst/>
                  <a:gdLst>
                    <a:gd name="T0" fmla="*/ 287 w 520"/>
                    <a:gd name="T1" fmla="*/ 1 h 521"/>
                    <a:gd name="T2" fmla="*/ 325 w 520"/>
                    <a:gd name="T3" fmla="*/ 9 h 521"/>
                    <a:gd name="T4" fmla="*/ 361 w 520"/>
                    <a:gd name="T5" fmla="*/ 21 h 521"/>
                    <a:gd name="T6" fmla="*/ 395 w 520"/>
                    <a:gd name="T7" fmla="*/ 38 h 521"/>
                    <a:gd name="T8" fmla="*/ 425 w 520"/>
                    <a:gd name="T9" fmla="*/ 59 h 521"/>
                    <a:gd name="T10" fmla="*/ 452 w 520"/>
                    <a:gd name="T11" fmla="*/ 85 h 521"/>
                    <a:gd name="T12" fmla="*/ 476 w 520"/>
                    <a:gd name="T13" fmla="*/ 114 h 521"/>
                    <a:gd name="T14" fmla="*/ 494 w 520"/>
                    <a:gd name="T15" fmla="*/ 147 h 521"/>
                    <a:gd name="T16" fmla="*/ 508 w 520"/>
                    <a:gd name="T17" fmla="*/ 183 h 521"/>
                    <a:gd name="T18" fmla="*/ 517 w 520"/>
                    <a:gd name="T19" fmla="*/ 220 h 521"/>
                    <a:gd name="T20" fmla="*/ 520 w 520"/>
                    <a:gd name="T21" fmla="*/ 260 h 521"/>
                    <a:gd name="T22" fmla="*/ 517 w 520"/>
                    <a:gd name="T23" fmla="*/ 300 h 521"/>
                    <a:gd name="T24" fmla="*/ 508 w 520"/>
                    <a:gd name="T25" fmla="*/ 338 h 521"/>
                    <a:gd name="T26" fmla="*/ 494 w 520"/>
                    <a:gd name="T27" fmla="*/ 373 h 521"/>
                    <a:gd name="T28" fmla="*/ 476 w 520"/>
                    <a:gd name="T29" fmla="*/ 406 h 521"/>
                    <a:gd name="T30" fmla="*/ 452 w 520"/>
                    <a:gd name="T31" fmla="*/ 435 h 521"/>
                    <a:gd name="T32" fmla="*/ 425 w 520"/>
                    <a:gd name="T33" fmla="*/ 461 h 521"/>
                    <a:gd name="T34" fmla="*/ 395 w 520"/>
                    <a:gd name="T35" fmla="*/ 483 h 521"/>
                    <a:gd name="T36" fmla="*/ 361 w 520"/>
                    <a:gd name="T37" fmla="*/ 500 h 521"/>
                    <a:gd name="T38" fmla="*/ 325 w 520"/>
                    <a:gd name="T39" fmla="*/ 512 h 521"/>
                    <a:gd name="T40" fmla="*/ 287 w 520"/>
                    <a:gd name="T41" fmla="*/ 519 h 521"/>
                    <a:gd name="T42" fmla="*/ 246 w 520"/>
                    <a:gd name="T43" fmla="*/ 519 h 521"/>
                    <a:gd name="T44" fmla="*/ 207 w 520"/>
                    <a:gd name="T45" fmla="*/ 515 h 521"/>
                    <a:gd name="T46" fmla="*/ 170 w 520"/>
                    <a:gd name="T47" fmla="*/ 504 h 521"/>
                    <a:gd name="T48" fmla="*/ 136 w 520"/>
                    <a:gd name="T49" fmla="*/ 489 h 521"/>
                    <a:gd name="T50" fmla="*/ 104 w 520"/>
                    <a:gd name="T51" fmla="*/ 469 h 521"/>
                    <a:gd name="T52" fmla="*/ 76 w 520"/>
                    <a:gd name="T53" fmla="*/ 444 h 521"/>
                    <a:gd name="T54" fmla="*/ 51 w 520"/>
                    <a:gd name="T55" fmla="*/ 416 h 521"/>
                    <a:gd name="T56" fmla="*/ 31 w 520"/>
                    <a:gd name="T57" fmla="*/ 384 h 521"/>
                    <a:gd name="T58" fmla="*/ 16 w 520"/>
                    <a:gd name="T59" fmla="*/ 350 h 521"/>
                    <a:gd name="T60" fmla="*/ 5 w 520"/>
                    <a:gd name="T61" fmla="*/ 312 h 521"/>
                    <a:gd name="T62" fmla="*/ 0 w 520"/>
                    <a:gd name="T63" fmla="*/ 273 h 521"/>
                    <a:gd name="T64" fmla="*/ 1 w 520"/>
                    <a:gd name="T65" fmla="*/ 233 h 521"/>
                    <a:gd name="T66" fmla="*/ 8 w 520"/>
                    <a:gd name="T67" fmla="*/ 195 h 521"/>
                    <a:gd name="T68" fmla="*/ 20 w 520"/>
                    <a:gd name="T69" fmla="*/ 159 h 521"/>
                    <a:gd name="T70" fmla="*/ 37 w 520"/>
                    <a:gd name="T71" fmla="*/ 125 h 521"/>
                    <a:gd name="T72" fmla="*/ 59 w 520"/>
                    <a:gd name="T73" fmla="*/ 95 h 521"/>
                    <a:gd name="T74" fmla="*/ 85 w 520"/>
                    <a:gd name="T75" fmla="*/ 68 h 521"/>
                    <a:gd name="T76" fmla="*/ 114 w 520"/>
                    <a:gd name="T77" fmla="*/ 44 h 521"/>
                    <a:gd name="T78" fmla="*/ 146 w 520"/>
                    <a:gd name="T79" fmla="*/ 26 h 521"/>
                    <a:gd name="T80" fmla="*/ 182 w 520"/>
                    <a:gd name="T81" fmla="*/ 12 h 521"/>
                    <a:gd name="T82" fmla="*/ 220 w 520"/>
                    <a:gd name="T83" fmla="*/ 3 h 521"/>
                    <a:gd name="T84" fmla="*/ 260 w 520"/>
                    <a:gd name="T85" fmla="*/ 0 h 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20" h="521">
                      <a:moveTo>
                        <a:pt x="260" y="0"/>
                      </a:moveTo>
                      <a:lnTo>
                        <a:pt x="273" y="0"/>
                      </a:lnTo>
                      <a:lnTo>
                        <a:pt x="287" y="1"/>
                      </a:lnTo>
                      <a:lnTo>
                        <a:pt x="300" y="3"/>
                      </a:lnTo>
                      <a:lnTo>
                        <a:pt x="312" y="5"/>
                      </a:lnTo>
                      <a:lnTo>
                        <a:pt x="325" y="9"/>
                      </a:lnTo>
                      <a:lnTo>
                        <a:pt x="338" y="12"/>
                      </a:lnTo>
                      <a:lnTo>
                        <a:pt x="350" y="16"/>
                      </a:lnTo>
                      <a:lnTo>
                        <a:pt x="361" y="21"/>
                      </a:lnTo>
                      <a:lnTo>
                        <a:pt x="372" y="26"/>
                      </a:lnTo>
                      <a:lnTo>
                        <a:pt x="384" y="31"/>
                      </a:lnTo>
                      <a:lnTo>
                        <a:pt x="395" y="38"/>
                      </a:lnTo>
                      <a:lnTo>
                        <a:pt x="406" y="44"/>
                      </a:lnTo>
                      <a:lnTo>
                        <a:pt x="415" y="52"/>
                      </a:lnTo>
                      <a:lnTo>
                        <a:pt x="425" y="59"/>
                      </a:lnTo>
                      <a:lnTo>
                        <a:pt x="435" y="68"/>
                      </a:lnTo>
                      <a:lnTo>
                        <a:pt x="444" y="77"/>
                      </a:lnTo>
                      <a:lnTo>
                        <a:pt x="452" y="85"/>
                      </a:lnTo>
                      <a:lnTo>
                        <a:pt x="461" y="95"/>
                      </a:lnTo>
                      <a:lnTo>
                        <a:pt x="468" y="105"/>
                      </a:lnTo>
                      <a:lnTo>
                        <a:pt x="476" y="114"/>
                      </a:lnTo>
                      <a:lnTo>
                        <a:pt x="482" y="125"/>
                      </a:lnTo>
                      <a:lnTo>
                        <a:pt x="489" y="136"/>
                      </a:lnTo>
                      <a:lnTo>
                        <a:pt x="494" y="147"/>
                      </a:lnTo>
                      <a:lnTo>
                        <a:pt x="500" y="159"/>
                      </a:lnTo>
                      <a:lnTo>
                        <a:pt x="504" y="171"/>
                      </a:lnTo>
                      <a:lnTo>
                        <a:pt x="508" y="183"/>
                      </a:lnTo>
                      <a:lnTo>
                        <a:pt x="512" y="195"/>
                      </a:lnTo>
                      <a:lnTo>
                        <a:pt x="515" y="207"/>
                      </a:lnTo>
                      <a:lnTo>
                        <a:pt x="517" y="220"/>
                      </a:lnTo>
                      <a:lnTo>
                        <a:pt x="519" y="233"/>
                      </a:lnTo>
                      <a:lnTo>
                        <a:pt x="519" y="246"/>
                      </a:lnTo>
                      <a:lnTo>
                        <a:pt x="520" y="260"/>
                      </a:lnTo>
                      <a:lnTo>
                        <a:pt x="519" y="273"/>
                      </a:lnTo>
                      <a:lnTo>
                        <a:pt x="519" y="287"/>
                      </a:lnTo>
                      <a:lnTo>
                        <a:pt x="517" y="300"/>
                      </a:lnTo>
                      <a:lnTo>
                        <a:pt x="515" y="312"/>
                      </a:lnTo>
                      <a:lnTo>
                        <a:pt x="512" y="325"/>
                      </a:lnTo>
                      <a:lnTo>
                        <a:pt x="508" y="338"/>
                      </a:lnTo>
                      <a:lnTo>
                        <a:pt x="504" y="350"/>
                      </a:lnTo>
                      <a:lnTo>
                        <a:pt x="500" y="362"/>
                      </a:lnTo>
                      <a:lnTo>
                        <a:pt x="494" y="373"/>
                      </a:lnTo>
                      <a:lnTo>
                        <a:pt x="489" y="384"/>
                      </a:lnTo>
                      <a:lnTo>
                        <a:pt x="482" y="395"/>
                      </a:lnTo>
                      <a:lnTo>
                        <a:pt x="476" y="406"/>
                      </a:lnTo>
                      <a:lnTo>
                        <a:pt x="468" y="416"/>
                      </a:lnTo>
                      <a:lnTo>
                        <a:pt x="461" y="426"/>
                      </a:lnTo>
                      <a:lnTo>
                        <a:pt x="452" y="435"/>
                      </a:lnTo>
                      <a:lnTo>
                        <a:pt x="444" y="444"/>
                      </a:lnTo>
                      <a:lnTo>
                        <a:pt x="435" y="453"/>
                      </a:lnTo>
                      <a:lnTo>
                        <a:pt x="425" y="461"/>
                      </a:lnTo>
                      <a:lnTo>
                        <a:pt x="415" y="469"/>
                      </a:lnTo>
                      <a:lnTo>
                        <a:pt x="406" y="476"/>
                      </a:lnTo>
                      <a:lnTo>
                        <a:pt x="395" y="483"/>
                      </a:lnTo>
                      <a:lnTo>
                        <a:pt x="384" y="489"/>
                      </a:lnTo>
                      <a:lnTo>
                        <a:pt x="372" y="495"/>
                      </a:lnTo>
                      <a:lnTo>
                        <a:pt x="361" y="500"/>
                      </a:lnTo>
                      <a:lnTo>
                        <a:pt x="350" y="504"/>
                      </a:lnTo>
                      <a:lnTo>
                        <a:pt x="338" y="509"/>
                      </a:lnTo>
                      <a:lnTo>
                        <a:pt x="325" y="512"/>
                      </a:lnTo>
                      <a:lnTo>
                        <a:pt x="312" y="515"/>
                      </a:lnTo>
                      <a:lnTo>
                        <a:pt x="300" y="517"/>
                      </a:lnTo>
                      <a:lnTo>
                        <a:pt x="287" y="519"/>
                      </a:lnTo>
                      <a:lnTo>
                        <a:pt x="273" y="519"/>
                      </a:lnTo>
                      <a:lnTo>
                        <a:pt x="260" y="521"/>
                      </a:lnTo>
                      <a:lnTo>
                        <a:pt x="246" y="519"/>
                      </a:lnTo>
                      <a:lnTo>
                        <a:pt x="233" y="519"/>
                      </a:lnTo>
                      <a:lnTo>
                        <a:pt x="220" y="517"/>
                      </a:lnTo>
                      <a:lnTo>
                        <a:pt x="207" y="515"/>
                      </a:lnTo>
                      <a:lnTo>
                        <a:pt x="195" y="512"/>
                      </a:lnTo>
                      <a:lnTo>
                        <a:pt x="182" y="509"/>
                      </a:lnTo>
                      <a:lnTo>
                        <a:pt x="170" y="504"/>
                      </a:lnTo>
                      <a:lnTo>
                        <a:pt x="158" y="500"/>
                      </a:lnTo>
                      <a:lnTo>
                        <a:pt x="146" y="495"/>
                      </a:lnTo>
                      <a:lnTo>
                        <a:pt x="136" y="489"/>
                      </a:lnTo>
                      <a:lnTo>
                        <a:pt x="125" y="483"/>
                      </a:lnTo>
                      <a:lnTo>
                        <a:pt x="114" y="476"/>
                      </a:lnTo>
                      <a:lnTo>
                        <a:pt x="104" y="469"/>
                      </a:lnTo>
                      <a:lnTo>
                        <a:pt x="95" y="461"/>
                      </a:lnTo>
                      <a:lnTo>
                        <a:pt x="85" y="453"/>
                      </a:lnTo>
                      <a:lnTo>
                        <a:pt x="76" y="444"/>
                      </a:lnTo>
                      <a:lnTo>
                        <a:pt x="68" y="435"/>
                      </a:lnTo>
                      <a:lnTo>
                        <a:pt x="59" y="426"/>
                      </a:lnTo>
                      <a:lnTo>
                        <a:pt x="51" y="416"/>
                      </a:lnTo>
                      <a:lnTo>
                        <a:pt x="44" y="406"/>
                      </a:lnTo>
                      <a:lnTo>
                        <a:pt x="37" y="395"/>
                      </a:lnTo>
                      <a:lnTo>
                        <a:pt x="31" y="384"/>
                      </a:lnTo>
                      <a:lnTo>
                        <a:pt x="25" y="373"/>
                      </a:lnTo>
                      <a:lnTo>
                        <a:pt x="20" y="362"/>
                      </a:lnTo>
                      <a:lnTo>
                        <a:pt x="16" y="350"/>
                      </a:lnTo>
                      <a:lnTo>
                        <a:pt x="11" y="338"/>
                      </a:lnTo>
                      <a:lnTo>
                        <a:pt x="8" y="325"/>
                      </a:lnTo>
                      <a:lnTo>
                        <a:pt x="5" y="312"/>
                      </a:lnTo>
                      <a:lnTo>
                        <a:pt x="3" y="300"/>
                      </a:lnTo>
                      <a:lnTo>
                        <a:pt x="1" y="287"/>
                      </a:lnTo>
                      <a:lnTo>
                        <a:pt x="0" y="273"/>
                      </a:lnTo>
                      <a:lnTo>
                        <a:pt x="0" y="260"/>
                      </a:lnTo>
                      <a:lnTo>
                        <a:pt x="0" y="246"/>
                      </a:lnTo>
                      <a:lnTo>
                        <a:pt x="1" y="233"/>
                      </a:lnTo>
                      <a:lnTo>
                        <a:pt x="3" y="220"/>
                      </a:lnTo>
                      <a:lnTo>
                        <a:pt x="5" y="207"/>
                      </a:lnTo>
                      <a:lnTo>
                        <a:pt x="8" y="195"/>
                      </a:lnTo>
                      <a:lnTo>
                        <a:pt x="11" y="183"/>
                      </a:lnTo>
                      <a:lnTo>
                        <a:pt x="16" y="171"/>
                      </a:lnTo>
                      <a:lnTo>
                        <a:pt x="20" y="159"/>
                      </a:lnTo>
                      <a:lnTo>
                        <a:pt x="25" y="147"/>
                      </a:lnTo>
                      <a:lnTo>
                        <a:pt x="31" y="136"/>
                      </a:lnTo>
                      <a:lnTo>
                        <a:pt x="37" y="125"/>
                      </a:lnTo>
                      <a:lnTo>
                        <a:pt x="44" y="114"/>
                      </a:lnTo>
                      <a:lnTo>
                        <a:pt x="51" y="105"/>
                      </a:lnTo>
                      <a:lnTo>
                        <a:pt x="59" y="95"/>
                      </a:lnTo>
                      <a:lnTo>
                        <a:pt x="68" y="85"/>
                      </a:lnTo>
                      <a:lnTo>
                        <a:pt x="76" y="77"/>
                      </a:lnTo>
                      <a:lnTo>
                        <a:pt x="85" y="68"/>
                      </a:lnTo>
                      <a:lnTo>
                        <a:pt x="95" y="59"/>
                      </a:lnTo>
                      <a:lnTo>
                        <a:pt x="104" y="52"/>
                      </a:lnTo>
                      <a:lnTo>
                        <a:pt x="114" y="44"/>
                      </a:lnTo>
                      <a:lnTo>
                        <a:pt x="125" y="38"/>
                      </a:lnTo>
                      <a:lnTo>
                        <a:pt x="136" y="31"/>
                      </a:lnTo>
                      <a:lnTo>
                        <a:pt x="146" y="26"/>
                      </a:lnTo>
                      <a:lnTo>
                        <a:pt x="158" y="21"/>
                      </a:lnTo>
                      <a:lnTo>
                        <a:pt x="170" y="16"/>
                      </a:lnTo>
                      <a:lnTo>
                        <a:pt x="182" y="12"/>
                      </a:lnTo>
                      <a:lnTo>
                        <a:pt x="195" y="9"/>
                      </a:lnTo>
                      <a:lnTo>
                        <a:pt x="207" y="5"/>
                      </a:lnTo>
                      <a:lnTo>
                        <a:pt x="220" y="3"/>
                      </a:lnTo>
                      <a:lnTo>
                        <a:pt x="233" y="1"/>
                      </a:lnTo>
                      <a:lnTo>
                        <a:pt x="246" y="0"/>
                      </a:lnTo>
                      <a:lnTo>
                        <a:pt x="26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1" name="i$ḷîd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4C2963D-1C9D-46B1-BA58-47EAB3D12B62}"/>
                    </a:ext>
                  </a:extLst>
                </p:cNvPr>
                <p:cNvSpPr/>
                <p:nvPr/>
              </p:nvSpPr>
              <p:spPr bwMode="auto">
                <a:xfrm>
                  <a:off x="4980816" y="1907261"/>
                  <a:ext cx="174216" cy="174216"/>
                </a:xfrm>
                <a:custGeom>
                  <a:avLst/>
                  <a:gdLst>
                    <a:gd name="T0" fmla="*/ 380 w 688"/>
                    <a:gd name="T1" fmla="*/ 3 h 689"/>
                    <a:gd name="T2" fmla="*/ 430 w 688"/>
                    <a:gd name="T3" fmla="*/ 11 h 689"/>
                    <a:gd name="T4" fmla="*/ 479 w 688"/>
                    <a:gd name="T5" fmla="*/ 27 h 689"/>
                    <a:gd name="T6" fmla="*/ 523 w 688"/>
                    <a:gd name="T7" fmla="*/ 51 h 689"/>
                    <a:gd name="T8" fmla="*/ 563 w 688"/>
                    <a:gd name="T9" fmla="*/ 79 h 689"/>
                    <a:gd name="T10" fmla="*/ 600 w 688"/>
                    <a:gd name="T11" fmla="*/ 114 h 689"/>
                    <a:gd name="T12" fmla="*/ 630 w 688"/>
                    <a:gd name="T13" fmla="*/ 153 h 689"/>
                    <a:gd name="T14" fmla="*/ 655 w 688"/>
                    <a:gd name="T15" fmla="*/ 196 h 689"/>
                    <a:gd name="T16" fmla="*/ 673 w 688"/>
                    <a:gd name="T17" fmla="*/ 242 h 689"/>
                    <a:gd name="T18" fmla="*/ 685 w 688"/>
                    <a:gd name="T19" fmla="*/ 293 h 689"/>
                    <a:gd name="T20" fmla="*/ 688 w 688"/>
                    <a:gd name="T21" fmla="*/ 345 h 689"/>
                    <a:gd name="T22" fmla="*/ 685 w 688"/>
                    <a:gd name="T23" fmla="*/ 398 h 689"/>
                    <a:gd name="T24" fmla="*/ 673 w 688"/>
                    <a:gd name="T25" fmla="*/ 448 h 689"/>
                    <a:gd name="T26" fmla="*/ 655 w 688"/>
                    <a:gd name="T27" fmla="*/ 494 h 689"/>
                    <a:gd name="T28" fmla="*/ 630 w 688"/>
                    <a:gd name="T29" fmla="*/ 537 h 689"/>
                    <a:gd name="T30" fmla="*/ 600 w 688"/>
                    <a:gd name="T31" fmla="*/ 576 h 689"/>
                    <a:gd name="T32" fmla="*/ 563 w 688"/>
                    <a:gd name="T33" fmla="*/ 611 h 689"/>
                    <a:gd name="T34" fmla="*/ 523 w 688"/>
                    <a:gd name="T35" fmla="*/ 640 h 689"/>
                    <a:gd name="T36" fmla="*/ 479 w 688"/>
                    <a:gd name="T37" fmla="*/ 662 h 689"/>
                    <a:gd name="T38" fmla="*/ 430 w 688"/>
                    <a:gd name="T39" fmla="*/ 679 h 689"/>
                    <a:gd name="T40" fmla="*/ 380 w 688"/>
                    <a:gd name="T41" fmla="*/ 687 h 689"/>
                    <a:gd name="T42" fmla="*/ 327 w 688"/>
                    <a:gd name="T43" fmla="*/ 688 h 689"/>
                    <a:gd name="T44" fmla="*/ 275 w 688"/>
                    <a:gd name="T45" fmla="*/ 682 h 689"/>
                    <a:gd name="T46" fmla="*/ 226 w 688"/>
                    <a:gd name="T47" fmla="*/ 669 h 689"/>
                    <a:gd name="T48" fmla="*/ 181 w 688"/>
                    <a:gd name="T49" fmla="*/ 647 h 689"/>
                    <a:gd name="T50" fmla="*/ 139 w 688"/>
                    <a:gd name="T51" fmla="*/ 621 h 689"/>
                    <a:gd name="T52" fmla="*/ 101 w 688"/>
                    <a:gd name="T53" fmla="*/ 589 h 689"/>
                    <a:gd name="T54" fmla="*/ 68 w 688"/>
                    <a:gd name="T55" fmla="*/ 551 h 689"/>
                    <a:gd name="T56" fmla="*/ 41 w 688"/>
                    <a:gd name="T57" fmla="*/ 509 h 689"/>
                    <a:gd name="T58" fmla="*/ 21 w 688"/>
                    <a:gd name="T59" fmla="*/ 464 h 689"/>
                    <a:gd name="T60" fmla="*/ 7 w 688"/>
                    <a:gd name="T61" fmla="*/ 414 h 689"/>
                    <a:gd name="T62" fmla="*/ 0 w 688"/>
                    <a:gd name="T63" fmla="*/ 363 h 689"/>
                    <a:gd name="T64" fmla="*/ 3 w 688"/>
                    <a:gd name="T65" fmla="*/ 310 h 689"/>
                    <a:gd name="T66" fmla="*/ 11 w 688"/>
                    <a:gd name="T67" fmla="*/ 260 h 689"/>
                    <a:gd name="T68" fmla="*/ 27 w 688"/>
                    <a:gd name="T69" fmla="*/ 211 h 689"/>
                    <a:gd name="T70" fmla="*/ 50 w 688"/>
                    <a:gd name="T71" fmla="*/ 167 h 689"/>
                    <a:gd name="T72" fmla="*/ 79 w 688"/>
                    <a:gd name="T73" fmla="*/ 126 h 689"/>
                    <a:gd name="T74" fmla="*/ 113 w 688"/>
                    <a:gd name="T75" fmla="*/ 90 h 689"/>
                    <a:gd name="T76" fmla="*/ 152 w 688"/>
                    <a:gd name="T77" fmla="*/ 60 h 689"/>
                    <a:gd name="T78" fmla="*/ 195 w 688"/>
                    <a:gd name="T79" fmla="*/ 35 h 689"/>
                    <a:gd name="T80" fmla="*/ 242 w 688"/>
                    <a:gd name="T81" fmla="*/ 17 h 689"/>
                    <a:gd name="T82" fmla="*/ 292 w 688"/>
                    <a:gd name="T83" fmla="*/ 5 h 689"/>
                    <a:gd name="T84" fmla="*/ 345 w 688"/>
                    <a:gd name="T85" fmla="*/ 0 h 6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88" h="689">
                      <a:moveTo>
                        <a:pt x="345" y="0"/>
                      </a:moveTo>
                      <a:lnTo>
                        <a:pt x="362" y="2"/>
                      </a:lnTo>
                      <a:lnTo>
                        <a:pt x="380" y="3"/>
                      </a:lnTo>
                      <a:lnTo>
                        <a:pt x="397" y="5"/>
                      </a:lnTo>
                      <a:lnTo>
                        <a:pt x="414" y="8"/>
                      </a:lnTo>
                      <a:lnTo>
                        <a:pt x="430" y="11"/>
                      </a:lnTo>
                      <a:lnTo>
                        <a:pt x="446" y="17"/>
                      </a:lnTo>
                      <a:lnTo>
                        <a:pt x="463" y="22"/>
                      </a:lnTo>
                      <a:lnTo>
                        <a:pt x="479" y="27"/>
                      </a:lnTo>
                      <a:lnTo>
                        <a:pt x="494" y="35"/>
                      </a:lnTo>
                      <a:lnTo>
                        <a:pt x="509" y="43"/>
                      </a:lnTo>
                      <a:lnTo>
                        <a:pt x="523" y="51"/>
                      </a:lnTo>
                      <a:lnTo>
                        <a:pt x="537" y="60"/>
                      </a:lnTo>
                      <a:lnTo>
                        <a:pt x="550" y="70"/>
                      </a:lnTo>
                      <a:lnTo>
                        <a:pt x="563" y="79"/>
                      </a:lnTo>
                      <a:lnTo>
                        <a:pt x="576" y="90"/>
                      </a:lnTo>
                      <a:lnTo>
                        <a:pt x="588" y="102"/>
                      </a:lnTo>
                      <a:lnTo>
                        <a:pt x="600" y="114"/>
                      </a:lnTo>
                      <a:lnTo>
                        <a:pt x="611" y="126"/>
                      </a:lnTo>
                      <a:lnTo>
                        <a:pt x="620" y="139"/>
                      </a:lnTo>
                      <a:lnTo>
                        <a:pt x="630" y="153"/>
                      </a:lnTo>
                      <a:lnTo>
                        <a:pt x="639" y="167"/>
                      </a:lnTo>
                      <a:lnTo>
                        <a:pt x="647" y="181"/>
                      </a:lnTo>
                      <a:lnTo>
                        <a:pt x="655" y="196"/>
                      </a:lnTo>
                      <a:lnTo>
                        <a:pt x="661" y="211"/>
                      </a:lnTo>
                      <a:lnTo>
                        <a:pt x="668" y="227"/>
                      </a:lnTo>
                      <a:lnTo>
                        <a:pt x="673" y="242"/>
                      </a:lnTo>
                      <a:lnTo>
                        <a:pt x="678" y="260"/>
                      </a:lnTo>
                      <a:lnTo>
                        <a:pt x="682" y="276"/>
                      </a:lnTo>
                      <a:lnTo>
                        <a:pt x="685" y="293"/>
                      </a:lnTo>
                      <a:lnTo>
                        <a:pt x="687" y="310"/>
                      </a:lnTo>
                      <a:lnTo>
                        <a:pt x="688" y="328"/>
                      </a:lnTo>
                      <a:lnTo>
                        <a:pt x="688" y="345"/>
                      </a:lnTo>
                      <a:lnTo>
                        <a:pt x="688" y="363"/>
                      </a:lnTo>
                      <a:lnTo>
                        <a:pt x="687" y="381"/>
                      </a:lnTo>
                      <a:lnTo>
                        <a:pt x="685" y="398"/>
                      </a:lnTo>
                      <a:lnTo>
                        <a:pt x="682" y="414"/>
                      </a:lnTo>
                      <a:lnTo>
                        <a:pt x="678" y="431"/>
                      </a:lnTo>
                      <a:lnTo>
                        <a:pt x="673" y="448"/>
                      </a:lnTo>
                      <a:lnTo>
                        <a:pt x="668" y="464"/>
                      </a:lnTo>
                      <a:lnTo>
                        <a:pt x="661" y="479"/>
                      </a:lnTo>
                      <a:lnTo>
                        <a:pt x="655" y="494"/>
                      </a:lnTo>
                      <a:lnTo>
                        <a:pt x="647" y="509"/>
                      </a:lnTo>
                      <a:lnTo>
                        <a:pt x="639" y="523"/>
                      </a:lnTo>
                      <a:lnTo>
                        <a:pt x="630" y="537"/>
                      </a:lnTo>
                      <a:lnTo>
                        <a:pt x="620" y="551"/>
                      </a:lnTo>
                      <a:lnTo>
                        <a:pt x="611" y="564"/>
                      </a:lnTo>
                      <a:lnTo>
                        <a:pt x="600" y="576"/>
                      </a:lnTo>
                      <a:lnTo>
                        <a:pt x="588" y="589"/>
                      </a:lnTo>
                      <a:lnTo>
                        <a:pt x="576" y="600"/>
                      </a:lnTo>
                      <a:lnTo>
                        <a:pt x="563" y="611"/>
                      </a:lnTo>
                      <a:lnTo>
                        <a:pt x="550" y="621"/>
                      </a:lnTo>
                      <a:lnTo>
                        <a:pt x="537" y="630"/>
                      </a:lnTo>
                      <a:lnTo>
                        <a:pt x="523" y="640"/>
                      </a:lnTo>
                      <a:lnTo>
                        <a:pt x="509" y="647"/>
                      </a:lnTo>
                      <a:lnTo>
                        <a:pt x="494" y="655"/>
                      </a:lnTo>
                      <a:lnTo>
                        <a:pt x="479" y="662"/>
                      </a:lnTo>
                      <a:lnTo>
                        <a:pt x="463" y="669"/>
                      </a:lnTo>
                      <a:lnTo>
                        <a:pt x="446" y="674"/>
                      </a:lnTo>
                      <a:lnTo>
                        <a:pt x="430" y="679"/>
                      </a:lnTo>
                      <a:lnTo>
                        <a:pt x="414" y="682"/>
                      </a:lnTo>
                      <a:lnTo>
                        <a:pt x="397" y="685"/>
                      </a:lnTo>
                      <a:lnTo>
                        <a:pt x="380" y="687"/>
                      </a:lnTo>
                      <a:lnTo>
                        <a:pt x="362" y="688"/>
                      </a:lnTo>
                      <a:lnTo>
                        <a:pt x="345" y="689"/>
                      </a:lnTo>
                      <a:lnTo>
                        <a:pt x="327" y="688"/>
                      </a:lnTo>
                      <a:lnTo>
                        <a:pt x="309" y="687"/>
                      </a:lnTo>
                      <a:lnTo>
                        <a:pt x="292" y="685"/>
                      </a:lnTo>
                      <a:lnTo>
                        <a:pt x="275" y="682"/>
                      </a:lnTo>
                      <a:lnTo>
                        <a:pt x="259" y="679"/>
                      </a:lnTo>
                      <a:lnTo>
                        <a:pt x="242" y="674"/>
                      </a:lnTo>
                      <a:lnTo>
                        <a:pt x="226" y="669"/>
                      </a:lnTo>
                      <a:lnTo>
                        <a:pt x="211" y="662"/>
                      </a:lnTo>
                      <a:lnTo>
                        <a:pt x="195" y="655"/>
                      </a:lnTo>
                      <a:lnTo>
                        <a:pt x="181" y="647"/>
                      </a:lnTo>
                      <a:lnTo>
                        <a:pt x="166" y="640"/>
                      </a:lnTo>
                      <a:lnTo>
                        <a:pt x="152" y="630"/>
                      </a:lnTo>
                      <a:lnTo>
                        <a:pt x="139" y="621"/>
                      </a:lnTo>
                      <a:lnTo>
                        <a:pt x="126" y="611"/>
                      </a:lnTo>
                      <a:lnTo>
                        <a:pt x="113" y="600"/>
                      </a:lnTo>
                      <a:lnTo>
                        <a:pt x="101" y="589"/>
                      </a:lnTo>
                      <a:lnTo>
                        <a:pt x="90" y="576"/>
                      </a:lnTo>
                      <a:lnTo>
                        <a:pt x="79" y="564"/>
                      </a:lnTo>
                      <a:lnTo>
                        <a:pt x="68" y="551"/>
                      </a:lnTo>
                      <a:lnTo>
                        <a:pt x="59" y="537"/>
                      </a:lnTo>
                      <a:lnTo>
                        <a:pt x="50" y="523"/>
                      </a:lnTo>
                      <a:lnTo>
                        <a:pt x="41" y="509"/>
                      </a:lnTo>
                      <a:lnTo>
                        <a:pt x="34" y="494"/>
                      </a:lnTo>
                      <a:lnTo>
                        <a:pt x="27" y="479"/>
                      </a:lnTo>
                      <a:lnTo>
                        <a:pt x="21" y="464"/>
                      </a:lnTo>
                      <a:lnTo>
                        <a:pt x="15" y="448"/>
                      </a:lnTo>
                      <a:lnTo>
                        <a:pt x="11" y="431"/>
                      </a:lnTo>
                      <a:lnTo>
                        <a:pt x="7" y="414"/>
                      </a:lnTo>
                      <a:lnTo>
                        <a:pt x="5" y="398"/>
                      </a:lnTo>
                      <a:lnTo>
                        <a:pt x="3" y="381"/>
                      </a:lnTo>
                      <a:lnTo>
                        <a:pt x="0" y="363"/>
                      </a:lnTo>
                      <a:lnTo>
                        <a:pt x="0" y="345"/>
                      </a:lnTo>
                      <a:lnTo>
                        <a:pt x="0" y="328"/>
                      </a:lnTo>
                      <a:lnTo>
                        <a:pt x="3" y="310"/>
                      </a:lnTo>
                      <a:lnTo>
                        <a:pt x="5" y="293"/>
                      </a:lnTo>
                      <a:lnTo>
                        <a:pt x="7" y="276"/>
                      </a:lnTo>
                      <a:lnTo>
                        <a:pt x="11" y="260"/>
                      </a:lnTo>
                      <a:lnTo>
                        <a:pt x="15" y="242"/>
                      </a:lnTo>
                      <a:lnTo>
                        <a:pt x="21" y="227"/>
                      </a:lnTo>
                      <a:lnTo>
                        <a:pt x="27" y="211"/>
                      </a:lnTo>
                      <a:lnTo>
                        <a:pt x="34" y="196"/>
                      </a:lnTo>
                      <a:lnTo>
                        <a:pt x="41" y="181"/>
                      </a:lnTo>
                      <a:lnTo>
                        <a:pt x="50" y="167"/>
                      </a:lnTo>
                      <a:lnTo>
                        <a:pt x="59" y="153"/>
                      </a:lnTo>
                      <a:lnTo>
                        <a:pt x="68" y="139"/>
                      </a:lnTo>
                      <a:lnTo>
                        <a:pt x="79" y="126"/>
                      </a:lnTo>
                      <a:lnTo>
                        <a:pt x="90" y="114"/>
                      </a:lnTo>
                      <a:lnTo>
                        <a:pt x="101" y="102"/>
                      </a:lnTo>
                      <a:lnTo>
                        <a:pt x="113" y="90"/>
                      </a:lnTo>
                      <a:lnTo>
                        <a:pt x="126" y="79"/>
                      </a:lnTo>
                      <a:lnTo>
                        <a:pt x="139" y="70"/>
                      </a:lnTo>
                      <a:lnTo>
                        <a:pt x="152" y="60"/>
                      </a:lnTo>
                      <a:lnTo>
                        <a:pt x="166" y="51"/>
                      </a:lnTo>
                      <a:lnTo>
                        <a:pt x="181" y="43"/>
                      </a:lnTo>
                      <a:lnTo>
                        <a:pt x="195" y="35"/>
                      </a:lnTo>
                      <a:lnTo>
                        <a:pt x="211" y="27"/>
                      </a:lnTo>
                      <a:lnTo>
                        <a:pt x="226" y="22"/>
                      </a:lnTo>
                      <a:lnTo>
                        <a:pt x="242" y="17"/>
                      </a:lnTo>
                      <a:lnTo>
                        <a:pt x="259" y="11"/>
                      </a:lnTo>
                      <a:lnTo>
                        <a:pt x="275" y="8"/>
                      </a:lnTo>
                      <a:lnTo>
                        <a:pt x="292" y="5"/>
                      </a:lnTo>
                      <a:lnTo>
                        <a:pt x="309" y="3"/>
                      </a:lnTo>
                      <a:lnTo>
                        <a:pt x="327" y="2"/>
                      </a:lnTo>
                      <a:lnTo>
                        <a:pt x="3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2" name="iSļïḋ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91345F3-EAEA-40E9-8B44-D9CD79840533}"/>
                    </a:ext>
                  </a:extLst>
                </p:cNvPr>
                <p:cNvSpPr/>
                <p:nvPr/>
              </p:nvSpPr>
              <p:spPr bwMode="auto">
                <a:xfrm>
                  <a:off x="5372802" y="1549713"/>
                  <a:ext cx="228912" cy="228911"/>
                </a:xfrm>
                <a:custGeom>
                  <a:avLst/>
                  <a:gdLst>
                    <a:gd name="T0" fmla="*/ 498 w 904"/>
                    <a:gd name="T1" fmla="*/ 3 h 904"/>
                    <a:gd name="T2" fmla="*/ 565 w 904"/>
                    <a:gd name="T3" fmla="*/ 15 h 904"/>
                    <a:gd name="T4" fmla="*/ 628 w 904"/>
                    <a:gd name="T5" fmla="*/ 35 h 904"/>
                    <a:gd name="T6" fmla="*/ 686 w 904"/>
                    <a:gd name="T7" fmla="*/ 66 h 904"/>
                    <a:gd name="T8" fmla="*/ 739 w 904"/>
                    <a:gd name="T9" fmla="*/ 103 h 904"/>
                    <a:gd name="T10" fmla="*/ 787 w 904"/>
                    <a:gd name="T11" fmla="*/ 149 h 904"/>
                    <a:gd name="T12" fmla="*/ 827 w 904"/>
                    <a:gd name="T13" fmla="*/ 200 h 904"/>
                    <a:gd name="T14" fmla="*/ 859 w 904"/>
                    <a:gd name="T15" fmla="*/ 257 h 904"/>
                    <a:gd name="T16" fmla="*/ 884 w 904"/>
                    <a:gd name="T17" fmla="*/ 318 h 904"/>
                    <a:gd name="T18" fmla="*/ 899 w 904"/>
                    <a:gd name="T19" fmla="*/ 383 h 904"/>
                    <a:gd name="T20" fmla="*/ 904 w 904"/>
                    <a:gd name="T21" fmla="*/ 452 h 904"/>
                    <a:gd name="T22" fmla="*/ 899 w 904"/>
                    <a:gd name="T23" fmla="*/ 521 h 904"/>
                    <a:gd name="T24" fmla="*/ 884 w 904"/>
                    <a:gd name="T25" fmla="*/ 586 h 904"/>
                    <a:gd name="T26" fmla="*/ 859 w 904"/>
                    <a:gd name="T27" fmla="*/ 648 h 904"/>
                    <a:gd name="T28" fmla="*/ 827 w 904"/>
                    <a:gd name="T29" fmla="*/ 705 h 904"/>
                    <a:gd name="T30" fmla="*/ 787 w 904"/>
                    <a:gd name="T31" fmla="*/ 756 h 904"/>
                    <a:gd name="T32" fmla="*/ 739 w 904"/>
                    <a:gd name="T33" fmla="*/ 801 h 904"/>
                    <a:gd name="T34" fmla="*/ 686 w 904"/>
                    <a:gd name="T35" fmla="*/ 839 h 904"/>
                    <a:gd name="T36" fmla="*/ 628 w 904"/>
                    <a:gd name="T37" fmla="*/ 869 h 904"/>
                    <a:gd name="T38" fmla="*/ 565 w 904"/>
                    <a:gd name="T39" fmla="*/ 890 h 904"/>
                    <a:gd name="T40" fmla="*/ 498 w 904"/>
                    <a:gd name="T41" fmla="*/ 902 h 904"/>
                    <a:gd name="T42" fmla="*/ 429 w 904"/>
                    <a:gd name="T43" fmla="*/ 904 h 904"/>
                    <a:gd name="T44" fmla="*/ 361 w 904"/>
                    <a:gd name="T45" fmla="*/ 895 h 904"/>
                    <a:gd name="T46" fmla="*/ 296 w 904"/>
                    <a:gd name="T47" fmla="*/ 877 h 904"/>
                    <a:gd name="T48" fmla="*/ 237 w 904"/>
                    <a:gd name="T49" fmla="*/ 850 h 904"/>
                    <a:gd name="T50" fmla="*/ 182 w 904"/>
                    <a:gd name="T51" fmla="*/ 814 h 904"/>
                    <a:gd name="T52" fmla="*/ 132 w 904"/>
                    <a:gd name="T53" fmla="*/ 772 h 904"/>
                    <a:gd name="T54" fmla="*/ 90 w 904"/>
                    <a:gd name="T55" fmla="*/ 722 h 904"/>
                    <a:gd name="T56" fmla="*/ 54 w 904"/>
                    <a:gd name="T57" fmla="*/ 667 h 904"/>
                    <a:gd name="T58" fmla="*/ 27 w 904"/>
                    <a:gd name="T59" fmla="*/ 608 h 904"/>
                    <a:gd name="T60" fmla="*/ 9 w 904"/>
                    <a:gd name="T61" fmla="*/ 543 h 904"/>
                    <a:gd name="T62" fmla="*/ 0 w 904"/>
                    <a:gd name="T63" fmla="*/ 475 h 904"/>
                    <a:gd name="T64" fmla="*/ 2 w 904"/>
                    <a:gd name="T65" fmla="*/ 406 h 904"/>
                    <a:gd name="T66" fmla="*/ 14 w 904"/>
                    <a:gd name="T67" fmla="*/ 339 h 904"/>
                    <a:gd name="T68" fmla="*/ 35 w 904"/>
                    <a:gd name="T69" fmla="*/ 276 h 904"/>
                    <a:gd name="T70" fmla="*/ 65 w 904"/>
                    <a:gd name="T71" fmla="*/ 218 h 904"/>
                    <a:gd name="T72" fmla="*/ 103 w 904"/>
                    <a:gd name="T73" fmla="*/ 165 h 904"/>
                    <a:gd name="T74" fmla="*/ 148 w 904"/>
                    <a:gd name="T75" fmla="*/ 117 h 904"/>
                    <a:gd name="T76" fmla="*/ 199 w 904"/>
                    <a:gd name="T77" fmla="*/ 77 h 904"/>
                    <a:gd name="T78" fmla="*/ 256 w 904"/>
                    <a:gd name="T79" fmla="*/ 45 h 904"/>
                    <a:gd name="T80" fmla="*/ 318 w 904"/>
                    <a:gd name="T81" fmla="*/ 20 h 904"/>
                    <a:gd name="T82" fmla="*/ 383 w 904"/>
                    <a:gd name="T83" fmla="*/ 5 h 904"/>
                    <a:gd name="T84" fmla="*/ 452 w 904"/>
                    <a:gd name="T85" fmla="*/ 0 h 9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904" h="904">
                      <a:moveTo>
                        <a:pt x="452" y="0"/>
                      </a:moveTo>
                      <a:lnTo>
                        <a:pt x="476" y="1"/>
                      </a:lnTo>
                      <a:lnTo>
                        <a:pt x="498" y="3"/>
                      </a:lnTo>
                      <a:lnTo>
                        <a:pt x="521" y="5"/>
                      </a:lnTo>
                      <a:lnTo>
                        <a:pt x="542" y="9"/>
                      </a:lnTo>
                      <a:lnTo>
                        <a:pt x="565" y="15"/>
                      </a:lnTo>
                      <a:lnTo>
                        <a:pt x="587" y="20"/>
                      </a:lnTo>
                      <a:lnTo>
                        <a:pt x="607" y="28"/>
                      </a:lnTo>
                      <a:lnTo>
                        <a:pt x="628" y="35"/>
                      </a:lnTo>
                      <a:lnTo>
                        <a:pt x="647" y="45"/>
                      </a:lnTo>
                      <a:lnTo>
                        <a:pt x="668" y="55"/>
                      </a:lnTo>
                      <a:lnTo>
                        <a:pt x="686" y="66"/>
                      </a:lnTo>
                      <a:lnTo>
                        <a:pt x="705" y="77"/>
                      </a:lnTo>
                      <a:lnTo>
                        <a:pt x="722" y="90"/>
                      </a:lnTo>
                      <a:lnTo>
                        <a:pt x="739" y="103"/>
                      </a:lnTo>
                      <a:lnTo>
                        <a:pt x="755" y="117"/>
                      </a:lnTo>
                      <a:lnTo>
                        <a:pt x="771" y="133"/>
                      </a:lnTo>
                      <a:lnTo>
                        <a:pt x="787" y="149"/>
                      </a:lnTo>
                      <a:lnTo>
                        <a:pt x="801" y="165"/>
                      </a:lnTo>
                      <a:lnTo>
                        <a:pt x="814" y="182"/>
                      </a:lnTo>
                      <a:lnTo>
                        <a:pt x="827" y="200"/>
                      </a:lnTo>
                      <a:lnTo>
                        <a:pt x="838" y="218"/>
                      </a:lnTo>
                      <a:lnTo>
                        <a:pt x="849" y="236"/>
                      </a:lnTo>
                      <a:lnTo>
                        <a:pt x="859" y="257"/>
                      </a:lnTo>
                      <a:lnTo>
                        <a:pt x="869" y="276"/>
                      </a:lnTo>
                      <a:lnTo>
                        <a:pt x="876" y="297"/>
                      </a:lnTo>
                      <a:lnTo>
                        <a:pt x="884" y="318"/>
                      </a:lnTo>
                      <a:lnTo>
                        <a:pt x="889" y="339"/>
                      </a:lnTo>
                      <a:lnTo>
                        <a:pt x="895" y="362"/>
                      </a:lnTo>
                      <a:lnTo>
                        <a:pt x="899" y="383"/>
                      </a:lnTo>
                      <a:lnTo>
                        <a:pt x="901" y="406"/>
                      </a:lnTo>
                      <a:lnTo>
                        <a:pt x="903" y="428"/>
                      </a:lnTo>
                      <a:lnTo>
                        <a:pt x="904" y="452"/>
                      </a:lnTo>
                      <a:lnTo>
                        <a:pt x="903" y="475"/>
                      </a:lnTo>
                      <a:lnTo>
                        <a:pt x="901" y="499"/>
                      </a:lnTo>
                      <a:lnTo>
                        <a:pt x="899" y="521"/>
                      </a:lnTo>
                      <a:lnTo>
                        <a:pt x="895" y="543"/>
                      </a:lnTo>
                      <a:lnTo>
                        <a:pt x="889" y="566"/>
                      </a:lnTo>
                      <a:lnTo>
                        <a:pt x="884" y="586"/>
                      </a:lnTo>
                      <a:lnTo>
                        <a:pt x="876" y="608"/>
                      </a:lnTo>
                      <a:lnTo>
                        <a:pt x="869" y="628"/>
                      </a:lnTo>
                      <a:lnTo>
                        <a:pt x="859" y="648"/>
                      </a:lnTo>
                      <a:lnTo>
                        <a:pt x="849" y="667"/>
                      </a:lnTo>
                      <a:lnTo>
                        <a:pt x="838" y="687"/>
                      </a:lnTo>
                      <a:lnTo>
                        <a:pt x="827" y="705"/>
                      </a:lnTo>
                      <a:lnTo>
                        <a:pt x="814" y="722"/>
                      </a:lnTo>
                      <a:lnTo>
                        <a:pt x="801" y="740"/>
                      </a:lnTo>
                      <a:lnTo>
                        <a:pt x="787" y="756"/>
                      </a:lnTo>
                      <a:lnTo>
                        <a:pt x="771" y="772"/>
                      </a:lnTo>
                      <a:lnTo>
                        <a:pt x="755" y="787"/>
                      </a:lnTo>
                      <a:lnTo>
                        <a:pt x="739" y="801"/>
                      </a:lnTo>
                      <a:lnTo>
                        <a:pt x="722" y="814"/>
                      </a:lnTo>
                      <a:lnTo>
                        <a:pt x="705" y="827"/>
                      </a:lnTo>
                      <a:lnTo>
                        <a:pt x="686" y="839"/>
                      </a:lnTo>
                      <a:lnTo>
                        <a:pt x="668" y="850"/>
                      </a:lnTo>
                      <a:lnTo>
                        <a:pt x="647" y="859"/>
                      </a:lnTo>
                      <a:lnTo>
                        <a:pt x="628" y="869"/>
                      </a:lnTo>
                      <a:lnTo>
                        <a:pt x="607" y="877"/>
                      </a:lnTo>
                      <a:lnTo>
                        <a:pt x="587" y="884"/>
                      </a:lnTo>
                      <a:lnTo>
                        <a:pt x="565" y="890"/>
                      </a:lnTo>
                      <a:lnTo>
                        <a:pt x="542" y="895"/>
                      </a:lnTo>
                      <a:lnTo>
                        <a:pt x="521" y="899"/>
                      </a:lnTo>
                      <a:lnTo>
                        <a:pt x="498" y="902"/>
                      </a:lnTo>
                      <a:lnTo>
                        <a:pt x="476" y="904"/>
                      </a:lnTo>
                      <a:lnTo>
                        <a:pt x="452" y="904"/>
                      </a:lnTo>
                      <a:lnTo>
                        <a:pt x="429" y="904"/>
                      </a:lnTo>
                      <a:lnTo>
                        <a:pt x="405" y="902"/>
                      </a:lnTo>
                      <a:lnTo>
                        <a:pt x="383" y="899"/>
                      </a:lnTo>
                      <a:lnTo>
                        <a:pt x="361" y="895"/>
                      </a:lnTo>
                      <a:lnTo>
                        <a:pt x="338" y="890"/>
                      </a:lnTo>
                      <a:lnTo>
                        <a:pt x="318" y="884"/>
                      </a:lnTo>
                      <a:lnTo>
                        <a:pt x="296" y="877"/>
                      </a:lnTo>
                      <a:lnTo>
                        <a:pt x="276" y="869"/>
                      </a:lnTo>
                      <a:lnTo>
                        <a:pt x="256" y="859"/>
                      </a:lnTo>
                      <a:lnTo>
                        <a:pt x="237" y="850"/>
                      </a:lnTo>
                      <a:lnTo>
                        <a:pt x="217" y="839"/>
                      </a:lnTo>
                      <a:lnTo>
                        <a:pt x="199" y="827"/>
                      </a:lnTo>
                      <a:lnTo>
                        <a:pt x="182" y="814"/>
                      </a:lnTo>
                      <a:lnTo>
                        <a:pt x="164" y="801"/>
                      </a:lnTo>
                      <a:lnTo>
                        <a:pt x="148" y="787"/>
                      </a:lnTo>
                      <a:lnTo>
                        <a:pt x="132" y="772"/>
                      </a:lnTo>
                      <a:lnTo>
                        <a:pt x="117" y="756"/>
                      </a:lnTo>
                      <a:lnTo>
                        <a:pt x="103" y="740"/>
                      </a:lnTo>
                      <a:lnTo>
                        <a:pt x="90" y="722"/>
                      </a:lnTo>
                      <a:lnTo>
                        <a:pt x="77" y="705"/>
                      </a:lnTo>
                      <a:lnTo>
                        <a:pt x="65" y="687"/>
                      </a:lnTo>
                      <a:lnTo>
                        <a:pt x="54" y="667"/>
                      </a:lnTo>
                      <a:lnTo>
                        <a:pt x="44" y="648"/>
                      </a:lnTo>
                      <a:lnTo>
                        <a:pt x="35" y="628"/>
                      </a:lnTo>
                      <a:lnTo>
                        <a:pt x="27" y="608"/>
                      </a:lnTo>
                      <a:lnTo>
                        <a:pt x="20" y="586"/>
                      </a:lnTo>
                      <a:lnTo>
                        <a:pt x="14" y="566"/>
                      </a:lnTo>
                      <a:lnTo>
                        <a:pt x="9" y="543"/>
                      </a:lnTo>
                      <a:lnTo>
                        <a:pt x="5" y="521"/>
                      </a:lnTo>
                      <a:lnTo>
                        <a:pt x="2" y="499"/>
                      </a:lnTo>
                      <a:lnTo>
                        <a:pt x="0" y="475"/>
                      </a:lnTo>
                      <a:lnTo>
                        <a:pt x="0" y="452"/>
                      </a:lnTo>
                      <a:lnTo>
                        <a:pt x="0" y="428"/>
                      </a:lnTo>
                      <a:lnTo>
                        <a:pt x="2" y="406"/>
                      </a:lnTo>
                      <a:lnTo>
                        <a:pt x="5" y="383"/>
                      </a:lnTo>
                      <a:lnTo>
                        <a:pt x="9" y="362"/>
                      </a:lnTo>
                      <a:lnTo>
                        <a:pt x="14" y="339"/>
                      </a:lnTo>
                      <a:lnTo>
                        <a:pt x="20" y="318"/>
                      </a:lnTo>
                      <a:lnTo>
                        <a:pt x="27" y="297"/>
                      </a:lnTo>
                      <a:lnTo>
                        <a:pt x="35" y="276"/>
                      </a:lnTo>
                      <a:lnTo>
                        <a:pt x="44" y="257"/>
                      </a:lnTo>
                      <a:lnTo>
                        <a:pt x="54" y="236"/>
                      </a:lnTo>
                      <a:lnTo>
                        <a:pt x="65" y="218"/>
                      </a:lnTo>
                      <a:lnTo>
                        <a:pt x="77" y="200"/>
                      </a:lnTo>
                      <a:lnTo>
                        <a:pt x="90" y="182"/>
                      </a:lnTo>
                      <a:lnTo>
                        <a:pt x="103" y="165"/>
                      </a:lnTo>
                      <a:lnTo>
                        <a:pt x="117" y="149"/>
                      </a:lnTo>
                      <a:lnTo>
                        <a:pt x="132" y="133"/>
                      </a:lnTo>
                      <a:lnTo>
                        <a:pt x="148" y="117"/>
                      </a:lnTo>
                      <a:lnTo>
                        <a:pt x="164" y="103"/>
                      </a:lnTo>
                      <a:lnTo>
                        <a:pt x="182" y="90"/>
                      </a:lnTo>
                      <a:lnTo>
                        <a:pt x="199" y="77"/>
                      </a:lnTo>
                      <a:lnTo>
                        <a:pt x="217" y="66"/>
                      </a:lnTo>
                      <a:lnTo>
                        <a:pt x="237" y="55"/>
                      </a:lnTo>
                      <a:lnTo>
                        <a:pt x="256" y="45"/>
                      </a:lnTo>
                      <a:lnTo>
                        <a:pt x="276" y="35"/>
                      </a:lnTo>
                      <a:lnTo>
                        <a:pt x="296" y="28"/>
                      </a:lnTo>
                      <a:lnTo>
                        <a:pt x="318" y="20"/>
                      </a:lnTo>
                      <a:lnTo>
                        <a:pt x="338" y="15"/>
                      </a:lnTo>
                      <a:lnTo>
                        <a:pt x="361" y="9"/>
                      </a:lnTo>
                      <a:lnTo>
                        <a:pt x="383" y="5"/>
                      </a:lnTo>
                      <a:lnTo>
                        <a:pt x="405" y="3"/>
                      </a:lnTo>
                      <a:lnTo>
                        <a:pt x="429" y="1"/>
                      </a:lnTo>
                      <a:lnTo>
                        <a:pt x="4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3" name="íṥḻid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3F101E3-3AA9-40EC-AC33-F2F6BFF89517}"/>
                    </a:ext>
                  </a:extLst>
                </p:cNvPr>
                <p:cNvSpPr/>
                <p:nvPr/>
              </p:nvSpPr>
              <p:spPr bwMode="auto">
                <a:xfrm>
                  <a:off x="5849871" y="2123005"/>
                  <a:ext cx="135726" cy="135726"/>
                </a:xfrm>
                <a:custGeom>
                  <a:avLst/>
                  <a:gdLst>
                    <a:gd name="T0" fmla="*/ 295 w 536"/>
                    <a:gd name="T1" fmla="*/ 1 h 535"/>
                    <a:gd name="T2" fmla="*/ 335 w 536"/>
                    <a:gd name="T3" fmla="*/ 8 h 535"/>
                    <a:gd name="T4" fmla="*/ 372 w 536"/>
                    <a:gd name="T5" fmla="*/ 20 h 535"/>
                    <a:gd name="T6" fmla="*/ 407 w 536"/>
                    <a:gd name="T7" fmla="*/ 38 h 535"/>
                    <a:gd name="T8" fmla="*/ 439 w 536"/>
                    <a:gd name="T9" fmla="*/ 60 h 535"/>
                    <a:gd name="T10" fmla="*/ 466 w 536"/>
                    <a:gd name="T11" fmla="*/ 87 h 535"/>
                    <a:gd name="T12" fmla="*/ 491 w 536"/>
                    <a:gd name="T13" fmla="*/ 117 h 535"/>
                    <a:gd name="T14" fmla="*/ 509 w 536"/>
                    <a:gd name="T15" fmla="*/ 151 h 535"/>
                    <a:gd name="T16" fmla="*/ 524 w 536"/>
                    <a:gd name="T17" fmla="*/ 187 h 535"/>
                    <a:gd name="T18" fmla="*/ 533 w 536"/>
                    <a:gd name="T19" fmla="*/ 226 h 535"/>
                    <a:gd name="T20" fmla="*/ 536 w 536"/>
                    <a:gd name="T21" fmla="*/ 267 h 535"/>
                    <a:gd name="T22" fmla="*/ 533 w 536"/>
                    <a:gd name="T23" fmla="*/ 308 h 535"/>
                    <a:gd name="T24" fmla="*/ 524 w 536"/>
                    <a:gd name="T25" fmla="*/ 347 h 535"/>
                    <a:gd name="T26" fmla="*/ 509 w 536"/>
                    <a:gd name="T27" fmla="*/ 384 h 535"/>
                    <a:gd name="T28" fmla="*/ 491 w 536"/>
                    <a:gd name="T29" fmla="*/ 418 h 535"/>
                    <a:gd name="T30" fmla="*/ 466 w 536"/>
                    <a:gd name="T31" fmla="*/ 448 h 535"/>
                    <a:gd name="T32" fmla="*/ 439 w 536"/>
                    <a:gd name="T33" fmla="*/ 474 h 535"/>
                    <a:gd name="T34" fmla="*/ 407 w 536"/>
                    <a:gd name="T35" fmla="*/ 496 h 535"/>
                    <a:gd name="T36" fmla="*/ 372 w 536"/>
                    <a:gd name="T37" fmla="*/ 515 h 535"/>
                    <a:gd name="T38" fmla="*/ 335 w 536"/>
                    <a:gd name="T39" fmla="*/ 527 h 535"/>
                    <a:gd name="T40" fmla="*/ 295 w 536"/>
                    <a:gd name="T41" fmla="*/ 534 h 535"/>
                    <a:gd name="T42" fmla="*/ 254 w 536"/>
                    <a:gd name="T43" fmla="*/ 535 h 535"/>
                    <a:gd name="T44" fmla="*/ 214 w 536"/>
                    <a:gd name="T45" fmla="*/ 530 h 535"/>
                    <a:gd name="T46" fmla="*/ 175 w 536"/>
                    <a:gd name="T47" fmla="*/ 519 h 535"/>
                    <a:gd name="T48" fmla="*/ 140 w 536"/>
                    <a:gd name="T49" fmla="*/ 503 h 535"/>
                    <a:gd name="T50" fmla="*/ 107 w 536"/>
                    <a:gd name="T51" fmla="*/ 482 h 535"/>
                    <a:gd name="T52" fmla="*/ 78 w 536"/>
                    <a:gd name="T53" fmla="*/ 456 h 535"/>
                    <a:gd name="T54" fmla="*/ 53 w 536"/>
                    <a:gd name="T55" fmla="*/ 427 h 535"/>
                    <a:gd name="T56" fmla="*/ 33 w 536"/>
                    <a:gd name="T57" fmla="*/ 395 h 535"/>
                    <a:gd name="T58" fmla="*/ 17 w 536"/>
                    <a:gd name="T59" fmla="*/ 359 h 535"/>
                    <a:gd name="T60" fmla="*/ 6 w 536"/>
                    <a:gd name="T61" fmla="*/ 321 h 535"/>
                    <a:gd name="T62" fmla="*/ 0 w 536"/>
                    <a:gd name="T63" fmla="*/ 281 h 535"/>
                    <a:gd name="T64" fmla="*/ 1 w 536"/>
                    <a:gd name="T65" fmla="*/ 240 h 535"/>
                    <a:gd name="T66" fmla="*/ 8 w 536"/>
                    <a:gd name="T67" fmla="*/ 200 h 535"/>
                    <a:gd name="T68" fmla="*/ 21 w 536"/>
                    <a:gd name="T69" fmla="*/ 163 h 535"/>
                    <a:gd name="T70" fmla="*/ 38 w 536"/>
                    <a:gd name="T71" fmla="*/ 128 h 535"/>
                    <a:gd name="T72" fmla="*/ 61 w 536"/>
                    <a:gd name="T73" fmla="*/ 97 h 535"/>
                    <a:gd name="T74" fmla="*/ 88 w 536"/>
                    <a:gd name="T75" fmla="*/ 69 h 535"/>
                    <a:gd name="T76" fmla="*/ 118 w 536"/>
                    <a:gd name="T77" fmla="*/ 45 h 535"/>
                    <a:gd name="T78" fmla="*/ 152 w 536"/>
                    <a:gd name="T79" fmla="*/ 25 h 535"/>
                    <a:gd name="T80" fmla="*/ 188 w 536"/>
                    <a:gd name="T81" fmla="*/ 11 h 535"/>
                    <a:gd name="T82" fmla="*/ 227 w 536"/>
                    <a:gd name="T83" fmla="*/ 3 h 535"/>
                    <a:gd name="T84" fmla="*/ 268 w 536"/>
                    <a:gd name="T85" fmla="*/ 0 h 5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36" h="535">
                      <a:moveTo>
                        <a:pt x="268" y="0"/>
                      </a:moveTo>
                      <a:lnTo>
                        <a:pt x="282" y="0"/>
                      </a:lnTo>
                      <a:lnTo>
                        <a:pt x="295" y="1"/>
                      </a:lnTo>
                      <a:lnTo>
                        <a:pt x="309" y="3"/>
                      </a:lnTo>
                      <a:lnTo>
                        <a:pt x="322" y="5"/>
                      </a:lnTo>
                      <a:lnTo>
                        <a:pt x="335" y="8"/>
                      </a:lnTo>
                      <a:lnTo>
                        <a:pt x="348" y="11"/>
                      </a:lnTo>
                      <a:lnTo>
                        <a:pt x="360" y="16"/>
                      </a:lnTo>
                      <a:lnTo>
                        <a:pt x="372" y="20"/>
                      </a:lnTo>
                      <a:lnTo>
                        <a:pt x="384" y="25"/>
                      </a:lnTo>
                      <a:lnTo>
                        <a:pt x="396" y="32"/>
                      </a:lnTo>
                      <a:lnTo>
                        <a:pt x="407" y="38"/>
                      </a:lnTo>
                      <a:lnTo>
                        <a:pt x="417" y="45"/>
                      </a:lnTo>
                      <a:lnTo>
                        <a:pt x="428" y="52"/>
                      </a:lnTo>
                      <a:lnTo>
                        <a:pt x="439" y="60"/>
                      </a:lnTo>
                      <a:lnTo>
                        <a:pt x="449" y="69"/>
                      </a:lnTo>
                      <a:lnTo>
                        <a:pt x="457" y="77"/>
                      </a:lnTo>
                      <a:lnTo>
                        <a:pt x="466" y="87"/>
                      </a:lnTo>
                      <a:lnTo>
                        <a:pt x="475" y="97"/>
                      </a:lnTo>
                      <a:lnTo>
                        <a:pt x="483" y="106"/>
                      </a:lnTo>
                      <a:lnTo>
                        <a:pt x="491" y="117"/>
                      </a:lnTo>
                      <a:lnTo>
                        <a:pt x="497" y="128"/>
                      </a:lnTo>
                      <a:lnTo>
                        <a:pt x="504" y="140"/>
                      </a:lnTo>
                      <a:lnTo>
                        <a:pt x="509" y="151"/>
                      </a:lnTo>
                      <a:lnTo>
                        <a:pt x="515" y="163"/>
                      </a:lnTo>
                      <a:lnTo>
                        <a:pt x="520" y="176"/>
                      </a:lnTo>
                      <a:lnTo>
                        <a:pt x="524" y="187"/>
                      </a:lnTo>
                      <a:lnTo>
                        <a:pt x="528" y="200"/>
                      </a:lnTo>
                      <a:lnTo>
                        <a:pt x="531" y="213"/>
                      </a:lnTo>
                      <a:lnTo>
                        <a:pt x="533" y="226"/>
                      </a:lnTo>
                      <a:lnTo>
                        <a:pt x="535" y="240"/>
                      </a:lnTo>
                      <a:lnTo>
                        <a:pt x="536" y="253"/>
                      </a:lnTo>
                      <a:lnTo>
                        <a:pt x="536" y="267"/>
                      </a:lnTo>
                      <a:lnTo>
                        <a:pt x="536" y="281"/>
                      </a:lnTo>
                      <a:lnTo>
                        <a:pt x="535" y="294"/>
                      </a:lnTo>
                      <a:lnTo>
                        <a:pt x="533" y="308"/>
                      </a:lnTo>
                      <a:lnTo>
                        <a:pt x="531" y="321"/>
                      </a:lnTo>
                      <a:lnTo>
                        <a:pt x="528" y="334"/>
                      </a:lnTo>
                      <a:lnTo>
                        <a:pt x="524" y="347"/>
                      </a:lnTo>
                      <a:lnTo>
                        <a:pt x="520" y="359"/>
                      </a:lnTo>
                      <a:lnTo>
                        <a:pt x="515" y="372"/>
                      </a:lnTo>
                      <a:lnTo>
                        <a:pt x="509" y="384"/>
                      </a:lnTo>
                      <a:lnTo>
                        <a:pt x="504" y="395"/>
                      </a:lnTo>
                      <a:lnTo>
                        <a:pt x="497" y="407"/>
                      </a:lnTo>
                      <a:lnTo>
                        <a:pt x="491" y="418"/>
                      </a:lnTo>
                      <a:lnTo>
                        <a:pt x="483" y="427"/>
                      </a:lnTo>
                      <a:lnTo>
                        <a:pt x="475" y="438"/>
                      </a:lnTo>
                      <a:lnTo>
                        <a:pt x="466" y="448"/>
                      </a:lnTo>
                      <a:lnTo>
                        <a:pt x="457" y="456"/>
                      </a:lnTo>
                      <a:lnTo>
                        <a:pt x="449" y="466"/>
                      </a:lnTo>
                      <a:lnTo>
                        <a:pt x="439" y="474"/>
                      </a:lnTo>
                      <a:lnTo>
                        <a:pt x="428" y="482"/>
                      </a:lnTo>
                      <a:lnTo>
                        <a:pt x="417" y="490"/>
                      </a:lnTo>
                      <a:lnTo>
                        <a:pt x="407" y="496"/>
                      </a:lnTo>
                      <a:lnTo>
                        <a:pt x="396" y="503"/>
                      </a:lnTo>
                      <a:lnTo>
                        <a:pt x="384" y="509"/>
                      </a:lnTo>
                      <a:lnTo>
                        <a:pt x="372" y="515"/>
                      </a:lnTo>
                      <a:lnTo>
                        <a:pt x="360" y="519"/>
                      </a:lnTo>
                      <a:lnTo>
                        <a:pt x="348" y="523"/>
                      </a:lnTo>
                      <a:lnTo>
                        <a:pt x="335" y="527"/>
                      </a:lnTo>
                      <a:lnTo>
                        <a:pt x="322" y="530"/>
                      </a:lnTo>
                      <a:lnTo>
                        <a:pt x="309" y="532"/>
                      </a:lnTo>
                      <a:lnTo>
                        <a:pt x="295" y="534"/>
                      </a:lnTo>
                      <a:lnTo>
                        <a:pt x="282" y="535"/>
                      </a:lnTo>
                      <a:lnTo>
                        <a:pt x="268" y="535"/>
                      </a:lnTo>
                      <a:lnTo>
                        <a:pt x="254" y="535"/>
                      </a:lnTo>
                      <a:lnTo>
                        <a:pt x="240" y="534"/>
                      </a:lnTo>
                      <a:lnTo>
                        <a:pt x="227" y="532"/>
                      </a:lnTo>
                      <a:lnTo>
                        <a:pt x="214" y="530"/>
                      </a:lnTo>
                      <a:lnTo>
                        <a:pt x="201" y="527"/>
                      </a:lnTo>
                      <a:lnTo>
                        <a:pt x="188" y="523"/>
                      </a:lnTo>
                      <a:lnTo>
                        <a:pt x="175" y="519"/>
                      </a:lnTo>
                      <a:lnTo>
                        <a:pt x="164" y="515"/>
                      </a:lnTo>
                      <a:lnTo>
                        <a:pt x="152" y="509"/>
                      </a:lnTo>
                      <a:lnTo>
                        <a:pt x="140" y="503"/>
                      </a:lnTo>
                      <a:lnTo>
                        <a:pt x="129" y="496"/>
                      </a:lnTo>
                      <a:lnTo>
                        <a:pt x="118" y="490"/>
                      </a:lnTo>
                      <a:lnTo>
                        <a:pt x="107" y="482"/>
                      </a:lnTo>
                      <a:lnTo>
                        <a:pt x="98" y="474"/>
                      </a:lnTo>
                      <a:lnTo>
                        <a:pt x="88" y="466"/>
                      </a:lnTo>
                      <a:lnTo>
                        <a:pt x="78" y="456"/>
                      </a:lnTo>
                      <a:lnTo>
                        <a:pt x="70" y="448"/>
                      </a:lnTo>
                      <a:lnTo>
                        <a:pt x="61" y="438"/>
                      </a:lnTo>
                      <a:lnTo>
                        <a:pt x="53" y="427"/>
                      </a:lnTo>
                      <a:lnTo>
                        <a:pt x="46" y="418"/>
                      </a:lnTo>
                      <a:lnTo>
                        <a:pt x="38" y="407"/>
                      </a:lnTo>
                      <a:lnTo>
                        <a:pt x="33" y="395"/>
                      </a:lnTo>
                      <a:lnTo>
                        <a:pt x="26" y="384"/>
                      </a:lnTo>
                      <a:lnTo>
                        <a:pt x="21" y="372"/>
                      </a:lnTo>
                      <a:lnTo>
                        <a:pt x="17" y="359"/>
                      </a:lnTo>
                      <a:lnTo>
                        <a:pt x="12" y="347"/>
                      </a:lnTo>
                      <a:lnTo>
                        <a:pt x="8" y="334"/>
                      </a:lnTo>
                      <a:lnTo>
                        <a:pt x="6" y="321"/>
                      </a:lnTo>
                      <a:lnTo>
                        <a:pt x="3" y="308"/>
                      </a:lnTo>
                      <a:lnTo>
                        <a:pt x="1" y="294"/>
                      </a:lnTo>
                      <a:lnTo>
                        <a:pt x="0" y="281"/>
                      </a:lnTo>
                      <a:lnTo>
                        <a:pt x="0" y="267"/>
                      </a:lnTo>
                      <a:lnTo>
                        <a:pt x="0" y="253"/>
                      </a:lnTo>
                      <a:lnTo>
                        <a:pt x="1" y="240"/>
                      </a:lnTo>
                      <a:lnTo>
                        <a:pt x="3" y="226"/>
                      </a:lnTo>
                      <a:lnTo>
                        <a:pt x="6" y="213"/>
                      </a:lnTo>
                      <a:lnTo>
                        <a:pt x="8" y="200"/>
                      </a:lnTo>
                      <a:lnTo>
                        <a:pt x="12" y="187"/>
                      </a:lnTo>
                      <a:lnTo>
                        <a:pt x="17" y="176"/>
                      </a:lnTo>
                      <a:lnTo>
                        <a:pt x="21" y="163"/>
                      </a:lnTo>
                      <a:lnTo>
                        <a:pt x="26" y="151"/>
                      </a:lnTo>
                      <a:lnTo>
                        <a:pt x="33" y="140"/>
                      </a:lnTo>
                      <a:lnTo>
                        <a:pt x="38" y="128"/>
                      </a:lnTo>
                      <a:lnTo>
                        <a:pt x="46" y="117"/>
                      </a:lnTo>
                      <a:lnTo>
                        <a:pt x="53" y="106"/>
                      </a:lnTo>
                      <a:lnTo>
                        <a:pt x="61" y="97"/>
                      </a:lnTo>
                      <a:lnTo>
                        <a:pt x="70" y="87"/>
                      </a:lnTo>
                      <a:lnTo>
                        <a:pt x="78" y="77"/>
                      </a:lnTo>
                      <a:lnTo>
                        <a:pt x="88" y="69"/>
                      </a:lnTo>
                      <a:lnTo>
                        <a:pt x="98" y="60"/>
                      </a:lnTo>
                      <a:lnTo>
                        <a:pt x="107" y="52"/>
                      </a:lnTo>
                      <a:lnTo>
                        <a:pt x="118" y="45"/>
                      </a:lnTo>
                      <a:lnTo>
                        <a:pt x="129" y="38"/>
                      </a:lnTo>
                      <a:lnTo>
                        <a:pt x="140" y="32"/>
                      </a:lnTo>
                      <a:lnTo>
                        <a:pt x="152" y="25"/>
                      </a:lnTo>
                      <a:lnTo>
                        <a:pt x="164" y="20"/>
                      </a:lnTo>
                      <a:lnTo>
                        <a:pt x="175" y="16"/>
                      </a:lnTo>
                      <a:lnTo>
                        <a:pt x="188" y="11"/>
                      </a:lnTo>
                      <a:lnTo>
                        <a:pt x="201" y="8"/>
                      </a:lnTo>
                      <a:lnTo>
                        <a:pt x="214" y="5"/>
                      </a:lnTo>
                      <a:lnTo>
                        <a:pt x="227" y="3"/>
                      </a:lnTo>
                      <a:lnTo>
                        <a:pt x="240" y="1"/>
                      </a:lnTo>
                      <a:lnTo>
                        <a:pt x="254" y="0"/>
                      </a:lnTo>
                      <a:lnTo>
                        <a:pt x="26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" name="ïṩḷîḋ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3BD923C-8634-481A-A360-A2BDF25F5988}"/>
                    </a:ext>
                  </a:extLst>
                </p:cNvPr>
                <p:cNvSpPr/>
                <p:nvPr/>
              </p:nvSpPr>
              <p:spPr bwMode="auto">
                <a:xfrm>
                  <a:off x="7159529" y="2126044"/>
                  <a:ext cx="202577" cy="201564"/>
                </a:xfrm>
                <a:custGeom>
                  <a:avLst/>
                  <a:gdLst>
                    <a:gd name="T0" fmla="*/ 439 w 799"/>
                    <a:gd name="T1" fmla="*/ 2 h 799"/>
                    <a:gd name="T2" fmla="*/ 499 w 799"/>
                    <a:gd name="T3" fmla="*/ 13 h 799"/>
                    <a:gd name="T4" fmla="*/ 555 w 799"/>
                    <a:gd name="T5" fmla="*/ 33 h 799"/>
                    <a:gd name="T6" fmla="*/ 606 w 799"/>
                    <a:gd name="T7" fmla="*/ 59 h 799"/>
                    <a:gd name="T8" fmla="*/ 653 w 799"/>
                    <a:gd name="T9" fmla="*/ 92 h 799"/>
                    <a:gd name="T10" fmla="*/ 694 w 799"/>
                    <a:gd name="T11" fmla="*/ 132 h 799"/>
                    <a:gd name="T12" fmla="*/ 730 w 799"/>
                    <a:gd name="T13" fmla="*/ 177 h 799"/>
                    <a:gd name="T14" fmla="*/ 759 w 799"/>
                    <a:gd name="T15" fmla="*/ 227 h 799"/>
                    <a:gd name="T16" fmla="*/ 781 w 799"/>
                    <a:gd name="T17" fmla="*/ 281 h 799"/>
                    <a:gd name="T18" fmla="*/ 794 w 799"/>
                    <a:gd name="T19" fmla="*/ 339 h 799"/>
                    <a:gd name="T20" fmla="*/ 799 w 799"/>
                    <a:gd name="T21" fmla="*/ 400 h 799"/>
                    <a:gd name="T22" fmla="*/ 794 w 799"/>
                    <a:gd name="T23" fmla="*/ 461 h 799"/>
                    <a:gd name="T24" fmla="*/ 781 w 799"/>
                    <a:gd name="T25" fmla="*/ 519 h 799"/>
                    <a:gd name="T26" fmla="*/ 759 w 799"/>
                    <a:gd name="T27" fmla="*/ 574 h 799"/>
                    <a:gd name="T28" fmla="*/ 730 w 799"/>
                    <a:gd name="T29" fmla="*/ 623 h 799"/>
                    <a:gd name="T30" fmla="*/ 694 w 799"/>
                    <a:gd name="T31" fmla="*/ 669 h 799"/>
                    <a:gd name="T32" fmla="*/ 653 w 799"/>
                    <a:gd name="T33" fmla="*/ 709 h 799"/>
                    <a:gd name="T34" fmla="*/ 606 w 799"/>
                    <a:gd name="T35" fmla="*/ 742 h 799"/>
                    <a:gd name="T36" fmla="*/ 555 w 799"/>
                    <a:gd name="T37" fmla="*/ 768 h 799"/>
                    <a:gd name="T38" fmla="*/ 499 w 799"/>
                    <a:gd name="T39" fmla="*/ 787 h 799"/>
                    <a:gd name="T40" fmla="*/ 439 w 799"/>
                    <a:gd name="T41" fmla="*/ 797 h 799"/>
                    <a:gd name="T42" fmla="*/ 379 w 799"/>
                    <a:gd name="T43" fmla="*/ 799 h 799"/>
                    <a:gd name="T44" fmla="*/ 318 w 799"/>
                    <a:gd name="T45" fmla="*/ 792 h 799"/>
                    <a:gd name="T46" fmla="*/ 262 w 799"/>
                    <a:gd name="T47" fmla="*/ 776 h 799"/>
                    <a:gd name="T48" fmla="*/ 208 w 799"/>
                    <a:gd name="T49" fmla="*/ 752 h 799"/>
                    <a:gd name="T50" fmla="*/ 160 w 799"/>
                    <a:gd name="T51" fmla="*/ 721 h 799"/>
                    <a:gd name="T52" fmla="*/ 116 w 799"/>
                    <a:gd name="T53" fmla="*/ 683 h 799"/>
                    <a:gd name="T54" fmla="*/ 79 w 799"/>
                    <a:gd name="T55" fmla="*/ 640 h 799"/>
                    <a:gd name="T56" fmla="*/ 47 w 799"/>
                    <a:gd name="T57" fmla="*/ 591 h 799"/>
                    <a:gd name="T58" fmla="*/ 23 w 799"/>
                    <a:gd name="T59" fmla="*/ 537 h 799"/>
                    <a:gd name="T60" fmla="*/ 7 w 799"/>
                    <a:gd name="T61" fmla="*/ 481 h 799"/>
                    <a:gd name="T62" fmla="*/ 0 w 799"/>
                    <a:gd name="T63" fmla="*/ 420 h 799"/>
                    <a:gd name="T64" fmla="*/ 2 w 799"/>
                    <a:gd name="T65" fmla="*/ 359 h 799"/>
                    <a:gd name="T66" fmla="*/ 12 w 799"/>
                    <a:gd name="T67" fmla="*/ 301 h 799"/>
                    <a:gd name="T68" fmla="*/ 31 w 799"/>
                    <a:gd name="T69" fmla="*/ 244 h 799"/>
                    <a:gd name="T70" fmla="*/ 57 w 799"/>
                    <a:gd name="T71" fmla="*/ 194 h 799"/>
                    <a:gd name="T72" fmla="*/ 90 w 799"/>
                    <a:gd name="T73" fmla="*/ 146 h 799"/>
                    <a:gd name="T74" fmla="*/ 130 w 799"/>
                    <a:gd name="T75" fmla="*/ 105 h 799"/>
                    <a:gd name="T76" fmla="*/ 176 w 799"/>
                    <a:gd name="T77" fmla="*/ 69 h 799"/>
                    <a:gd name="T78" fmla="*/ 225 w 799"/>
                    <a:gd name="T79" fmla="*/ 40 h 799"/>
                    <a:gd name="T80" fmla="*/ 281 w 799"/>
                    <a:gd name="T81" fmla="*/ 19 h 799"/>
                    <a:gd name="T82" fmla="*/ 338 w 799"/>
                    <a:gd name="T83" fmla="*/ 6 h 799"/>
                    <a:gd name="T84" fmla="*/ 399 w 799"/>
                    <a:gd name="T85" fmla="*/ 0 h 7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799" h="799">
                      <a:moveTo>
                        <a:pt x="399" y="0"/>
                      </a:moveTo>
                      <a:lnTo>
                        <a:pt x="420" y="1"/>
                      </a:lnTo>
                      <a:lnTo>
                        <a:pt x="439" y="2"/>
                      </a:lnTo>
                      <a:lnTo>
                        <a:pt x="460" y="6"/>
                      </a:lnTo>
                      <a:lnTo>
                        <a:pt x="479" y="9"/>
                      </a:lnTo>
                      <a:lnTo>
                        <a:pt x="499" y="13"/>
                      </a:lnTo>
                      <a:lnTo>
                        <a:pt x="518" y="19"/>
                      </a:lnTo>
                      <a:lnTo>
                        <a:pt x="537" y="25"/>
                      </a:lnTo>
                      <a:lnTo>
                        <a:pt x="555" y="33"/>
                      </a:lnTo>
                      <a:lnTo>
                        <a:pt x="572" y="40"/>
                      </a:lnTo>
                      <a:lnTo>
                        <a:pt x="589" y="49"/>
                      </a:lnTo>
                      <a:lnTo>
                        <a:pt x="606" y="59"/>
                      </a:lnTo>
                      <a:lnTo>
                        <a:pt x="622" y="69"/>
                      </a:lnTo>
                      <a:lnTo>
                        <a:pt x="638" y="80"/>
                      </a:lnTo>
                      <a:lnTo>
                        <a:pt x="653" y="92"/>
                      </a:lnTo>
                      <a:lnTo>
                        <a:pt x="667" y="105"/>
                      </a:lnTo>
                      <a:lnTo>
                        <a:pt x="681" y="118"/>
                      </a:lnTo>
                      <a:lnTo>
                        <a:pt x="694" y="132"/>
                      </a:lnTo>
                      <a:lnTo>
                        <a:pt x="707" y="146"/>
                      </a:lnTo>
                      <a:lnTo>
                        <a:pt x="719" y="161"/>
                      </a:lnTo>
                      <a:lnTo>
                        <a:pt x="730" y="177"/>
                      </a:lnTo>
                      <a:lnTo>
                        <a:pt x="741" y="194"/>
                      </a:lnTo>
                      <a:lnTo>
                        <a:pt x="750" y="210"/>
                      </a:lnTo>
                      <a:lnTo>
                        <a:pt x="759" y="227"/>
                      </a:lnTo>
                      <a:lnTo>
                        <a:pt x="767" y="244"/>
                      </a:lnTo>
                      <a:lnTo>
                        <a:pt x="774" y="263"/>
                      </a:lnTo>
                      <a:lnTo>
                        <a:pt x="781" y="281"/>
                      </a:lnTo>
                      <a:lnTo>
                        <a:pt x="786" y="301"/>
                      </a:lnTo>
                      <a:lnTo>
                        <a:pt x="790" y="320"/>
                      </a:lnTo>
                      <a:lnTo>
                        <a:pt x="794" y="339"/>
                      </a:lnTo>
                      <a:lnTo>
                        <a:pt x="797" y="359"/>
                      </a:lnTo>
                      <a:lnTo>
                        <a:pt x="798" y="379"/>
                      </a:lnTo>
                      <a:lnTo>
                        <a:pt x="799" y="400"/>
                      </a:lnTo>
                      <a:lnTo>
                        <a:pt x="798" y="420"/>
                      </a:lnTo>
                      <a:lnTo>
                        <a:pt x="797" y="441"/>
                      </a:lnTo>
                      <a:lnTo>
                        <a:pt x="794" y="461"/>
                      </a:lnTo>
                      <a:lnTo>
                        <a:pt x="790" y="481"/>
                      </a:lnTo>
                      <a:lnTo>
                        <a:pt x="786" y="500"/>
                      </a:lnTo>
                      <a:lnTo>
                        <a:pt x="781" y="519"/>
                      </a:lnTo>
                      <a:lnTo>
                        <a:pt x="774" y="537"/>
                      </a:lnTo>
                      <a:lnTo>
                        <a:pt x="767" y="555"/>
                      </a:lnTo>
                      <a:lnTo>
                        <a:pt x="759" y="574"/>
                      </a:lnTo>
                      <a:lnTo>
                        <a:pt x="750" y="591"/>
                      </a:lnTo>
                      <a:lnTo>
                        <a:pt x="741" y="607"/>
                      </a:lnTo>
                      <a:lnTo>
                        <a:pt x="730" y="623"/>
                      </a:lnTo>
                      <a:lnTo>
                        <a:pt x="719" y="640"/>
                      </a:lnTo>
                      <a:lnTo>
                        <a:pt x="707" y="655"/>
                      </a:lnTo>
                      <a:lnTo>
                        <a:pt x="694" y="669"/>
                      </a:lnTo>
                      <a:lnTo>
                        <a:pt x="681" y="683"/>
                      </a:lnTo>
                      <a:lnTo>
                        <a:pt x="667" y="696"/>
                      </a:lnTo>
                      <a:lnTo>
                        <a:pt x="653" y="709"/>
                      </a:lnTo>
                      <a:lnTo>
                        <a:pt x="638" y="721"/>
                      </a:lnTo>
                      <a:lnTo>
                        <a:pt x="622" y="731"/>
                      </a:lnTo>
                      <a:lnTo>
                        <a:pt x="606" y="742"/>
                      </a:lnTo>
                      <a:lnTo>
                        <a:pt x="589" y="752"/>
                      </a:lnTo>
                      <a:lnTo>
                        <a:pt x="572" y="761"/>
                      </a:lnTo>
                      <a:lnTo>
                        <a:pt x="555" y="768"/>
                      </a:lnTo>
                      <a:lnTo>
                        <a:pt x="537" y="776"/>
                      </a:lnTo>
                      <a:lnTo>
                        <a:pt x="518" y="782"/>
                      </a:lnTo>
                      <a:lnTo>
                        <a:pt x="499" y="787"/>
                      </a:lnTo>
                      <a:lnTo>
                        <a:pt x="479" y="792"/>
                      </a:lnTo>
                      <a:lnTo>
                        <a:pt x="460" y="795"/>
                      </a:lnTo>
                      <a:lnTo>
                        <a:pt x="439" y="797"/>
                      </a:lnTo>
                      <a:lnTo>
                        <a:pt x="420" y="799"/>
                      </a:lnTo>
                      <a:lnTo>
                        <a:pt x="399" y="799"/>
                      </a:lnTo>
                      <a:lnTo>
                        <a:pt x="379" y="799"/>
                      </a:lnTo>
                      <a:lnTo>
                        <a:pt x="358" y="797"/>
                      </a:lnTo>
                      <a:lnTo>
                        <a:pt x="338" y="795"/>
                      </a:lnTo>
                      <a:lnTo>
                        <a:pt x="318" y="792"/>
                      </a:lnTo>
                      <a:lnTo>
                        <a:pt x="299" y="787"/>
                      </a:lnTo>
                      <a:lnTo>
                        <a:pt x="281" y="782"/>
                      </a:lnTo>
                      <a:lnTo>
                        <a:pt x="262" y="776"/>
                      </a:lnTo>
                      <a:lnTo>
                        <a:pt x="244" y="768"/>
                      </a:lnTo>
                      <a:lnTo>
                        <a:pt x="225" y="761"/>
                      </a:lnTo>
                      <a:lnTo>
                        <a:pt x="208" y="752"/>
                      </a:lnTo>
                      <a:lnTo>
                        <a:pt x="192" y="742"/>
                      </a:lnTo>
                      <a:lnTo>
                        <a:pt x="176" y="731"/>
                      </a:lnTo>
                      <a:lnTo>
                        <a:pt x="160" y="721"/>
                      </a:lnTo>
                      <a:lnTo>
                        <a:pt x="144" y="709"/>
                      </a:lnTo>
                      <a:lnTo>
                        <a:pt x="130" y="696"/>
                      </a:lnTo>
                      <a:lnTo>
                        <a:pt x="116" y="683"/>
                      </a:lnTo>
                      <a:lnTo>
                        <a:pt x="103" y="669"/>
                      </a:lnTo>
                      <a:lnTo>
                        <a:pt x="90" y="655"/>
                      </a:lnTo>
                      <a:lnTo>
                        <a:pt x="79" y="640"/>
                      </a:lnTo>
                      <a:lnTo>
                        <a:pt x="68" y="623"/>
                      </a:lnTo>
                      <a:lnTo>
                        <a:pt x="57" y="607"/>
                      </a:lnTo>
                      <a:lnTo>
                        <a:pt x="47" y="591"/>
                      </a:lnTo>
                      <a:lnTo>
                        <a:pt x="39" y="574"/>
                      </a:lnTo>
                      <a:lnTo>
                        <a:pt x="31" y="555"/>
                      </a:lnTo>
                      <a:lnTo>
                        <a:pt x="23" y="537"/>
                      </a:lnTo>
                      <a:lnTo>
                        <a:pt x="17" y="519"/>
                      </a:lnTo>
                      <a:lnTo>
                        <a:pt x="12" y="500"/>
                      </a:lnTo>
                      <a:lnTo>
                        <a:pt x="7" y="481"/>
                      </a:lnTo>
                      <a:lnTo>
                        <a:pt x="4" y="461"/>
                      </a:lnTo>
                      <a:lnTo>
                        <a:pt x="2" y="441"/>
                      </a:lnTo>
                      <a:lnTo>
                        <a:pt x="0" y="420"/>
                      </a:lnTo>
                      <a:lnTo>
                        <a:pt x="0" y="400"/>
                      </a:lnTo>
                      <a:lnTo>
                        <a:pt x="0" y="379"/>
                      </a:lnTo>
                      <a:lnTo>
                        <a:pt x="2" y="359"/>
                      </a:lnTo>
                      <a:lnTo>
                        <a:pt x="4" y="339"/>
                      </a:lnTo>
                      <a:lnTo>
                        <a:pt x="7" y="320"/>
                      </a:lnTo>
                      <a:lnTo>
                        <a:pt x="12" y="301"/>
                      </a:lnTo>
                      <a:lnTo>
                        <a:pt x="17" y="281"/>
                      </a:lnTo>
                      <a:lnTo>
                        <a:pt x="23" y="263"/>
                      </a:lnTo>
                      <a:lnTo>
                        <a:pt x="31" y="244"/>
                      </a:lnTo>
                      <a:lnTo>
                        <a:pt x="39" y="227"/>
                      </a:lnTo>
                      <a:lnTo>
                        <a:pt x="47" y="210"/>
                      </a:lnTo>
                      <a:lnTo>
                        <a:pt x="57" y="194"/>
                      </a:lnTo>
                      <a:lnTo>
                        <a:pt x="68" y="177"/>
                      </a:lnTo>
                      <a:lnTo>
                        <a:pt x="79" y="161"/>
                      </a:lnTo>
                      <a:lnTo>
                        <a:pt x="90" y="146"/>
                      </a:lnTo>
                      <a:lnTo>
                        <a:pt x="103" y="132"/>
                      </a:lnTo>
                      <a:lnTo>
                        <a:pt x="116" y="118"/>
                      </a:lnTo>
                      <a:lnTo>
                        <a:pt x="130" y="105"/>
                      </a:lnTo>
                      <a:lnTo>
                        <a:pt x="144" y="92"/>
                      </a:lnTo>
                      <a:lnTo>
                        <a:pt x="160" y="80"/>
                      </a:lnTo>
                      <a:lnTo>
                        <a:pt x="176" y="69"/>
                      </a:lnTo>
                      <a:lnTo>
                        <a:pt x="192" y="59"/>
                      </a:lnTo>
                      <a:lnTo>
                        <a:pt x="208" y="49"/>
                      </a:lnTo>
                      <a:lnTo>
                        <a:pt x="225" y="40"/>
                      </a:lnTo>
                      <a:lnTo>
                        <a:pt x="244" y="33"/>
                      </a:lnTo>
                      <a:lnTo>
                        <a:pt x="262" y="25"/>
                      </a:lnTo>
                      <a:lnTo>
                        <a:pt x="281" y="19"/>
                      </a:lnTo>
                      <a:lnTo>
                        <a:pt x="299" y="13"/>
                      </a:lnTo>
                      <a:lnTo>
                        <a:pt x="318" y="9"/>
                      </a:lnTo>
                      <a:lnTo>
                        <a:pt x="338" y="6"/>
                      </a:lnTo>
                      <a:lnTo>
                        <a:pt x="358" y="2"/>
                      </a:lnTo>
                      <a:lnTo>
                        <a:pt x="379" y="1"/>
                      </a:lnTo>
                      <a:lnTo>
                        <a:pt x="39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" name="ís1î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748471B-09C9-4E75-97E1-55F82A68FC1C}"/>
                </a:ext>
              </a:extLst>
            </p:cNvPr>
            <p:cNvSpPr/>
            <p:nvPr/>
          </p:nvSpPr>
          <p:spPr bwMode="auto">
            <a:xfrm>
              <a:off x="1487488" y="1520788"/>
              <a:ext cx="2235932" cy="1249171"/>
            </a:xfrm>
            <a:custGeom>
              <a:avLst/>
              <a:gdLst>
                <a:gd name="T0" fmla="*/ 348 w 1917"/>
                <a:gd name="T1" fmla="*/ 381 h 1072"/>
                <a:gd name="T2" fmla="*/ 372 w 1917"/>
                <a:gd name="T3" fmla="*/ 381 h 1072"/>
                <a:gd name="T4" fmla="*/ 698 w 1917"/>
                <a:gd name="T5" fmla="*/ 109 h 1072"/>
                <a:gd name="T6" fmla="*/ 897 w 1917"/>
                <a:gd name="T7" fmla="*/ 175 h 1072"/>
                <a:gd name="T8" fmla="*/ 1200 w 1917"/>
                <a:gd name="T9" fmla="*/ 0 h 1072"/>
                <a:gd name="T10" fmla="*/ 1547 w 1917"/>
                <a:gd name="T11" fmla="*/ 346 h 1072"/>
                <a:gd name="T12" fmla="*/ 1546 w 1917"/>
                <a:gd name="T13" fmla="*/ 381 h 1072"/>
                <a:gd name="T14" fmla="*/ 1570 w 1917"/>
                <a:gd name="T15" fmla="*/ 381 h 1072"/>
                <a:gd name="T16" fmla="*/ 1917 w 1917"/>
                <a:gd name="T17" fmla="*/ 726 h 1072"/>
                <a:gd name="T18" fmla="*/ 1570 w 1917"/>
                <a:gd name="T19" fmla="*/ 1072 h 1072"/>
                <a:gd name="T20" fmla="*/ 348 w 1917"/>
                <a:gd name="T21" fmla="*/ 1072 h 1072"/>
                <a:gd name="T22" fmla="*/ 0 w 1917"/>
                <a:gd name="T23" fmla="*/ 726 h 1072"/>
                <a:gd name="T24" fmla="*/ 348 w 1917"/>
                <a:gd name="T25" fmla="*/ 381 h 1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7" h="1072">
                  <a:moveTo>
                    <a:pt x="348" y="381"/>
                  </a:moveTo>
                  <a:cubicBezTo>
                    <a:pt x="356" y="381"/>
                    <a:pt x="364" y="381"/>
                    <a:pt x="372" y="381"/>
                  </a:cubicBezTo>
                  <a:cubicBezTo>
                    <a:pt x="399" y="227"/>
                    <a:pt x="535" y="109"/>
                    <a:pt x="698" y="109"/>
                  </a:cubicBezTo>
                  <a:cubicBezTo>
                    <a:pt x="772" y="109"/>
                    <a:pt x="841" y="134"/>
                    <a:pt x="897" y="175"/>
                  </a:cubicBezTo>
                  <a:cubicBezTo>
                    <a:pt x="956" y="71"/>
                    <a:pt x="1070" y="0"/>
                    <a:pt x="1200" y="0"/>
                  </a:cubicBezTo>
                  <a:cubicBezTo>
                    <a:pt x="1392" y="0"/>
                    <a:pt x="1547" y="155"/>
                    <a:pt x="1547" y="346"/>
                  </a:cubicBezTo>
                  <a:cubicBezTo>
                    <a:pt x="1547" y="358"/>
                    <a:pt x="1547" y="370"/>
                    <a:pt x="1546" y="381"/>
                  </a:cubicBezTo>
                  <a:cubicBezTo>
                    <a:pt x="1554" y="381"/>
                    <a:pt x="1561" y="381"/>
                    <a:pt x="1570" y="381"/>
                  </a:cubicBezTo>
                  <a:cubicBezTo>
                    <a:pt x="1762" y="381"/>
                    <a:pt x="1917" y="535"/>
                    <a:pt x="1917" y="726"/>
                  </a:cubicBezTo>
                  <a:cubicBezTo>
                    <a:pt x="1917" y="917"/>
                    <a:pt x="1762" y="1072"/>
                    <a:pt x="1570" y="1072"/>
                  </a:cubicBezTo>
                  <a:cubicBezTo>
                    <a:pt x="348" y="1072"/>
                    <a:pt x="348" y="1072"/>
                    <a:pt x="348" y="1072"/>
                  </a:cubicBezTo>
                  <a:cubicBezTo>
                    <a:pt x="156" y="1072"/>
                    <a:pt x="0" y="917"/>
                    <a:pt x="0" y="726"/>
                  </a:cubicBezTo>
                  <a:cubicBezTo>
                    <a:pt x="0" y="535"/>
                    <a:pt x="156" y="381"/>
                    <a:pt x="348" y="381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99CCCC"/>
              </a:solidFill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6286808" y="3754514"/>
              <a:ext cx="2621027" cy="1184790"/>
              <a:chOff x="6967653" y="3425075"/>
              <a:chExt cx="2621027" cy="1184790"/>
            </a:xfrm>
          </p:grpSpPr>
          <p:grpSp>
            <p:nvGrpSpPr>
              <p:cNvPr id="148" name="ed4341d2-371d-491b-82fc-17c8840b410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  <p:cNvGrpSpPr>
                <a:grpSpLocks noChangeAspect="1"/>
              </p:cNvGrpSpPr>
              <p:nvPr>
                <p:custDataLst>
                  <p:tags r:id="rId3"/>
                </p:custDataLst>
              </p:nvPr>
            </p:nvGrpSpPr>
            <p:grpSpPr>
              <a:xfrm>
                <a:off x="7968208" y="3608969"/>
                <a:ext cx="950889" cy="933401"/>
                <a:chOff x="4003277" y="1374767"/>
                <a:chExt cx="4185447" cy="4108467"/>
              </a:xfrm>
            </p:grpSpPr>
            <p:grpSp>
              <p:nvGrpSpPr>
                <p:cNvPr id="150" name="ïṥ1iḑ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FCFF9E6-01D5-4064-9AD6-E36ABAB54672}"/>
                    </a:ext>
                  </a:extLst>
                </p:cNvPr>
                <p:cNvGrpSpPr/>
                <p:nvPr/>
              </p:nvGrpSpPr>
              <p:grpSpPr>
                <a:xfrm>
                  <a:off x="4113752" y="1464815"/>
                  <a:ext cx="4002716" cy="3942145"/>
                  <a:chOff x="8809631" y="1360739"/>
                  <a:chExt cx="4002716" cy="3942145"/>
                </a:xfrm>
              </p:grpSpPr>
              <p:sp>
                <p:nvSpPr>
                  <p:cNvPr id="232" name="î$líḓ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0FACBC-6992-4FD2-B277-DEBF39CD9D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732169" y="2341648"/>
                    <a:ext cx="482883" cy="1179447"/>
                  </a:xfrm>
                  <a:custGeom>
                    <a:avLst/>
                    <a:gdLst>
                      <a:gd name="T0" fmla="*/ 7 w 287"/>
                      <a:gd name="T1" fmla="*/ 417 h 701"/>
                      <a:gd name="T2" fmla="*/ 230 w 287"/>
                      <a:gd name="T3" fmla="*/ 701 h 701"/>
                      <a:gd name="T4" fmla="*/ 287 w 287"/>
                      <a:gd name="T5" fmla="*/ 310 h 701"/>
                      <a:gd name="T6" fmla="*/ 0 w 287"/>
                      <a:gd name="T7" fmla="*/ 0 h 7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87" h="701">
                        <a:moveTo>
                          <a:pt x="7" y="417"/>
                        </a:moveTo>
                        <a:lnTo>
                          <a:pt x="230" y="701"/>
                        </a:lnTo>
                        <a:lnTo>
                          <a:pt x="287" y="31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3" name="ïŝļíḓ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C053ED7-BC13-45A4-8282-D7FF1A99D1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424851" y="1360739"/>
                    <a:ext cx="1467158" cy="3428976"/>
                  </a:xfrm>
                  <a:custGeom>
                    <a:avLst/>
                    <a:gdLst>
                      <a:gd name="T0" fmla="*/ 853 w 872"/>
                      <a:gd name="T1" fmla="*/ 2038 h 2038"/>
                      <a:gd name="T2" fmla="*/ 500 w 872"/>
                      <a:gd name="T3" fmla="*/ 1597 h 2038"/>
                      <a:gd name="T4" fmla="*/ 265 w 872"/>
                      <a:gd name="T5" fmla="*/ 1723 h 2038"/>
                      <a:gd name="T6" fmla="*/ 225 w 872"/>
                      <a:gd name="T7" fmla="*/ 1758 h 2038"/>
                      <a:gd name="T8" fmla="*/ 242 w 872"/>
                      <a:gd name="T9" fmla="*/ 2023 h 2038"/>
                      <a:gd name="T10" fmla="*/ 872 w 872"/>
                      <a:gd name="T11" fmla="*/ 2023 h 2038"/>
                      <a:gd name="T12" fmla="*/ 493 w 872"/>
                      <a:gd name="T13" fmla="*/ 1173 h 2038"/>
                      <a:gd name="T14" fmla="*/ 749 w 872"/>
                      <a:gd name="T15" fmla="*/ 533 h 2038"/>
                      <a:gd name="T16" fmla="*/ 772 w 872"/>
                      <a:gd name="T17" fmla="*/ 986 h 2038"/>
                      <a:gd name="T18" fmla="*/ 498 w 872"/>
                      <a:gd name="T19" fmla="*/ 1133 h 2038"/>
                      <a:gd name="T20" fmla="*/ 443 w 872"/>
                      <a:gd name="T21" fmla="*/ 796 h 2038"/>
                      <a:gd name="T22" fmla="*/ 725 w 872"/>
                      <a:gd name="T23" fmla="*/ 536 h 2038"/>
                      <a:gd name="T24" fmla="*/ 0 w 872"/>
                      <a:gd name="T25" fmla="*/ 0 h 20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872" h="2038">
                        <a:moveTo>
                          <a:pt x="853" y="2038"/>
                        </a:moveTo>
                        <a:lnTo>
                          <a:pt x="500" y="1597"/>
                        </a:lnTo>
                        <a:lnTo>
                          <a:pt x="265" y="1723"/>
                        </a:lnTo>
                        <a:lnTo>
                          <a:pt x="225" y="1758"/>
                        </a:lnTo>
                        <a:lnTo>
                          <a:pt x="242" y="2023"/>
                        </a:lnTo>
                        <a:lnTo>
                          <a:pt x="872" y="2023"/>
                        </a:lnTo>
                        <a:lnTo>
                          <a:pt x="493" y="1173"/>
                        </a:lnTo>
                        <a:lnTo>
                          <a:pt x="749" y="533"/>
                        </a:lnTo>
                        <a:lnTo>
                          <a:pt x="772" y="986"/>
                        </a:lnTo>
                        <a:lnTo>
                          <a:pt x="498" y="1133"/>
                        </a:lnTo>
                        <a:lnTo>
                          <a:pt x="443" y="796"/>
                        </a:lnTo>
                        <a:lnTo>
                          <a:pt x="725" y="536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4" name="íšliḓ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A7C536-9AC5-4D52-9B75-D1C7F32D6751}"/>
                      </a:ext>
                    </a:extLst>
                  </p:cNvPr>
                  <p:cNvSpPr/>
                  <p:nvPr/>
                </p:nvSpPr>
                <p:spPr bwMode="auto">
                  <a:xfrm flipH="1">
                    <a:off x="9798953" y="2074128"/>
                    <a:ext cx="1033068" cy="713389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5" name="ïṩḻíḋ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4EC94AC-A4FD-4484-ADDC-DC96ACAF0D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809631" y="1392707"/>
                    <a:ext cx="3923638" cy="3834464"/>
                  </a:xfrm>
                  <a:custGeom>
                    <a:avLst/>
                    <a:gdLst>
                      <a:gd name="T0" fmla="*/ 974 w 2332"/>
                      <a:gd name="T1" fmla="*/ 0 h 2279"/>
                      <a:gd name="T2" fmla="*/ 1581 w 2332"/>
                      <a:gd name="T3" fmla="*/ 81 h 2279"/>
                      <a:gd name="T4" fmla="*/ 2059 w 2332"/>
                      <a:gd name="T5" fmla="*/ 360 h 2279"/>
                      <a:gd name="T6" fmla="*/ 2332 w 2332"/>
                      <a:gd name="T7" fmla="*/ 820 h 2279"/>
                      <a:gd name="T8" fmla="*/ 2249 w 2332"/>
                      <a:gd name="T9" fmla="*/ 1718 h 2279"/>
                      <a:gd name="T10" fmla="*/ 1652 w 2332"/>
                      <a:gd name="T11" fmla="*/ 2279 h 2279"/>
                      <a:gd name="T12" fmla="*/ 714 w 2332"/>
                      <a:gd name="T13" fmla="*/ 2279 h 2279"/>
                      <a:gd name="T14" fmla="*/ 57 w 2332"/>
                      <a:gd name="T15" fmla="*/ 1649 h 2279"/>
                      <a:gd name="T16" fmla="*/ 0 w 2332"/>
                      <a:gd name="T17" fmla="*/ 967 h 2279"/>
                      <a:gd name="T18" fmla="*/ 221 w 2332"/>
                      <a:gd name="T19" fmla="*/ 448 h 2279"/>
                      <a:gd name="T20" fmla="*/ 974 w 2332"/>
                      <a:gd name="T21" fmla="*/ 0 h 22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332" h="2279">
                        <a:moveTo>
                          <a:pt x="974" y="0"/>
                        </a:moveTo>
                        <a:lnTo>
                          <a:pt x="1581" y="81"/>
                        </a:lnTo>
                        <a:lnTo>
                          <a:pt x="2059" y="360"/>
                        </a:lnTo>
                        <a:lnTo>
                          <a:pt x="2332" y="820"/>
                        </a:lnTo>
                        <a:lnTo>
                          <a:pt x="2249" y="1718"/>
                        </a:lnTo>
                        <a:lnTo>
                          <a:pt x="1652" y="2279"/>
                        </a:lnTo>
                        <a:lnTo>
                          <a:pt x="714" y="2279"/>
                        </a:lnTo>
                        <a:lnTo>
                          <a:pt x="57" y="1649"/>
                        </a:lnTo>
                        <a:lnTo>
                          <a:pt x="0" y="967"/>
                        </a:lnTo>
                        <a:lnTo>
                          <a:pt x="221" y="448"/>
                        </a:lnTo>
                        <a:lnTo>
                          <a:pt x="974" y="0"/>
                        </a:lnTo>
                        <a:close/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" name="ísḷiḑ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5701A75-2641-4F02-A89B-3F0CA679811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181468" y="1820067"/>
                    <a:ext cx="3630879" cy="3407104"/>
                  </a:xfrm>
                  <a:custGeom>
                    <a:avLst/>
                    <a:gdLst>
                      <a:gd name="T0" fmla="*/ 0 w 2158"/>
                      <a:gd name="T1" fmla="*/ 194 h 2025"/>
                      <a:gd name="T2" fmla="*/ 651 w 2158"/>
                      <a:gd name="T3" fmla="*/ 0 h 2025"/>
                      <a:gd name="T4" fmla="*/ 981 w 2158"/>
                      <a:gd name="T5" fmla="*/ 151 h 2025"/>
                      <a:gd name="T6" fmla="*/ 1452 w 2158"/>
                      <a:gd name="T7" fmla="*/ 284 h 2025"/>
                      <a:gd name="T8" fmla="*/ 2158 w 2158"/>
                      <a:gd name="T9" fmla="*/ 578 h 2025"/>
                      <a:gd name="T10" fmla="*/ 1746 w 2158"/>
                      <a:gd name="T11" fmla="*/ 966 h 2025"/>
                      <a:gd name="T12" fmla="*/ 2059 w 2158"/>
                      <a:gd name="T13" fmla="*/ 1464 h 2025"/>
                      <a:gd name="T14" fmla="*/ 1618 w 2158"/>
                      <a:gd name="T15" fmla="*/ 1724 h 2025"/>
                      <a:gd name="T16" fmla="*/ 528 w 2158"/>
                      <a:gd name="T17" fmla="*/ 2025 h 20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158" h="2025">
                        <a:moveTo>
                          <a:pt x="0" y="194"/>
                        </a:moveTo>
                        <a:lnTo>
                          <a:pt x="651" y="0"/>
                        </a:lnTo>
                        <a:lnTo>
                          <a:pt x="981" y="151"/>
                        </a:lnTo>
                        <a:lnTo>
                          <a:pt x="1452" y="284"/>
                        </a:lnTo>
                        <a:lnTo>
                          <a:pt x="2158" y="578"/>
                        </a:lnTo>
                        <a:lnTo>
                          <a:pt x="1746" y="966"/>
                        </a:lnTo>
                        <a:lnTo>
                          <a:pt x="2059" y="1464"/>
                        </a:lnTo>
                        <a:lnTo>
                          <a:pt x="1618" y="1724"/>
                        </a:lnTo>
                        <a:lnTo>
                          <a:pt x="528" y="2025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7" name="ïSļïḍ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BD407E0-0EE4-43FB-8A6A-74A2E2FB90A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181468" y="1397754"/>
                    <a:ext cx="2937681" cy="3873162"/>
                  </a:xfrm>
                  <a:custGeom>
                    <a:avLst/>
                    <a:gdLst>
                      <a:gd name="T0" fmla="*/ 0 w 1746"/>
                      <a:gd name="T1" fmla="*/ 469 h 2302"/>
                      <a:gd name="T2" fmla="*/ 192 w 1746"/>
                      <a:gd name="T3" fmla="*/ 739 h 2302"/>
                      <a:gd name="T4" fmla="*/ 945 w 1746"/>
                      <a:gd name="T5" fmla="*/ 417 h 2302"/>
                      <a:gd name="T6" fmla="*/ 888 w 1746"/>
                      <a:gd name="T7" fmla="*/ 739 h 2302"/>
                      <a:gd name="T8" fmla="*/ 981 w 1746"/>
                      <a:gd name="T9" fmla="*/ 1729 h 2302"/>
                      <a:gd name="T10" fmla="*/ 1618 w 1746"/>
                      <a:gd name="T11" fmla="*/ 1975 h 2302"/>
                      <a:gd name="T12" fmla="*/ 1746 w 1746"/>
                      <a:gd name="T13" fmla="*/ 1236 h 2302"/>
                      <a:gd name="T14" fmla="*/ 1452 w 1746"/>
                      <a:gd name="T15" fmla="*/ 535 h 2302"/>
                      <a:gd name="T16" fmla="*/ 898 w 1746"/>
                      <a:gd name="T17" fmla="*/ 753 h 2302"/>
                      <a:gd name="T18" fmla="*/ 1220 w 1746"/>
                      <a:gd name="T19" fmla="*/ 1137 h 2302"/>
                      <a:gd name="T20" fmla="*/ 950 w 1746"/>
                      <a:gd name="T21" fmla="*/ 1717 h 2302"/>
                      <a:gd name="T22" fmla="*/ 945 w 1746"/>
                      <a:gd name="T23" fmla="*/ 1729 h 2302"/>
                      <a:gd name="T24" fmla="*/ 481 w 1746"/>
                      <a:gd name="T25" fmla="*/ 2302 h 2302"/>
                      <a:gd name="T26" fmla="*/ 239 w 1746"/>
                      <a:gd name="T27" fmla="*/ 1137 h 2302"/>
                      <a:gd name="T28" fmla="*/ 945 w 1746"/>
                      <a:gd name="T29" fmla="*/ 398 h 2302"/>
                      <a:gd name="T30" fmla="*/ 774 w 1746"/>
                      <a:gd name="T31" fmla="*/ 0 h 23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746" h="2302">
                        <a:moveTo>
                          <a:pt x="0" y="469"/>
                        </a:moveTo>
                        <a:lnTo>
                          <a:pt x="192" y="739"/>
                        </a:lnTo>
                        <a:lnTo>
                          <a:pt x="945" y="417"/>
                        </a:lnTo>
                        <a:lnTo>
                          <a:pt x="888" y="739"/>
                        </a:lnTo>
                        <a:lnTo>
                          <a:pt x="981" y="1729"/>
                        </a:lnTo>
                        <a:lnTo>
                          <a:pt x="1618" y="1975"/>
                        </a:lnTo>
                        <a:lnTo>
                          <a:pt x="1746" y="1236"/>
                        </a:lnTo>
                        <a:lnTo>
                          <a:pt x="1452" y="535"/>
                        </a:lnTo>
                        <a:lnTo>
                          <a:pt x="898" y="753"/>
                        </a:lnTo>
                        <a:lnTo>
                          <a:pt x="1220" y="1137"/>
                        </a:lnTo>
                        <a:lnTo>
                          <a:pt x="950" y="1717"/>
                        </a:lnTo>
                        <a:lnTo>
                          <a:pt x="945" y="1729"/>
                        </a:lnTo>
                        <a:lnTo>
                          <a:pt x="481" y="2302"/>
                        </a:lnTo>
                        <a:lnTo>
                          <a:pt x="239" y="1137"/>
                        </a:lnTo>
                        <a:lnTo>
                          <a:pt x="945" y="398"/>
                        </a:lnTo>
                        <a:lnTo>
                          <a:pt x="774" y="0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8" name="íṩḷîḓ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8C1F05D-0B50-40A2-AB44-7E2EEDA8C4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809631" y="2664692"/>
                    <a:ext cx="1918073" cy="1845725"/>
                  </a:xfrm>
                  <a:custGeom>
                    <a:avLst/>
                    <a:gdLst>
                      <a:gd name="T0" fmla="*/ 469 w 1140"/>
                      <a:gd name="T1" fmla="*/ 327 h 1097"/>
                      <a:gd name="T2" fmla="*/ 588 w 1140"/>
                      <a:gd name="T3" fmla="*/ 52 h 1097"/>
                      <a:gd name="T4" fmla="*/ 389 w 1140"/>
                      <a:gd name="T5" fmla="*/ 0 h 1097"/>
                      <a:gd name="T6" fmla="*/ 0 w 1140"/>
                      <a:gd name="T7" fmla="*/ 211 h 1097"/>
                      <a:gd name="T8" fmla="*/ 263 w 1140"/>
                      <a:gd name="T9" fmla="*/ 453 h 1097"/>
                      <a:gd name="T10" fmla="*/ 71 w 1140"/>
                      <a:gd name="T11" fmla="*/ 905 h 1097"/>
                      <a:gd name="T12" fmla="*/ 541 w 1140"/>
                      <a:gd name="T13" fmla="*/ 948 h 1097"/>
                      <a:gd name="T14" fmla="*/ 770 w 1140"/>
                      <a:gd name="T15" fmla="*/ 1097 h 1097"/>
                      <a:gd name="T16" fmla="*/ 1140 w 1140"/>
                      <a:gd name="T17" fmla="*/ 983 h 1097"/>
                      <a:gd name="T18" fmla="*/ 541 w 1140"/>
                      <a:gd name="T19" fmla="*/ 917 h 10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40" h="1097">
                        <a:moveTo>
                          <a:pt x="469" y="327"/>
                        </a:moveTo>
                        <a:lnTo>
                          <a:pt x="588" y="52"/>
                        </a:lnTo>
                        <a:lnTo>
                          <a:pt x="389" y="0"/>
                        </a:lnTo>
                        <a:lnTo>
                          <a:pt x="0" y="211"/>
                        </a:lnTo>
                        <a:lnTo>
                          <a:pt x="263" y="453"/>
                        </a:lnTo>
                        <a:lnTo>
                          <a:pt x="71" y="905"/>
                        </a:lnTo>
                        <a:lnTo>
                          <a:pt x="541" y="948"/>
                        </a:lnTo>
                        <a:lnTo>
                          <a:pt x="770" y="1097"/>
                        </a:lnTo>
                        <a:lnTo>
                          <a:pt x="1140" y="983"/>
                        </a:lnTo>
                        <a:lnTo>
                          <a:pt x="541" y="917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9" name="ïsļîḑè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0E63AD1-AD30-4E2E-A2DC-A7C2FAEB5A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841599" y="2592344"/>
                    <a:ext cx="686468" cy="718436"/>
                  </a:xfrm>
                  <a:custGeom>
                    <a:avLst/>
                    <a:gdLst>
                      <a:gd name="T0" fmla="*/ 375 w 408"/>
                      <a:gd name="T1" fmla="*/ 0 h 427"/>
                      <a:gd name="T2" fmla="*/ 408 w 408"/>
                      <a:gd name="T3" fmla="*/ 427 h 427"/>
                      <a:gd name="T4" fmla="*/ 0 w 408"/>
                      <a:gd name="T5" fmla="*/ 275 h 4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08" h="427">
                        <a:moveTo>
                          <a:pt x="375" y="0"/>
                        </a:moveTo>
                        <a:lnTo>
                          <a:pt x="408" y="427"/>
                        </a:lnTo>
                        <a:lnTo>
                          <a:pt x="0" y="275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0" name="i$ḷiḑè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69A0146-4F3F-4336-87DD-97900391F5C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528067" y="1392707"/>
                    <a:ext cx="2686985" cy="1199637"/>
                  </a:xfrm>
                  <a:custGeom>
                    <a:avLst/>
                    <a:gdLst>
                      <a:gd name="T0" fmla="*/ 0 w 1597"/>
                      <a:gd name="T1" fmla="*/ 713 h 713"/>
                      <a:gd name="T2" fmla="*/ 424 w 1597"/>
                      <a:gd name="T3" fmla="*/ 261 h 713"/>
                      <a:gd name="T4" fmla="*/ 547 w 1597"/>
                      <a:gd name="T5" fmla="*/ 0 h 713"/>
                      <a:gd name="T6" fmla="*/ 566 w 1597"/>
                      <a:gd name="T7" fmla="*/ 10 h 713"/>
                      <a:gd name="T8" fmla="*/ 1057 w 1597"/>
                      <a:gd name="T9" fmla="*/ 254 h 713"/>
                      <a:gd name="T10" fmla="*/ 1154 w 1597"/>
                      <a:gd name="T11" fmla="*/ 81 h 713"/>
                      <a:gd name="T12" fmla="*/ 1265 w 1597"/>
                      <a:gd name="T13" fmla="*/ 500 h 713"/>
                      <a:gd name="T14" fmla="*/ 1597 w 1597"/>
                      <a:gd name="T15" fmla="*/ 358 h 7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597" h="713">
                        <a:moveTo>
                          <a:pt x="0" y="713"/>
                        </a:moveTo>
                        <a:lnTo>
                          <a:pt x="424" y="261"/>
                        </a:lnTo>
                        <a:lnTo>
                          <a:pt x="547" y="0"/>
                        </a:lnTo>
                        <a:lnTo>
                          <a:pt x="566" y="10"/>
                        </a:lnTo>
                        <a:lnTo>
                          <a:pt x="1057" y="254"/>
                        </a:lnTo>
                        <a:lnTo>
                          <a:pt x="1154" y="81"/>
                        </a:lnTo>
                        <a:lnTo>
                          <a:pt x="1265" y="500"/>
                        </a:lnTo>
                        <a:lnTo>
                          <a:pt x="1597" y="358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1" name="iṩḻíd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B1440AC-F276-4DF7-95E3-E8193ABB5C3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554988" y="2664692"/>
                    <a:ext cx="1277033" cy="1653917"/>
                  </a:xfrm>
                  <a:custGeom>
                    <a:avLst/>
                    <a:gdLst>
                      <a:gd name="T0" fmla="*/ 0 w 759"/>
                      <a:gd name="T1" fmla="*/ 398 h 983"/>
                      <a:gd name="T2" fmla="*/ 759 w 759"/>
                      <a:gd name="T3" fmla="*/ 983 h 983"/>
                      <a:gd name="T4" fmla="*/ 552 w 759"/>
                      <a:gd name="T5" fmla="*/ 512 h 983"/>
                      <a:gd name="T6" fmla="*/ 759 w 759"/>
                      <a:gd name="T7" fmla="*/ 448 h 983"/>
                      <a:gd name="T8" fmla="*/ 652 w 759"/>
                      <a:gd name="T9" fmla="*/ 0 h 983"/>
                      <a:gd name="T10" fmla="*/ 34 w 759"/>
                      <a:gd name="T11" fmla="*/ 384 h 983"/>
                      <a:gd name="T12" fmla="*/ 541 w 759"/>
                      <a:gd name="T13" fmla="*/ 512 h 9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759" h="983">
                        <a:moveTo>
                          <a:pt x="0" y="398"/>
                        </a:moveTo>
                        <a:lnTo>
                          <a:pt x="759" y="983"/>
                        </a:lnTo>
                        <a:lnTo>
                          <a:pt x="552" y="512"/>
                        </a:lnTo>
                        <a:lnTo>
                          <a:pt x="759" y="448"/>
                        </a:lnTo>
                        <a:lnTo>
                          <a:pt x="652" y="0"/>
                        </a:lnTo>
                        <a:lnTo>
                          <a:pt x="34" y="384"/>
                        </a:lnTo>
                        <a:lnTo>
                          <a:pt x="541" y="512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2" name="íṣ1ïḍ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73C2E46-4D73-4FF6-809F-3BF9EC0979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309856" y="3334335"/>
                    <a:ext cx="780689" cy="489613"/>
                  </a:xfrm>
                  <a:custGeom>
                    <a:avLst/>
                    <a:gdLst>
                      <a:gd name="T0" fmla="*/ 0 w 464"/>
                      <a:gd name="T1" fmla="*/ 0 h 291"/>
                      <a:gd name="T2" fmla="*/ 296 w 464"/>
                      <a:gd name="T3" fmla="*/ 291 h 291"/>
                      <a:gd name="T4" fmla="*/ 464 w 464"/>
                      <a:gd name="T5" fmla="*/ 95 h 291"/>
                      <a:gd name="T6" fmla="*/ 0 w 464"/>
                      <a:gd name="T7" fmla="*/ 0 h 2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64" h="291">
                        <a:moveTo>
                          <a:pt x="0" y="0"/>
                        </a:moveTo>
                        <a:lnTo>
                          <a:pt x="296" y="291"/>
                        </a:lnTo>
                        <a:lnTo>
                          <a:pt x="464" y="9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3" name="iṩľíḓè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245C2FA-726A-44ED-B863-FA38B6DC4E3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49280" y="3374716"/>
                    <a:ext cx="1196272" cy="1928168"/>
                  </a:xfrm>
                  <a:custGeom>
                    <a:avLst/>
                    <a:gdLst>
                      <a:gd name="T0" fmla="*/ 711 w 711"/>
                      <a:gd name="T1" fmla="*/ 689 h 1146"/>
                      <a:gd name="T2" fmla="*/ 628 w 711"/>
                      <a:gd name="T3" fmla="*/ 1146 h 1146"/>
                      <a:gd name="T4" fmla="*/ 469 w 711"/>
                      <a:gd name="T5" fmla="*/ 533 h 1146"/>
                      <a:gd name="T6" fmla="*/ 280 w 711"/>
                      <a:gd name="T7" fmla="*/ 303 h 1146"/>
                      <a:gd name="T8" fmla="*/ 0 w 711"/>
                      <a:gd name="T9" fmla="*/ 452 h 1146"/>
                      <a:gd name="T10" fmla="*/ 344 w 711"/>
                      <a:gd name="T11" fmla="*/ 0 h 1146"/>
                      <a:gd name="T12" fmla="*/ 299 w 711"/>
                      <a:gd name="T13" fmla="*/ 291 h 11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711" h="1146">
                        <a:moveTo>
                          <a:pt x="711" y="689"/>
                        </a:moveTo>
                        <a:lnTo>
                          <a:pt x="628" y="1146"/>
                        </a:lnTo>
                        <a:lnTo>
                          <a:pt x="469" y="533"/>
                        </a:lnTo>
                        <a:lnTo>
                          <a:pt x="280" y="303"/>
                        </a:lnTo>
                        <a:lnTo>
                          <a:pt x="0" y="452"/>
                        </a:lnTo>
                        <a:lnTo>
                          <a:pt x="344" y="0"/>
                        </a:lnTo>
                        <a:lnTo>
                          <a:pt x="299" y="291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4" name="ïsḷíḍ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9CE1896-EE36-4710-91FF-A4C4CFD7712E}"/>
                      </a:ext>
                    </a:extLst>
                  </p:cNvPr>
                  <p:cNvSpPr/>
                  <p:nvPr/>
                </p:nvSpPr>
                <p:spPr bwMode="auto">
                  <a:xfrm flipH="1" flipV="1">
                    <a:off x="9607146" y="3374716"/>
                    <a:ext cx="1224875" cy="75713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5" name="iṧľíďè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29512F1-568B-4177-B465-BB95801A0ABA}"/>
                      </a:ext>
                    </a:extLst>
                  </p:cNvPr>
                  <p:cNvSpPr/>
                  <p:nvPr/>
                </p:nvSpPr>
                <p:spPr bwMode="auto">
                  <a:xfrm flipH="1">
                    <a:off x="12171307" y="2787516"/>
                    <a:ext cx="498026" cy="80761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6" name="ïŝľíď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5460E7B-8BF1-49FF-B9D8-AC685C2797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923976" y="3521095"/>
                    <a:ext cx="291076" cy="1268620"/>
                  </a:xfrm>
                  <a:custGeom>
                    <a:avLst/>
                    <a:gdLst>
                      <a:gd name="T0" fmla="*/ 0 w 173"/>
                      <a:gd name="T1" fmla="*/ 754 h 754"/>
                      <a:gd name="T2" fmla="*/ 173 w 173"/>
                      <a:gd name="T3" fmla="*/ 308 h 754"/>
                      <a:gd name="T4" fmla="*/ 116 w 173"/>
                      <a:gd name="T5" fmla="*/ 0 h 7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73" h="754">
                        <a:moveTo>
                          <a:pt x="0" y="754"/>
                        </a:moveTo>
                        <a:lnTo>
                          <a:pt x="173" y="308"/>
                        </a:lnTo>
                        <a:lnTo>
                          <a:pt x="116" y="0"/>
                        </a:lnTo>
                      </a:path>
                    </a:pathLst>
                  </a:cu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7" name="ïşľiḍ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1B66460-B426-4EC1-8758-7B05A7FF60A6}"/>
                      </a:ext>
                    </a:extLst>
                  </p:cNvPr>
                  <p:cNvSpPr/>
                  <p:nvPr/>
                </p:nvSpPr>
                <p:spPr bwMode="auto">
                  <a:xfrm flipH="1" flipV="1">
                    <a:off x="12215052" y="4039311"/>
                    <a:ext cx="454281" cy="279298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8" name="îSļïḋ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95C9A9-9A31-49DA-BB55-3184CCD5F4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819660" y="3852552"/>
                    <a:ext cx="72348" cy="937164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49" name="ïşľíḋè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CFE687C-32D1-43F5-92AA-733A1D6A421B}"/>
                      </a:ext>
                    </a:extLst>
                  </p:cNvPr>
                  <p:cNvSpPr/>
                  <p:nvPr/>
                </p:nvSpPr>
                <p:spPr bwMode="auto">
                  <a:xfrm flipH="1">
                    <a:off x="9962157" y="4789715"/>
                    <a:ext cx="844625" cy="513169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0" name="îŝ1ïḋ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609AF46-AE76-40B5-AEB8-82849F950702}"/>
                      </a:ext>
                    </a:extLst>
                  </p:cNvPr>
                  <p:cNvSpPr/>
                  <p:nvPr/>
                </p:nvSpPr>
                <p:spPr bwMode="auto">
                  <a:xfrm flipH="1">
                    <a:off x="10727704" y="2684882"/>
                    <a:ext cx="457646" cy="0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1" name="iṧḷîď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6B0F3C3-17A0-424A-9237-A530D74DA240}"/>
                      </a:ext>
                    </a:extLst>
                  </p:cNvPr>
                  <p:cNvSpPr/>
                  <p:nvPr/>
                </p:nvSpPr>
                <p:spPr bwMode="auto">
                  <a:xfrm flipH="1">
                    <a:off x="10870718" y="3310780"/>
                    <a:ext cx="314631" cy="99269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dk2">
                            <a:lumMod val="100000"/>
                          </a:schemeClr>
                        </a:solidFill>
                      </a14:hiddenFill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1" name="işļîḋ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37F9F33-4FCE-475D-B345-24F2C651C923}"/>
                    </a:ext>
                  </a:extLst>
                </p:cNvPr>
                <p:cNvSpPr/>
                <p:nvPr/>
              </p:nvSpPr>
              <p:spPr bwMode="auto">
                <a:xfrm>
                  <a:off x="6545472" y="1903170"/>
                  <a:ext cx="136284" cy="136284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2" name="ïṧļîḓ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D23CD9-03AC-4693-B01D-1AC59B50ED06}"/>
                    </a:ext>
                  </a:extLst>
                </p:cNvPr>
                <p:cNvSpPr/>
                <p:nvPr/>
              </p:nvSpPr>
              <p:spPr bwMode="auto">
                <a:xfrm>
                  <a:off x="7455715" y="2895857"/>
                  <a:ext cx="134602" cy="136284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3" name="íṡļí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C4BEA88-3C55-4305-ABD0-CC32692BB2D7}"/>
                    </a:ext>
                  </a:extLst>
                </p:cNvPr>
                <p:cNvSpPr/>
                <p:nvPr/>
              </p:nvSpPr>
              <p:spPr bwMode="auto">
                <a:xfrm>
                  <a:off x="6972832" y="3075886"/>
                  <a:ext cx="134602" cy="134602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4" name="ïṩľiḑ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5911442-D5BA-4706-935A-CEAAF132F6BC}"/>
                    </a:ext>
                  </a:extLst>
                </p:cNvPr>
                <p:cNvSpPr/>
                <p:nvPr/>
              </p:nvSpPr>
              <p:spPr bwMode="auto">
                <a:xfrm>
                  <a:off x="6426013" y="2741065"/>
                  <a:ext cx="136284" cy="134602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5" name="ïsḷiď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B899078-2A86-47D3-B71D-75B5D4D1D59C}"/>
                    </a:ext>
                  </a:extLst>
                </p:cNvPr>
                <p:cNvSpPr/>
                <p:nvPr/>
              </p:nvSpPr>
              <p:spPr bwMode="auto">
                <a:xfrm>
                  <a:off x="5709259" y="3577278"/>
                  <a:ext cx="134602" cy="136284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6" name="íş1ï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8E3833B-E022-46B4-9E29-8FC4D8BCECE4}"/>
                    </a:ext>
                  </a:extLst>
                </p:cNvPr>
                <p:cNvSpPr/>
                <p:nvPr/>
              </p:nvSpPr>
              <p:spPr bwMode="auto">
                <a:xfrm>
                  <a:off x="5039616" y="2820143"/>
                  <a:ext cx="134602" cy="136284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7" name="îśḷî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49DC3B1-7540-4FCA-AAD7-E86C0B13EF11}"/>
                    </a:ext>
                  </a:extLst>
                </p:cNvPr>
                <p:cNvSpPr/>
                <p:nvPr/>
              </p:nvSpPr>
              <p:spPr bwMode="auto">
                <a:xfrm>
                  <a:off x="4452417" y="3481374"/>
                  <a:ext cx="136284" cy="136284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8" name="ï$ḻî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46B8CAA-F444-408C-966C-9C8633C0E337}"/>
                    </a:ext>
                  </a:extLst>
                </p:cNvPr>
                <p:cNvSpPr/>
                <p:nvPr/>
              </p:nvSpPr>
              <p:spPr bwMode="auto">
                <a:xfrm>
                  <a:off x="4684604" y="3923877"/>
                  <a:ext cx="134602" cy="136284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59" name="îšlî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E77068-F1F1-493C-9D88-74646552BFEC}"/>
                    </a:ext>
                  </a:extLst>
                </p:cNvPr>
                <p:cNvSpPr/>
                <p:nvPr/>
              </p:nvSpPr>
              <p:spPr bwMode="auto">
                <a:xfrm>
                  <a:off x="5369390" y="4543044"/>
                  <a:ext cx="136284" cy="134602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0" name="í$ľíḓ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6997BA9-EB73-4A91-88F8-27F70068C3D6}"/>
                    </a:ext>
                  </a:extLst>
                </p:cNvPr>
                <p:cNvSpPr/>
                <p:nvPr/>
              </p:nvSpPr>
              <p:spPr bwMode="auto">
                <a:xfrm>
                  <a:off x="6493314" y="4080351"/>
                  <a:ext cx="136284" cy="134602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1" name="ïšḻid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1DC1870-94F8-4C30-90D9-67E7A13D00F9}"/>
                    </a:ext>
                  </a:extLst>
                </p:cNvPr>
                <p:cNvSpPr/>
                <p:nvPr/>
              </p:nvSpPr>
              <p:spPr bwMode="auto">
                <a:xfrm>
                  <a:off x="7040133" y="3885179"/>
                  <a:ext cx="136284" cy="134602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2" name="íṣḷi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42D4F09-EDF9-456A-8A9C-018809611C89}"/>
                    </a:ext>
                  </a:extLst>
                </p:cNvPr>
                <p:cNvSpPr/>
                <p:nvPr/>
              </p:nvSpPr>
              <p:spPr bwMode="auto">
                <a:xfrm>
                  <a:off x="7455715" y="4080351"/>
                  <a:ext cx="134602" cy="134602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9525">
                  <a:solidFill>
                    <a:schemeClr val="accent6"/>
                  </a:solidFill>
                  <a:round/>
                  <a:headEnd/>
                  <a:tailEnd/>
                </a:ln>
                <a:extLst/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63" name="ïṣḷíḍ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4517903-F498-4622-8970-65945E5F2825}"/>
                    </a:ext>
                  </a:extLst>
                </p:cNvPr>
                <p:cNvGrpSpPr/>
                <p:nvPr/>
              </p:nvGrpSpPr>
              <p:grpSpPr>
                <a:xfrm>
                  <a:off x="4719446" y="2059398"/>
                  <a:ext cx="2414023" cy="2901694"/>
                  <a:chOff x="4707152" y="2248023"/>
                  <a:chExt cx="2414023" cy="2901694"/>
                </a:xfrm>
              </p:grpSpPr>
              <p:sp>
                <p:nvSpPr>
                  <p:cNvPr id="215" name="íś1ïḋè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4CB8750-957A-43E9-B58D-04E91E4986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054864" y="5013433"/>
                    <a:ext cx="136284" cy="13628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 w="12700" cap="flat" cmpd="sng" algn="ctr">
                    <a:solidFill>
                      <a:schemeClr val="bg1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/>
                </p:spPr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16" name="îṩḷíḋ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5AE0F2-6F0D-4FF8-BD24-EF7C2096F3DB}"/>
                      </a:ext>
                    </a:extLst>
                  </p:cNvPr>
                  <p:cNvGrpSpPr/>
                  <p:nvPr/>
                </p:nvGrpSpPr>
                <p:grpSpPr>
                  <a:xfrm>
                    <a:off x="4707152" y="2248023"/>
                    <a:ext cx="2414023" cy="2522443"/>
                    <a:chOff x="4707152" y="2248023"/>
                    <a:chExt cx="2414023" cy="2522443"/>
                  </a:xfrm>
                </p:grpSpPr>
                <p:grpSp>
                  <p:nvGrpSpPr>
                    <p:cNvPr id="217" name="iš1íḑ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B235572-D2D1-4532-B5CC-ABE472D177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792726" y="2408141"/>
                      <a:ext cx="328449" cy="330554"/>
                      <a:chOff x="4149281" y="1887719"/>
                      <a:chExt cx="224837" cy="226650"/>
                    </a:xfrm>
                  </p:grpSpPr>
                  <p:sp>
                    <p:nvSpPr>
                      <p:cNvPr id="230" name="íŝľîḍè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DACF938-9019-4E56-AE21-0F82C990B6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9256" y="1948177"/>
                        <a:ext cx="104887" cy="105734"/>
                      </a:xfrm>
                      <a:prstGeom prst="ellipse">
                        <a:avLst/>
                      </a:prstGeom>
                      <a:solidFill>
                        <a:schemeClr val="accent2">
                          <a:lumMod val="10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31" name="í$ḷïḍe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E20B7AA-C8F4-40D9-8D51-FF861865A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9281" y="1887719"/>
                        <a:ext cx="224837" cy="226650"/>
                      </a:xfrm>
                      <a:prstGeom prst="ellipse">
                        <a:avLst/>
                      </a:prstGeom>
                      <a:solidFill>
                        <a:schemeClr val="tx2">
                          <a:lumMod val="75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18" name="íṩļídé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2362A54-8F4A-4E89-92CE-CC2F8C49AB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32354" y="2796766"/>
                      <a:ext cx="328449" cy="330554"/>
                      <a:chOff x="4149281" y="1887719"/>
                      <a:chExt cx="224837" cy="226650"/>
                    </a:xfrm>
                  </p:grpSpPr>
                  <p:sp>
                    <p:nvSpPr>
                      <p:cNvPr id="228" name="ïśļîḓé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F8068E8-6BC5-4861-A834-55CBC811AE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9281" y="1887719"/>
                        <a:ext cx="224837" cy="226650"/>
                      </a:xfrm>
                      <a:prstGeom prst="ellipse">
                        <a:avLst/>
                      </a:prstGeom>
                      <a:solidFill>
                        <a:schemeClr val="accent2">
                          <a:lumMod val="10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9" name="îṧ1iḋé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B7F5059-C96D-4802-AF2C-C756DA64BE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9256" y="1948177"/>
                        <a:ext cx="104887" cy="105734"/>
                      </a:xfrm>
                      <a:prstGeom prst="ellipse">
                        <a:avLst/>
                      </a:prstGeom>
                      <a:solidFill>
                        <a:srgbClr val="9751CB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19" name="ïṣḻiḋ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EAB6415-138E-4238-8F8E-F8D72380B4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07152" y="3462362"/>
                      <a:ext cx="328449" cy="330554"/>
                      <a:chOff x="4149281" y="1887719"/>
                      <a:chExt cx="224837" cy="226650"/>
                    </a:xfrm>
                  </p:grpSpPr>
                  <p:sp>
                    <p:nvSpPr>
                      <p:cNvPr id="226" name="iṥlïḍè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D5F36BE-8522-4E62-A3D9-D20CDF6BC5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9281" y="1887719"/>
                        <a:ext cx="224837" cy="226650"/>
                      </a:xfrm>
                      <a:prstGeom prst="ellipse">
                        <a:avLst/>
                      </a:prstGeom>
                      <a:solidFill>
                        <a:schemeClr val="accent2">
                          <a:lumMod val="10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7" name="íṩ1ïdè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54377FC-3366-472F-9D18-9705059385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9256" y="1948177"/>
                        <a:ext cx="104887" cy="105734"/>
                      </a:xfrm>
                      <a:prstGeom prst="ellipse">
                        <a:avLst/>
                      </a:prstGeom>
                      <a:solidFill>
                        <a:schemeClr val="accent2">
                          <a:lumMod val="10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20" name="î$ľíḑ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E46F43-8BCD-4B99-961C-B01E05F42C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40643" y="4439912"/>
                      <a:ext cx="328449" cy="330554"/>
                      <a:chOff x="4149281" y="1887719"/>
                      <a:chExt cx="224837" cy="226650"/>
                    </a:xfrm>
                  </p:grpSpPr>
                  <p:sp>
                    <p:nvSpPr>
                      <p:cNvPr id="224" name="íSľïḑè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8B01CA7-43D5-4FCA-AE0C-447D6D22D9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9281" y="1887719"/>
                        <a:ext cx="224837" cy="226650"/>
                      </a:xfrm>
                      <a:prstGeom prst="ellipse">
                        <a:avLst/>
                      </a:prstGeom>
                      <a:solidFill>
                        <a:schemeClr val="accent2">
                          <a:lumMod val="10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5" name="íšlíḋè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E566F91-F215-4641-AC9A-B10B0730CA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9256" y="1948177"/>
                        <a:ext cx="104887" cy="105734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21" name="íṧľíḋ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8BBB8B-08FA-4FA0-90EF-DC9AAA8A78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95533" y="2248023"/>
                      <a:ext cx="206943" cy="208270"/>
                      <a:chOff x="4149281" y="1887719"/>
                      <a:chExt cx="224837" cy="226650"/>
                    </a:xfrm>
                  </p:grpSpPr>
                  <p:sp>
                    <p:nvSpPr>
                      <p:cNvPr id="222" name="îŝļîḋè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51AE625-85DC-4D87-A13D-CDB4D6DD18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9281" y="1887719"/>
                        <a:ext cx="224837" cy="226650"/>
                      </a:xfrm>
                      <a:prstGeom prst="ellipse">
                        <a:avLst/>
                      </a:prstGeom>
                      <a:solidFill>
                        <a:schemeClr val="accent2">
                          <a:lumMod val="100000"/>
                        </a:schemeClr>
                      </a:solidFill>
                      <a:ln w="19050"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3" name="íśḻiḓê">
                        <a:extLst>
                          <a:ext uri="{FF2B5EF4-FFF2-40B4-BE49-F238E27FC236}">
  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B5B491B-3BC9-4F85-BC8C-080C76200F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9256" y="1948177"/>
                        <a:ext cx="104887" cy="105734"/>
                      </a:xfrm>
                      <a:prstGeom prst="ellipse">
                        <a:avLst/>
                      </a:prstGeom>
                      <a:solidFill>
                        <a:schemeClr val="accent2">
                          <a:lumMod val="10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/>
                        <a:endParaRPr dirty="0">
                          <a:latin typeface="Arial" panose="020B0604020202020204" pitchFamily="34" charset="0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64" name="îṧlíḑ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2F45A1E-0A05-4994-B602-F3C9C683FCAE}"/>
                    </a:ext>
                  </a:extLst>
                </p:cNvPr>
                <p:cNvGrpSpPr/>
                <p:nvPr/>
              </p:nvGrpSpPr>
              <p:grpSpPr>
                <a:xfrm>
                  <a:off x="5996130" y="3221148"/>
                  <a:ext cx="1547693" cy="469425"/>
                  <a:chOff x="5983836" y="3409773"/>
                  <a:chExt cx="1547693" cy="469425"/>
                </a:xfrm>
              </p:grpSpPr>
              <p:grpSp>
                <p:nvGrpSpPr>
                  <p:cNvPr id="206" name="ïṥḻïď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771F0E-48CF-4D62-9E0B-73BF4F109BD1}"/>
                      </a:ext>
                    </a:extLst>
                  </p:cNvPr>
                  <p:cNvGrpSpPr/>
                  <p:nvPr/>
                </p:nvGrpSpPr>
                <p:grpSpPr>
                  <a:xfrm>
                    <a:off x="6383629" y="3409773"/>
                    <a:ext cx="328449" cy="330554"/>
                    <a:chOff x="4149281" y="1887719"/>
                    <a:chExt cx="224837" cy="226650"/>
                  </a:xfrm>
                </p:grpSpPr>
                <p:sp>
                  <p:nvSpPr>
                    <p:cNvPr id="213" name="ïṩlid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175E558-A750-4A49-8F50-E81EE6BAC3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3">
                        <a:lumMod val="100000"/>
                      </a:schemeClr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14" name="íşliḋé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A0DA1FB-CC85-4413-93E9-C89C9DEB7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3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07" name="îṡļiḍ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10157E0-1DD6-489E-911F-705C32431896}"/>
                      </a:ext>
                    </a:extLst>
                  </p:cNvPr>
                  <p:cNvGrpSpPr/>
                  <p:nvPr/>
                </p:nvGrpSpPr>
                <p:grpSpPr>
                  <a:xfrm>
                    <a:off x="5983836" y="3624513"/>
                    <a:ext cx="206943" cy="208270"/>
                    <a:chOff x="4149281" y="1887719"/>
                    <a:chExt cx="224837" cy="226650"/>
                  </a:xfrm>
                </p:grpSpPr>
                <p:sp>
                  <p:nvSpPr>
                    <p:cNvPr id="211" name="iṧlîḑ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5C43BFD-B449-411B-A5C3-3B4B1A5FA7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3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12" name="îšlïḋé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2FD637B-D263-4634-BD95-F500545EEA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3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08" name="íṡlïḑ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232247D-2037-433B-8A15-4313E0FBA748}"/>
                      </a:ext>
                    </a:extLst>
                  </p:cNvPr>
                  <p:cNvGrpSpPr/>
                  <p:nvPr/>
                </p:nvGrpSpPr>
                <p:grpSpPr>
                  <a:xfrm>
                    <a:off x="7303891" y="3650101"/>
                    <a:ext cx="227638" cy="229097"/>
                    <a:chOff x="4149281" y="1887719"/>
                    <a:chExt cx="224837" cy="226650"/>
                  </a:xfrm>
                </p:grpSpPr>
                <p:sp>
                  <p:nvSpPr>
                    <p:cNvPr id="209" name="ïšlîḓ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DF96341-3A01-463E-8591-C93D9D0BCD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3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10" name="î$lîd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97675DF-B6C2-4A24-A2BA-2ECA83F497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3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65" name="íṣľîď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2FB22B2-6653-4C0E-BCDF-6FC1BD863624}"/>
                    </a:ext>
                  </a:extLst>
                </p:cNvPr>
                <p:cNvGrpSpPr/>
                <p:nvPr/>
              </p:nvGrpSpPr>
              <p:grpSpPr>
                <a:xfrm>
                  <a:off x="4003277" y="1374767"/>
                  <a:ext cx="4185447" cy="4108467"/>
                  <a:chOff x="3990983" y="1563392"/>
                  <a:chExt cx="4185447" cy="4108467"/>
                </a:xfrm>
              </p:grpSpPr>
              <p:grpSp>
                <p:nvGrpSpPr>
                  <p:cNvPr id="166" name="ïş1íď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BB2A7EC-4378-4FA1-A894-7012AC37B310}"/>
                      </a:ext>
                    </a:extLst>
                  </p:cNvPr>
                  <p:cNvGrpSpPr/>
                  <p:nvPr/>
                </p:nvGrpSpPr>
                <p:grpSpPr>
                  <a:xfrm>
                    <a:off x="4085983" y="4338917"/>
                    <a:ext cx="250401" cy="252007"/>
                    <a:chOff x="4149281" y="1887719"/>
                    <a:chExt cx="224837" cy="226650"/>
                  </a:xfrm>
                </p:grpSpPr>
                <p:sp>
                  <p:nvSpPr>
                    <p:cNvPr id="204" name="iṩḷiď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D20164B-8C29-4EDA-BA33-96FA98CBEB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05" name="iṣļïḍ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4395E01-0126-4326-8C42-6C19D25778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7" name="iṣ1îḍ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CF533F4-7A1E-452C-82FF-E630CE526FE9}"/>
                      </a:ext>
                    </a:extLst>
                  </p:cNvPr>
                  <p:cNvGrpSpPr/>
                  <p:nvPr/>
                </p:nvGrpSpPr>
                <p:grpSpPr>
                  <a:xfrm>
                    <a:off x="5165128" y="5419852"/>
                    <a:ext cx="250401" cy="252007"/>
                    <a:chOff x="4149281" y="1887719"/>
                    <a:chExt cx="224837" cy="226650"/>
                  </a:xfrm>
                </p:grpSpPr>
                <p:sp>
                  <p:nvSpPr>
                    <p:cNvPr id="202" name="iṣḷîḑ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1C648D1-7B8D-4792-AEED-33E888BB70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03" name="îšlîḋ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AB54A06-8AE9-48B8-BF9C-D74C2E4D02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8" name="ïşliď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A76E35B-B2FD-4FC3-AA20-20DDAF64C246}"/>
                      </a:ext>
                    </a:extLst>
                  </p:cNvPr>
                  <p:cNvGrpSpPr/>
                  <p:nvPr/>
                </p:nvGrpSpPr>
                <p:grpSpPr>
                  <a:xfrm>
                    <a:off x="6786047" y="5374409"/>
                    <a:ext cx="250401" cy="252007"/>
                    <a:chOff x="4149281" y="1887719"/>
                    <a:chExt cx="224837" cy="226650"/>
                  </a:xfrm>
                </p:grpSpPr>
                <p:sp>
                  <p:nvSpPr>
                    <p:cNvPr id="200" name="ïṧlíḑ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1ECEF74-6C32-4FEB-8A98-9FFBDF000E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01" name="îṩḷiḓ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0A5BD7B-27AE-490E-94EC-EBEF45262B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69" name="ïśľîd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580B90B-DB7B-4D41-A93E-9DB7D6A38750}"/>
                      </a:ext>
                    </a:extLst>
                  </p:cNvPr>
                  <p:cNvGrpSpPr/>
                  <p:nvPr/>
                </p:nvGrpSpPr>
                <p:grpSpPr>
                  <a:xfrm>
                    <a:off x="7853773" y="4463088"/>
                    <a:ext cx="250401" cy="252007"/>
                    <a:chOff x="4149281" y="1887719"/>
                    <a:chExt cx="224837" cy="226650"/>
                  </a:xfrm>
                </p:grpSpPr>
                <p:sp>
                  <p:nvSpPr>
                    <p:cNvPr id="198" name="îṡḻiďé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F03F7CA-3442-41A5-A162-3938C725EC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9" name="iSľïḍ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04FCA37-1574-4586-AE61-4D8A0D431B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0" name="iSļiď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4DCBB27-2E1D-4F57-AA05-57FDC34A5CEA}"/>
                      </a:ext>
                    </a:extLst>
                  </p:cNvPr>
                  <p:cNvSpPr/>
                  <p:nvPr/>
                </p:nvSpPr>
                <p:spPr>
                  <a:xfrm>
                    <a:off x="7900989" y="2960836"/>
                    <a:ext cx="275441" cy="277207"/>
                  </a:xfrm>
                  <a:prstGeom prst="ellipse">
                    <a:avLst/>
                  </a:prstGeom>
                  <a:solidFill>
                    <a:schemeClr val="accent4">
                      <a:lumMod val="100000"/>
                    </a:schemeClr>
                  </a:solidFill>
                  <a:ln w="190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171" name="iŝliď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ABAFA35-9BF4-4EFD-8756-D1CF4206FA15}"/>
                      </a:ext>
                    </a:extLst>
                  </p:cNvPr>
                  <p:cNvGrpSpPr/>
                  <p:nvPr/>
                </p:nvGrpSpPr>
                <p:grpSpPr>
                  <a:xfrm>
                    <a:off x="7460264" y="2178046"/>
                    <a:ext cx="206943" cy="208270"/>
                    <a:chOff x="4149281" y="1887719"/>
                    <a:chExt cx="224837" cy="226650"/>
                  </a:xfrm>
                </p:grpSpPr>
                <p:sp>
                  <p:nvSpPr>
                    <p:cNvPr id="196" name="ïṡlíḍ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B1A1E6A-5021-4A1B-AC6D-885A6FDBBF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7" name="ïṥ1îḋ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957FBE-F37C-42BD-829B-EBF0506438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2" name="ï$ļiď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3F84CF2-6B8C-4702-A4B8-ACE9AF8201D4}"/>
                      </a:ext>
                    </a:extLst>
                  </p:cNvPr>
                  <p:cNvGrpSpPr/>
                  <p:nvPr/>
                </p:nvGrpSpPr>
                <p:grpSpPr>
                  <a:xfrm>
                    <a:off x="6673055" y="1696133"/>
                    <a:ext cx="206943" cy="208270"/>
                    <a:chOff x="4149281" y="1887719"/>
                    <a:chExt cx="224837" cy="226650"/>
                  </a:xfrm>
                </p:grpSpPr>
                <p:sp>
                  <p:nvSpPr>
                    <p:cNvPr id="194" name="î$ḻîḓ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4F92D96-86BF-4A0E-BB35-A81666427D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5" name="iṥḻîḍ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97EBD56-E463-4169-A564-677FA81762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3" name="iśľíď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0E96165-F91C-4FFE-A920-1DFCAD660CF0}"/>
                      </a:ext>
                    </a:extLst>
                  </p:cNvPr>
                  <p:cNvGrpSpPr/>
                  <p:nvPr/>
                </p:nvGrpSpPr>
                <p:grpSpPr>
                  <a:xfrm>
                    <a:off x="5636903" y="1563392"/>
                    <a:ext cx="206943" cy="208270"/>
                    <a:chOff x="4149281" y="1887719"/>
                    <a:chExt cx="224837" cy="226650"/>
                  </a:xfrm>
                </p:grpSpPr>
                <p:sp>
                  <p:nvSpPr>
                    <p:cNvPr id="192" name="ïšľiḍ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9E58DD3-7CFE-4636-A716-00DD185C9C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3" name="íṡľîd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02918FC-7999-475B-ACD6-9A13A9E6C3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4" name="ïṥḻîď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38DB241-C6EF-4871-8B92-7E95CB15D320}"/>
                      </a:ext>
                    </a:extLst>
                  </p:cNvPr>
                  <p:cNvGrpSpPr/>
                  <p:nvPr/>
                </p:nvGrpSpPr>
                <p:grpSpPr>
                  <a:xfrm>
                    <a:off x="4353051" y="2331478"/>
                    <a:ext cx="219675" cy="221084"/>
                    <a:chOff x="4149281" y="1887719"/>
                    <a:chExt cx="224837" cy="226650"/>
                  </a:xfrm>
                </p:grpSpPr>
                <p:sp>
                  <p:nvSpPr>
                    <p:cNvPr id="190" name="ï$ḻïd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C8998B-97A9-454D-A656-7BE738546D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1" name="íṣḷíḋ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E008724-FDEC-4F15-AAD1-A2B6489843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5" name="ïsḷiḓ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CB1741A-5864-4D6E-A6BE-CE951C92F252}"/>
                      </a:ext>
                    </a:extLst>
                  </p:cNvPr>
                  <p:cNvGrpSpPr/>
                  <p:nvPr/>
                </p:nvGrpSpPr>
                <p:grpSpPr>
                  <a:xfrm>
                    <a:off x="3990983" y="3187984"/>
                    <a:ext cx="219675" cy="221084"/>
                    <a:chOff x="4149281" y="1887719"/>
                    <a:chExt cx="224837" cy="226650"/>
                  </a:xfrm>
                </p:grpSpPr>
                <p:sp>
                  <p:nvSpPr>
                    <p:cNvPr id="188" name="iṥlídè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DF01014-0774-43D1-843F-FBEC71CC5E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9" name="iśḻïḑé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CFB647A-990B-4428-9A23-AADC986D64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6" name="í$ḻidè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9069078-157D-4C20-AA98-C8AC91160A00}"/>
                      </a:ext>
                    </a:extLst>
                  </p:cNvPr>
                  <p:cNvGrpSpPr/>
                  <p:nvPr/>
                </p:nvGrpSpPr>
                <p:grpSpPr>
                  <a:xfrm>
                    <a:off x="4705258" y="2828806"/>
                    <a:ext cx="199705" cy="200984"/>
                    <a:chOff x="4149281" y="1887719"/>
                    <a:chExt cx="224837" cy="226650"/>
                  </a:xfrm>
                </p:grpSpPr>
                <p:sp>
                  <p:nvSpPr>
                    <p:cNvPr id="186" name="ïṧ1îd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2A2256-4837-49B9-9402-9441AFFF13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7" name="îS1îḑé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CECFFF-11E4-421A-A9DF-3FF6981F45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7" name="ïSļiď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8BAE786-7D64-4F2B-97E7-339F203A5774}"/>
                      </a:ext>
                    </a:extLst>
                  </p:cNvPr>
                  <p:cNvGrpSpPr/>
                  <p:nvPr/>
                </p:nvGrpSpPr>
                <p:grpSpPr>
                  <a:xfrm>
                    <a:off x="4867553" y="4396697"/>
                    <a:ext cx="328449" cy="330554"/>
                    <a:chOff x="4149281" y="1887719"/>
                    <a:chExt cx="224837" cy="226650"/>
                  </a:xfrm>
                </p:grpSpPr>
                <p:sp>
                  <p:nvSpPr>
                    <p:cNvPr id="184" name="í$ļîd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27B0B5C-CE05-4211-A322-96DF99F679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5" name="íṩļid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DA0ABB4-FCDA-459D-BED0-B3E7561289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8" name="iŝ1íd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5F6DA9C-D5BE-487D-962A-299DC45855D8}"/>
                      </a:ext>
                    </a:extLst>
                  </p:cNvPr>
                  <p:cNvGrpSpPr/>
                  <p:nvPr/>
                </p:nvGrpSpPr>
                <p:grpSpPr>
                  <a:xfrm>
                    <a:off x="5480832" y="1998704"/>
                    <a:ext cx="206943" cy="208270"/>
                    <a:chOff x="4149281" y="1887719"/>
                    <a:chExt cx="224837" cy="226650"/>
                  </a:xfrm>
                </p:grpSpPr>
                <p:sp>
                  <p:nvSpPr>
                    <p:cNvPr id="182" name="íşliḍ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6E282B4-41F0-49AC-8BFC-9EDD44213F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3" name="íşļíd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0DD4CF5-5639-42AD-844A-47DF938295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79" name="îŝlîďè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3B4B5EC-DC1D-47E0-B3C9-9B0A62BD99BF}"/>
                      </a:ext>
                    </a:extLst>
                  </p:cNvPr>
                  <p:cNvGrpSpPr/>
                  <p:nvPr/>
                </p:nvGrpSpPr>
                <p:grpSpPr>
                  <a:xfrm>
                    <a:off x="7068613" y="4908628"/>
                    <a:ext cx="250402" cy="252007"/>
                    <a:chOff x="4149281" y="1887719"/>
                    <a:chExt cx="224837" cy="226650"/>
                  </a:xfrm>
                </p:grpSpPr>
                <p:sp>
                  <p:nvSpPr>
                    <p:cNvPr id="180" name="išļïďe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3A0F2E9-AC01-4B34-B9F1-CA3594D5C8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9281" y="1887719"/>
                      <a:ext cx="224837" cy="226650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 w="190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1" name="iṥḻîdê">
                      <a:extLst>
                        <a:ext uri="{FF2B5EF4-FFF2-40B4-BE49-F238E27FC236}">
  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654509D-176B-4C6A-B21F-2CA20911FC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9256" y="1948177"/>
                      <a:ext cx="104887" cy="105734"/>
                    </a:xfrm>
                    <a:prstGeom prst="ellipse">
                      <a:avLst/>
                    </a:prstGeom>
                    <a:solidFill>
                      <a:schemeClr val="accent4">
                        <a:lumMod val="10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49" name="云形 148"/>
              <p:cNvSpPr/>
              <p:nvPr/>
            </p:nvSpPr>
            <p:spPr bwMode="auto">
              <a:xfrm flipH="1">
                <a:off x="6967653" y="3425075"/>
                <a:ext cx="2621027" cy="1184790"/>
              </a:xfrm>
              <a:prstGeom prst="cloud">
                <a:avLst/>
              </a:prstGeom>
              <a:solidFill>
                <a:srgbClr val="41BDC1">
                  <a:alpha val="43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7022056" y="5440683"/>
              <a:ext cx="1177895" cy="937909"/>
              <a:chOff x="4358942" y="3324757"/>
              <a:chExt cx="3805684" cy="3030308"/>
            </a:xfrm>
          </p:grpSpPr>
          <p:grpSp>
            <p:nvGrpSpPr>
              <p:cNvPr id="74" name="组合 73"/>
              <p:cNvGrpSpPr/>
              <p:nvPr/>
            </p:nvGrpSpPr>
            <p:grpSpPr>
              <a:xfrm>
                <a:off x="4875117" y="3324757"/>
                <a:ext cx="3289509" cy="2773067"/>
                <a:chOff x="4572825" y="2912296"/>
                <a:chExt cx="3289509" cy="2773067"/>
              </a:xfrm>
            </p:grpSpPr>
            <p:sp>
              <p:nvSpPr>
                <p:cNvPr id="118" name="îšḷïd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53A49D-4F16-4EC9-B27C-1949EFFC1126}"/>
                    </a:ext>
                  </a:extLst>
                </p:cNvPr>
                <p:cNvSpPr/>
                <p:nvPr/>
              </p:nvSpPr>
              <p:spPr bwMode="auto">
                <a:xfrm>
                  <a:off x="5728535" y="5181169"/>
                  <a:ext cx="975722" cy="432166"/>
                </a:xfrm>
                <a:custGeom>
                  <a:avLst/>
                  <a:gdLst>
                    <a:gd name="T0" fmla="*/ 24 w 227"/>
                    <a:gd name="T1" fmla="*/ 0 h 99"/>
                    <a:gd name="T2" fmla="*/ 0 w 227"/>
                    <a:gd name="T3" fmla="*/ 99 h 99"/>
                    <a:gd name="T4" fmla="*/ 227 w 227"/>
                    <a:gd name="T5" fmla="*/ 99 h 99"/>
                    <a:gd name="T6" fmla="*/ 203 w 227"/>
                    <a:gd name="T7" fmla="*/ 0 h 99"/>
                    <a:gd name="T8" fmla="*/ 24 w 227"/>
                    <a:gd name="T9" fmla="*/ 0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7" h="99">
                      <a:moveTo>
                        <a:pt x="24" y="0"/>
                      </a:moveTo>
                      <a:cubicBezTo>
                        <a:pt x="16" y="33"/>
                        <a:pt x="8" y="66"/>
                        <a:pt x="0" y="99"/>
                      </a:cubicBezTo>
                      <a:cubicBezTo>
                        <a:pt x="76" y="99"/>
                        <a:pt x="151" y="99"/>
                        <a:pt x="227" y="99"/>
                      </a:cubicBezTo>
                      <a:cubicBezTo>
                        <a:pt x="219" y="66"/>
                        <a:pt x="211" y="33"/>
                        <a:pt x="203" y="0"/>
                      </a:cubicBezTo>
                      <a:cubicBezTo>
                        <a:pt x="143" y="0"/>
                        <a:pt x="84" y="0"/>
                        <a:pt x="24" y="0"/>
                      </a:cubicBezTo>
                      <a:close/>
                    </a:path>
                  </a:pathLst>
                </a:custGeom>
                <a:solidFill>
                  <a:srgbClr val="50667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9" name="ïṡļiď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F5A894-13C4-4905-808B-5FC754C5EEDA}"/>
                    </a:ext>
                  </a:extLst>
                </p:cNvPr>
                <p:cNvSpPr/>
                <p:nvPr/>
              </p:nvSpPr>
              <p:spPr bwMode="auto">
                <a:xfrm>
                  <a:off x="5617226" y="5603732"/>
                  <a:ext cx="1198338" cy="81631"/>
                </a:xfrm>
                <a:custGeom>
                  <a:avLst/>
                  <a:gdLst>
                    <a:gd name="T0" fmla="*/ 267 w 279"/>
                    <a:gd name="T1" fmla="*/ 0 h 19"/>
                    <a:gd name="T2" fmla="*/ 12 w 279"/>
                    <a:gd name="T3" fmla="*/ 0 h 19"/>
                    <a:gd name="T4" fmla="*/ 0 w 279"/>
                    <a:gd name="T5" fmla="*/ 14 h 19"/>
                    <a:gd name="T6" fmla="*/ 0 w 279"/>
                    <a:gd name="T7" fmla="*/ 19 h 19"/>
                    <a:gd name="T8" fmla="*/ 279 w 279"/>
                    <a:gd name="T9" fmla="*/ 19 h 19"/>
                    <a:gd name="T10" fmla="*/ 279 w 279"/>
                    <a:gd name="T11" fmla="*/ 14 h 19"/>
                    <a:gd name="T12" fmla="*/ 267 w 279"/>
                    <a:gd name="T13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9" h="19">
                      <a:moveTo>
                        <a:pt x="267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6" y="0"/>
                        <a:pt x="0" y="7"/>
                        <a:pt x="0" y="14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279" y="19"/>
                        <a:pt x="279" y="19"/>
                        <a:pt x="279" y="19"/>
                      </a:cubicBezTo>
                      <a:cubicBezTo>
                        <a:pt x="279" y="14"/>
                        <a:pt x="279" y="14"/>
                        <a:pt x="279" y="14"/>
                      </a:cubicBezTo>
                      <a:cubicBezTo>
                        <a:pt x="279" y="7"/>
                        <a:pt x="273" y="0"/>
                        <a:pt x="267" y="0"/>
                      </a:cubicBezTo>
                      <a:close/>
                    </a:path>
                  </a:pathLst>
                </a:custGeom>
                <a:solidFill>
                  <a:srgbClr val="2A44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0" name="í$ľîď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386B85-1BA5-431F-B370-5CE28FFE3D6D}"/>
                    </a:ext>
                  </a:extLst>
                </p:cNvPr>
                <p:cNvSpPr/>
                <p:nvPr/>
              </p:nvSpPr>
              <p:spPr bwMode="auto">
                <a:xfrm>
                  <a:off x="4572825" y="5010704"/>
                  <a:ext cx="3289509" cy="321724"/>
                </a:xfrm>
                <a:custGeom>
                  <a:avLst/>
                  <a:gdLst>
                    <a:gd name="T0" fmla="*/ 0 w 766"/>
                    <a:gd name="T1" fmla="*/ 0 h 74"/>
                    <a:gd name="T2" fmla="*/ 0 w 766"/>
                    <a:gd name="T3" fmla="*/ 55 h 74"/>
                    <a:gd name="T4" fmla="*/ 19 w 766"/>
                    <a:gd name="T5" fmla="*/ 74 h 74"/>
                    <a:gd name="T6" fmla="*/ 747 w 766"/>
                    <a:gd name="T7" fmla="*/ 74 h 74"/>
                    <a:gd name="T8" fmla="*/ 766 w 766"/>
                    <a:gd name="T9" fmla="*/ 55 h 74"/>
                    <a:gd name="T10" fmla="*/ 766 w 766"/>
                    <a:gd name="T11" fmla="*/ 0 h 74"/>
                    <a:gd name="T12" fmla="*/ 0 w 766"/>
                    <a:gd name="T13" fmla="*/ 0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66" h="74">
                      <a:moveTo>
                        <a:pt x="0" y="0"/>
                      </a:move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0" y="65"/>
                        <a:pt x="8" y="74"/>
                        <a:pt x="19" y="74"/>
                      </a:cubicBezTo>
                      <a:cubicBezTo>
                        <a:pt x="747" y="74"/>
                        <a:pt x="747" y="74"/>
                        <a:pt x="747" y="74"/>
                      </a:cubicBezTo>
                      <a:cubicBezTo>
                        <a:pt x="757" y="74"/>
                        <a:pt x="766" y="65"/>
                        <a:pt x="766" y="55"/>
                      </a:cubicBezTo>
                      <a:cubicBezTo>
                        <a:pt x="766" y="0"/>
                        <a:pt x="766" y="0"/>
                        <a:pt x="766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1" name="íśḷid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E4AE322-E8E5-435F-85CA-3DC68A62456E}"/>
                    </a:ext>
                  </a:extLst>
                </p:cNvPr>
                <p:cNvSpPr/>
                <p:nvPr/>
              </p:nvSpPr>
              <p:spPr bwMode="auto">
                <a:xfrm>
                  <a:off x="4572825" y="2912296"/>
                  <a:ext cx="3289509" cy="2098408"/>
                </a:xfrm>
                <a:custGeom>
                  <a:avLst/>
                  <a:gdLst>
                    <a:gd name="T0" fmla="*/ 766 w 766"/>
                    <a:gd name="T1" fmla="*/ 482 h 482"/>
                    <a:gd name="T2" fmla="*/ 766 w 766"/>
                    <a:gd name="T3" fmla="*/ 19 h 482"/>
                    <a:gd name="T4" fmla="*/ 747 w 766"/>
                    <a:gd name="T5" fmla="*/ 0 h 482"/>
                    <a:gd name="T6" fmla="*/ 19 w 766"/>
                    <a:gd name="T7" fmla="*/ 0 h 482"/>
                    <a:gd name="T8" fmla="*/ 0 w 766"/>
                    <a:gd name="T9" fmla="*/ 19 h 482"/>
                    <a:gd name="T10" fmla="*/ 0 w 766"/>
                    <a:gd name="T11" fmla="*/ 482 h 482"/>
                    <a:gd name="T12" fmla="*/ 766 w 766"/>
                    <a:gd name="T13" fmla="*/ 482 h 4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66" h="482">
                      <a:moveTo>
                        <a:pt x="766" y="482"/>
                      </a:moveTo>
                      <a:cubicBezTo>
                        <a:pt x="766" y="19"/>
                        <a:pt x="766" y="19"/>
                        <a:pt x="766" y="19"/>
                      </a:cubicBezTo>
                      <a:cubicBezTo>
                        <a:pt x="766" y="8"/>
                        <a:pt x="757" y="0"/>
                        <a:pt x="747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8" y="0"/>
                        <a:pt x="0" y="8"/>
                        <a:pt x="0" y="19"/>
                      </a:cubicBezTo>
                      <a:cubicBezTo>
                        <a:pt x="0" y="482"/>
                        <a:pt x="0" y="482"/>
                        <a:pt x="0" y="482"/>
                      </a:cubicBezTo>
                      <a:cubicBezTo>
                        <a:pt x="766" y="482"/>
                        <a:pt x="766" y="482"/>
                        <a:pt x="766" y="482"/>
                      </a:cubicBezTo>
                    </a:path>
                  </a:pathLst>
                </a:custGeom>
                <a:solidFill>
                  <a:srgbClr val="50667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2" name="í$ļîḍ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0AA106-8AE1-4F0F-A8A9-30F2BDF3ABA9}"/>
                    </a:ext>
                  </a:extLst>
                </p:cNvPr>
                <p:cNvSpPr/>
                <p:nvPr/>
              </p:nvSpPr>
              <p:spPr bwMode="auto">
                <a:xfrm>
                  <a:off x="4707816" y="3041946"/>
                  <a:ext cx="3017160" cy="183430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3" name="iśļïḍ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C3689E3-B59C-4371-904F-304D66181A00}"/>
                    </a:ext>
                  </a:extLst>
                </p:cNvPr>
                <p:cNvSpPr/>
                <p:nvPr/>
              </p:nvSpPr>
              <p:spPr bwMode="auto">
                <a:xfrm>
                  <a:off x="4707816" y="3041946"/>
                  <a:ext cx="3017160" cy="1834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4" name="îSḷîḍ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167268-77BC-48D3-893F-CE4B87CF33AC}"/>
                    </a:ext>
                  </a:extLst>
                </p:cNvPr>
                <p:cNvSpPr/>
                <p:nvPr/>
              </p:nvSpPr>
              <p:spPr bwMode="auto">
                <a:xfrm>
                  <a:off x="4821492" y="3137983"/>
                  <a:ext cx="2827699" cy="1656638"/>
                </a:xfrm>
                <a:custGeom>
                  <a:avLst/>
                  <a:gdLst>
                    <a:gd name="T0" fmla="*/ 0 w 1194"/>
                    <a:gd name="T1" fmla="*/ 688 h 690"/>
                    <a:gd name="T2" fmla="*/ 0 w 1194"/>
                    <a:gd name="T3" fmla="*/ 690 h 690"/>
                    <a:gd name="T4" fmla="*/ 1194 w 1194"/>
                    <a:gd name="T5" fmla="*/ 690 h 690"/>
                    <a:gd name="T6" fmla="*/ 1194 w 1194"/>
                    <a:gd name="T7" fmla="*/ 0 h 690"/>
                    <a:gd name="T8" fmla="*/ 0 w 1194"/>
                    <a:gd name="T9" fmla="*/ 0 h 690"/>
                    <a:gd name="T10" fmla="*/ 0 w 1194"/>
                    <a:gd name="T11" fmla="*/ 690 h 690"/>
                    <a:gd name="T12" fmla="*/ 0 w 1194"/>
                    <a:gd name="T13" fmla="*/ 690 h 690"/>
                    <a:gd name="T14" fmla="*/ 0 w 1194"/>
                    <a:gd name="T15" fmla="*/ 688 h 690"/>
                    <a:gd name="T16" fmla="*/ 2 w 1194"/>
                    <a:gd name="T17" fmla="*/ 688 h 690"/>
                    <a:gd name="T18" fmla="*/ 2 w 1194"/>
                    <a:gd name="T19" fmla="*/ 4 h 690"/>
                    <a:gd name="T20" fmla="*/ 1192 w 1194"/>
                    <a:gd name="T21" fmla="*/ 4 h 690"/>
                    <a:gd name="T22" fmla="*/ 1192 w 1194"/>
                    <a:gd name="T23" fmla="*/ 686 h 690"/>
                    <a:gd name="T24" fmla="*/ 0 w 1194"/>
                    <a:gd name="T25" fmla="*/ 686 h 690"/>
                    <a:gd name="T26" fmla="*/ 0 w 1194"/>
                    <a:gd name="T27" fmla="*/ 688 h 690"/>
                    <a:gd name="T28" fmla="*/ 2 w 1194"/>
                    <a:gd name="T29" fmla="*/ 688 h 690"/>
                    <a:gd name="T30" fmla="*/ 0 w 1194"/>
                    <a:gd name="T31" fmla="*/ 688 h 6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94" h="690">
                      <a:moveTo>
                        <a:pt x="0" y="688"/>
                      </a:moveTo>
                      <a:lnTo>
                        <a:pt x="0" y="690"/>
                      </a:lnTo>
                      <a:lnTo>
                        <a:pt x="1194" y="690"/>
                      </a:lnTo>
                      <a:lnTo>
                        <a:pt x="1194" y="0"/>
                      </a:lnTo>
                      <a:lnTo>
                        <a:pt x="0" y="0"/>
                      </a:lnTo>
                      <a:lnTo>
                        <a:pt x="0" y="690"/>
                      </a:lnTo>
                      <a:lnTo>
                        <a:pt x="0" y="690"/>
                      </a:lnTo>
                      <a:lnTo>
                        <a:pt x="0" y="688"/>
                      </a:lnTo>
                      <a:lnTo>
                        <a:pt x="2" y="688"/>
                      </a:lnTo>
                      <a:lnTo>
                        <a:pt x="2" y="4"/>
                      </a:lnTo>
                      <a:lnTo>
                        <a:pt x="1192" y="4"/>
                      </a:lnTo>
                      <a:lnTo>
                        <a:pt x="1192" y="686"/>
                      </a:lnTo>
                      <a:lnTo>
                        <a:pt x="0" y="686"/>
                      </a:lnTo>
                      <a:lnTo>
                        <a:pt x="0" y="688"/>
                      </a:lnTo>
                      <a:lnTo>
                        <a:pt x="2" y="688"/>
                      </a:lnTo>
                      <a:lnTo>
                        <a:pt x="0" y="688"/>
                      </a:lnTo>
                      <a:close/>
                    </a:path>
                  </a:pathLst>
                </a:cu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5" name="iṣ1î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AE56710-5934-4117-9CF9-630B9DD9C9F8}"/>
                    </a:ext>
                  </a:extLst>
                </p:cNvPr>
                <p:cNvSpPr/>
                <p:nvPr/>
              </p:nvSpPr>
              <p:spPr bwMode="auto">
                <a:xfrm>
                  <a:off x="4821492" y="3137983"/>
                  <a:ext cx="2827699" cy="1656638"/>
                </a:xfrm>
                <a:custGeom>
                  <a:avLst/>
                  <a:gdLst>
                    <a:gd name="T0" fmla="*/ 0 w 1194"/>
                    <a:gd name="T1" fmla="*/ 688 h 690"/>
                    <a:gd name="T2" fmla="*/ 0 w 1194"/>
                    <a:gd name="T3" fmla="*/ 690 h 690"/>
                    <a:gd name="T4" fmla="*/ 1194 w 1194"/>
                    <a:gd name="T5" fmla="*/ 690 h 690"/>
                    <a:gd name="T6" fmla="*/ 1194 w 1194"/>
                    <a:gd name="T7" fmla="*/ 0 h 690"/>
                    <a:gd name="T8" fmla="*/ 0 w 1194"/>
                    <a:gd name="T9" fmla="*/ 0 h 690"/>
                    <a:gd name="T10" fmla="*/ 0 w 1194"/>
                    <a:gd name="T11" fmla="*/ 690 h 690"/>
                    <a:gd name="T12" fmla="*/ 0 w 1194"/>
                    <a:gd name="T13" fmla="*/ 690 h 690"/>
                    <a:gd name="T14" fmla="*/ 0 w 1194"/>
                    <a:gd name="T15" fmla="*/ 688 h 690"/>
                    <a:gd name="T16" fmla="*/ 2 w 1194"/>
                    <a:gd name="T17" fmla="*/ 688 h 690"/>
                    <a:gd name="T18" fmla="*/ 2 w 1194"/>
                    <a:gd name="T19" fmla="*/ 4 h 690"/>
                    <a:gd name="T20" fmla="*/ 1192 w 1194"/>
                    <a:gd name="T21" fmla="*/ 4 h 690"/>
                    <a:gd name="T22" fmla="*/ 1192 w 1194"/>
                    <a:gd name="T23" fmla="*/ 686 h 690"/>
                    <a:gd name="T24" fmla="*/ 0 w 1194"/>
                    <a:gd name="T25" fmla="*/ 686 h 690"/>
                    <a:gd name="T26" fmla="*/ 0 w 1194"/>
                    <a:gd name="T27" fmla="*/ 688 h 690"/>
                    <a:gd name="T28" fmla="*/ 2 w 1194"/>
                    <a:gd name="T29" fmla="*/ 688 h 690"/>
                    <a:gd name="T30" fmla="*/ 0 w 1194"/>
                    <a:gd name="T31" fmla="*/ 688 h 6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94" h="690">
                      <a:moveTo>
                        <a:pt x="0" y="688"/>
                      </a:moveTo>
                      <a:lnTo>
                        <a:pt x="0" y="690"/>
                      </a:lnTo>
                      <a:lnTo>
                        <a:pt x="1194" y="690"/>
                      </a:lnTo>
                      <a:lnTo>
                        <a:pt x="1194" y="0"/>
                      </a:lnTo>
                      <a:lnTo>
                        <a:pt x="0" y="0"/>
                      </a:lnTo>
                      <a:lnTo>
                        <a:pt x="0" y="690"/>
                      </a:lnTo>
                      <a:lnTo>
                        <a:pt x="0" y="690"/>
                      </a:lnTo>
                      <a:lnTo>
                        <a:pt x="0" y="688"/>
                      </a:lnTo>
                      <a:lnTo>
                        <a:pt x="2" y="688"/>
                      </a:lnTo>
                      <a:lnTo>
                        <a:pt x="2" y="4"/>
                      </a:lnTo>
                      <a:lnTo>
                        <a:pt x="1192" y="4"/>
                      </a:lnTo>
                      <a:lnTo>
                        <a:pt x="1192" y="686"/>
                      </a:lnTo>
                      <a:lnTo>
                        <a:pt x="0" y="686"/>
                      </a:lnTo>
                      <a:lnTo>
                        <a:pt x="0" y="688"/>
                      </a:lnTo>
                      <a:lnTo>
                        <a:pt x="2" y="688"/>
                      </a:lnTo>
                      <a:lnTo>
                        <a:pt x="0" y="688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6" name="iṥļiḋ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B98FE17-067F-4C15-904E-D67198FE7E16}"/>
                    </a:ext>
                  </a:extLst>
                </p:cNvPr>
                <p:cNvSpPr/>
                <p:nvPr/>
              </p:nvSpPr>
              <p:spPr bwMode="auto">
                <a:xfrm>
                  <a:off x="4821492" y="3411688"/>
                  <a:ext cx="2827699" cy="9604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7" name="íṥḷiḓ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051E4F5-C29A-42D4-A74F-1D322909553D}"/>
                    </a:ext>
                  </a:extLst>
                </p:cNvPr>
                <p:cNvSpPr/>
                <p:nvPr/>
              </p:nvSpPr>
              <p:spPr bwMode="auto">
                <a:xfrm>
                  <a:off x="4821492" y="3411688"/>
                  <a:ext cx="2827699" cy="96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8" name="íśḻíď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0BB6C09-8229-4BE7-B6BA-9CF6CE24DC02}"/>
                    </a:ext>
                  </a:extLst>
                </p:cNvPr>
                <p:cNvSpPr/>
                <p:nvPr/>
              </p:nvSpPr>
              <p:spPr bwMode="auto">
                <a:xfrm>
                  <a:off x="4821492" y="3687794"/>
                  <a:ext cx="2827699" cy="7203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9" name="iṥḻíd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7019F15-E431-4882-BC61-76A501E806AB}"/>
                    </a:ext>
                  </a:extLst>
                </p:cNvPr>
                <p:cNvSpPr/>
                <p:nvPr/>
              </p:nvSpPr>
              <p:spPr bwMode="auto">
                <a:xfrm>
                  <a:off x="4821492" y="3687794"/>
                  <a:ext cx="2827699" cy="7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0" name="íṧḻîd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480CE9D-6B46-469D-9BD3-143F064A869E}"/>
                    </a:ext>
                  </a:extLst>
                </p:cNvPr>
                <p:cNvSpPr/>
                <p:nvPr/>
              </p:nvSpPr>
              <p:spPr bwMode="auto">
                <a:xfrm>
                  <a:off x="4821492" y="3961500"/>
                  <a:ext cx="2827699" cy="9604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1" name="îŝļî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AF0390A-B6A9-49BD-95CB-B854B8D221ED}"/>
                    </a:ext>
                  </a:extLst>
                </p:cNvPr>
                <p:cNvSpPr/>
                <p:nvPr/>
              </p:nvSpPr>
              <p:spPr bwMode="auto">
                <a:xfrm>
                  <a:off x="4821492" y="3961500"/>
                  <a:ext cx="2827699" cy="96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2" name="îSḻî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DD87861-D5B7-48CF-AA97-CAF3BCDF1EF7}"/>
                    </a:ext>
                  </a:extLst>
                </p:cNvPr>
                <p:cNvSpPr/>
                <p:nvPr/>
              </p:nvSpPr>
              <p:spPr bwMode="auto">
                <a:xfrm>
                  <a:off x="4821492" y="4235205"/>
                  <a:ext cx="2827699" cy="9604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3" name="iṥľïḋ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B537547-1CF6-4713-904E-A9FA2436ECA3}"/>
                    </a:ext>
                  </a:extLst>
                </p:cNvPr>
                <p:cNvSpPr/>
                <p:nvPr/>
              </p:nvSpPr>
              <p:spPr bwMode="auto">
                <a:xfrm>
                  <a:off x="4821492" y="4235205"/>
                  <a:ext cx="2827699" cy="9604"/>
                </a:xfrm>
                <a:custGeom>
                  <a:avLst/>
                  <a:gdLst>
                    <a:gd name="T0" fmla="*/ 0 w 1194"/>
                    <a:gd name="T1" fmla="*/ 4 h 4"/>
                    <a:gd name="T2" fmla="*/ 1194 w 1194"/>
                    <a:gd name="T3" fmla="*/ 4 h 4"/>
                    <a:gd name="T4" fmla="*/ 1194 w 1194"/>
                    <a:gd name="T5" fmla="*/ 0 h 4"/>
                    <a:gd name="T6" fmla="*/ 0 w 1194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94" h="4">
                      <a:moveTo>
                        <a:pt x="0" y="4"/>
                      </a:moveTo>
                      <a:lnTo>
                        <a:pt x="1194" y="4"/>
                      </a:lnTo>
                      <a:lnTo>
                        <a:pt x="1194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4" name="iṥļí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86D3212-59FF-4F18-98EA-4F9B2DB5813E}"/>
                    </a:ext>
                  </a:extLst>
                </p:cNvPr>
                <p:cNvSpPr/>
                <p:nvPr/>
              </p:nvSpPr>
              <p:spPr bwMode="auto">
                <a:xfrm>
                  <a:off x="4821492" y="4511312"/>
                  <a:ext cx="2827699" cy="7203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5" name="iṥľîḓ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D72DC4A-911F-4106-988E-03FE2F24BAD3}"/>
                    </a:ext>
                  </a:extLst>
                </p:cNvPr>
                <p:cNvSpPr/>
                <p:nvPr/>
              </p:nvSpPr>
              <p:spPr bwMode="auto">
                <a:xfrm>
                  <a:off x="4821492" y="4511312"/>
                  <a:ext cx="2827699" cy="7203"/>
                </a:xfrm>
                <a:custGeom>
                  <a:avLst/>
                  <a:gdLst>
                    <a:gd name="T0" fmla="*/ 0 w 1194"/>
                    <a:gd name="T1" fmla="*/ 3 h 3"/>
                    <a:gd name="T2" fmla="*/ 1194 w 1194"/>
                    <a:gd name="T3" fmla="*/ 3 h 3"/>
                    <a:gd name="T4" fmla="*/ 1194 w 1194"/>
                    <a:gd name="T5" fmla="*/ 0 h 3"/>
                    <a:gd name="T6" fmla="*/ 0 w 119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94" h="3">
                      <a:moveTo>
                        <a:pt x="0" y="3"/>
                      </a:moveTo>
                      <a:lnTo>
                        <a:pt x="1194" y="3"/>
                      </a:lnTo>
                      <a:lnTo>
                        <a:pt x="1194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6" name="îṣ1iḋ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55A858D-6986-4FC1-95F8-D6D358FCA5CC}"/>
                    </a:ext>
                  </a:extLst>
                </p:cNvPr>
                <p:cNvSpPr/>
                <p:nvPr/>
              </p:nvSpPr>
              <p:spPr bwMode="auto">
                <a:xfrm>
                  <a:off x="6704257" y="3142785"/>
                  <a:ext cx="2368" cy="1647034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7" name="îṥļï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9F6A9FB-426E-4A5B-8D25-E1D78B4D8A0B}"/>
                    </a:ext>
                  </a:extLst>
                </p:cNvPr>
                <p:cNvSpPr/>
                <p:nvPr/>
              </p:nvSpPr>
              <p:spPr bwMode="auto">
                <a:xfrm>
                  <a:off x="6704257" y="3142785"/>
                  <a:ext cx="2368" cy="1647034"/>
                </a:xfrm>
                <a:custGeom>
                  <a:avLst/>
                  <a:gdLst>
                    <a:gd name="T0" fmla="*/ 1 w 1"/>
                    <a:gd name="T1" fmla="*/ 686 h 686"/>
                    <a:gd name="T2" fmla="*/ 1 w 1"/>
                    <a:gd name="T3" fmla="*/ 0 h 686"/>
                    <a:gd name="T4" fmla="*/ 0 w 1"/>
                    <a:gd name="T5" fmla="*/ 0 h 686"/>
                    <a:gd name="T6" fmla="*/ 0 w 1"/>
                    <a:gd name="T7" fmla="*/ 686 h 6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686">
                      <a:moveTo>
                        <a:pt x="1" y="686"/>
                      </a:move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686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8" name="ï$lî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FDDD4D7-DEB2-46B9-B181-66A1A86CBE3D}"/>
                    </a:ext>
                  </a:extLst>
                </p:cNvPr>
                <p:cNvSpPr/>
                <p:nvPr/>
              </p:nvSpPr>
              <p:spPr bwMode="auto">
                <a:xfrm>
                  <a:off x="6230605" y="3142785"/>
                  <a:ext cx="9473" cy="1647034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9" name="íšlí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FDC2D69-DB1F-497B-9D7A-D3C8D2D7DE89}"/>
                    </a:ext>
                  </a:extLst>
                </p:cNvPr>
                <p:cNvSpPr/>
                <p:nvPr/>
              </p:nvSpPr>
              <p:spPr bwMode="auto">
                <a:xfrm>
                  <a:off x="6230605" y="3142785"/>
                  <a:ext cx="9473" cy="1647034"/>
                </a:xfrm>
                <a:custGeom>
                  <a:avLst/>
                  <a:gdLst>
                    <a:gd name="T0" fmla="*/ 4 w 4"/>
                    <a:gd name="T1" fmla="*/ 686 h 686"/>
                    <a:gd name="T2" fmla="*/ 4 w 4"/>
                    <a:gd name="T3" fmla="*/ 0 h 686"/>
                    <a:gd name="T4" fmla="*/ 0 w 4"/>
                    <a:gd name="T5" fmla="*/ 0 h 686"/>
                    <a:gd name="T6" fmla="*/ 0 w 4"/>
                    <a:gd name="T7" fmla="*/ 686 h 6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686">
                      <a:moveTo>
                        <a:pt x="4" y="686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686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0" name="íş1íḓ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6E3F768-15DC-4888-9558-DCC718C52254}"/>
                    </a:ext>
                  </a:extLst>
                </p:cNvPr>
                <p:cNvSpPr/>
                <p:nvPr/>
              </p:nvSpPr>
              <p:spPr bwMode="auto">
                <a:xfrm>
                  <a:off x="5764058" y="3142785"/>
                  <a:ext cx="2368" cy="1647034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1" name="ísļîḓ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76D9C9F-969E-4FE9-8908-0BEFDA05671B}"/>
                    </a:ext>
                  </a:extLst>
                </p:cNvPr>
                <p:cNvSpPr/>
                <p:nvPr/>
              </p:nvSpPr>
              <p:spPr bwMode="auto">
                <a:xfrm>
                  <a:off x="5764058" y="3142785"/>
                  <a:ext cx="2368" cy="1647034"/>
                </a:xfrm>
                <a:custGeom>
                  <a:avLst/>
                  <a:gdLst>
                    <a:gd name="T0" fmla="*/ 1 w 1"/>
                    <a:gd name="T1" fmla="*/ 686 h 686"/>
                    <a:gd name="T2" fmla="*/ 1 w 1"/>
                    <a:gd name="T3" fmla="*/ 0 h 686"/>
                    <a:gd name="T4" fmla="*/ 0 w 1"/>
                    <a:gd name="T5" fmla="*/ 0 h 686"/>
                    <a:gd name="T6" fmla="*/ 0 w 1"/>
                    <a:gd name="T7" fmla="*/ 686 h 6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686">
                      <a:moveTo>
                        <a:pt x="1" y="686"/>
                      </a:moveTo>
                      <a:lnTo>
                        <a:pt x="1" y="0"/>
                      </a:lnTo>
                      <a:lnTo>
                        <a:pt x="0" y="0"/>
                      </a:lnTo>
                      <a:lnTo>
                        <a:pt x="0" y="686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2" name="ïşľïd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95E0FC1-D7E5-4053-B72B-A9725693CCDF}"/>
                    </a:ext>
                  </a:extLst>
                </p:cNvPr>
                <p:cNvSpPr/>
                <p:nvPr/>
              </p:nvSpPr>
              <p:spPr bwMode="auto">
                <a:xfrm>
                  <a:off x="5290407" y="3142785"/>
                  <a:ext cx="9473" cy="1647034"/>
                </a:xfrm>
                <a:prstGeom prst="rect">
                  <a:avLst/>
                </a:prstGeom>
                <a:solidFill>
                  <a:srgbClr val="6D6E7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3" name="ï$lïḍ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73756CC-CAD8-46E0-9312-C7530AFE1901}"/>
                    </a:ext>
                  </a:extLst>
                </p:cNvPr>
                <p:cNvSpPr/>
                <p:nvPr/>
              </p:nvSpPr>
              <p:spPr bwMode="auto">
                <a:xfrm>
                  <a:off x="5290407" y="3142785"/>
                  <a:ext cx="9473" cy="1647034"/>
                </a:xfrm>
                <a:custGeom>
                  <a:avLst/>
                  <a:gdLst>
                    <a:gd name="T0" fmla="*/ 4 w 4"/>
                    <a:gd name="T1" fmla="*/ 686 h 686"/>
                    <a:gd name="T2" fmla="*/ 4 w 4"/>
                    <a:gd name="T3" fmla="*/ 0 h 686"/>
                    <a:gd name="T4" fmla="*/ 0 w 4"/>
                    <a:gd name="T5" fmla="*/ 0 h 686"/>
                    <a:gd name="T6" fmla="*/ 0 w 4"/>
                    <a:gd name="T7" fmla="*/ 686 h 6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686">
                      <a:moveTo>
                        <a:pt x="4" y="686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686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4" name="îṥḻïḑ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FBD3493-9B61-4486-A1D0-AB754DA723A0}"/>
                    </a:ext>
                  </a:extLst>
                </p:cNvPr>
                <p:cNvSpPr/>
                <p:nvPr/>
              </p:nvSpPr>
              <p:spPr bwMode="auto">
                <a:xfrm>
                  <a:off x="6524269" y="3577352"/>
                  <a:ext cx="850204" cy="1224472"/>
                </a:xfrm>
                <a:custGeom>
                  <a:avLst/>
                  <a:gdLst>
                    <a:gd name="T0" fmla="*/ 0 w 359"/>
                    <a:gd name="T1" fmla="*/ 510 h 510"/>
                    <a:gd name="T2" fmla="*/ 179 w 359"/>
                    <a:gd name="T3" fmla="*/ 0 h 510"/>
                    <a:gd name="T4" fmla="*/ 359 w 359"/>
                    <a:gd name="T5" fmla="*/ 510 h 510"/>
                    <a:gd name="T6" fmla="*/ 0 w 359"/>
                    <a:gd name="T7" fmla="*/ 510 h 5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59" h="510">
                      <a:moveTo>
                        <a:pt x="0" y="510"/>
                      </a:moveTo>
                      <a:lnTo>
                        <a:pt x="179" y="0"/>
                      </a:lnTo>
                      <a:lnTo>
                        <a:pt x="359" y="510"/>
                      </a:lnTo>
                      <a:lnTo>
                        <a:pt x="0" y="510"/>
                      </a:lnTo>
                      <a:close/>
                    </a:path>
                  </a:pathLst>
                </a:custGeom>
                <a:solidFill>
                  <a:srgbClr val="05558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5" name="î$1íḓ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1066C54-0F75-4E07-94E5-042C1EDC3E61}"/>
                    </a:ext>
                  </a:extLst>
                </p:cNvPr>
                <p:cNvSpPr/>
                <p:nvPr/>
              </p:nvSpPr>
              <p:spPr bwMode="auto">
                <a:xfrm>
                  <a:off x="6097983" y="3795836"/>
                  <a:ext cx="850204" cy="1005987"/>
                </a:xfrm>
                <a:custGeom>
                  <a:avLst/>
                  <a:gdLst>
                    <a:gd name="T0" fmla="*/ 0 w 359"/>
                    <a:gd name="T1" fmla="*/ 419 h 419"/>
                    <a:gd name="T2" fmla="*/ 180 w 359"/>
                    <a:gd name="T3" fmla="*/ 0 h 419"/>
                    <a:gd name="T4" fmla="*/ 359 w 359"/>
                    <a:gd name="T5" fmla="*/ 419 h 419"/>
                    <a:gd name="T6" fmla="*/ 0 w 359"/>
                    <a:gd name="T7" fmla="*/ 419 h 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59" h="419">
                      <a:moveTo>
                        <a:pt x="0" y="419"/>
                      </a:moveTo>
                      <a:lnTo>
                        <a:pt x="180" y="0"/>
                      </a:lnTo>
                      <a:lnTo>
                        <a:pt x="359" y="419"/>
                      </a:lnTo>
                      <a:lnTo>
                        <a:pt x="0" y="419"/>
                      </a:lnTo>
                      <a:close/>
                    </a:path>
                  </a:pathLst>
                </a:custGeom>
                <a:solidFill>
                  <a:srgbClr val="F796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6" name="ísḻï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EFA5392-C331-47AF-96CF-4043F0A8817C}"/>
                    </a:ext>
                  </a:extLst>
                </p:cNvPr>
                <p:cNvSpPr/>
                <p:nvPr/>
              </p:nvSpPr>
              <p:spPr bwMode="auto">
                <a:xfrm>
                  <a:off x="5522496" y="3243623"/>
                  <a:ext cx="850204" cy="1558200"/>
                </a:xfrm>
                <a:custGeom>
                  <a:avLst/>
                  <a:gdLst>
                    <a:gd name="T0" fmla="*/ 0 w 359"/>
                    <a:gd name="T1" fmla="*/ 649 h 649"/>
                    <a:gd name="T2" fmla="*/ 180 w 359"/>
                    <a:gd name="T3" fmla="*/ 0 h 649"/>
                    <a:gd name="T4" fmla="*/ 359 w 359"/>
                    <a:gd name="T5" fmla="*/ 649 h 649"/>
                    <a:gd name="T6" fmla="*/ 0 w 359"/>
                    <a:gd name="T7" fmla="*/ 649 h 6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59" h="649">
                      <a:moveTo>
                        <a:pt x="0" y="649"/>
                      </a:moveTo>
                      <a:lnTo>
                        <a:pt x="180" y="0"/>
                      </a:lnTo>
                      <a:lnTo>
                        <a:pt x="359" y="649"/>
                      </a:lnTo>
                      <a:lnTo>
                        <a:pt x="0" y="649"/>
                      </a:lnTo>
                      <a:close/>
                    </a:path>
                  </a:pathLst>
                </a:custGeom>
                <a:solidFill>
                  <a:srgbClr val="DF29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7" name="ï$ľíḓ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4341034-451C-4E99-B404-8B664B487D74}"/>
                    </a:ext>
                  </a:extLst>
                </p:cNvPr>
                <p:cNvSpPr/>
                <p:nvPr/>
              </p:nvSpPr>
              <p:spPr bwMode="auto">
                <a:xfrm>
                  <a:off x="4830965" y="3469310"/>
                  <a:ext cx="850204" cy="1332513"/>
                </a:xfrm>
                <a:custGeom>
                  <a:avLst/>
                  <a:gdLst>
                    <a:gd name="T0" fmla="*/ 0 w 359"/>
                    <a:gd name="T1" fmla="*/ 555 h 555"/>
                    <a:gd name="T2" fmla="*/ 180 w 359"/>
                    <a:gd name="T3" fmla="*/ 0 h 555"/>
                    <a:gd name="T4" fmla="*/ 359 w 359"/>
                    <a:gd name="T5" fmla="*/ 555 h 555"/>
                    <a:gd name="T6" fmla="*/ 0 w 359"/>
                    <a:gd name="T7" fmla="*/ 555 h 5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59" h="555">
                      <a:moveTo>
                        <a:pt x="0" y="555"/>
                      </a:moveTo>
                      <a:lnTo>
                        <a:pt x="180" y="0"/>
                      </a:lnTo>
                      <a:lnTo>
                        <a:pt x="359" y="555"/>
                      </a:lnTo>
                      <a:lnTo>
                        <a:pt x="0" y="555"/>
                      </a:lnTo>
                      <a:close/>
                    </a:path>
                  </a:pathLst>
                </a:custGeom>
                <a:solidFill>
                  <a:srgbClr val="64D0D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4358942" y="4979335"/>
                <a:ext cx="1837768" cy="1375730"/>
                <a:chOff x="3568684" y="4362454"/>
                <a:chExt cx="1837768" cy="1375730"/>
              </a:xfrm>
            </p:grpSpPr>
            <p:sp>
              <p:nvSpPr>
                <p:cNvPr id="87" name="íŝḻï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18E0694-63D3-465A-8C6A-CBD7C43C4C2E}"/>
                    </a:ext>
                  </a:extLst>
                </p:cNvPr>
                <p:cNvSpPr/>
                <p:nvPr/>
              </p:nvSpPr>
              <p:spPr bwMode="auto">
                <a:xfrm>
                  <a:off x="3568684" y="4362454"/>
                  <a:ext cx="1837768" cy="1375730"/>
                </a:xfrm>
                <a:custGeom>
                  <a:avLst/>
                  <a:gdLst>
                    <a:gd name="T0" fmla="*/ 428 w 428"/>
                    <a:gd name="T1" fmla="*/ 300 h 316"/>
                    <a:gd name="T2" fmla="*/ 412 w 428"/>
                    <a:gd name="T3" fmla="*/ 316 h 316"/>
                    <a:gd name="T4" fmla="*/ 16 w 428"/>
                    <a:gd name="T5" fmla="*/ 316 h 316"/>
                    <a:gd name="T6" fmla="*/ 0 w 428"/>
                    <a:gd name="T7" fmla="*/ 300 h 316"/>
                    <a:gd name="T8" fmla="*/ 0 w 428"/>
                    <a:gd name="T9" fmla="*/ 16 h 316"/>
                    <a:gd name="T10" fmla="*/ 16 w 428"/>
                    <a:gd name="T11" fmla="*/ 0 h 316"/>
                    <a:gd name="T12" fmla="*/ 412 w 428"/>
                    <a:gd name="T13" fmla="*/ 0 h 316"/>
                    <a:gd name="T14" fmla="*/ 428 w 428"/>
                    <a:gd name="T15" fmla="*/ 16 h 316"/>
                    <a:gd name="T16" fmla="*/ 428 w 428"/>
                    <a:gd name="T17" fmla="*/ 30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8" h="316">
                      <a:moveTo>
                        <a:pt x="428" y="300"/>
                      </a:moveTo>
                      <a:cubicBezTo>
                        <a:pt x="428" y="309"/>
                        <a:pt x="421" y="316"/>
                        <a:pt x="412" y="316"/>
                      </a:cubicBezTo>
                      <a:cubicBezTo>
                        <a:pt x="16" y="316"/>
                        <a:pt x="16" y="316"/>
                        <a:pt x="16" y="316"/>
                      </a:cubicBezTo>
                      <a:cubicBezTo>
                        <a:pt x="7" y="316"/>
                        <a:pt x="0" y="309"/>
                        <a:pt x="0" y="300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7"/>
                        <a:pt x="7" y="0"/>
                        <a:pt x="16" y="0"/>
                      </a:cubicBezTo>
                      <a:cubicBezTo>
                        <a:pt x="412" y="0"/>
                        <a:pt x="412" y="0"/>
                        <a:pt x="412" y="0"/>
                      </a:cubicBezTo>
                      <a:cubicBezTo>
                        <a:pt x="421" y="0"/>
                        <a:pt x="428" y="7"/>
                        <a:pt x="428" y="16"/>
                      </a:cubicBezTo>
                      <a:lnTo>
                        <a:pt x="428" y="300"/>
                      </a:lnTo>
                      <a:close/>
                    </a:path>
                  </a:pathLst>
                </a:custGeom>
                <a:solidFill>
                  <a:srgbClr val="2A44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8" name="išlí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7A7FDF-D367-4E3E-972D-DEA80023A333}"/>
                    </a:ext>
                  </a:extLst>
                </p:cNvPr>
                <p:cNvSpPr/>
                <p:nvPr/>
              </p:nvSpPr>
              <p:spPr bwMode="auto">
                <a:xfrm>
                  <a:off x="5321194" y="5003501"/>
                  <a:ext cx="42629" cy="43217"/>
                </a:xfrm>
                <a:custGeom>
                  <a:avLst/>
                  <a:gdLst>
                    <a:gd name="T0" fmla="*/ 5 w 10"/>
                    <a:gd name="T1" fmla="*/ 10 h 10"/>
                    <a:gd name="T2" fmla="*/ 0 w 10"/>
                    <a:gd name="T3" fmla="*/ 5 h 10"/>
                    <a:gd name="T4" fmla="*/ 5 w 10"/>
                    <a:gd name="T5" fmla="*/ 0 h 10"/>
                    <a:gd name="T6" fmla="*/ 10 w 10"/>
                    <a:gd name="T7" fmla="*/ 5 h 10"/>
                    <a:gd name="T8" fmla="*/ 5 w 10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10">
                      <a:moveTo>
                        <a:pt x="5" y="10"/>
                      </a:moveTo>
                      <a:cubicBezTo>
                        <a:pt x="3" y="10"/>
                        <a:pt x="1" y="7"/>
                        <a:pt x="0" y="5"/>
                      </a:cubicBezTo>
                      <a:cubicBezTo>
                        <a:pt x="0" y="2"/>
                        <a:pt x="3" y="0"/>
                        <a:pt x="5" y="0"/>
                      </a:cubicBezTo>
                      <a:cubicBezTo>
                        <a:pt x="8" y="0"/>
                        <a:pt x="10" y="2"/>
                        <a:pt x="10" y="5"/>
                      </a:cubicBezTo>
                      <a:cubicBezTo>
                        <a:pt x="10" y="7"/>
                        <a:pt x="8" y="10"/>
                        <a:pt x="5" y="1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9" name="ïŝḻî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52E44AC-9D66-4CE3-8CDD-BECEB5E21F00}"/>
                    </a:ext>
                  </a:extLst>
                </p:cNvPr>
                <p:cNvSpPr/>
                <p:nvPr/>
              </p:nvSpPr>
              <p:spPr bwMode="auto">
                <a:xfrm>
                  <a:off x="3668151" y="4993897"/>
                  <a:ext cx="80521" cy="86433"/>
                </a:xfrm>
                <a:custGeom>
                  <a:avLst/>
                  <a:gdLst>
                    <a:gd name="T0" fmla="*/ 10 w 19"/>
                    <a:gd name="T1" fmla="*/ 20 h 20"/>
                    <a:gd name="T2" fmla="*/ 0 w 19"/>
                    <a:gd name="T3" fmla="*/ 10 h 20"/>
                    <a:gd name="T4" fmla="*/ 9 w 19"/>
                    <a:gd name="T5" fmla="*/ 0 h 20"/>
                    <a:gd name="T6" fmla="*/ 19 w 19"/>
                    <a:gd name="T7" fmla="*/ 10 h 20"/>
                    <a:gd name="T8" fmla="*/ 10 w 19"/>
                    <a:gd name="T9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20">
                      <a:moveTo>
                        <a:pt x="10" y="20"/>
                      </a:moveTo>
                      <a:cubicBezTo>
                        <a:pt x="4" y="20"/>
                        <a:pt x="0" y="15"/>
                        <a:pt x="0" y="10"/>
                      </a:cubicBezTo>
                      <a:cubicBezTo>
                        <a:pt x="0" y="5"/>
                        <a:pt x="4" y="0"/>
                        <a:pt x="9" y="0"/>
                      </a:cubicBezTo>
                      <a:cubicBezTo>
                        <a:pt x="15" y="0"/>
                        <a:pt x="19" y="4"/>
                        <a:pt x="19" y="10"/>
                      </a:cubicBezTo>
                      <a:cubicBezTo>
                        <a:pt x="19" y="15"/>
                        <a:pt x="15" y="20"/>
                        <a:pt x="10" y="20"/>
                      </a:cubicBezTo>
                      <a:close/>
                    </a:path>
                  </a:pathLst>
                </a:custGeom>
                <a:solidFill>
                  <a:srgbClr val="ECF0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0" name="îśļíḍ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2F36B94-768D-433A-B3B4-0E5D3B87363A}"/>
                    </a:ext>
                  </a:extLst>
                </p:cNvPr>
                <p:cNvSpPr/>
                <p:nvPr/>
              </p:nvSpPr>
              <p:spPr bwMode="auto">
                <a:xfrm>
                  <a:off x="3689465" y="5015506"/>
                  <a:ext cx="37892" cy="43217"/>
                </a:xfrm>
                <a:custGeom>
                  <a:avLst/>
                  <a:gdLst>
                    <a:gd name="T0" fmla="*/ 5 w 9"/>
                    <a:gd name="T1" fmla="*/ 10 h 10"/>
                    <a:gd name="T2" fmla="*/ 0 w 9"/>
                    <a:gd name="T3" fmla="*/ 5 h 10"/>
                    <a:gd name="T4" fmla="*/ 4 w 9"/>
                    <a:gd name="T5" fmla="*/ 0 h 10"/>
                    <a:gd name="T6" fmla="*/ 9 w 9"/>
                    <a:gd name="T7" fmla="*/ 5 h 10"/>
                    <a:gd name="T8" fmla="*/ 5 w 9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10">
                      <a:moveTo>
                        <a:pt x="5" y="10"/>
                      </a:moveTo>
                      <a:cubicBezTo>
                        <a:pt x="2" y="10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7" y="0"/>
                        <a:pt x="9" y="2"/>
                        <a:pt x="9" y="5"/>
                      </a:cubicBezTo>
                      <a:cubicBezTo>
                        <a:pt x="9" y="8"/>
                        <a:pt x="7" y="10"/>
                        <a:pt x="5" y="10"/>
                      </a:cubicBezTo>
                      <a:close/>
                    </a:path>
                  </a:pathLst>
                </a:custGeom>
                <a:solidFill>
                  <a:srgbClr val="50667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1" name="íŝlíd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E1A85B5-B724-4F2B-B3AC-2EBBEF7361F3}"/>
                    </a:ext>
                  </a:extLst>
                </p:cNvPr>
                <p:cNvSpPr/>
                <p:nvPr/>
              </p:nvSpPr>
              <p:spPr bwMode="auto">
                <a:xfrm>
                  <a:off x="3831561" y="4448888"/>
                  <a:ext cx="1463583" cy="119326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" name="ï$ļíḓ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4ECF979-D102-4472-8EBF-E531F8AA5A38}"/>
                    </a:ext>
                  </a:extLst>
                </p:cNvPr>
                <p:cNvSpPr/>
                <p:nvPr/>
              </p:nvSpPr>
              <p:spPr bwMode="auto">
                <a:xfrm>
                  <a:off x="3864716" y="5032312"/>
                  <a:ext cx="1378326" cy="362540"/>
                </a:xfrm>
                <a:custGeom>
                  <a:avLst/>
                  <a:gdLst>
                    <a:gd name="T0" fmla="*/ 539 w 582"/>
                    <a:gd name="T1" fmla="*/ 151 h 151"/>
                    <a:gd name="T2" fmla="*/ 472 w 582"/>
                    <a:gd name="T3" fmla="*/ 151 h 151"/>
                    <a:gd name="T4" fmla="*/ 446 w 582"/>
                    <a:gd name="T5" fmla="*/ 125 h 151"/>
                    <a:gd name="T6" fmla="*/ 357 w 582"/>
                    <a:gd name="T7" fmla="*/ 125 h 151"/>
                    <a:gd name="T8" fmla="*/ 239 w 582"/>
                    <a:gd name="T9" fmla="*/ 8 h 151"/>
                    <a:gd name="T10" fmla="*/ 143 w 582"/>
                    <a:gd name="T11" fmla="*/ 8 h 151"/>
                    <a:gd name="T12" fmla="*/ 56 w 582"/>
                    <a:gd name="T13" fmla="*/ 95 h 151"/>
                    <a:gd name="T14" fmla="*/ 0 w 582"/>
                    <a:gd name="T15" fmla="*/ 95 h 151"/>
                    <a:gd name="T16" fmla="*/ 0 w 582"/>
                    <a:gd name="T17" fmla="*/ 87 h 151"/>
                    <a:gd name="T18" fmla="*/ 53 w 582"/>
                    <a:gd name="T19" fmla="*/ 87 h 151"/>
                    <a:gd name="T20" fmla="*/ 140 w 582"/>
                    <a:gd name="T21" fmla="*/ 0 h 151"/>
                    <a:gd name="T22" fmla="*/ 241 w 582"/>
                    <a:gd name="T23" fmla="*/ 0 h 151"/>
                    <a:gd name="T24" fmla="*/ 361 w 582"/>
                    <a:gd name="T25" fmla="*/ 120 h 151"/>
                    <a:gd name="T26" fmla="*/ 448 w 582"/>
                    <a:gd name="T27" fmla="*/ 120 h 151"/>
                    <a:gd name="T28" fmla="*/ 473 w 582"/>
                    <a:gd name="T29" fmla="*/ 145 h 151"/>
                    <a:gd name="T30" fmla="*/ 537 w 582"/>
                    <a:gd name="T31" fmla="*/ 145 h 151"/>
                    <a:gd name="T32" fmla="*/ 579 w 582"/>
                    <a:gd name="T33" fmla="*/ 104 h 151"/>
                    <a:gd name="T34" fmla="*/ 582 w 582"/>
                    <a:gd name="T35" fmla="*/ 107 h 151"/>
                    <a:gd name="T36" fmla="*/ 539 w 582"/>
                    <a:gd name="T37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82" h="151">
                      <a:moveTo>
                        <a:pt x="539" y="151"/>
                      </a:moveTo>
                      <a:lnTo>
                        <a:pt x="472" y="151"/>
                      </a:lnTo>
                      <a:lnTo>
                        <a:pt x="446" y="125"/>
                      </a:lnTo>
                      <a:lnTo>
                        <a:pt x="357" y="125"/>
                      </a:lnTo>
                      <a:lnTo>
                        <a:pt x="239" y="8"/>
                      </a:lnTo>
                      <a:lnTo>
                        <a:pt x="143" y="8"/>
                      </a:lnTo>
                      <a:lnTo>
                        <a:pt x="56" y="95"/>
                      </a:lnTo>
                      <a:lnTo>
                        <a:pt x="0" y="95"/>
                      </a:lnTo>
                      <a:lnTo>
                        <a:pt x="0" y="87"/>
                      </a:lnTo>
                      <a:lnTo>
                        <a:pt x="53" y="87"/>
                      </a:lnTo>
                      <a:lnTo>
                        <a:pt x="140" y="0"/>
                      </a:lnTo>
                      <a:lnTo>
                        <a:pt x="241" y="0"/>
                      </a:lnTo>
                      <a:lnTo>
                        <a:pt x="361" y="120"/>
                      </a:lnTo>
                      <a:lnTo>
                        <a:pt x="448" y="120"/>
                      </a:lnTo>
                      <a:lnTo>
                        <a:pt x="473" y="145"/>
                      </a:lnTo>
                      <a:lnTo>
                        <a:pt x="537" y="145"/>
                      </a:lnTo>
                      <a:lnTo>
                        <a:pt x="579" y="104"/>
                      </a:lnTo>
                      <a:lnTo>
                        <a:pt x="582" y="107"/>
                      </a:lnTo>
                      <a:lnTo>
                        <a:pt x="539" y="151"/>
                      </a:lnTo>
                      <a:close/>
                    </a:path>
                  </a:pathLst>
                </a:custGeom>
                <a:solidFill>
                  <a:srgbClr val="EBA5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" name="íṣḷî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BADB0AC-9DBD-4850-8A1E-950DB9FBE456}"/>
                    </a:ext>
                  </a:extLst>
                </p:cNvPr>
                <p:cNvSpPr/>
                <p:nvPr/>
              </p:nvSpPr>
              <p:spPr bwMode="auto">
                <a:xfrm>
                  <a:off x="4430730" y="5041916"/>
                  <a:ext cx="2368" cy="552213"/>
                </a:xfrm>
                <a:prstGeom prst="rect">
                  <a:avLst/>
                </a:prstGeom>
                <a:solidFill>
                  <a:srgbClr val="C3C1B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" name="íŝḻïḓ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D494F5D-D40F-4384-8090-ABE9A775F7DA}"/>
                    </a:ext>
                  </a:extLst>
                </p:cNvPr>
                <p:cNvSpPr/>
                <p:nvPr/>
              </p:nvSpPr>
              <p:spPr bwMode="auto">
                <a:xfrm>
                  <a:off x="4298107" y="5385248"/>
                  <a:ext cx="2368" cy="208880"/>
                </a:xfrm>
                <a:prstGeom prst="rect">
                  <a:avLst/>
                </a:prstGeom>
                <a:solidFill>
                  <a:srgbClr val="C3C1B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5" name="íṣļïḓ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8A5FA2E-28DF-47DD-B2FB-6DF147993829}"/>
                    </a:ext>
                  </a:extLst>
                </p:cNvPr>
                <p:cNvSpPr/>
                <p:nvPr/>
              </p:nvSpPr>
              <p:spPr bwMode="auto">
                <a:xfrm>
                  <a:off x="5136470" y="4914667"/>
                  <a:ext cx="4737" cy="679462"/>
                </a:xfrm>
                <a:prstGeom prst="rect">
                  <a:avLst/>
                </a:prstGeom>
                <a:solidFill>
                  <a:srgbClr val="C3C1B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6" name="íşlï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404ACD9-20B3-4770-8E30-E808F5DDFF98}"/>
                    </a:ext>
                  </a:extLst>
                </p:cNvPr>
                <p:cNvSpPr/>
                <p:nvPr/>
              </p:nvSpPr>
              <p:spPr bwMode="auto">
                <a:xfrm>
                  <a:off x="5110419" y="4885856"/>
                  <a:ext cx="52102" cy="50419"/>
                </a:xfrm>
                <a:prstGeom prst="ellipse">
                  <a:avLst/>
                </a:prstGeom>
                <a:solidFill>
                  <a:srgbClr val="D9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7" name="iṧḷí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51D2E1B-BFCA-4302-9836-F4F493CB8227}"/>
                    </a:ext>
                  </a:extLst>
                </p:cNvPr>
                <p:cNvSpPr/>
                <p:nvPr/>
              </p:nvSpPr>
              <p:spPr bwMode="auto">
                <a:xfrm>
                  <a:off x="4688870" y="5068326"/>
                  <a:ext cx="56838" cy="52820"/>
                </a:xfrm>
                <a:prstGeom prst="ellipse">
                  <a:avLst/>
                </a:prstGeom>
                <a:solidFill>
                  <a:srgbClr val="4BB3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8" name="iṥḻï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EAA08D9-4595-4A5D-94AA-D6E8698A4D25}"/>
                    </a:ext>
                  </a:extLst>
                </p:cNvPr>
                <p:cNvSpPr/>
                <p:nvPr/>
              </p:nvSpPr>
              <p:spPr bwMode="auto">
                <a:xfrm>
                  <a:off x="4407047" y="5010704"/>
                  <a:ext cx="49733" cy="57622"/>
                </a:xfrm>
                <a:prstGeom prst="ellipse">
                  <a:avLst/>
                </a:prstGeom>
                <a:solidFill>
                  <a:srgbClr val="EBA5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9" name="ïSḻïď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F97BE7D-FF57-4071-BC3B-89664720F198}"/>
                    </a:ext>
                  </a:extLst>
                </p:cNvPr>
                <p:cNvSpPr/>
                <p:nvPr/>
              </p:nvSpPr>
              <p:spPr bwMode="auto">
                <a:xfrm>
                  <a:off x="4276793" y="5356437"/>
                  <a:ext cx="52102" cy="55221"/>
                </a:xfrm>
                <a:prstGeom prst="ellipse">
                  <a:avLst/>
                </a:prstGeom>
                <a:solidFill>
                  <a:srgbClr val="87AB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0" name="iṥḻïď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CDA1EE8-D07C-4A77-A034-2AB55D111CAB}"/>
                    </a:ext>
                  </a:extLst>
                </p:cNvPr>
                <p:cNvSpPr/>
                <p:nvPr/>
              </p:nvSpPr>
              <p:spPr bwMode="auto">
                <a:xfrm>
                  <a:off x="3848138" y="4816229"/>
                  <a:ext cx="37892" cy="38415"/>
                </a:xfrm>
                <a:custGeom>
                  <a:avLst/>
                  <a:gdLst>
                    <a:gd name="T0" fmla="*/ 4 w 9"/>
                    <a:gd name="T1" fmla="*/ 9 h 9"/>
                    <a:gd name="T2" fmla="*/ 0 w 9"/>
                    <a:gd name="T3" fmla="*/ 4 h 9"/>
                    <a:gd name="T4" fmla="*/ 4 w 9"/>
                    <a:gd name="T5" fmla="*/ 0 h 9"/>
                    <a:gd name="T6" fmla="*/ 9 w 9"/>
                    <a:gd name="T7" fmla="*/ 4 h 9"/>
                    <a:gd name="T8" fmla="*/ 4 w 9"/>
                    <a:gd name="T9" fmla="*/ 9 h 9"/>
                    <a:gd name="T10" fmla="*/ 4 w 9"/>
                    <a:gd name="T11" fmla="*/ 1 h 9"/>
                    <a:gd name="T12" fmla="*/ 1 w 9"/>
                    <a:gd name="T13" fmla="*/ 4 h 9"/>
                    <a:gd name="T14" fmla="*/ 4 w 9"/>
                    <a:gd name="T15" fmla="*/ 7 h 9"/>
                    <a:gd name="T16" fmla="*/ 7 w 9"/>
                    <a:gd name="T17" fmla="*/ 4 h 9"/>
                    <a:gd name="T18" fmla="*/ 4 w 9"/>
                    <a:gd name="T19" fmla="*/ 1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9">
                      <a:moveTo>
                        <a:pt x="4" y="9"/>
                      </a:move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7" y="0"/>
                        <a:pt x="9" y="2"/>
                        <a:pt x="9" y="4"/>
                      </a:cubicBezTo>
                      <a:cubicBezTo>
                        <a:pt x="9" y="7"/>
                        <a:pt x="7" y="9"/>
                        <a:pt x="4" y="9"/>
                      </a:cubicBezTo>
                      <a:moveTo>
                        <a:pt x="4" y="1"/>
                      </a:moveTo>
                      <a:cubicBezTo>
                        <a:pt x="3" y="1"/>
                        <a:pt x="1" y="3"/>
                        <a:pt x="1" y="4"/>
                      </a:cubicBezTo>
                      <a:cubicBezTo>
                        <a:pt x="1" y="6"/>
                        <a:pt x="3" y="7"/>
                        <a:pt x="4" y="7"/>
                      </a:cubicBezTo>
                      <a:cubicBezTo>
                        <a:pt x="6" y="7"/>
                        <a:pt x="7" y="6"/>
                        <a:pt x="7" y="4"/>
                      </a:cubicBezTo>
                      <a:cubicBezTo>
                        <a:pt x="7" y="3"/>
                        <a:pt x="6" y="1"/>
                        <a:pt x="4" y="1"/>
                      </a:cubicBezTo>
                    </a:path>
                  </a:pathLst>
                </a:cu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1" name="iSľîď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B95BC9F-25F1-4EA1-908C-E5A6AAFF77F0}"/>
                    </a:ext>
                  </a:extLst>
                </p:cNvPr>
                <p:cNvSpPr/>
                <p:nvPr/>
              </p:nvSpPr>
              <p:spPr bwMode="auto">
                <a:xfrm>
                  <a:off x="3864716" y="4833035"/>
                  <a:ext cx="1378326" cy="765895"/>
                </a:xfrm>
                <a:custGeom>
                  <a:avLst/>
                  <a:gdLst>
                    <a:gd name="T0" fmla="*/ 582 w 582"/>
                    <a:gd name="T1" fmla="*/ 319 h 319"/>
                    <a:gd name="T2" fmla="*/ 0 w 582"/>
                    <a:gd name="T3" fmla="*/ 319 h 319"/>
                    <a:gd name="T4" fmla="*/ 0 w 582"/>
                    <a:gd name="T5" fmla="*/ 0 h 319"/>
                    <a:gd name="T6" fmla="*/ 2 w 582"/>
                    <a:gd name="T7" fmla="*/ 0 h 319"/>
                    <a:gd name="T8" fmla="*/ 2 w 582"/>
                    <a:gd name="T9" fmla="*/ 315 h 319"/>
                    <a:gd name="T10" fmla="*/ 582 w 582"/>
                    <a:gd name="T11" fmla="*/ 315 h 319"/>
                    <a:gd name="T12" fmla="*/ 582 w 582"/>
                    <a:gd name="T13" fmla="*/ 319 h 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82" h="319">
                      <a:moveTo>
                        <a:pt x="582" y="319"/>
                      </a:moveTo>
                      <a:lnTo>
                        <a:pt x="0" y="319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2" y="315"/>
                      </a:lnTo>
                      <a:lnTo>
                        <a:pt x="582" y="315"/>
                      </a:lnTo>
                      <a:lnTo>
                        <a:pt x="582" y="319"/>
                      </a:lnTo>
                      <a:close/>
                    </a:path>
                  </a:pathLst>
                </a:cu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2" name="ïṩ1ïḑ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D66F67-DF20-461F-824B-AC0E0019FC75}"/>
                    </a:ext>
                  </a:extLst>
                </p:cNvPr>
                <p:cNvSpPr/>
                <p:nvPr/>
              </p:nvSpPr>
              <p:spPr bwMode="auto">
                <a:xfrm>
                  <a:off x="5226464" y="5577322"/>
                  <a:ext cx="30787" cy="36014"/>
                </a:xfrm>
                <a:prstGeom prst="ellipse">
                  <a:avLst/>
                </a:pr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3" name="ïSlîḓ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841FC8B-3362-4B4B-B1F3-36BF14029A8D}"/>
                    </a:ext>
                  </a:extLst>
                </p:cNvPr>
                <p:cNvSpPr/>
                <p:nvPr/>
              </p:nvSpPr>
              <p:spPr bwMode="auto">
                <a:xfrm>
                  <a:off x="5020426" y="5577322"/>
                  <a:ext cx="30787" cy="36014"/>
                </a:xfrm>
                <a:prstGeom prst="ellipse">
                  <a:avLst/>
                </a:pr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" name="íṣlïď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6401145-A8D6-458E-89CC-97B64F615FD9}"/>
                    </a:ext>
                  </a:extLst>
                </p:cNvPr>
                <p:cNvSpPr/>
                <p:nvPr/>
              </p:nvSpPr>
              <p:spPr bwMode="auto">
                <a:xfrm>
                  <a:off x="4830965" y="5577322"/>
                  <a:ext cx="35524" cy="36014"/>
                </a:xfrm>
                <a:prstGeom prst="ellipse">
                  <a:avLst/>
                </a:pr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5" name="iṡ1î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6CEB5B5-6695-4A03-B58E-946EDD0D7609}"/>
                    </a:ext>
                  </a:extLst>
                </p:cNvPr>
                <p:cNvSpPr/>
                <p:nvPr/>
              </p:nvSpPr>
              <p:spPr bwMode="auto">
                <a:xfrm>
                  <a:off x="4655714" y="5577322"/>
                  <a:ext cx="33156" cy="36014"/>
                </a:xfrm>
                <a:prstGeom prst="ellipse">
                  <a:avLst/>
                </a:pr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6" name="ïśḻi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E1B850D-ED8C-48E7-88E5-656EBC6F9136}"/>
                    </a:ext>
                  </a:extLst>
                </p:cNvPr>
                <p:cNvSpPr/>
                <p:nvPr/>
              </p:nvSpPr>
              <p:spPr bwMode="auto">
                <a:xfrm>
                  <a:off x="4461517" y="5577322"/>
                  <a:ext cx="35524" cy="36014"/>
                </a:xfrm>
                <a:prstGeom prst="ellipse">
                  <a:avLst/>
                </a:pr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7" name="ïṥļiď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8CC19CD-AA49-4536-B90F-1857AF6C46F0}"/>
                    </a:ext>
                  </a:extLst>
                </p:cNvPr>
                <p:cNvSpPr/>
                <p:nvPr/>
              </p:nvSpPr>
              <p:spPr bwMode="auto">
                <a:xfrm>
                  <a:off x="4272056" y="5577322"/>
                  <a:ext cx="30787" cy="36014"/>
                </a:xfrm>
                <a:prstGeom prst="ellipse">
                  <a:avLst/>
                </a:pr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8" name="îšľíd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043A507-A69A-4775-8809-FC41DE4BC6C8}"/>
                    </a:ext>
                  </a:extLst>
                </p:cNvPr>
                <p:cNvSpPr/>
                <p:nvPr/>
              </p:nvSpPr>
              <p:spPr bwMode="auto">
                <a:xfrm>
                  <a:off x="4080228" y="5577322"/>
                  <a:ext cx="33156" cy="36014"/>
                </a:xfrm>
                <a:prstGeom prst="ellipse">
                  <a:avLst/>
                </a:pr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9" name="îṣḻîḍ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22ADC74-F4FE-48BC-8225-FC8AE4892B61}"/>
                    </a:ext>
                  </a:extLst>
                </p:cNvPr>
                <p:cNvSpPr/>
                <p:nvPr/>
              </p:nvSpPr>
              <p:spPr bwMode="auto">
                <a:xfrm>
                  <a:off x="3890767" y="5577322"/>
                  <a:ext cx="35524" cy="36014"/>
                </a:xfrm>
                <a:prstGeom prst="ellipse">
                  <a:avLst/>
                </a:prstGeom>
                <a:solidFill>
                  <a:srgbClr val="87AB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0" name="iś1î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4D50439-68A2-47A6-AC6A-786F28D9766A}"/>
                    </a:ext>
                  </a:extLst>
                </p:cNvPr>
                <p:cNvSpPr/>
                <p:nvPr/>
              </p:nvSpPr>
              <p:spPr bwMode="auto">
                <a:xfrm>
                  <a:off x="4714920" y="5094736"/>
                  <a:ext cx="4737" cy="499392"/>
                </a:xfrm>
                <a:prstGeom prst="rect">
                  <a:avLst/>
                </a:prstGeom>
                <a:solidFill>
                  <a:srgbClr val="C3C1B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1" name="ïṡḻiď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F63670F-7DBA-4DB9-B2D1-C6FC0B747322}"/>
                    </a:ext>
                  </a:extLst>
                </p:cNvPr>
                <p:cNvSpPr/>
                <p:nvPr/>
              </p:nvSpPr>
              <p:spPr bwMode="auto">
                <a:xfrm>
                  <a:off x="3859980" y="4794621"/>
                  <a:ext cx="1397272" cy="804310"/>
                </a:xfrm>
                <a:custGeom>
                  <a:avLst/>
                  <a:gdLst>
                    <a:gd name="T0" fmla="*/ 6 w 590"/>
                    <a:gd name="T1" fmla="*/ 335 h 335"/>
                    <a:gd name="T2" fmla="*/ 0 w 590"/>
                    <a:gd name="T3" fmla="*/ 331 h 335"/>
                    <a:gd name="T4" fmla="*/ 182 w 590"/>
                    <a:gd name="T5" fmla="*/ 150 h 335"/>
                    <a:gd name="T6" fmla="*/ 236 w 590"/>
                    <a:gd name="T7" fmla="*/ 150 h 335"/>
                    <a:gd name="T8" fmla="*/ 338 w 590"/>
                    <a:gd name="T9" fmla="*/ 48 h 335"/>
                    <a:gd name="T10" fmla="*/ 381 w 590"/>
                    <a:gd name="T11" fmla="*/ 48 h 335"/>
                    <a:gd name="T12" fmla="*/ 401 w 590"/>
                    <a:gd name="T13" fmla="*/ 29 h 335"/>
                    <a:gd name="T14" fmla="*/ 523 w 590"/>
                    <a:gd name="T15" fmla="*/ 29 h 335"/>
                    <a:gd name="T16" fmla="*/ 539 w 590"/>
                    <a:gd name="T17" fmla="*/ 45 h 335"/>
                    <a:gd name="T18" fmla="*/ 584 w 590"/>
                    <a:gd name="T19" fmla="*/ 0 h 335"/>
                    <a:gd name="T20" fmla="*/ 590 w 590"/>
                    <a:gd name="T21" fmla="*/ 5 h 335"/>
                    <a:gd name="T22" fmla="*/ 539 w 590"/>
                    <a:gd name="T23" fmla="*/ 54 h 335"/>
                    <a:gd name="T24" fmla="*/ 521 w 590"/>
                    <a:gd name="T25" fmla="*/ 36 h 335"/>
                    <a:gd name="T26" fmla="*/ 403 w 590"/>
                    <a:gd name="T27" fmla="*/ 36 h 335"/>
                    <a:gd name="T28" fmla="*/ 385 w 590"/>
                    <a:gd name="T29" fmla="*/ 54 h 335"/>
                    <a:gd name="T30" fmla="*/ 339 w 590"/>
                    <a:gd name="T31" fmla="*/ 54 h 335"/>
                    <a:gd name="T32" fmla="*/ 238 w 590"/>
                    <a:gd name="T33" fmla="*/ 157 h 335"/>
                    <a:gd name="T34" fmla="*/ 183 w 590"/>
                    <a:gd name="T35" fmla="*/ 157 h 335"/>
                    <a:gd name="T36" fmla="*/ 6 w 590"/>
                    <a:gd name="T37" fmla="*/ 335 h 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90" h="335">
                      <a:moveTo>
                        <a:pt x="6" y="335"/>
                      </a:moveTo>
                      <a:lnTo>
                        <a:pt x="0" y="331"/>
                      </a:lnTo>
                      <a:lnTo>
                        <a:pt x="182" y="150"/>
                      </a:lnTo>
                      <a:lnTo>
                        <a:pt x="236" y="150"/>
                      </a:lnTo>
                      <a:lnTo>
                        <a:pt x="338" y="48"/>
                      </a:lnTo>
                      <a:lnTo>
                        <a:pt x="381" y="48"/>
                      </a:lnTo>
                      <a:lnTo>
                        <a:pt x="401" y="29"/>
                      </a:lnTo>
                      <a:lnTo>
                        <a:pt x="523" y="29"/>
                      </a:lnTo>
                      <a:lnTo>
                        <a:pt x="539" y="45"/>
                      </a:lnTo>
                      <a:lnTo>
                        <a:pt x="584" y="0"/>
                      </a:lnTo>
                      <a:lnTo>
                        <a:pt x="590" y="5"/>
                      </a:lnTo>
                      <a:lnTo>
                        <a:pt x="539" y="54"/>
                      </a:lnTo>
                      <a:lnTo>
                        <a:pt x="521" y="36"/>
                      </a:lnTo>
                      <a:lnTo>
                        <a:pt x="403" y="36"/>
                      </a:lnTo>
                      <a:lnTo>
                        <a:pt x="385" y="54"/>
                      </a:lnTo>
                      <a:lnTo>
                        <a:pt x="339" y="54"/>
                      </a:lnTo>
                      <a:lnTo>
                        <a:pt x="238" y="157"/>
                      </a:lnTo>
                      <a:lnTo>
                        <a:pt x="183" y="157"/>
                      </a:lnTo>
                      <a:lnTo>
                        <a:pt x="6" y="335"/>
                      </a:lnTo>
                      <a:close/>
                    </a:path>
                  </a:pathLst>
                </a:custGeom>
                <a:solidFill>
                  <a:srgbClr val="D9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2" name="îṣḷîḓ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80656B5-9C9E-4601-8908-698F569431FC}"/>
                    </a:ext>
                  </a:extLst>
                </p:cNvPr>
                <p:cNvSpPr/>
                <p:nvPr/>
              </p:nvSpPr>
              <p:spPr bwMode="auto">
                <a:xfrm>
                  <a:off x="5221728" y="4789819"/>
                  <a:ext cx="37892" cy="38415"/>
                </a:xfrm>
                <a:prstGeom prst="ellipse">
                  <a:avLst/>
                </a:prstGeom>
                <a:solidFill>
                  <a:srgbClr val="D9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3" name="îṩḷíd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FC7CD01-4B98-4952-8AA3-BED6DFE3A968}"/>
                    </a:ext>
                  </a:extLst>
                </p:cNvPr>
                <p:cNvSpPr/>
                <p:nvPr/>
              </p:nvSpPr>
              <p:spPr bwMode="auto">
                <a:xfrm>
                  <a:off x="3864716" y="4977091"/>
                  <a:ext cx="1383062" cy="499392"/>
                </a:xfrm>
                <a:custGeom>
                  <a:avLst/>
                  <a:gdLst>
                    <a:gd name="T0" fmla="*/ 67 w 584"/>
                    <a:gd name="T1" fmla="*/ 208 h 208"/>
                    <a:gd name="T2" fmla="*/ 0 w 584"/>
                    <a:gd name="T3" fmla="*/ 208 h 208"/>
                    <a:gd name="T4" fmla="*/ 0 w 584"/>
                    <a:gd name="T5" fmla="*/ 203 h 208"/>
                    <a:gd name="T6" fmla="*/ 64 w 584"/>
                    <a:gd name="T7" fmla="*/ 203 h 208"/>
                    <a:gd name="T8" fmla="*/ 114 w 584"/>
                    <a:gd name="T9" fmla="*/ 152 h 208"/>
                    <a:gd name="T10" fmla="*/ 147 w 584"/>
                    <a:gd name="T11" fmla="*/ 152 h 208"/>
                    <a:gd name="T12" fmla="*/ 169 w 584"/>
                    <a:gd name="T13" fmla="*/ 130 h 208"/>
                    <a:gd name="T14" fmla="*/ 272 w 584"/>
                    <a:gd name="T15" fmla="*/ 130 h 208"/>
                    <a:gd name="T16" fmla="*/ 359 w 584"/>
                    <a:gd name="T17" fmla="*/ 45 h 208"/>
                    <a:gd name="T18" fmla="*/ 453 w 584"/>
                    <a:gd name="T19" fmla="*/ 45 h 208"/>
                    <a:gd name="T20" fmla="*/ 473 w 584"/>
                    <a:gd name="T21" fmla="*/ 67 h 208"/>
                    <a:gd name="T22" fmla="*/ 513 w 584"/>
                    <a:gd name="T23" fmla="*/ 67 h 208"/>
                    <a:gd name="T24" fmla="*/ 580 w 584"/>
                    <a:gd name="T25" fmla="*/ 0 h 208"/>
                    <a:gd name="T26" fmla="*/ 584 w 584"/>
                    <a:gd name="T27" fmla="*/ 5 h 208"/>
                    <a:gd name="T28" fmla="*/ 515 w 584"/>
                    <a:gd name="T29" fmla="*/ 72 h 208"/>
                    <a:gd name="T30" fmla="*/ 472 w 584"/>
                    <a:gd name="T31" fmla="*/ 72 h 208"/>
                    <a:gd name="T32" fmla="*/ 450 w 584"/>
                    <a:gd name="T33" fmla="*/ 51 h 208"/>
                    <a:gd name="T34" fmla="*/ 361 w 584"/>
                    <a:gd name="T35" fmla="*/ 51 h 208"/>
                    <a:gd name="T36" fmla="*/ 276 w 584"/>
                    <a:gd name="T37" fmla="*/ 138 h 208"/>
                    <a:gd name="T38" fmla="*/ 172 w 584"/>
                    <a:gd name="T39" fmla="*/ 138 h 208"/>
                    <a:gd name="T40" fmla="*/ 151 w 584"/>
                    <a:gd name="T41" fmla="*/ 158 h 208"/>
                    <a:gd name="T42" fmla="*/ 116 w 584"/>
                    <a:gd name="T43" fmla="*/ 158 h 208"/>
                    <a:gd name="T44" fmla="*/ 67 w 584"/>
                    <a:gd name="T45" fmla="*/ 208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584" h="208">
                      <a:moveTo>
                        <a:pt x="67" y="208"/>
                      </a:moveTo>
                      <a:lnTo>
                        <a:pt x="0" y="208"/>
                      </a:lnTo>
                      <a:lnTo>
                        <a:pt x="0" y="203"/>
                      </a:lnTo>
                      <a:lnTo>
                        <a:pt x="64" y="203"/>
                      </a:lnTo>
                      <a:lnTo>
                        <a:pt x="114" y="152"/>
                      </a:lnTo>
                      <a:lnTo>
                        <a:pt x="147" y="152"/>
                      </a:lnTo>
                      <a:lnTo>
                        <a:pt x="169" y="130"/>
                      </a:lnTo>
                      <a:lnTo>
                        <a:pt x="272" y="130"/>
                      </a:lnTo>
                      <a:lnTo>
                        <a:pt x="359" y="45"/>
                      </a:lnTo>
                      <a:lnTo>
                        <a:pt x="453" y="45"/>
                      </a:lnTo>
                      <a:lnTo>
                        <a:pt x="473" y="67"/>
                      </a:lnTo>
                      <a:lnTo>
                        <a:pt x="513" y="67"/>
                      </a:lnTo>
                      <a:lnTo>
                        <a:pt x="580" y="0"/>
                      </a:lnTo>
                      <a:lnTo>
                        <a:pt x="584" y="5"/>
                      </a:lnTo>
                      <a:lnTo>
                        <a:pt x="515" y="72"/>
                      </a:lnTo>
                      <a:lnTo>
                        <a:pt x="472" y="72"/>
                      </a:lnTo>
                      <a:lnTo>
                        <a:pt x="450" y="51"/>
                      </a:lnTo>
                      <a:lnTo>
                        <a:pt x="361" y="51"/>
                      </a:lnTo>
                      <a:lnTo>
                        <a:pt x="276" y="138"/>
                      </a:lnTo>
                      <a:lnTo>
                        <a:pt x="172" y="138"/>
                      </a:lnTo>
                      <a:lnTo>
                        <a:pt x="151" y="158"/>
                      </a:lnTo>
                      <a:lnTo>
                        <a:pt x="116" y="158"/>
                      </a:lnTo>
                      <a:lnTo>
                        <a:pt x="67" y="208"/>
                      </a:lnTo>
                      <a:close/>
                    </a:path>
                  </a:pathLst>
                </a:custGeom>
                <a:solidFill>
                  <a:srgbClr val="4BB3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4" name="íşliď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0E37DD-51B9-492F-8491-E96CDF9371E4}"/>
                    </a:ext>
                  </a:extLst>
                </p:cNvPr>
                <p:cNvSpPr/>
                <p:nvPr/>
              </p:nvSpPr>
              <p:spPr bwMode="auto">
                <a:xfrm>
                  <a:off x="5221728" y="4962685"/>
                  <a:ext cx="37892" cy="40816"/>
                </a:xfrm>
                <a:prstGeom prst="ellipse">
                  <a:avLst/>
                </a:prstGeom>
                <a:solidFill>
                  <a:srgbClr val="4BB3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5" name="iśḻîd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7262CF-40B5-429F-B599-C082409E57FE}"/>
                    </a:ext>
                  </a:extLst>
                </p:cNvPr>
                <p:cNvSpPr/>
                <p:nvPr/>
              </p:nvSpPr>
              <p:spPr bwMode="auto">
                <a:xfrm>
                  <a:off x="3864716" y="4962685"/>
                  <a:ext cx="1383062" cy="576222"/>
                </a:xfrm>
                <a:custGeom>
                  <a:avLst/>
                  <a:gdLst>
                    <a:gd name="T0" fmla="*/ 105 w 584"/>
                    <a:gd name="T1" fmla="*/ 240 h 240"/>
                    <a:gd name="T2" fmla="*/ 0 w 584"/>
                    <a:gd name="T3" fmla="*/ 240 h 240"/>
                    <a:gd name="T4" fmla="*/ 0 w 584"/>
                    <a:gd name="T5" fmla="*/ 234 h 240"/>
                    <a:gd name="T6" fmla="*/ 103 w 584"/>
                    <a:gd name="T7" fmla="*/ 234 h 240"/>
                    <a:gd name="T8" fmla="*/ 165 w 584"/>
                    <a:gd name="T9" fmla="*/ 173 h 240"/>
                    <a:gd name="T10" fmla="*/ 183 w 584"/>
                    <a:gd name="T11" fmla="*/ 173 h 240"/>
                    <a:gd name="T12" fmla="*/ 356 w 584"/>
                    <a:gd name="T13" fmla="*/ 0 h 240"/>
                    <a:gd name="T14" fmla="*/ 410 w 584"/>
                    <a:gd name="T15" fmla="*/ 0 h 240"/>
                    <a:gd name="T16" fmla="*/ 519 w 584"/>
                    <a:gd name="T17" fmla="*/ 109 h 240"/>
                    <a:gd name="T18" fmla="*/ 553 w 584"/>
                    <a:gd name="T19" fmla="*/ 109 h 240"/>
                    <a:gd name="T20" fmla="*/ 579 w 584"/>
                    <a:gd name="T21" fmla="*/ 82 h 240"/>
                    <a:gd name="T22" fmla="*/ 584 w 584"/>
                    <a:gd name="T23" fmla="*/ 87 h 240"/>
                    <a:gd name="T24" fmla="*/ 555 w 584"/>
                    <a:gd name="T25" fmla="*/ 115 h 240"/>
                    <a:gd name="T26" fmla="*/ 517 w 584"/>
                    <a:gd name="T27" fmla="*/ 115 h 240"/>
                    <a:gd name="T28" fmla="*/ 408 w 584"/>
                    <a:gd name="T29" fmla="*/ 6 h 240"/>
                    <a:gd name="T30" fmla="*/ 359 w 584"/>
                    <a:gd name="T31" fmla="*/ 6 h 240"/>
                    <a:gd name="T32" fmla="*/ 187 w 584"/>
                    <a:gd name="T33" fmla="*/ 178 h 240"/>
                    <a:gd name="T34" fmla="*/ 167 w 584"/>
                    <a:gd name="T35" fmla="*/ 178 h 240"/>
                    <a:gd name="T36" fmla="*/ 105 w 584"/>
                    <a:gd name="T37" fmla="*/ 24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84" h="240">
                      <a:moveTo>
                        <a:pt x="105" y="240"/>
                      </a:moveTo>
                      <a:lnTo>
                        <a:pt x="0" y="240"/>
                      </a:lnTo>
                      <a:lnTo>
                        <a:pt x="0" y="234"/>
                      </a:lnTo>
                      <a:lnTo>
                        <a:pt x="103" y="234"/>
                      </a:lnTo>
                      <a:lnTo>
                        <a:pt x="165" y="173"/>
                      </a:lnTo>
                      <a:lnTo>
                        <a:pt x="183" y="173"/>
                      </a:lnTo>
                      <a:lnTo>
                        <a:pt x="356" y="0"/>
                      </a:lnTo>
                      <a:lnTo>
                        <a:pt x="410" y="0"/>
                      </a:lnTo>
                      <a:lnTo>
                        <a:pt x="519" y="109"/>
                      </a:lnTo>
                      <a:lnTo>
                        <a:pt x="553" y="109"/>
                      </a:lnTo>
                      <a:lnTo>
                        <a:pt x="579" y="82"/>
                      </a:lnTo>
                      <a:lnTo>
                        <a:pt x="584" y="87"/>
                      </a:lnTo>
                      <a:lnTo>
                        <a:pt x="555" y="115"/>
                      </a:lnTo>
                      <a:lnTo>
                        <a:pt x="517" y="115"/>
                      </a:lnTo>
                      <a:lnTo>
                        <a:pt x="408" y="6"/>
                      </a:lnTo>
                      <a:lnTo>
                        <a:pt x="359" y="6"/>
                      </a:lnTo>
                      <a:lnTo>
                        <a:pt x="187" y="178"/>
                      </a:lnTo>
                      <a:lnTo>
                        <a:pt x="167" y="178"/>
                      </a:lnTo>
                      <a:lnTo>
                        <a:pt x="105" y="240"/>
                      </a:lnTo>
                      <a:close/>
                    </a:path>
                  </a:pathLst>
                </a:custGeom>
                <a:solidFill>
                  <a:srgbClr val="87AB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6" name="íslid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5A9FDAA-9CB8-4F47-90FB-B6CE8870C3B9}"/>
                    </a:ext>
                  </a:extLst>
                </p:cNvPr>
                <p:cNvSpPr/>
                <p:nvPr/>
              </p:nvSpPr>
              <p:spPr bwMode="auto">
                <a:xfrm>
                  <a:off x="5221728" y="5142755"/>
                  <a:ext cx="37892" cy="38415"/>
                </a:xfrm>
                <a:prstGeom prst="ellipse">
                  <a:avLst/>
                </a:prstGeom>
                <a:solidFill>
                  <a:srgbClr val="87AB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7" name="iṣḻiḑ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F0A6F96-94DA-4870-AE99-AF2D2F170A44}"/>
                    </a:ext>
                  </a:extLst>
                </p:cNvPr>
                <p:cNvSpPr/>
                <p:nvPr/>
              </p:nvSpPr>
              <p:spPr bwMode="auto">
                <a:xfrm>
                  <a:off x="5221728" y="5262801"/>
                  <a:ext cx="37892" cy="40816"/>
                </a:xfrm>
                <a:prstGeom prst="ellipse">
                  <a:avLst/>
                </a:prstGeom>
                <a:solidFill>
                  <a:srgbClr val="EBA53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877478" y="5025776"/>
                <a:ext cx="722318" cy="1289296"/>
                <a:chOff x="6763463" y="4432081"/>
                <a:chExt cx="722318" cy="1289296"/>
              </a:xfrm>
            </p:grpSpPr>
            <p:sp>
              <p:nvSpPr>
                <p:cNvPr id="77" name="išḻîd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117A194-9B9B-4ED4-ADD0-89A4239A6BF5}"/>
                    </a:ext>
                  </a:extLst>
                </p:cNvPr>
                <p:cNvSpPr/>
                <p:nvPr/>
              </p:nvSpPr>
              <p:spPr bwMode="auto">
                <a:xfrm>
                  <a:off x="6763463" y="4432081"/>
                  <a:ext cx="722318" cy="1289296"/>
                </a:xfrm>
                <a:custGeom>
                  <a:avLst/>
                  <a:gdLst>
                    <a:gd name="T0" fmla="*/ 168 w 168"/>
                    <a:gd name="T1" fmla="*/ 288 h 296"/>
                    <a:gd name="T2" fmla="*/ 159 w 168"/>
                    <a:gd name="T3" fmla="*/ 296 h 296"/>
                    <a:gd name="T4" fmla="*/ 9 w 168"/>
                    <a:gd name="T5" fmla="*/ 296 h 296"/>
                    <a:gd name="T6" fmla="*/ 0 w 168"/>
                    <a:gd name="T7" fmla="*/ 288 h 296"/>
                    <a:gd name="T8" fmla="*/ 0 w 168"/>
                    <a:gd name="T9" fmla="*/ 8 h 296"/>
                    <a:gd name="T10" fmla="*/ 9 w 168"/>
                    <a:gd name="T11" fmla="*/ 0 h 296"/>
                    <a:gd name="T12" fmla="*/ 159 w 168"/>
                    <a:gd name="T13" fmla="*/ 0 h 296"/>
                    <a:gd name="T14" fmla="*/ 168 w 168"/>
                    <a:gd name="T15" fmla="*/ 8 h 296"/>
                    <a:gd name="T16" fmla="*/ 168 w 168"/>
                    <a:gd name="T17" fmla="*/ 288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68" h="296">
                      <a:moveTo>
                        <a:pt x="168" y="288"/>
                      </a:moveTo>
                      <a:cubicBezTo>
                        <a:pt x="168" y="292"/>
                        <a:pt x="164" y="296"/>
                        <a:pt x="159" y="296"/>
                      </a:cubicBezTo>
                      <a:cubicBezTo>
                        <a:pt x="9" y="296"/>
                        <a:pt x="9" y="296"/>
                        <a:pt x="9" y="296"/>
                      </a:cubicBezTo>
                      <a:cubicBezTo>
                        <a:pt x="4" y="296"/>
                        <a:pt x="0" y="292"/>
                        <a:pt x="0" y="28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159" y="0"/>
                        <a:pt x="159" y="0"/>
                        <a:pt x="159" y="0"/>
                      </a:cubicBezTo>
                      <a:cubicBezTo>
                        <a:pt x="164" y="0"/>
                        <a:pt x="168" y="4"/>
                        <a:pt x="168" y="8"/>
                      </a:cubicBezTo>
                      <a:lnTo>
                        <a:pt x="168" y="288"/>
                      </a:lnTo>
                      <a:close/>
                    </a:path>
                  </a:pathLst>
                </a:custGeom>
                <a:solidFill>
                  <a:srgbClr val="2A44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8" name="îŝliḍ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E605910-3AE0-4CF3-8829-2A703621AFE3}"/>
                    </a:ext>
                  </a:extLst>
                </p:cNvPr>
                <p:cNvSpPr/>
                <p:nvPr/>
              </p:nvSpPr>
              <p:spPr bwMode="auto">
                <a:xfrm>
                  <a:off x="6798987" y="4484901"/>
                  <a:ext cx="618115" cy="10444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9" name="íṧľïď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CA1144A-0206-4665-9D22-3B26B300D29D}"/>
                    </a:ext>
                  </a:extLst>
                </p:cNvPr>
                <p:cNvSpPr/>
                <p:nvPr/>
              </p:nvSpPr>
              <p:spPr bwMode="auto">
                <a:xfrm>
                  <a:off x="6827406" y="5238792"/>
                  <a:ext cx="87626" cy="290512"/>
                </a:xfrm>
                <a:prstGeom prst="rect">
                  <a:avLst/>
                </a:prstGeom>
                <a:solidFill>
                  <a:srgbClr val="8ED8F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0" name="ísļîḋ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0280C99-1CED-418A-9C3C-F9BF704AA3A9}"/>
                    </a:ext>
                  </a:extLst>
                </p:cNvPr>
                <p:cNvSpPr/>
                <p:nvPr/>
              </p:nvSpPr>
              <p:spPr bwMode="auto">
                <a:xfrm>
                  <a:off x="6926873" y="5025109"/>
                  <a:ext cx="80521" cy="504194"/>
                </a:xfrm>
                <a:prstGeom prst="rect">
                  <a:avLst/>
                </a:prstGeom>
                <a:solidFill>
                  <a:srgbClr val="61286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1" name="ïṩliḍ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66F1A0D-808D-45B6-8645-E73C50ECCD9A}"/>
                    </a:ext>
                  </a:extLst>
                </p:cNvPr>
                <p:cNvSpPr/>
                <p:nvPr/>
              </p:nvSpPr>
              <p:spPr bwMode="auto">
                <a:xfrm>
                  <a:off x="7021603" y="4823432"/>
                  <a:ext cx="85257" cy="701070"/>
                </a:xfrm>
                <a:prstGeom prst="rect">
                  <a:avLst/>
                </a:prstGeom>
                <a:solidFill>
                  <a:srgbClr val="8ED8F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" name="iSľîď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35AC12-2DB6-4A9E-9301-5D25C25D64A3}"/>
                    </a:ext>
                  </a:extLst>
                </p:cNvPr>
                <p:cNvSpPr/>
                <p:nvPr/>
              </p:nvSpPr>
              <p:spPr bwMode="auto">
                <a:xfrm>
                  <a:off x="7121070" y="4919469"/>
                  <a:ext cx="80521" cy="605033"/>
                </a:xfrm>
                <a:prstGeom prst="rect">
                  <a:avLst/>
                </a:prstGeom>
                <a:solidFill>
                  <a:srgbClr val="FF7C5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3" name="iṩ1id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1F86E19-A134-4E2A-9506-28DE2B740E32}"/>
                    </a:ext>
                  </a:extLst>
                </p:cNvPr>
                <p:cNvSpPr/>
                <p:nvPr/>
              </p:nvSpPr>
              <p:spPr bwMode="auto">
                <a:xfrm>
                  <a:off x="7213432" y="5224386"/>
                  <a:ext cx="87626" cy="300116"/>
                </a:xfrm>
                <a:prstGeom prst="rect">
                  <a:avLst/>
                </a:prstGeom>
                <a:solidFill>
                  <a:srgbClr val="45B7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4" name="ïṩḷïḓ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C4FCC7-0100-4570-B8FC-438DEDAF0E87}"/>
                    </a:ext>
                  </a:extLst>
                </p:cNvPr>
                <p:cNvSpPr/>
                <p:nvPr/>
              </p:nvSpPr>
              <p:spPr bwMode="auto">
                <a:xfrm>
                  <a:off x="7308162" y="4631358"/>
                  <a:ext cx="87626" cy="893144"/>
                </a:xfrm>
                <a:prstGeom prst="rect">
                  <a:avLst/>
                </a:prstGeom>
                <a:solidFill>
                  <a:srgbClr val="FF7C5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5" name="isļiď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4FE1C93-4CA6-4ECA-870E-154AA32C05D3}"/>
                    </a:ext>
                  </a:extLst>
                </p:cNvPr>
                <p:cNvSpPr/>
                <p:nvPr/>
              </p:nvSpPr>
              <p:spPr bwMode="auto">
                <a:xfrm>
                  <a:off x="7090282" y="5608534"/>
                  <a:ext cx="63943" cy="60023"/>
                </a:xfrm>
                <a:custGeom>
                  <a:avLst/>
                  <a:gdLst>
                    <a:gd name="T0" fmla="*/ 8 w 15"/>
                    <a:gd name="T1" fmla="*/ 14 h 14"/>
                    <a:gd name="T2" fmla="*/ 0 w 15"/>
                    <a:gd name="T3" fmla="*/ 7 h 14"/>
                    <a:gd name="T4" fmla="*/ 7 w 15"/>
                    <a:gd name="T5" fmla="*/ 0 h 14"/>
                    <a:gd name="T6" fmla="*/ 15 w 15"/>
                    <a:gd name="T7" fmla="*/ 7 h 14"/>
                    <a:gd name="T8" fmla="*/ 8 w 15"/>
                    <a:gd name="T9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" h="14">
                      <a:moveTo>
                        <a:pt x="8" y="14"/>
                      </a:moveTo>
                      <a:cubicBezTo>
                        <a:pt x="3" y="14"/>
                        <a:pt x="0" y="11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2" y="0"/>
                        <a:pt x="15" y="3"/>
                        <a:pt x="15" y="7"/>
                      </a:cubicBezTo>
                      <a:cubicBezTo>
                        <a:pt x="15" y="11"/>
                        <a:pt x="12" y="14"/>
                        <a:pt x="8" y="14"/>
                      </a:cubicBezTo>
                      <a:close/>
                    </a:path>
                  </a:pathLst>
                </a:custGeom>
                <a:solidFill>
                  <a:srgbClr val="ECF0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6" name="iṥļíḓ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A69E256-A214-49AF-A5C9-B1B65ED13E07}"/>
                    </a:ext>
                  </a:extLst>
                </p:cNvPr>
                <p:cNvSpPr/>
                <p:nvPr/>
              </p:nvSpPr>
              <p:spPr bwMode="auto">
                <a:xfrm>
                  <a:off x="7106860" y="5620539"/>
                  <a:ext cx="30787" cy="36014"/>
                </a:xfrm>
                <a:prstGeom prst="ellipse">
                  <a:avLst/>
                </a:prstGeom>
                <a:solidFill>
                  <a:srgbClr val="2A445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9" name="7b43d11f-0156-4bdc-9bd4-1b756cc7891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3449688" y="5312836"/>
              <a:ext cx="738493" cy="794574"/>
              <a:chOff x="3984625" y="1174751"/>
              <a:chExt cx="4222750" cy="4543424"/>
            </a:xfrm>
          </p:grpSpPr>
          <p:sp>
            <p:nvSpPr>
              <p:cNvPr id="67" name="íṡ1ï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50710E9-2CD4-4141-BCC6-EE857B517DCB}"/>
                  </a:ext>
                </a:extLst>
              </p:cNvPr>
              <p:cNvSpPr/>
              <p:nvPr/>
            </p:nvSpPr>
            <p:spPr bwMode="auto">
              <a:xfrm>
                <a:off x="3984625" y="1220787"/>
                <a:ext cx="4222750" cy="4110035"/>
              </a:xfrm>
              <a:custGeom>
                <a:avLst/>
                <a:gdLst>
                  <a:gd name="T0" fmla="*/ 2134 w 2538"/>
                  <a:gd name="T1" fmla="*/ 2473 h 2473"/>
                  <a:gd name="T2" fmla="*/ 2043 w 2538"/>
                  <a:gd name="T3" fmla="*/ 2429 h 2473"/>
                  <a:gd name="T4" fmla="*/ 2410 w 2538"/>
                  <a:gd name="T5" fmla="*/ 1199 h 2473"/>
                  <a:gd name="T6" fmla="*/ 2409 w 2538"/>
                  <a:gd name="T7" fmla="*/ 1196 h 2473"/>
                  <a:gd name="T8" fmla="*/ 2409 w 2538"/>
                  <a:gd name="T9" fmla="*/ 1193 h 2473"/>
                  <a:gd name="T10" fmla="*/ 2090 w 2538"/>
                  <a:gd name="T11" fmla="*/ 421 h 2473"/>
                  <a:gd name="T12" fmla="*/ 1317 w 2538"/>
                  <a:gd name="T13" fmla="*/ 101 h 2473"/>
                  <a:gd name="T14" fmla="*/ 1221 w 2538"/>
                  <a:gd name="T15" fmla="*/ 101 h 2473"/>
                  <a:gd name="T16" fmla="*/ 448 w 2538"/>
                  <a:gd name="T17" fmla="*/ 421 h 2473"/>
                  <a:gd name="T18" fmla="*/ 129 w 2538"/>
                  <a:gd name="T19" fmla="*/ 1193 h 2473"/>
                  <a:gd name="T20" fmla="*/ 129 w 2538"/>
                  <a:gd name="T21" fmla="*/ 1196 h 2473"/>
                  <a:gd name="T22" fmla="*/ 128 w 2538"/>
                  <a:gd name="T23" fmla="*/ 1199 h 2473"/>
                  <a:gd name="T24" fmla="*/ 159 w 2538"/>
                  <a:gd name="T25" fmla="*/ 1503 h 2473"/>
                  <a:gd name="T26" fmla="*/ 495 w 2538"/>
                  <a:gd name="T27" fmla="*/ 2429 h 2473"/>
                  <a:gd name="T28" fmla="*/ 404 w 2538"/>
                  <a:gd name="T29" fmla="*/ 2473 h 2473"/>
                  <a:gd name="T30" fmla="*/ 27 w 2538"/>
                  <a:gd name="T31" fmla="*/ 1191 h 2473"/>
                  <a:gd name="T32" fmla="*/ 377 w 2538"/>
                  <a:gd name="T33" fmla="*/ 350 h 2473"/>
                  <a:gd name="T34" fmla="*/ 1221 w 2538"/>
                  <a:gd name="T35" fmla="*/ 0 h 2473"/>
                  <a:gd name="T36" fmla="*/ 1317 w 2538"/>
                  <a:gd name="T37" fmla="*/ 0 h 2473"/>
                  <a:gd name="T38" fmla="*/ 2161 w 2538"/>
                  <a:gd name="T39" fmla="*/ 350 h 2473"/>
                  <a:gd name="T40" fmla="*/ 2511 w 2538"/>
                  <a:gd name="T41" fmla="*/ 1191 h 2473"/>
                  <a:gd name="T42" fmla="*/ 2134 w 2538"/>
                  <a:gd name="T43" fmla="*/ 2473 h 2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38" h="2473">
                    <a:moveTo>
                      <a:pt x="2134" y="2473"/>
                    </a:moveTo>
                    <a:cubicBezTo>
                      <a:pt x="2043" y="2429"/>
                      <a:pt x="2043" y="2429"/>
                      <a:pt x="2043" y="2429"/>
                    </a:cubicBezTo>
                    <a:cubicBezTo>
                      <a:pt x="2449" y="1606"/>
                      <a:pt x="2410" y="1203"/>
                      <a:pt x="2410" y="1199"/>
                    </a:cubicBezTo>
                    <a:cubicBezTo>
                      <a:pt x="2409" y="1196"/>
                      <a:pt x="2409" y="1196"/>
                      <a:pt x="2409" y="1196"/>
                    </a:cubicBezTo>
                    <a:cubicBezTo>
                      <a:pt x="2409" y="1193"/>
                      <a:pt x="2409" y="1193"/>
                      <a:pt x="2409" y="1193"/>
                    </a:cubicBezTo>
                    <a:cubicBezTo>
                      <a:pt x="2409" y="902"/>
                      <a:pt x="2296" y="627"/>
                      <a:pt x="2090" y="421"/>
                    </a:cubicBezTo>
                    <a:cubicBezTo>
                      <a:pt x="1883" y="215"/>
                      <a:pt x="1609" y="101"/>
                      <a:pt x="1317" y="101"/>
                    </a:cubicBezTo>
                    <a:cubicBezTo>
                      <a:pt x="1221" y="101"/>
                      <a:pt x="1221" y="101"/>
                      <a:pt x="1221" y="101"/>
                    </a:cubicBezTo>
                    <a:cubicBezTo>
                      <a:pt x="929" y="101"/>
                      <a:pt x="655" y="215"/>
                      <a:pt x="448" y="421"/>
                    </a:cubicBezTo>
                    <a:cubicBezTo>
                      <a:pt x="242" y="627"/>
                      <a:pt x="129" y="902"/>
                      <a:pt x="129" y="1193"/>
                    </a:cubicBezTo>
                    <a:cubicBezTo>
                      <a:pt x="129" y="1196"/>
                      <a:pt x="129" y="1196"/>
                      <a:pt x="129" y="1196"/>
                    </a:cubicBezTo>
                    <a:cubicBezTo>
                      <a:pt x="128" y="1199"/>
                      <a:pt x="128" y="1199"/>
                      <a:pt x="128" y="1199"/>
                    </a:cubicBezTo>
                    <a:cubicBezTo>
                      <a:pt x="128" y="1200"/>
                      <a:pt x="118" y="1302"/>
                      <a:pt x="159" y="1503"/>
                    </a:cubicBezTo>
                    <a:cubicBezTo>
                      <a:pt x="226" y="1840"/>
                      <a:pt x="379" y="2193"/>
                      <a:pt x="495" y="2429"/>
                    </a:cubicBezTo>
                    <a:cubicBezTo>
                      <a:pt x="404" y="2473"/>
                      <a:pt x="404" y="2473"/>
                      <a:pt x="404" y="2473"/>
                    </a:cubicBezTo>
                    <a:cubicBezTo>
                      <a:pt x="0" y="1652"/>
                      <a:pt x="24" y="1234"/>
                      <a:pt x="27" y="1191"/>
                    </a:cubicBezTo>
                    <a:cubicBezTo>
                      <a:pt x="28" y="873"/>
                      <a:pt x="152" y="574"/>
                      <a:pt x="377" y="350"/>
                    </a:cubicBezTo>
                    <a:cubicBezTo>
                      <a:pt x="602" y="124"/>
                      <a:pt x="902" y="0"/>
                      <a:pt x="1221" y="0"/>
                    </a:cubicBezTo>
                    <a:cubicBezTo>
                      <a:pt x="1317" y="0"/>
                      <a:pt x="1317" y="0"/>
                      <a:pt x="1317" y="0"/>
                    </a:cubicBezTo>
                    <a:cubicBezTo>
                      <a:pt x="1636" y="0"/>
                      <a:pt x="1936" y="124"/>
                      <a:pt x="2161" y="350"/>
                    </a:cubicBezTo>
                    <a:cubicBezTo>
                      <a:pt x="2386" y="574"/>
                      <a:pt x="2510" y="873"/>
                      <a:pt x="2511" y="1191"/>
                    </a:cubicBezTo>
                    <a:cubicBezTo>
                      <a:pt x="2514" y="1234"/>
                      <a:pt x="2538" y="1652"/>
                      <a:pt x="2134" y="2473"/>
                    </a:cubicBezTo>
                    <a:close/>
                  </a:path>
                </a:pathLst>
              </a:custGeom>
              <a:solidFill>
                <a:srgbClr val="F4F4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ïṡ1í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CB9381F-D64F-4999-B036-AB82A2E7FC69}"/>
                  </a:ext>
                </a:extLst>
              </p:cNvPr>
              <p:cNvSpPr/>
              <p:nvPr/>
            </p:nvSpPr>
            <p:spPr bwMode="auto">
              <a:xfrm>
                <a:off x="4429125" y="4454525"/>
                <a:ext cx="596900" cy="1108075"/>
              </a:xfrm>
              <a:custGeom>
                <a:avLst/>
                <a:gdLst>
                  <a:gd name="T0" fmla="*/ 62 w 359"/>
                  <a:gd name="T1" fmla="*/ 0 h 666"/>
                  <a:gd name="T2" fmla="*/ 22 w 359"/>
                  <a:gd name="T3" fmla="*/ 130 h 666"/>
                  <a:gd name="T4" fmla="*/ 235 w 359"/>
                  <a:gd name="T5" fmla="*/ 595 h 666"/>
                  <a:gd name="T6" fmla="*/ 359 w 359"/>
                  <a:gd name="T7" fmla="*/ 650 h 666"/>
                  <a:gd name="T8" fmla="*/ 64 w 359"/>
                  <a:gd name="T9" fmla="*/ 4 h 666"/>
                  <a:gd name="T10" fmla="*/ 62 w 359"/>
                  <a:gd name="T11" fmla="*/ 0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9" h="666">
                    <a:moveTo>
                      <a:pt x="62" y="0"/>
                    </a:moveTo>
                    <a:cubicBezTo>
                      <a:pt x="18" y="27"/>
                      <a:pt x="0" y="82"/>
                      <a:pt x="22" y="130"/>
                    </a:cubicBezTo>
                    <a:cubicBezTo>
                      <a:pt x="235" y="595"/>
                      <a:pt x="235" y="595"/>
                      <a:pt x="235" y="595"/>
                    </a:cubicBezTo>
                    <a:cubicBezTo>
                      <a:pt x="257" y="643"/>
                      <a:pt x="310" y="666"/>
                      <a:pt x="359" y="650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3" y="3"/>
                      <a:pt x="62" y="2"/>
                      <a:pt x="62" y="0"/>
                    </a:cubicBezTo>
                    <a:close/>
                  </a:path>
                </a:pathLst>
              </a:custGeom>
              <a:solidFill>
                <a:srgbClr val="6484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îṣḷî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DE064E9-8878-42F5-BDF6-0C68840A1FC8}"/>
                  </a:ext>
                </a:extLst>
              </p:cNvPr>
              <p:cNvSpPr/>
              <p:nvPr/>
            </p:nvSpPr>
            <p:spPr bwMode="auto">
              <a:xfrm>
                <a:off x="4481513" y="4092575"/>
                <a:ext cx="1036638" cy="1625600"/>
              </a:xfrm>
              <a:custGeom>
                <a:avLst/>
                <a:gdLst>
                  <a:gd name="T0" fmla="*/ 590 w 623"/>
                  <a:gd name="T1" fmla="*/ 755 h 978"/>
                  <a:gd name="T2" fmla="*/ 292 w 623"/>
                  <a:gd name="T3" fmla="*/ 103 h 978"/>
                  <a:gd name="T4" fmla="*/ 102 w 623"/>
                  <a:gd name="T5" fmla="*/ 32 h 978"/>
                  <a:gd name="T6" fmla="*/ 30 w 623"/>
                  <a:gd name="T7" fmla="*/ 218 h 978"/>
                  <a:gd name="T8" fmla="*/ 32 w 623"/>
                  <a:gd name="T9" fmla="*/ 222 h 978"/>
                  <a:gd name="T10" fmla="*/ 327 w 623"/>
                  <a:gd name="T11" fmla="*/ 868 h 978"/>
                  <a:gd name="T12" fmla="*/ 330 w 623"/>
                  <a:gd name="T13" fmla="*/ 874 h 978"/>
                  <a:gd name="T14" fmla="*/ 519 w 623"/>
                  <a:gd name="T15" fmla="*/ 945 h 978"/>
                  <a:gd name="T16" fmla="*/ 590 w 623"/>
                  <a:gd name="T17" fmla="*/ 755 h 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3" h="978">
                    <a:moveTo>
                      <a:pt x="590" y="755"/>
                    </a:moveTo>
                    <a:cubicBezTo>
                      <a:pt x="292" y="103"/>
                      <a:pt x="292" y="103"/>
                      <a:pt x="292" y="103"/>
                    </a:cubicBezTo>
                    <a:cubicBezTo>
                      <a:pt x="259" y="31"/>
                      <a:pt x="174" y="0"/>
                      <a:pt x="102" y="32"/>
                    </a:cubicBezTo>
                    <a:cubicBezTo>
                      <a:pt x="32" y="65"/>
                      <a:pt x="0" y="147"/>
                      <a:pt x="30" y="218"/>
                    </a:cubicBezTo>
                    <a:cubicBezTo>
                      <a:pt x="30" y="220"/>
                      <a:pt x="31" y="221"/>
                      <a:pt x="32" y="222"/>
                    </a:cubicBezTo>
                    <a:cubicBezTo>
                      <a:pt x="327" y="868"/>
                      <a:pt x="327" y="868"/>
                      <a:pt x="327" y="868"/>
                    </a:cubicBezTo>
                    <a:cubicBezTo>
                      <a:pt x="330" y="874"/>
                      <a:pt x="330" y="874"/>
                      <a:pt x="330" y="874"/>
                    </a:cubicBezTo>
                    <a:cubicBezTo>
                      <a:pt x="363" y="946"/>
                      <a:pt x="448" y="978"/>
                      <a:pt x="519" y="945"/>
                    </a:cubicBezTo>
                    <a:cubicBezTo>
                      <a:pt x="591" y="912"/>
                      <a:pt x="623" y="827"/>
                      <a:pt x="590" y="755"/>
                    </a:cubicBezTo>
                    <a:close/>
                  </a:path>
                </a:pathLst>
              </a:custGeom>
              <a:solidFill>
                <a:srgbClr val="FF96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0" name="is1ï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F19C9F6-655D-493E-8899-2C7AC9AA7DAB}"/>
                  </a:ext>
                </a:extLst>
              </p:cNvPr>
              <p:cNvSpPr/>
              <p:nvPr/>
            </p:nvSpPr>
            <p:spPr bwMode="auto">
              <a:xfrm>
                <a:off x="7164388" y="4454525"/>
                <a:ext cx="595313" cy="1108075"/>
              </a:xfrm>
              <a:custGeom>
                <a:avLst/>
                <a:gdLst>
                  <a:gd name="T0" fmla="*/ 297 w 358"/>
                  <a:gd name="T1" fmla="*/ 0 h 666"/>
                  <a:gd name="T2" fmla="*/ 336 w 358"/>
                  <a:gd name="T3" fmla="*/ 130 h 666"/>
                  <a:gd name="T4" fmla="*/ 124 w 358"/>
                  <a:gd name="T5" fmla="*/ 595 h 666"/>
                  <a:gd name="T6" fmla="*/ 0 w 358"/>
                  <a:gd name="T7" fmla="*/ 650 h 666"/>
                  <a:gd name="T8" fmla="*/ 295 w 358"/>
                  <a:gd name="T9" fmla="*/ 4 h 666"/>
                  <a:gd name="T10" fmla="*/ 297 w 358"/>
                  <a:gd name="T11" fmla="*/ 0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8" h="666">
                    <a:moveTo>
                      <a:pt x="297" y="0"/>
                    </a:moveTo>
                    <a:cubicBezTo>
                      <a:pt x="340" y="27"/>
                      <a:pt x="358" y="82"/>
                      <a:pt x="336" y="130"/>
                    </a:cubicBezTo>
                    <a:cubicBezTo>
                      <a:pt x="124" y="595"/>
                      <a:pt x="124" y="595"/>
                      <a:pt x="124" y="595"/>
                    </a:cubicBezTo>
                    <a:cubicBezTo>
                      <a:pt x="102" y="643"/>
                      <a:pt x="48" y="666"/>
                      <a:pt x="0" y="650"/>
                    </a:cubicBezTo>
                    <a:cubicBezTo>
                      <a:pt x="295" y="4"/>
                      <a:pt x="295" y="4"/>
                      <a:pt x="295" y="4"/>
                    </a:cubicBezTo>
                    <a:cubicBezTo>
                      <a:pt x="295" y="3"/>
                      <a:pt x="296" y="2"/>
                      <a:pt x="297" y="0"/>
                    </a:cubicBezTo>
                    <a:close/>
                  </a:path>
                </a:pathLst>
              </a:custGeom>
              <a:solidFill>
                <a:srgbClr val="6484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išḷi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38AC52D-CD68-4DE9-B314-C5A7ABFF45A5}"/>
                  </a:ext>
                </a:extLst>
              </p:cNvPr>
              <p:cNvSpPr/>
              <p:nvPr/>
            </p:nvSpPr>
            <p:spPr bwMode="auto">
              <a:xfrm>
                <a:off x="6670675" y="4092575"/>
                <a:ext cx="1038225" cy="1625600"/>
              </a:xfrm>
              <a:custGeom>
                <a:avLst/>
                <a:gdLst>
                  <a:gd name="T0" fmla="*/ 33 w 624"/>
                  <a:gd name="T1" fmla="*/ 755 h 978"/>
                  <a:gd name="T2" fmla="*/ 331 w 624"/>
                  <a:gd name="T3" fmla="*/ 103 h 978"/>
                  <a:gd name="T4" fmla="*/ 521 w 624"/>
                  <a:gd name="T5" fmla="*/ 32 h 978"/>
                  <a:gd name="T6" fmla="*/ 594 w 624"/>
                  <a:gd name="T7" fmla="*/ 218 h 978"/>
                  <a:gd name="T8" fmla="*/ 592 w 624"/>
                  <a:gd name="T9" fmla="*/ 222 h 978"/>
                  <a:gd name="T10" fmla="*/ 297 w 624"/>
                  <a:gd name="T11" fmla="*/ 868 h 978"/>
                  <a:gd name="T12" fmla="*/ 294 w 624"/>
                  <a:gd name="T13" fmla="*/ 874 h 978"/>
                  <a:gd name="T14" fmla="*/ 104 w 624"/>
                  <a:gd name="T15" fmla="*/ 945 h 978"/>
                  <a:gd name="T16" fmla="*/ 33 w 624"/>
                  <a:gd name="T17" fmla="*/ 755 h 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4" h="978">
                    <a:moveTo>
                      <a:pt x="33" y="755"/>
                    </a:moveTo>
                    <a:cubicBezTo>
                      <a:pt x="331" y="103"/>
                      <a:pt x="331" y="103"/>
                      <a:pt x="331" y="103"/>
                    </a:cubicBezTo>
                    <a:cubicBezTo>
                      <a:pt x="364" y="31"/>
                      <a:pt x="449" y="0"/>
                      <a:pt x="521" y="32"/>
                    </a:cubicBezTo>
                    <a:cubicBezTo>
                      <a:pt x="592" y="65"/>
                      <a:pt x="624" y="147"/>
                      <a:pt x="594" y="218"/>
                    </a:cubicBezTo>
                    <a:cubicBezTo>
                      <a:pt x="593" y="220"/>
                      <a:pt x="592" y="221"/>
                      <a:pt x="592" y="222"/>
                    </a:cubicBezTo>
                    <a:cubicBezTo>
                      <a:pt x="297" y="868"/>
                      <a:pt x="297" y="868"/>
                      <a:pt x="297" y="868"/>
                    </a:cubicBezTo>
                    <a:cubicBezTo>
                      <a:pt x="294" y="874"/>
                      <a:pt x="294" y="874"/>
                      <a:pt x="294" y="874"/>
                    </a:cubicBezTo>
                    <a:cubicBezTo>
                      <a:pt x="261" y="946"/>
                      <a:pt x="176" y="978"/>
                      <a:pt x="104" y="945"/>
                    </a:cubicBezTo>
                    <a:cubicBezTo>
                      <a:pt x="32" y="912"/>
                      <a:pt x="0" y="827"/>
                      <a:pt x="33" y="755"/>
                    </a:cubicBezTo>
                    <a:close/>
                  </a:path>
                </a:pathLst>
              </a:custGeom>
              <a:solidFill>
                <a:srgbClr val="FF96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îśḷ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4E27D90-53DB-49EC-9752-876FB38BB7A6}"/>
                  </a:ext>
                </a:extLst>
              </p:cNvPr>
              <p:cNvSpPr/>
              <p:nvPr/>
            </p:nvSpPr>
            <p:spPr bwMode="auto">
              <a:xfrm>
                <a:off x="3984625" y="1174751"/>
                <a:ext cx="4222750" cy="2028825"/>
              </a:xfrm>
              <a:custGeom>
                <a:avLst/>
                <a:gdLst>
                  <a:gd name="T0" fmla="*/ 2538 w 2538"/>
                  <a:gd name="T1" fmla="*/ 1221 h 1221"/>
                  <a:gd name="T2" fmla="*/ 2382 w 2538"/>
                  <a:gd name="T3" fmla="*/ 1221 h 1221"/>
                  <a:gd name="T4" fmla="*/ 1603 w 2538"/>
                  <a:gd name="T5" fmla="*/ 196 h 1221"/>
                  <a:gd name="T6" fmla="*/ 1317 w 2538"/>
                  <a:gd name="T7" fmla="*/ 157 h 1221"/>
                  <a:gd name="T8" fmla="*/ 1221 w 2538"/>
                  <a:gd name="T9" fmla="*/ 157 h 1221"/>
                  <a:gd name="T10" fmla="*/ 940 w 2538"/>
                  <a:gd name="T11" fmla="*/ 195 h 1221"/>
                  <a:gd name="T12" fmla="*/ 156 w 2538"/>
                  <a:gd name="T13" fmla="*/ 1221 h 1221"/>
                  <a:gd name="T14" fmla="*/ 0 w 2538"/>
                  <a:gd name="T15" fmla="*/ 1221 h 1221"/>
                  <a:gd name="T16" fmla="*/ 357 w 2538"/>
                  <a:gd name="T17" fmla="*/ 358 h 1221"/>
                  <a:gd name="T18" fmla="*/ 940 w 2538"/>
                  <a:gd name="T19" fmla="*/ 32 h 1221"/>
                  <a:gd name="T20" fmla="*/ 1221 w 2538"/>
                  <a:gd name="T21" fmla="*/ 0 h 1221"/>
                  <a:gd name="T22" fmla="*/ 1317 w 2538"/>
                  <a:gd name="T23" fmla="*/ 0 h 1221"/>
                  <a:gd name="T24" fmla="*/ 1603 w 2538"/>
                  <a:gd name="T25" fmla="*/ 34 h 1221"/>
                  <a:gd name="T26" fmla="*/ 2181 w 2538"/>
                  <a:gd name="T27" fmla="*/ 358 h 1221"/>
                  <a:gd name="T28" fmla="*/ 2538 w 2538"/>
                  <a:gd name="T29" fmla="*/ 1221 h 1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38" h="1221">
                    <a:moveTo>
                      <a:pt x="2538" y="1221"/>
                    </a:moveTo>
                    <a:cubicBezTo>
                      <a:pt x="2382" y="1221"/>
                      <a:pt x="2382" y="1221"/>
                      <a:pt x="2382" y="1221"/>
                    </a:cubicBezTo>
                    <a:cubicBezTo>
                      <a:pt x="2382" y="733"/>
                      <a:pt x="2051" y="321"/>
                      <a:pt x="1603" y="196"/>
                    </a:cubicBezTo>
                    <a:cubicBezTo>
                      <a:pt x="1512" y="171"/>
                      <a:pt x="1416" y="157"/>
                      <a:pt x="1317" y="157"/>
                    </a:cubicBezTo>
                    <a:cubicBezTo>
                      <a:pt x="1221" y="157"/>
                      <a:pt x="1221" y="157"/>
                      <a:pt x="1221" y="157"/>
                    </a:cubicBezTo>
                    <a:cubicBezTo>
                      <a:pt x="1124" y="157"/>
                      <a:pt x="1029" y="170"/>
                      <a:pt x="940" y="195"/>
                    </a:cubicBezTo>
                    <a:cubicBezTo>
                      <a:pt x="489" y="318"/>
                      <a:pt x="156" y="732"/>
                      <a:pt x="156" y="1221"/>
                    </a:cubicBezTo>
                    <a:cubicBezTo>
                      <a:pt x="0" y="1221"/>
                      <a:pt x="0" y="1221"/>
                      <a:pt x="0" y="1221"/>
                    </a:cubicBezTo>
                    <a:cubicBezTo>
                      <a:pt x="0" y="895"/>
                      <a:pt x="127" y="589"/>
                      <a:pt x="357" y="358"/>
                    </a:cubicBezTo>
                    <a:cubicBezTo>
                      <a:pt x="520" y="195"/>
                      <a:pt x="721" y="84"/>
                      <a:pt x="940" y="32"/>
                    </a:cubicBezTo>
                    <a:cubicBezTo>
                      <a:pt x="1031" y="11"/>
                      <a:pt x="1125" y="0"/>
                      <a:pt x="1221" y="0"/>
                    </a:cubicBezTo>
                    <a:cubicBezTo>
                      <a:pt x="1317" y="0"/>
                      <a:pt x="1317" y="0"/>
                      <a:pt x="1317" y="0"/>
                    </a:cubicBezTo>
                    <a:cubicBezTo>
                      <a:pt x="1415" y="0"/>
                      <a:pt x="1510" y="12"/>
                      <a:pt x="1603" y="34"/>
                    </a:cubicBezTo>
                    <a:cubicBezTo>
                      <a:pt x="1820" y="85"/>
                      <a:pt x="2019" y="196"/>
                      <a:pt x="2181" y="358"/>
                    </a:cubicBezTo>
                    <a:cubicBezTo>
                      <a:pt x="2411" y="589"/>
                      <a:pt x="2538" y="895"/>
                      <a:pt x="2538" y="1221"/>
                    </a:cubicBezTo>
                    <a:close/>
                  </a:path>
                </a:pathLst>
              </a:custGeom>
              <a:solidFill>
                <a:srgbClr val="7CB2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íSḷî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3C2C522-B2BD-49FD-97B2-00A35FA6D3A7}"/>
                  </a:ext>
                </a:extLst>
              </p:cNvPr>
              <p:cNvSpPr/>
              <p:nvPr/>
            </p:nvSpPr>
            <p:spPr bwMode="auto">
              <a:xfrm>
                <a:off x="5548313" y="1174751"/>
                <a:ext cx="1103313" cy="325437"/>
              </a:xfrm>
              <a:custGeom>
                <a:avLst/>
                <a:gdLst>
                  <a:gd name="T0" fmla="*/ 663 w 663"/>
                  <a:gd name="T1" fmla="*/ 34 h 196"/>
                  <a:gd name="T2" fmla="*/ 663 w 663"/>
                  <a:gd name="T3" fmla="*/ 196 h 196"/>
                  <a:gd name="T4" fmla="*/ 377 w 663"/>
                  <a:gd name="T5" fmla="*/ 157 h 196"/>
                  <a:gd name="T6" fmla="*/ 281 w 663"/>
                  <a:gd name="T7" fmla="*/ 157 h 196"/>
                  <a:gd name="T8" fmla="*/ 0 w 663"/>
                  <a:gd name="T9" fmla="*/ 195 h 196"/>
                  <a:gd name="T10" fmla="*/ 0 w 663"/>
                  <a:gd name="T11" fmla="*/ 32 h 196"/>
                  <a:gd name="T12" fmla="*/ 281 w 663"/>
                  <a:gd name="T13" fmla="*/ 0 h 196"/>
                  <a:gd name="T14" fmla="*/ 377 w 663"/>
                  <a:gd name="T15" fmla="*/ 0 h 196"/>
                  <a:gd name="T16" fmla="*/ 663 w 663"/>
                  <a:gd name="T17" fmla="*/ 34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3" h="196">
                    <a:moveTo>
                      <a:pt x="663" y="34"/>
                    </a:moveTo>
                    <a:cubicBezTo>
                      <a:pt x="663" y="196"/>
                      <a:pt x="663" y="196"/>
                      <a:pt x="663" y="196"/>
                    </a:cubicBezTo>
                    <a:cubicBezTo>
                      <a:pt x="572" y="171"/>
                      <a:pt x="476" y="157"/>
                      <a:pt x="377" y="157"/>
                    </a:cubicBezTo>
                    <a:cubicBezTo>
                      <a:pt x="281" y="157"/>
                      <a:pt x="281" y="157"/>
                      <a:pt x="281" y="157"/>
                    </a:cubicBezTo>
                    <a:cubicBezTo>
                      <a:pt x="184" y="157"/>
                      <a:pt x="89" y="170"/>
                      <a:pt x="0" y="195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91" y="11"/>
                      <a:pt x="185" y="0"/>
                      <a:pt x="281" y="0"/>
                    </a:cubicBezTo>
                    <a:cubicBezTo>
                      <a:pt x="377" y="0"/>
                      <a:pt x="377" y="0"/>
                      <a:pt x="377" y="0"/>
                    </a:cubicBezTo>
                    <a:cubicBezTo>
                      <a:pt x="475" y="0"/>
                      <a:pt x="570" y="12"/>
                      <a:pt x="663" y="34"/>
                    </a:cubicBezTo>
                    <a:close/>
                  </a:path>
                </a:pathLst>
              </a:custGeom>
              <a:solidFill>
                <a:srgbClr val="6484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" name="37b3b8fc-8cc3-4f39-8cb9-88871571bc6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 flipV="1">
              <a:off x="2882953" y="5534572"/>
              <a:ext cx="1077617" cy="759631"/>
              <a:chOff x="3858954" y="1852067"/>
              <a:chExt cx="4474092" cy="3153866"/>
            </a:xfrm>
          </p:grpSpPr>
          <p:sp>
            <p:nvSpPr>
              <p:cNvPr id="53" name="îṧ1î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DCF5127-83B7-4DE0-A8F1-110219A2D683}"/>
                  </a:ext>
                </a:extLst>
              </p:cNvPr>
              <p:cNvSpPr/>
              <p:nvPr/>
            </p:nvSpPr>
            <p:spPr bwMode="auto">
              <a:xfrm>
                <a:off x="3893180" y="1891185"/>
                <a:ext cx="4405636" cy="3080519"/>
              </a:xfrm>
              <a:custGeom>
                <a:avLst/>
                <a:gdLst>
                  <a:gd name="T0" fmla="*/ 1280 w 1280"/>
                  <a:gd name="T1" fmla="*/ 832 h 896"/>
                  <a:gd name="T2" fmla="*/ 1216 w 1280"/>
                  <a:gd name="T3" fmla="*/ 896 h 896"/>
                  <a:gd name="T4" fmla="*/ 64 w 1280"/>
                  <a:gd name="T5" fmla="*/ 896 h 896"/>
                  <a:gd name="T6" fmla="*/ 0 w 1280"/>
                  <a:gd name="T7" fmla="*/ 832 h 896"/>
                  <a:gd name="T8" fmla="*/ 0 w 1280"/>
                  <a:gd name="T9" fmla="*/ 64 h 896"/>
                  <a:gd name="T10" fmla="*/ 64 w 1280"/>
                  <a:gd name="T11" fmla="*/ 0 h 896"/>
                  <a:gd name="T12" fmla="*/ 1216 w 1280"/>
                  <a:gd name="T13" fmla="*/ 0 h 896"/>
                  <a:gd name="T14" fmla="*/ 1280 w 1280"/>
                  <a:gd name="T15" fmla="*/ 64 h 896"/>
                  <a:gd name="T16" fmla="*/ 1280 w 1280"/>
                  <a:gd name="T17" fmla="*/ 832 h 8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0" h="896">
                    <a:moveTo>
                      <a:pt x="1280" y="832"/>
                    </a:moveTo>
                    <a:cubicBezTo>
                      <a:pt x="1280" y="867"/>
                      <a:pt x="1251" y="896"/>
                      <a:pt x="1216" y="896"/>
                    </a:cubicBezTo>
                    <a:cubicBezTo>
                      <a:pt x="64" y="896"/>
                      <a:pt x="64" y="896"/>
                      <a:pt x="64" y="896"/>
                    </a:cubicBezTo>
                    <a:cubicBezTo>
                      <a:pt x="29" y="896"/>
                      <a:pt x="0" y="867"/>
                      <a:pt x="0" y="832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29"/>
                      <a:pt x="29" y="0"/>
                      <a:pt x="64" y="0"/>
                    </a:cubicBezTo>
                    <a:cubicBezTo>
                      <a:pt x="1216" y="0"/>
                      <a:pt x="1216" y="0"/>
                      <a:pt x="1216" y="0"/>
                    </a:cubicBezTo>
                    <a:cubicBezTo>
                      <a:pt x="1251" y="0"/>
                      <a:pt x="1280" y="29"/>
                      <a:pt x="1280" y="64"/>
                    </a:cubicBezTo>
                    <a:lnTo>
                      <a:pt x="1280" y="8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iṩḻí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DB82B5F-D92B-47DF-A045-5E5278896177}"/>
                  </a:ext>
                </a:extLst>
              </p:cNvPr>
              <p:cNvSpPr/>
              <p:nvPr/>
            </p:nvSpPr>
            <p:spPr bwMode="auto">
              <a:xfrm>
                <a:off x="4333255" y="2052547"/>
                <a:ext cx="3525487" cy="275291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5" name="íṥḷî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834B232-D5BC-466A-9620-CB029643F2B8}"/>
                  </a:ext>
                </a:extLst>
              </p:cNvPr>
              <p:cNvSpPr/>
              <p:nvPr/>
            </p:nvSpPr>
            <p:spPr bwMode="auto">
              <a:xfrm>
                <a:off x="4553294" y="2218797"/>
                <a:ext cx="3085413" cy="2146585"/>
              </a:xfrm>
              <a:prstGeom prst="rect">
                <a:avLst/>
              </a:prstGeom>
              <a:solidFill>
                <a:srgbClr val="FBD7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6" name="íṣḻi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E2928FE-7E48-4C64-A0B3-64A52B9D904F}"/>
                  </a:ext>
                </a:extLst>
              </p:cNvPr>
              <p:cNvSpPr/>
              <p:nvPr/>
            </p:nvSpPr>
            <p:spPr bwMode="auto">
              <a:xfrm>
                <a:off x="4299028" y="2018317"/>
                <a:ext cx="3593943" cy="2821366"/>
              </a:xfrm>
              <a:custGeom>
                <a:avLst/>
                <a:gdLst>
                  <a:gd name="T0" fmla="*/ 735 w 735"/>
                  <a:gd name="T1" fmla="*/ 577 h 577"/>
                  <a:gd name="T2" fmla="*/ 0 w 735"/>
                  <a:gd name="T3" fmla="*/ 577 h 577"/>
                  <a:gd name="T4" fmla="*/ 0 w 735"/>
                  <a:gd name="T5" fmla="*/ 0 h 577"/>
                  <a:gd name="T6" fmla="*/ 735 w 735"/>
                  <a:gd name="T7" fmla="*/ 0 h 577"/>
                  <a:gd name="T8" fmla="*/ 735 w 735"/>
                  <a:gd name="T9" fmla="*/ 577 h 577"/>
                  <a:gd name="T10" fmla="*/ 14 w 735"/>
                  <a:gd name="T11" fmla="*/ 563 h 577"/>
                  <a:gd name="T12" fmla="*/ 721 w 735"/>
                  <a:gd name="T13" fmla="*/ 563 h 577"/>
                  <a:gd name="T14" fmla="*/ 721 w 735"/>
                  <a:gd name="T15" fmla="*/ 14 h 577"/>
                  <a:gd name="T16" fmla="*/ 14 w 735"/>
                  <a:gd name="T17" fmla="*/ 14 h 577"/>
                  <a:gd name="T18" fmla="*/ 14 w 735"/>
                  <a:gd name="T19" fmla="*/ 563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35" h="577">
                    <a:moveTo>
                      <a:pt x="735" y="577"/>
                    </a:moveTo>
                    <a:lnTo>
                      <a:pt x="0" y="577"/>
                    </a:lnTo>
                    <a:lnTo>
                      <a:pt x="0" y="0"/>
                    </a:lnTo>
                    <a:lnTo>
                      <a:pt x="735" y="0"/>
                    </a:lnTo>
                    <a:lnTo>
                      <a:pt x="735" y="577"/>
                    </a:lnTo>
                    <a:close/>
                    <a:moveTo>
                      <a:pt x="14" y="563"/>
                    </a:moveTo>
                    <a:lnTo>
                      <a:pt x="721" y="563"/>
                    </a:lnTo>
                    <a:lnTo>
                      <a:pt x="721" y="14"/>
                    </a:lnTo>
                    <a:lnTo>
                      <a:pt x="14" y="14"/>
                    </a:lnTo>
                    <a:lnTo>
                      <a:pt x="14" y="5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7" name="i$ḻí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2AE8AE9-9F6D-4B72-9084-55E7E54D124C}"/>
                  </a:ext>
                </a:extLst>
              </p:cNvPr>
              <p:cNvSpPr/>
              <p:nvPr/>
            </p:nvSpPr>
            <p:spPr bwMode="auto">
              <a:xfrm>
                <a:off x="4519064" y="2184567"/>
                <a:ext cx="3153869" cy="2215041"/>
              </a:xfrm>
              <a:custGeom>
                <a:avLst/>
                <a:gdLst>
                  <a:gd name="T0" fmla="*/ 645 w 645"/>
                  <a:gd name="T1" fmla="*/ 453 h 453"/>
                  <a:gd name="T2" fmla="*/ 0 w 645"/>
                  <a:gd name="T3" fmla="*/ 453 h 453"/>
                  <a:gd name="T4" fmla="*/ 0 w 645"/>
                  <a:gd name="T5" fmla="*/ 0 h 453"/>
                  <a:gd name="T6" fmla="*/ 645 w 645"/>
                  <a:gd name="T7" fmla="*/ 0 h 453"/>
                  <a:gd name="T8" fmla="*/ 645 w 645"/>
                  <a:gd name="T9" fmla="*/ 453 h 453"/>
                  <a:gd name="T10" fmla="*/ 14 w 645"/>
                  <a:gd name="T11" fmla="*/ 439 h 453"/>
                  <a:gd name="T12" fmla="*/ 631 w 645"/>
                  <a:gd name="T13" fmla="*/ 439 h 453"/>
                  <a:gd name="T14" fmla="*/ 631 w 645"/>
                  <a:gd name="T15" fmla="*/ 14 h 453"/>
                  <a:gd name="T16" fmla="*/ 14 w 645"/>
                  <a:gd name="T17" fmla="*/ 14 h 453"/>
                  <a:gd name="T18" fmla="*/ 14 w 645"/>
                  <a:gd name="T19" fmla="*/ 439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5" h="453">
                    <a:moveTo>
                      <a:pt x="645" y="453"/>
                    </a:moveTo>
                    <a:lnTo>
                      <a:pt x="0" y="453"/>
                    </a:lnTo>
                    <a:lnTo>
                      <a:pt x="0" y="0"/>
                    </a:lnTo>
                    <a:lnTo>
                      <a:pt x="645" y="0"/>
                    </a:lnTo>
                    <a:lnTo>
                      <a:pt x="645" y="453"/>
                    </a:lnTo>
                    <a:close/>
                    <a:moveTo>
                      <a:pt x="14" y="439"/>
                    </a:moveTo>
                    <a:lnTo>
                      <a:pt x="631" y="439"/>
                    </a:lnTo>
                    <a:lnTo>
                      <a:pt x="631" y="14"/>
                    </a:lnTo>
                    <a:lnTo>
                      <a:pt x="14" y="14"/>
                    </a:lnTo>
                    <a:lnTo>
                      <a:pt x="14" y="4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ïṣḻï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D0D4EFC-0152-482D-AC15-1570AD1541FB}"/>
                  </a:ext>
                </a:extLst>
              </p:cNvPr>
              <p:cNvSpPr/>
              <p:nvPr/>
            </p:nvSpPr>
            <p:spPr bwMode="auto">
              <a:xfrm>
                <a:off x="5873517" y="3098945"/>
                <a:ext cx="552539" cy="440074"/>
              </a:xfrm>
              <a:custGeom>
                <a:avLst/>
                <a:gdLst>
                  <a:gd name="T0" fmla="*/ 0 w 113"/>
                  <a:gd name="T1" fmla="*/ 90 h 90"/>
                  <a:gd name="T2" fmla="*/ 0 w 113"/>
                  <a:gd name="T3" fmla="*/ 0 h 90"/>
                  <a:gd name="T4" fmla="*/ 113 w 113"/>
                  <a:gd name="T5" fmla="*/ 45 h 90"/>
                  <a:gd name="T6" fmla="*/ 0 w 113"/>
                  <a:gd name="T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3" h="90">
                    <a:moveTo>
                      <a:pt x="0" y="90"/>
                    </a:moveTo>
                    <a:lnTo>
                      <a:pt x="0" y="0"/>
                    </a:lnTo>
                    <a:lnTo>
                      <a:pt x="113" y="45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íṡľî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F1967E-EAE6-408B-8BF1-2E0285BAFF9C}"/>
                  </a:ext>
                </a:extLst>
              </p:cNvPr>
              <p:cNvSpPr/>
              <p:nvPr/>
            </p:nvSpPr>
            <p:spPr bwMode="auto">
              <a:xfrm>
                <a:off x="5839288" y="3045157"/>
                <a:ext cx="679672" cy="547648"/>
              </a:xfrm>
              <a:custGeom>
                <a:avLst/>
                <a:gdLst>
                  <a:gd name="T0" fmla="*/ 0 w 139"/>
                  <a:gd name="T1" fmla="*/ 112 h 112"/>
                  <a:gd name="T2" fmla="*/ 0 w 139"/>
                  <a:gd name="T3" fmla="*/ 0 h 112"/>
                  <a:gd name="T4" fmla="*/ 139 w 139"/>
                  <a:gd name="T5" fmla="*/ 56 h 112"/>
                  <a:gd name="T6" fmla="*/ 0 w 139"/>
                  <a:gd name="T7" fmla="*/ 112 h 112"/>
                  <a:gd name="T8" fmla="*/ 14 w 139"/>
                  <a:gd name="T9" fmla="*/ 22 h 112"/>
                  <a:gd name="T10" fmla="*/ 14 w 139"/>
                  <a:gd name="T11" fmla="*/ 90 h 112"/>
                  <a:gd name="T12" fmla="*/ 101 w 139"/>
                  <a:gd name="T13" fmla="*/ 56 h 112"/>
                  <a:gd name="T14" fmla="*/ 14 w 139"/>
                  <a:gd name="T15" fmla="*/ 2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9" h="112">
                    <a:moveTo>
                      <a:pt x="0" y="112"/>
                    </a:moveTo>
                    <a:lnTo>
                      <a:pt x="0" y="0"/>
                    </a:lnTo>
                    <a:lnTo>
                      <a:pt x="139" y="56"/>
                    </a:lnTo>
                    <a:lnTo>
                      <a:pt x="0" y="112"/>
                    </a:lnTo>
                    <a:close/>
                    <a:moveTo>
                      <a:pt x="14" y="22"/>
                    </a:moveTo>
                    <a:lnTo>
                      <a:pt x="14" y="90"/>
                    </a:lnTo>
                    <a:lnTo>
                      <a:pt x="101" y="56"/>
                    </a:lnTo>
                    <a:lnTo>
                      <a:pt x="14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i$1í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BA4B962-88A1-4EF1-8440-BBAF1133E197}"/>
                  </a:ext>
                </a:extLst>
              </p:cNvPr>
              <p:cNvSpPr/>
              <p:nvPr/>
            </p:nvSpPr>
            <p:spPr bwMode="auto">
              <a:xfrm>
                <a:off x="4519064" y="4551188"/>
                <a:ext cx="3153869" cy="6845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1" name="îŝľï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7FB45F2-2632-4243-A2EB-94DA3B9F5834}"/>
                  </a:ext>
                </a:extLst>
              </p:cNvPr>
              <p:cNvSpPr/>
              <p:nvPr/>
            </p:nvSpPr>
            <p:spPr bwMode="auto">
              <a:xfrm>
                <a:off x="5105830" y="4472953"/>
                <a:ext cx="220039" cy="22003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íṣḻï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228D52-5A8D-4443-AA8D-32F4422AC4E7}"/>
                  </a:ext>
                </a:extLst>
              </p:cNvPr>
              <p:cNvSpPr/>
              <p:nvPr/>
            </p:nvSpPr>
            <p:spPr bwMode="auto">
              <a:xfrm>
                <a:off x="3858954" y="1852067"/>
                <a:ext cx="4474092" cy="3153866"/>
              </a:xfrm>
              <a:custGeom>
                <a:avLst/>
                <a:gdLst>
                  <a:gd name="T0" fmla="*/ 1226 w 1300"/>
                  <a:gd name="T1" fmla="*/ 916 h 916"/>
                  <a:gd name="T2" fmla="*/ 74 w 1300"/>
                  <a:gd name="T3" fmla="*/ 916 h 916"/>
                  <a:gd name="T4" fmla="*/ 0 w 1300"/>
                  <a:gd name="T5" fmla="*/ 842 h 916"/>
                  <a:gd name="T6" fmla="*/ 0 w 1300"/>
                  <a:gd name="T7" fmla="*/ 74 h 916"/>
                  <a:gd name="T8" fmla="*/ 74 w 1300"/>
                  <a:gd name="T9" fmla="*/ 0 h 916"/>
                  <a:gd name="T10" fmla="*/ 1226 w 1300"/>
                  <a:gd name="T11" fmla="*/ 0 h 916"/>
                  <a:gd name="T12" fmla="*/ 1300 w 1300"/>
                  <a:gd name="T13" fmla="*/ 74 h 916"/>
                  <a:gd name="T14" fmla="*/ 1300 w 1300"/>
                  <a:gd name="T15" fmla="*/ 842 h 916"/>
                  <a:gd name="T16" fmla="*/ 1226 w 1300"/>
                  <a:gd name="T17" fmla="*/ 916 h 916"/>
                  <a:gd name="T18" fmla="*/ 74 w 1300"/>
                  <a:gd name="T19" fmla="*/ 20 h 916"/>
                  <a:gd name="T20" fmla="*/ 20 w 1300"/>
                  <a:gd name="T21" fmla="*/ 74 h 916"/>
                  <a:gd name="T22" fmla="*/ 20 w 1300"/>
                  <a:gd name="T23" fmla="*/ 842 h 916"/>
                  <a:gd name="T24" fmla="*/ 74 w 1300"/>
                  <a:gd name="T25" fmla="*/ 896 h 916"/>
                  <a:gd name="T26" fmla="*/ 1226 w 1300"/>
                  <a:gd name="T27" fmla="*/ 896 h 916"/>
                  <a:gd name="T28" fmla="*/ 1280 w 1300"/>
                  <a:gd name="T29" fmla="*/ 842 h 916"/>
                  <a:gd name="T30" fmla="*/ 1280 w 1300"/>
                  <a:gd name="T31" fmla="*/ 74 h 916"/>
                  <a:gd name="T32" fmla="*/ 1226 w 1300"/>
                  <a:gd name="T33" fmla="*/ 20 h 916"/>
                  <a:gd name="T34" fmla="*/ 74 w 1300"/>
                  <a:gd name="T35" fmla="*/ 20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00" h="916">
                    <a:moveTo>
                      <a:pt x="1226" y="916"/>
                    </a:moveTo>
                    <a:cubicBezTo>
                      <a:pt x="74" y="916"/>
                      <a:pt x="74" y="916"/>
                      <a:pt x="74" y="916"/>
                    </a:cubicBezTo>
                    <a:cubicBezTo>
                      <a:pt x="33" y="916"/>
                      <a:pt x="0" y="883"/>
                      <a:pt x="0" y="842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ubicBezTo>
                      <a:pt x="1226" y="0"/>
                      <a:pt x="1226" y="0"/>
                      <a:pt x="1226" y="0"/>
                    </a:cubicBezTo>
                    <a:cubicBezTo>
                      <a:pt x="1267" y="0"/>
                      <a:pt x="1300" y="33"/>
                      <a:pt x="1300" y="74"/>
                    </a:cubicBezTo>
                    <a:cubicBezTo>
                      <a:pt x="1300" y="842"/>
                      <a:pt x="1300" y="842"/>
                      <a:pt x="1300" y="842"/>
                    </a:cubicBezTo>
                    <a:cubicBezTo>
                      <a:pt x="1300" y="883"/>
                      <a:pt x="1267" y="916"/>
                      <a:pt x="1226" y="916"/>
                    </a:cubicBezTo>
                    <a:close/>
                    <a:moveTo>
                      <a:pt x="74" y="20"/>
                    </a:moveTo>
                    <a:cubicBezTo>
                      <a:pt x="44" y="20"/>
                      <a:pt x="20" y="44"/>
                      <a:pt x="20" y="74"/>
                    </a:cubicBezTo>
                    <a:cubicBezTo>
                      <a:pt x="20" y="842"/>
                      <a:pt x="20" y="842"/>
                      <a:pt x="20" y="842"/>
                    </a:cubicBezTo>
                    <a:cubicBezTo>
                      <a:pt x="20" y="872"/>
                      <a:pt x="44" y="896"/>
                      <a:pt x="74" y="896"/>
                    </a:cubicBezTo>
                    <a:cubicBezTo>
                      <a:pt x="1226" y="896"/>
                      <a:pt x="1226" y="896"/>
                      <a:pt x="1226" y="896"/>
                    </a:cubicBezTo>
                    <a:cubicBezTo>
                      <a:pt x="1256" y="896"/>
                      <a:pt x="1280" y="872"/>
                      <a:pt x="1280" y="842"/>
                    </a:cubicBezTo>
                    <a:cubicBezTo>
                      <a:pt x="1280" y="74"/>
                      <a:pt x="1280" y="74"/>
                      <a:pt x="1280" y="74"/>
                    </a:cubicBezTo>
                    <a:cubicBezTo>
                      <a:pt x="1280" y="44"/>
                      <a:pt x="1256" y="20"/>
                      <a:pt x="1226" y="20"/>
                    </a:cubicBezTo>
                    <a:lnTo>
                      <a:pt x="74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3" name="iṧ1í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BDCA331-94CA-4A08-817A-8DC904E2F913}"/>
                  </a:ext>
                </a:extLst>
              </p:cNvPr>
              <p:cNvSpPr/>
              <p:nvPr/>
            </p:nvSpPr>
            <p:spPr bwMode="auto">
              <a:xfrm>
                <a:off x="7966316" y="3314093"/>
                <a:ext cx="220039" cy="22003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4" name="íṥľï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332A7D-0486-45E5-8D6F-EBC6020B956A}"/>
                  </a:ext>
                </a:extLst>
              </p:cNvPr>
              <p:cNvSpPr/>
              <p:nvPr/>
            </p:nvSpPr>
            <p:spPr bwMode="auto">
              <a:xfrm>
                <a:off x="7932086" y="3279863"/>
                <a:ext cx="293383" cy="288495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20 h 84"/>
                  <a:gd name="T12" fmla="*/ 20 w 84"/>
                  <a:gd name="T13" fmla="*/ 42 h 84"/>
                  <a:gd name="T14" fmla="*/ 42 w 84"/>
                  <a:gd name="T15" fmla="*/ 64 h 84"/>
                  <a:gd name="T16" fmla="*/ 64 w 84"/>
                  <a:gd name="T17" fmla="*/ 42 h 84"/>
                  <a:gd name="T18" fmla="*/ 42 w 84"/>
                  <a:gd name="T19" fmla="*/ 2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6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6"/>
                      <a:pt x="65" y="84"/>
                      <a:pt x="42" y="84"/>
                    </a:cubicBezTo>
                    <a:close/>
                    <a:moveTo>
                      <a:pt x="42" y="20"/>
                    </a:moveTo>
                    <a:cubicBezTo>
                      <a:pt x="30" y="20"/>
                      <a:pt x="20" y="30"/>
                      <a:pt x="20" y="42"/>
                    </a:cubicBezTo>
                    <a:cubicBezTo>
                      <a:pt x="20" y="55"/>
                      <a:pt x="30" y="64"/>
                      <a:pt x="42" y="64"/>
                    </a:cubicBezTo>
                    <a:cubicBezTo>
                      <a:pt x="54" y="64"/>
                      <a:pt x="64" y="55"/>
                      <a:pt x="64" y="42"/>
                    </a:cubicBezTo>
                    <a:cubicBezTo>
                      <a:pt x="64" y="30"/>
                      <a:pt x="54" y="20"/>
                      <a:pt x="42" y="2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íšļï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CC76D76-F0EB-4287-834F-8037F8820366}"/>
                  </a:ext>
                </a:extLst>
              </p:cNvPr>
              <p:cNvSpPr/>
              <p:nvPr/>
            </p:nvSpPr>
            <p:spPr bwMode="auto">
              <a:xfrm>
                <a:off x="4078990" y="3323872"/>
                <a:ext cx="68456" cy="2102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6" name="ïŝ1ï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607D34C-BAED-46D6-9523-C5193EC3044A}"/>
                  </a:ext>
                </a:extLst>
              </p:cNvPr>
              <p:cNvSpPr/>
              <p:nvPr/>
            </p:nvSpPr>
            <p:spPr bwMode="auto">
              <a:xfrm>
                <a:off x="3858954" y="1852067"/>
                <a:ext cx="4474092" cy="3153866"/>
              </a:xfrm>
              <a:custGeom>
                <a:avLst/>
                <a:gdLst>
                  <a:gd name="T0" fmla="*/ 1226 w 1300"/>
                  <a:gd name="T1" fmla="*/ 916 h 916"/>
                  <a:gd name="T2" fmla="*/ 74 w 1300"/>
                  <a:gd name="T3" fmla="*/ 916 h 916"/>
                  <a:gd name="T4" fmla="*/ 0 w 1300"/>
                  <a:gd name="T5" fmla="*/ 842 h 916"/>
                  <a:gd name="T6" fmla="*/ 0 w 1300"/>
                  <a:gd name="T7" fmla="*/ 74 h 916"/>
                  <a:gd name="T8" fmla="*/ 74 w 1300"/>
                  <a:gd name="T9" fmla="*/ 0 h 916"/>
                  <a:gd name="T10" fmla="*/ 1226 w 1300"/>
                  <a:gd name="T11" fmla="*/ 0 h 916"/>
                  <a:gd name="T12" fmla="*/ 1300 w 1300"/>
                  <a:gd name="T13" fmla="*/ 74 h 916"/>
                  <a:gd name="T14" fmla="*/ 1300 w 1300"/>
                  <a:gd name="T15" fmla="*/ 842 h 916"/>
                  <a:gd name="T16" fmla="*/ 1226 w 1300"/>
                  <a:gd name="T17" fmla="*/ 916 h 916"/>
                  <a:gd name="T18" fmla="*/ 74 w 1300"/>
                  <a:gd name="T19" fmla="*/ 20 h 916"/>
                  <a:gd name="T20" fmla="*/ 20 w 1300"/>
                  <a:gd name="T21" fmla="*/ 74 h 916"/>
                  <a:gd name="T22" fmla="*/ 20 w 1300"/>
                  <a:gd name="T23" fmla="*/ 842 h 916"/>
                  <a:gd name="T24" fmla="*/ 74 w 1300"/>
                  <a:gd name="T25" fmla="*/ 896 h 916"/>
                  <a:gd name="T26" fmla="*/ 1226 w 1300"/>
                  <a:gd name="T27" fmla="*/ 896 h 916"/>
                  <a:gd name="T28" fmla="*/ 1280 w 1300"/>
                  <a:gd name="T29" fmla="*/ 842 h 916"/>
                  <a:gd name="T30" fmla="*/ 1280 w 1300"/>
                  <a:gd name="T31" fmla="*/ 74 h 916"/>
                  <a:gd name="T32" fmla="*/ 1226 w 1300"/>
                  <a:gd name="T33" fmla="*/ 20 h 916"/>
                  <a:gd name="T34" fmla="*/ 74 w 1300"/>
                  <a:gd name="T35" fmla="*/ 20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00" h="916">
                    <a:moveTo>
                      <a:pt x="1226" y="916"/>
                    </a:moveTo>
                    <a:cubicBezTo>
                      <a:pt x="74" y="916"/>
                      <a:pt x="74" y="916"/>
                      <a:pt x="74" y="916"/>
                    </a:cubicBezTo>
                    <a:cubicBezTo>
                      <a:pt x="33" y="916"/>
                      <a:pt x="0" y="883"/>
                      <a:pt x="0" y="842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ubicBezTo>
                      <a:pt x="1226" y="0"/>
                      <a:pt x="1226" y="0"/>
                      <a:pt x="1226" y="0"/>
                    </a:cubicBezTo>
                    <a:cubicBezTo>
                      <a:pt x="1267" y="0"/>
                      <a:pt x="1300" y="33"/>
                      <a:pt x="1300" y="74"/>
                    </a:cubicBezTo>
                    <a:cubicBezTo>
                      <a:pt x="1300" y="842"/>
                      <a:pt x="1300" y="842"/>
                      <a:pt x="1300" y="842"/>
                    </a:cubicBezTo>
                    <a:cubicBezTo>
                      <a:pt x="1300" y="883"/>
                      <a:pt x="1267" y="916"/>
                      <a:pt x="1226" y="916"/>
                    </a:cubicBezTo>
                    <a:close/>
                    <a:moveTo>
                      <a:pt x="74" y="20"/>
                    </a:moveTo>
                    <a:cubicBezTo>
                      <a:pt x="44" y="20"/>
                      <a:pt x="20" y="44"/>
                      <a:pt x="20" y="74"/>
                    </a:cubicBezTo>
                    <a:cubicBezTo>
                      <a:pt x="20" y="842"/>
                      <a:pt x="20" y="842"/>
                      <a:pt x="20" y="842"/>
                    </a:cubicBezTo>
                    <a:cubicBezTo>
                      <a:pt x="20" y="872"/>
                      <a:pt x="44" y="896"/>
                      <a:pt x="74" y="896"/>
                    </a:cubicBezTo>
                    <a:cubicBezTo>
                      <a:pt x="1226" y="896"/>
                      <a:pt x="1226" y="896"/>
                      <a:pt x="1226" y="896"/>
                    </a:cubicBezTo>
                    <a:cubicBezTo>
                      <a:pt x="1256" y="896"/>
                      <a:pt x="1280" y="872"/>
                      <a:pt x="1280" y="842"/>
                    </a:cubicBezTo>
                    <a:cubicBezTo>
                      <a:pt x="1280" y="74"/>
                      <a:pt x="1280" y="74"/>
                      <a:pt x="1280" y="74"/>
                    </a:cubicBezTo>
                    <a:cubicBezTo>
                      <a:pt x="1280" y="44"/>
                      <a:pt x="1256" y="20"/>
                      <a:pt x="1226" y="20"/>
                    </a:cubicBezTo>
                    <a:lnTo>
                      <a:pt x="74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11" name="直接连接符 10"/>
            <p:cNvCxnSpPr/>
            <p:nvPr/>
          </p:nvCxnSpPr>
          <p:spPr bwMode="auto">
            <a:xfrm flipV="1">
              <a:off x="4439415" y="3206073"/>
              <a:ext cx="883152" cy="393757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>
              <a:stCxn id="149" idx="3"/>
            </p:cNvCxnSpPr>
            <p:nvPr/>
          </p:nvCxnSpPr>
          <p:spPr bwMode="auto">
            <a:xfrm flipH="1" flipV="1">
              <a:off x="5322567" y="3218978"/>
              <a:ext cx="2274754" cy="603277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iSļiḑ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3F1A3F0-A774-43FB-931A-DB02688E24B1}"/>
                </a:ext>
              </a:extLst>
            </p:cNvPr>
            <p:cNvSpPr/>
            <p:nvPr/>
          </p:nvSpPr>
          <p:spPr bwMode="auto">
            <a:xfrm>
              <a:off x="4419170" y="2463941"/>
              <a:ext cx="1985567" cy="1155768"/>
            </a:xfrm>
            <a:custGeom>
              <a:avLst/>
              <a:gdLst>
                <a:gd name="T0" fmla="*/ 3981 w 4264"/>
                <a:gd name="T1" fmla="*/ 1093 h 2709"/>
                <a:gd name="T2" fmla="*/ 3984 w 4264"/>
                <a:gd name="T3" fmla="*/ 1010 h 2709"/>
                <a:gd name="T4" fmla="*/ 3325 w 4264"/>
                <a:gd name="T5" fmla="*/ 222 h 2709"/>
                <a:gd name="T6" fmla="*/ 3005 w 4264"/>
                <a:gd name="T7" fmla="*/ 321 h 2709"/>
                <a:gd name="T8" fmla="*/ 2042 w 4264"/>
                <a:gd name="T9" fmla="*/ 0 h 2709"/>
                <a:gd name="T10" fmla="*/ 698 w 4264"/>
                <a:gd name="T11" fmla="*/ 780 h 2709"/>
                <a:gd name="T12" fmla="*/ 660 w 4264"/>
                <a:gd name="T13" fmla="*/ 778 h 2709"/>
                <a:gd name="T14" fmla="*/ 0 w 4264"/>
                <a:gd name="T15" fmla="*/ 1567 h 2709"/>
                <a:gd name="T16" fmla="*/ 109 w 4264"/>
                <a:gd name="T17" fmla="*/ 2000 h 2709"/>
                <a:gd name="T18" fmla="*/ 809 w 4264"/>
                <a:gd name="T19" fmla="*/ 2709 h 2709"/>
                <a:gd name="T20" fmla="*/ 1297 w 4264"/>
                <a:gd name="T21" fmla="*/ 2709 h 2709"/>
                <a:gd name="T22" fmla="*/ 1300 w 4264"/>
                <a:gd name="T23" fmla="*/ 2705 h 2709"/>
                <a:gd name="T24" fmla="*/ 1445 w 4264"/>
                <a:gd name="T25" fmla="*/ 2674 h 2709"/>
                <a:gd name="T26" fmla="*/ 1483 w 4264"/>
                <a:gd name="T27" fmla="*/ 2693 h 2709"/>
                <a:gd name="T28" fmla="*/ 1560 w 4264"/>
                <a:gd name="T29" fmla="*/ 2658 h 2709"/>
                <a:gd name="T30" fmla="*/ 1635 w 4264"/>
                <a:gd name="T31" fmla="*/ 2623 h 2709"/>
                <a:gd name="T32" fmla="*/ 1715 w 4264"/>
                <a:gd name="T33" fmla="*/ 2654 h 2709"/>
                <a:gd name="T34" fmla="*/ 1767 w 4264"/>
                <a:gd name="T35" fmla="*/ 2629 h 2709"/>
                <a:gd name="T36" fmla="*/ 1845 w 4264"/>
                <a:gd name="T37" fmla="*/ 2658 h 2709"/>
                <a:gd name="T38" fmla="*/ 1876 w 4264"/>
                <a:gd name="T39" fmla="*/ 2553 h 2709"/>
                <a:gd name="T40" fmla="*/ 2021 w 4264"/>
                <a:gd name="T41" fmla="*/ 2521 h 2709"/>
                <a:gd name="T42" fmla="*/ 2059 w 4264"/>
                <a:gd name="T43" fmla="*/ 2541 h 2709"/>
                <a:gd name="T44" fmla="*/ 2136 w 4264"/>
                <a:gd name="T45" fmla="*/ 2506 h 2709"/>
                <a:gd name="T46" fmla="*/ 2211 w 4264"/>
                <a:gd name="T47" fmla="*/ 2471 h 2709"/>
                <a:gd name="T48" fmla="*/ 2291 w 4264"/>
                <a:gd name="T49" fmla="*/ 2502 h 2709"/>
                <a:gd name="T50" fmla="*/ 2343 w 4264"/>
                <a:gd name="T51" fmla="*/ 2477 h 2709"/>
                <a:gd name="T52" fmla="*/ 2445 w 4264"/>
                <a:gd name="T53" fmla="*/ 2553 h 2709"/>
                <a:gd name="T54" fmla="*/ 2451 w 4264"/>
                <a:gd name="T55" fmla="*/ 2615 h 2709"/>
                <a:gd name="T56" fmla="*/ 2567 w 4264"/>
                <a:gd name="T57" fmla="*/ 2551 h 2709"/>
                <a:gd name="T58" fmla="*/ 2647 w 4264"/>
                <a:gd name="T59" fmla="*/ 2582 h 2709"/>
                <a:gd name="T60" fmla="*/ 2699 w 4264"/>
                <a:gd name="T61" fmla="*/ 2557 h 2709"/>
                <a:gd name="T62" fmla="*/ 2800 w 4264"/>
                <a:gd name="T63" fmla="*/ 2633 h 2709"/>
                <a:gd name="T64" fmla="*/ 2808 w 4264"/>
                <a:gd name="T65" fmla="*/ 2709 h 2709"/>
                <a:gd name="T66" fmla="*/ 3616 w 4264"/>
                <a:gd name="T67" fmla="*/ 2709 h 2709"/>
                <a:gd name="T68" fmla="*/ 4167 w 4264"/>
                <a:gd name="T69" fmla="*/ 2152 h 2709"/>
                <a:gd name="T70" fmla="*/ 4264 w 4264"/>
                <a:gd name="T71" fmla="*/ 1740 h 2709"/>
                <a:gd name="T72" fmla="*/ 3981 w 4264"/>
                <a:gd name="T73" fmla="*/ 1093 h 2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64" h="2709">
                  <a:moveTo>
                    <a:pt x="3981" y="1093"/>
                  </a:moveTo>
                  <a:cubicBezTo>
                    <a:pt x="3983" y="1066"/>
                    <a:pt x="3984" y="1038"/>
                    <a:pt x="3984" y="1010"/>
                  </a:cubicBezTo>
                  <a:cubicBezTo>
                    <a:pt x="3984" y="575"/>
                    <a:pt x="3689" y="222"/>
                    <a:pt x="3325" y="222"/>
                  </a:cubicBezTo>
                  <a:cubicBezTo>
                    <a:pt x="3209" y="222"/>
                    <a:pt x="3099" y="258"/>
                    <a:pt x="3005" y="321"/>
                  </a:cubicBezTo>
                  <a:cubicBezTo>
                    <a:pt x="2747" y="121"/>
                    <a:pt x="2410" y="0"/>
                    <a:pt x="2042" y="0"/>
                  </a:cubicBezTo>
                  <a:cubicBezTo>
                    <a:pt x="1442" y="0"/>
                    <a:pt x="927" y="320"/>
                    <a:pt x="698" y="780"/>
                  </a:cubicBezTo>
                  <a:cubicBezTo>
                    <a:pt x="686" y="779"/>
                    <a:pt x="673" y="778"/>
                    <a:pt x="660" y="778"/>
                  </a:cubicBezTo>
                  <a:cubicBezTo>
                    <a:pt x="295" y="778"/>
                    <a:pt x="0" y="1131"/>
                    <a:pt x="0" y="1567"/>
                  </a:cubicBezTo>
                  <a:cubicBezTo>
                    <a:pt x="0" y="1727"/>
                    <a:pt x="40" y="1876"/>
                    <a:pt x="109" y="2000"/>
                  </a:cubicBezTo>
                  <a:cubicBezTo>
                    <a:pt x="109" y="2391"/>
                    <a:pt x="422" y="2709"/>
                    <a:pt x="809" y="2709"/>
                  </a:cubicBezTo>
                  <a:cubicBezTo>
                    <a:pt x="1297" y="2709"/>
                    <a:pt x="1297" y="2709"/>
                    <a:pt x="1297" y="2709"/>
                  </a:cubicBezTo>
                  <a:cubicBezTo>
                    <a:pt x="1300" y="2705"/>
                    <a:pt x="1300" y="2705"/>
                    <a:pt x="1300" y="2705"/>
                  </a:cubicBezTo>
                  <a:cubicBezTo>
                    <a:pt x="1328" y="2659"/>
                    <a:pt x="1397" y="2647"/>
                    <a:pt x="1445" y="2674"/>
                  </a:cubicBezTo>
                  <a:cubicBezTo>
                    <a:pt x="1457" y="2681"/>
                    <a:pt x="1469" y="2690"/>
                    <a:pt x="1483" y="2693"/>
                  </a:cubicBezTo>
                  <a:cubicBezTo>
                    <a:pt x="1512" y="2699"/>
                    <a:pt x="1536" y="2678"/>
                    <a:pt x="1560" y="2658"/>
                  </a:cubicBezTo>
                  <a:cubicBezTo>
                    <a:pt x="1583" y="2638"/>
                    <a:pt x="1607" y="2618"/>
                    <a:pt x="1635" y="2623"/>
                  </a:cubicBezTo>
                  <a:cubicBezTo>
                    <a:pt x="1664" y="2627"/>
                    <a:pt x="1686" y="2657"/>
                    <a:pt x="1715" y="2654"/>
                  </a:cubicBezTo>
                  <a:cubicBezTo>
                    <a:pt x="1734" y="2652"/>
                    <a:pt x="1749" y="2636"/>
                    <a:pt x="1767" y="2629"/>
                  </a:cubicBezTo>
                  <a:cubicBezTo>
                    <a:pt x="1796" y="2618"/>
                    <a:pt x="1825" y="2633"/>
                    <a:pt x="1845" y="2658"/>
                  </a:cubicBezTo>
                  <a:cubicBezTo>
                    <a:pt x="1857" y="2624"/>
                    <a:pt x="1857" y="2584"/>
                    <a:pt x="1876" y="2553"/>
                  </a:cubicBezTo>
                  <a:cubicBezTo>
                    <a:pt x="1904" y="2507"/>
                    <a:pt x="1973" y="2495"/>
                    <a:pt x="2021" y="2521"/>
                  </a:cubicBezTo>
                  <a:cubicBezTo>
                    <a:pt x="2033" y="2528"/>
                    <a:pt x="2045" y="2537"/>
                    <a:pt x="2059" y="2541"/>
                  </a:cubicBezTo>
                  <a:cubicBezTo>
                    <a:pt x="2088" y="2547"/>
                    <a:pt x="2112" y="2526"/>
                    <a:pt x="2136" y="2506"/>
                  </a:cubicBezTo>
                  <a:cubicBezTo>
                    <a:pt x="2159" y="2486"/>
                    <a:pt x="2183" y="2466"/>
                    <a:pt x="2211" y="2471"/>
                  </a:cubicBezTo>
                  <a:cubicBezTo>
                    <a:pt x="2240" y="2475"/>
                    <a:pt x="2262" y="2505"/>
                    <a:pt x="2291" y="2502"/>
                  </a:cubicBezTo>
                  <a:cubicBezTo>
                    <a:pt x="2310" y="2500"/>
                    <a:pt x="2325" y="2484"/>
                    <a:pt x="2343" y="2477"/>
                  </a:cubicBezTo>
                  <a:cubicBezTo>
                    <a:pt x="2388" y="2460"/>
                    <a:pt x="2433" y="2506"/>
                    <a:pt x="2445" y="2553"/>
                  </a:cubicBezTo>
                  <a:cubicBezTo>
                    <a:pt x="2449" y="2573"/>
                    <a:pt x="2451" y="2594"/>
                    <a:pt x="2451" y="2615"/>
                  </a:cubicBezTo>
                  <a:cubicBezTo>
                    <a:pt x="2490" y="2597"/>
                    <a:pt x="2523" y="2544"/>
                    <a:pt x="2567" y="2551"/>
                  </a:cubicBezTo>
                  <a:cubicBezTo>
                    <a:pt x="2596" y="2555"/>
                    <a:pt x="2618" y="2585"/>
                    <a:pt x="2647" y="2582"/>
                  </a:cubicBezTo>
                  <a:cubicBezTo>
                    <a:pt x="2666" y="2580"/>
                    <a:pt x="2681" y="2564"/>
                    <a:pt x="2699" y="2557"/>
                  </a:cubicBezTo>
                  <a:cubicBezTo>
                    <a:pt x="2743" y="2540"/>
                    <a:pt x="2789" y="2586"/>
                    <a:pt x="2800" y="2633"/>
                  </a:cubicBezTo>
                  <a:cubicBezTo>
                    <a:pt x="2806" y="2658"/>
                    <a:pt x="2807" y="2683"/>
                    <a:pt x="2808" y="2709"/>
                  </a:cubicBezTo>
                  <a:cubicBezTo>
                    <a:pt x="3616" y="2709"/>
                    <a:pt x="3616" y="2709"/>
                    <a:pt x="3616" y="2709"/>
                  </a:cubicBezTo>
                  <a:cubicBezTo>
                    <a:pt x="3920" y="2709"/>
                    <a:pt x="4167" y="2460"/>
                    <a:pt x="4167" y="2152"/>
                  </a:cubicBezTo>
                  <a:cubicBezTo>
                    <a:pt x="4228" y="2032"/>
                    <a:pt x="4264" y="1891"/>
                    <a:pt x="4264" y="1740"/>
                  </a:cubicBezTo>
                  <a:cubicBezTo>
                    <a:pt x="4264" y="1472"/>
                    <a:pt x="4152" y="1235"/>
                    <a:pt x="3981" y="1093"/>
                  </a:cubicBezTo>
                </a:path>
              </a:pathLst>
            </a:custGeom>
            <a:solidFill>
              <a:srgbClr val="6C63FF">
                <a:alpha val="15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grpSp>
          <p:nvGrpSpPr>
            <p:cNvPr id="14" name="组合 18649"/>
            <p:cNvGrpSpPr/>
            <p:nvPr/>
          </p:nvGrpSpPr>
          <p:grpSpPr>
            <a:xfrm>
              <a:off x="4863139" y="2720830"/>
              <a:ext cx="743123" cy="552579"/>
              <a:chOff x="1320800" y="873125"/>
              <a:chExt cx="557213" cy="414338"/>
            </a:xfrm>
            <a:solidFill>
              <a:srgbClr val="41BDC1"/>
            </a:solidFill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1725613" y="893763"/>
                <a:ext cx="152400" cy="373063"/>
              </a:xfrm>
              <a:custGeom>
                <a:avLst/>
                <a:gdLst>
                  <a:gd name="T0" fmla="*/ 156 w 180"/>
                  <a:gd name="T1" fmla="*/ 122 h 438"/>
                  <a:gd name="T2" fmla="*/ 156 w 180"/>
                  <a:gd name="T3" fmla="*/ 122 h 438"/>
                  <a:gd name="T4" fmla="*/ 24 w 180"/>
                  <a:gd name="T5" fmla="*/ 122 h 438"/>
                  <a:gd name="T6" fmla="*/ 24 w 180"/>
                  <a:gd name="T7" fmla="*/ 24 h 438"/>
                  <a:gd name="T8" fmla="*/ 156 w 180"/>
                  <a:gd name="T9" fmla="*/ 24 h 438"/>
                  <a:gd name="T10" fmla="*/ 156 w 180"/>
                  <a:gd name="T11" fmla="*/ 122 h 438"/>
                  <a:gd name="T12" fmla="*/ 24 w 180"/>
                  <a:gd name="T13" fmla="*/ 127 h 438"/>
                  <a:gd name="T14" fmla="*/ 24 w 180"/>
                  <a:gd name="T15" fmla="*/ 127 h 438"/>
                  <a:gd name="T16" fmla="*/ 156 w 180"/>
                  <a:gd name="T17" fmla="*/ 127 h 438"/>
                  <a:gd name="T18" fmla="*/ 156 w 180"/>
                  <a:gd name="T19" fmla="*/ 212 h 438"/>
                  <a:gd name="T20" fmla="*/ 24 w 180"/>
                  <a:gd name="T21" fmla="*/ 212 h 438"/>
                  <a:gd name="T22" fmla="*/ 24 w 180"/>
                  <a:gd name="T23" fmla="*/ 127 h 438"/>
                  <a:gd name="T24" fmla="*/ 156 w 180"/>
                  <a:gd name="T25" fmla="*/ 305 h 438"/>
                  <a:gd name="T26" fmla="*/ 156 w 180"/>
                  <a:gd name="T27" fmla="*/ 305 h 438"/>
                  <a:gd name="T28" fmla="*/ 24 w 180"/>
                  <a:gd name="T29" fmla="*/ 305 h 438"/>
                  <a:gd name="T30" fmla="*/ 24 w 180"/>
                  <a:gd name="T31" fmla="*/ 217 h 438"/>
                  <a:gd name="T32" fmla="*/ 156 w 180"/>
                  <a:gd name="T33" fmla="*/ 217 h 438"/>
                  <a:gd name="T34" fmla="*/ 156 w 180"/>
                  <a:gd name="T35" fmla="*/ 305 h 438"/>
                  <a:gd name="T36" fmla="*/ 24 w 180"/>
                  <a:gd name="T37" fmla="*/ 310 h 438"/>
                  <a:gd name="T38" fmla="*/ 24 w 180"/>
                  <a:gd name="T39" fmla="*/ 310 h 438"/>
                  <a:gd name="T40" fmla="*/ 156 w 180"/>
                  <a:gd name="T41" fmla="*/ 310 h 438"/>
                  <a:gd name="T42" fmla="*/ 156 w 180"/>
                  <a:gd name="T43" fmla="*/ 413 h 438"/>
                  <a:gd name="T44" fmla="*/ 24 w 180"/>
                  <a:gd name="T45" fmla="*/ 413 h 438"/>
                  <a:gd name="T46" fmla="*/ 24 w 180"/>
                  <a:gd name="T47" fmla="*/ 310 h 438"/>
                  <a:gd name="T48" fmla="*/ 12 w 180"/>
                  <a:gd name="T49" fmla="*/ 438 h 438"/>
                  <a:gd name="T50" fmla="*/ 12 w 180"/>
                  <a:gd name="T51" fmla="*/ 438 h 438"/>
                  <a:gd name="T52" fmla="*/ 168 w 180"/>
                  <a:gd name="T53" fmla="*/ 438 h 438"/>
                  <a:gd name="T54" fmla="*/ 180 w 180"/>
                  <a:gd name="T55" fmla="*/ 425 h 438"/>
                  <a:gd name="T56" fmla="*/ 180 w 180"/>
                  <a:gd name="T57" fmla="*/ 12 h 438"/>
                  <a:gd name="T58" fmla="*/ 168 w 180"/>
                  <a:gd name="T59" fmla="*/ 0 h 438"/>
                  <a:gd name="T60" fmla="*/ 12 w 180"/>
                  <a:gd name="T61" fmla="*/ 0 h 438"/>
                  <a:gd name="T62" fmla="*/ 0 w 180"/>
                  <a:gd name="T63" fmla="*/ 12 h 438"/>
                  <a:gd name="T64" fmla="*/ 0 w 180"/>
                  <a:gd name="T65" fmla="*/ 425 h 438"/>
                  <a:gd name="T66" fmla="*/ 12 w 180"/>
                  <a:gd name="T67" fmla="*/ 438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0" h="438">
                    <a:moveTo>
                      <a:pt x="156" y="122"/>
                    </a:moveTo>
                    <a:lnTo>
                      <a:pt x="156" y="122"/>
                    </a:lnTo>
                    <a:lnTo>
                      <a:pt x="24" y="122"/>
                    </a:lnTo>
                    <a:lnTo>
                      <a:pt x="24" y="24"/>
                    </a:lnTo>
                    <a:lnTo>
                      <a:pt x="156" y="24"/>
                    </a:lnTo>
                    <a:lnTo>
                      <a:pt x="156" y="122"/>
                    </a:lnTo>
                    <a:close/>
                    <a:moveTo>
                      <a:pt x="24" y="127"/>
                    </a:moveTo>
                    <a:lnTo>
                      <a:pt x="24" y="127"/>
                    </a:lnTo>
                    <a:lnTo>
                      <a:pt x="156" y="127"/>
                    </a:lnTo>
                    <a:lnTo>
                      <a:pt x="156" y="212"/>
                    </a:lnTo>
                    <a:lnTo>
                      <a:pt x="24" y="212"/>
                    </a:lnTo>
                    <a:lnTo>
                      <a:pt x="24" y="127"/>
                    </a:lnTo>
                    <a:close/>
                    <a:moveTo>
                      <a:pt x="156" y="305"/>
                    </a:moveTo>
                    <a:lnTo>
                      <a:pt x="156" y="305"/>
                    </a:lnTo>
                    <a:lnTo>
                      <a:pt x="24" y="305"/>
                    </a:lnTo>
                    <a:lnTo>
                      <a:pt x="24" y="217"/>
                    </a:lnTo>
                    <a:lnTo>
                      <a:pt x="156" y="217"/>
                    </a:lnTo>
                    <a:lnTo>
                      <a:pt x="156" y="305"/>
                    </a:lnTo>
                    <a:close/>
                    <a:moveTo>
                      <a:pt x="24" y="310"/>
                    </a:moveTo>
                    <a:lnTo>
                      <a:pt x="24" y="310"/>
                    </a:lnTo>
                    <a:lnTo>
                      <a:pt x="156" y="310"/>
                    </a:lnTo>
                    <a:lnTo>
                      <a:pt x="156" y="413"/>
                    </a:lnTo>
                    <a:lnTo>
                      <a:pt x="24" y="413"/>
                    </a:lnTo>
                    <a:lnTo>
                      <a:pt x="24" y="310"/>
                    </a:lnTo>
                    <a:close/>
                    <a:moveTo>
                      <a:pt x="12" y="438"/>
                    </a:moveTo>
                    <a:lnTo>
                      <a:pt x="12" y="438"/>
                    </a:lnTo>
                    <a:lnTo>
                      <a:pt x="168" y="438"/>
                    </a:lnTo>
                    <a:cubicBezTo>
                      <a:pt x="175" y="438"/>
                      <a:pt x="180" y="432"/>
                      <a:pt x="180" y="425"/>
                    </a:cubicBezTo>
                    <a:lnTo>
                      <a:pt x="180" y="12"/>
                    </a:lnTo>
                    <a:cubicBezTo>
                      <a:pt x="180" y="5"/>
                      <a:pt x="175" y="0"/>
                      <a:pt x="168" y="0"/>
                    </a:cubicBezTo>
                    <a:lnTo>
                      <a:pt x="12" y="0"/>
                    </a:lnTo>
                    <a:cubicBezTo>
                      <a:pt x="5" y="0"/>
                      <a:pt x="0" y="5"/>
                      <a:pt x="0" y="12"/>
                    </a:cubicBezTo>
                    <a:lnTo>
                      <a:pt x="0" y="425"/>
                    </a:lnTo>
                    <a:cubicBezTo>
                      <a:pt x="0" y="432"/>
                      <a:pt x="5" y="438"/>
                      <a:pt x="12" y="43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Freeform 27"/>
              <p:cNvSpPr>
                <a:spLocks noEditPoints="1"/>
              </p:cNvSpPr>
              <p:nvPr/>
            </p:nvSpPr>
            <p:spPr bwMode="auto">
              <a:xfrm>
                <a:off x="1757363" y="933450"/>
                <a:ext cx="88900" cy="47625"/>
              </a:xfrm>
              <a:custGeom>
                <a:avLst/>
                <a:gdLst>
                  <a:gd name="T0" fmla="*/ 9 w 104"/>
                  <a:gd name="T1" fmla="*/ 13 h 55"/>
                  <a:gd name="T2" fmla="*/ 9 w 104"/>
                  <a:gd name="T3" fmla="*/ 13 h 55"/>
                  <a:gd name="T4" fmla="*/ 10 w 104"/>
                  <a:gd name="T5" fmla="*/ 10 h 55"/>
                  <a:gd name="T6" fmla="*/ 93 w 104"/>
                  <a:gd name="T7" fmla="*/ 10 h 55"/>
                  <a:gd name="T8" fmla="*/ 94 w 104"/>
                  <a:gd name="T9" fmla="*/ 13 h 55"/>
                  <a:gd name="T10" fmla="*/ 94 w 104"/>
                  <a:gd name="T11" fmla="*/ 42 h 55"/>
                  <a:gd name="T12" fmla="*/ 93 w 104"/>
                  <a:gd name="T13" fmla="*/ 45 h 55"/>
                  <a:gd name="T14" fmla="*/ 11 w 104"/>
                  <a:gd name="T15" fmla="*/ 45 h 55"/>
                  <a:gd name="T16" fmla="*/ 9 w 104"/>
                  <a:gd name="T17" fmla="*/ 42 h 55"/>
                  <a:gd name="T18" fmla="*/ 9 w 104"/>
                  <a:gd name="T19" fmla="*/ 13 h 55"/>
                  <a:gd name="T20" fmla="*/ 10 w 104"/>
                  <a:gd name="T21" fmla="*/ 55 h 55"/>
                  <a:gd name="T22" fmla="*/ 10 w 104"/>
                  <a:gd name="T23" fmla="*/ 55 h 55"/>
                  <a:gd name="T24" fmla="*/ 93 w 104"/>
                  <a:gd name="T25" fmla="*/ 55 h 55"/>
                  <a:gd name="T26" fmla="*/ 104 w 104"/>
                  <a:gd name="T27" fmla="*/ 42 h 55"/>
                  <a:gd name="T28" fmla="*/ 104 w 104"/>
                  <a:gd name="T29" fmla="*/ 13 h 55"/>
                  <a:gd name="T30" fmla="*/ 93 w 104"/>
                  <a:gd name="T31" fmla="*/ 0 h 55"/>
                  <a:gd name="T32" fmla="*/ 10 w 104"/>
                  <a:gd name="T33" fmla="*/ 0 h 55"/>
                  <a:gd name="T34" fmla="*/ 0 w 104"/>
                  <a:gd name="T35" fmla="*/ 13 h 55"/>
                  <a:gd name="T36" fmla="*/ 0 w 104"/>
                  <a:gd name="T37" fmla="*/ 42 h 55"/>
                  <a:gd name="T38" fmla="*/ 10 w 104"/>
                  <a:gd name="T3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" y="13"/>
                    </a:moveTo>
                    <a:lnTo>
                      <a:pt x="9" y="13"/>
                    </a:lnTo>
                    <a:cubicBezTo>
                      <a:pt x="9" y="11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1"/>
                      <a:pt x="94" y="13"/>
                    </a:cubicBezTo>
                    <a:lnTo>
                      <a:pt x="94" y="42"/>
                    </a:lnTo>
                    <a:cubicBezTo>
                      <a:pt x="94" y="44"/>
                      <a:pt x="94" y="45"/>
                      <a:pt x="93" y="45"/>
                    </a:cubicBezTo>
                    <a:lnTo>
                      <a:pt x="11" y="45"/>
                    </a:lnTo>
                    <a:cubicBezTo>
                      <a:pt x="10" y="45"/>
                      <a:pt x="9" y="44"/>
                      <a:pt x="9" y="42"/>
                    </a:cubicBezTo>
                    <a:lnTo>
                      <a:pt x="9" y="13"/>
                    </a:lnTo>
                    <a:close/>
                    <a:moveTo>
                      <a:pt x="10" y="55"/>
                    </a:moveTo>
                    <a:lnTo>
                      <a:pt x="10" y="55"/>
                    </a:lnTo>
                    <a:lnTo>
                      <a:pt x="93" y="55"/>
                    </a:lnTo>
                    <a:cubicBezTo>
                      <a:pt x="100" y="55"/>
                      <a:pt x="104" y="49"/>
                      <a:pt x="104" y="42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2"/>
                    </a:lnTo>
                    <a:cubicBezTo>
                      <a:pt x="0" y="49"/>
                      <a:pt x="4" y="55"/>
                      <a:pt x="10" y="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28" name="Freeform 28"/>
              <p:cNvSpPr>
                <a:spLocks noEditPoints="1"/>
              </p:cNvSpPr>
              <p:nvPr/>
            </p:nvSpPr>
            <p:spPr bwMode="auto">
              <a:xfrm>
                <a:off x="1757363" y="1014413"/>
                <a:ext cx="88900" cy="47625"/>
              </a:xfrm>
              <a:custGeom>
                <a:avLst/>
                <a:gdLst>
                  <a:gd name="T0" fmla="*/ 94 w 104"/>
                  <a:gd name="T1" fmla="*/ 43 h 55"/>
                  <a:gd name="T2" fmla="*/ 94 w 104"/>
                  <a:gd name="T3" fmla="*/ 43 h 55"/>
                  <a:gd name="T4" fmla="*/ 93 w 104"/>
                  <a:gd name="T5" fmla="*/ 46 h 55"/>
                  <a:gd name="T6" fmla="*/ 11 w 104"/>
                  <a:gd name="T7" fmla="*/ 46 h 55"/>
                  <a:gd name="T8" fmla="*/ 9 w 104"/>
                  <a:gd name="T9" fmla="*/ 43 h 55"/>
                  <a:gd name="T10" fmla="*/ 9 w 104"/>
                  <a:gd name="T11" fmla="*/ 13 h 55"/>
                  <a:gd name="T12" fmla="*/ 10 w 104"/>
                  <a:gd name="T13" fmla="*/ 10 h 55"/>
                  <a:gd name="T14" fmla="*/ 93 w 104"/>
                  <a:gd name="T15" fmla="*/ 10 h 55"/>
                  <a:gd name="T16" fmla="*/ 94 w 104"/>
                  <a:gd name="T17" fmla="*/ 13 h 55"/>
                  <a:gd name="T18" fmla="*/ 94 w 104"/>
                  <a:gd name="T19" fmla="*/ 43 h 55"/>
                  <a:gd name="T20" fmla="*/ 93 w 104"/>
                  <a:gd name="T21" fmla="*/ 0 h 55"/>
                  <a:gd name="T22" fmla="*/ 93 w 104"/>
                  <a:gd name="T23" fmla="*/ 0 h 55"/>
                  <a:gd name="T24" fmla="*/ 10 w 104"/>
                  <a:gd name="T25" fmla="*/ 0 h 55"/>
                  <a:gd name="T26" fmla="*/ 0 w 104"/>
                  <a:gd name="T27" fmla="*/ 13 h 55"/>
                  <a:gd name="T28" fmla="*/ 0 w 104"/>
                  <a:gd name="T29" fmla="*/ 43 h 55"/>
                  <a:gd name="T30" fmla="*/ 10 w 104"/>
                  <a:gd name="T31" fmla="*/ 55 h 55"/>
                  <a:gd name="T32" fmla="*/ 93 w 104"/>
                  <a:gd name="T33" fmla="*/ 55 h 55"/>
                  <a:gd name="T34" fmla="*/ 104 w 104"/>
                  <a:gd name="T35" fmla="*/ 43 h 55"/>
                  <a:gd name="T36" fmla="*/ 104 w 104"/>
                  <a:gd name="T37" fmla="*/ 13 h 55"/>
                  <a:gd name="T38" fmla="*/ 93 w 104"/>
                  <a:gd name="T3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4" y="43"/>
                    </a:moveTo>
                    <a:lnTo>
                      <a:pt x="94" y="43"/>
                    </a:lnTo>
                    <a:cubicBezTo>
                      <a:pt x="94" y="44"/>
                      <a:pt x="94" y="45"/>
                      <a:pt x="93" y="46"/>
                    </a:cubicBezTo>
                    <a:lnTo>
                      <a:pt x="11" y="46"/>
                    </a:lnTo>
                    <a:cubicBezTo>
                      <a:pt x="10" y="46"/>
                      <a:pt x="9" y="44"/>
                      <a:pt x="9" y="43"/>
                    </a:cubicBezTo>
                    <a:lnTo>
                      <a:pt x="9" y="13"/>
                    </a:lnTo>
                    <a:cubicBezTo>
                      <a:pt x="9" y="12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2"/>
                      <a:pt x="94" y="13"/>
                    </a:cubicBezTo>
                    <a:lnTo>
                      <a:pt x="94" y="43"/>
                    </a:lnTo>
                    <a:close/>
                    <a:moveTo>
                      <a:pt x="93" y="0"/>
                    </a:moveTo>
                    <a:lnTo>
                      <a:pt x="93" y="0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3"/>
                    </a:lnTo>
                    <a:cubicBezTo>
                      <a:pt x="0" y="50"/>
                      <a:pt x="4" y="55"/>
                      <a:pt x="10" y="55"/>
                    </a:cubicBezTo>
                    <a:lnTo>
                      <a:pt x="93" y="55"/>
                    </a:lnTo>
                    <a:cubicBezTo>
                      <a:pt x="100" y="55"/>
                      <a:pt x="104" y="50"/>
                      <a:pt x="104" y="43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Freeform 29"/>
              <p:cNvSpPr>
                <a:spLocks noEditPoints="1"/>
              </p:cNvSpPr>
              <p:nvPr/>
            </p:nvSpPr>
            <p:spPr bwMode="auto">
              <a:xfrm>
                <a:off x="1757363" y="1090613"/>
                <a:ext cx="88900" cy="47625"/>
              </a:xfrm>
              <a:custGeom>
                <a:avLst/>
                <a:gdLst>
                  <a:gd name="T0" fmla="*/ 9 w 104"/>
                  <a:gd name="T1" fmla="*/ 13 h 55"/>
                  <a:gd name="T2" fmla="*/ 9 w 104"/>
                  <a:gd name="T3" fmla="*/ 13 h 55"/>
                  <a:gd name="T4" fmla="*/ 10 w 104"/>
                  <a:gd name="T5" fmla="*/ 10 h 55"/>
                  <a:gd name="T6" fmla="*/ 93 w 104"/>
                  <a:gd name="T7" fmla="*/ 10 h 55"/>
                  <a:gd name="T8" fmla="*/ 94 w 104"/>
                  <a:gd name="T9" fmla="*/ 13 h 55"/>
                  <a:gd name="T10" fmla="*/ 94 w 104"/>
                  <a:gd name="T11" fmla="*/ 42 h 55"/>
                  <a:gd name="T12" fmla="*/ 93 w 104"/>
                  <a:gd name="T13" fmla="*/ 45 h 55"/>
                  <a:gd name="T14" fmla="*/ 11 w 104"/>
                  <a:gd name="T15" fmla="*/ 45 h 55"/>
                  <a:gd name="T16" fmla="*/ 9 w 104"/>
                  <a:gd name="T17" fmla="*/ 42 h 55"/>
                  <a:gd name="T18" fmla="*/ 9 w 104"/>
                  <a:gd name="T19" fmla="*/ 13 h 55"/>
                  <a:gd name="T20" fmla="*/ 10 w 104"/>
                  <a:gd name="T21" fmla="*/ 55 h 55"/>
                  <a:gd name="T22" fmla="*/ 10 w 104"/>
                  <a:gd name="T23" fmla="*/ 55 h 55"/>
                  <a:gd name="T24" fmla="*/ 93 w 104"/>
                  <a:gd name="T25" fmla="*/ 55 h 55"/>
                  <a:gd name="T26" fmla="*/ 104 w 104"/>
                  <a:gd name="T27" fmla="*/ 42 h 55"/>
                  <a:gd name="T28" fmla="*/ 104 w 104"/>
                  <a:gd name="T29" fmla="*/ 13 h 55"/>
                  <a:gd name="T30" fmla="*/ 93 w 104"/>
                  <a:gd name="T31" fmla="*/ 0 h 55"/>
                  <a:gd name="T32" fmla="*/ 10 w 104"/>
                  <a:gd name="T33" fmla="*/ 0 h 55"/>
                  <a:gd name="T34" fmla="*/ 0 w 104"/>
                  <a:gd name="T35" fmla="*/ 13 h 55"/>
                  <a:gd name="T36" fmla="*/ 0 w 104"/>
                  <a:gd name="T37" fmla="*/ 42 h 55"/>
                  <a:gd name="T38" fmla="*/ 10 w 104"/>
                  <a:gd name="T3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" y="13"/>
                    </a:moveTo>
                    <a:lnTo>
                      <a:pt x="9" y="13"/>
                    </a:lnTo>
                    <a:cubicBezTo>
                      <a:pt x="9" y="11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1"/>
                      <a:pt x="94" y="13"/>
                    </a:cubicBezTo>
                    <a:lnTo>
                      <a:pt x="94" y="42"/>
                    </a:lnTo>
                    <a:cubicBezTo>
                      <a:pt x="94" y="44"/>
                      <a:pt x="94" y="45"/>
                      <a:pt x="93" y="45"/>
                    </a:cubicBezTo>
                    <a:lnTo>
                      <a:pt x="11" y="45"/>
                    </a:lnTo>
                    <a:cubicBezTo>
                      <a:pt x="10" y="45"/>
                      <a:pt x="9" y="44"/>
                      <a:pt x="9" y="42"/>
                    </a:cubicBezTo>
                    <a:lnTo>
                      <a:pt x="9" y="13"/>
                    </a:lnTo>
                    <a:close/>
                    <a:moveTo>
                      <a:pt x="10" y="55"/>
                    </a:moveTo>
                    <a:lnTo>
                      <a:pt x="10" y="55"/>
                    </a:lnTo>
                    <a:lnTo>
                      <a:pt x="93" y="55"/>
                    </a:lnTo>
                    <a:cubicBezTo>
                      <a:pt x="100" y="55"/>
                      <a:pt x="104" y="49"/>
                      <a:pt x="104" y="42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2"/>
                    </a:lnTo>
                    <a:cubicBezTo>
                      <a:pt x="0" y="49"/>
                      <a:pt x="4" y="55"/>
                      <a:pt x="10" y="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0" name="Freeform 30"/>
              <p:cNvSpPr>
                <a:spLocks noEditPoints="1"/>
              </p:cNvSpPr>
              <p:nvPr/>
            </p:nvSpPr>
            <p:spPr bwMode="auto">
              <a:xfrm>
                <a:off x="1320800" y="873125"/>
                <a:ext cx="374650" cy="414338"/>
              </a:xfrm>
              <a:custGeom>
                <a:avLst/>
                <a:gdLst>
                  <a:gd name="T0" fmla="*/ 310 w 440"/>
                  <a:gd name="T1" fmla="*/ 162 h 488"/>
                  <a:gd name="T2" fmla="*/ 310 w 440"/>
                  <a:gd name="T3" fmla="*/ 68 h 488"/>
                  <a:gd name="T4" fmla="*/ 137 w 440"/>
                  <a:gd name="T5" fmla="*/ 360 h 488"/>
                  <a:gd name="T6" fmla="*/ 137 w 440"/>
                  <a:gd name="T7" fmla="*/ 463 h 488"/>
                  <a:gd name="T8" fmla="*/ 137 w 440"/>
                  <a:gd name="T9" fmla="*/ 135 h 488"/>
                  <a:gd name="T10" fmla="*/ 231 w 440"/>
                  <a:gd name="T11" fmla="*/ 150 h 488"/>
                  <a:gd name="T12" fmla="*/ 231 w 440"/>
                  <a:gd name="T13" fmla="*/ 250 h 488"/>
                  <a:gd name="T14" fmla="*/ 231 w 440"/>
                  <a:gd name="T15" fmla="*/ 155 h 488"/>
                  <a:gd name="T16" fmla="*/ 310 w 440"/>
                  <a:gd name="T17" fmla="*/ 250 h 488"/>
                  <a:gd name="T18" fmla="*/ 310 w 440"/>
                  <a:gd name="T19" fmla="*/ 167 h 488"/>
                  <a:gd name="T20" fmla="*/ 371 w 440"/>
                  <a:gd name="T21" fmla="*/ 176 h 488"/>
                  <a:gd name="T22" fmla="*/ 325 w 440"/>
                  <a:gd name="T23" fmla="*/ 169 h 488"/>
                  <a:gd name="T24" fmla="*/ 371 w 440"/>
                  <a:gd name="T25" fmla="*/ 171 h 488"/>
                  <a:gd name="T26" fmla="*/ 371 w 440"/>
                  <a:gd name="T27" fmla="*/ 83 h 488"/>
                  <a:gd name="T28" fmla="*/ 420 w 440"/>
                  <a:gd name="T29" fmla="*/ 179 h 488"/>
                  <a:gd name="T30" fmla="*/ 420 w 440"/>
                  <a:gd name="T31" fmla="*/ 95 h 488"/>
                  <a:gd name="T32" fmla="*/ 386 w 440"/>
                  <a:gd name="T33" fmla="*/ 337 h 488"/>
                  <a:gd name="T34" fmla="*/ 386 w 440"/>
                  <a:gd name="T35" fmla="*/ 420 h 488"/>
                  <a:gd name="T36" fmla="*/ 325 w 440"/>
                  <a:gd name="T37" fmla="*/ 342 h 488"/>
                  <a:gd name="T38" fmla="*/ 325 w 440"/>
                  <a:gd name="T39" fmla="*/ 431 h 488"/>
                  <a:gd name="T40" fmla="*/ 310 w 440"/>
                  <a:gd name="T41" fmla="*/ 344 h 488"/>
                  <a:gd name="T42" fmla="*/ 245 w 440"/>
                  <a:gd name="T43" fmla="*/ 350 h 488"/>
                  <a:gd name="T44" fmla="*/ 371 w 440"/>
                  <a:gd name="T45" fmla="*/ 333 h 488"/>
                  <a:gd name="T46" fmla="*/ 371 w 440"/>
                  <a:gd name="T47" fmla="*/ 256 h 488"/>
                  <a:gd name="T48" fmla="*/ 420 w 440"/>
                  <a:gd name="T49" fmla="*/ 256 h 488"/>
                  <a:gd name="T50" fmla="*/ 386 w 440"/>
                  <a:gd name="T51" fmla="*/ 256 h 488"/>
                  <a:gd name="T52" fmla="*/ 420 w 440"/>
                  <a:gd name="T53" fmla="*/ 251 h 488"/>
                  <a:gd name="T54" fmla="*/ 420 w 440"/>
                  <a:gd name="T55" fmla="*/ 184 h 488"/>
                  <a:gd name="T56" fmla="*/ 245 w 440"/>
                  <a:gd name="T57" fmla="*/ 255 h 488"/>
                  <a:gd name="T58" fmla="*/ 245 w 440"/>
                  <a:gd name="T59" fmla="*/ 345 h 488"/>
                  <a:gd name="T60" fmla="*/ 137 w 440"/>
                  <a:gd name="T61" fmla="*/ 254 h 488"/>
                  <a:gd name="T62" fmla="*/ 137 w 440"/>
                  <a:gd name="T63" fmla="*/ 355 h 488"/>
                  <a:gd name="T64" fmla="*/ 25 w 440"/>
                  <a:gd name="T65" fmla="*/ 354 h 488"/>
                  <a:gd name="T66" fmla="*/ 38 w 440"/>
                  <a:gd name="T67" fmla="*/ 24 h 488"/>
                  <a:gd name="T68" fmla="*/ 112 w 440"/>
                  <a:gd name="T69" fmla="*/ 463 h 488"/>
                  <a:gd name="T70" fmla="*/ 38 w 440"/>
                  <a:gd name="T71" fmla="*/ 425 h 488"/>
                  <a:gd name="T72" fmla="*/ 0 w 440"/>
                  <a:gd name="T73" fmla="*/ 403 h 488"/>
                  <a:gd name="T74" fmla="*/ 25 w 440"/>
                  <a:gd name="T75" fmla="*/ 488 h 488"/>
                  <a:gd name="T76" fmla="*/ 132 w 440"/>
                  <a:gd name="T77" fmla="*/ 488 h 488"/>
                  <a:gd name="T78" fmla="*/ 432 w 440"/>
                  <a:gd name="T79" fmla="*/ 436 h 488"/>
                  <a:gd name="T80" fmla="*/ 436 w 440"/>
                  <a:gd name="T81" fmla="*/ 78 h 488"/>
                  <a:gd name="T82" fmla="*/ 245 w 440"/>
                  <a:gd name="T83" fmla="*/ 26 h 488"/>
                  <a:gd name="T84" fmla="*/ 132 w 440"/>
                  <a:gd name="T85" fmla="*/ 0 h 488"/>
                  <a:gd name="T86" fmla="*/ 13 w 440"/>
                  <a:gd name="T87" fmla="*/ 306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0" h="488">
                    <a:moveTo>
                      <a:pt x="310" y="68"/>
                    </a:moveTo>
                    <a:lnTo>
                      <a:pt x="310" y="68"/>
                    </a:lnTo>
                    <a:lnTo>
                      <a:pt x="310" y="162"/>
                    </a:lnTo>
                    <a:lnTo>
                      <a:pt x="245" y="152"/>
                    </a:lnTo>
                    <a:lnTo>
                      <a:pt x="245" y="52"/>
                    </a:lnTo>
                    <a:lnTo>
                      <a:pt x="310" y="68"/>
                    </a:lnTo>
                    <a:close/>
                    <a:moveTo>
                      <a:pt x="137" y="463"/>
                    </a:moveTo>
                    <a:lnTo>
                      <a:pt x="137" y="463"/>
                    </a:lnTo>
                    <a:lnTo>
                      <a:pt x="137" y="360"/>
                    </a:lnTo>
                    <a:lnTo>
                      <a:pt x="231" y="351"/>
                    </a:lnTo>
                    <a:lnTo>
                      <a:pt x="231" y="447"/>
                    </a:lnTo>
                    <a:lnTo>
                      <a:pt x="137" y="463"/>
                    </a:lnTo>
                    <a:lnTo>
                      <a:pt x="137" y="463"/>
                    </a:lnTo>
                    <a:close/>
                    <a:moveTo>
                      <a:pt x="137" y="135"/>
                    </a:moveTo>
                    <a:lnTo>
                      <a:pt x="137" y="135"/>
                    </a:lnTo>
                    <a:lnTo>
                      <a:pt x="137" y="26"/>
                    </a:lnTo>
                    <a:lnTo>
                      <a:pt x="231" y="49"/>
                    </a:lnTo>
                    <a:lnTo>
                      <a:pt x="231" y="150"/>
                    </a:lnTo>
                    <a:lnTo>
                      <a:pt x="137" y="135"/>
                    </a:lnTo>
                    <a:close/>
                    <a:moveTo>
                      <a:pt x="231" y="250"/>
                    </a:moveTo>
                    <a:lnTo>
                      <a:pt x="231" y="250"/>
                    </a:lnTo>
                    <a:lnTo>
                      <a:pt x="137" y="249"/>
                    </a:lnTo>
                    <a:lnTo>
                      <a:pt x="137" y="140"/>
                    </a:lnTo>
                    <a:lnTo>
                      <a:pt x="231" y="155"/>
                    </a:lnTo>
                    <a:lnTo>
                      <a:pt x="231" y="250"/>
                    </a:lnTo>
                    <a:close/>
                    <a:moveTo>
                      <a:pt x="310" y="250"/>
                    </a:moveTo>
                    <a:lnTo>
                      <a:pt x="310" y="250"/>
                    </a:lnTo>
                    <a:lnTo>
                      <a:pt x="245" y="250"/>
                    </a:lnTo>
                    <a:lnTo>
                      <a:pt x="245" y="157"/>
                    </a:lnTo>
                    <a:lnTo>
                      <a:pt x="310" y="167"/>
                    </a:lnTo>
                    <a:lnTo>
                      <a:pt x="310" y="250"/>
                    </a:lnTo>
                    <a:close/>
                    <a:moveTo>
                      <a:pt x="371" y="176"/>
                    </a:moveTo>
                    <a:lnTo>
                      <a:pt x="371" y="176"/>
                    </a:lnTo>
                    <a:lnTo>
                      <a:pt x="371" y="251"/>
                    </a:lnTo>
                    <a:lnTo>
                      <a:pt x="325" y="250"/>
                    </a:lnTo>
                    <a:lnTo>
                      <a:pt x="325" y="169"/>
                    </a:lnTo>
                    <a:lnTo>
                      <a:pt x="371" y="176"/>
                    </a:lnTo>
                    <a:close/>
                    <a:moveTo>
                      <a:pt x="371" y="171"/>
                    </a:moveTo>
                    <a:lnTo>
                      <a:pt x="371" y="171"/>
                    </a:lnTo>
                    <a:lnTo>
                      <a:pt x="325" y="164"/>
                    </a:lnTo>
                    <a:lnTo>
                      <a:pt x="325" y="72"/>
                    </a:lnTo>
                    <a:lnTo>
                      <a:pt x="371" y="83"/>
                    </a:lnTo>
                    <a:lnTo>
                      <a:pt x="371" y="171"/>
                    </a:lnTo>
                    <a:close/>
                    <a:moveTo>
                      <a:pt x="420" y="179"/>
                    </a:moveTo>
                    <a:lnTo>
                      <a:pt x="420" y="179"/>
                    </a:lnTo>
                    <a:lnTo>
                      <a:pt x="386" y="174"/>
                    </a:lnTo>
                    <a:lnTo>
                      <a:pt x="386" y="87"/>
                    </a:lnTo>
                    <a:lnTo>
                      <a:pt x="420" y="95"/>
                    </a:lnTo>
                    <a:lnTo>
                      <a:pt x="420" y="179"/>
                    </a:lnTo>
                    <a:close/>
                    <a:moveTo>
                      <a:pt x="386" y="337"/>
                    </a:moveTo>
                    <a:lnTo>
                      <a:pt x="386" y="337"/>
                    </a:lnTo>
                    <a:lnTo>
                      <a:pt x="420" y="334"/>
                    </a:lnTo>
                    <a:lnTo>
                      <a:pt x="420" y="414"/>
                    </a:lnTo>
                    <a:lnTo>
                      <a:pt x="386" y="420"/>
                    </a:lnTo>
                    <a:lnTo>
                      <a:pt x="386" y="337"/>
                    </a:lnTo>
                    <a:close/>
                    <a:moveTo>
                      <a:pt x="325" y="342"/>
                    </a:moveTo>
                    <a:lnTo>
                      <a:pt x="325" y="342"/>
                    </a:lnTo>
                    <a:lnTo>
                      <a:pt x="371" y="338"/>
                    </a:lnTo>
                    <a:lnTo>
                      <a:pt x="371" y="423"/>
                    </a:lnTo>
                    <a:lnTo>
                      <a:pt x="325" y="431"/>
                    </a:lnTo>
                    <a:lnTo>
                      <a:pt x="325" y="342"/>
                    </a:lnTo>
                    <a:close/>
                    <a:moveTo>
                      <a:pt x="310" y="344"/>
                    </a:moveTo>
                    <a:lnTo>
                      <a:pt x="310" y="344"/>
                    </a:lnTo>
                    <a:lnTo>
                      <a:pt x="310" y="433"/>
                    </a:lnTo>
                    <a:lnTo>
                      <a:pt x="245" y="444"/>
                    </a:lnTo>
                    <a:lnTo>
                      <a:pt x="245" y="350"/>
                    </a:lnTo>
                    <a:lnTo>
                      <a:pt x="310" y="344"/>
                    </a:lnTo>
                    <a:close/>
                    <a:moveTo>
                      <a:pt x="371" y="333"/>
                    </a:moveTo>
                    <a:lnTo>
                      <a:pt x="371" y="333"/>
                    </a:lnTo>
                    <a:lnTo>
                      <a:pt x="325" y="338"/>
                    </a:lnTo>
                    <a:lnTo>
                      <a:pt x="325" y="255"/>
                    </a:lnTo>
                    <a:lnTo>
                      <a:pt x="371" y="256"/>
                    </a:lnTo>
                    <a:lnTo>
                      <a:pt x="371" y="333"/>
                    </a:lnTo>
                    <a:close/>
                    <a:moveTo>
                      <a:pt x="420" y="256"/>
                    </a:moveTo>
                    <a:lnTo>
                      <a:pt x="420" y="256"/>
                    </a:lnTo>
                    <a:lnTo>
                      <a:pt x="420" y="329"/>
                    </a:lnTo>
                    <a:lnTo>
                      <a:pt x="386" y="332"/>
                    </a:lnTo>
                    <a:lnTo>
                      <a:pt x="386" y="256"/>
                    </a:lnTo>
                    <a:lnTo>
                      <a:pt x="420" y="256"/>
                    </a:lnTo>
                    <a:close/>
                    <a:moveTo>
                      <a:pt x="420" y="251"/>
                    </a:moveTo>
                    <a:lnTo>
                      <a:pt x="420" y="251"/>
                    </a:lnTo>
                    <a:lnTo>
                      <a:pt x="386" y="251"/>
                    </a:lnTo>
                    <a:lnTo>
                      <a:pt x="386" y="179"/>
                    </a:lnTo>
                    <a:lnTo>
                      <a:pt x="420" y="184"/>
                    </a:lnTo>
                    <a:lnTo>
                      <a:pt x="420" y="251"/>
                    </a:lnTo>
                    <a:close/>
                    <a:moveTo>
                      <a:pt x="245" y="255"/>
                    </a:moveTo>
                    <a:lnTo>
                      <a:pt x="245" y="255"/>
                    </a:lnTo>
                    <a:lnTo>
                      <a:pt x="310" y="255"/>
                    </a:lnTo>
                    <a:lnTo>
                      <a:pt x="310" y="339"/>
                    </a:lnTo>
                    <a:lnTo>
                      <a:pt x="245" y="345"/>
                    </a:lnTo>
                    <a:lnTo>
                      <a:pt x="245" y="255"/>
                    </a:lnTo>
                    <a:close/>
                    <a:moveTo>
                      <a:pt x="137" y="254"/>
                    </a:moveTo>
                    <a:lnTo>
                      <a:pt x="137" y="254"/>
                    </a:lnTo>
                    <a:lnTo>
                      <a:pt x="231" y="255"/>
                    </a:lnTo>
                    <a:lnTo>
                      <a:pt x="231" y="346"/>
                    </a:lnTo>
                    <a:lnTo>
                      <a:pt x="137" y="355"/>
                    </a:lnTo>
                    <a:lnTo>
                      <a:pt x="137" y="254"/>
                    </a:lnTo>
                    <a:close/>
                    <a:moveTo>
                      <a:pt x="25" y="354"/>
                    </a:moveTo>
                    <a:lnTo>
                      <a:pt x="25" y="354"/>
                    </a:lnTo>
                    <a:cubicBezTo>
                      <a:pt x="39" y="354"/>
                      <a:pt x="51" y="343"/>
                      <a:pt x="51" y="329"/>
                    </a:cubicBezTo>
                    <a:cubicBezTo>
                      <a:pt x="51" y="319"/>
                      <a:pt x="46" y="311"/>
                      <a:pt x="38" y="306"/>
                    </a:cubicBezTo>
                    <a:lnTo>
                      <a:pt x="38" y="24"/>
                    </a:lnTo>
                    <a:lnTo>
                      <a:pt x="112" y="24"/>
                    </a:lnTo>
                    <a:cubicBezTo>
                      <a:pt x="112" y="24"/>
                      <a:pt x="112" y="25"/>
                      <a:pt x="112" y="25"/>
                    </a:cubicBezTo>
                    <a:lnTo>
                      <a:pt x="112" y="463"/>
                    </a:lnTo>
                    <a:cubicBezTo>
                      <a:pt x="112" y="463"/>
                      <a:pt x="112" y="463"/>
                      <a:pt x="112" y="464"/>
                    </a:cubicBezTo>
                    <a:lnTo>
                      <a:pt x="38" y="464"/>
                    </a:lnTo>
                    <a:lnTo>
                      <a:pt x="38" y="425"/>
                    </a:lnTo>
                    <a:cubicBezTo>
                      <a:pt x="46" y="421"/>
                      <a:pt x="51" y="413"/>
                      <a:pt x="51" y="403"/>
                    </a:cubicBezTo>
                    <a:cubicBezTo>
                      <a:pt x="51" y="389"/>
                      <a:pt x="40" y="377"/>
                      <a:pt x="26" y="377"/>
                    </a:cubicBezTo>
                    <a:cubicBezTo>
                      <a:pt x="11" y="377"/>
                      <a:pt x="0" y="389"/>
                      <a:pt x="0" y="403"/>
                    </a:cubicBezTo>
                    <a:cubicBezTo>
                      <a:pt x="0" y="412"/>
                      <a:pt x="5" y="421"/>
                      <a:pt x="13" y="425"/>
                    </a:cubicBezTo>
                    <a:lnTo>
                      <a:pt x="13" y="476"/>
                    </a:lnTo>
                    <a:cubicBezTo>
                      <a:pt x="13" y="483"/>
                      <a:pt x="19" y="488"/>
                      <a:pt x="25" y="488"/>
                    </a:cubicBezTo>
                    <a:lnTo>
                      <a:pt x="124" y="488"/>
                    </a:lnTo>
                    <a:cubicBezTo>
                      <a:pt x="126" y="488"/>
                      <a:pt x="127" y="488"/>
                      <a:pt x="128" y="488"/>
                    </a:cubicBezTo>
                    <a:cubicBezTo>
                      <a:pt x="129" y="488"/>
                      <a:pt x="131" y="488"/>
                      <a:pt x="132" y="488"/>
                    </a:cubicBezTo>
                    <a:lnTo>
                      <a:pt x="133" y="488"/>
                    </a:lnTo>
                    <a:lnTo>
                      <a:pt x="428" y="438"/>
                    </a:lnTo>
                    <a:cubicBezTo>
                      <a:pt x="429" y="438"/>
                      <a:pt x="431" y="437"/>
                      <a:pt x="432" y="436"/>
                    </a:cubicBezTo>
                    <a:cubicBezTo>
                      <a:pt x="437" y="435"/>
                      <a:pt x="440" y="431"/>
                      <a:pt x="440" y="427"/>
                    </a:cubicBezTo>
                    <a:lnTo>
                      <a:pt x="440" y="85"/>
                    </a:lnTo>
                    <a:cubicBezTo>
                      <a:pt x="440" y="82"/>
                      <a:pt x="438" y="79"/>
                      <a:pt x="436" y="78"/>
                    </a:cubicBezTo>
                    <a:cubicBezTo>
                      <a:pt x="435" y="75"/>
                      <a:pt x="432" y="73"/>
                      <a:pt x="429" y="72"/>
                    </a:cubicBezTo>
                    <a:lnTo>
                      <a:pt x="245" y="27"/>
                    </a:lnTo>
                    <a:lnTo>
                      <a:pt x="245" y="26"/>
                    </a:lnTo>
                    <a:lnTo>
                      <a:pt x="243" y="26"/>
                    </a:lnTo>
                    <a:lnTo>
                      <a:pt x="135" y="1"/>
                    </a:lnTo>
                    <a:lnTo>
                      <a:pt x="132" y="0"/>
                    </a:lnTo>
                    <a:lnTo>
                      <a:pt x="25" y="0"/>
                    </a:lnTo>
                    <a:cubicBezTo>
                      <a:pt x="19" y="0"/>
                      <a:pt x="13" y="5"/>
                      <a:pt x="13" y="12"/>
                    </a:cubicBezTo>
                    <a:lnTo>
                      <a:pt x="13" y="306"/>
                    </a:lnTo>
                    <a:cubicBezTo>
                      <a:pt x="5" y="311"/>
                      <a:pt x="0" y="319"/>
                      <a:pt x="0" y="329"/>
                    </a:cubicBezTo>
                    <a:cubicBezTo>
                      <a:pt x="0" y="343"/>
                      <a:pt x="11" y="354"/>
                      <a:pt x="25" y="3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1" name="Freeform 31"/>
              <p:cNvSpPr>
                <a:spLocks noEditPoints="1"/>
              </p:cNvSpPr>
              <p:nvPr/>
            </p:nvSpPr>
            <p:spPr bwMode="auto">
              <a:xfrm>
                <a:off x="1452563" y="923925"/>
                <a:ext cx="50800" cy="57150"/>
              </a:xfrm>
              <a:custGeom>
                <a:avLst/>
                <a:gdLst>
                  <a:gd name="T0" fmla="*/ 49 w 59"/>
                  <a:gd name="T1" fmla="*/ 54 h 67"/>
                  <a:gd name="T2" fmla="*/ 49 w 59"/>
                  <a:gd name="T3" fmla="*/ 54 h 67"/>
                  <a:gd name="T4" fmla="*/ 48 w 59"/>
                  <a:gd name="T5" fmla="*/ 57 h 67"/>
                  <a:gd name="T6" fmla="*/ 11 w 59"/>
                  <a:gd name="T7" fmla="*/ 53 h 67"/>
                  <a:gd name="T8" fmla="*/ 10 w 59"/>
                  <a:gd name="T9" fmla="*/ 48 h 67"/>
                  <a:gd name="T10" fmla="*/ 10 w 59"/>
                  <a:gd name="T11" fmla="*/ 14 h 67"/>
                  <a:gd name="T12" fmla="*/ 10 w 59"/>
                  <a:gd name="T13" fmla="*/ 10 h 67"/>
                  <a:gd name="T14" fmla="*/ 47 w 59"/>
                  <a:gd name="T15" fmla="*/ 20 h 67"/>
                  <a:gd name="T16" fmla="*/ 49 w 59"/>
                  <a:gd name="T17" fmla="*/ 23 h 67"/>
                  <a:gd name="T18" fmla="*/ 49 w 59"/>
                  <a:gd name="T19" fmla="*/ 54 h 67"/>
                  <a:gd name="T20" fmla="*/ 50 w 59"/>
                  <a:gd name="T21" fmla="*/ 10 h 67"/>
                  <a:gd name="T22" fmla="*/ 50 w 59"/>
                  <a:gd name="T23" fmla="*/ 10 h 67"/>
                  <a:gd name="T24" fmla="*/ 11 w 59"/>
                  <a:gd name="T25" fmla="*/ 0 h 67"/>
                  <a:gd name="T26" fmla="*/ 10 w 59"/>
                  <a:gd name="T27" fmla="*/ 0 h 67"/>
                  <a:gd name="T28" fmla="*/ 0 w 59"/>
                  <a:gd name="T29" fmla="*/ 14 h 67"/>
                  <a:gd name="T30" fmla="*/ 0 w 59"/>
                  <a:gd name="T31" fmla="*/ 48 h 67"/>
                  <a:gd name="T32" fmla="*/ 2 w 59"/>
                  <a:gd name="T33" fmla="*/ 57 h 67"/>
                  <a:gd name="T34" fmla="*/ 9 w 59"/>
                  <a:gd name="T35" fmla="*/ 63 h 67"/>
                  <a:gd name="T36" fmla="*/ 9 w 59"/>
                  <a:gd name="T37" fmla="*/ 63 h 67"/>
                  <a:gd name="T38" fmla="*/ 48 w 59"/>
                  <a:gd name="T39" fmla="*/ 67 h 67"/>
                  <a:gd name="T40" fmla="*/ 49 w 59"/>
                  <a:gd name="T41" fmla="*/ 67 h 67"/>
                  <a:gd name="T42" fmla="*/ 59 w 59"/>
                  <a:gd name="T43" fmla="*/ 54 h 67"/>
                  <a:gd name="T44" fmla="*/ 59 w 59"/>
                  <a:gd name="T45" fmla="*/ 23 h 67"/>
                  <a:gd name="T46" fmla="*/ 50 w 59"/>
                  <a:gd name="T4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9" h="67">
                    <a:moveTo>
                      <a:pt x="49" y="54"/>
                    </a:moveTo>
                    <a:lnTo>
                      <a:pt x="49" y="54"/>
                    </a:lnTo>
                    <a:cubicBezTo>
                      <a:pt x="49" y="56"/>
                      <a:pt x="48" y="57"/>
                      <a:pt x="48" y="57"/>
                    </a:cubicBezTo>
                    <a:lnTo>
                      <a:pt x="11" y="53"/>
                    </a:lnTo>
                    <a:cubicBezTo>
                      <a:pt x="10" y="52"/>
                      <a:pt x="10" y="51"/>
                      <a:pt x="10" y="48"/>
                    </a:cubicBezTo>
                    <a:lnTo>
                      <a:pt x="10" y="14"/>
                    </a:lnTo>
                    <a:cubicBezTo>
                      <a:pt x="10" y="12"/>
                      <a:pt x="10" y="11"/>
                      <a:pt x="10" y="10"/>
                    </a:cubicBezTo>
                    <a:lnTo>
                      <a:pt x="47" y="20"/>
                    </a:lnTo>
                    <a:cubicBezTo>
                      <a:pt x="48" y="20"/>
                      <a:pt x="49" y="21"/>
                      <a:pt x="49" y="23"/>
                    </a:cubicBezTo>
                    <a:lnTo>
                      <a:pt x="49" y="54"/>
                    </a:lnTo>
                    <a:close/>
                    <a:moveTo>
                      <a:pt x="50" y="10"/>
                    </a:moveTo>
                    <a:lnTo>
                      <a:pt x="50" y="10"/>
                    </a:lnTo>
                    <a:lnTo>
                      <a:pt x="11" y="0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2"/>
                      <a:pt x="1" y="55"/>
                      <a:pt x="2" y="57"/>
                    </a:cubicBezTo>
                    <a:cubicBezTo>
                      <a:pt x="4" y="61"/>
                      <a:pt x="7" y="63"/>
                      <a:pt x="9" y="63"/>
                    </a:cubicBezTo>
                    <a:lnTo>
                      <a:pt x="9" y="63"/>
                    </a:lnTo>
                    <a:lnTo>
                      <a:pt x="48" y="67"/>
                    </a:lnTo>
                    <a:lnTo>
                      <a:pt x="49" y="67"/>
                    </a:lnTo>
                    <a:cubicBezTo>
                      <a:pt x="54" y="67"/>
                      <a:pt x="59" y="61"/>
                      <a:pt x="59" y="54"/>
                    </a:cubicBezTo>
                    <a:lnTo>
                      <a:pt x="59" y="23"/>
                    </a:lnTo>
                    <a:cubicBezTo>
                      <a:pt x="59" y="16"/>
                      <a:pt x="54" y="11"/>
                      <a:pt x="50" y="1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Freeform 32"/>
              <p:cNvSpPr>
                <a:spLocks noEditPoints="1"/>
              </p:cNvSpPr>
              <p:nvPr/>
            </p:nvSpPr>
            <p:spPr bwMode="auto">
              <a:xfrm>
                <a:off x="1538288" y="944563"/>
                <a:ext cx="41275" cy="49213"/>
              </a:xfrm>
              <a:custGeom>
                <a:avLst/>
                <a:gdLst>
                  <a:gd name="T0" fmla="*/ 10 w 49"/>
                  <a:gd name="T1" fmla="*/ 13 h 58"/>
                  <a:gd name="T2" fmla="*/ 10 w 49"/>
                  <a:gd name="T3" fmla="*/ 13 h 58"/>
                  <a:gd name="T4" fmla="*/ 10 w 49"/>
                  <a:gd name="T5" fmla="*/ 11 h 58"/>
                  <a:gd name="T6" fmla="*/ 38 w 49"/>
                  <a:gd name="T7" fmla="*/ 19 h 58"/>
                  <a:gd name="T8" fmla="*/ 39 w 49"/>
                  <a:gd name="T9" fmla="*/ 22 h 58"/>
                  <a:gd name="T10" fmla="*/ 39 w 49"/>
                  <a:gd name="T11" fmla="*/ 45 h 58"/>
                  <a:gd name="T12" fmla="*/ 38 w 49"/>
                  <a:gd name="T13" fmla="*/ 48 h 58"/>
                  <a:gd name="T14" fmla="*/ 11 w 49"/>
                  <a:gd name="T15" fmla="*/ 44 h 58"/>
                  <a:gd name="T16" fmla="*/ 10 w 49"/>
                  <a:gd name="T17" fmla="*/ 40 h 58"/>
                  <a:gd name="T18" fmla="*/ 10 w 49"/>
                  <a:gd name="T19" fmla="*/ 13 h 58"/>
                  <a:gd name="T20" fmla="*/ 2 w 49"/>
                  <a:gd name="T21" fmla="*/ 49 h 58"/>
                  <a:gd name="T22" fmla="*/ 2 w 49"/>
                  <a:gd name="T23" fmla="*/ 49 h 58"/>
                  <a:gd name="T24" fmla="*/ 9 w 49"/>
                  <a:gd name="T25" fmla="*/ 53 h 58"/>
                  <a:gd name="T26" fmla="*/ 38 w 49"/>
                  <a:gd name="T27" fmla="*/ 58 h 58"/>
                  <a:gd name="T28" fmla="*/ 39 w 49"/>
                  <a:gd name="T29" fmla="*/ 57 h 58"/>
                  <a:gd name="T30" fmla="*/ 49 w 49"/>
                  <a:gd name="T31" fmla="*/ 45 h 58"/>
                  <a:gd name="T32" fmla="*/ 49 w 49"/>
                  <a:gd name="T33" fmla="*/ 22 h 58"/>
                  <a:gd name="T34" fmla="*/ 40 w 49"/>
                  <a:gd name="T35" fmla="*/ 9 h 58"/>
                  <a:gd name="T36" fmla="*/ 11 w 49"/>
                  <a:gd name="T37" fmla="*/ 1 h 58"/>
                  <a:gd name="T38" fmla="*/ 10 w 49"/>
                  <a:gd name="T39" fmla="*/ 0 h 58"/>
                  <a:gd name="T40" fmla="*/ 0 w 49"/>
                  <a:gd name="T41" fmla="*/ 13 h 58"/>
                  <a:gd name="T42" fmla="*/ 0 w 49"/>
                  <a:gd name="T43" fmla="*/ 40 h 58"/>
                  <a:gd name="T44" fmla="*/ 2 w 49"/>
                  <a:gd name="T45" fmla="*/ 4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9" h="58">
                    <a:moveTo>
                      <a:pt x="10" y="13"/>
                    </a:moveTo>
                    <a:lnTo>
                      <a:pt x="10" y="13"/>
                    </a:lnTo>
                    <a:cubicBezTo>
                      <a:pt x="10" y="12"/>
                      <a:pt x="10" y="11"/>
                      <a:pt x="10" y="11"/>
                    </a:cubicBezTo>
                    <a:lnTo>
                      <a:pt x="38" y="19"/>
                    </a:lnTo>
                    <a:cubicBezTo>
                      <a:pt x="38" y="19"/>
                      <a:pt x="39" y="20"/>
                      <a:pt x="39" y="22"/>
                    </a:cubicBezTo>
                    <a:lnTo>
                      <a:pt x="39" y="45"/>
                    </a:lnTo>
                    <a:cubicBezTo>
                      <a:pt x="39" y="46"/>
                      <a:pt x="38" y="47"/>
                      <a:pt x="38" y="48"/>
                    </a:cubicBezTo>
                    <a:lnTo>
                      <a:pt x="11" y="44"/>
                    </a:lnTo>
                    <a:cubicBezTo>
                      <a:pt x="10" y="44"/>
                      <a:pt x="10" y="42"/>
                      <a:pt x="10" y="40"/>
                    </a:cubicBezTo>
                    <a:lnTo>
                      <a:pt x="10" y="13"/>
                    </a:lnTo>
                    <a:close/>
                    <a:moveTo>
                      <a:pt x="2" y="49"/>
                    </a:moveTo>
                    <a:lnTo>
                      <a:pt x="2" y="49"/>
                    </a:lnTo>
                    <a:cubicBezTo>
                      <a:pt x="4" y="52"/>
                      <a:pt x="6" y="53"/>
                      <a:pt x="9" y="53"/>
                    </a:cubicBezTo>
                    <a:lnTo>
                      <a:pt x="38" y="58"/>
                    </a:lnTo>
                    <a:lnTo>
                      <a:pt x="39" y="57"/>
                    </a:lnTo>
                    <a:cubicBezTo>
                      <a:pt x="44" y="57"/>
                      <a:pt x="49" y="52"/>
                      <a:pt x="49" y="45"/>
                    </a:cubicBezTo>
                    <a:lnTo>
                      <a:pt x="49" y="22"/>
                    </a:lnTo>
                    <a:cubicBezTo>
                      <a:pt x="49" y="15"/>
                      <a:pt x="44" y="10"/>
                      <a:pt x="40" y="9"/>
                    </a:cubicBezTo>
                    <a:lnTo>
                      <a:pt x="11" y="1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0"/>
                    </a:lnTo>
                    <a:cubicBezTo>
                      <a:pt x="0" y="43"/>
                      <a:pt x="1" y="46"/>
                      <a:pt x="2" y="4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3" name="Freeform 33"/>
              <p:cNvSpPr>
                <a:spLocks noEditPoints="1"/>
              </p:cNvSpPr>
              <p:nvPr/>
            </p:nvSpPr>
            <p:spPr bwMode="auto">
              <a:xfrm>
                <a:off x="1452563" y="1014413"/>
                <a:ext cx="50800" cy="52388"/>
              </a:xfrm>
              <a:custGeom>
                <a:avLst/>
                <a:gdLst>
                  <a:gd name="T0" fmla="*/ 10 w 59"/>
                  <a:gd name="T1" fmla="*/ 14 h 62"/>
                  <a:gd name="T2" fmla="*/ 10 w 59"/>
                  <a:gd name="T3" fmla="*/ 14 h 62"/>
                  <a:gd name="T4" fmla="*/ 10 w 59"/>
                  <a:gd name="T5" fmla="*/ 10 h 62"/>
                  <a:gd name="T6" fmla="*/ 47 w 59"/>
                  <a:gd name="T7" fmla="*/ 13 h 62"/>
                  <a:gd name="T8" fmla="*/ 49 w 59"/>
                  <a:gd name="T9" fmla="*/ 17 h 62"/>
                  <a:gd name="T10" fmla="*/ 49 w 59"/>
                  <a:gd name="T11" fmla="*/ 49 h 62"/>
                  <a:gd name="T12" fmla="*/ 48 w 59"/>
                  <a:gd name="T13" fmla="*/ 52 h 62"/>
                  <a:gd name="T14" fmla="*/ 11 w 59"/>
                  <a:gd name="T15" fmla="*/ 52 h 62"/>
                  <a:gd name="T16" fmla="*/ 10 w 59"/>
                  <a:gd name="T17" fmla="*/ 48 h 62"/>
                  <a:gd name="T18" fmla="*/ 10 w 59"/>
                  <a:gd name="T19" fmla="*/ 14 h 62"/>
                  <a:gd name="T20" fmla="*/ 10 w 59"/>
                  <a:gd name="T21" fmla="*/ 62 h 62"/>
                  <a:gd name="T22" fmla="*/ 10 w 59"/>
                  <a:gd name="T23" fmla="*/ 62 h 62"/>
                  <a:gd name="T24" fmla="*/ 49 w 59"/>
                  <a:gd name="T25" fmla="*/ 62 h 62"/>
                  <a:gd name="T26" fmla="*/ 59 w 59"/>
                  <a:gd name="T27" fmla="*/ 49 h 62"/>
                  <a:gd name="T28" fmla="*/ 59 w 59"/>
                  <a:gd name="T29" fmla="*/ 17 h 62"/>
                  <a:gd name="T30" fmla="*/ 49 w 59"/>
                  <a:gd name="T31" fmla="*/ 3 h 62"/>
                  <a:gd name="T32" fmla="*/ 10 w 59"/>
                  <a:gd name="T33" fmla="*/ 0 h 62"/>
                  <a:gd name="T34" fmla="*/ 0 w 59"/>
                  <a:gd name="T35" fmla="*/ 14 h 62"/>
                  <a:gd name="T36" fmla="*/ 0 w 59"/>
                  <a:gd name="T37" fmla="*/ 48 h 62"/>
                  <a:gd name="T38" fmla="*/ 10 w 59"/>
                  <a:gd name="T39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" h="62">
                    <a:moveTo>
                      <a:pt x="10" y="14"/>
                    </a:moveTo>
                    <a:lnTo>
                      <a:pt x="10" y="14"/>
                    </a:lnTo>
                    <a:cubicBezTo>
                      <a:pt x="10" y="12"/>
                      <a:pt x="10" y="10"/>
                      <a:pt x="10" y="10"/>
                    </a:cubicBezTo>
                    <a:lnTo>
                      <a:pt x="47" y="13"/>
                    </a:lnTo>
                    <a:cubicBezTo>
                      <a:pt x="48" y="13"/>
                      <a:pt x="49" y="15"/>
                      <a:pt x="49" y="17"/>
                    </a:cubicBezTo>
                    <a:lnTo>
                      <a:pt x="49" y="49"/>
                    </a:lnTo>
                    <a:cubicBezTo>
                      <a:pt x="49" y="51"/>
                      <a:pt x="48" y="52"/>
                      <a:pt x="48" y="52"/>
                    </a:cubicBezTo>
                    <a:lnTo>
                      <a:pt x="11" y="52"/>
                    </a:lnTo>
                    <a:cubicBezTo>
                      <a:pt x="10" y="52"/>
                      <a:pt x="10" y="50"/>
                      <a:pt x="10" y="48"/>
                    </a:cubicBezTo>
                    <a:lnTo>
                      <a:pt x="10" y="14"/>
                    </a:lnTo>
                    <a:close/>
                    <a:moveTo>
                      <a:pt x="10" y="62"/>
                    </a:moveTo>
                    <a:lnTo>
                      <a:pt x="10" y="62"/>
                    </a:lnTo>
                    <a:lnTo>
                      <a:pt x="49" y="62"/>
                    </a:lnTo>
                    <a:cubicBezTo>
                      <a:pt x="54" y="61"/>
                      <a:pt x="59" y="56"/>
                      <a:pt x="59" y="49"/>
                    </a:cubicBezTo>
                    <a:lnTo>
                      <a:pt x="59" y="17"/>
                    </a:lnTo>
                    <a:cubicBezTo>
                      <a:pt x="59" y="10"/>
                      <a:pt x="54" y="4"/>
                      <a:pt x="49" y="3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6"/>
                      <a:pt x="4" y="62"/>
                      <a:pt x="10" y="62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Freeform 34"/>
              <p:cNvSpPr>
                <a:spLocks noEditPoints="1"/>
              </p:cNvSpPr>
              <p:nvPr/>
            </p:nvSpPr>
            <p:spPr bwMode="auto">
              <a:xfrm>
                <a:off x="1538288" y="1023938"/>
                <a:ext cx="41275" cy="46038"/>
              </a:xfrm>
              <a:custGeom>
                <a:avLst/>
                <a:gdLst>
                  <a:gd name="T0" fmla="*/ 10 w 49"/>
                  <a:gd name="T1" fmla="*/ 12 h 54"/>
                  <a:gd name="T2" fmla="*/ 10 w 49"/>
                  <a:gd name="T3" fmla="*/ 12 h 54"/>
                  <a:gd name="T4" fmla="*/ 10 w 49"/>
                  <a:gd name="T5" fmla="*/ 10 h 54"/>
                  <a:gd name="T6" fmla="*/ 38 w 49"/>
                  <a:gd name="T7" fmla="*/ 14 h 54"/>
                  <a:gd name="T8" fmla="*/ 39 w 49"/>
                  <a:gd name="T9" fmla="*/ 16 h 54"/>
                  <a:gd name="T10" fmla="*/ 39 w 49"/>
                  <a:gd name="T11" fmla="*/ 42 h 54"/>
                  <a:gd name="T12" fmla="*/ 38 w 49"/>
                  <a:gd name="T13" fmla="*/ 44 h 54"/>
                  <a:gd name="T14" fmla="*/ 10 w 49"/>
                  <a:gd name="T15" fmla="*/ 44 h 54"/>
                  <a:gd name="T16" fmla="*/ 10 w 49"/>
                  <a:gd name="T17" fmla="*/ 41 h 54"/>
                  <a:gd name="T18" fmla="*/ 10 w 49"/>
                  <a:gd name="T19" fmla="*/ 12 h 54"/>
                  <a:gd name="T20" fmla="*/ 10 w 49"/>
                  <a:gd name="T21" fmla="*/ 54 h 54"/>
                  <a:gd name="T22" fmla="*/ 10 w 49"/>
                  <a:gd name="T23" fmla="*/ 54 h 54"/>
                  <a:gd name="T24" fmla="*/ 39 w 49"/>
                  <a:gd name="T25" fmla="*/ 54 h 54"/>
                  <a:gd name="T26" fmla="*/ 49 w 49"/>
                  <a:gd name="T27" fmla="*/ 42 h 54"/>
                  <a:gd name="T28" fmla="*/ 49 w 49"/>
                  <a:gd name="T29" fmla="*/ 16 h 54"/>
                  <a:gd name="T30" fmla="*/ 39 w 49"/>
                  <a:gd name="T31" fmla="*/ 4 h 54"/>
                  <a:gd name="T32" fmla="*/ 10 w 49"/>
                  <a:gd name="T33" fmla="*/ 0 h 54"/>
                  <a:gd name="T34" fmla="*/ 0 w 49"/>
                  <a:gd name="T35" fmla="*/ 12 h 54"/>
                  <a:gd name="T36" fmla="*/ 0 w 49"/>
                  <a:gd name="T37" fmla="*/ 41 h 54"/>
                  <a:gd name="T38" fmla="*/ 10 w 49"/>
                  <a:gd name="T39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54">
                    <a:moveTo>
                      <a:pt x="10" y="12"/>
                    </a:moveTo>
                    <a:lnTo>
                      <a:pt x="10" y="12"/>
                    </a:lnTo>
                    <a:cubicBezTo>
                      <a:pt x="10" y="11"/>
                      <a:pt x="10" y="10"/>
                      <a:pt x="10" y="10"/>
                    </a:cubicBezTo>
                    <a:lnTo>
                      <a:pt x="38" y="14"/>
                    </a:lnTo>
                    <a:cubicBezTo>
                      <a:pt x="38" y="14"/>
                      <a:pt x="39" y="15"/>
                      <a:pt x="39" y="16"/>
                    </a:cubicBezTo>
                    <a:lnTo>
                      <a:pt x="39" y="42"/>
                    </a:lnTo>
                    <a:cubicBezTo>
                      <a:pt x="39" y="43"/>
                      <a:pt x="38" y="44"/>
                      <a:pt x="38" y="44"/>
                    </a:cubicBezTo>
                    <a:lnTo>
                      <a:pt x="10" y="44"/>
                    </a:lnTo>
                    <a:cubicBezTo>
                      <a:pt x="10" y="43"/>
                      <a:pt x="10" y="42"/>
                      <a:pt x="10" y="41"/>
                    </a:cubicBezTo>
                    <a:lnTo>
                      <a:pt x="10" y="12"/>
                    </a:lnTo>
                    <a:close/>
                    <a:moveTo>
                      <a:pt x="10" y="54"/>
                    </a:moveTo>
                    <a:lnTo>
                      <a:pt x="10" y="54"/>
                    </a:lnTo>
                    <a:lnTo>
                      <a:pt x="39" y="54"/>
                    </a:lnTo>
                    <a:cubicBezTo>
                      <a:pt x="44" y="53"/>
                      <a:pt x="49" y="48"/>
                      <a:pt x="49" y="42"/>
                    </a:cubicBezTo>
                    <a:lnTo>
                      <a:pt x="49" y="16"/>
                    </a:lnTo>
                    <a:cubicBezTo>
                      <a:pt x="49" y="10"/>
                      <a:pt x="44" y="5"/>
                      <a:pt x="39" y="4"/>
                    </a:cubicBezTo>
                    <a:lnTo>
                      <a:pt x="10" y="0"/>
                    </a:lnTo>
                    <a:cubicBezTo>
                      <a:pt x="4" y="0"/>
                      <a:pt x="0" y="5"/>
                      <a:pt x="0" y="12"/>
                    </a:cubicBezTo>
                    <a:lnTo>
                      <a:pt x="0" y="41"/>
                    </a:lnTo>
                    <a:cubicBezTo>
                      <a:pt x="0" y="48"/>
                      <a:pt x="4" y="54"/>
                      <a:pt x="10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Freeform 35"/>
              <p:cNvSpPr>
                <a:spLocks noEditPoints="1"/>
              </p:cNvSpPr>
              <p:nvPr/>
            </p:nvSpPr>
            <p:spPr bwMode="auto">
              <a:xfrm>
                <a:off x="1452563" y="1104900"/>
                <a:ext cx="50800" cy="52388"/>
              </a:xfrm>
              <a:custGeom>
                <a:avLst/>
                <a:gdLst>
                  <a:gd name="T0" fmla="*/ 49 w 59"/>
                  <a:gd name="T1" fmla="*/ 47 h 62"/>
                  <a:gd name="T2" fmla="*/ 49 w 59"/>
                  <a:gd name="T3" fmla="*/ 47 h 62"/>
                  <a:gd name="T4" fmla="*/ 48 w 59"/>
                  <a:gd name="T5" fmla="*/ 50 h 62"/>
                  <a:gd name="T6" fmla="*/ 11 w 59"/>
                  <a:gd name="T7" fmla="*/ 52 h 62"/>
                  <a:gd name="T8" fmla="*/ 10 w 59"/>
                  <a:gd name="T9" fmla="*/ 48 h 62"/>
                  <a:gd name="T10" fmla="*/ 10 w 59"/>
                  <a:gd name="T11" fmla="*/ 14 h 62"/>
                  <a:gd name="T12" fmla="*/ 10 w 59"/>
                  <a:gd name="T13" fmla="*/ 10 h 62"/>
                  <a:gd name="T14" fmla="*/ 47 w 59"/>
                  <a:gd name="T15" fmla="*/ 11 h 62"/>
                  <a:gd name="T16" fmla="*/ 49 w 59"/>
                  <a:gd name="T17" fmla="*/ 14 h 62"/>
                  <a:gd name="T18" fmla="*/ 49 w 59"/>
                  <a:gd name="T19" fmla="*/ 47 h 62"/>
                  <a:gd name="T20" fmla="*/ 49 w 59"/>
                  <a:gd name="T21" fmla="*/ 1 h 62"/>
                  <a:gd name="T22" fmla="*/ 49 w 59"/>
                  <a:gd name="T23" fmla="*/ 1 h 62"/>
                  <a:gd name="T24" fmla="*/ 10 w 59"/>
                  <a:gd name="T25" fmla="*/ 0 h 62"/>
                  <a:gd name="T26" fmla="*/ 0 w 59"/>
                  <a:gd name="T27" fmla="*/ 14 h 62"/>
                  <a:gd name="T28" fmla="*/ 0 w 59"/>
                  <a:gd name="T29" fmla="*/ 48 h 62"/>
                  <a:gd name="T30" fmla="*/ 10 w 59"/>
                  <a:gd name="T31" fmla="*/ 62 h 62"/>
                  <a:gd name="T32" fmla="*/ 49 w 59"/>
                  <a:gd name="T33" fmla="*/ 60 h 62"/>
                  <a:gd name="T34" fmla="*/ 59 w 59"/>
                  <a:gd name="T35" fmla="*/ 47 h 62"/>
                  <a:gd name="T36" fmla="*/ 59 w 59"/>
                  <a:gd name="T37" fmla="*/ 14 h 62"/>
                  <a:gd name="T38" fmla="*/ 49 w 59"/>
                  <a:gd name="T39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" h="62">
                    <a:moveTo>
                      <a:pt x="49" y="47"/>
                    </a:moveTo>
                    <a:lnTo>
                      <a:pt x="49" y="47"/>
                    </a:lnTo>
                    <a:cubicBezTo>
                      <a:pt x="49" y="49"/>
                      <a:pt x="48" y="50"/>
                      <a:pt x="48" y="50"/>
                    </a:cubicBezTo>
                    <a:lnTo>
                      <a:pt x="11" y="52"/>
                    </a:lnTo>
                    <a:cubicBezTo>
                      <a:pt x="10" y="52"/>
                      <a:pt x="10" y="50"/>
                      <a:pt x="10" y="48"/>
                    </a:cubicBezTo>
                    <a:lnTo>
                      <a:pt x="10" y="14"/>
                    </a:lnTo>
                    <a:cubicBezTo>
                      <a:pt x="10" y="12"/>
                      <a:pt x="10" y="11"/>
                      <a:pt x="10" y="10"/>
                    </a:cubicBezTo>
                    <a:lnTo>
                      <a:pt x="47" y="11"/>
                    </a:lnTo>
                    <a:cubicBezTo>
                      <a:pt x="48" y="11"/>
                      <a:pt x="49" y="12"/>
                      <a:pt x="49" y="14"/>
                    </a:cubicBezTo>
                    <a:lnTo>
                      <a:pt x="49" y="47"/>
                    </a:lnTo>
                    <a:close/>
                    <a:moveTo>
                      <a:pt x="49" y="1"/>
                    </a:moveTo>
                    <a:lnTo>
                      <a:pt x="49" y="1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6"/>
                      <a:pt x="4" y="62"/>
                      <a:pt x="10" y="62"/>
                    </a:cubicBezTo>
                    <a:lnTo>
                      <a:pt x="49" y="60"/>
                    </a:lnTo>
                    <a:cubicBezTo>
                      <a:pt x="54" y="59"/>
                      <a:pt x="59" y="54"/>
                      <a:pt x="59" y="47"/>
                    </a:cubicBezTo>
                    <a:lnTo>
                      <a:pt x="59" y="14"/>
                    </a:lnTo>
                    <a:cubicBezTo>
                      <a:pt x="59" y="8"/>
                      <a:pt x="54" y="2"/>
                      <a:pt x="49" y="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Freeform 36"/>
              <p:cNvSpPr>
                <a:spLocks noEditPoints="1"/>
              </p:cNvSpPr>
              <p:nvPr/>
            </p:nvSpPr>
            <p:spPr bwMode="auto">
              <a:xfrm>
                <a:off x="1536700" y="1104900"/>
                <a:ext cx="42862" cy="46038"/>
              </a:xfrm>
              <a:custGeom>
                <a:avLst/>
                <a:gdLst>
                  <a:gd name="T0" fmla="*/ 10 w 50"/>
                  <a:gd name="T1" fmla="*/ 43 h 53"/>
                  <a:gd name="T2" fmla="*/ 10 w 50"/>
                  <a:gd name="T3" fmla="*/ 43 h 53"/>
                  <a:gd name="T4" fmla="*/ 10 w 50"/>
                  <a:gd name="T5" fmla="*/ 40 h 53"/>
                  <a:gd name="T6" fmla="*/ 10 w 50"/>
                  <a:gd name="T7" fmla="*/ 12 h 53"/>
                  <a:gd name="T8" fmla="*/ 10 w 50"/>
                  <a:gd name="T9" fmla="*/ 10 h 53"/>
                  <a:gd name="T10" fmla="*/ 40 w 50"/>
                  <a:gd name="T11" fmla="*/ 10 h 53"/>
                  <a:gd name="T12" fmla="*/ 40 w 50"/>
                  <a:gd name="T13" fmla="*/ 12 h 53"/>
                  <a:gd name="T14" fmla="*/ 40 w 50"/>
                  <a:gd name="T15" fmla="*/ 39 h 53"/>
                  <a:gd name="T16" fmla="*/ 40 w 50"/>
                  <a:gd name="T17" fmla="*/ 41 h 53"/>
                  <a:gd name="T18" fmla="*/ 10 w 50"/>
                  <a:gd name="T19" fmla="*/ 43 h 53"/>
                  <a:gd name="T20" fmla="*/ 41 w 50"/>
                  <a:gd name="T21" fmla="*/ 0 h 53"/>
                  <a:gd name="T22" fmla="*/ 41 w 50"/>
                  <a:gd name="T23" fmla="*/ 0 h 53"/>
                  <a:gd name="T24" fmla="*/ 9 w 50"/>
                  <a:gd name="T25" fmla="*/ 0 h 53"/>
                  <a:gd name="T26" fmla="*/ 0 w 50"/>
                  <a:gd name="T27" fmla="*/ 12 h 53"/>
                  <a:gd name="T28" fmla="*/ 0 w 50"/>
                  <a:gd name="T29" fmla="*/ 40 h 53"/>
                  <a:gd name="T30" fmla="*/ 9 w 50"/>
                  <a:gd name="T31" fmla="*/ 53 h 53"/>
                  <a:gd name="T32" fmla="*/ 41 w 50"/>
                  <a:gd name="T33" fmla="*/ 50 h 53"/>
                  <a:gd name="T34" fmla="*/ 50 w 50"/>
                  <a:gd name="T35" fmla="*/ 39 h 53"/>
                  <a:gd name="T36" fmla="*/ 50 w 50"/>
                  <a:gd name="T37" fmla="*/ 12 h 53"/>
                  <a:gd name="T38" fmla="*/ 41 w 50"/>
                  <a:gd name="T3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0" h="53">
                    <a:moveTo>
                      <a:pt x="10" y="43"/>
                    </a:moveTo>
                    <a:lnTo>
                      <a:pt x="10" y="43"/>
                    </a:lnTo>
                    <a:cubicBezTo>
                      <a:pt x="10" y="42"/>
                      <a:pt x="10" y="41"/>
                      <a:pt x="10" y="40"/>
                    </a:cubicBezTo>
                    <a:lnTo>
                      <a:pt x="10" y="12"/>
                    </a:lnTo>
                    <a:cubicBezTo>
                      <a:pt x="10" y="11"/>
                      <a:pt x="10" y="10"/>
                      <a:pt x="10" y="10"/>
                    </a:cubicBezTo>
                    <a:lnTo>
                      <a:pt x="40" y="10"/>
                    </a:lnTo>
                    <a:cubicBezTo>
                      <a:pt x="40" y="11"/>
                      <a:pt x="40" y="11"/>
                      <a:pt x="40" y="12"/>
                    </a:cubicBezTo>
                    <a:lnTo>
                      <a:pt x="40" y="39"/>
                    </a:lnTo>
                    <a:cubicBezTo>
                      <a:pt x="40" y="40"/>
                      <a:pt x="40" y="41"/>
                      <a:pt x="40" y="41"/>
                    </a:cubicBezTo>
                    <a:lnTo>
                      <a:pt x="10" y="43"/>
                    </a:lnTo>
                    <a:close/>
                    <a:moveTo>
                      <a:pt x="41" y="0"/>
                    </a:moveTo>
                    <a:lnTo>
                      <a:pt x="41" y="0"/>
                    </a:lnTo>
                    <a:lnTo>
                      <a:pt x="9" y="0"/>
                    </a:lnTo>
                    <a:cubicBezTo>
                      <a:pt x="4" y="0"/>
                      <a:pt x="0" y="5"/>
                      <a:pt x="0" y="12"/>
                    </a:cubicBezTo>
                    <a:lnTo>
                      <a:pt x="0" y="40"/>
                    </a:lnTo>
                    <a:cubicBezTo>
                      <a:pt x="0" y="47"/>
                      <a:pt x="4" y="53"/>
                      <a:pt x="9" y="53"/>
                    </a:cubicBezTo>
                    <a:lnTo>
                      <a:pt x="41" y="50"/>
                    </a:lnTo>
                    <a:cubicBezTo>
                      <a:pt x="46" y="50"/>
                      <a:pt x="50" y="45"/>
                      <a:pt x="50" y="39"/>
                    </a:cubicBezTo>
                    <a:lnTo>
                      <a:pt x="50" y="12"/>
                    </a:lnTo>
                    <a:cubicBezTo>
                      <a:pt x="50" y="6"/>
                      <a:pt x="47" y="1"/>
                      <a:pt x="41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Freeform 37"/>
              <p:cNvSpPr>
                <a:spLocks/>
              </p:cNvSpPr>
              <p:nvPr/>
            </p:nvSpPr>
            <p:spPr bwMode="auto">
              <a:xfrm>
                <a:off x="1450975" y="1193800"/>
                <a:ext cx="53975" cy="17463"/>
              </a:xfrm>
              <a:custGeom>
                <a:avLst/>
                <a:gdLst>
                  <a:gd name="T0" fmla="*/ 6 w 64"/>
                  <a:gd name="T1" fmla="*/ 21 h 21"/>
                  <a:gd name="T2" fmla="*/ 6 w 64"/>
                  <a:gd name="T3" fmla="*/ 21 h 21"/>
                  <a:gd name="T4" fmla="*/ 58 w 64"/>
                  <a:gd name="T5" fmla="*/ 16 h 21"/>
                  <a:gd name="T6" fmla="*/ 64 w 64"/>
                  <a:gd name="T7" fmla="*/ 7 h 21"/>
                  <a:gd name="T8" fmla="*/ 58 w 64"/>
                  <a:gd name="T9" fmla="*/ 0 h 21"/>
                  <a:gd name="T10" fmla="*/ 6 w 64"/>
                  <a:gd name="T11" fmla="*/ 5 h 21"/>
                  <a:gd name="T12" fmla="*/ 0 w 64"/>
                  <a:gd name="T13" fmla="*/ 13 h 21"/>
                  <a:gd name="T14" fmla="*/ 6 w 64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21">
                    <a:moveTo>
                      <a:pt x="6" y="21"/>
                    </a:moveTo>
                    <a:lnTo>
                      <a:pt x="6" y="21"/>
                    </a:lnTo>
                    <a:lnTo>
                      <a:pt x="58" y="16"/>
                    </a:lnTo>
                    <a:cubicBezTo>
                      <a:pt x="61" y="16"/>
                      <a:pt x="64" y="12"/>
                      <a:pt x="64" y="7"/>
                    </a:cubicBezTo>
                    <a:cubicBezTo>
                      <a:pt x="64" y="3"/>
                      <a:pt x="61" y="0"/>
                      <a:pt x="58" y="0"/>
                    </a:cubicBezTo>
                    <a:lnTo>
                      <a:pt x="6" y="5"/>
                    </a:lnTo>
                    <a:cubicBezTo>
                      <a:pt x="3" y="5"/>
                      <a:pt x="0" y="9"/>
                      <a:pt x="0" y="13"/>
                    </a:cubicBezTo>
                    <a:cubicBezTo>
                      <a:pt x="0" y="17"/>
                      <a:pt x="3" y="21"/>
                      <a:pt x="6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8" name="Freeform 38"/>
              <p:cNvSpPr>
                <a:spLocks/>
              </p:cNvSpPr>
              <p:nvPr/>
            </p:nvSpPr>
            <p:spPr bwMode="auto">
              <a:xfrm>
                <a:off x="1450975" y="1217613"/>
                <a:ext cx="53975" cy="20638"/>
              </a:xfrm>
              <a:custGeom>
                <a:avLst/>
                <a:gdLst>
                  <a:gd name="T0" fmla="*/ 58 w 64"/>
                  <a:gd name="T1" fmla="*/ 0 h 23"/>
                  <a:gd name="T2" fmla="*/ 58 w 64"/>
                  <a:gd name="T3" fmla="*/ 0 h 23"/>
                  <a:gd name="T4" fmla="*/ 58 w 64"/>
                  <a:gd name="T5" fmla="*/ 0 h 23"/>
                  <a:gd name="T6" fmla="*/ 6 w 64"/>
                  <a:gd name="T7" fmla="*/ 7 h 23"/>
                  <a:gd name="T8" fmla="*/ 0 w 64"/>
                  <a:gd name="T9" fmla="*/ 15 h 23"/>
                  <a:gd name="T10" fmla="*/ 6 w 64"/>
                  <a:gd name="T11" fmla="*/ 23 h 23"/>
                  <a:gd name="T12" fmla="*/ 6 w 64"/>
                  <a:gd name="T13" fmla="*/ 23 h 23"/>
                  <a:gd name="T14" fmla="*/ 58 w 64"/>
                  <a:gd name="T15" fmla="*/ 16 h 23"/>
                  <a:gd name="T16" fmla="*/ 64 w 64"/>
                  <a:gd name="T17" fmla="*/ 8 h 23"/>
                  <a:gd name="T18" fmla="*/ 58 w 64"/>
                  <a:gd name="T1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23">
                    <a:moveTo>
                      <a:pt x="58" y="0"/>
                    </a:moveTo>
                    <a:lnTo>
                      <a:pt x="58" y="0"/>
                    </a:lnTo>
                    <a:lnTo>
                      <a:pt x="58" y="0"/>
                    </a:lnTo>
                    <a:lnTo>
                      <a:pt x="6" y="7"/>
                    </a:lnTo>
                    <a:cubicBezTo>
                      <a:pt x="3" y="7"/>
                      <a:pt x="0" y="11"/>
                      <a:pt x="0" y="15"/>
                    </a:cubicBezTo>
                    <a:cubicBezTo>
                      <a:pt x="0" y="20"/>
                      <a:pt x="3" y="23"/>
                      <a:pt x="6" y="23"/>
                    </a:cubicBezTo>
                    <a:lnTo>
                      <a:pt x="6" y="23"/>
                    </a:lnTo>
                    <a:lnTo>
                      <a:pt x="58" y="16"/>
                    </a:lnTo>
                    <a:cubicBezTo>
                      <a:pt x="62" y="16"/>
                      <a:pt x="64" y="12"/>
                      <a:pt x="64" y="8"/>
                    </a:cubicBezTo>
                    <a:cubicBezTo>
                      <a:pt x="64" y="3"/>
                      <a:pt x="62" y="0"/>
                      <a:pt x="5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Freeform 39"/>
              <p:cNvSpPr>
                <a:spLocks/>
              </p:cNvSpPr>
              <p:nvPr/>
            </p:nvSpPr>
            <p:spPr bwMode="auto">
              <a:xfrm>
                <a:off x="1536700" y="1185863"/>
                <a:ext cx="41275" cy="14288"/>
              </a:xfrm>
              <a:custGeom>
                <a:avLst/>
                <a:gdLst>
                  <a:gd name="T0" fmla="*/ 4 w 48"/>
                  <a:gd name="T1" fmla="*/ 16 h 16"/>
                  <a:gd name="T2" fmla="*/ 4 w 48"/>
                  <a:gd name="T3" fmla="*/ 16 h 16"/>
                  <a:gd name="T4" fmla="*/ 4 w 48"/>
                  <a:gd name="T5" fmla="*/ 16 h 16"/>
                  <a:gd name="T6" fmla="*/ 44 w 48"/>
                  <a:gd name="T7" fmla="*/ 12 h 16"/>
                  <a:gd name="T8" fmla="*/ 48 w 48"/>
                  <a:gd name="T9" fmla="*/ 6 h 16"/>
                  <a:gd name="T10" fmla="*/ 44 w 48"/>
                  <a:gd name="T11" fmla="*/ 0 h 16"/>
                  <a:gd name="T12" fmla="*/ 4 w 48"/>
                  <a:gd name="T13" fmla="*/ 4 h 16"/>
                  <a:gd name="T14" fmla="*/ 0 w 48"/>
                  <a:gd name="T15" fmla="*/ 10 h 16"/>
                  <a:gd name="T16" fmla="*/ 4 w 48"/>
                  <a:gd name="T1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6">
                    <a:moveTo>
                      <a:pt x="4" y="16"/>
                    </a:moveTo>
                    <a:lnTo>
                      <a:pt x="4" y="16"/>
                    </a:lnTo>
                    <a:lnTo>
                      <a:pt x="4" y="16"/>
                    </a:lnTo>
                    <a:lnTo>
                      <a:pt x="44" y="12"/>
                    </a:lnTo>
                    <a:cubicBezTo>
                      <a:pt x="46" y="12"/>
                      <a:pt x="48" y="9"/>
                      <a:pt x="48" y="6"/>
                    </a:cubicBezTo>
                    <a:cubicBezTo>
                      <a:pt x="48" y="3"/>
                      <a:pt x="46" y="0"/>
                      <a:pt x="44" y="0"/>
                    </a:cubicBezTo>
                    <a:lnTo>
                      <a:pt x="4" y="4"/>
                    </a:lnTo>
                    <a:cubicBezTo>
                      <a:pt x="2" y="4"/>
                      <a:pt x="0" y="7"/>
                      <a:pt x="0" y="10"/>
                    </a:cubicBezTo>
                    <a:cubicBezTo>
                      <a:pt x="0" y="14"/>
                      <a:pt x="2" y="16"/>
                      <a:pt x="4" y="1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Freeform 40"/>
              <p:cNvSpPr>
                <a:spLocks/>
              </p:cNvSpPr>
              <p:nvPr/>
            </p:nvSpPr>
            <p:spPr bwMode="auto">
              <a:xfrm>
                <a:off x="1536700" y="1204913"/>
                <a:ext cx="41275" cy="15875"/>
              </a:xfrm>
              <a:custGeom>
                <a:avLst/>
                <a:gdLst>
                  <a:gd name="T0" fmla="*/ 44 w 48"/>
                  <a:gd name="T1" fmla="*/ 0 h 18"/>
                  <a:gd name="T2" fmla="*/ 44 w 48"/>
                  <a:gd name="T3" fmla="*/ 0 h 18"/>
                  <a:gd name="T4" fmla="*/ 44 w 48"/>
                  <a:gd name="T5" fmla="*/ 0 h 18"/>
                  <a:gd name="T6" fmla="*/ 4 w 48"/>
                  <a:gd name="T7" fmla="*/ 6 h 18"/>
                  <a:gd name="T8" fmla="*/ 0 w 48"/>
                  <a:gd name="T9" fmla="*/ 12 h 18"/>
                  <a:gd name="T10" fmla="*/ 4 w 48"/>
                  <a:gd name="T11" fmla="*/ 18 h 18"/>
                  <a:gd name="T12" fmla="*/ 4 w 48"/>
                  <a:gd name="T13" fmla="*/ 18 h 18"/>
                  <a:gd name="T14" fmla="*/ 44 w 48"/>
                  <a:gd name="T15" fmla="*/ 12 h 18"/>
                  <a:gd name="T16" fmla="*/ 48 w 48"/>
                  <a:gd name="T17" fmla="*/ 6 h 18"/>
                  <a:gd name="T18" fmla="*/ 44 w 48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18">
                    <a:moveTo>
                      <a:pt x="44" y="0"/>
                    </a:moveTo>
                    <a:lnTo>
                      <a:pt x="44" y="0"/>
                    </a:lnTo>
                    <a:lnTo>
                      <a:pt x="44" y="0"/>
                    </a:lnTo>
                    <a:lnTo>
                      <a:pt x="4" y="6"/>
                    </a:lnTo>
                    <a:cubicBezTo>
                      <a:pt x="2" y="6"/>
                      <a:pt x="0" y="9"/>
                      <a:pt x="0" y="12"/>
                    </a:cubicBezTo>
                    <a:cubicBezTo>
                      <a:pt x="0" y="15"/>
                      <a:pt x="2" y="18"/>
                      <a:pt x="4" y="18"/>
                    </a:cubicBezTo>
                    <a:lnTo>
                      <a:pt x="4" y="18"/>
                    </a:lnTo>
                    <a:lnTo>
                      <a:pt x="44" y="12"/>
                    </a:lnTo>
                    <a:cubicBezTo>
                      <a:pt x="46" y="12"/>
                      <a:pt x="48" y="10"/>
                      <a:pt x="48" y="6"/>
                    </a:cubicBezTo>
                    <a:cubicBezTo>
                      <a:pt x="48" y="3"/>
                      <a:pt x="46" y="0"/>
                      <a:pt x="44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Freeform 41"/>
              <p:cNvSpPr>
                <a:spLocks noEditPoints="1"/>
              </p:cNvSpPr>
              <p:nvPr/>
            </p:nvSpPr>
            <p:spPr bwMode="auto">
              <a:xfrm>
                <a:off x="1603375" y="960438"/>
                <a:ext cx="28575" cy="38100"/>
              </a:xfrm>
              <a:custGeom>
                <a:avLst/>
                <a:gdLst>
                  <a:gd name="T0" fmla="*/ 7 w 34"/>
                  <a:gd name="T1" fmla="*/ 12 h 45"/>
                  <a:gd name="T2" fmla="*/ 7 w 34"/>
                  <a:gd name="T3" fmla="*/ 12 h 45"/>
                  <a:gd name="T4" fmla="*/ 8 w 34"/>
                  <a:gd name="T5" fmla="*/ 8 h 45"/>
                  <a:gd name="T6" fmla="*/ 25 w 34"/>
                  <a:gd name="T7" fmla="*/ 14 h 45"/>
                  <a:gd name="T8" fmla="*/ 27 w 34"/>
                  <a:gd name="T9" fmla="*/ 18 h 45"/>
                  <a:gd name="T10" fmla="*/ 27 w 34"/>
                  <a:gd name="T11" fmla="*/ 34 h 45"/>
                  <a:gd name="T12" fmla="*/ 26 w 34"/>
                  <a:gd name="T13" fmla="*/ 37 h 45"/>
                  <a:gd name="T14" fmla="*/ 8 w 34"/>
                  <a:gd name="T15" fmla="*/ 36 h 45"/>
                  <a:gd name="T16" fmla="*/ 7 w 34"/>
                  <a:gd name="T17" fmla="*/ 31 h 45"/>
                  <a:gd name="T18" fmla="*/ 7 w 34"/>
                  <a:gd name="T19" fmla="*/ 12 h 45"/>
                  <a:gd name="T20" fmla="*/ 1 w 34"/>
                  <a:gd name="T21" fmla="*/ 39 h 45"/>
                  <a:gd name="T22" fmla="*/ 1 w 34"/>
                  <a:gd name="T23" fmla="*/ 39 h 45"/>
                  <a:gd name="T24" fmla="*/ 7 w 34"/>
                  <a:gd name="T25" fmla="*/ 43 h 45"/>
                  <a:gd name="T26" fmla="*/ 27 w 34"/>
                  <a:gd name="T27" fmla="*/ 45 h 45"/>
                  <a:gd name="T28" fmla="*/ 27 w 34"/>
                  <a:gd name="T29" fmla="*/ 45 h 45"/>
                  <a:gd name="T30" fmla="*/ 34 w 34"/>
                  <a:gd name="T31" fmla="*/ 34 h 45"/>
                  <a:gd name="T32" fmla="*/ 34 w 34"/>
                  <a:gd name="T33" fmla="*/ 18 h 45"/>
                  <a:gd name="T34" fmla="*/ 28 w 34"/>
                  <a:gd name="T35" fmla="*/ 7 h 45"/>
                  <a:gd name="T36" fmla="*/ 8 w 34"/>
                  <a:gd name="T37" fmla="*/ 0 h 45"/>
                  <a:gd name="T38" fmla="*/ 7 w 34"/>
                  <a:gd name="T39" fmla="*/ 0 h 45"/>
                  <a:gd name="T40" fmla="*/ 0 w 34"/>
                  <a:gd name="T41" fmla="*/ 12 h 45"/>
                  <a:gd name="T42" fmla="*/ 0 w 34"/>
                  <a:gd name="T43" fmla="*/ 31 h 45"/>
                  <a:gd name="T44" fmla="*/ 1 w 34"/>
                  <a:gd name="T45" fmla="*/ 3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5">
                    <a:moveTo>
                      <a:pt x="7" y="12"/>
                    </a:moveTo>
                    <a:lnTo>
                      <a:pt x="7" y="12"/>
                    </a:lnTo>
                    <a:cubicBezTo>
                      <a:pt x="7" y="10"/>
                      <a:pt x="8" y="9"/>
                      <a:pt x="8" y="8"/>
                    </a:cubicBezTo>
                    <a:lnTo>
                      <a:pt x="25" y="14"/>
                    </a:lnTo>
                    <a:cubicBezTo>
                      <a:pt x="26" y="14"/>
                      <a:pt x="27" y="16"/>
                      <a:pt x="27" y="18"/>
                    </a:cubicBezTo>
                    <a:lnTo>
                      <a:pt x="27" y="34"/>
                    </a:lnTo>
                    <a:cubicBezTo>
                      <a:pt x="27" y="36"/>
                      <a:pt x="26" y="37"/>
                      <a:pt x="26" y="37"/>
                    </a:cubicBezTo>
                    <a:lnTo>
                      <a:pt x="8" y="36"/>
                    </a:lnTo>
                    <a:cubicBezTo>
                      <a:pt x="8" y="35"/>
                      <a:pt x="7" y="34"/>
                      <a:pt x="7" y="31"/>
                    </a:cubicBezTo>
                    <a:lnTo>
                      <a:pt x="7" y="12"/>
                    </a:lnTo>
                    <a:close/>
                    <a:moveTo>
                      <a:pt x="1" y="39"/>
                    </a:moveTo>
                    <a:lnTo>
                      <a:pt x="1" y="39"/>
                    </a:lnTo>
                    <a:cubicBezTo>
                      <a:pt x="3" y="43"/>
                      <a:pt x="6" y="43"/>
                      <a:pt x="7" y="43"/>
                    </a:cubicBezTo>
                    <a:lnTo>
                      <a:pt x="27" y="45"/>
                    </a:lnTo>
                    <a:lnTo>
                      <a:pt x="27" y="45"/>
                    </a:lnTo>
                    <a:cubicBezTo>
                      <a:pt x="31" y="45"/>
                      <a:pt x="34" y="40"/>
                      <a:pt x="34" y="34"/>
                    </a:cubicBezTo>
                    <a:lnTo>
                      <a:pt x="34" y="18"/>
                    </a:lnTo>
                    <a:cubicBezTo>
                      <a:pt x="34" y="13"/>
                      <a:pt x="32" y="7"/>
                      <a:pt x="28" y="7"/>
                    </a:cubicBezTo>
                    <a:lnTo>
                      <a:pt x="8" y="0"/>
                    </a:lnTo>
                    <a:lnTo>
                      <a:pt x="7" y="0"/>
                    </a:lnTo>
                    <a:cubicBezTo>
                      <a:pt x="3" y="0"/>
                      <a:pt x="0" y="5"/>
                      <a:pt x="0" y="12"/>
                    </a:cubicBezTo>
                    <a:lnTo>
                      <a:pt x="0" y="31"/>
                    </a:lnTo>
                    <a:cubicBezTo>
                      <a:pt x="0" y="34"/>
                      <a:pt x="1" y="37"/>
                      <a:pt x="1" y="3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2" name="Freeform 42"/>
              <p:cNvSpPr>
                <a:spLocks noEditPoints="1"/>
              </p:cNvSpPr>
              <p:nvPr/>
            </p:nvSpPr>
            <p:spPr bwMode="auto">
              <a:xfrm>
                <a:off x="1603375" y="1033463"/>
                <a:ext cx="28575" cy="39688"/>
              </a:xfrm>
              <a:custGeom>
                <a:avLst/>
                <a:gdLst>
                  <a:gd name="T0" fmla="*/ 7 w 34"/>
                  <a:gd name="T1" fmla="*/ 12 h 47"/>
                  <a:gd name="T2" fmla="*/ 7 w 34"/>
                  <a:gd name="T3" fmla="*/ 12 h 47"/>
                  <a:gd name="T4" fmla="*/ 8 w 34"/>
                  <a:gd name="T5" fmla="*/ 8 h 47"/>
                  <a:gd name="T6" fmla="*/ 25 w 34"/>
                  <a:gd name="T7" fmla="*/ 12 h 47"/>
                  <a:gd name="T8" fmla="*/ 27 w 34"/>
                  <a:gd name="T9" fmla="*/ 16 h 47"/>
                  <a:gd name="T10" fmla="*/ 27 w 34"/>
                  <a:gd name="T11" fmla="*/ 36 h 47"/>
                  <a:gd name="T12" fmla="*/ 26 w 34"/>
                  <a:gd name="T13" fmla="*/ 40 h 47"/>
                  <a:gd name="T14" fmla="*/ 8 w 34"/>
                  <a:gd name="T15" fmla="*/ 40 h 47"/>
                  <a:gd name="T16" fmla="*/ 7 w 34"/>
                  <a:gd name="T17" fmla="*/ 36 h 47"/>
                  <a:gd name="T18" fmla="*/ 7 w 34"/>
                  <a:gd name="T19" fmla="*/ 12 h 47"/>
                  <a:gd name="T20" fmla="*/ 7 w 34"/>
                  <a:gd name="T21" fmla="*/ 47 h 47"/>
                  <a:gd name="T22" fmla="*/ 7 w 34"/>
                  <a:gd name="T23" fmla="*/ 47 h 47"/>
                  <a:gd name="T24" fmla="*/ 27 w 34"/>
                  <a:gd name="T25" fmla="*/ 47 h 47"/>
                  <a:gd name="T26" fmla="*/ 34 w 34"/>
                  <a:gd name="T27" fmla="*/ 36 h 47"/>
                  <a:gd name="T28" fmla="*/ 34 w 34"/>
                  <a:gd name="T29" fmla="*/ 16 h 47"/>
                  <a:gd name="T30" fmla="*/ 27 w 34"/>
                  <a:gd name="T31" fmla="*/ 5 h 47"/>
                  <a:gd name="T32" fmla="*/ 8 w 34"/>
                  <a:gd name="T33" fmla="*/ 1 h 47"/>
                  <a:gd name="T34" fmla="*/ 7 w 34"/>
                  <a:gd name="T35" fmla="*/ 0 h 47"/>
                  <a:gd name="T36" fmla="*/ 0 w 34"/>
                  <a:gd name="T37" fmla="*/ 12 h 47"/>
                  <a:gd name="T38" fmla="*/ 0 w 34"/>
                  <a:gd name="T39" fmla="*/ 36 h 47"/>
                  <a:gd name="T40" fmla="*/ 7 w 34"/>
                  <a:gd name="T41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47">
                    <a:moveTo>
                      <a:pt x="7" y="12"/>
                    </a:moveTo>
                    <a:lnTo>
                      <a:pt x="7" y="12"/>
                    </a:lnTo>
                    <a:cubicBezTo>
                      <a:pt x="7" y="10"/>
                      <a:pt x="8" y="9"/>
                      <a:pt x="8" y="8"/>
                    </a:cubicBezTo>
                    <a:lnTo>
                      <a:pt x="25" y="12"/>
                    </a:lnTo>
                    <a:cubicBezTo>
                      <a:pt x="26" y="13"/>
                      <a:pt x="27" y="14"/>
                      <a:pt x="27" y="16"/>
                    </a:cubicBezTo>
                    <a:lnTo>
                      <a:pt x="27" y="36"/>
                    </a:lnTo>
                    <a:cubicBezTo>
                      <a:pt x="27" y="38"/>
                      <a:pt x="26" y="40"/>
                      <a:pt x="26" y="40"/>
                    </a:cubicBezTo>
                    <a:lnTo>
                      <a:pt x="8" y="40"/>
                    </a:lnTo>
                    <a:cubicBezTo>
                      <a:pt x="8" y="39"/>
                      <a:pt x="7" y="38"/>
                      <a:pt x="7" y="36"/>
                    </a:cubicBezTo>
                    <a:lnTo>
                      <a:pt x="7" y="12"/>
                    </a:lnTo>
                    <a:close/>
                    <a:moveTo>
                      <a:pt x="7" y="47"/>
                    </a:moveTo>
                    <a:lnTo>
                      <a:pt x="7" y="47"/>
                    </a:lnTo>
                    <a:lnTo>
                      <a:pt x="27" y="47"/>
                    </a:lnTo>
                    <a:cubicBezTo>
                      <a:pt x="31" y="47"/>
                      <a:pt x="34" y="42"/>
                      <a:pt x="34" y="36"/>
                    </a:cubicBezTo>
                    <a:lnTo>
                      <a:pt x="34" y="16"/>
                    </a:lnTo>
                    <a:cubicBezTo>
                      <a:pt x="34" y="11"/>
                      <a:pt x="31" y="6"/>
                      <a:pt x="27" y="5"/>
                    </a:cubicBezTo>
                    <a:lnTo>
                      <a:pt x="8" y="1"/>
                    </a:lnTo>
                    <a:lnTo>
                      <a:pt x="7" y="0"/>
                    </a:lnTo>
                    <a:cubicBezTo>
                      <a:pt x="3" y="0"/>
                      <a:pt x="0" y="5"/>
                      <a:pt x="0" y="12"/>
                    </a:cubicBezTo>
                    <a:lnTo>
                      <a:pt x="0" y="36"/>
                    </a:lnTo>
                    <a:cubicBezTo>
                      <a:pt x="0" y="42"/>
                      <a:pt x="3" y="47"/>
                      <a:pt x="7" y="4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Freeform 43"/>
              <p:cNvSpPr>
                <a:spLocks noEditPoints="1"/>
              </p:cNvSpPr>
              <p:nvPr/>
            </p:nvSpPr>
            <p:spPr bwMode="auto">
              <a:xfrm>
                <a:off x="1601788" y="1108075"/>
                <a:ext cx="30162" cy="38100"/>
              </a:xfrm>
              <a:custGeom>
                <a:avLst/>
                <a:gdLst>
                  <a:gd name="T0" fmla="*/ 7 w 35"/>
                  <a:gd name="T1" fmla="*/ 11 h 45"/>
                  <a:gd name="T2" fmla="*/ 7 w 35"/>
                  <a:gd name="T3" fmla="*/ 11 h 45"/>
                  <a:gd name="T4" fmla="*/ 8 w 35"/>
                  <a:gd name="T5" fmla="*/ 7 h 45"/>
                  <a:gd name="T6" fmla="*/ 27 w 35"/>
                  <a:gd name="T7" fmla="*/ 8 h 45"/>
                  <a:gd name="T8" fmla="*/ 27 w 35"/>
                  <a:gd name="T9" fmla="*/ 11 h 45"/>
                  <a:gd name="T10" fmla="*/ 27 w 35"/>
                  <a:gd name="T11" fmla="*/ 33 h 45"/>
                  <a:gd name="T12" fmla="*/ 27 w 35"/>
                  <a:gd name="T13" fmla="*/ 36 h 45"/>
                  <a:gd name="T14" fmla="*/ 8 w 35"/>
                  <a:gd name="T15" fmla="*/ 38 h 45"/>
                  <a:gd name="T16" fmla="*/ 7 w 35"/>
                  <a:gd name="T17" fmla="*/ 34 h 45"/>
                  <a:gd name="T18" fmla="*/ 7 w 35"/>
                  <a:gd name="T19" fmla="*/ 11 h 45"/>
                  <a:gd name="T20" fmla="*/ 6 w 35"/>
                  <a:gd name="T21" fmla="*/ 45 h 45"/>
                  <a:gd name="T22" fmla="*/ 6 w 35"/>
                  <a:gd name="T23" fmla="*/ 45 h 45"/>
                  <a:gd name="T24" fmla="*/ 28 w 35"/>
                  <a:gd name="T25" fmla="*/ 43 h 45"/>
                  <a:gd name="T26" fmla="*/ 35 w 35"/>
                  <a:gd name="T27" fmla="*/ 33 h 45"/>
                  <a:gd name="T28" fmla="*/ 35 w 35"/>
                  <a:gd name="T29" fmla="*/ 11 h 45"/>
                  <a:gd name="T30" fmla="*/ 28 w 35"/>
                  <a:gd name="T31" fmla="*/ 1 h 45"/>
                  <a:gd name="T32" fmla="*/ 7 w 35"/>
                  <a:gd name="T33" fmla="*/ 0 h 45"/>
                  <a:gd name="T34" fmla="*/ 6 w 35"/>
                  <a:gd name="T35" fmla="*/ 0 h 45"/>
                  <a:gd name="T36" fmla="*/ 0 w 35"/>
                  <a:gd name="T37" fmla="*/ 11 h 45"/>
                  <a:gd name="T38" fmla="*/ 0 w 35"/>
                  <a:gd name="T39" fmla="*/ 34 h 45"/>
                  <a:gd name="T40" fmla="*/ 6 w 35"/>
                  <a:gd name="T41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45">
                    <a:moveTo>
                      <a:pt x="7" y="11"/>
                    </a:moveTo>
                    <a:lnTo>
                      <a:pt x="7" y="11"/>
                    </a:lnTo>
                    <a:cubicBezTo>
                      <a:pt x="7" y="9"/>
                      <a:pt x="7" y="8"/>
                      <a:pt x="8" y="7"/>
                    </a:cubicBezTo>
                    <a:lnTo>
                      <a:pt x="27" y="8"/>
                    </a:lnTo>
                    <a:cubicBezTo>
                      <a:pt x="27" y="9"/>
                      <a:pt x="27" y="10"/>
                      <a:pt x="27" y="11"/>
                    </a:cubicBezTo>
                    <a:lnTo>
                      <a:pt x="27" y="33"/>
                    </a:lnTo>
                    <a:cubicBezTo>
                      <a:pt x="27" y="34"/>
                      <a:pt x="27" y="35"/>
                      <a:pt x="27" y="36"/>
                    </a:cubicBezTo>
                    <a:lnTo>
                      <a:pt x="8" y="38"/>
                    </a:lnTo>
                    <a:cubicBezTo>
                      <a:pt x="7" y="37"/>
                      <a:pt x="7" y="36"/>
                      <a:pt x="7" y="34"/>
                    </a:cubicBezTo>
                    <a:lnTo>
                      <a:pt x="7" y="11"/>
                    </a:lnTo>
                    <a:close/>
                    <a:moveTo>
                      <a:pt x="6" y="45"/>
                    </a:moveTo>
                    <a:lnTo>
                      <a:pt x="6" y="45"/>
                    </a:lnTo>
                    <a:lnTo>
                      <a:pt x="28" y="43"/>
                    </a:lnTo>
                    <a:cubicBezTo>
                      <a:pt x="32" y="43"/>
                      <a:pt x="35" y="38"/>
                      <a:pt x="35" y="33"/>
                    </a:cubicBezTo>
                    <a:lnTo>
                      <a:pt x="35" y="11"/>
                    </a:lnTo>
                    <a:cubicBezTo>
                      <a:pt x="35" y="7"/>
                      <a:pt x="33" y="1"/>
                      <a:pt x="28" y="1"/>
                    </a:cubicBezTo>
                    <a:lnTo>
                      <a:pt x="7" y="0"/>
                    </a:lnTo>
                    <a:lnTo>
                      <a:pt x="6" y="0"/>
                    </a:lnTo>
                    <a:cubicBezTo>
                      <a:pt x="2" y="0"/>
                      <a:pt x="0" y="4"/>
                      <a:pt x="0" y="11"/>
                    </a:cubicBezTo>
                    <a:lnTo>
                      <a:pt x="0" y="34"/>
                    </a:lnTo>
                    <a:cubicBezTo>
                      <a:pt x="0" y="41"/>
                      <a:pt x="2" y="45"/>
                      <a:pt x="6" y="4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4" name="Freeform 44"/>
              <p:cNvSpPr>
                <a:spLocks/>
              </p:cNvSpPr>
              <p:nvPr/>
            </p:nvSpPr>
            <p:spPr bwMode="auto">
              <a:xfrm>
                <a:off x="1603375" y="1177925"/>
                <a:ext cx="26987" cy="12700"/>
              </a:xfrm>
              <a:custGeom>
                <a:avLst/>
                <a:gdLst>
                  <a:gd name="T0" fmla="*/ 3 w 33"/>
                  <a:gd name="T1" fmla="*/ 14 h 14"/>
                  <a:gd name="T2" fmla="*/ 3 w 33"/>
                  <a:gd name="T3" fmla="*/ 14 h 14"/>
                  <a:gd name="T4" fmla="*/ 3 w 33"/>
                  <a:gd name="T5" fmla="*/ 14 h 14"/>
                  <a:gd name="T6" fmla="*/ 30 w 33"/>
                  <a:gd name="T7" fmla="*/ 11 h 14"/>
                  <a:gd name="T8" fmla="*/ 33 w 33"/>
                  <a:gd name="T9" fmla="*/ 6 h 14"/>
                  <a:gd name="T10" fmla="*/ 30 w 33"/>
                  <a:gd name="T11" fmla="*/ 0 h 14"/>
                  <a:gd name="T12" fmla="*/ 3 w 33"/>
                  <a:gd name="T13" fmla="*/ 3 h 14"/>
                  <a:gd name="T14" fmla="*/ 0 w 33"/>
                  <a:gd name="T15" fmla="*/ 9 h 14"/>
                  <a:gd name="T16" fmla="*/ 3 w 33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14">
                    <a:moveTo>
                      <a:pt x="3" y="14"/>
                    </a:moveTo>
                    <a:lnTo>
                      <a:pt x="3" y="14"/>
                    </a:lnTo>
                    <a:lnTo>
                      <a:pt x="3" y="14"/>
                    </a:lnTo>
                    <a:lnTo>
                      <a:pt x="30" y="11"/>
                    </a:lnTo>
                    <a:cubicBezTo>
                      <a:pt x="31" y="11"/>
                      <a:pt x="33" y="9"/>
                      <a:pt x="33" y="6"/>
                    </a:cubicBezTo>
                    <a:cubicBezTo>
                      <a:pt x="33" y="3"/>
                      <a:pt x="31" y="0"/>
                      <a:pt x="30" y="0"/>
                    </a:cubicBezTo>
                    <a:lnTo>
                      <a:pt x="3" y="3"/>
                    </a:lnTo>
                    <a:cubicBezTo>
                      <a:pt x="1" y="3"/>
                      <a:pt x="0" y="6"/>
                      <a:pt x="0" y="9"/>
                    </a:cubicBezTo>
                    <a:cubicBezTo>
                      <a:pt x="0" y="12"/>
                      <a:pt x="1" y="14"/>
                      <a:pt x="3" y="1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Freeform 45"/>
              <p:cNvSpPr>
                <a:spLocks/>
              </p:cNvSpPr>
              <p:nvPr/>
            </p:nvSpPr>
            <p:spPr bwMode="auto">
              <a:xfrm>
                <a:off x="1603375" y="1196975"/>
                <a:ext cx="26987" cy="12700"/>
              </a:xfrm>
              <a:custGeom>
                <a:avLst/>
                <a:gdLst>
                  <a:gd name="T0" fmla="*/ 30 w 33"/>
                  <a:gd name="T1" fmla="*/ 0 h 15"/>
                  <a:gd name="T2" fmla="*/ 30 w 33"/>
                  <a:gd name="T3" fmla="*/ 0 h 15"/>
                  <a:gd name="T4" fmla="*/ 3 w 33"/>
                  <a:gd name="T5" fmla="*/ 4 h 15"/>
                  <a:gd name="T6" fmla="*/ 0 w 33"/>
                  <a:gd name="T7" fmla="*/ 9 h 15"/>
                  <a:gd name="T8" fmla="*/ 3 w 33"/>
                  <a:gd name="T9" fmla="*/ 15 h 15"/>
                  <a:gd name="T10" fmla="*/ 3 w 33"/>
                  <a:gd name="T11" fmla="*/ 15 h 15"/>
                  <a:gd name="T12" fmla="*/ 30 w 33"/>
                  <a:gd name="T13" fmla="*/ 11 h 15"/>
                  <a:gd name="T14" fmla="*/ 33 w 33"/>
                  <a:gd name="T15" fmla="*/ 5 h 15"/>
                  <a:gd name="T16" fmla="*/ 30 w 33"/>
                  <a:gd name="T1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15">
                    <a:moveTo>
                      <a:pt x="30" y="0"/>
                    </a:moveTo>
                    <a:lnTo>
                      <a:pt x="30" y="0"/>
                    </a:lnTo>
                    <a:lnTo>
                      <a:pt x="3" y="4"/>
                    </a:lnTo>
                    <a:cubicBezTo>
                      <a:pt x="1" y="4"/>
                      <a:pt x="0" y="6"/>
                      <a:pt x="0" y="9"/>
                    </a:cubicBezTo>
                    <a:cubicBezTo>
                      <a:pt x="0" y="13"/>
                      <a:pt x="1" y="15"/>
                      <a:pt x="3" y="15"/>
                    </a:cubicBezTo>
                    <a:lnTo>
                      <a:pt x="3" y="15"/>
                    </a:lnTo>
                    <a:lnTo>
                      <a:pt x="30" y="11"/>
                    </a:lnTo>
                    <a:cubicBezTo>
                      <a:pt x="31" y="11"/>
                      <a:pt x="33" y="8"/>
                      <a:pt x="33" y="5"/>
                    </a:cubicBezTo>
                    <a:cubicBezTo>
                      <a:pt x="33" y="2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Freeform 46"/>
              <p:cNvSpPr>
                <a:spLocks/>
              </p:cNvSpPr>
              <p:nvPr/>
            </p:nvSpPr>
            <p:spPr bwMode="auto">
              <a:xfrm>
                <a:off x="1652588" y="1177925"/>
                <a:ext cx="19050" cy="9525"/>
              </a:xfrm>
              <a:custGeom>
                <a:avLst/>
                <a:gdLst>
                  <a:gd name="T0" fmla="*/ 2 w 22"/>
                  <a:gd name="T1" fmla="*/ 10 h 10"/>
                  <a:gd name="T2" fmla="*/ 2 w 22"/>
                  <a:gd name="T3" fmla="*/ 10 h 10"/>
                  <a:gd name="T4" fmla="*/ 20 w 22"/>
                  <a:gd name="T5" fmla="*/ 8 h 10"/>
                  <a:gd name="T6" fmla="*/ 22 w 22"/>
                  <a:gd name="T7" fmla="*/ 4 h 10"/>
                  <a:gd name="T8" fmla="*/ 20 w 22"/>
                  <a:gd name="T9" fmla="*/ 0 h 10"/>
                  <a:gd name="T10" fmla="*/ 2 w 22"/>
                  <a:gd name="T11" fmla="*/ 2 h 10"/>
                  <a:gd name="T12" fmla="*/ 0 w 22"/>
                  <a:gd name="T13" fmla="*/ 6 h 10"/>
                  <a:gd name="T14" fmla="*/ 2 w 22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10">
                    <a:moveTo>
                      <a:pt x="2" y="10"/>
                    </a:moveTo>
                    <a:lnTo>
                      <a:pt x="2" y="10"/>
                    </a:lnTo>
                    <a:lnTo>
                      <a:pt x="20" y="8"/>
                    </a:lnTo>
                    <a:cubicBezTo>
                      <a:pt x="22" y="8"/>
                      <a:pt x="22" y="6"/>
                      <a:pt x="22" y="4"/>
                    </a:cubicBezTo>
                    <a:cubicBezTo>
                      <a:pt x="22" y="2"/>
                      <a:pt x="22" y="0"/>
                      <a:pt x="20" y="0"/>
                    </a:cubicBezTo>
                    <a:lnTo>
                      <a:pt x="2" y="2"/>
                    </a:lnTo>
                    <a:cubicBezTo>
                      <a:pt x="1" y="2"/>
                      <a:pt x="0" y="4"/>
                      <a:pt x="0" y="6"/>
                    </a:cubicBezTo>
                    <a:cubicBezTo>
                      <a:pt x="0" y="8"/>
                      <a:pt x="1" y="10"/>
                      <a:pt x="2" y="1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Freeform 47"/>
              <p:cNvSpPr>
                <a:spLocks/>
              </p:cNvSpPr>
              <p:nvPr/>
            </p:nvSpPr>
            <p:spPr bwMode="auto">
              <a:xfrm>
                <a:off x="1652588" y="1190625"/>
                <a:ext cx="19050" cy="9525"/>
              </a:xfrm>
              <a:custGeom>
                <a:avLst/>
                <a:gdLst>
                  <a:gd name="T0" fmla="*/ 20 w 22"/>
                  <a:gd name="T1" fmla="*/ 0 h 11"/>
                  <a:gd name="T2" fmla="*/ 20 w 22"/>
                  <a:gd name="T3" fmla="*/ 0 h 11"/>
                  <a:gd name="T4" fmla="*/ 2 w 22"/>
                  <a:gd name="T5" fmla="*/ 3 h 11"/>
                  <a:gd name="T6" fmla="*/ 0 w 22"/>
                  <a:gd name="T7" fmla="*/ 7 h 11"/>
                  <a:gd name="T8" fmla="*/ 2 w 22"/>
                  <a:gd name="T9" fmla="*/ 11 h 11"/>
                  <a:gd name="T10" fmla="*/ 2 w 22"/>
                  <a:gd name="T11" fmla="*/ 11 h 11"/>
                  <a:gd name="T12" fmla="*/ 20 w 22"/>
                  <a:gd name="T13" fmla="*/ 8 h 11"/>
                  <a:gd name="T14" fmla="*/ 22 w 22"/>
                  <a:gd name="T15" fmla="*/ 4 h 11"/>
                  <a:gd name="T16" fmla="*/ 20 w 22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11">
                    <a:moveTo>
                      <a:pt x="20" y="0"/>
                    </a:moveTo>
                    <a:lnTo>
                      <a:pt x="20" y="0"/>
                    </a:lnTo>
                    <a:lnTo>
                      <a:pt x="2" y="3"/>
                    </a:lnTo>
                    <a:cubicBezTo>
                      <a:pt x="1" y="3"/>
                      <a:pt x="0" y="5"/>
                      <a:pt x="0" y="7"/>
                    </a:cubicBezTo>
                    <a:cubicBezTo>
                      <a:pt x="0" y="9"/>
                      <a:pt x="1" y="11"/>
                      <a:pt x="2" y="11"/>
                    </a:cubicBezTo>
                    <a:lnTo>
                      <a:pt x="2" y="11"/>
                    </a:lnTo>
                    <a:lnTo>
                      <a:pt x="20" y="8"/>
                    </a:lnTo>
                    <a:cubicBezTo>
                      <a:pt x="22" y="8"/>
                      <a:pt x="22" y="6"/>
                      <a:pt x="22" y="4"/>
                    </a:cubicBezTo>
                    <a:cubicBezTo>
                      <a:pt x="22" y="2"/>
                      <a:pt x="22" y="0"/>
                      <a:pt x="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Freeform 48"/>
              <p:cNvSpPr>
                <a:spLocks noEditPoints="1"/>
              </p:cNvSpPr>
              <p:nvPr/>
            </p:nvSpPr>
            <p:spPr bwMode="auto">
              <a:xfrm>
                <a:off x="1654175" y="976313"/>
                <a:ext cx="19050" cy="26988"/>
              </a:xfrm>
              <a:custGeom>
                <a:avLst/>
                <a:gdLst>
                  <a:gd name="T0" fmla="*/ 5 w 23"/>
                  <a:gd name="T1" fmla="*/ 8 h 31"/>
                  <a:gd name="T2" fmla="*/ 5 w 23"/>
                  <a:gd name="T3" fmla="*/ 8 h 31"/>
                  <a:gd name="T4" fmla="*/ 5 w 23"/>
                  <a:gd name="T5" fmla="*/ 5 h 31"/>
                  <a:gd name="T6" fmla="*/ 17 w 23"/>
                  <a:gd name="T7" fmla="*/ 9 h 31"/>
                  <a:gd name="T8" fmla="*/ 18 w 23"/>
                  <a:gd name="T9" fmla="*/ 12 h 31"/>
                  <a:gd name="T10" fmla="*/ 18 w 23"/>
                  <a:gd name="T11" fmla="*/ 23 h 31"/>
                  <a:gd name="T12" fmla="*/ 17 w 23"/>
                  <a:gd name="T13" fmla="*/ 26 h 31"/>
                  <a:gd name="T14" fmla="*/ 5 w 23"/>
                  <a:gd name="T15" fmla="*/ 24 h 31"/>
                  <a:gd name="T16" fmla="*/ 5 w 23"/>
                  <a:gd name="T17" fmla="*/ 21 h 31"/>
                  <a:gd name="T18" fmla="*/ 5 w 23"/>
                  <a:gd name="T19" fmla="*/ 8 h 31"/>
                  <a:gd name="T20" fmla="*/ 1 w 23"/>
                  <a:gd name="T21" fmla="*/ 26 h 31"/>
                  <a:gd name="T22" fmla="*/ 1 w 23"/>
                  <a:gd name="T23" fmla="*/ 26 h 31"/>
                  <a:gd name="T24" fmla="*/ 4 w 23"/>
                  <a:gd name="T25" fmla="*/ 29 h 31"/>
                  <a:gd name="T26" fmla="*/ 5 w 23"/>
                  <a:gd name="T27" fmla="*/ 29 h 31"/>
                  <a:gd name="T28" fmla="*/ 18 w 23"/>
                  <a:gd name="T29" fmla="*/ 31 h 31"/>
                  <a:gd name="T30" fmla="*/ 18 w 23"/>
                  <a:gd name="T31" fmla="*/ 30 h 31"/>
                  <a:gd name="T32" fmla="*/ 23 w 23"/>
                  <a:gd name="T33" fmla="*/ 23 h 31"/>
                  <a:gd name="T34" fmla="*/ 23 w 23"/>
                  <a:gd name="T35" fmla="*/ 12 h 31"/>
                  <a:gd name="T36" fmla="*/ 19 w 23"/>
                  <a:gd name="T37" fmla="*/ 4 h 31"/>
                  <a:gd name="T38" fmla="*/ 5 w 23"/>
                  <a:gd name="T39" fmla="*/ 0 h 31"/>
                  <a:gd name="T40" fmla="*/ 4 w 23"/>
                  <a:gd name="T41" fmla="*/ 0 h 31"/>
                  <a:gd name="T42" fmla="*/ 0 w 23"/>
                  <a:gd name="T43" fmla="*/ 8 h 31"/>
                  <a:gd name="T44" fmla="*/ 0 w 23"/>
                  <a:gd name="T45" fmla="*/ 21 h 31"/>
                  <a:gd name="T46" fmla="*/ 1 w 23"/>
                  <a:gd name="T47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1">
                    <a:moveTo>
                      <a:pt x="5" y="8"/>
                    </a:moveTo>
                    <a:lnTo>
                      <a:pt x="5" y="8"/>
                    </a:lnTo>
                    <a:cubicBezTo>
                      <a:pt x="5" y="6"/>
                      <a:pt x="5" y="5"/>
                      <a:pt x="5" y="5"/>
                    </a:cubicBezTo>
                    <a:lnTo>
                      <a:pt x="17" y="9"/>
                    </a:lnTo>
                    <a:cubicBezTo>
                      <a:pt x="17" y="9"/>
                      <a:pt x="18" y="10"/>
                      <a:pt x="18" y="12"/>
                    </a:cubicBezTo>
                    <a:lnTo>
                      <a:pt x="18" y="23"/>
                    </a:lnTo>
                    <a:cubicBezTo>
                      <a:pt x="18" y="24"/>
                      <a:pt x="18" y="25"/>
                      <a:pt x="17" y="26"/>
                    </a:cubicBezTo>
                    <a:lnTo>
                      <a:pt x="5" y="24"/>
                    </a:lnTo>
                    <a:cubicBezTo>
                      <a:pt x="5" y="24"/>
                      <a:pt x="5" y="23"/>
                      <a:pt x="5" y="21"/>
                    </a:cubicBezTo>
                    <a:lnTo>
                      <a:pt x="5" y="8"/>
                    </a:lnTo>
                    <a:close/>
                    <a:moveTo>
                      <a:pt x="1" y="26"/>
                    </a:moveTo>
                    <a:lnTo>
                      <a:pt x="1" y="26"/>
                    </a:lnTo>
                    <a:cubicBezTo>
                      <a:pt x="2" y="29"/>
                      <a:pt x="4" y="29"/>
                      <a:pt x="4" y="29"/>
                    </a:cubicBezTo>
                    <a:lnTo>
                      <a:pt x="5" y="29"/>
                    </a:lnTo>
                    <a:lnTo>
                      <a:pt x="18" y="31"/>
                    </a:lnTo>
                    <a:lnTo>
                      <a:pt x="18" y="30"/>
                    </a:lnTo>
                    <a:cubicBezTo>
                      <a:pt x="21" y="30"/>
                      <a:pt x="23" y="27"/>
                      <a:pt x="23" y="23"/>
                    </a:cubicBezTo>
                    <a:lnTo>
                      <a:pt x="23" y="12"/>
                    </a:lnTo>
                    <a:cubicBezTo>
                      <a:pt x="23" y="8"/>
                      <a:pt x="21" y="5"/>
                      <a:pt x="19" y="4"/>
                    </a:cubicBezTo>
                    <a:lnTo>
                      <a:pt x="5" y="0"/>
                    </a:lnTo>
                    <a:lnTo>
                      <a:pt x="4" y="0"/>
                    </a:lnTo>
                    <a:cubicBezTo>
                      <a:pt x="2" y="0"/>
                      <a:pt x="0" y="3"/>
                      <a:pt x="0" y="8"/>
                    </a:cubicBezTo>
                    <a:lnTo>
                      <a:pt x="0" y="21"/>
                    </a:lnTo>
                    <a:cubicBezTo>
                      <a:pt x="0" y="23"/>
                      <a:pt x="0" y="25"/>
                      <a:pt x="1" y="2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Freeform 49"/>
              <p:cNvSpPr>
                <a:spLocks noEditPoints="1"/>
              </p:cNvSpPr>
              <p:nvPr/>
            </p:nvSpPr>
            <p:spPr bwMode="auto">
              <a:xfrm>
                <a:off x="1654175" y="1047750"/>
                <a:ext cx="19050" cy="25400"/>
              </a:xfrm>
              <a:custGeom>
                <a:avLst/>
                <a:gdLst>
                  <a:gd name="T0" fmla="*/ 5 w 22"/>
                  <a:gd name="T1" fmla="*/ 7 h 30"/>
                  <a:gd name="T2" fmla="*/ 5 w 22"/>
                  <a:gd name="T3" fmla="*/ 7 h 30"/>
                  <a:gd name="T4" fmla="*/ 6 w 22"/>
                  <a:gd name="T5" fmla="*/ 5 h 30"/>
                  <a:gd name="T6" fmla="*/ 17 w 22"/>
                  <a:gd name="T7" fmla="*/ 8 h 30"/>
                  <a:gd name="T8" fmla="*/ 17 w 22"/>
                  <a:gd name="T9" fmla="*/ 10 h 30"/>
                  <a:gd name="T10" fmla="*/ 17 w 22"/>
                  <a:gd name="T11" fmla="*/ 23 h 30"/>
                  <a:gd name="T12" fmla="*/ 17 w 22"/>
                  <a:gd name="T13" fmla="*/ 25 h 30"/>
                  <a:gd name="T14" fmla="*/ 6 w 22"/>
                  <a:gd name="T15" fmla="*/ 25 h 30"/>
                  <a:gd name="T16" fmla="*/ 5 w 22"/>
                  <a:gd name="T17" fmla="*/ 22 h 30"/>
                  <a:gd name="T18" fmla="*/ 5 w 22"/>
                  <a:gd name="T19" fmla="*/ 7 h 30"/>
                  <a:gd name="T20" fmla="*/ 5 w 22"/>
                  <a:gd name="T21" fmla="*/ 30 h 30"/>
                  <a:gd name="T22" fmla="*/ 5 w 22"/>
                  <a:gd name="T23" fmla="*/ 30 h 30"/>
                  <a:gd name="T24" fmla="*/ 17 w 22"/>
                  <a:gd name="T25" fmla="*/ 30 h 30"/>
                  <a:gd name="T26" fmla="*/ 22 w 22"/>
                  <a:gd name="T27" fmla="*/ 23 h 30"/>
                  <a:gd name="T28" fmla="*/ 22 w 22"/>
                  <a:gd name="T29" fmla="*/ 10 h 30"/>
                  <a:gd name="T30" fmla="*/ 18 w 22"/>
                  <a:gd name="T31" fmla="*/ 3 h 30"/>
                  <a:gd name="T32" fmla="*/ 6 w 22"/>
                  <a:gd name="T33" fmla="*/ 0 h 30"/>
                  <a:gd name="T34" fmla="*/ 5 w 22"/>
                  <a:gd name="T35" fmla="*/ 0 h 30"/>
                  <a:gd name="T36" fmla="*/ 0 w 22"/>
                  <a:gd name="T37" fmla="*/ 7 h 30"/>
                  <a:gd name="T38" fmla="*/ 0 w 22"/>
                  <a:gd name="T39" fmla="*/ 22 h 30"/>
                  <a:gd name="T40" fmla="*/ 5 w 22"/>
                  <a:gd name="T4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2" h="30">
                    <a:moveTo>
                      <a:pt x="5" y="7"/>
                    </a:moveTo>
                    <a:lnTo>
                      <a:pt x="5" y="7"/>
                    </a:lnTo>
                    <a:cubicBezTo>
                      <a:pt x="5" y="6"/>
                      <a:pt x="5" y="5"/>
                      <a:pt x="6" y="5"/>
                    </a:cubicBezTo>
                    <a:lnTo>
                      <a:pt x="17" y="8"/>
                    </a:lnTo>
                    <a:cubicBezTo>
                      <a:pt x="17" y="8"/>
                      <a:pt x="17" y="9"/>
                      <a:pt x="17" y="10"/>
                    </a:cubicBezTo>
                    <a:lnTo>
                      <a:pt x="17" y="23"/>
                    </a:lnTo>
                    <a:cubicBezTo>
                      <a:pt x="17" y="24"/>
                      <a:pt x="17" y="24"/>
                      <a:pt x="17" y="25"/>
                    </a:cubicBezTo>
                    <a:lnTo>
                      <a:pt x="6" y="25"/>
                    </a:lnTo>
                    <a:cubicBezTo>
                      <a:pt x="5" y="24"/>
                      <a:pt x="5" y="24"/>
                      <a:pt x="5" y="22"/>
                    </a:cubicBezTo>
                    <a:lnTo>
                      <a:pt x="5" y="7"/>
                    </a:lnTo>
                    <a:close/>
                    <a:moveTo>
                      <a:pt x="5" y="30"/>
                    </a:moveTo>
                    <a:lnTo>
                      <a:pt x="5" y="30"/>
                    </a:lnTo>
                    <a:lnTo>
                      <a:pt x="17" y="30"/>
                    </a:lnTo>
                    <a:cubicBezTo>
                      <a:pt x="20" y="29"/>
                      <a:pt x="22" y="26"/>
                      <a:pt x="22" y="23"/>
                    </a:cubicBezTo>
                    <a:lnTo>
                      <a:pt x="22" y="10"/>
                    </a:lnTo>
                    <a:cubicBezTo>
                      <a:pt x="22" y="6"/>
                      <a:pt x="20" y="3"/>
                      <a:pt x="18" y="3"/>
                    </a:cubicBezTo>
                    <a:lnTo>
                      <a:pt x="6" y="0"/>
                    </a:lnTo>
                    <a:lnTo>
                      <a:pt x="5" y="0"/>
                    </a:lnTo>
                    <a:cubicBezTo>
                      <a:pt x="2" y="0"/>
                      <a:pt x="0" y="3"/>
                      <a:pt x="0" y="7"/>
                    </a:cubicBezTo>
                    <a:lnTo>
                      <a:pt x="0" y="22"/>
                    </a:lnTo>
                    <a:cubicBezTo>
                      <a:pt x="0" y="27"/>
                      <a:pt x="2" y="30"/>
                      <a:pt x="5" y="3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Freeform 50"/>
              <p:cNvSpPr>
                <a:spLocks noEditPoints="1"/>
              </p:cNvSpPr>
              <p:nvPr/>
            </p:nvSpPr>
            <p:spPr bwMode="auto">
              <a:xfrm>
                <a:off x="1652588" y="1111250"/>
                <a:ext cx="20637" cy="25400"/>
              </a:xfrm>
              <a:custGeom>
                <a:avLst/>
                <a:gdLst>
                  <a:gd name="T0" fmla="*/ 5 w 23"/>
                  <a:gd name="T1" fmla="*/ 8 h 30"/>
                  <a:gd name="T2" fmla="*/ 5 w 23"/>
                  <a:gd name="T3" fmla="*/ 8 h 30"/>
                  <a:gd name="T4" fmla="*/ 5 w 23"/>
                  <a:gd name="T5" fmla="*/ 5 h 30"/>
                  <a:gd name="T6" fmla="*/ 17 w 23"/>
                  <a:gd name="T7" fmla="*/ 6 h 30"/>
                  <a:gd name="T8" fmla="*/ 18 w 23"/>
                  <a:gd name="T9" fmla="*/ 8 h 30"/>
                  <a:gd name="T10" fmla="*/ 18 w 23"/>
                  <a:gd name="T11" fmla="*/ 22 h 30"/>
                  <a:gd name="T12" fmla="*/ 17 w 23"/>
                  <a:gd name="T13" fmla="*/ 24 h 30"/>
                  <a:gd name="T14" fmla="*/ 5 w 23"/>
                  <a:gd name="T15" fmla="*/ 25 h 30"/>
                  <a:gd name="T16" fmla="*/ 5 w 23"/>
                  <a:gd name="T17" fmla="*/ 22 h 30"/>
                  <a:gd name="T18" fmla="*/ 5 w 23"/>
                  <a:gd name="T19" fmla="*/ 8 h 30"/>
                  <a:gd name="T20" fmla="*/ 4 w 23"/>
                  <a:gd name="T21" fmla="*/ 30 h 30"/>
                  <a:gd name="T22" fmla="*/ 4 w 23"/>
                  <a:gd name="T23" fmla="*/ 30 h 30"/>
                  <a:gd name="T24" fmla="*/ 18 w 23"/>
                  <a:gd name="T25" fmla="*/ 28 h 30"/>
                  <a:gd name="T26" fmla="*/ 23 w 23"/>
                  <a:gd name="T27" fmla="*/ 22 h 30"/>
                  <a:gd name="T28" fmla="*/ 23 w 23"/>
                  <a:gd name="T29" fmla="*/ 8 h 30"/>
                  <a:gd name="T30" fmla="*/ 18 w 23"/>
                  <a:gd name="T31" fmla="*/ 1 h 30"/>
                  <a:gd name="T32" fmla="*/ 5 w 23"/>
                  <a:gd name="T33" fmla="*/ 0 h 30"/>
                  <a:gd name="T34" fmla="*/ 4 w 23"/>
                  <a:gd name="T35" fmla="*/ 0 h 30"/>
                  <a:gd name="T36" fmla="*/ 0 w 23"/>
                  <a:gd name="T37" fmla="*/ 8 h 30"/>
                  <a:gd name="T38" fmla="*/ 0 w 23"/>
                  <a:gd name="T39" fmla="*/ 22 h 30"/>
                  <a:gd name="T40" fmla="*/ 4 w 23"/>
                  <a:gd name="T4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" h="30">
                    <a:moveTo>
                      <a:pt x="5" y="8"/>
                    </a:moveTo>
                    <a:lnTo>
                      <a:pt x="5" y="8"/>
                    </a:lnTo>
                    <a:cubicBezTo>
                      <a:pt x="5" y="7"/>
                      <a:pt x="5" y="6"/>
                      <a:pt x="5" y="5"/>
                    </a:cubicBezTo>
                    <a:lnTo>
                      <a:pt x="17" y="6"/>
                    </a:lnTo>
                    <a:cubicBezTo>
                      <a:pt x="17" y="6"/>
                      <a:pt x="18" y="7"/>
                      <a:pt x="18" y="8"/>
                    </a:cubicBezTo>
                    <a:lnTo>
                      <a:pt x="18" y="22"/>
                    </a:lnTo>
                    <a:cubicBezTo>
                      <a:pt x="18" y="23"/>
                      <a:pt x="18" y="23"/>
                      <a:pt x="17" y="24"/>
                    </a:cubicBezTo>
                    <a:lnTo>
                      <a:pt x="5" y="25"/>
                    </a:lnTo>
                    <a:cubicBezTo>
                      <a:pt x="5" y="24"/>
                      <a:pt x="5" y="24"/>
                      <a:pt x="5" y="22"/>
                    </a:cubicBezTo>
                    <a:lnTo>
                      <a:pt x="5" y="8"/>
                    </a:lnTo>
                    <a:close/>
                    <a:moveTo>
                      <a:pt x="4" y="30"/>
                    </a:moveTo>
                    <a:lnTo>
                      <a:pt x="4" y="30"/>
                    </a:lnTo>
                    <a:lnTo>
                      <a:pt x="18" y="28"/>
                    </a:lnTo>
                    <a:cubicBezTo>
                      <a:pt x="21" y="28"/>
                      <a:pt x="23" y="25"/>
                      <a:pt x="23" y="22"/>
                    </a:cubicBezTo>
                    <a:lnTo>
                      <a:pt x="23" y="8"/>
                    </a:lnTo>
                    <a:cubicBezTo>
                      <a:pt x="23" y="5"/>
                      <a:pt x="21" y="1"/>
                      <a:pt x="18" y="1"/>
                    </a:cubicBezTo>
                    <a:lnTo>
                      <a:pt x="5" y="0"/>
                    </a:lnTo>
                    <a:lnTo>
                      <a:pt x="4" y="0"/>
                    </a:lnTo>
                    <a:cubicBezTo>
                      <a:pt x="2" y="0"/>
                      <a:pt x="0" y="3"/>
                      <a:pt x="0" y="8"/>
                    </a:cubicBezTo>
                    <a:lnTo>
                      <a:pt x="0" y="22"/>
                    </a:lnTo>
                    <a:cubicBezTo>
                      <a:pt x="0" y="27"/>
                      <a:pt x="2" y="30"/>
                      <a:pt x="4" y="3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Freeform 51"/>
              <p:cNvSpPr>
                <a:spLocks/>
              </p:cNvSpPr>
              <p:nvPr/>
            </p:nvSpPr>
            <p:spPr bwMode="auto">
              <a:xfrm>
                <a:off x="1762125" y="1182688"/>
                <a:ext cx="79375" cy="15875"/>
              </a:xfrm>
              <a:custGeom>
                <a:avLst/>
                <a:gdLst>
                  <a:gd name="T0" fmla="*/ 88 w 94"/>
                  <a:gd name="T1" fmla="*/ 0 h 19"/>
                  <a:gd name="T2" fmla="*/ 88 w 94"/>
                  <a:gd name="T3" fmla="*/ 0 h 19"/>
                  <a:gd name="T4" fmla="*/ 6 w 94"/>
                  <a:gd name="T5" fmla="*/ 0 h 19"/>
                  <a:gd name="T6" fmla="*/ 0 w 94"/>
                  <a:gd name="T7" fmla="*/ 9 h 19"/>
                  <a:gd name="T8" fmla="*/ 6 w 94"/>
                  <a:gd name="T9" fmla="*/ 19 h 19"/>
                  <a:gd name="T10" fmla="*/ 88 w 94"/>
                  <a:gd name="T11" fmla="*/ 19 h 19"/>
                  <a:gd name="T12" fmla="*/ 94 w 94"/>
                  <a:gd name="T13" fmla="*/ 9 h 19"/>
                  <a:gd name="T14" fmla="*/ 88 w 94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19">
                    <a:moveTo>
                      <a:pt x="88" y="0"/>
                    </a:moveTo>
                    <a:lnTo>
                      <a:pt x="88" y="0"/>
                    </a:lnTo>
                    <a:lnTo>
                      <a:pt x="6" y="0"/>
                    </a:lnTo>
                    <a:cubicBezTo>
                      <a:pt x="3" y="0"/>
                      <a:pt x="0" y="4"/>
                      <a:pt x="0" y="9"/>
                    </a:cubicBezTo>
                    <a:cubicBezTo>
                      <a:pt x="0" y="14"/>
                      <a:pt x="3" y="19"/>
                      <a:pt x="6" y="19"/>
                    </a:cubicBezTo>
                    <a:lnTo>
                      <a:pt x="88" y="19"/>
                    </a:lnTo>
                    <a:cubicBezTo>
                      <a:pt x="91" y="19"/>
                      <a:pt x="94" y="14"/>
                      <a:pt x="94" y="9"/>
                    </a:cubicBezTo>
                    <a:cubicBezTo>
                      <a:pt x="94" y="4"/>
                      <a:pt x="91" y="0"/>
                      <a:pt x="8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Freeform 52"/>
              <p:cNvSpPr>
                <a:spLocks/>
              </p:cNvSpPr>
              <p:nvPr/>
            </p:nvSpPr>
            <p:spPr bwMode="auto">
              <a:xfrm>
                <a:off x="1762125" y="1214438"/>
                <a:ext cx="79375" cy="15875"/>
              </a:xfrm>
              <a:custGeom>
                <a:avLst/>
                <a:gdLst>
                  <a:gd name="T0" fmla="*/ 88 w 94"/>
                  <a:gd name="T1" fmla="*/ 0 h 19"/>
                  <a:gd name="T2" fmla="*/ 88 w 94"/>
                  <a:gd name="T3" fmla="*/ 0 h 19"/>
                  <a:gd name="T4" fmla="*/ 6 w 94"/>
                  <a:gd name="T5" fmla="*/ 0 h 19"/>
                  <a:gd name="T6" fmla="*/ 0 w 94"/>
                  <a:gd name="T7" fmla="*/ 9 h 19"/>
                  <a:gd name="T8" fmla="*/ 6 w 94"/>
                  <a:gd name="T9" fmla="*/ 19 h 19"/>
                  <a:gd name="T10" fmla="*/ 88 w 94"/>
                  <a:gd name="T11" fmla="*/ 19 h 19"/>
                  <a:gd name="T12" fmla="*/ 94 w 94"/>
                  <a:gd name="T13" fmla="*/ 9 h 19"/>
                  <a:gd name="T14" fmla="*/ 88 w 94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19">
                    <a:moveTo>
                      <a:pt x="88" y="0"/>
                    </a:moveTo>
                    <a:lnTo>
                      <a:pt x="88" y="0"/>
                    </a:lnTo>
                    <a:lnTo>
                      <a:pt x="6" y="0"/>
                    </a:lnTo>
                    <a:cubicBezTo>
                      <a:pt x="3" y="0"/>
                      <a:pt x="0" y="4"/>
                      <a:pt x="0" y="9"/>
                    </a:cubicBezTo>
                    <a:cubicBezTo>
                      <a:pt x="0" y="14"/>
                      <a:pt x="3" y="19"/>
                      <a:pt x="6" y="19"/>
                    </a:cubicBezTo>
                    <a:lnTo>
                      <a:pt x="88" y="19"/>
                    </a:lnTo>
                    <a:cubicBezTo>
                      <a:pt x="91" y="19"/>
                      <a:pt x="94" y="14"/>
                      <a:pt x="94" y="9"/>
                    </a:cubicBezTo>
                    <a:cubicBezTo>
                      <a:pt x="94" y="4"/>
                      <a:pt x="91" y="0"/>
                      <a:pt x="8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15" name="直接连接符 14"/>
            <p:cNvCxnSpPr>
              <a:stCxn id="13" idx="4"/>
            </p:cNvCxnSpPr>
            <p:nvPr/>
          </p:nvCxnSpPr>
          <p:spPr bwMode="auto">
            <a:xfrm flipH="1" flipV="1">
              <a:off x="3584727" y="2053038"/>
              <a:ext cx="1785317" cy="41090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41BDC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文本框 15"/>
            <p:cNvSpPr txBox="1"/>
            <p:nvPr/>
          </p:nvSpPr>
          <p:spPr bwMode="auto">
            <a:xfrm>
              <a:off x="1663725" y="2001998"/>
              <a:ext cx="1785962" cy="5505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b="1" dirty="0">
                  <a:solidFill>
                    <a:srgbClr val="41BDC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Cloud DC</a:t>
              </a:r>
            </a:p>
          </p:txBody>
        </p:sp>
        <p:sp>
          <p:nvSpPr>
            <p:cNvPr id="18" name="文本框 17"/>
            <p:cNvSpPr txBox="1"/>
            <p:nvPr/>
          </p:nvSpPr>
          <p:spPr bwMode="auto">
            <a:xfrm>
              <a:off x="4048836" y="3992196"/>
              <a:ext cx="1261408" cy="501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b="1" dirty="0">
                  <a:solidFill>
                    <a:srgbClr val="41BDC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Fog</a:t>
              </a:r>
            </a:p>
          </p:txBody>
        </p:sp>
        <p:sp>
          <p:nvSpPr>
            <p:cNvPr id="19" name="文本框 18"/>
            <p:cNvSpPr txBox="1"/>
            <p:nvPr/>
          </p:nvSpPr>
          <p:spPr bwMode="auto">
            <a:xfrm>
              <a:off x="6179585" y="4094272"/>
              <a:ext cx="1261408" cy="5017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b="1" dirty="0">
                  <a:solidFill>
                    <a:srgbClr val="41BDC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Fog</a:t>
              </a:r>
            </a:p>
          </p:txBody>
        </p:sp>
        <p:sp>
          <p:nvSpPr>
            <p:cNvPr id="20" name="christmas-light_63594"/>
            <p:cNvSpPr>
              <a:spLocks noChangeAspect="1"/>
            </p:cNvSpPr>
            <p:nvPr/>
          </p:nvSpPr>
          <p:spPr bwMode="auto">
            <a:xfrm>
              <a:off x="4337387" y="5604681"/>
              <a:ext cx="530975" cy="609685"/>
            </a:xfrm>
            <a:custGeom>
              <a:avLst/>
              <a:gdLst>
                <a:gd name="connsiteX0" fmla="*/ 264308 w 528617"/>
                <a:gd name="connsiteY0" fmla="*/ 523679 h 606977"/>
                <a:gd name="connsiteX1" fmla="*/ 276205 w 528617"/>
                <a:gd name="connsiteY1" fmla="*/ 528637 h 606977"/>
                <a:gd name="connsiteX2" fmla="*/ 284137 w 528617"/>
                <a:gd name="connsiteY2" fmla="*/ 544504 h 606977"/>
                <a:gd name="connsiteX3" fmla="*/ 284137 w 528617"/>
                <a:gd name="connsiteY3" fmla="*/ 586153 h 606977"/>
                <a:gd name="connsiteX4" fmla="*/ 276205 w 528617"/>
                <a:gd name="connsiteY4" fmla="*/ 603011 h 606977"/>
                <a:gd name="connsiteX5" fmla="*/ 264308 w 528617"/>
                <a:gd name="connsiteY5" fmla="*/ 606977 h 606977"/>
                <a:gd name="connsiteX6" fmla="*/ 252411 w 528617"/>
                <a:gd name="connsiteY6" fmla="*/ 603011 h 606977"/>
                <a:gd name="connsiteX7" fmla="*/ 244479 w 528617"/>
                <a:gd name="connsiteY7" fmla="*/ 586153 h 606977"/>
                <a:gd name="connsiteX8" fmla="*/ 244479 w 528617"/>
                <a:gd name="connsiteY8" fmla="*/ 544504 h 606977"/>
                <a:gd name="connsiteX9" fmla="*/ 252411 w 528617"/>
                <a:gd name="connsiteY9" fmla="*/ 528637 h 606977"/>
                <a:gd name="connsiteX10" fmla="*/ 264308 w 528617"/>
                <a:gd name="connsiteY10" fmla="*/ 523679 h 606977"/>
                <a:gd name="connsiteX11" fmla="*/ 408909 w 528617"/>
                <a:gd name="connsiteY11" fmla="*/ 419591 h 606977"/>
                <a:gd name="connsiteX12" fmla="*/ 423320 w 528617"/>
                <a:gd name="connsiteY12" fmla="*/ 425547 h 606977"/>
                <a:gd name="connsiteX13" fmla="*/ 453135 w 528617"/>
                <a:gd name="connsiteY13" fmla="*/ 455328 h 606977"/>
                <a:gd name="connsiteX14" fmla="*/ 453135 w 528617"/>
                <a:gd name="connsiteY14" fmla="*/ 484117 h 606977"/>
                <a:gd name="connsiteX15" fmla="*/ 439222 w 528617"/>
                <a:gd name="connsiteY15" fmla="*/ 490073 h 606977"/>
                <a:gd name="connsiteX16" fmla="*/ 424314 w 528617"/>
                <a:gd name="connsiteY16" fmla="*/ 484117 h 606977"/>
                <a:gd name="connsiteX17" fmla="*/ 394499 w 528617"/>
                <a:gd name="connsiteY17" fmla="*/ 454336 h 606977"/>
                <a:gd name="connsiteX18" fmla="*/ 394499 w 528617"/>
                <a:gd name="connsiteY18" fmla="*/ 425547 h 606977"/>
                <a:gd name="connsiteX19" fmla="*/ 408909 w 528617"/>
                <a:gd name="connsiteY19" fmla="*/ 419591 h 606977"/>
                <a:gd name="connsiteX20" fmla="*/ 119755 w 528617"/>
                <a:gd name="connsiteY20" fmla="*/ 419591 h 606977"/>
                <a:gd name="connsiteX21" fmla="*/ 134135 w 528617"/>
                <a:gd name="connsiteY21" fmla="*/ 425547 h 606977"/>
                <a:gd name="connsiteX22" fmla="*/ 134135 w 528617"/>
                <a:gd name="connsiteY22" fmla="*/ 454336 h 606977"/>
                <a:gd name="connsiteX23" fmla="*/ 104384 w 528617"/>
                <a:gd name="connsiteY23" fmla="*/ 484117 h 606977"/>
                <a:gd name="connsiteX24" fmla="*/ 89508 w 528617"/>
                <a:gd name="connsiteY24" fmla="*/ 490073 h 606977"/>
                <a:gd name="connsiteX25" fmla="*/ 75624 w 528617"/>
                <a:gd name="connsiteY25" fmla="*/ 484117 h 606977"/>
                <a:gd name="connsiteX26" fmla="*/ 75624 w 528617"/>
                <a:gd name="connsiteY26" fmla="*/ 455328 h 606977"/>
                <a:gd name="connsiteX27" fmla="*/ 105375 w 528617"/>
                <a:gd name="connsiteY27" fmla="*/ 425547 h 606977"/>
                <a:gd name="connsiteX28" fmla="*/ 119755 w 528617"/>
                <a:gd name="connsiteY28" fmla="*/ 419591 h 606977"/>
                <a:gd name="connsiteX29" fmla="*/ 203786 w 528617"/>
                <a:gd name="connsiteY29" fmla="*/ 279678 h 606977"/>
                <a:gd name="connsiteX30" fmla="*/ 218678 w 528617"/>
                <a:gd name="connsiteY30" fmla="*/ 295048 h 606977"/>
                <a:gd name="connsiteX31" fmla="*/ 203786 w 528617"/>
                <a:gd name="connsiteY31" fmla="*/ 310418 h 606977"/>
                <a:gd name="connsiteX32" fmla="*/ 188894 w 528617"/>
                <a:gd name="connsiteY32" fmla="*/ 295048 h 606977"/>
                <a:gd name="connsiteX33" fmla="*/ 203786 w 528617"/>
                <a:gd name="connsiteY33" fmla="*/ 279678 h 606977"/>
                <a:gd name="connsiteX34" fmla="*/ 457076 w 528617"/>
                <a:gd name="connsiteY34" fmla="*/ 230145 h 606977"/>
                <a:gd name="connsiteX35" fmla="*/ 499818 w 528617"/>
                <a:gd name="connsiteY35" fmla="*/ 230145 h 606977"/>
                <a:gd name="connsiteX36" fmla="*/ 519698 w 528617"/>
                <a:gd name="connsiteY36" fmla="*/ 250947 h 606977"/>
                <a:gd name="connsiteX37" fmla="*/ 499818 w 528617"/>
                <a:gd name="connsiteY37" fmla="*/ 270759 h 606977"/>
                <a:gd name="connsiteX38" fmla="*/ 457076 w 528617"/>
                <a:gd name="connsiteY38" fmla="*/ 270759 h 606977"/>
                <a:gd name="connsiteX39" fmla="*/ 437196 w 528617"/>
                <a:gd name="connsiteY39" fmla="*/ 250947 h 606977"/>
                <a:gd name="connsiteX40" fmla="*/ 457076 w 528617"/>
                <a:gd name="connsiteY40" fmla="*/ 230145 h 606977"/>
                <a:gd name="connsiteX41" fmla="*/ 29912 w 528617"/>
                <a:gd name="connsiteY41" fmla="*/ 230145 h 606977"/>
                <a:gd name="connsiteX42" fmla="*/ 71579 w 528617"/>
                <a:gd name="connsiteY42" fmla="*/ 230145 h 606977"/>
                <a:gd name="connsiteX43" fmla="*/ 91421 w 528617"/>
                <a:gd name="connsiteY43" fmla="*/ 250947 h 606977"/>
                <a:gd name="connsiteX44" fmla="*/ 71579 w 528617"/>
                <a:gd name="connsiteY44" fmla="*/ 270759 h 606977"/>
                <a:gd name="connsiteX45" fmla="*/ 29912 w 528617"/>
                <a:gd name="connsiteY45" fmla="*/ 270759 h 606977"/>
                <a:gd name="connsiteX46" fmla="*/ 9078 w 528617"/>
                <a:gd name="connsiteY46" fmla="*/ 250947 h 606977"/>
                <a:gd name="connsiteX47" fmla="*/ 29912 w 528617"/>
                <a:gd name="connsiteY47" fmla="*/ 230145 h 606977"/>
                <a:gd name="connsiteX48" fmla="*/ 229161 w 528617"/>
                <a:gd name="connsiteY48" fmla="*/ 147134 h 606977"/>
                <a:gd name="connsiteX49" fmla="*/ 237480 w 528617"/>
                <a:gd name="connsiteY49" fmla="*/ 153711 h 606977"/>
                <a:gd name="connsiteX50" fmla="*/ 232513 w 528617"/>
                <a:gd name="connsiteY50" fmla="*/ 171581 h 606977"/>
                <a:gd name="connsiteX51" fmla="*/ 206686 w 528617"/>
                <a:gd name="connsiteY51" fmla="*/ 248025 h 606977"/>
                <a:gd name="connsiteX52" fmla="*/ 195759 w 528617"/>
                <a:gd name="connsiteY52" fmla="*/ 263910 h 606977"/>
                <a:gd name="connsiteX53" fmla="*/ 193773 w 528617"/>
                <a:gd name="connsiteY53" fmla="*/ 263910 h 606977"/>
                <a:gd name="connsiteX54" fmla="*/ 179866 w 528617"/>
                <a:gd name="connsiteY54" fmla="*/ 252989 h 606977"/>
                <a:gd name="connsiteX55" fmla="*/ 218606 w 528617"/>
                <a:gd name="connsiteY55" fmla="*/ 148747 h 606977"/>
                <a:gd name="connsiteX56" fmla="*/ 229161 w 528617"/>
                <a:gd name="connsiteY56" fmla="*/ 147134 h 606977"/>
                <a:gd name="connsiteX57" fmla="*/ 264309 w 528617"/>
                <a:gd name="connsiteY57" fmla="*/ 116064 h 606977"/>
                <a:gd name="connsiteX58" fmla="*/ 158983 w 528617"/>
                <a:gd name="connsiteY58" fmla="*/ 220225 h 606977"/>
                <a:gd name="connsiteX59" fmla="*/ 262321 w 528617"/>
                <a:gd name="connsiteY59" fmla="*/ 454338 h 606977"/>
                <a:gd name="connsiteX60" fmla="*/ 263315 w 528617"/>
                <a:gd name="connsiteY60" fmla="*/ 454338 h 606977"/>
                <a:gd name="connsiteX61" fmla="*/ 370628 w 528617"/>
                <a:gd name="connsiteY61" fmla="*/ 222209 h 606977"/>
                <a:gd name="connsiteX62" fmla="*/ 265302 w 528617"/>
                <a:gd name="connsiteY62" fmla="*/ 116064 h 606977"/>
                <a:gd name="connsiteX63" fmla="*/ 33784 w 528617"/>
                <a:gd name="connsiteY63" fmla="*/ 0 h 606977"/>
                <a:gd name="connsiteX64" fmla="*/ 494833 w 528617"/>
                <a:gd name="connsiteY64" fmla="*/ 0 h 606977"/>
                <a:gd name="connsiteX65" fmla="*/ 528617 w 528617"/>
                <a:gd name="connsiteY65" fmla="*/ 33728 h 606977"/>
                <a:gd name="connsiteX66" fmla="*/ 494833 w 528617"/>
                <a:gd name="connsiteY66" fmla="*/ 68448 h 606977"/>
                <a:gd name="connsiteX67" fmla="*/ 331876 w 528617"/>
                <a:gd name="connsiteY67" fmla="*/ 68448 h 606977"/>
                <a:gd name="connsiteX68" fmla="*/ 331876 w 528617"/>
                <a:gd name="connsiteY68" fmla="*/ 92256 h 606977"/>
                <a:gd name="connsiteX69" fmla="*/ 368641 w 528617"/>
                <a:gd name="connsiteY69" fmla="*/ 119040 h 606977"/>
                <a:gd name="connsiteX70" fmla="*/ 410374 w 528617"/>
                <a:gd name="connsiteY70" fmla="*/ 222209 h 606977"/>
                <a:gd name="connsiteX71" fmla="*/ 375596 w 528617"/>
                <a:gd name="connsiteY71" fmla="*/ 374977 h 606977"/>
                <a:gd name="connsiteX72" fmla="*/ 262321 w 528617"/>
                <a:gd name="connsiteY72" fmla="*/ 495010 h 606977"/>
                <a:gd name="connsiteX73" fmla="*/ 151033 w 528617"/>
                <a:gd name="connsiteY73" fmla="*/ 372993 h 606977"/>
                <a:gd name="connsiteX74" fmla="*/ 118243 w 528617"/>
                <a:gd name="connsiteY74" fmla="*/ 220225 h 606977"/>
                <a:gd name="connsiteX75" fmla="*/ 198728 w 528617"/>
                <a:gd name="connsiteY75" fmla="*/ 91264 h 606977"/>
                <a:gd name="connsiteX76" fmla="*/ 198728 w 528617"/>
                <a:gd name="connsiteY76" fmla="*/ 68448 h 606977"/>
                <a:gd name="connsiteX77" fmla="*/ 33784 w 528617"/>
                <a:gd name="connsiteY77" fmla="*/ 68448 h 606977"/>
                <a:gd name="connsiteX78" fmla="*/ 0 w 528617"/>
                <a:gd name="connsiteY78" fmla="*/ 33728 h 606977"/>
                <a:gd name="connsiteX79" fmla="*/ 33784 w 528617"/>
                <a:gd name="connsiteY79" fmla="*/ 0 h 60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28617" h="606977">
                  <a:moveTo>
                    <a:pt x="264308" y="523679"/>
                  </a:moveTo>
                  <a:cubicBezTo>
                    <a:pt x="269265" y="523679"/>
                    <a:pt x="273231" y="525663"/>
                    <a:pt x="276205" y="528637"/>
                  </a:cubicBezTo>
                  <a:cubicBezTo>
                    <a:pt x="281163" y="531612"/>
                    <a:pt x="284137" y="537562"/>
                    <a:pt x="284137" y="544504"/>
                  </a:cubicBezTo>
                  <a:lnTo>
                    <a:pt x="284137" y="586153"/>
                  </a:lnTo>
                  <a:cubicBezTo>
                    <a:pt x="284137" y="593094"/>
                    <a:pt x="281163" y="599044"/>
                    <a:pt x="276205" y="603011"/>
                  </a:cubicBezTo>
                  <a:cubicBezTo>
                    <a:pt x="273231" y="604994"/>
                    <a:pt x="269265" y="606977"/>
                    <a:pt x="264308" y="606977"/>
                  </a:cubicBezTo>
                  <a:cubicBezTo>
                    <a:pt x="259351" y="606977"/>
                    <a:pt x="255385" y="604994"/>
                    <a:pt x="252411" y="603011"/>
                  </a:cubicBezTo>
                  <a:cubicBezTo>
                    <a:pt x="247453" y="599044"/>
                    <a:pt x="244479" y="593094"/>
                    <a:pt x="244479" y="586153"/>
                  </a:cubicBezTo>
                  <a:lnTo>
                    <a:pt x="244479" y="544504"/>
                  </a:lnTo>
                  <a:cubicBezTo>
                    <a:pt x="244479" y="537562"/>
                    <a:pt x="247453" y="531612"/>
                    <a:pt x="252411" y="528637"/>
                  </a:cubicBezTo>
                  <a:cubicBezTo>
                    <a:pt x="255385" y="525663"/>
                    <a:pt x="259351" y="523679"/>
                    <a:pt x="264308" y="523679"/>
                  </a:cubicBezTo>
                  <a:close/>
                  <a:moveTo>
                    <a:pt x="408909" y="419591"/>
                  </a:moveTo>
                  <a:cubicBezTo>
                    <a:pt x="414127" y="419591"/>
                    <a:pt x="419345" y="421576"/>
                    <a:pt x="423320" y="425547"/>
                  </a:cubicBezTo>
                  <a:lnTo>
                    <a:pt x="453135" y="455328"/>
                  </a:lnTo>
                  <a:cubicBezTo>
                    <a:pt x="461086" y="463270"/>
                    <a:pt x="461086" y="476175"/>
                    <a:pt x="453135" y="484117"/>
                  </a:cubicBezTo>
                  <a:cubicBezTo>
                    <a:pt x="449160" y="488088"/>
                    <a:pt x="444191" y="490073"/>
                    <a:pt x="439222" y="490073"/>
                  </a:cubicBezTo>
                  <a:cubicBezTo>
                    <a:pt x="434252" y="490073"/>
                    <a:pt x="428289" y="488088"/>
                    <a:pt x="424314" y="484117"/>
                  </a:cubicBezTo>
                  <a:lnTo>
                    <a:pt x="394499" y="454336"/>
                  </a:lnTo>
                  <a:cubicBezTo>
                    <a:pt x="386548" y="446394"/>
                    <a:pt x="386548" y="433489"/>
                    <a:pt x="394499" y="425547"/>
                  </a:cubicBezTo>
                  <a:cubicBezTo>
                    <a:pt x="398474" y="421576"/>
                    <a:pt x="403692" y="419591"/>
                    <a:pt x="408909" y="419591"/>
                  </a:cubicBezTo>
                  <a:close/>
                  <a:moveTo>
                    <a:pt x="119755" y="419591"/>
                  </a:moveTo>
                  <a:cubicBezTo>
                    <a:pt x="124962" y="419591"/>
                    <a:pt x="130168" y="421576"/>
                    <a:pt x="134135" y="425547"/>
                  </a:cubicBezTo>
                  <a:cubicBezTo>
                    <a:pt x="142069" y="433489"/>
                    <a:pt x="142069" y="446394"/>
                    <a:pt x="134135" y="454336"/>
                  </a:cubicBezTo>
                  <a:lnTo>
                    <a:pt x="104384" y="484117"/>
                  </a:lnTo>
                  <a:cubicBezTo>
                    <a:pt x="100417" y="488088"/>
                    <a:pt x="95458" y="490073"/>
                    <a:pt x="89508" y="490073"/>
                  </a:cubicBezTo>
                  <a:cubicBezTo>
                    <a:pt x="84549" y="490073"/>
                    <a:pt x="79591" y="488088"/>
                    <a:pt x="75624" y="484117"/>
                  </a:cubicBezTo>
                  <a:cubicBezTo>
                    <a:pt x="67690" y="476175"/>
                    <a:pt x="67690" y="463270"/>
                    <a:pt x="75624" y="455328"/>
                  </a:cubicBezTo>
                  <a:lnTo>
                    <a:pt x="105375" y="425547"/>
                  </a:lnTo>
                  <a:cubicBezTo>
                    <a:pt x="109342" y="421576"/>
                    <a:pt x="114549" y="419591"/>
                    <a:pt x="119755" y="419591"/>
                  </a:cubicBezTo>
                  <a:close/>
                  <a:moveTo>
                    <a:pt x="203786" y="279678"/>
                  </a:moveTo>
                  <a:cubicBezTo>
                    <a:pt x="212011" y="279678"/>
                    <a:pt x="218678" y="286559"/>
                    <a:pt x="218678" y="295048"/>
                  </a:cubicBezTo>
                  <a:cubicBezTo>
                    <a:pt x="218678" y="303537"/>
                    <a:pt x="212011" y="310418"/>
                    <a:pt x="203786" y="310418"/>
                  </a:cubicBezTo>
                  <a:cubicBezTo>
                    <a:pt x="195561" y="310418"/>
                    <a:pt x="188894" y="303537"/>
                    <a:pt x="188894" y="295048"/>
                  </a:cubicBezTo>
                  <a:cubicBezTo>
                    <a:pt x="188894" y="286559"/>
                    <a:pt x="195561" y="279678"/>
                    <a:pt x="203786" y="279678"/>
                  </a:cubicBezTo>
                  <a:close/>
                  <a:moveTo>
                    <a:pt x="457076" y="230145"/>
                  </a:moveTo>
                  <a:lnTo>
                    <a:pt x="499818" y="230145"/>
                  </a:lnTo>
                  <a:cubicBezTo>
                    <a:pt x="510752" y="230145"/>
                    <a:pt x="519698" y="239060"/>
                    <a:pt x="519698" y="250947"/>
                  </a:cubicBezTo>
                  <a:cubicBezTo>
                    <a:pt x="519698" y="261843"/>
                    <a:pt x="510752" y="270759"/>
                    <a:pt x="499818" y="270759"/>
                  </a:cubicBezTo>
                  <a:lnTo>
                    <a:pt x="457076" y="270759"/>
                  </a:lnTo>
                  <a:cubicBezTo>
                    <a:pt x="446142" y="270759"/>
                    <a:pt x="437196" y="261843"/>
                    <a:pt x="437196" y="250947"/>
                  </a:cubicBezTo>
                  <a:cubicBezTo>
                    <a:pt x="437196" y="239060"/>
                    <a:pt x="446142" y="230145"/>
                    <a:pt x="457076" y="230145"/>
                  </a:cubicBezTo>
                  <a:close/>
                  <a:moveTo>
                    <a:pt x="29912" y="230145"/>
                  </a:moveTo>
                  <a:lnTo>
                    <a:pt x="71579" y="230145"/>
                  </a:lnTo>
                  <a:cubicBezTo>
                    <a:pt x="82492" y="230145"/>
                    <a:pt x="91421" y="239060"/>
                    <a:pt x="91421" y="250947"/>
                  </a:cubicBezTo>
                  <a:cubicBezTo>
                    <a:pt x="91421" y="261843"/>
                    <a:pt x="82492" y="270759"/>
                    <a:pt x="71579" y="270759"/>
                  </a:cubicBezTo>
                  <a:lnTo>
                    <a:pt x="29912" y="270759"/>
                  </a:lnTo>
                  <a:cubicBezTo>
                    <a:pt x="18007" y="270759"/>
                    <a:pt x="9078" y="261843"/>
                    <a:pt x="9078" y="250947"/>
                  </a:cubicBezTo>
                  <a:cubicBezTo>
                    <a:pt x="9078" y="239060"/>
                    <a:pt x="18007" y="230145"/>
                    <a:pt x="29912" y="230145"/>
                  </a:cubicBezTo>
                  <a:close/>
                  <a:moveTo>
                    <a:pt x="229161" y="147134"/>
                  </a:moveTo>
                  <a:cubicBezTo>
                    <a:pt x="232513" y="148002"/>
                    <a:pt x="235493" y="150236"/>
                    <a:pt x="237480" y="153711"/>
                  </a:cubicBezTo>
                  <a:cubicBezTo>
                    <a:pt x="241453" y="159668"/>
                    <a:pt x="238473" y="167610"/>
                    <a:pt x="232513" y="171581"/>
                  </a:cubicBezTo>
                  <a:cubicBezTo>
                    <a:pt x="230526" y="172574"/>
                    <a:pt x="195759" y="194415"/>
                    <a:pt x="206686" y="248025"/>
                  </a:cubicBezTo>
                  <a:cubicBezTo>
                    <a:pt x="207679" y="254975"/>
                    <a:pt x="203706" y="261924"/>
                    <a:pt x="195759" y="263910"/>
                  </a:cubicBezTo>
                  <a:cubicBezTo>
                    <a:pt x="194766" y="263910"/>
                    <a:pt x="194766" y="263910"/>
                    <a:pt x="193773" y="263910"/>
                  </a:cubicBezTo>
                  <a:cubicBezTo>
                    <a:pt x="186819" y="263910"/>
                    <a:pt x="181852" y="259939"/>
                    <a:pt x="179866" y="252989"/>
                  </a:cubicBezTo>
                  <a:cubicBezTo>
                    <a:pt x="165959" y="180516"/>
                    <a:pt x="216619" y="149740"/>
                    <a:pt x="218606" y="148747"/>
                  </a:cubicBezTo>
                  <a:cubicBezTo>
                    <a:pt x="222083" y="146761"/>
                    <a:pt x="225808" y="146265"/>
                    <a:pt x="229161" y="147134"/>
                  </a:cubicBezTo>
                  <a:close/>
                  <a:moveTo>
                    <a:pt x="264309" y="116064"/>
                  </a:moveTo>
                  <a:cubicBezTo>
                    <a:pt x="206677" y="116064"/>
                    <a:pt x="158983" y="162688"/>
                    <a:pt x="158983" y="220225"/>
                  </a:cubicBezTo>
                  <a:cubicBezTo>
                    <a:pt x="157989" y="278753"/>
                    <a:pt x="203696" y="454338"/>
                    <a:pt x="262321" y="454338"/>
                  </a:cubicBezTo>
                  <a:lnTo>
                    <a:pt x="263315" y="454338"/>
                  </a:lnTo>
                  <a:cubicBezTo>
                    <a:pt x="320946" y="454338"/>
                    <a:pt x="369634" y="280737"/>
                    <a:pt x="370628" y="222209"/>
                  </a:cubicBezTo>
                  <a:cubicBezTo>
                    <a:pt x="370628" y="163680"/>
                    <a:pt x="323927" y="116064"/>
                    <a:pt x="265302" y="116064"/>
                  </a:cubicBezTo>
                  <a:close/>
                  <a:moveTo>
                    <a:pt x="33784" y="0"/>
                  </a:moveTo>
                  <a:lnTo>
                    <a:pt x="494833" y="0"/>
                  </a:lnTo>
                  <a:cubicBezTo>
                    <a:pt x="513712" y="0"/>
                    <a:pt x="528617" y="15872"/>
                    <a:pt x="528617" y="33728"/>
                  </a:cubicBezTo>
                  <a:cubicBezTo>
                    <a:pt x="528617" y="52576"/>
                    <a:pt x="513712" y="68448"/>
                    <a:pt x="494833" y="68448"/>
                  </a:cubicBezTo>
                  <a:lnTo>
                    <a:pt x="331876" y="68448"/>
                  </a:lnTo>
                  <a:lnTo>
                    <a:pt x="331876" y="92256"/>
                  </a:lnTo>
                  <a:cubicBezTo>
                    <a:pt x="344793" y="99200"/>
                    <a:pt x="357711" y="108128"/>
                    <a:pt x="368641" y="119040"/>
                  </a:cubicBezTo>
                  <a:cubicBezTo>
                    <a:pt x="396463" y="146816"/>
                    <a:pt x="411367" y="183520"/>
                    <a:pt x="410374" y="222209"/>
                  </a:cubicBezTo>
                  <a:cubicBezTo>
                    <a:pt x="410374" y="258913"/>
                    <a:pt x="395469" y="323393"/>
                    <a:pt x="375596" y="374977"/>
                  </a:cubicBezTo>
                  <a:cubicBezTo>
                    <a:pt x="345787" y="454338"/>
                    <a:pt x="307035" y="495010"/>
                    <a:pt x="262321" y="495010"/>
                  </a:cubicBezTo>
                  <a:cubicBezTo>
                    <a:pt x="217607" y="495010"/>
                    <a:pt x="179849" y="454338"/>
                    <a:pt x="151033" y="372993"/>
                  </a:cubicBezTo>
                  <a:cubicBezTo>
                    <a:pt x="131161" y="321409"/>
                    <a:pt x="118243" y="256929"/>
                    <a:pt x="118243" y="220225"/>
                  </a:cubicBezTo>
                  <a:cubicBezTo>
                    <a:pt x="118243" y="163680"/>
                    <a:pt x="151033" y="115072"/>
                    <a:pt x="198728" y="91264"/>
                  </a:cubicBezTo>
                  <a:lnTo>
                    <a:pt x="198728" y="68448"/>
                  </a:lnTo>
                  <a:lnTo>
                    <a:pt x="33784" y="68448"/>
                  </a:lnTo>
                  <a:cubicBezTo>
                    <a:pt x="14905" y="68448"/>
                    <a:pt x="0" y="52576"/>
                    <a:pt x="0" y="33728"/>
                  </a:cubicBezTo>
                  <a:cubicBezTo>
                    <a:pt x="0" y="15872"/>
                    <a:pt x="14905" y="0"/>
                    <a:pt x="33784" y="0"/>
                  </a:cubicBezTo>
                  <a:close/>
                </a:path>
              </a:pathLst>
            </a:custGeom>
            <a:solidFill>
              <a:srgbClr val="41BDC1"/>
            </a:solidFill>
            <a:ln>
              <a:noFill/>
            </a:ln>
          </p:spPr>
        </p:sp>
        <p:sp>
          <p:nvSpPr>
            <p:cNvPr id="21" name="kitchen-tools_323799"/>
            <p:cNvSpPr>
              <a:spLocks noChangeAspect="1"/>
            </p:cNvSpPr>
            <p:nvPr/>
          </p:nvSpPr>
          <p:spPr bwMode="auto">
            <a:xfrm>
              <a:off x="2042151" y="5567524"/>
              <a:ext cx="524521" cy="609685"/>
            </a:xfrm>
            <a:custGeom>
              <a:avLst/>
              <a:gdLst>
                <a:gd name="connsiteX0" fmla="*/ 260941 w 521972"/>
                <a:gd name="connsiteY0" fmla="*/ 281092 h 606722"/>
                <a:gd name="connsiteX1" fmla="*/ 176479 w 521972"/>
                <a:gd name="connsiteY1" fmla="*/ 365626 h 606722"/>
                <a:gd name="connsiteX2" fmla="*/ 260941 w 521972"/>
                <a:gd name="connsiteY2" fmla="*/ 450160 h 606722"/>
                <a:gd name="connsiteX3" fmla="*/ 345493 w 521972"/>
                <a:gd name="connsiteY3" fmla="*/ 365626 h 606722"/>
                <a:gd name="connsiteX4" fmla="*/ 260941 w 521972"/>
                <a:gd name="connsiteY4" fmla="*/ 281092 h 606722"/>
                <a:gd name="connsiteX5" fmla="*/ 260941 w 521972"/>
                <a:gd name="connsiteY5" fmla="*/ 238158 h 606722"/>
                <a:gd name="connsiteX6" fmla="*/ 388392 w 521972"/>
                <a:gd name="connsiteY6" fmla="*/ 365626 h 606722"/>
                <a:gd name="connsiteX7" fmla="*/ 260941 w 521972"/>
                <a:gd name="connsiteY7" fmla="*/ 493182 h 606722"/>
                <a:gd name="connsiteX8" fmla="*/ 133580 w 521972"/>
                <a:gd name="connsiteY8" fmla="*/ 365626 h 606722"/>
                <a:gd name="connsiteX9" fmla="*/ 260941 w 521972"/>
                <a:gd name="connsiteY9" fmla="*/ 238158 h 606722"/>
                <a:gd name="connsiteX10" fmla="*/ 260941 w 521972"/>
                <a:gd name="connsiteY10" fmla="*/ 198618 h 606722"/>
                <a:gd name="connsiteX11" fmla="*/ 93893 w 521972"/>
                <a:gd name="connsiteY11" fmla="*/ 365610 h 606722"/>
                <a:gd name="connsiteX12" fmla="*/ 260941 w 521972"/>
                <a:gd name="connsiteY12" fmla="*/ 532691 h 606722"/>
                <a:gd name="connsiteX13" fmla="*/ 427990 w 521972"/>
                <a:gd name="connsiteY13" fmla="*/ 365610 h 606722"/>
                <a:gd name="connsiteX14" fmla="*/ 260941 w 521972"/>
                <a:gd name="connsiteY14" fmla="*/ 198618 h 606722"/>
                <a:gd name="connsiteX15" fmla="*/ 0 w 521972"/>
                <a:gd name="connsiteY15" fmla="*/ 164135 h 606722"/>
                <a:gd name="connsiteX16" fmla="*/ 521972 w 521972"/>
                <a:gd name="connsiteY16" fmla="*/ 164135 h 606722"/>
                <a:gd name="connsiteX17" fmla="*/ 521972 w 521972"/>
                <a:gd name="connsiteY17" fmla="*/ 606722 h 606722"/>
                <a:gd name="connsiteX18" fmla="*/ 0 w 521972"/>
                <a:gd name="connsiteY18" fmla="*/ 606722 h 606722"/>
                <a:gd name="connsiteX19" fmla="*/ 412416 w 521972"/>
                <a:gd name="connsiteY19" fmla="*/ 43732 h 606722"/>
                <a:gd name="connsiteX20" fmla="*/ 396752 w 521972"/>
                <a:gd name="connsiteY20" fmla="*/ 59376 h 606722"/>
                <a:gd name="connsiteX21" fmla="*/ 412416 w 521972"/>
                <a:gd name="connsiteY21" fmla="*/ 75020 h 606722"/>
                <a:gd name="connsiteX22" fmla="*/ 427990 w 521972"/>
                <a:gd name="connsiteY22" fmla="*/ 59376 h 606722"/>
                <a:gd name="connsiteX23" fmla="*/ 412416 w 521972"/>
                <a:gd name="connsiteY23" fmla="*/ 43732 h 606722"/>
                <a:gd name="connsiteX24" fmla="*/ 352342 w 521972"/>
                <a:gd name="connsiteY24" fmla="*/ 43732 h 606722"/>
                <a:gd name="connsiteX25" fmla="*/ 336679 w 521972"/>
                <a:gd name="connsiteY25" fmla="*/ 59376 h 606722"/>
                <a:gd name="connsiteX26" fmla="*/ 352342 w 521972"/>
                <a:gd name="connsiteY26" fmla="*/ 75020 h 606722"/>
                <a:gd name="connsiteX27" fmla="*/ 368006 w 521972"/>
                <a:gd name="connsiteY27" fmla="*/ 59376 h 606722"/>
                <a:gd name="connsiteX28" fmla="*/ 352342 w 521972"/>
                <a:gd name="connsiteY28" fmla="*/ 43732 h 606722"/>
                <a:gd name="connsiteX29" fmla="*/ 292269 w 521972"/>
                <a:gd name="connsiteY29" fmla="*/ 43732 h 606722"/>
                <a:gd name="connsiteX30" fmla="*/ 276605 w 521972"/>
                <a:gd name="connsiteY30" fmla="*/ 59376 h 606722"/>
                <a:gd name="connsiteX31" fmla="*/ 292269 w 521972"/>
                <a:gd name="connsiteY31" fmla="*/ 75020 h 606722"/>
                <a:gd name="connsiteX32" fmla="*/ 307932 w 521972"/>
                <a:gd name="connsiteY32" fmla="*/ 59376 h 606722"/>
                <a:gd name="connsiteX33" fmla="*/ 292269 w 521972"/>
                <a:gd name="connsiteY33" fmla="*/ 43732 h 606722"/>
                <a:gd name="connsiteX34" fmla="*/ 0 w 521972"/>
                <a:gd name="connsiteY34" fmla="*/ 0 h 606722"/>
                <a:gd name="connsiteX35" fmla="*/ 521972 w 521972"/>
                <a:gd name="connsiteY35" fmla="*/ 0 h 606722"/>
                <a:gd name="connsiteX36" fmla="*/ 521972 w 521972"/>
                <a:gd name="connsiteY36" fmla="*/ 124619 h 606722"/>
                <a:gd name="connsiteX37" fmla="*/ 0 w 521972"/>
                <a:gd name="connsiteY37" fmla="*/ 124619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21972" h="606722">
                  <a:moveTo>
                    <a:pt x="260941" y="281092"/>
                  </a:moveTo>
                  <a:cubicBezTo>
                    <a:pt x="214394" y="281092"/>
                    <a:pt x="176479" y="319048"/>
                    <a:pt x="176479" y="365626"/>
                  </a:cubicBezTo>
                  <a:cubicBezTo>
                    <a:pt x="176479" y="412293"/>
                    <a:pt x="214394" y="450160"/>
                    <a:pt x="260941" y="450160"/>
                  </a:cubicBezTo>
                  <a:cubicBezTo>
                    <a:pt x="307578" y="450160"/>
                    <a:pt x="345493" y="412293"/>
                    <a:pt x="345493" y="365626"/>
                  </a:cubicBezTo>
                  <a:cubicBezTo>
                    <a:pt x="345493" y="319048"/>
                    <a:pt x="307578" y="281092"/>
                    <a:pt x="260941" y="281092"/>
                  </a:cubicBezTo>
                  <a:close/>
                  <a:moveTo>
                    <a:pt x="260941" y="238158"/>
                  </a:moveTo>
                  <a:cubicBezTo>
                    <a:pt x="331253" y="238158"/>
                    <a:pt x="388392" y="295314"/>
                    <a:pt x="388392" y="365626"/>
                  </a:cubicBezTo>
                  <a:cubicBezTo>
                    <a:pt x="388392" y="435937"/>
                    <a:pt x="331253" y="493182"/>
                    <a:pt x="260941" y="493182"/>
                  </a:cubicBezTo>
                  <a:cubicBezTo>
                    <a:pt x="190719" y="493182"/>
                    <a:pt x="133580" y="435937"/>
                    <a:pt x="133580" y="365626"/>
                  </a:cubicBezTo>
                  <a:cubicBezTo>
                    <a:pt x="133580" y="295314"/>
                    <a:pt x="190719" y="238158"/>
                    <a:pt x="260941" y="238158"/>
                  </a:cubicBezTo>
                  <a:close/>
                  <a:moveTo>
                    <a:pt x="260941" y="198618"/>
                  </a:moveTo>
                  <a:cubicBezTo>
                    <a:pt x="168829" y="198618"/>
                    <a:pt x="93893" y="273538"/>
                    <a:pt x="93893" y="365610"/>
                  </a:cubicBezTo>
                  <a:cubicBezTo>
                    <a:pt x="93893" y="457771"/>
                    <a:pt x="168829" y="532691"/>
                    <a:pt x="260941" y="532691"/>
                  </a:cubicBezTo>
                  <a:cubicBezTo>
                    <a:pt x="353054" y="532691"/>
                    <a:pt x="427990" y="457771"/>
                    <a:pt x="427990" y="365610"/>
                  </a:cubicBezTo>
                  <a:cubicBezTo>
                    <a:pt x="427990" y="273538"/>
                    <a:pt x="353054" y="198618"/>
                    <a:pt x="260941" y="198618"/>
                  </a:cubicBezTo>
                  <a:close/>
                  <a:moveTo>
                    <a:pt x="0" y="164135"/>
                  </a:moveTo>
                  <a:lnTo>
                    <a:pt x="521972" y="164135"/>
                  </a:lnTo>
                  <a:lnTo>
                    <a:pt x="521972" y="606722"/>
                  </a:lnTo>
                  <a:lnTo>
                    <a:pt x="0" y="606722"/>
                  </a:lnTo>
                  <a:close/>
                  <a:moveTo>
                    <a:pt x="412416" y="43732"/>
                  </a:moveTo>
                  <a:cubicBezTo>
                    <a:pt x="403694" y="43732"/>
                    <a:pt x="396752" y="50754"/>
                    <a:pt x="396752" y="59376"/>
                  </a:cubicBezTo>
                  <a:cubicBezTo>
                    <a:pt x="396752" y="67998"/>
                    <a:pt x="403694" y="75020"/>
                    <a:pt x="412416" y="75020"/>
                  </a:cubicBezTo>
                  <a:cubicBezTo>
                    <a:pt x="421049" y="75020"/>
                    <a:pt x="427990" y="67998"/>
                    <a:pt x="427990" y="59376"/>
                  </a:cubicBezTo>
                  <a:cubicBezTo>
                    <a:pt x="427990" y="50754"/>
                    <a:pt x="421049" y="43732"/>
                    <a:pt x="412416" y="43732"/>
                  </a:cubicBezTo>
                  <a:close/>
                  <a:moveTo>
                    <a:pt x="352342" y="43732"/>
                  </a:moveTo>
                  <a:cubicBezTo>
                    <a:pt x="343709" y="43732"/>
                    <a:pt x="336679" y="50754"/>
                    <a:pt x="336679" y="59376"/>
                  </a:cubicBezTo>
                  <a:cubicBezTo>
                    <a:pt x="336679" y="67998"/>
                    <a:pt x="343709" y="75020"/>
                    <a:pt x="352342" y="75020"/>
                  </a:cubicBezTo>
                  <a:cubicBezTo>
                    <a:pt x="360975" y="75020"/>
                    <a:pt x="368006" y="67998"/>
                    <a:pt x="368006" y="59376"/>
                  </a:cubicBezTo>
                  <a:cubicBezTo>
                    <a:pt x="368006" y="50754"/>
                    <a:pt x="360975" y="43732"/>
                    <a:pt x="352342" y="43732"/>
                  </a:cubicBezTo>
                  <a:close/>
                  <a:moveTo>
                    <a:pt x="292269" y="43732"/>
                  </a:moveTo>
                  <a:cubicBezTo>
                    <a:pt x="283636" y="43732"/>
                    <a:pt x="276605" y="50754"/>
                    <a:pt x="276605" y="59376"/>
                  </a:cubicBezTo>
                  <a:cubicBezTo>
                    <a:pt x="276605" y="67998"/>
                    <a:pt x="283636" y="75020"/>
                    <a:pt x="292269" y="75020"/>
                  </a:cubicBezTo>
                  <a:cubicBezTo>
                    <a:pt x="300901" y="75020"/>
                    <a:pt x="307932" y="67998"/>
                    <a:pt x="307932" y="59376"/>
                  </a:cubicBezTo>
                  <a:cubicBezTo>
                    <a:pt x="307932" y="50754"/>
                    <a:pt x="300901" y="43732"/>
                    <a:pt x="292269" y="43732"/>
                  </a:cubicBezTo>
                  <a:close/>
                  <a:moveTo>
                    <a:pt x="0" y="0"/>
                  </a:moveTo>
                  <a:lnTo>
                    <a:pt x="521972" y="0"/>
                  </a:lnTo>
                  <a:lnTo>
                    <a:pt x="521972" y="124619"/>
                  </a:lnTo>
                  <a:lnTo>
                    <a:pt x="0" y="124619"/>
                  </a:lnTo>
                  <a:close/>
                </a:path>
              </a:pathLst>
            </a:custGeom>
            <a:solidFill>
              <a:srgbClr val="41BDC1"/>
            </a:solidFill>
            <a:ln>
              <a:noFill/>
            </a:ln>
          </p:spPr>
        </p:sp>
        <p:cxnSp>
          <p:nvCxnSpPr>
            <p:cNvPr id="22" name="直接箭头连接符 21"/>
            <p:cNvCxnSpPr/>
            <p:nvPr/>
          </p:nvCxnSpPr>
          <p:spPr bwMode="auto">
            <a:xfrm flipV="1">
              <a:off x="2367574" y="4763820"/>
              <a:ext cx="1165411" cy="8152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直接箭头连接符 22"/>
            <p:cNvCxnSpPr/>
            <p:nvPr/>
          </p:nvCxnSpPr>
          <p:spPr bwMode="auto">
            <a:xfrm flipV="1">
              <a:off x="3373716" y="4793930"/>
              <a:ext cx="314282" cy="7359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 flipH="1" flipV="1">
              <a:off x="4357295" y="4698412"/>
              <a:ext cx="246814" cy="87620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/>
          </p:nvCxnSpPr>
          <p:spPr bwMode="auto">
            <a:xfrm flipV="1">
              <a:off x="7739629" y="4893529"/>
              <a:ext cx="87780" cy="5289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文本框 16"/>
            <p:cNvSpPr txBox="1"/>
            <p:nvPr/>
          </p:nvSpPr>
          <p:spPr bwMode="auto">
            <a:xfrm>
              <a:off x="5426900" y="2622727"/>
              <a:ext cx="1514917" cy="843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b="1" dirty="0">
                  <a:solidFill>
                    <a:srgbClr val="41BDC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Core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6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Edge Computing (1)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Edge computing creates an open platform that integrates core capabilities including network, compute, storage, and applications at the edge of your network, to process data where it is being generated.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359696" y="2636700"/>
            <a:ext cx="4287638" cy="3816636"/>
            <a:chOff x="3429870" y="1374767"/>
            <a:chExt cx="5318326" cy="4734101"/>
          </a:xfrm>
        </p:grpSpPr>
        <p:sp>
          <p:nvSpPr>
            <p:cNvPr id="5" name="ïṧļiḍ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E332155-6B7D-4D66-971D-F421244CFB1F}"/>
                </a:ext>
              </a:extLst>
            </p:cNvPr>
            <p:cNvSpPr/>
            <p:nvPr/>
          </p:nvSpPr>
          <p:spPr>
            <a:xfrm>
              <a:off x="4405303" y="1802381"/>
              <a:ext cx="3444716" cy="3447727"/>
            </a:xfrm>
            <a:prstGeom prst="ellipse">
              <a:avLst/>
            </a:prstGeom>
            <a:solidFill>
              <a:schemeClr val="bg2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grpSp>
          <p:nvGrpSpPr>
            <p:cNvPr id="6" name="işľi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FCFF9E6-01D5-4064-9AD6-E36ABAB54672}"/>
                </a:ext>
              </a:extLst>
            </p:cNvPr>
            <p:cNvGrpSpPr/>
            <p:nvPr/>
          </p:nvGrpSpPr>
          <p:grpSpPr>
            <a:xfrm>
              <a:off x="4113752" y="1496783"/>
              <a:ext cx="4002716" cy="3910177"/>
              <a:chOff x="8809631" y="1392707"/>
              <a:chExt cx="4002716" cy="3910177"/>
            </a:xfrm>
          </p:grpSpPr>
          <p:sp>
            <p:nvSpPr>
              <p:cNvPr id="131" name="îṩļï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0FACBC-6992-4FD2-B277-DEBF39CD9D21}"/>
                  </a:ext>
                </a:extLst>
              </p:cNvPr>
              <p:cNvSpPr/>
              <p:nvPr/>
            </p:nvSpPr>
            <p:spPr bwMode="auto">
              <a:xfrm>
                <a:off x="11793611" y="2341648"/>
                <a:ext cx="421441" cy="1179447"/>
              </a:xfrm>
              <a:custGeom>
                <a:avLst/>
                <a:gdLst>
                  <a:gd name="T0" fmla="*/ 7 w 287"/>
                  <a:gd name="T1" fmla="*/ 417 h 701"/>
                  <a:gd name="T2" fmla="*/ 230 w 287"/>
                  <a:gd name="T3" fmla="*/ 701 h 701"/>
                  <a:gd name="T4" fmla="*/ 287 w 287"/>
                  <a:gd name="T5" fmla="*/ 310 h 701"/>
                  <a:gd name="T6" fmla="*/ 0 w 287"/>
                  <a:gd name="T7" fmla="*/ 0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7" h="701">
                    <a:moveTo>
                      <a:pt x="7" y="417"/>
                    </a:moveTo>
                    <a:lnTo>
                      <a:pt x="230" y="701"/>
                    </a:lnTo>
                    <a:lnTo>
                      <a:pt x="287" y="310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2" name="iśḻï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A7C536-9AC5-4D52-9B75-D1C7F32D6751}"/>
                  </a:ext>
                </a:extLst>
              </p:cNvPr>
              <p:cNvSpPr/>
              <p:nvPr/>
            </p:nvSpPr>
            <p:spPr bwMode="auto">
              <a:xfrm flipH="1">
                <a:off x="9798953" y="2074128"/>
                <a:ext cx="1033068" cy="71338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3" name="îšľîḓ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4EC94AC-A4FD-4484-ADDC-DC96ACAF0DA1}"/>
                  </a:ext>
                </a:extLst>
              </p:cNvPr>
              <p:cNvSpPr/>
              <p:nvPr/>
            </p:nvSpPr>
            <p:spPr bwMode="auto">
              <a:xfrm>
                <a:off x="8809631" y="1392707"/>
                <a:ext cx="3923638" cy="3834464"/>
              </a:xfrm>
              <a:custGeom>
                <a:avLst/>
                <a:gdLst>
                  <a:gd name="T0" fmla="*/ 974 w 2332"/>
                  <a:gd name="T1" fmla="*/ 0 h 2279"/>
                  <a:gd name="T2" fmla="*/ 1581 w 2332"/>
                  <a:gd name="T3" fmla="*/ 81 h 2279"/>
                  <a:gd name="T4" fmla="*/ 2059 w 2332"/>
                  <a:gd name="T5" fmla="*/ 360 h 2279"/>
                  <a:gd name="T6" fmla="*/ 2332 w 2332"/>
                  <a:gd name="T7" fmla="*/ 820 h 2279"/>
                  <a:gd name="T8" fmla="*/ 2249 w 2332"/>
                  <a:gd name="T9" fmla="*/ 1718 h 2279"/>
                  <a:gd name="T10" fmla="*/ 1652 w 2332"/>
                  <a:gd name="T11" fmla="*/ 2279 h 2279"/>
                  <a:gd name="T12" fmla="*/ 714 w 2332"/>
                  <a:gd name="T13" fmla="*/ 2279 h 2279"/>
                  <a:gd name="T14" fmla="*/ 57 w 2332"/>
                  <a:gd name="T15" fmla="*/ 1649 h 2279"/>
                  <a:gd name="T16" fmla="*/ 0 w 2332"/>
                  <a:gd name="T17" fmla="*/ 967 h 2279"/>
                  <a:gd name="T18" fmla="*/ 221 w 2332"/>
                  <a:gd name="T19" fmla="*/ 448 h 2279"/>
                  <a:gd name="T20" fmla="*/ 974 w 2332"/>
                  <a:gd name="T21" fmla="*/ 0 h 2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32" h="2279">
                    <a:moveTo>
                      <a:pt x="974" y="0"/>
                    </a:moveTo>
                    <a:lnTo>
                      <a:pt x="1581" y="81"/>
                    </a:lnTo>
                    <a:lnTo>
                      <a:pt x="2059" y="360"/>
                    </a:lnTo>
                    <a:lnTo>
                      <a:pt x="2332" y="820"/>
                    </a:lnTo>
                    <a:lnTo>
                      <a:pt x="2249" y="1718"/>
                    </a:lnTo>
                    <a:lnTo>
                      <a:pt x="1652" y="2279"/>
                    </a:lnTo>
                    <a:lnTo>
                      <a:pt x="714" y="2279"/>
                    </a:lnTo>
                    <a:lnTo>
                      <a:pt x="57" y="1649"/>
                    </a:lnTo>
                    <a:lnTo>
                      <a:pt x="0" y="967"/>
                    </a:lnTo>
                    <a:lnTo>
                      <a:pt x="221" y="448"/>
                    </a:lnTo>
                    <a:lnTo>
                      <a:pt x="974" y="0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îṩľï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5701A75-2641-4F02-A89B-3F0CA6798117}"/>
                  </a:ext>
                </a:extLst>
              </p:cNvPr>
              <p:cNvSpPr/>
              <p:nvPr/>
            </p:nvSpPr>
            <p:spPr bwMode="auto">
              <a:xfrm>
                <a:off x="9181468" y="1820067"/>
                <a:ext cx="3630879" cy="3407104"/>
              </a:xfrm>
              <a:custGeom>
                <a:avLst/>
                <a:gdLst>
                  <a:gd name="T0" fmla="*/ 0 w 2158"/>
                  <a:gd name="T1" fmla="*/ 194 h 2025"/>
                  <a:gd name="T2" fmla="*/ 651 w 2158"/>
                  <a:gd name="T3" fmla="*/ 0 h 2025"/>
                  <a:gd name="T4" fmla="*/ 981 w 2158"/>
                  <a:gd name="T5" fmla="*/ 151 h 2025"/>
                  <a:gd name="T6" fmla="*/ 1452 w 2158"/>
                  <a:gd name="T7" fmla="*/ 284 h 2025"/>
                  <a:gd name="T8" fmla="*/ 2158 w 2158"/>
                  <a:gd name="T9" fmla="*/ 578 h 2025"/>
                  <a:gd name="T10" fmla="*/ 1746 w 2158"/>
                  <a:gd name="T11" fmla="*/ 966 h 2025"/>
                  <a:gd name="T12" fmla="*/ 2059 w 2158"/>
                  <a:gd name="T13" fmla="*/ 1464 h 2025"/>
                  <a:gd name="T14" fmla="*/ 1618 w 2158"/>
                  <a:gd name="T15" fmla="*/ 1724 h 2025"/>
                  <a:gd name="T16" fmla="*/ 528 w 2158"/>
                  <a:gd name="T17" fmla="*/ 2025 h 20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58" h="2025">
                    <a:moveTo>
                      <a:pt x="0" y="194"/>
                    </a:moveTo>
                    <a:lnTo>
                      <a:pt x="651" y="0"/>
                    </a:lnTo>
                    <a:lnTo>
                      <a:pt x="981" y="151"/>
                    </a:lnTo>
                    <a:lnTo>
                      <a:pt x="1452" y="284"/>
                    </a:lnTo>
                    <a:lnTo>
                      <a:pt x="2158" y="578"/>
                    </a:lnTo>
                    <a:lnTo>
                      <a:pt x="1746" y="966"/>
                    </a:lnTo>
                    <a:lnTo>
                      <a:pt x="2059" y="1464"/>
                    </a:lnTo>
                    <a:lnTo>
                      <a:pt x="1618" y="1724"/>
                    </a:lnTo>
                    <a:lnTo>
                      <a:pt x="528" y="2025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iSlï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8C1F05D-0B50-40A2-AB44-7E2EEDA8C4BC}"/>
                  </a:ext>
                </a:extLst>
              </p:cNvPr>
              <p:cNvSpPr/>
              <p:nvPr/>
            </p:nvSpPr>
            <p:spPr bwMode="auto">
              <a:xfrm>
                <a:off x="8809631" y="2664692"/>
                <a:ext cx="1918073" cy="1845725"/>
              </a:xfrm>
              <a:custGeom>
                <a:avLst/>
                <a:gdLst>
                  <a:gd name="T0" fmla="*/ 469 w 1140"/>
                  <a:gd name="T1" fmla="*/ 327 h 1097"/>
                  <a:gd name="T2" fmla="*/ 588 w 1140"/>
                  <a:gd name="T3" fmla="*/ 52 h 1097"/>
                  <a:gd name="T4" fmla="*/ 389 w 1140"/>
                  <a:gd name="T5" fmla="*/ 0 h 1097"/>
                  <a:gd name="T6" fmla="*/ 0 w 1140"/>
                  <a:gd name="T7" fmla="*/ 211 h 1097"/>
                  <a:gd name="T8" fmla="*/ 263 w 1140"/>
                  <a:gd name="T9" fmla="*/ 453 h 1097"/>
                  <a:gd name="T10" fmla="*/ 71 w 1140"/>
                  <a:gd name="T11" fmla="*/ 905 h 1097"/>
                  <a:gd name="T12" fmla="*/ 541 w 1140"/>
                  <a:gd name="T13" fmla="*/ 948 h 1097"/>
                  <a:gd name="T14" fmla="*/ 770 w 1140"/>
                  <a:gd name="T15" fmla="*/ 1097 h 1097"/>
                  <a:gd name="T16" fmla="*/ 1140 w 1140"/>
                  <a:gd name="T17" fmla="*/ 983 h 1097"/>
                  <a:gd name="T18" fmla="*/ 541 w 1140"/>
                  <a:gd name="T19" fmla="*/ 917 h 10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0" h="1097">
                    <a:moveTo>
                      <a:pt x="469" y="327"/>
                    </a:moveTo>
                    <a:lnTo>
                      <a:pt x="588" y="52"/>
                    </a:lnTo>
                    <a:lnTo>
                      <a:pt x="389" y="0"/>
                    </a:lnTo>
                    <a:lnTo>
                      <a:pt x="0" y="211"/>
                    </a:lnTo>
                    <a:lnTo>
                      <a:pt x="263" y="453"/>
                    </a:lnTo>
                    <a:lnTo>
                      <a:pt x="71" y="905"/>
                    </a:lnTo>
                    <a:lnTo>
                      <a:pt x="541" y="948"/>
                    </a:lnTo>
                    <a:lnTo>
                      <a:pt x="770" y="1097"/>
                    </a:lnTo>
                    <a:lnTo>
                      <a:pt x="1140" y="983"/>
                    </a:lnTo>
                    <a:lnTo>
                      <a:pt x="541" y="917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îsḷí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0E63AD1-AD30-4E2E-A2DC-A7C2FAEB5A37}"/>
                  </a:ext>
                </a:extLst>
              </p:cNvPr>
              <p:cNvSpPr/>
              <p:nvPr/>
            </p:nvSpPr>
            <p:spPr bwMode="auto">
              <a:xfrm>
                <a:off x="8841599" y="2592344"/>
                <a:ext cx="686468" cy="718436"/>
              </a:xfrm>
              <a:custGeom>
                <a:avLst/>
                <a:gdLst>
                  <a:gd name="T0" fmla="*/ 375 w 408"/>
                  <a:gd name="T1" fmla="*/ 0 h 427"/>
                  <a:gd name="T2" fmla="*/ 408 w 408"/>
                  <a:gd name="T3" fmla="*/ 427 h 427"/>
                  <a:gd name="T4" fmla="*/ 0 w 408"/>
                  <a:gd name="T5" fmla="*/ 275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8" h="427">
                    <a:moveTo>
                      <a:pt x="375" y="0"/>
                    </a:moveTo>
                    <a:lnTo>
                      <a:pt x="408" y="427"/>
                    </a:lnTo>
                    <a:lnTo>
                      <a:pt x="0" y="275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íşl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69A0146-4F3F-4336-87DD-97900391F5CB}"/>
                  </a:ext>
                </a:extLst>
              </p:cNvPr>
              <p:cNvSpPr/>
              <p:nvPr/>
            </p:nvSpPr>
            <p:spPr bwMode="auto">
              <a:xfrm>
                <a:off x="9528067" y="1392707"/>
                <a:ext cx="2686985" cy="1199637"/>
              </a:xfrm>
              <a:custGeom>
                <a:avLst/>
                <a:gdLst>
                  <a:gd name="T0" fmla="*/ 0 w 1597"/>
                  <a:gd name="T1" fmla="*/ 713 h 713"/>
                  <a:gd name="T2" fmla="*/ 424 w 1597"/>
                  <a:gd name="T3" fmla="*/ 261 h 713"/>
                  <a:gd name="T4" fmla="*/ 547 w 1597"/>
                  <a:gd name="T5" fmla="*/ 0 h 713"/>
                  <a:gd name="T6" fmla="*/ 566 w 1597"/>
                  <a:gd name="T7" fmla="*/ 10 h 713"/>
                  <a:gd name="T8" fmla="*/ 1057 w 1597"/>
                  <a:gd name="T9" fmla="*/ 254 h 713"/>
                  <a:gd name="T10" fmla="*/ 1154 w 1597"/>
                  <a:gd name="T11" fmla="*/ 81 h 713"/>
                  <a:gd name="T12" fmla="*/ 1265 w 1597"/>
                  <a:gd name="T13" fmla="*/ 500 h 713"/>
                  <a:gd name="T14" fmla="*/ 1597 w 1597"/>
                  <a:gd name="T15" fmla="*/ 358 h 7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97" h="713">
                    <a:moveTo>
                      <a:pt x="0" y="713"/>
                    </a:moveTo>
                    <a:lnTo>
                      <a:pt x="424" y="261"/>
                    </a:lnTo>
                    <a:lnTo>
                      <a:pt x="547" y="0"/>
                    </a:lnTo>
                    <a:lnTo>
                      <a:pt x="566" y="10"/>
                    </a:lnTo>
                    <a:lnTo>
                      <a:pt x="1057" y="254"/>
                    </a:lnTo>
                    <a:lnTo>
                      <a:pt x="1154" y="81"/>
                    </a:lnTo>
                    <a:lnTo>
                      <a:pt x="1265" y="500"/>
                    </a:lnTo>
                    <a:lnTo>
                      <a:pt x="1597" y="358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íṥḻïď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245C2FA-726A-44ED-B863-FA38B6DC4E3D}"/>
                  </a:ext>
                </a:extLst>
              </p:cNvPr>
              <p:cNvSpPr/>
              <p:nvPr/>
            </p:nvSpPr>
            <p:spPr bwMode="auto">
              <a:xfrm>
                <a:off x="8949280" y="3374716"/>
                <a:ext cx="1196272" cy="1928168"/>
              </a:xfrm>
              <a:custGeom>
                <a:avLst/>
                <a:gdLst>
                  <a:gd name="T0" fmla="*/ 711 w 711"/>
                  <a:gd name="T1" fmla="*/ 689 h 1146"/>
                  <a:gd name="T2" fmla="*/ 628 w 711"/>
                  <a:gd name="T3" fmla="*/ 1146 h 1146"/>
                  <a:gd name="T4" fmla="*/ 469 w 711"/>
                  <a:gd name="T5" fmla="*/ 533 h 1146"/>
                  <a:gd name="T6" fmla="*/ 280 w 711"/>
                  <a:gd name="T7" fmla="*/ 303 h 1146"/>
                  <a:gd name="T8" fmla="*/ 0 w 711"/>
                  <a:gd name="T9" fmla="*/ 452 h 1146"/>
                  <a:gd name="T10" fmla="*/ 344 w 711"/>
                  <a:gd name="T11" fmla="*/ 0 h 1146"/>
                  <a:gd name="T12" fmla="*/ 299 w 711"/>
                  <a:gd name="T13" fmla="*/ 291 h 1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11" h="1146">
                    <a:moveTo>
                      <a:pt x="711" y="689"/>
                    </a:moveTo>
                    <a:lnTo>
                      <a:pt x="628" y="1146"/>
                    </a:lnTo>
                    <a:lnTo>
                      <a:pt x="469" y="533"/>
                    </a:lnTo>
                    <a:lnTo>
                      <a:pt x="280" y="303"/>
                    </a:lnTo>
                    <a:lnTo>
                      <a:pt x="0" y="452"/>
                    </a:lnTo>
                    <a:lnTo>
                      <a:pt x="344" y="0"/>
                    </a:lnTo>
                    <a:lnTo>
                      <a:pt x="299" y="291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îśḻï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29512F1-568B-4177-B465-BB95801A0ABA}"/>
                  </a:ext>
                </a:extLst>
              </p:cNvPr>
              <p:cNvSpPr/>
              <p:nvPr/>
            </p:nvSpPr>
            <p:spPr bwMode="auto">
              <a:xfrm flipH="1">
                <a:off x="12171307" y="2787516"/>
                <a:ext cx="498026" cy="80761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ïṣli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5460E7B-8BF1-49FF-B9D8-AC685C2797EA}"/>
                  </a:ext>
                </a:extLst>
              </p:cNvPr>
              <p:cNvSpPr/>
              <p:nvPr/>
            </p:nvSpPr>
            <p:spPr bwMode="auto">
              <a:xfrm>
                <a:off x="11923976" y="3521095"/>
                <a:ext cx="291076" cy="1268620"/>
              </a:xfrm>
              <a:custGeom>
                <a:avLst/>
                <a:gdLst>
                  <a:gd name="T0" fmla="*/ 0 w 173"/>
                  <a:gd name="T1" fmla="*/ 754 h 754"/>
                  <a:gd name="T2" fmla="*/ 173 w 173"/>
                  <a:gd name="T3" fmla="*/ 308 h 754"/>
                  <a:gd name="T4" fmla="*/ 116 w 173"/>
                  <a:gd name="T5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" h="754">
                    <a:moveTo>
                      <a:pt x="0" y="754"/>
                    </a:moveTo>
                    <a:lnTo>
                      <a:pt x="173" y="308"/>
                    </a:lnTo>
                    <a:lnTo>
                      <a:pt x="116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1" name="íšḷi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1B66460-B426-4EC1-8758-7B05A7FF60A6}"/>
                  </a:ext>
                </a:extLst>
              </p:cNvPr>
              <p:cNvSpPr/>
              <p:nvPr/>
            </p:nvSpPr>
            <p:spPr bwMode="auto">
              <a:xfrm flipH="1" flipV="1">
                <a:off x="12215052" y="4039311"/>
                <a:ext cx="454281" cy="279298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2" name="iṩḻi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95C9A9-9A31-49DA-BB55-3184CCD5F47E}"/>
                  </a:ext>
                </a:extLst>
              </p:cNvPr>
              <p:cNvSpPr/>
              <p:nvPr/>
            </p:nvSpPr>
            <p:spPr bwMode="auto">
              <a:xfrm>
                <a:off x="10879606" y="4298222"/>
                <a:ext cx="1012402" cy="491493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îṥ1ï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CFE687C-32D1-43F5-92AA-733A1D6A421B}"/>
                  </a:ext>
                </a:extLst>
              </p:cNvPr>
              <p:cNvSpPr/>
              <p:nvPr/>
            </p:nvSpPr>
            <p:spPr bwMode="auto">
              <a:xfrm flipH="1">
                <a:off x="9962157" y="4789715"/>
                <a:ext cx="844625" cy="51316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dk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" name="ís1îḑ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37F9F33-4FCE-475D-B345-24F2C651C923}"/>
                </a:ext>
              </a:extLst>
            </p:cNvPr>
            <p:cNvSpPr/>
            <p:nvPr/>
          </p:nvSpPr>
          <p:spPr bwMode="auto">
            <a:xfrm>
              <a:off x="6545472" y="1903170"/>
              <a:ext cx="136284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8" name="îṣḻïḑ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6D23CD9-03AC-4693-B01D-1AC59B50ED06}"/>
                </a:ext>
              </a:extLst>
            </p:cNvPr>
            <p:cNvSpPr/>
            <p:nvPr/>
          </p:nvSpPr>
          <p:spPr bwMode="auto">
            <a:xfrm>
              <a:off x="7455715" y="2895857"/>
              <a:ext cx="134602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9" name="îš1íď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8E3833B-E022-46B4-9E29-8FC4D8BCECE4}"/>
                </a:ext>
              </a:extLst>
            </p:cNvPr>
            <p:cNvSpPr/>
            <p:nvPr/>
          </p:nvSpPr>
          <p:spPr bwMode="auto">
            <a:xfrm>
              <a:off x="5039616" y="2820143"/>
              <a:ext cx="134602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0" name="ïS1i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49DC3B1-7540-4FCA-AAD7-E86C0B13EF11}"/>
                </a:ext>
              </a:extLst>
            </p:cNvPr>
            <p:cNvSpPr/>
            <p:nvPr/>
          </p:nvSpPr>
          <p:spPr bwMode="auto">
            <a:xfrm>
              <a:off x="4452417" y="3481374"/>
              <a:ext cx="136284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1" name="ïsḷïd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46B8CAA-F444-408C-966C-9C8633C0E337}"/>
                </a:ext>
              </a:extLst>
            </p:cNvPr>
            <p:cNvSpPr/>
            <p:nvPr/>
          </p:nvSpPr>
          <p:spPr bwMode="auto">
            <a:xfrm>
              <a:off x="4684604" y="3923877"/>
              <a:ext cx="134602" cy="1362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2" name="îṡ1id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E77068-F1F1-493C-9D88-74646552BFEC}"/>
                </a:ext>
              </a:extLst>
            </p:cNvPr>
            <p:cNvSpPr/>
            <p:nvPr/>
          </p:nvSpPr>
          <p:spPr bwMode="auto">
            <a:xfrm>
              <a:off x="5369390" y="4543044"/>
              <a:ext cx="136284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3" name="ïṧļiḋ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1DC1870-94F8-4C30-90D9-67E7A13D00F9}"/>
                </a:ext>
              </a:extLst>
            </p:cNvPr>
            <p:cNvSpPr/>
            <p:nvPr/>
          </p:nvSpPr>
          <p:spPr bwMode="auto">
            <a:xfrm>
              <a:off x="7061222" y="3083989"/>
              <a:ext cx="136284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14" name="íṡļî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42D4F09-EDF9-456A-8A9C-018809611C89}"/>
                </a:ext>
              </a:extLst>
            </p:cNvPr>
            <p:cNvSpPr/>
            <p:nvPr/>
          </p:nvSpPr>
          <p:spPr bwMode="auto">
            <a:xfrm>
              <a:off x="7455715" y="4080351"/>
              <a:ext cx="134602" cy="134602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9525">
              <a:solidFill>
                <a:schemeClr val="accent6"/>
              </a:solidFill>
              <a:round/>
              <a:headEnd/>
              <a:tailEnd/>
            </a:ln>
            <a:extLst/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grpSp>
          <p:nvGrpSpPr>
            <p:cNvPr id="15" name="iŝliḑ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232247D-2037-433B-8A15-4313E0FBA748}"/>
                </a:ext>
              </a:extLst>
            </p:cNvPr>
            <p:cNvGrpSpPr/>
            <p:nvPr/>
          </p:nvGrpSpPr>
          <p:grpSpPr>
            <a:xfrm>
              <a:off x="7316185" y="3461476"/>
              <a:ext cx="227638" cy="229097"/>
              <a:chOff x="4149281" y="1887719"/>
              <a:chExt cx="224837" cy="226650"/>
            </a:xfrm>
            <a:solidFill>
              <a:srgbClr val="99CCCC"/>
            </a:solidFill>
          </p:grpSpPr>
          <p:sp>
            <p:nvSpPr>
              <p:cNvPr id="129" name="iŝļï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DF96341-3A01-463E-8591-C93D9D0BCD37}"/>
                  </a:ext>
                </a:extLst>
              </p:cNvPr>
              <p:cNvSpPr/>
              <p:nvPr/>
            </p:nvSpPr>
            <p:spPr>
              <a:xfrm>
                <a:off x="4149281" y="1887719"/>
                <a:ext cx="224837" cy="226650"/>
              </a:xfrm>
              <a:prstGeom prst="ellips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íṥḻîď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97675DF-B6C2-4A24-A2BA-2ECA83F497BC}"/>
                  </a:ext>
                </a:extLst>
              </p:cNvPr>
              <p:cNvSpPr/>
              <p:nvPr/>
            </p:nvSpPr>
            <p:spPr>
              <a:xfrm>
                <a:off x="4209256" y="1948177"/>
                <a:ext cx="104887" cy="10573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îṡḷiḋè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2FB22B2-6653-4C0E-BCDF-6FC1BD863624}"/>
                </a:ext>
              </a:extLst>
            </p:cNvPr>
            <p:cNvGrpSpPr/>
            <p:nvPr/>
          </p:nvGrpSpPr>
          <p:grpSpPr>
            <a:xfrm>
              <a:off x="4003277" y="1374767"/>
              <a:ext cx="4185447" cy="4108467"/>
              <a:chOff x="3990983" y="1563392"/>
              <a:chExt cx="4185447" cy="4108467"/>
            </a:xfrm>
          </p:grpSpPr>
          <p:grpSp>
            <p:nvGrpSpPr>
              <p:cNvPr id="89" name="i$1i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BB2A7EC-4378-4FA1-A894-7012AC37B310}"/>
                  </a:ext>
                </a:extLst>
              </p:cNvPr>
              <p:cNvGrpSpPr/>
              <p:nvPr/>
            </p:nvGrpSpPr>
            <p:grpSpPr>
              <a:xfrm>
                <a:off x="4085983" y="4338917"/>
                <a:ext cx="250401" cy="252007"/>
                <a:chOff x="4149281" y="1887719"/>
                <a:chExt cx="224837" cy="226650"/>
              </a:xfrm>
            </p:grpSpPr>
            <p:sp>
              <p:nvSpPr>
                <p:cNvPr id="127" name="ï$ľî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D20164B-8C29-4EDA-BA33-96FA98CBEB5A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8" name="i$1iď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4395E01-0126-4326-8C42-6C19D25778DE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0" name="îṣľi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CF533F4-7A1E-452C-82FF-E630CE526FE9}"/>
                  </a:ext>
                </a:extLst>
              </p:cNvPr>
              <p:cNvGrpSpPr/>
              <p:nvPr/>
            </p:nvGrpSpPr>
            <p:grpSpPr>
              <a:xfrm>
                <a:off x="5165128" y="5419852"/>
                <a:ext cx="250401" cy="252007"/>
                <a:chOff x="4149281" y="1887719"/>
                <a:chExt cx="224837" cy="226650"/>
              </a:xfrm>
            </p:grpSpPr>
            <p:sp>
              <p:nvSpPr>
                <p:cNvPr id="125" name="isľîḋ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1C648D1-7B8D-4792-AEED-33E888BB70C5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6" name="îṧlîḓ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AB54A06-8AE9-48B8-BF9C-D74C2E4D02BB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1" name="îṧli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A76E35B-B2FD-4FC3-AA20-20DDAF64C246}"/>
                  </a:ext>
                </a:extLst>
              </p:cNvPr>
              <p:cNvGrpSpPr/>
              <p:nvPr/>
            </p:nvGrpSpPr>
            <p:grpSpPr>
              <a:xfrm>
                <a:off x="6786047" y="5374409"/>
                <a:ext cx="250401" cy="252007"/>
                <a:chOff x="4149281" y="1887719"/>
                <a:chExt cx="224837" cy="226650"/>
              </a:xfrm>
            </p:grpSpPr>
            <p:sp>
              <p:nvSpPr>
                <p:cNvPr id="123" name="ísḷîd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1ECEF74-6C32-4FEB-8A98-9FFBDF000E21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4" name="ïsḷi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0A5BD7B-27AE-490E-94EC-EBEF45262B79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2" name="ïS1î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580B90B-DB7B-4D41-A93E-9DB7D6A38750}"/>
                  </a:ext>
                </a:extLst>
              </p:cNvPr>
              <p:cNvGrpSpPr/>
              <p:nvPr/>
            </p:nvGrpSpPr>
            <p:grpSpPr>
              <a:xfrm>
                <a:off x="7853773" y="4463088"/>
                <a:ext cx="250401" cy="252007"/>
                <a:chOff x="4149281" y="1887719"/>
                <a:chExt cx="224837" cy="226650"/>
              </a:xfrm>
            </p:grpSpPr>
            <p:sp>
              <p:nvSpPr>
                <p:cNvPr id="121" name="íṥľiḋ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F03F7CA-3442-41A5-A162-3938C725EC25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2" name="íšḷïď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04FCA37-1574-4586-AE61-4D8A0D431B1C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3" name="iṧli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4DCBB27-2E1D-4F57-AA05-57FDC34A5CEA}"/>
                  </a:ext>
                </a:extLst>
              </p:cNvPr>
              <p:cNvSpPr/>
              <p:nvPr/>
            </p:nvSpPr>
            <p:spPr>
              <a:xfrm>
                <a:off x="7900989" y="2960836"/>
                <a:ext cx="275441" cy="277207"/>
              </a:xfrm>
              <a:prstGeom prst="ellipse">
                <a:avLst/>
              </a:prstGeom>
              <a:solidFill>
                <a:schemeClr val="accent4">
                  <a:lumMod val="100000"/>
                </a:schemeClr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94" name="í$ḻï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ABAFA35-9BF4-4EFD-8756-D1CF4206FA15}"/>
                  </a:ext>
                </a:extLst>
              </p:cNvPr>
              <p:cNvGrpSpPr/>
              <p:nvPr/>
            </p:nvGrpSpPr>
            <p:grpSpPr>
              <a:xfrm>
                <a:off x="7460264" y="2178046"/>
                <a:ext cx="206943" cy="208270"/>
                <a:chOff x="4149281" y="1887719"/>
                <a:chExt cx="224837" cy="226650"/>
              </a:xfrm>
            </p:grpSpPr>
            <p:sp>
              <p:nvSpPr>
                <p:cNvPr id="119" name="îsľïḍ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B1A1E6A-5021-4A1B-AC6D-885A6FDBBF57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0" name="îṩ1î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957FBE-F37C-42BD-829B-EBF05064387A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5" name="iṡḻi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3F84CF2-6B8C-4702-A4B8-ACE9AF8201D4}"/>
                  </a:ext>
                </a:extLst>
              </p:cNvPr>
              <p:cNvGrpSpPr/>
              <p:nvPr/>
            </p:nvGrpSpPr>
            <p:grpSpPr>
              <a:xfrm>
                <a:off x="6673055" y="1696133"/>
                <a:ext cx="206943" cy="208270"/>
                <a:chOff x="4149281" y="1887719"/>
                <a:chExt cx="224837" cy="226650"/>
              </a:xfrm>
            </p:grpSpPr>
            <p:sp>
              <p:nvSpPr>
                <p:cNvPr id="117" name="išḷîḋ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4F92D96-86BF-4A0E-BB35-A81666427D2A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8" name="íśľiḍ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97EBD56-E463-4169-A564-677FA817625E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6" name="îŝľï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0E96165-F91C-4FFE-A920-1DFCAD660CF0}"/>
                  </a:ext>
                </a:extLst>
              </p:cNvPr>
              <p:cNvGrpSpPr/>
              <p:nvPr/>
            </p:nvGrpSpPr>
            <p:grpSpPr>
              <a:xfrm>
                <a:off x="5636903" y="1563392"/>
                <a:ext cx="206943" cy="208270"/>
                <a:chOff x="4149281" y="1887719"/>
                <a:chExt cx="224837" cy="226650"/>
              </a:xfrm>
            </p:grpSpPr>
            <p:sp>
              <p:nvSpPr>
                <p:cNvPr id="115" name="îślîḑ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9E58DD3-7CFE-4636-A716-00DD185C9CC6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6" name="iŝ1îḑ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02918FC-7999-475B-ACD6-9A13A9E6C370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7" name="íšľi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38DB241-C6EF-4871-8B92-7E95CB15D320}"/>
                  </a:ext>
                </a:extLst>
              </p:cNvPr>
              <p:cNvGrpSpPr/>
              <p:nvPr/>
            </p:nvGrpSpPr>
            <p:grpSpPr>
              <a:xfrm>
                <a:off x="4353051" y="2331478"/>
                <a:ext cx="219675" cy="221084"/>
                <a:chOff x="4149281" y="1887719"/>
                <a:chExt cx="224837" cy="226650"/>
              </a:xfrm>
            </p:grpSpPr>
            <p:sp>
              <p:nvSpPr>
                <p:cNvPr id="113" name="íṩlïḑ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C8998B-97A9-454D-A656-7BE738546DA8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4" name="iṥļïď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E008724-FDEC-4F15-AAD1-A2B648984371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8" name="îṩ1í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CB1741A-5864-4D6E-A6BE-CE951C92F252}"/>
                  </a:ext>
                </a:extLst>
              </p:cNvPr>
              <p:cNvGrpSpPr/>
              <p:nvPr/>
            </p:nvGrpSpPr>
            <p:grpSpPr>
              <a:xfrm>
                <a:off x="3990983" y="3187984"/>
                <a:ext cx="219675" cy="221084"/>
                <a:chOff x="4149281" y="1887719"/>
                <a:chExt cx="224837" cy="226650"/>
              </a:xfrm>
            </p:grpSpPr>
            <p:sp>
              <p:nvSpPr>
                <p:cNvPr id="111" name="íṥļîḓ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DF01014-0774-43D1-843F-FBEC71CC5E03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2" name="îṥḷîd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CFB647A-990B-4428-9A23-AADC986D641B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9" name="iṡļî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9069078-157D-4C20-AA98-C8AC91160A00}"/>
                  </a:ext>
                </a:extLst>
              </p:cNvPr>
              <p:cNvGrpSpPr/>
              <p:nvPr/>
            </p:nvGrpSpPr>
            <p:grpSpPr>
              <a:xfrm>
                <a:off x="4705258" y="2828806"/>
                <a:ext cx="199705" cy="200984"/>
                <a:chOff x="4149281" y="1887719"/>
                <a:chExt cx="224837" cy="226650"/>
              </a:xfrm>
            </p:grpSpPr>
            <p:sp>
              <p:nvSpPr>
                <p:cNvPr id="109" name="işḻîḑ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02A2256-4837-49B9-9402-9441AFFF1355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0" name="ïṡlîd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CECFFF-11E4-421A-A9DF-3FF6981F45A2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00" name="ïṧ1íd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8BAE786-7D64-4F2B-97E7-339F203A5774}"/>
                  </a:ext>
                </a:extLst>
              </p:cNvPr>
              <p:cNvGrpSpPr/>
              <p:nvPr/>
            </p:nvGrpSpPr>
            <p:grpSpPr>
              <a:xfrm>
                <a:off x="4867553" y="4396697"/>
                <a:ext cx="328449" cy="330554"/>
                <a:chOff x="4149281" y="1887719"/>
                <a:chExt cx="224837" cy="226650"/>
              </a:xfrm>
            </p:grpSpPr>
            <p:sp>
              <p:nvSpPr>
                <p:cNvPr id="107" name="íṩḷîd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27B0B5C-CE05-4211-A322-96DF99F679F4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8" name="íṧľid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DA0ABB4-FCDA-459D-BED0-B3E75612897C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01" name="íṥ1íḑ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5F6DA9C-D5BE-487D-962A-299DC45855D8}"/>
                  </a:ext>
                </a:extLst>
              </p:cNvPr>
              <p:cNvGrpSpPr/>
              <p:nvPr/>
            </p:nvGrpSpPr>
            <p:grpSpPr>
              <a:xfrm>
                <a:off x="5480832" y="1998704"/>
                <a:ext cx="206943" cy="208270"/>
                <a:chOff x="4149281" y="1887719"/>
                <a:chExt cx="224837" cy="226650"/>
              </a:xfrm>
            </p:grpSpPr>
            <p:sp>
              <p:nvSpPr>
                <p:cNvPr id="105" name="ïṩ1íd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E6E282B4-41F0-49AC-8BFC-9EDD44213FC2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6" name="íšliḓ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0DD4CF5-5639-42AD-844A-47DF938295D5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02" name="isḻî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3B4B5EC-DC1D-47E0-B3C9-9B0A62BD99BF}"/>
                  </a:ext>
                </a:extLst>
              </p:cNvPr>
              <p:cNvGrpSpPr/>
              <p:nvPr/>
            </p:nvGrpSpPr>
            <p:grpSpPr>
              <a:xfrm>
                <a:off x="7068613" y="4908628"/>
                <a:ext cx="250402" cy="252007"/>
                <a:chOff x="4149281" y="1887719"/>
                <a:chExt cx="224837" cy="226650"/>
              </a:xfrm>
            </p:grpSpPr>
            <p:sp>
              <p:nvSpPr>
                <p:cNvPr id="103" name="iṡḻïd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3A0F2E9-AC01-4B34-B9F1-CA3594D5C81C}"/>
                    </a:ext>
                  </a:extLst>
                </p:cNvPr>
                <p:cNvSpPr/>
                <p:nvPr/>
              </p:nvSpPr>
              <p:spPr>
                <a:xfrm>
                  <a:off x="4149281" y="1887719"/>
                  <a:ext cx="224837" cy="226650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04" name="ïšľïḋ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654509D-176B-4C6A-B21F-2CA20911FCFB}"/>
                    </a:ext>
                  </a:extLst>
                </p:cNvPr>
                <p:cNvSpPr/>
                <p:nvPr/>
              </p:nvSpPr>
              <p:spPr>
                <a:xfrm>
                  <a:off x="4209256" y="1948177"/>
                  <a:ext cx="104887" cy="105734"/>
                </a:xfrm>
                <a:prstGeom prst="ellipse">
                  <a:avLst/>
                </a:prstGeom>
                <a:solidFill>
                  <a:schemeClr val="accent4">
                    <a:lumMod val="10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îşľîḓê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2B60E46-8A7D-4B5F-8982-DDE0B3036D21}"/>
                </a:ext>
              </a:extLst>
            </p:cNvPr>
            <p:cNvSpPr/>
            <p:nvPr/>
          </p:nvSpPr>
          <p:spPr bwMode="auto">
            <a:xfrm>
              <a:off x="5259395" y="2785401"/>
              <a:ext cx="1885187" cy="1229274"/>
            </a:xfrm>
            <a:custGeom>
              <a:avLst/>
              <a:gdLst>
                <a:gd name="T0" fmla="*/ 781 w 978"/>
                <a:gd name="T1" fmla="*/ 619 h 619"/>
                <a:gd name="T2" fmla="*/ 978 w 978"/>
                <a:gd name="T3" fmla="*/ 423 h 619"/>
                <a:gd name="T4" fmla="*/ 781 w 978"/>
                <a:gd name="T5" fmla="*/ 226 h 619"/>
                <a:gd name="T6" fmla="*/ 764 w 978"/>
                <a:gd name="T7" fmla="*/ 227 h 619"/>
                <a:gd name="T8" fmla="*/ 498 w 978"/>
                <a:gd name="T9" fmla="*/ 0 h 619"/>
                <a:gd name="T10" fmla="*/ 231 w 978"/>
                <a:gd name="T11" fmla="*/ 229 h 619"/>
                <a:gd name="T12" fmla="*/ 197 w 978"/>
                <a:gd name="T13" fmla="*/ 226 h 619"/>
                <a:gd name="T14" fmla="*/ 0 w 978"/>
                <a:gd name="T15" fmla="*/ 423 h 619"/>
                <a:gd name="T16" fmla="*/ 197 w 978"/>
                <a:gd name="T17" fmla="*/ 619 h 619"/>
                <a:gd name="T18" fmla="*/ 781 w 978"/>
                <a:gd name="T19" fmla="*/ 6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8" h="619">
                  <a:moveTo>
                    <a:pt x="781" y="619"/>
                  </a:moveTo>
                  <a:cubicBezTo>
                    <a:pt x="890" y="619"/>
                    <a:pt x="978" y="531"/>
                    <a:pt x="978" y="423"/>
                  </a:cubicBezTo>
                  <a:cubicBezTo>
                    <a:pt x="978" y="314"/>
                    <a:pt x="890" y="226"/>
                    <a:pt x="781" y="226"/>
                  </a:cubicBezTo>
                  <a:cubicBezTo>
                    <a:pt x="776" y="226"/>
                    <a:pt x="770" y="226"/>
                    <a:pt x="764" y="227"/>
                  </a:cubicBezTo>
                  <a:cubicBezTo>
                    <a:pt x="743" y="98"/>
                    <a:pt x="632" y="0"/>
                    <a:pt x="498" y="0"/>
                  </a:cubicBezTo>
                  <a:cubicBezTo>
                    <a:pt x="363" y="0"/>
                    <a:pt x="251" y="99"/>
                    <a:pt x="231" y="229"/>
                  </a:cubicBezTo>
                  <a:cubicBezTo>
                    <a:pt x="220" y="227"/>
                    <a:pt x="209" y="226"/>
                    <a:pt x="197" y="226"/>
                  </a:cubicBezTo>
                  <a:cubicBezTo>
                    <a:pt x="88" y="226"/>
                    <a:pt x="0" y="314"/>
                    <a:pt x="0" y="423"/>
                  </a:cubicBezTo>
                  <a:cubicBezTo>
                    <a:pt x="0" y="531"/>
                    <a:pt x="88" y="619"/>
                    <a:pt x="197" y="619"/>
                  </a:cubicBezTo>
                  <a:lnTo>
                    <a:pt x="781" y="619"/>
                  </a:lnTo>
                  <a:close/>
                </a:path>
              </a:pathLst>
            </a:custGeom>
            <a:solidFill>
              <a:srgbClr val="41BDC1"/>
            </a:solidFill>
            <a:ln w="38100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 lIns="36000" rIns="36000" anchor="ctr"/>
            <a:lstStyle/>
            <a:p>
              <a:pPr algn="ctr"/>
              <a:endParaRPr lang="en-US" altLang="zh-CN" sz="2400" dirty="0" smtClean="0">
                <a:solidFill>
                  <a:srgbClr val="FFFFFF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US" sz="2400" dirty="0">
                  <a:solidFill>
                    <a:srgbClr val="FFFFFF"/>
                  </a:solidFill>
                  <a:latin typeface="Arial" panose="020B0604020202020204" pitchFamily="34" charset="0"/>
                </a:rPr>
                <a:t>Cloud DC</a:t>
              </a:r>
            </a:p>
          </p:txBody>
        </p:sp>
        <p:sp>
          <p:nvSpPr>
            <p:cNvPr id="18" name="iṩḻ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95C9A9-9A31-49DA-BB55-3184CCD5F47E}"/>
                </a:ext>
              </a:extLst>
            </p:cNvPr>
            <p:cNvSpPr/>
            <p:nvPr/>
          </p:nvSpPr>
          <p:spPr bwMode="auto">
            <a:xfrm>
              <a:off x="6999601" y="2559671"/>
              <a:ext cx="98131" cy="531568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grpSp>
          <p:nvGrpSpPr>
            <p:cNvPr id="19" name="îSḻï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4517903-F498-4622-8970-65945E5F2825}"/>
                </a:ext>
              </a:extLst>
            </p:cNvPr>
            <p:cNvGrpSpPr/>
            <p:nvPr/>
          </p:nvGrpSpPr>
          <p:grpSpPr>
            <a:xfrm>
              <a:off x="4719446" y="2059398"/>
              <a:ext cx="2414023" cy="2901694"/>
              <a:chOff x="4707152" y="2248023"/>
              <a:chExt cx="2414023" cy="2901694"/>
            </a:xfrm>
          </p:grpSpPr>
          <p:sp>
            <p:nvSpPr>
              <p:cNvPr id="75" name="ïsḻî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4CB8750-957A-43E9-B58D-04E91E4986A5}"/>
                  </a:ext>
                </a:extLst>
              </p:cNvPr>
              <p:cNvSpPr/>
              <p:nvPr/>
            </p:nvSpPr>
            <p:spPr bwMode="auto">
              <a:xfrm>
                <a:off x="6054864" y="5013433"/>
                <a:ext cx="136284" cy="136284"/>
              </a:xfrm>
              <a:prstGeom prst="ellipse">
                <a:avLst/>
              </a:prstGeom>
              <a:solidFill>
                <a:schemeClr val="accent2">
                  <a:lumMod val="100000"/>
                </a:schemeClr>
              </a:solidFill>
              <a:ln w="12700" cap="flat" cmpd="sng" algn="ctr">
                <a:solidFill>
                  <a:schemeClr val="bg1">
                    <a:lumMod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x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76" name="îṩli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25AE0F2-6F0D-4FF8-BD24-EF7C2096F3DB}"/>
                  </a:ext>
                </a:extLst>
              </p:cNvPr>
              <p:cNvGrpSpPr/>
              <p:nvPr/>
            </p:nvGrpSpPr>
            <p:grpSpPr>
              <a:xfrm>
                <a:off x="4707152" y="2248023"/>
                <a:ext cx="2414023" cy="2522443"/>
                <a:chOff x="4707152" y="2248023"/>
                <a:chExt cx="2414023" cy="2522443"/>
              </a:xfrm>
            </p:grpSpPr>
            <p:grpSp>
              <p:nvGrpSpPr>
                <p:cNvPr id="77" name="íśḷïḑ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B235572-D2D1-4532-B5CC-ABE472D17732}"/>
                    </a:ext>
                  </a:extLst>
                </p:cNvPr>
                <p:cNvGrpSpPr/>
                <p:nvPr/>
              </p:nvGrpSpPr>
              <p:grpSpPr>
                <a:xfrm>
                  <a:off x="6792726" y="2408141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87" name="íşliḋé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E20B7AA-C8F4-40D9-8D51-FF861865AAF5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8" name="îṡḷîḓ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DACF938-9019-4E56-AE21-0F82C990B69A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78" name="îşlïḋ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EAB6415-138E-4238-8F8E-F8D72380B479}"/>
                    </a:ext>
                  </a:extLst>
                </p:cNvPr>
                <p:cNvGrpSpPr/>
                <p:nvPr/>
              </p:nvGrpSpPr>
              <p:grpSpPr>
                <a:xfrm>
                  <a:off x="4707152" y="3462362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85" name="ísľiḍ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D5F36BE-8522-4E62-A3D9-D20CDF6BC506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6" name="íš1îḓ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54377FC-3366-472F-9D18-97050593850D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79" name="îṡḷï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EE46F43-8BCD-4B99-961C-B01E05F42CA3}"/>
                    </a:ext>
                  </a:extLst>
                </p:cNvPr>
                <p:cNvGrpSpPr/>
                <p:nvPr/>
              </p:nvGrpSpPr>
              <p:grpSpPr>
                <a:xfrm>
                  <a:off x="5940643" y="4439912"/>
                  <a:ext cx="328449" cy="330554"/>
                  <a:chOff x="4149281" y="1887719"/>
                  <a:chExt cx="224837" cy="226650"/>
                </a:xfrm>
              </p:grpSpPr>
              <p:sp>
                <p:nvSpPr>
                  <p:cNvPr id="83" name="ïṣļïḑê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8B01CA7-43D5-4FCA-AE0C-447D6D22D982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4" name="iŝļîḑ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E566F91-F215-4641-AC9A-B10B0730CA5A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80" name="ï$ļîḍé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38BBB8B-08FA-4FA0-90EF-DC9AAA8A7868}"/>
                    </a:ext>
                  </a:extLst>
                </p:cNvPr>
                <p:cNvGrpSpPr/>
                <p:nvPr/>
              </p:nvGrpSpPr>
              <p:grpSpPr>
                <a:xfrm>
                  <a:off x="5995533" y="2248023"/>
                  <a:ext cx="206943" cy="208270"/>
                  <a:chOff x="4149281" y="1887719"/>
                  <a:chExt cx="224837" cy="226650"/>
                </a:xfrm>
              </p:grpSpPr>
              <p:sp>
                <p:nvSpPr>
                  <p:cNvPr id="81" name="îSḻîḋ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51AE625-85DC-4D87-A13D-CDB4D6DD1895}"/>
                      </a:ext>
                    </a:extLst>
                  </p:cNvPr>
                  <p:cNvSpPr/>
                  <p:nvPr/>
                </p:nvSpPr>
                <p:spPr>
                  <a:xfrm>
                    <a:off x="4149281" y="1887719"/>
                    <a:ext cx="224837" cy="226650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 w="190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82" name="íṡľíḓe">
                    <a:extLst>
                      <a:ext uri="{FF2B5EF4-FFF2-40B4-BE49-F238E27FC236}">
  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B5B491B-3BC9-4F85-BC8C-080C76200F09}"/>
                      </a:ext>
                    </a:extLst>
                  </p:cNvPr>
                  <p:cNvSpPr/>
                  <p:nvPr/>
                </p:nvSpPr>
                <p:spPr>
                  <a:xfrm>
                    <a:off x="4209256" y="1948177"/>
                    <a:ext cx="104887" cy="105734"/>
                  </a:xfrm>
                  <a:prstGeom prst="ellipse">
                    <a:avLst/>
                  </a:prstGeom>
                  <a:solidFill>
                    <a:schemeClr val="accent2">
                      <a:lumMod val="10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20" name="iṩḻ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95C9A9-9A31-49DA-BB55-3184CCD5F47E}"/>
                </a:ext>
              </a:extLst>
            </p:cNvPr>
            <p:cNvSpPr/>
            <p:nvPr/>
          </p:nvSpPr>
          <p:spPr bwMode="auto">
            <a:xfrm flipV="1">
              <a:off x="5007554" y="3403251"/>
              <a:ext cx="281626" cy="56000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Dot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1" name="iṩḻ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95C9A9-9A31-49DA-BB55-3184CCD5F47E}"/>
                </a:ext>
              </a:extLst>
            </p:cNvPr>
            <p:cNvSpPr/>
            <p:nvPr/>
          </p:nvSpPr>
          <p:spPr bwMode="auto">
            <a:xfrm flipV="1">
              <a:off x="6129223" y="4008320"/>
              <a:ext cx="152164" cy="263840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Dot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2" name="iṩḻ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95C9A9-9A31-49DA-BB55-3184CCD5F47E}"/>
                </a:ext>
              </a:extLst>
            </p:cNvPr>
            <p:cNvSpPr/>
            <p:nvPr/>
          </p:nvSpPr>
          <p:spPr bwMode="auto">
            <a:xfrm flipV="1">
              <a:off x="6622075" y="2521717"/>
              <a:ext cx="223076" cy="415975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Dot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3" name="iṩḻ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95C9A9-9A31-49DA-BB55-3184CCD5F47E}"/>
                </a:ext>
              </a:extLst>
            </p:cNvPr>
            <p:cNvSpPr/>
            <p:nvPr/>
          </p:nvSpPr>
          <p:spPr bwMode="auto">
            <a:xfrm flipV="1">
              <a:off x="6007168" y="2242092"/>
              <a:ext cx="96282" cy="556072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Dot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sp>
          <p:nvSpPr>
            <p:cNvPr id="24" name="iṩḻiďe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195C9A9-9A31-49DA-BB55-3184CCD5F47E}"/>
                </a:ext>
              </a:extLst>
            </p:cNvPr>
            <p:cNvSpPr/>
            <p:nvPr/>
          </p:nvSpPr>
          <p:spPr bwMode="auto">
            <a:xfrm flipV="1">
              <a:off x="7144581" y="3576830"/>
              <a:ext cx="168389" cy="9019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dashDot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2">
                      <a:lumMod val="100000"/>
                    </a:schemeClr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>
                <a:latin typeface="Arial" panose="020B0604020202020204" pitchFamily="34" charset="0"/>
              </a:endParaRPr>
            </a:p>
          </p:txBody>
        </p:sp>
        <p:grpSp>
          <p:nvGrpSpPr>
            <p:cNvPr id="25" name="ísľidé">
              <a:extLst>
                <a:ext uri="{FF2B5EF4-FFF2-40B4-BE49-F238E27FC236}">
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0F9E0FCA-326B-46B0-BA00-9AA99BC96C37}"/>
                </a:ext>
              </a:extLst>
            </p:cNvPr>
            <p:cNvGrpSpPr/>
            <p:nvPr/>
          </p:nvGrpSpPr>
          <p:grpSpPr>
            <a:xfrm>
              <a:off x="8223746" y="4330600"/>
              <a:ext cx="419179" cy="678851"/>
              <a:chOff x="5329097" y="4471677"/>
              <a:chExt cx="1473514" cy="2386321"/>
            </a:xfrm>
          </p:grpSpPr>
          <p:sp>
            <p:nvSpPr>
              <p:cNvPr id="61" name="îŝļi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366322E-944D-4021-855F-E516B93BCA3F}"/>
                  </a:ext>
                </a:extLst>
              </p:cNvPr>
              <p:cNvSpPr/>
              <p:nvPr/>
            </p:nvSpPr>
            <p:spPr bwMode="auto">
              <a:xfrm>
                <a:off x="5436415" y="5380866"/>
                <a:ext cx="904366" cy="1231144"/>
              </a:xfrm>
              <a:custGeom>
                <a:avLst/>
                <a:gdLst>
                  <a:gd name="T0" fmla="*/ 41 w 559"/>
                  <a:gd name="T1" fmla="*/ 22 h 761"/>
                  <a:gd name="T2" fmla="*/ 41 w 559"/>
                  <a:gd name="T3" fmla="*/ 22 h 761"/>
                  <a:gd name="T4" fmla="*/ 22 w 559"/>
                  <a:gd name="T5" fmla="*/ 122 h 761"/>
                  <a:gd name="T6" fmla="*/ 419 w 559"/>
                  <a:gd name="T7" fmla="*/ 720 h 761"/>
                  <a:gd name="T8" fmla="*/ 518 w 559"/>
                  <a:gd name="T9" fmla="*/ 739 h 761"/>
                  <a:gd name="T10" fmla="*/ 518 w 559"/>
                  <a:gd name="T11" fmla="*/ 739 h 761"/>
                  <a:gd name="T12" fmla="*/ 537 w 559"/>
                  <a:gd name="T13" fmla="*/ 640 h 761"/>
                  <a:gd name="T14" fmla="*/ 140 w 559"/>
                  <a:gd name="T15" fmla="*/ 41 h 761"/>
                  <a:gd name="T16" fmla="*/ 41 w 559"/>
                  <a:gd name="T17" fmla="*/ 22 h 7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9" h="761">
                    <a:moveTo>
                      <a:pt x="41" y="22"/>
                    </a:moveTo>
                    <a:cubicBezTo>
                      <a:pt x="41" y="22"/>
                      <a:pt x="41" y="22"/>
                      <a:pt x="41" y="22"/>
                    </a:cubicBezTo>
                    <a:cubicBezTo>
                      <a:pt x="8" y="45"/>
                      <a:pt x="0" y="89"/>
                      <a:pt x="22" y="122"/>
                    </a:cubicBezTo>
                    <a:cubicBezTo>
                      <a:pt x="419" y="720"/>
                      <a:pt x="419" y="720"/>
                      <a:pt x="419" y="720"/>
                    </a:cubicBezTo>
                    <a:cubicBezTo>
                      <a:pt x="441" y="753"/>
                      <a:pt x="486" y="761"/>
                      <a:pt x="518" y="739"/>
                    </a:cubicBezTo>
                    <a:cubicBezTo>
                      <a:pt x="518" y="739"/>
                      <a:pt x="518" y="739"/>
                      <a:pt x="518" y="739"/>
                    </a:cubicBezTo>
                    <a:cubicBezTo>
                      <a:pt x="551" y="717"/>
                      <a:pt x="559" y="672"/>
                      <a:pt x="537" y="640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18" y="8"/>
                      <a:pt x="73" y="0"/>
                      <a:pt x="41" y="2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íṧļïḋ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B0DC8C9-0EF7-4FBC-8F72-C5514A30EBC3}"/>
                  </a:ext>
                </a:extLst>
              </p:cNvPr>
              <p:cNvSpPr/>
              <p:nvPr/>
            </p:nvSpPr>
            <p:spPr bwMode="auto">
              <a:xfrm>
                <a:off x="5696872" y="5916251"/>
                <a:ext cx="950188" cy="941747"/>
              </a:xfrm>
              <a:custGeom>
                <a:avLst/>
                <a:gdLst>
                  <a:gd name="T0" fmla="*/ 258 w 788"/>
                  <a:gd name="T1" fmla="*/ 781 h 781"/>
                  <a:gd name="T2" fmla="*/ 258 w 788"/>
                  <a:gd name="T3" fmla="*/ 589 h 781"/>
                  <a:gd name="T4" fmla="*/ 0 w 788"/>
                  <a:gd name="T5" fmla="*/ 0 h 781"/>
                  <a:gd name="T6" fmla="*/ 788 w 788"/>
                  <a:gd name="T7" fmla="*/ 0 h 781"/>
                  <a:gd name="T8" fmla="*/ 788 w 788"/>
                  <a:gd name="T9" fmla="*/ 781 h 781"/>
                  <a:gd name="T10" fmla="*/ 258 w 788"/>
                  <a:gd name="T11" fmla="*/ 781 h 7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8" h="781">
                    <a:moveTo>
                      <a:pt x="258" y="781"/>
                    </a:moveTo>
                    <a:lnTo>
                      <a:pt x="258" y="589"/>
                    </a:lnTo>
                    <a:lnTo>
                      <a:pt x="0" y="0"/>
                    </a:lnTo>
                    <a:lnTo>
                      <a:pt x="788" y="0"/>
                    </a:lnTo>
                    <a:lnTo>
                      <a:pt x="788" y="781"/>
                    </a:lnTo>
                    <a:lnTo>
                      <a:pt x="258" y="781"/>
                    </a:ln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3" name="îsľï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C680833-9A7B-4907-AD9B-B1AB425D0FF0}"/>
                  </a:ext>
                </a:extLst>
              </p:cNvPr>
              <p:cNvSpPr/>
              <p:nvPr/>
            </p:nvSpPr>
            <p:spPr bwMode="auto">
              <a:xfrm>
                <a:off x="5390594" y="5720908"/>
                <a:ext cx="893514" cy="1137090"/>
              </a:xfrm>
              <a:custGeom>
                <a:avLst/>
                <a:gdLst>
                  <a:gd name="T0" fmla="*/ 40 w 552"/>
                  <a:gd name="T1" fmla="*/ 22 h 703"/>
                  <a:gd name="T2" fmla="*/ 40 w 552"/>
                  <a:gd name="T3" fmla="*/ 22 h 703"/>
                  <a:gd name="T4" fmla="*/ 21 w 552"/>
                  <a:gd name="T5" fmla="*/ 121 h 703"/>
                  <a:gd name="T6" fmla="*/ 407 w 552"/>
                  <a:gd name="T7" fmla="*/ 703 h 703"/>
                  <a:gd name="T8" fmla="*/ 544 w 552"/>
                  <a:gd name="T9" fmla="*/ 703 h 703"/>
                  <a:gd name="T10" fmla="*/ 536 w 552"/>
                  <a:gd name="T11" fmla="*/ 639 h 703"/>
                  <a:gd name="T12" fmla="*/ 139 w 552"/>
                  <a:gd name="T13" fmla="*/ 41 h 703"/>
                  <a:gd name="T14" fmla="*/ 40 w 552"/>
                  <a:gd name="T15" fmla="*/ 22 h 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2" h="703">
                    <a:moveTo>
                      <a:pt x="40" y="22"/>
                    </a:moveTo>
                    <a:cubicBezTo>
                      <a:pt x="40" y="22"/>
                      <a:pt x="40" y="22"/>
                      <a:pt x="40" y="22"/>
                    </a:cubicBezTo>
                    <a:cubicBezTo>
                      <a:pt x="8" y="44"/>
                      <a:pt x="0" y="88"/>
                      <a:pt x="21" y="121"/>
                    </a:cubicBezTo>
                    <a:cubicBezTo>
                      <a:pt x="407" y="703"/>
                      <a:pt x="407" y="703"/>
                      <a:pt x="407" y="703"/>
                    </a:cubicBezTo>
                    <a:cubicBezTo>
                      <a:pt x="544" y="703"/>
                      <a:pt x="544" y="703"/>
                      <a:pt x="544" y="703"/>
                    </a:cubicBezTo>
                    <a:cubicBezTo>
                      <a:pt x="552" y="682"/>
                      <a:pt x="549" y="659"/>
                      <a:pt x="536" y="639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18" y="8"/>
                      <a:pt x="72" y="0"/>
                      <a:pt x="40" y="2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4" name="iŝ1îḍ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3D34252-FF2B-4072-95E7-E2EEA496184C}"/>
                  </a:ext>
                </a:extLst>
              </p:cNvPr>
              <p:cNvSpPr/>
              <p:nvPr/>
            </p:nvSpPr>
            <p:spPr bwMode="auto">
              <a:xfrm>
                <a:off x="5361654" y="4524733"/>
                <a:ext cx="881456" cy="1193764"/>
              </a:xfrm>
              <a:custGeom>
                <a:avLst/>
                <a:gdLst>
                  <a:gd name="T0" fmla="*/ 41 w 545"/>
                  <a:gd name="T1" fmla="*/ 22 h 738"/>
                  <a:gd name="T2" fmla="*/ 41 w 545"/>
                  <a:gd name="T3" fmla="*/ 22 h 738"/>
                  <a:gd name="T4" fmla="*/ 22 w 545"/>
                  <a:gd name="T5" fmla="*/ 121 h 738"/>
                  <a:gd name="T6" fmla="*/ 405 w 545"/>
                  <a:gd name="T7" fmla="*/ 697 h 738"/>
                  <a:gd name="T8" fmla="*/ 504 w 545"/>
                  <a:gd name="T9" fmla="*/ 716 h 738"/>
                  <a:gd name="T10" fmla="*/ 504 w 545"/>
                  <a:gd name="T11" fmla="*/ 716 h 738"/>
                  <a:gd name="T12" fmla="*/ 523 w 545"/>
                  <a:gd name="T13" fmla="*/ 617 h 738"/>
                  <a:gd name="T14" fmla="*/ 140 w 545"/>
                  <a:gd name="T15" fmla="*/ 41 h 738"/>
                  <a:gd name="T16" fmla="*/ 41 w 545"/>
                  <a:gd name="T17" fmla="*/ 22 h 7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5" h="738">
                    <a:moveTo>
                      <a:pt x="41" y="22"/>
                    </a:moveTo>
                    <a:cubicBezTo>
                      <a:pt x="41" y="22"/>
                      <a:pt x="41" y="22"/>
                      <a:pt x="41" y="22"/>
                    </a:cubicBezTo>
                    <a:cubicBezTo>
                      <a:pt x="8" y="44"/>
                      <a:pt x="0" y="89"/>
                      <a:pt x="22" y="121"/>
                    </a:cubicBezTo>
                    <a:cubicBezTo>
                      <a:pt x="405" y="697"/>
                      <a:pt x="405" y="697"/>
                      <a:pt x="405" y="697"/>
                    </a:cubicBezTo>
                    <a:cubicBezTo>
                      <a:pt x="427" y="730"/>
                      <a:pt x="472" y="738"/>
                      <a:pt x="504" y="716"/>
                    </a:cubicBezTo>
                    <a:cubicBezTo>
                      <a:pt x="504" y="716"/>
                      <a:pt x="504" y="716"/>
                      <a:pt x="504" y="716"/>
                    </a:cubicBezTo>
                    <a:cubicBezTo>
                      <a:pt x="537" y="694"/>
                      <a:pt x="545" y="650"/>
                      <a:pt x="523" y="617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18" y="8"/>
                      <a:pt x="73" y="0"/>
                      <a:pt x="41" y="2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5" name="íşlï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65F30A2-3338-43E5-BBC2-A723A81C8EFD}"/>
                  </a:ext>
                </a:extLst>
              </p:cNvPr>
              <p:cNvSpPr/>
              <p:nvPr/>
            </p:nvSpPr>
            <p:spPr bwMode="auto">
              <a:xfrm>
                <a:off x="5611259" y="4471677"/>
                <a:ext cx="974304" cy="1920874"/>
              </a:xfrm>
              <a:custGeom>
                <a:avLst/>
                <a:gdLst>
                  <a:gd name="T0" fmla="*/ 478 w 602"/>
                  <a:gd name="T1" fmla="*/ 0 h 1187"/>
                  <a:gd name="T2" fmla="*/ 124 w 602"/>
                  <a:gd name="T3" fmla="*/ 0 h 1187"/>
                  <a:gd name="T4" fmla="*/ 0 w 602"/>
                  <a:gd name="T5" fmla="*/ 124 h 1187"/>
                  <a:gd name="T6" fmla="*/ 0 w 602"/>
                  <a:gd name="T7" fmla="*/ 1062 h 1187"/>
                  <a:gd name="T8" fmla="*/ 124 w 602"/>
                  <a:gd name="T9" fmla="*/ 1187 h 1187"/>
                  <a:gd name="T10" fmla="*/ 478 w 602"/>
                  <a:gd name="T11" fmla="*/ 1187 h 1187"/>
                  <a:gd name="T12" fmla="*/ 602 w 602"/>
                  <a:gd name="T13" fmla="*/ 1062 h 1187"/>
                  <a:gd name="T14" fmla="*/ 602 w 602"/>
                  <a:gd name="T15" fmla="*/ 124 h 1187"/>
                  <a:gd name="T16" fmla="*/ 478 w 602"/>
                  <a:gd name="T17" fmla="*/ 0 h 1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2" h="1187">
                    <a:moveTo>
                      <a:pt x="478" y="0"/>
                    </a:moveTo>
                    <a:cubicBezTo>
                      <a:pt x="124" y="0"/>
                      <a:pt x="124" y="0"/>
                      <a:pt x="124" y="0"/>
                    </a:cubicBezTo>
                    <a:cubicBezTo>
                      <a:pt x="56" y="0"/>
                      <a:pt x="0" y="56"/>
                      <a:pt x="0" y="124"/>
                    </a:cubicBezTo>
                    <a:cubicBezTo>
                      <a:pt x="0" y="1062"/>
                      <a:pt x="0" y="1062"/>
                      <a:pt x="0" y="1062"/>
                    </a:cubicBezTo>
                    <a:cubicBezTo>
                      <a:pt x="0" y="1131"/>
                      <a:pt x="56" y="1187"/>
                      <a:pt x="124" y="1187"/>
                    </a:cubicBezTo>
                    <a:cubicBezTo>
                      <a:pt x="478" y="1187"/>
                      <a:pt x="478" y="1187"/>
                      <a:pt x="478" y="1187"/>
                    </a:cubicBezTo>
                    <a:cubicBezTo>
                      <a:pt x="546" y="1187"/>
                      <a:pt x="602" y="1131"/>
                      <a:pt x="602" y="1062"/>
                    </a:cubicBezTo>
                    <a:cubicBezTo>
                      <a:pt x="602" y="124"/>
                      <a:pt x="602" y="124"/>
                      <a:pt x="602" y="124"/>
                    </a:cubicBezTo>
                    <a:cubicBezTo>
                      <a:pt x="602" y="56"/>
                      <a:pt x="546" y="0"/>
                      <a:pt x="478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6" name="îsļí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0DBCDF8-33AD-413D-9125-090A2E3D53DA}"/>
                  </a:ext>
                </a:extLst>
              </p:cNvPr>
              <p:cNvSpPr/>
              <p:nvPr/>
            </p:nvSpPr>
            <p:spPr bwMode="auto">
              <a:xfrm>
                <a:off x="5696872" y="4632051"/>
                <a:ext cx="803077" cy="1582038"/>
              </a:xfrm>
              <a:custGeom>
                <a:avLst/>
                <a:gdLst>
                  <a:gd name="T0" fmla="*/ 494 w 496"/>
                  <a:gd name="T1" fmla="*/ 0 h 978"/>
                  <a:gd name="T2" fmla="*/ 2 w 496"/>
                  <a:gd name="T3" fmla="*/ 0 h 978"/>
                  <a:gd name="T4" fmla="*/ 0 w 496"/>
                  <a:gd name="T5" fmla="*/ 2 h 978"/>
                  <a:gd name="T6" fmla="*/ 0 w 496"/>
                  <a:gd name="T7" fmla="*/ 976 h 978"/>
                  <a:gd name="T8" fmla="*/ 2 w 496"/>
                  <a:gd name="T9" fmla="*/ 978 h 978"/>
                  <a:gd name="T10" fmla="*/ 494 w 496"/>
                  <a:gd name="T11" fmla="*/ 978 h 978"/>
                  <a:gd name="T12" fmla="*/ 496 w 496"/>
                  <a:gd name="T13" fmla="*/ 976 h 978"/>
                  <a:gd name="T14" fmla="*/ 496 w 496"/>
                  <a:gd name="T15" fmla="*/ 2 h 978"/>
                  <a:gd name="T16" fmla="*/ 494 w 496"/>
                  <a:gd name="T17" fmla="*/ 0 h 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6" h="978">
                    <a:moveTo>
                      <a:pt x="49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976"/>
                      <a:pt x="0" y="976"/>
                      <a:pt x="0" y="976"/>
                    </a:cubicBezTo>
                    <a:cubicBezTo>
                      <a:pt x="0" y="977"/>
                      <a:pt x="1" y="978"/>
                      <a:pt x="2" y="978"/>
                    </a:cubicBezTo>
                    <a:cubicBezTo>
                      <a:pt x="494" y="978"/>
                      <a:pt x="494" y="978"/>
                      <a:pt x="494" y="978"/>
                    </a:cubicBezTo>
                    <a:cubicBezTo>
                      <a:pt x="495" y="978"/>
                      <a:pt x="496" y="977"/>
                      <a:pt x="496" y="976"/>
                    </a:cubicBezTo>
                    <a:cubicBezTo>
                      <a:pt x="496" y="2"/>
                      <a:pt x="496" y="2"/>
                      <a:pt x="496" y="2"/>
                    </a:cubicBezTo>
                    <a:cubicBezTo>
                      <a:pt x="496" y="1"/>
                      <a:pt x="495" y="0"/>
                      <a:pt x="494" y="0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íS1í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910207B-04E2-479D-BE91-5A8F9CF31024}"/>
                  </a:ext>
                </a:extLst>
              </p:cNvPr>
              <p:cNvSpPr/>
              <p:nvPr/>
            </p:nvSpPr>
            <p:spPr bwMode="auto">
              <a:xfrm>
                <a:off x="5935625" y="4539203"/>
                <a:ext cx="324366" cy="28940"/>
              </a:xfrm>
              <a:custGeom>
                <a:avLst/>
                <a:gdLst>
                  <a:gd name="T0" fmla="*/ 191 w 200"/>
                  <a:gd name="T1" fmla="*/ 0 h 18"/>
                  <a:gd name="T2" fmla="*/ 9 w 200"/>
                  <a:gd name="T3" fmla="*/ 0 h 18"/>
                  <a:gd name="T4" fmla="*/ 0 w 200"/>
                  <a:gd name="T5" fmla="*/ 9 h 18"/>
                  <a:gd name="T6" fmla="*/ 0 w 200"/>
                  <a:gd name="T7" fmla="*/ 9 h 18"/>
                  <a:gd name="T8" fmla="*/ 9 w 200"/>
                  <a:gd name="T9" fmla="*/ 18 h 18"/>
                  <a:gd name="T10" fmla="*/ 191 w 200"/>
                  <a:gd name="T11" fmla="*/ 18 h 18"/>
                  <a:gd name="T12" fmla="*/ 200 w 200"/>
                  <a:gd name="T13" fmla="*/ 9 h 18"/>
                  <a:gd name="T14" fmla="*/ 200 w 200"/>
                  <a:gd name="T15" fmla="*/ 9 h 18"/>
                  <a:gd name="T16" fmla="*/ 191 w 200"/>
                  <a:gd name="T1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0" h="18">
                    <a:moveTo>
                      <a:pt x="191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4"/>
                      <a:pt x="4" y="18"/>
                      <a:pt x="9" y="18"/>
                    </a:cubicBezTo>
                    <a:cubicBezTo>
                      <a:pt x="191" y="18"/>
                      <a:pt x="191" y="18"/>
                      <a:pt x="191" y="18"/>
                    </a:cubicBezTo>
                    <a:cubicBezTo>
                      <a:pt x="196" y="18"/>
                      <a:pt x="200" y="14"/>
                      <a:pt x="200" y="9"/>
                    </a:cubicBezTo>
                    <a:cubicBezTo>
                      <a:pt x="200" y="9"/>
                      <a:pt x="200" y="9"/>
                      <a:pt x="200" y="9"/>
                    </a:cubicBezTo>
                    <a:cubicBezTo>
                      <a:pt x="200" y="4"/>
                      <a:pt x="196" y="0"/>
                      <a:pt x="191" y="0"/>
                    </a:cubicBez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íŝľî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C8994B9-1240-4764-A2E7-6D9E80A4AB9F}"/>
                  </a:ext>
                </a:extLst>
              </p:cNvPr>
              <p:cNvSpPr/>
              <p:nvPr/>
            </p:nvSpPr>
            <p:spPr bwMode="auto">
              <a:xfrm>
                <a:off x="6047767" y="6251470"/>
                <a:ext cx="98877" cy="98877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iṧľî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4CBE271B-EFD5-4ED6-B9A6-736E14901522}"/>
                  </a:ext>
                </a:extLst>
              </p:cNvPr>
              <p:cNvSpPr/>
              <p:nvPr/>
            </p:nvSpPr>
            <p:spPr bwMode="auto">
              <a:xfrm>
                <a:off x="5370095" y="5322987"/>
                <a:ext cx="365364" cy="414803"/>
              </a:xfrm>
              <a:custGeom>
                <a:avLst/>
                <a:gdLst>
                  <a:gd name="T0" fmla="*/ 41 w 226"/>
                  <a:gd name="T1" fmla="*/ 23 h 257"/>
                  <a:gd name="T2" fmla="*/ 41 w 226"/>
                  <a:gd name="T3" fmla="*/ 23 h 257"/>
                  <a:gd name="T4" fmla="*/ 22 w 226"/>
                  <a:gd name="T5" fmla="*/ 122 h 257"/>
                  <a:gd name="T6" fmla="*/ 86 w 226"/>
                  <a:gd name="T7" fmla="*/ 216 h 257"/>
                  <a:gd name="T8" fmla="*/ 185 w 226"/>
                  <a:gd name="T9" fmla="*/ 235 h 257"/>
                  <a:gd name="T10" fmla="*/ 185 w 226"/>
                  <a:gd name="T11" fmla="*/ 235 h 257"/>
                  <a:gd name="T12" fmla="*/ 204 w 226"/>
                  <a:gd name="T13" fmla="*/ 135 h 257"/>
                  <a:gd name="T14" fmla="*/ 140 w 226"/>
                  <a:gd name="T15" fmla="*/ 41 h 257"/>
                  <a:gd name="T16" fmla="*/ 41 w 226"/>
                  <a:gd name="T17" fmla="*/ 23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6" h="257">
                    <a:moveTo>
                      <a:pt x="41" y="23"/>
                    </a:moveTo>
                    <a:cubicBezTo>
                      <a:pt x="41" y="23"/>
                      <a:pt x="41" y="23"/>
                      <a:pt x="41" y="23"/>
                    </a:cubicBezTo>
                    <a:cubicBezTo>
                      <a:pt x="8" y="45"/>
                      <a:pt x="0" y="89"/>
                      <a:pt x="22" y="122"/>
                    </a:cubicBezTo>
                    <a:cubicBezTo>
                      <a:pt x="86" y="216"/>
                      <a:pt x="86" y="216"/>
                      <a:pt x="86" y="216"/>
                    </a:cubicBezTo>
                    <a:cubicBezTo>
                      <a:pt x="108" y="248"/>
                      <a:pt x="153" y="257"/>
                      <a:pt x="185" y="235"/>
                    </a:cubicBezTo>
                    <a:cubicBezTo>
                      <a:pt x="185" y="235"/>
                      <a:pt x="185" y="235"/>
                      <a:pt x="185" y="235"/>
                    </a:cubicBezTo>
                    <a:cubicBezTo>
                      <a:pt x="218" y="213"/>
                      <a:pt x="226" y="168"/>
                      <a:pt x="204" y="135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18" y="9"/>
                      <a:pt x="73" y="0"/>
                      <a:pt x="41" y="23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0" name="ïSlí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A5A4F47-85CE-4741-8B02-1DC4955E9C65}"/>
                  </a:ext>
                </a:extLst>
              </p:cNvPr>
              <p:cNvSpPr/>
              <p:nvPr/>
            </p:nvSpPr>
            <p:spPr bwMode="auto">
              <a:xfrm>
                <a:off x="5329097" y="5630471"/>
                <a:ext cx="383451" cy="441331"/>
              </a:xfrm>
              <a:custGeom>
                <a:avLst/>
                <a:gdLst>
                  <a:gd name="T0" fmla="*/ 41 w 237"/>
                  <a:gd name="T1" fmla="*/ 23 h 273"/>
                  <a:gd name="T2" fmla="*/ 41 w 237"/>
                  <a:gd name="T3" fmla="*/ 23 h 273"/>
                  <a:gd name="T4" fmla="*/ 22 w 237"/>
                  <a:gd name="T5" fmla="*/ 122 h 273"/>
                  <a:gd name="T6" fmla="*/ 97 w 237"/>
                  <a:gd name="T7" fmla="*/ 232 h 273"/>
                  <a:gd name="T8" fmla="*/ 196 w 237"/>
                  <a:gd name="T9" fmla="*/ 251 h 273"/>
                  <a:gd name="T10" fmla="*/ 196 w 237"/>
                  <a:gd name="T11" fmla="*/ 251 h 273"/>
                  <a:gd name="T12" fmla="*/ 215 w 237"/>
                  <a:gd name="T13" fmla="*/ 152 h 273"/>
                  <a:gd name="T14" fmla="*/ 140 w 237"/>
                  <a:gd name="T15" fmla="*/ 41 h 273"/>
                  <a:gd name="T16" fmla="*/ 41 w 237"/>
                  <a:gd name="T17" fmla="*/ 2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7" h="273">
                    <a:moveTo>
                      <a:pt x="41" y="23"/>
                    </a:moveTo>
                    <a:cubicBezTo>
                      <a:pt x="41" y="23"/>
                      <a:pt x="41" y="23"/>
                      <a:pt x="41" y="23"/>
                    </a:cubicBezTo>
                    <a:cubicBezTo>
                      <a:pt x="8" y="45"/>
                      <a:pt x="0" y="89"/>
                      <a:pt x="22" y="122"/>
                    </a:cubicBezTo>
                    <a:cubicBezTo>
                      <a:pt x="97" y="232"/>
                      <a:pt x="97" y="232"/>
                      <a:pt x="97" y="232"/>
                    </a:cubicBezTo>
                    <a:cubicBezTo>
                      <a:pt x="119" y="265"/>
                      <a:pt x="163" y="273"/>
                      <a:pt x="196" y="251"/>
                    </a:cubicBezTo>
                    <a:cubicBezTo>
                      <a:pt x="196" y="251"/>
                      <a:pt x="196" y="251"/>
                      <a:pt x="196" y="251"/>
                    </a:cubicBezTo>
                    <a:cubicBezTo>
                      <a:pt x="228" y="229"/>
                      <a:pt x="237" y="184"/>
                      <a:pt x="215" y="152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18" y="9"/>
                      <a:pt x="73" y="0"/>
                      <a:pt x="41" y="23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1" name="íṥľî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24B46660-5B61-430F-B2F0-127B02C91A5C}"/>
                  </a:ext>
                </a:extLst>
              </p:cNvPr>
              <p:cNvSpPr/>
              <p:nvPr/>
            </p:nvSpPr>
            <p:spPr bwMode="auto">
              <a:xfrm>
                <a:off x="5403858" y="5001033"/>
                <a:ext cx="365364" cy="413597"/>
              </a:xfrm>
              <a:custGeom>
                <a:avLst/>
                <a:gdLst>
                  <a:gd name="T0" fmla="*/ 41 w 226"/>
                  <a:gd name="T1" fmla="*/ 22 h 256"/>
                  <a:gd name="T2" fmla="*/ 41 w 226"/>
                  <a:gd name="T3" fmla="*/ 22 h 256"/>
                  <a:gd name="T4" fmla="*/ 22 w 226"/>
                  <a:gd name="T5" fmla="*/ 121 h 256"/>
                  <a:gd name="T6" fmla="*/ 86 w 226"/>
                  <a:gd name="T7" fmla="*/ 215 h 256"/>
                  <a:gd name="T8" fmla="*/ 185 w 226"/>
                  <a:gd name="T9" fmla="*/ 234 h 256"/>
                  <a:gd name="T10" fmla="*/ 185 w 226"/>
                  <a:gd name="T11" fmla="*/ 234 h 256"/>
                  <a:gd name="T12" fmla="*/ 204 w 226"/>
                  <a:gd name="T13" fmla="*/ 134 h 256"/>
                  <a:gd name="T14" fmla="*/ 140 w 226"/>
                  <a:gd name="T15" fmla="*/ 40 h 256"/>
                  <a:gd name="T16" fmla="*/ 41 w 226"/>
                  <a:gd name="T17" fmla="*/ 22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6" h="256">
                    <a:moveTo>
                      <a:pt x="41" y="22"/>
                    </a:moveTo>
                    <a:cubicBezTo>
                      <a:pt x="41" y="22"/>
                      <a:pt x="41" y="22"/>
                      <a:pt x="41" y="22"/>
                    </a:cubicBezTo>
                    <a:cubicBezTo>
                      <a:pt x="8" y="44"/>
                      <a:pt x="0" y="88"/>
                      <a:pt x="22" y="121"/>
                    </a:cubicBezTo>
                    <a:cubicBezTo>
                      <a:pt x="86" y="215"/>
                      <a:pt x="86" y="215"/>
                      <a:pt x="86" y="215"/>
                    </a:cubicBezTo>
                    <a:cubicBezTo>
                      <a:pt x="108" y="247"/>
                      <a:pt x="153" y="256"/>
                      <a:pt x="185" y="234"/>
                    </a:cubicBezTo>
                    <a:cubicBezTo>
                      <a:pt x="185" y="234"/>
                      <a:pt x="185" y="234"/>
                      <a:pt x="185" y="234"/>
                    </a:cubicBezTo>
                    <a:cubicBezTo>
                      <a:pt x="217" y="212"/>
                      <a:pt x="226" y="167"/>
                      <a:pt x="204" y="134"/>
                    </a:cubicBezTo>
                    <a:cubicBezTo>
                      <a:pt x="140" y="40"/>
                      <a:pt x="140" y="40"/>
                      <a:pt x="140" y="40"/>
                    </a:cubicBezTo>
                    <a:cubicBezTo>
                      <a:pt x="118" y="8"/>
                      <a:pt x="73" y="0"/>
                      <a:pt x="41" y="2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isḷï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9028A59-3263-4065-9D7C-04F89D6C443C}"/>
                  </a:ext>
                </a:extLst>
              </p:cNvPr>
              <p:cNvSpPr/>
              <p:nvPr/>
            </p:nvSpPr>
            <p:spPr bwMode="auto">
              <a:xfrm>
                <a:off x="6486686" y="5521948"/>
                <a:ext cx="315925" cy="1103327"/>
              </a:xfrm>
              <a:custGeom>
                <a:avLst/>
                <a:gdLst>
                  <a:gd name="T0" fmla="*/ 51 w 195"/>
                  <a:gd name="T1" fmla="*/ 682 h 682"/>
                  <a:gd name="T2" fmla="*/ 0 w 195"/>
                  <a:gd name="T3" fmla="*/ 682 h 682"/>
                  <a:gd name="T4" fmla="*/ 6 w 195"/>
                  <a:gd name="T5" fmla="*/ 620 h 682"/>
                  <a:gd name="T6" fmla="*/ 49 w 195"/>
                  <a:gd name="T7" fmla="*/ 119 h 682"/>
                  <a:gd name="T8" fmla="*/ 195 w 195"/>
                  <a:gd name="T9" fmla="*/ 0 h 682"/>
                  <a:gd name="T10" fmla="*/ 144 w 195"/>
                  <a:gd name="T11" fmla="*/ 592 h 682"/>
                  <a:gd name="T12" fmla="*/ 51 w 195"/>
                  <a:gd name="T13" fmla="*/ 682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682">
                    <a:moveTo>
                      <a:pt x="51" y="682"/>
                    </a:moveTo>
                    <a:cubicBezTo>
                      <a:pt x="0" y="682"/>
                      <a:pt x="0" y="682"/>
                      <a:pt x="0" y="682"/>
                    </a:cubicBezTo>
                    <a:cubicBezTo>
                      <a:pt x="6" y="620"/>
                      <a:pt x="6" y="620"/>
                      <a:pt x="6" y="620"/>
                    </a:cubicBezTo>
                    <a:cubicBezTo>
                      <a:pt x="49" y="119"/>
                      <a:pt x="49" y="119"/>
                      <a:pt x="49" y="119"/>
                    </a:cubicBezTo>
                    <a:cubicBezTo>
                      <a:pt x="58" y="14"/>
                      <a:pt x="129" y="0"/>
                      <a:pt x="195" y="0"/>
                    </a:cubicBezTo>
                    <a:cubicBezTo>
                      <a:pt x="144" y="592"/>
                      <a:pt x="144" y="592"/>
                      <a:pt x="144" y="592"/>
                    </a:cubicBezTo>
                    <a:cubicBezTo>
                      <a:pt x="139" y="642"/>
                      <a:pt x="98" y="682"/>
                      <a:pt x="51" y="682"/>
                    </a:cubicBezTo>
                    <a:close/>
                  </a:path>
                </a:pathLst>
              </a:custGeom>
              <a:solidFill>
                <a:srgbClr val="ECBB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3" name="ïṧľî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FAFD868-2B5C-4226-9533-CEEA2EFF1284}"/>
                  </a:ext>
                </a:extLst>
              </p:cNvPr>
              <p:cNvSpPr/>
              <p:nvPr/>
            </p:nvSpPr>
            <p:spPr bwMode="auto">
              <a:xfrm>
                <a:off x="5986270" y="5091469"/>
                <a:ext cx="220665" cy="279751"/>
              </a:xfrm>
              <a:custGeom>
                <a:avLst/>
                <a:gdLst>
                  <a:gd name="T0" fmla="*/ 43 w 183"/>
                  <a:gd name="T1" fmla="*/ 119 h 232"/>
                  <a:gd name="T2" fmla="*/ 0 w 183"/>
                  <a:gd name="T3" fmla="*/ 119 h 232"/>
                  <a:gd name="T4" fmla="*/ 91 w 183"/>
                  <a:gd name="T5" fmla="*/ 232 h 232"/>
                  <a:gd name="T6" fmla="*/ 183 w 183"/>
                  <a:gd name="T7" fmla="*/ 119 h 232"/>
                  <a:gd name="T8" fmla="*/ 140 w 183"/>
                  <a:gd name="T9" fmla="*/ 119 h 232"/>
                  <a:gd name="T10" fmla="*/ 140 w 183"/>
                  <a:gd name="T11" fmla="*/ 0 h 232"/>
                  <a:gd name="T12" fmla="*/ 43 w 183"/>
                  <a:gd name="T13" fmla="*/ 0 h 232"/>
                  <a:gd name="T14" fmla="*/ 43 w 183"/>
                  <a:gd name="T15" fmla="*/ 11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3" h="232">
                    <a:moveTo>
                      <a:pt x="43" y="119"/>
                    </a:moveTo>
                    <a:lnTo>
                      <a:pt x="0" y="119"/>
                    </a:lnTo>
                    <a:lnTo>
                      <a:pt x="91" y="232"/>
                    </a:lnTo>
                    <a:lnTo>
                      <a:pt x="183" y="119"/>
                    </a:lnTo>
                    <a:lnTo>
                      <a:pt x="140" y="119"/>
                    </a:lnTo>
                    <a:lnTo>
                      <a:pt x="140" y="0"/>
                    </a:lnTo>
                    <a:lnTo>
                      <a:pt x="43" y="0"/>
                    </a:lnTo>
                    <a:lnTo>
                      <a:pt x="43" y="1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4" name="ïṧ1í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28DB29-F4A6-4E36-986A-DE6FA31424CE}"/>
                  </a:ext>
                </a:extLst>
              </p:cNvPr>
              <p:cNvSpPr/>
              <p:nvPr/>
            </p:nvSpPr>
            <p:spPr bwMode="auto">
              <a:xfrm>
                <a:off x="5854835" y="4887685"/>
                <a:ext cx="485946" cy="305073"/>
              </a:xfrm>
              <a:custGeom>
                <a:avLst/>
                <a:gdLst>
                  <a:gd name="T0" fmla="*/ 239 w 300"/>
                  <a:gd name="T1" fmla="*/ 189 h 189"/>
                  <a:gd name="T2" fmla="*/ 300 w 300"/>
                  <a:gd name="T3" fmla="*/ 129 h 189"/>
                  <a:gd name="T4" fmla="*/ 239 w 300"/>
                  <a:gd name="T5" fmla="*/ 69 h 189"/>
                  <a:gd name="T6" fmla="*/ 234 w 300"/>
                  <a:gd name="T7" fmla="*/ 69 h 189"/>
                  <a:gd name="T8" fmla="*/ 153 w 300"/>
                  <a:gd name="T9" fmla="*/ 0 h 189"/>
                  <a:gd name="T10" fmla="*/ 71 w 300"/>
                  <a:gd name="T11" fmla="*/ 70 h 189"/>
                  <a:gd name="T12" fmla="*/ 60 w 300"/>
                  <a:gd name="T13" fmla="*/ 69 h 189"/>
                  <a:gd name="T14" fmla="*/ 0 w 300"/>
                  <a:gd name="T15" fmla="*/ 129 h 189"/>
                  <a:gd name="T16" fmla="*/ 60 w 300"/>
                  <a:gd name="T17" fmla="*/ 189 h 189"/>
                  <a:gd name="T18" fmla="*/ 102 w 300"/>
                  <a:gd name="T19" fmla="*/ 189 h 189"/>
                  <a:gd name="T20" fmla="*/ 102 w 300"/>
                  <a:gd name="T21" fmla="*/ 114 h 189"/>
                  <a:gd name="T22" fmla="*/ 196 w 300"/>
                  <a:gd name="T23" fmla="*/ 114 h 189"/>
                  <a:gd name="T24" fmla="*/ 196 w 300"/>
                  <a:gd name="T25" fmla="*/ 189 h 189"/>
                  <a:gd name="T26" fmla="*/ 239 w 300"/>
                  <a:gd name="T27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00" h="189">
                    <a:moveTo>
                      <a:pt x="239" y="189"/>
                    </a:moveTo>
                    <a:cubicBezTo>
                      <a:pt x="273" y="189"/>
                      <a:pt x="300" y="162"/>
                      <a:pt x="300" y="129"/>
                    </a:cubicBezTo>
                    <a:cubicBezTo>
                      <a:pt x="300" y="96"/>
                      <a:pt x="273" y="69"/>
                      <a:pt x="239" y="69"/>
                    </a:cubicBezTo>
                    <a:cubicBezTo>
                      <a:pt x="238" y="69"/>
                      <a:pt x="236" y="69"/>
                      <a:pt x="234" y="69"/>
                    </a:cubicBezTo>
                    <a:cubicBezTo>
                      <a:pt x="228" y="30"/>
                      <a:pt x="194" y="0"/>
                      <a:pt x="153" y="0"/>
                    </a:cubicBezTo>
                    <a:cubicBezTo>
                      <a:pt x="111" y="0"/>
                      <a:pt x="77" y="30"/>
                      <a:pt x="71" y="70"/>
                    </a:cubicBezTo>
                    <a:cubicBezTo>
                      <a:pt x="67" y="69"/>
                      <a:pt x="64" y="69"/>
                      <a:pt x="60" y="69"/>
                    </a:cubicBezTo>
                    <a:cubicBezTo>
                      <a:pt x="27" y="69"/>
                      <a:pt x="0" y="96"/>
                      <a:pt x="0" y="129"/>
                    </a:cubicBezTo>
                    <a:cubicBezTo>
                      <a:pt x="0" y="162"/>
                      <a:pt x="27" y="189"/>
                      <a:pt x="60" y="189"/>
                    </a:cubicBezTo>
                    <a:cubicBezTo>
                      <a:pt x="102" y="189"/>
                      <a:pt x="102" y="189"/>
                      <a:pt x="102" y="189"/>
                    </a:cubicBezTo>
                    <a:cubicBezTo>
                      <a:pt x="102" y="114"/>
                      <a:pt x="102" y="114"/>
                      <a:pt x="102" y="114"/>
                    </a:cubicBezTo>
                    <a:cubicBezTo>
                      <a:pt x="196" y="114"/>
                      <a:pt x="196" y="114"/>
                      <a:pt x="196" y="114"/>
                    </a:cubicBezTo>
                    <a:cubicBezTo>
                      <a:pt x="196" y="189"/>
                      <a:pt x="196" y="189"/>
                      <a:pt x="196" y="189"/>
                    </a:cubicBezTo>
                    <a:lnTo>
                      <a:pt x="239" y="18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9870" y="2986111"/>
              <a:ext cx="460411" cy="289888"/>
              <a:chOff x="3429870" y="2986111"/>
              <a:chExt cx="460411" cy="289888"/>
            </a:xfrm>
          </p:grpSpPr>
          <p:sp>
            <p:nvSpPr>
              <p:cNvPr id="59" name="ïsļi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6BC5B29-11DF-4D30-BC10-04BA5D3023EF}"/>
                  </a:ext>
                </a:extLst>
              </p:cNvPr>
              <p:cNvSpPr/>
              <p:nvPr/>
            </p:nvSpPr>
            <p:spPr bwMode="auto">
              <a:xfrm>
                <a:off x="3429870" y="2986111"/>
                <a:ext cx="460411" cy="289888"/>
              </a:xfrm>
              <a:custGeom>
                <a:avLst/>
                <a:gdLst>
                  <a:gd name="T0" fmla="*/ 305 w 382"/>
                  <a:gd name="T1" fmla="*/ 241 h 241"/>
                  <a:gd name="T2" fmla="*/ 382 w 382"/>
                  <a:gd name="T3" fmla="*/ 164 h 241"/>
                  <a:gd name="T4" fmla="*/ 305 w 382"/>
                  <a:gd name="T5" fmla="*/ 88 h 241"/>
                  <a:gd name="T6" fmla="*/ 299 w 382"/>
                  <a:gd name="T7" fmla="*/ 88 h 241"/>
                  <a:gd name="T8" fmla="*/ 195 w 382"/>
                  <a:gd name="T9" fmla="*/ 0 h 241"/>
                  <a:gd name="T10" fmla="*/ 90 w 382"/>
                  <a:gd name="T11" fmla="*/ 89 h 241"/>
                  <a:gd name="T12" fmla="*/ 77 w 382"/>
                  <a:gd name="T13" fmla="*/ 88 h 241"/>
                  <a:gd name="T14" fmla="*/ 0 w 382"/>
                  <a:gd name="T15" fmla="*/ 164 h 241"/>
                  <a:gd name="T16" fmla="*/ 77 w 382"/>
                  <a:gd name="T17" fmla="*/ 241 h 241"/>
                  <a:gd name="T18" fmla="*/ 305 w 382"/>
                  <a:gd name="T19" fmla="*/ 241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2" h="241">
                    <a:moveTo>
                      <a:pt x="305" y="241"/>
                    </a:moveTo>
                    <a:cubicBezTo>
                      <a:pt x="348" y="241"/>
                      <a:pt x="382" y="207"/>
                      <a:pt x="382" y="164"/>
                    </a:cubicBezTo>
                    <a:cubicBezTo>
                      <a:pt x="382" y="122"/>
                      <a:pt x="348" y="88"/>
                      <a:pt x="305" y="88"/>
                    </a:cubicBezTo>
                    <a:cubicBezTo>
                      <a:pt x="303" y="88"/>
                      <a:pt x="301" y="88"/>
                      <a:pt x="299" y="88"/>
                    </a:cubicBezTo>
                    <a:cubicBezTo>
                      <a:pt x="290" y="38"/>
                      <a:pt x="247" y="0"/>
                      <a:pt x="195" y="0"/>
                    </a:cubicBezTo>
                    <a:cubicBezTo>
                      <a:pt x="142" y="0"/>
                      <a:pt x="98" y="38"/>
                      <a:pt x="90" y="89"/>
                    </a:cubicBezTo>
                    <a:cubicBezTo>
                      <a:pt x="86" y="88"/>
                      <a:pt x="82" y="88"/>
                      <a:pt x="77" y="88"/>
                    </a:cubicBezTo>
                    <a:cubicBezTo>
                      <a:pt x="35" y="88"/>
                      <a:pt x="0" y="122"/>
                      <a:pt x="0" y="164"/>
                    </a:cubicBezTo>
                    <a:cubicBezTo>
                      <a:pt x="0" y="207"/>
                      <a:pt x="35" y="241"/>
                      <a:pt x="77" y="241"/>
                    </a:cubicBezTo>
                    <a:lnTo>
                      <a:pt x="305" y="24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iṡlîḑ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462FD84-5315-4143-9775-8B8E32E0F4E1}"/>
                  </a:ext>
                </a:extLst>
              </p:cNvPr>
              <p:cNvSpPr/>
              <p:nvPr/>
            </p:nvSpPr>
            <p:spPr bwMode="auto">
              <a:xfrm>
                <a:off x="3547837" y="3077567"/>
                <a:ext cx="203730" cy="183088"/>
              </a:xfrm>
              <a:custGeom>
                <a:avLst/>
                <a:gdLst>
                  <a:gd name="T0" fmla="*/ 166 w 169"/>
                  <a:gd name="T1" fmla="*/ 43 h 152"/>
                  <a:gd name="T2" fmla="*/ 127 w 169"/>
                  <a:gd name="T3" fmla="*/ 39 h 152"/>
                  <a:gd name="T4" fmla="*/ 104 w 169"/>
                  <a:gd name="T5" fmla="*/ 48 h 152"/>
                  <a:gd name="T6" fmla="*/ 58 w 169"/>
                  <a:gd name="T7" fmla="*/ 0 h 152"/>
                  <a:gd name="T8" fmla="*/ 42 w 169"/>
                  <a:gd name="T9" fmla="*/ 6 h 152"/>
                  <a:gd name="T10" fmla="*/ 75 w 169"/>
                  <a:gd name="T11" fmla="*/ 59 h 152"/>
                  <a:gd name="T12" fmla="*/ 43 w 169"/>
                  <a:gd name="T13" fmla="*/ 71 h 152"/>
                  <a:gd name="T14" fmla="*/ 16 w 169"/>
                  <a:gd name="T15" fmla="*/ 54 h 152"/>
                  <a:gd name="T16" fmla="*/ 0 w 169"/>
                  <a:gd name="T17" fmla="*/ 60 h 152"/>
                  <a:gd name="T18" fmla="*/ 30 w 169"/>
                  <a:gd name="T19" fmla="*/ 95 h 152"/>
                  <a:gd name="T20" fmla="*/ 31 w 169"/>
                  <a:gd name="T21" fmla="*/ 140 h 152"/>
                  <a:gd name="T22" fmla="*/ 47 w 169"/>
                  <a:gd name="T23" fmla="*/ 134 h 152"/>
                  <a:gd name="T24" fmla="*/ 55 w 169"/>
                  <a:gd name="T25" fmla="*/ 104 h 152"/>
                  <a:gd name="T26" fmla="*/ 87 w 169"/>
                  <a:gd name="T27" fmla="*/ 92 h 152"/>
                  <a:gd name="T28" fmla="*/ 98 w 169"/>
                  <a:gd name="T29" fmla="*/ 152 h 152"/>
                  <a:gd name="T30" fmla="*/ 114 w 169"/>
                  <a:gd name="T31" fmla="*/ 146 h 152"/>
                  <a:gd name="T32" fmla="*/ 117 w 169"/>
                  <a:gd name="T33" fmla="*/ 81 h 152"/>
                  <a:gd name="T34" fmla="*/ 139 w 169"/>
                  <a:gd name="T35" fmla="*/ 72 h 152"/>
                  <a:gd name="T36" fmla="*/ 166 w 169"/>
                  <a:gd name="T37" fmla="*/ 4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9" h="152">
                    <a:moveTo>
                      <a:pt x="166" y="43"/>
                    </a:moveTo>
                    <a:cubicBezTo>
                      <a:pt x="162" y="34"/>
                      <a:pt x="136" y="36"/>
                      <a:pt x="127" y="39"/>
                    </a:cubicBezTo>
                    <a:cubicBezTo>
                      <a:pt x="104" y="48"/>
                      <a:pt x="104" y="48"/>
                      <a:pt x="104" y="48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75" y="59"/>
                      <a:pt x="75" y="59"/>
                      <a:pt x="75" y="59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1" y="140"/>
                      <a:pt x="31" y="140"/>
                      <a:pt x="31" y="140"/>
                    </a:cubicBezTo>
                    <a:cubicBezTo>
                      <a:pt x="47" y="134"/>
                      <a:pt x="47" y="134"/>
                      <a:pt x="47" y="134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87" y="92"/>
                      <a:pt x="87" y="92"/>
                      <a:pt x="87" y="92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114" y="146"/>
                      <a:pt x="114" y="146"/>
                      <a:pt x="114" y="146"/>
                    </a:cubicBezTo>
                    <a:cubicBezTo>
                      <a:pt x="117" y="81"/>
                      <a:pt x="117" y="81"/>
                      <a:pt x="117" y="81"/>
                    </a:cubicBezTo>
                    <a:cubicBezTo>
                      <a:pt x="139" y="72"/>
                      <a:pt x="139" y="72"/>
                      <a:pt x="139" y="72"/>
                    </a:cubicBezTo>
                    <a:cubicBezTo>
                      <a:pt x="148" y="68"/>
                      <a:pt x="169" y="52"/>
                      <a:pt x="166" y="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714506" y="1752376"/>
              <a:ext cx="589508" cy="587222"/>
              <a:chOff x="6863616" y="2955730"/>
              <a:chExt cx="231552" cy="230654"/>
            </a:xfrm>
          </p:grpSpPr>
          <p:sp>
            <p:nvSpPr>
              <p:cNvPr id="57" name="ïŝľï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55E3D9E-7AF7-4B57-A696-ADFFAE7D6615}"/>
                  </a:ext>
                </a:extLst>
              </p:cNvPr>
              <p:cNvSpPr/>
              <p:nvPr/>
            </p:nvSpPr>
            <p:spPr bwMode="auto">
              <a:xfrm>
                <a:off x="6863616" y="2955730"/>
                <a:ext cx="231552" cy="230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ïśḷï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C6CA86FD-69B8-4935-8A94-40CEB1852399}"/>
                  </a:ext>
                </a:extLst>
              </p:cNvPr>
              <p:cNvSpPr/>
              <p:nvPr/>
            </p:nvSpPr>
            <p:spPr bwMode="auto">
              <a:xfrm>
                <a:off x="6923747" y="3019451"/>
                <a:ext cx="111288" cy="103211"/>
              </a:xfrm>
              <a:custGeom>
                <a:avLst/>
                <a:gdLst>
                  <a:gd name="T0" fmla="*/ 16 w 92"/>
                  <a:gd name="T1" fmla="*/ 86 h 86"/>
                  <a:gd name="T2" fmla="*/ 31 w 92"/>
                  <a:gd name="T3" fmla="*/ 71 h 86"/>
                  <a:gd name="T4" fmla="*/ 31 w 92"/>
                  <a:gd name="T5" fmla="*/ 71 h 86"/>
                  <a:gd name="T6" fmla="*/ 31 w 92"/>
                  <a:gd name="T7" fmla="*/ 20 h 86"/>
                  <a:gd name="T8" fmla="*/ 82 w 92"/>
                  <a:gd name="T9" fmla="*/ 20 h 86"/>
                  <a:gd name="T10" fmla="*/ 82 w 92"/>
                  <a:gd name="T11" fmla="*/ 56 h 86"/>
                  <a:gd name="T12" fmla="*/ 76 w 92"/>
                  <a:gd name="T13" fmla="*/ 55 h 86"/>
                  <a:gd name="T14" fmla="*/ 60 w 92"/>
                  <a:gd name="T15" fmla="*/ 71 h 86"/>
                  <a:gd name="T16" fmla="*/ 76 w 92"/>
                  <a:gd name="T17" fmla="*/ 86 h 86"/>
                  <a:gd name="T18" fmla="*/ 92 w 92"/>
                  <a:gd name="T19" fmla="*/ 71 h 86"/>
                  <a:gd name="T20" fmla="*/ 92 w 92"/>
                  <a:gd name="T21" fmla="*/ 71 h 86"/>
                  <a:gd name="T22" fmla="*/ 92 w 92"/>
                  <a:gd name="T23" fmla="*/ 71 h 86"/>
                  <a:gd name="T24" fmla="*/ 92 w 92"/>
                  <a:gd name="T25" fmla="*/ 20 h 86"/>
                  <a:gd name="T26" fmla="*/ 92 w 92"/>
                  <a:gd name="T27" fmla="*/ 0 h 86"/>
                  <a:gd name="T28" fmla="*/ 82 w 92"/>
                  <a:gd name="T29" fmla="*/ 0 h 86"/>
                  <a:gd name="T30" fmla="*/ 31 w 92"/>
                  <a:gd name="T31" fmla="*/ 0 h 86"/>
                  <a:gd name="T32" fmla="*/ 21 w 92"/>
                  <a:gd name="T33" fmla="*/ 0 h 86"/>
                  <a:gd name="T34" fmla="*/ 21 w 92"/>
                  <a:gd name="T35" fmla="*/ 20 h 86"/>
                  <a:gd name="T36" fmla="*/ 21 w 92"/>
                  <a:gd name="T37" fmla="*/ 56 h 86"/>
                  <a:gd name="T38" fmla="*/ 16 w 92"/>
                  <a:gd name="T39" fmla="*/ 55 h 86"/>
                  <a:gd name="T40" fmla="*/ 0 w 92"/>
                  <a:gd name="T41" fmla="*/ 71 h 86"/>
                  <a:gd name="T42" fmla="*/ 16 w 92"/>
                  <a:gd name="T43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2" h="86">
                    <a:moveTo>
                      <a:pt x="16" y="86"/>
                    </a:moveTo>
                    <a:cubicBezTo>
                      <a:pt x="24" y="86"/>
                      <a:pt x="31" y="79"/>
                      <a:pt x="31" y="71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82" y="20"/>
                      <a:pt x="82" y="20"/>
                      <a:pt x="82" y="20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0" y="55"/>
                      <a:pt x="78" y="55"/>
                      <a:pt x="76" y="55"/>
                    </a:cubicBezTo>
                    <a:cubicBezTo>
                      <a:pt x="67" y="55"/>
                      <a:pt x="60" y="62"/>
                      <a:pt x="60" y="71"/>
                    </a:cubicBezTo>
                    <a:cubicBezTo>
                      <a:pt x="60" y="79"/>
                      <a:pt x="67" y="86"/>
                      <a:pt x="76" y="86"/>
                    </a:cubicBezTo>
                    <a:cubicBezTo>
                      <a:pt x="85" y="86"/>
                      <a:pt x="92" y="79"/>
                      <a:pt x="92" y="71"/>
                    </a:cubicBezTo>
                    <a:cubicBezTo>
                      <a:pt x="92" y="71"/>
                      <a:pt x="92" y="71"/>
                      <a:pt x="92" y="71"/>
                    </a:cubicBezTo>
                    <a:cubicBezTo>
                      <a:pt x="92" y="71"/>
                      <a:pt x="92" y="71"/>
                      <a:pt x="92" y="71"/>
                    </a:cubicBezTo>
                    <a:cubicBezTo>
                      <a:pt x="92" y="20"/>
                      <a:pt x="92" y="20"/>
                      <a:pt x="92" y="2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0" y="55"/>
                      <a:pt x="18" y="55"/>
                      <a:pt x="16" y="55"/>
                    </a:cubicBezTo>
                    <a:cubicBezTo>
                      <a:pt x="7" y="55"/>
                      <a:pt x="0" y="62"/>
                      <a:pt x="0" y="71"/>
                    </a:cubicBezTo>
                    <a:cubicBezTo>
                      <a:pt x="0" y="79"/>
                      <a:pt x="7" y="86"/>
                      <a:pt x="16" y="8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4645023" y="5486723"/>
              <a:ext cx="473062" cy="470584"/>
              <a:chOff x="6597062" y="3268953"/>
              <a:chExt cx="171420" cy="170522"/>
            </a:xfrm>
          </p:grpSpPr>
          <p:sp>
            <p:nvSpPr>
              <p:cNvPr id="55" name="íŝ1í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BB36FD65-B5C4-4234-A9B3-435BDE0D818A}"/>
                  </a:ext>
                </a:extLst>
              </p:cNvPr>
              <p:cNvSpPr/>
              <p:nvPr/>
            </p:nvSpPr>
            <p:spPr bwMode="auto">
              <a:xfrm>
                <a:off x="6597062" y="3268953"/>
                <a:ext cx="171420" cy="17052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6" name="îSļïḍ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1601CF3-1951-4E16-ACF8-501192B9D175}"/>
                  </a:ext>
                </a:extLst>
              </p:cNvPr>
              <p:cNvSpPr/>
              <p:nvPr/>
            </p:nvSpPr>
            <p:spPr bwMode="auto">
              <a:xfrm>
                <a:off x="6639243" y="3320110"/>
                <a:ext cx="87056" cy="69106"/>
              </a:xfrm>
              <a:custGeom>
                <a:avLst/>
                <a:gdLst>
                  <a:gd name="T0" fmla="*/ 64 w 72"/>
                  <a:gd name="T1" fmla="*/ 13 h 57"/>
                  <a:gd name="T2" fmla="*/ 58 w 72"/>
                  <a:gd name="T3" fmla="*/ 13 h 57"/>
                  <a:gd name="T4" fmla="*/ 58 w 72"/>
                  <a:gd name="T5" fmla="*/ 16 h 57"/>
                  <a:gd name="T6" fmla="*/ 65 w 72"/>
                  <a:gd name="T7" fmla="*/ 32 h 57"/>
                  <a:gd name="T8" fmla="*/ 65 w 72"/>
                  <a:gd name="T9" fmla="*/ 39 h 57"/>
                  <a:gd name="T10" fmla="*/ 58 w 72"/>
                  <a:gd name="T11" fmla="*/ 57 h 57"/>
                  <a:gd name="T12" fmla="*/ 72 w 72"/>
                  <a:gd name="T13" fmla="*/ 53 h 57"/>
                  <a:gd name="T14" fmla="*/ 72 w 72"/>
                  <a:gd name="T15" fmla="*/ 20 h 57"/>
                  <a:gd name="T16" fmla="*/ 58 w 72"/>
                  <a:gd name="T17" fmla="*/ 0 h 57"/>
                  <a:gd name="T18" fmla="*/ 36 w 72"/>
                  <a:gd name="T19" fmla="*/ 4 h 57"/>
                  <a:gd name="T20" fmla="*/ 58 w 72"/>
                  <a:gd name="T21" fmla="*/ 13 h 57"/>
                  <a:gd name="T22" fmla="*/ 36 w 72"/>
                  <a:gd name="T23" fmla="*/ 45 h 57"/>
                  <a:gd name="T24" fmla="*/ 55 w 72"/>
                  <a:gd name="T25" fmla="*/ 53 h 57"/>
                  <a:gd name="T26" fmla="*/ 58 w 72"/>
                  <a:gd name="T27" fmla="*/ 57 h 57"/>
                  <a:gd name="T28" fmla="*/ 51 w 72"/>
                  <a:gd name="T29" fmla="*/ 39 h 57"/>
                  <a:gd name="T30" fmla="*/ 58 w 72"/>
                  <a:gd name="T31" fmla="*/ 32 h 57"/>
                  <a:gd name="T32" fmla="*/ 36 w 72"/>
                  <a:gd name="T33" fmla="*/ 16 h 57"/>
                  <a:gd name="T34" fmla="*/ 36 w 72"/>
                  <a:gd name="T35" fmla="*/ 0 h 57"/>
                  <a:gd name="T36" fmla="*/ 13 w 72"/>
                  <a:gd name="T37" fmla="*/ 0 h 57"/>
                  <a:gd name="T38" fmla="*/ 18 w 72"/>
                  <a:gd name="T39" fmla="*/ 4 h 57"/>
                  <a:gd name="T40" fmla="*/ 36 w 72"/>
                  <a:gd name="T41" fmla="*/ 4 h 57"/>
                  <a:gd name="T42" fmla="*/ 13 w 72"/>
                  <a:gd name="T43" fmla="*/ 57 h 57"/>
                  <a:gd name="T44" fmla="*/ 17 w 72"/>
                  <a:gd name="T45" fmla="*/ 53 h 57"/>
                  <a:gd name="T46" fmla="*/ 36 w 72"/>
                  <a:gd name="T47" fmla="*/ 45 h 57"/>
                  <a:gd name="T48" fmla="*/ 13 w 72"/>
                  <a:gd name="T49" fmla="*/ 16 h 57"/>
                  <a:gd name="T50" fmla="*/ 21 w 72"/>
                  <a:gd name="T51" fmla="*/ 32 h 57"/>
                  <a:gd name="T52" fmla="*/ 21 w 72"/>
                  <a:gd name="T53" fmla="*/ 39 h 57"/>
                  <a:gd name="T54" fmla="*/ 13 w 72"/>
                  <a:gd name="T55" fmla="*/ 57 h 57"/>
                  <a:gd name="T56" fmla="*/ 7 w 72"/>
                  <a:gd name="T57" fmla="*/ 13 h 57"/>
                  <a:gd name="T58" fmla="*/ 0 w 72"/>
                  <a:gd name="T59" fmla="*/ 43 h 57"/>
                  <a:gd name="T60" fmla="*/ 0 w 72"/>
                  <a:gd name="T61" fmla="*/ 53 h 57"/>
                  <a:gd name="T62" fmla="*/ 13 w 72"/>
                  <a:gd name="T63" fmla="*/ 57 h 57"/>
                  <a:gd name="T64" fmla="*/ 6 w 72"/>
                  <a:gd name="T65" fmla="*/ 39 h 57"/>
                  <a:gd name="T66" fmla="*/ 13 w 72"/>
                  <a:gd name="T67" fmla="*/ 32 h 57"/>
                  <a:gd name="T68" fmla="*/ 12 w 72"/>
                  <a:gd name="T69" fmla="*/ 16 h 57"/>
                  <a:gd name="T70" fmla="*/ 13 w 72"/>
                  <a:gd name="T7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2" h="57">
                    <a:moveTo>
                      <a:pt x="72" y="20"/>
                    </a:moveTo>
                    <a:cubicBezTo>
                      <a:pt x="64" y="13"/>
                      <a:pt x="64" y="13"/>
                      <a:pt x="64" y="13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65" y="32"/>
                      <a:pt x="65" y="32"/>
                      <a:pt x="65" y="32"/>
                    </a:cubicBezTo>
                    <a:cubicBezTo>
                      <a:pt x="65" y="39"/>
                      <a:pt x="65" y="39"/>
                      <a:pt x="65" y="39"/>
                    </a:cubicBezTo>
                    <a:cubicBezTo>
                      <a:pt x="65" y="39"/>
                      <a:pt x="65" y="39"/>
                      <a:pt x="65" y="39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68" y="57"/>
                      <a:pt x="68" y="57"/>
                      <a:pt x="68" y="57"/>
                    </a:cubicBezTo>
                    <a:cubicBezTo>
                      <a:pt x="70" y="57"/>
                      <a:pt x="72" y="55"/>
                      <a:pt x="72" y="53"/>
                    </a:cubicBezTo>
                    <a:cubicBezTo>
                      <a:pt x="72" y="45"/>
                      <a:pt x="72" y="45"/>
                      <a:pt x="72" y="45"/>
                    </a:cubicBezTo>
                    <a:lnTo>
                      <a:pt x="72" y="20"/>
                    </a:lnTo>
                    <a:close/>
                    <a:moveTo>
                      <a:pt x="58" y="0"/>
                    </a:moveTo>
                    <a:cubicBezTo>
                      <a:pt x="58" y="0"/>
                      <a:pt x="58" y="0"/>
                      <a:pt x="58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58" y="0"/>
                      <a:pt x="58" y="0"/>
                      <a:pt x="58" y="0"/>
                    </a:cubicBezTo>
                    <a:close/>
                    <a:moveTo>
                      <a:pt x="36" y="45"/>
                    </a:moveTo>
                    <a:cubicBezTo>
                      <a:pt x="55" y="45"/>
                      <a:pt x="55" y="45"/>
                      <a:pt x="55" y="45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5"/>
                      <a:pt x="56" y="57"/>
                      <a:pt x="58" y="57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2"/>
                      <a:pt x="51" y="32"/>
                      <a:pt x="51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36" y="16"/>
                      <a:pt x="36" y="16"/>
                      <a:pt x="36" y="16"/>
                    </a:cubicBezTo>
                    <a:lnTo>
                      <a:pt x="36" y="45"/>
                    </a:lnTo>
                    <a:close/>
                    <a:moveTo>
                      <a:pt x="36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0"/>
                      <a:pt x="36" y="0"/>
                      <a:pt x="36" y="0"/>
                    </a:cubicBezTo>
                    <a:close/>
                    <a:moveTo>
                      <a:pt x="13" y="57"/>
                    </a:moveTo>
                    <a:cubicBezTo>
                      <a:pt x="14" y="57"/>
                      <a:pt x="14" y="57"/>
                      <a:pt x="14" y="57"/>
                    </a:cubicBezTo>
                    <a:cubicBezTo>
                      <a:pt x="15" y="57"/>
                      <a:pt x="17" y="55"/>
                      <a:pt x="17" y="53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36" y="45"/>
                      <a:pt x="36" y="45"/>
                      <a:pt x="36" y="45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13" y="39"/>
                      <a:pt x="13" y="39"/>
                      <a:pt x="13" y="39"/>
                    </a:cubicBezTo>
                    <a:lnTo>
                      <a:pt x="13" y="57"/>
                    </a:lnTo>
                    <a:close/>
                    <a:moveTo>
                      <a:pt x="13" y="0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1" y="57"/>
                      <a:pt x="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3" y="13"/>
                      <a:pt x="13" y="13"/>
                      <a:pt x="13" y="13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785301" y="1793338"/>
              <a:ext cx="446403" cy="448754"/>
              <a:chOff x="5472510" y="2769950"/>
              <a:chExt cx="170522" cy="171420"/>
            </a:xfrm>
          </p:grpSpPr>
          <p:sp>
            <p:nvSpPr>
              <p:cNvPr id="48" name="ï$ḻïď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F04C265-F696-4151-BBD9-5439E5964049}"/>
                  </a:ext>
                </a:extLst>
              </p:cNvPr>
              <p:cNvSpPr/>
              <p:nvPr/>
            </p:nvSpPr>
            <p:spPr bwMode="auto">
              <a:xfrm>
                <a:off x="5472510" y="2769950"/>
                <a:ext cx="170522" cy="17142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íSḻiḑ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15C5BED-DB38-4399-A238-287C38F5EDA5}"/>
                  </a:ext>
                </a:extLst>
              </p:cNvPr>
              <p:cNvSpPr/>
              <p:nvPr/>
            </p:nvSpPr>
            <p:spPr bwMode="auto">
              <a:xfrm>
                <a:off x="5509308" y="2827389"/>
                <a:ext cx="27822" cy="55644"/>
              </a:xfrm>
              <a:custGeom>
                <a:avLst/>
                <a:gdLst>
                  <a:gd name="T0" fmla="*/ 0 w 31"/>
                  <a:gd name="T1" fmla="*/ 62 h 62"/>
                  <a:gd name="T2" fmla="*/ 31 w 31"/>
                  <a:gd name="T3" fmla="*/ 25 h 62"/>
                  <a:gd name="T4" fmla="*/ 0 w 31"/>
                  <a:gd name="T5" fmla="*/ 0 h 62"/>
                  <a:gd name="T6" fmla="*/ 0 w 31"/>
                  <a:gd name="T7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62">
                    <a:moveTo>
                      <a:pt x="0" y="62"/>
                    </a:moveTo>
                    <a:lnTo>
                      <a:pt x="31" y="25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ïṩļiḍ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FAC39F7-8492-4D5D-A581-E4E36FBA0E3A}"/>
                  </a:ext>
                </a:extLst>
              </p:cNvPr>
              <p:cNvSpPr/>
              <p:nvPr/>
            </p:nvSpPr>
            <p:spPr bwMode="auto">
              <a:xfrm>
                <a:off x="5577516" y="2827389"/>
                <a:ext cx="26925" cy="55644"/>
              </a:xfrm>
              <a:custGeom>
                <a:avLst/>
                <a:gdLst>
                  <a:gd name="T0" fmla="*/ 30 w 30"/>
                  <a:gd name="T1" fmla="*/ 62 h 62"/>
                  <a:gd name="T2" fmla="*/ 30 w 30"/>
                  <a:gd name="T3" fmla="*/ 0 h 62"/>
                  <a:gd name="T4" fmla="*/ 0 w 30"/>
                  <a:gd name="T5" fmla="*/ 25 h 62"/>
                  <a:gd name="T6" fmla="*/ 30 w 30"/>
                  <a:gd name="T7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62">
                    <a:moveTo>
                      <a:pt x="30" y="62"/>
                    </a:moveTo>
                    <a:lnTo>
                      <a:pt x="30" y="0"/>
                    </a:lnTo>
                    <a:lnTo>
                      <a:pt x="0" y="25"/>
                    </a:lnTo>
                    <a:lnTo>
                      <a:pt x="30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ïṣ1ïḋè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B38974F-D98E-4B05-A830-F7999F9FF3EA}"/>
                  </a:ext>
                </a:extLst>
              </p:cNvPr>
              <p:cNvSpPr/>
              <p:nvPr/>
            </p:nvSpPr>
            <p:spPr bwMode="auto">
              <a:xfrm>
                <a:off x="5604441" y="2885726"/>
                <a:ext cx="898" cy="89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îṣ1í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92B1785-5BD6-45B0-B5B6-E1087AF58F23}"/>
                  </a:ext>
                </a:extLst>
              </p:cNvPr>
              <p:cNvSpPr/>
              <p:nvPr/>
            </p:nvSpPr>
            <p:spPr bwMode="auto">
              <a:xfrm>
                <a:off x="5509308" y="2885726"/>
                <a:ext cx="898" cy="89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3" name="ïṥlíď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788333B-B9AB-48C0-AC85-474ABF5083B2}"/>
                  </a:ext>
                </a:extLst>
              </p:cNvPr>
              <p:cNvSpPr/>
              <p:nvPr/>
            </p:nvSpPr>
            <p:spPr bwMode="auto">
              <a:xfrm>
                <a:off x="5511102" y="2851622"/>
                <a:ext cx="92441" cy="34104"/>
              </a:xfrm>
              <a:custGeom>
                <a:avLst/>
                <a:gdLst>
                  <a:gd name="T0" fmla="*/ 103 w 103"/>
                  <a:gd name="T1" fmla="*/ 38 h 38"/>
                  <a:gd name="T2" fmla="*/ 103 w 103"/>
                  <a:gd name="T3" fmla="*/ 38 h 38"/>
                  <a:gd name="T4" fmla="*/ 71 w 103"/>
                  <a:gd name="T5" fmla="*/ 0 h 38"/>
                  <a:gd name="T6" fmla="*/ 52 w 103"/>
                  <a:gd name="T7" fmla="*/ 15 h 38"/>
                  <a:gd name="T8" fmla="*/ 32 w 103"/>
                  <a:gd name="T9" fmla="*/ 0 h 38"/>
                  <a:gd name="T10" fmla="*/ 1 w 103"/>
                  <a:gd name="T11" fmla="*/ 38 h 38"/>
                  <a:gd name="T12" fmla="*/ 0 w 103"/>
                  <a:gd name="T13" fmla="*/ 38 h 38"/>
                  <a:gd name="T14" fmla="*/ 103 w 103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3" h="38">
                    <a:moveTo>
                      <a:pt x="103" y="38"/>
                    </a:moveTo>
                    <a:lnTo>
                      <a:pt x="103" y="38"/>
                    </a:lnTo>
                    <a:lnTo>
                      <a:pt x="71" y="0"/>
                    </a:lnTo>
                    <a:lnTo>
                      <a:pt x="52" y="15"/>
                    </a:lnTo>
                    <a:lnTo>
                      <a:pt x="32" y="0"/>
                    </a:lnTo>
                    <a:lnTo>
                      <a:pt x="1" y="38"/>
                    </a:lnTo>
                    <a:lnTo>
                      <a:pt x="0" y="38"/>
                    </a:lnTo>
                    <a:lnTo>
                      <a:pt x="103" y="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iṧḻïd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3DB5330F-5515-402D-B018-938C291062AA}"/>
                  </a:ext>
                </a:extLst>
              </p:cNvPr>
              <p:cNvSpPr/>
              <p:nvPr/>
            </p:nvSpPr>
            <p:spPr bwMode="auto">
              <a:xfrm>
                <a:off x="5512000" y="2825594"/>
                <a:ext cx="90646" cy="35900"/>
              </a:xfrm>
              <a:custGeom>
                <a:avLst/>
                <a:gdLst>
                  <a:gd name="T0" fmla="*/ 31 w 101"/>
                  <a:gd name="T1" fmla="*/ 24 h 40"/>
                  <a:gd name="T2" fmla="*/ 32 w 101"/>
                  <a:gd name="T3" fmla="*/ 25 h 40"/>
                  <a:gd name="T4" fmla="*/ 34 w 101"/>
                  <a:gd name="T5" fmla="*/ 27 h 40"/>
                  <a:gd name="T6" fmla="*/ 51 w 101"/>
                  <a:gd name="T7" fmla="*/ 40 h 40"/>
                  <a:gd name="T8" fmla="*/ 69 w 101"/>
                  <a:gd name="T9" fmla="*/ 27 h 40"/>
                  <a:gd name="T10" fmla="*/ 70 w 101"/>
                  <a:gd name="T11" fmla="*/ 25 h 40"/>
                  <a:gd name="T12" fmla="*/ 71 w 101"/>
                  <a:gd name="T13" fmla="*/ 24 h 40"/>
                  <a:gd name="T14" fmla="*/ 101 w 101"/>
                  <a:gd name="T15" fmla="*/ 0 h 40"/>
                  <a:gd name="T16" fmla="*/ 0 w 101"/>
                  <a:gd name="T17" fmla="*/ 0 h 40"/>
                  <a:gd name="T18" fmla="*/ 31 w 101"/>
                  <a:gd name="T19" fmla="*/ 2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" h="40">
                    <a:moveTo>
                      <a:pt x="31" y="24"/>
                    </a:moveTo>
                    <a:lnTo>
                      <a:pt x="32" y="25"/>
                    </a:lnTo>
                    <a:lnTo>
                      <a:pt x="34" y="27"/>
                    </a:lnTo>
                    <a:lnTo>
                      <a:pt x="51" y="40"/>
                    </a:lnTo>
                    <a:lnTo>
                      <a:pt x="69" y="27"/>
                    </a:lnTo>
                    <a:lnTo>
                      <a:pt x="70" y="25"/>
                    </a:lnTo>
                    <a:lnTo>
                      <a:pt x="71" y="24"/>
                    </a:lnTo>
                    <a:lnTo>
                      <a:pt x="101" y="0"/>
                    </a:lnTo>
                    <a:lnTo>
                      <a:pt x="0" y="0"/>
                    </a:lnTo>
                    <a:lnTo>
                      <a:pt x="31" y="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8260861" y="2740673"/>
              <a:ext cx="487335" cy="485541"/>
              <a:chOff x="8403906" y="2772211"/>
              <a:chExt cx="487335" cy="485541"/>
            </a:xfrm>
          </p:grpSpPr>
          <p:sp>
            <p:nvSpPr>
              <p:cNvPr id="44" name="ïṧḻîḓê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3AE06A5-7958-49A4-9D3A-CC8B872D22C9}"/>
                  </a:ext>
                </a:extLst>
              </p:cNvPr>
              <p:cNvSpPr/>
              <p:nvPr/>
            </p:nvSpPr>
            <p:spPr bwMode="auto">
              <a:xfrm>
                <a:off x="8403906" y="2772211"/>
                <a:ext cx="487335" cy="485541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  <a:headEnd/>
                <a:tailEnd/>
              </a:ln>
              <a:extLst/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8503752" y="2853374"/>
                <a:ext cx="284304" cy="346583"/>
                <a:chOff x="1523786" y="5174986"/>
                <a:chExt cx="94236" cy="114879"/>
              </a:xfrm>
            </p:grpSpPr>
            <p:sp>
              <p:nvSpPr>
                <p:cNvPr id="46" name="íśļidê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5893B3B-C03B-4BAD-AAF8-ABF14EC310F4}"/>
                    </a:ext>
                  </a:extLst>
                </p:cNvPr>
                <p:cNvSpPr/>
                <p:nvPr/>
              </p:nvSpPr>
              <p:spPr bwMode="auto">
                <a:xfrm>
                  <a:off x="1523786" y="5176781"/>
                  <a:ext cx="40387" cy="113084"/>
                </a:xfrm>
                <a:custGeom>
                  <a:avLst/>
                  <a:gdLst>
                    <a:gd name="T0" fmla="*/ 4 w 33"/>
                    <a:gd name="T1" fmla="*/ 11 h 94"/>
                    <a:gd name="T2" fmla="*/ 1 w 33"/>
                    <a:gd name="T3" fmla="*/ 23 h 94"/>
                    <a:gd name="T4" fmla="*/ 3 w 33"/>
                    <a:gd name="T5" fmla="*/ 32 h 94"/>
                    <a:gd name="T6" fmla="*/ 12 w 33"/>
                    <a:gd name="T7" fmla="*/ 43 h 94"/>
                    <a:gd name="T8" fmla="*/ 12 w 33"/>
                    <a:gd name="T9" fmla="*/ 94 h 94"/>
                    <a:gd name="T10" fmla="*/ 21 w 33"/>
                    <a:gd name="T11" fmla="*/ 94 h 94"/>
                    <a:gd name="T12" fmla="*/ 21 w 33"/>
                    <a:gd name="T13" fmla="*/ 43 h 94"/>
                    <a:gd name="T14" fmla="*/ 30 w 33"/>
                    <a:gd name="T15" fmla="*/ 32 h 94"/>
                    <a:gd name="T16" fmla="*/ 33 w 33"/>
                    <a:gd name="T17" fmla="*/ 23 h 94"/>
                    <a:gd name="T18" fmla="*/ 29 w 33"/>
                    <a:gd name="T19" fmla="*/ 11 h 94"/>
                    <a:gd name="T20" fmla="*/ 22 w 33"/>
                    <a:gd name="T21" fmla="*/ 0 h 94"/>
                    <a:gd name="T22" fmla="*/ 25 w 33"/>
                    <a:gd name="T23" fmla="*/ 22 h 94"/>
                    <a:gd name="T24" fmla="*/ 22 w 33"/>
                    <a:gd name="T25" fmla="*/ 22 h 94"/>
                    <a:gd name="T26" fmla="*/ 19 w 33"/>
                    <a:gd name="T27" fmla="*/ 0 h 94"/>
                    <a:gd name="T28" fmla="*/ 17 w 33"/>
                    <a:gd name="T29" fmla="*/ 0 h 94"/>
                    <a:gd name="T30" fmla="*/ 15 w 33"/>
                    <a:gd name="T31" fmla="*/ 0 h 94"/>
                    <a:gd name="T32" fmla="*/ 12 w 33"/>
                    <a:gd name="T33" fmla="*/ 22 h 94"/>
                    <a:gd name="T34" fmla="*/ 9 w 33"/>
                    <a:gd name="T35" fmla="*/ 22 h 94"/>
                    <a:gd name="T36" fmla="*/ 12 w 33"/>
                    <a:gd name="T37" fmla="*/ 0 h 94"/>
                    <a:gd name="T38" fmla="*/ 4 w 33"/>
                    <a:gd name="T39" fmla="*/ 11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3" h="94">
                      <a:moveTo>
                        <a:pt x="4" y="11"/>
                      </a:moveTo>
                      <a:cubicBezTo>
                        <a:pt x="3" y="15"/>
                        <a:pt x="1" y="18"/>
                        <a:pt x="1" y="23"/>
                      </a:cubicBezTo>
                      <a:cubicBezTo>
                        <a:pt x="0" y="26"/>
                        <a:pt x="1" y="29"/>
                        <a:pt x="3" y="32"/>
                      </a:cubicBezTo>
                      <a:cubicBezTo>
                        <a:pt x="5" y="36"/>
                        <a:pt x="8" y="40"/>
                        <a:pt x="12" y="43"/>
                      </a:cubicBezTo>
                      <a:cubicBezTo>
                        <a:pt x="12" y="94"/>
                        <a:pt x="12" y="94"/>
                        <a:pt x="12" y="94"/>
                      </a:cubicBezTo>
                      <a:cubicBezTo>
                        <a:pt x="21" y="94"/>
                        <a:pt x="21" y="94"/>
                        <a:pt x="21" y="94"/>
                      </a:cubicBezTo>
                      <a:cubicBezTo>
                        <a:pt x="21" y="43"/>
                        <a:pt x="21" y="43"/>
                        <a:pt x="21" y="43"/>
                      </a:cubicBezTo>
                      <a:cubicBezTo>
                        <a:pt x="25" y="41"/>
                        <a:pt x="29" y="36"/>
                        <a:pt x="30" y="32"/>
                      </a:cubicBezTo>
                      <a:cubicBezTo>
                        <a:pt x="32" y="29"/>
                        <a:pt x="33" y="26"/>
                        <a:pt x="33" y="23"/>
                      </a:cubicBezTo>
                      <a:cubicBezTo>
                        <a:pt x="32" y="18"/>
                        <a:pt x="31" y="15"/>
                        <a:pt x="29" y="11"/>
                      </a:cubicBezTo>
                      <a:cubicBezTo>
                        <a:pt x="28" y="8"/>
                        <a:pt x="26" y="0"/>
                        <a:pt x="22" y="0"/>
                      </a:cubicBezTo>
                      <a:cubicBezTo>
                        <a:pt x="25" y="22"/>
                        <a:pt x="25" y="22"/>
                        <a:pt x="25" y="22"/>
                      </a:cubicBezTo>
                      <a:cubicBezTo>
                        <a:pt x="22" y="22"/>
                        <a:pt x="22" y="22"/>
                        <a:pt x="22" y="22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9" y="22"/>
                        <a:pt x="9" y="22"/>
                        <a:pt x="9" y="22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8" y="0"/>
                        <a:pt x="5" y="8"/>
                        <a:pt x="4" y="1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" name="íśḷiď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AE53AA61-9909-4235-939C-A7402EF7303F}"/>
                    </a:ext>
                  </a:extLst>
                </p:cNvPr>
                <p:cNvSpPr/>
                <p:nvPr/>
              </p:nvSpPr>
              <p:spPr bwMode="auto">
                <a:xfrm>
                  <a:off x="1575840" y="5174986"/>
                  <a:ext cx="42182" cy="114878"/>
                </a:xfrm>
                <a:custGeom>
                  <a:avLst/>
                  <a:gdLst>
                    <a:gd name="T0" fmla="*/ 22 w 35"/>
                    <a:gd name="T1" fmla="*/ 96 h 96"/>
                    <a:gd name="T2" fmla="*/ 22 w 35"/>
                    <a:gd name="T3" fmla="*/ 46 h 96"/>
                    <a:gd name="T4" fmla="*/ 35 w 35"/>
                    <a:gd name="T5" fmla="*/ 25 h 96"/>
                    <a:gd name="T6" fmla="*/ 18 w 35"/>
                    <a:gd name="T7" fmla="*/ 0 h 96"/>
                    <a:gd name="T8" fmla="*/ 0 w 35"/>
                    <a:gd name="T9" fmla="*/ 25 h 96"/>
                    <a:gd name="T10" fmla="*/ 13 w 35"/>
                    <a:gd name="T11" fmla="*/ 45 h 96"/>
                    <a:gd name="T12" fmla="*/ 13 w 35"/>
                    <a:gd name="T13" fmla="*/ 96 h 96"/>
                    <a:gd name="T14" fmla="*/ 22 w 35"/>
                    <a:gd name="T15" fmla="*/ 96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5" h="96">
                      <a:moveTo>
                        <a:pt x="22" y="96"/>
                      </a:moveTo>
                      <a:cubicBezTo>
                        <a:pt x="22" y="46"/>
                        <a:pt x="22" y="46"/>
                        <a:pt x="22" y="46"/>
                      </a:cubicBezTo>
                      <a:cubicBezTo>
                        <a:pt x="29" y="43"/>
                        <a:pt x="35" y="35"/>
                        <a:pt x="35" y="25"/>
                      </a:cubicBezTo>
                      <a:cubicBezTo>
                        <a:pt x="35" y="14"/>
                        <a:pt x="27" y="0"/>
                        <a:pt x="18" y="0"/>
                      </a:cubicBezTo>
                      <a:cubicBezTo>
                        <a:pt x="8" y="0"/>
                        <a:pt x="0" y="14"/>
                        <a:pt x="0" y="25"/>
                      </a:cubicBezTo>
                      <a:cubicBezTo>
                        <a:pt x="0" y="35"/>
                        <a:pt x="6" y="43"/>
                        <a:pt x="13" y="45"/>
                      </a:cubicBezTo>
                      <a:cubicBezTo>
                        <a:pt x="13" y="96"/>
                        <a:pt x="13" y="96"/>
                        <a:pt x="13" y="96"/>
                      </a:cubicBezTo>
                      <a:lnTo>
                        <a:pt x="22" y="9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1" name="组合 30"/>
            <p:cNvGrpSpPr/>
            <p:nvPr/>
          </p:nvGrpSpPr>
          <p:grpSpPr>
            <a:xfrm>
              <a:off x="6865135" y="5486407"/>
              <a:ext cx="624080" cy="622461"/>
              <a:chOff x="6572049" y="503795"/>
              <a:chExt cx="624080" cy="622461"/>
            </a:xfrm>
          </p:grpSpPr>
          <p:sp>
            <p:nvSpPr>
              <p:cNvPr id="40" name="íşli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5E20B7AA-C8F4-40D9-8D51-FF861865AAF5}"/>
                  </a:ext>
                </a:extLst>
              </p:cNvPr>
              <p:cNvSpPr/>
              <p:nvPr/>
            </p:nvSpPr>
            <p:spPr>
              <a:xfrm>
                <a:off x="6572049" y="503795"/>
                <a:ext cx="624080" cy="622461"/>
              </a:xfrm>
              <a:prstGeom prst="ellipse">
                <a:avLst/>
              </a:prstGeom>
              <a:solidFill>
                <a:schemeClr val="accent2">
                  <a:lumMod val="10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6720624" y="620433"/>
                <a:ext cx="314827" cy="432475"/>
                <a:chOff x="5692341" y="1030276"/>
                <a:chExt cx="443801" cy="609645"/>
              </a:xfrm>
            </p:grpSpPr>
            <p:sp>
              <p:nvSpPr>
                <p:cNvPr id="42" name="iṣlïde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80FB7B9A-983F-4061-AE8B-65225C2F324D}"/>
                    </a:ext>
                  </a:extLst>
                </p:cNvPr>
                <p:cNvSpPr/>
                <p:nvPr/>
              </p:nvSpPr>
              <p:spPr bwMode="auto">
                <a:xfrm>
                  <a:off x="5692341" y="1030276"/>
                  <a:ext cx="443801" cy="609645"/>
                </a:xfrm>
                <a:custGeom>
                  <a:avLst/>
                  <a:gdLst>
                    <a:gd name="T0" fmla="*/ 45 w 90"/>
                    <a:gd name="T1" fmla="*/ 135 h 135"/>
                    <a:gd name="T2" fmla="*/ 6 w 90"/>
                    <a:gd name="T3" fmla="*/ 68 h 135"/>
                    <a:gd name="T4" fmla="*/ 0 w 90"/>
                    <a:gd name="T5" fmla="*/ 45 h 135"/>
                    <a:gd name="T6" fmla="*/ 45 w 90"/>
                    <a:gd name="T7" fmla="*/ 0 h 135"/>
                    <a:gd name="T8" fmla="*/ 90 w 90"/>
                    <a:gd name="T9" fmla="*/ 45 h 135"/>
                    <a:gd name="T10" fmla="*/ 84 w 90"/>
                    <a:gd name="T11" fmla="*/ 68 h 135"/>
                    <a:gd name="T12" fmla="*/ 45 w 90"/>
                    <a:gd name="T13" fmla="*/ 135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0" h="135">
                      <a:moveTo>
                        <a:pt x="45" y="135"/>
                      </a:moveTo>
                      <a:cubicBezTo>
                        <a:pt x="6" y="68"/>
                        <a:pt x="6" y="68"/>
                        <a:pt x="6" y="68"/>
                      </a:cubicBezTo>
                      <a:cubicBezTo>
                        <a:pt x="3" y="61"/>
                        <a:pt x="0" y="53"/>
                        <a:pt x="0" y="45"/>
                      </a:cubicBezTo>
                      <a:cubicBezTo>
                        <a:pt x="0" y="20"/>
                        <a:pt x="20" y="0"/>
                        <a:pt x="45" y="0"/>
                      </a:cubicBezTo>
                      <a:cubicBezTo>
                        <a:pt x="70" y="0"/>
                        <a:pt x="90" y="20"/>
                        <a:pt x="90" y="45"/>
                      </a:cubicBezTo>
                      <a:cubicBezTo>
                        <a:pt x="90" y="53"/>
                        <a:pt x="88" y="61"/>
                        <a:pt x="84" y="68"/>
                      </a:cubicBezTo>
                      <a:lnTo>
                        <a:pt x="45" y="1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" name="iSḻiḋè">
                  <a:extLst>
                    <a:ext uri="{FF2B5EF4-FFF2-40B4-BE49-F238E27FC236}">
  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7BD8C11B-F342-4D9B-AF38-55AAB0B3B824}"/>
                    </a:ext>
                  </a:extLst>
                </p:cNvPr>
                <p:cNvSpPr/>
                <p:nvPr/>
              </p:nvSpPr>
              <p:spPr bwMode="auto">
                <a:xfrm flipH="1">
                  <a:off x="5759947" y="1087449"/>
                  <a:ext cx="301389" cy="256588"/>
                </a:xfrm>
                <a:prstGeom prst="ellipse">
                  <a:avLst/>
                </a:prstGeom>
                <a:solidFill>
                  <a:srgbClr val="5895C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2" name="组合 31"/>
            <p:cNvGrpSpPr/>
            <p:nvPr/>
          </p:nvGrpSpPr>
          <p:grpSpPr>
            <a:xfrm>
              <a:off x="3567175" y="4228620"/>
              <a:ext cx="459514" cy="290786"/>
              <a:chOff x="781252" y="4130652"/>
              <a:chExt cx="459514" cy="290786"/>
            </a:xfrm>
          </p:grpSpPr>
          <p:sp>
            <p:nvSpPr>
              <p:cNvPr id="33" name="íṥľîḓ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55F27AE-1A14-4231-8282-D871A8C84C7D}"/>
                  </a:ext>
                </a:extLst>
              </p:cNvPr>
              <p:cNvSpPr/>
              <p:nvPr/>
            </p:nvSpPr>
            <p:spPr bwMode="auto">
              <a:xfrm>
                <a:off x="781252" y="4130652"/>
                <a:ext cx="459514" cy="290786"/>
              </a:xfrm>
              <a:custGeom>
                <a:avLst/>
                <a:gdLst>
                  <a:gd name="T0" fmla="*/ 304 w 381"/>
                  <a:gd name="T1" fmla="*/ 241 h 241"/>
                  <a:gd name="T2" fmla="*/ 381 w 381"/>
                  <a:gd name="T3" fmla="*/ 165 h 241"/>
                  <a:gd name="T4" fmla="*/ 304 w 381"/>
                  <a:gd name="T5" fmla="*/ 88 h 241"/>
                  <a:gd name="T6" fmla="*/ 298 w 381"/>
                  <a:gd name="T7" fmla="*/ 88 h 241"/>
                  <a:gd name="T8" fmla="*/ 194 w 381"/>
                  <a:gd name="T9" fmla="*/ 0 h 241"/>
                  <a:gd name="T10" fmla="*/ 90 w 381"/>
                  <a:gd name="T11" fmla="*/ 89 h 241"/>
                  <a:gd name="T12" fmla="*/ 76 w 381"/>
                  <a:gd name="T13" fmla="*/ 88 h 241"/>
                  <a:gd name="T14" fmla="*/ 0 w 381"/>
                  <a:gd name="T15" fmla="*/ 165 h 241"/>
                  <a:gd name="T16" fmla="*/ 76 w 381"/>
                  <a:gd name="T17" fmla="*/ 241 h 241"/>
                  <a:gd name="T18" fmla="*/ 304 w 381"/>
                  <a:gd name="T19" fmla="*/ 241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1" h="241">
                    <a:moveTo>
                      <a:pt x="304" y="241"/>
                    </a:moveTo>
                    <a:cubicBezTo>
                      <a:pt x="347" y="241"/>
                      <a:pt x="381" y="207"/>
                      <a:pt x="381" y="165"/>
                    </a:cubicBezTo>
                    <a:cubicBezTo>
                      <a:pt x="381" y="122"/>
                      <a:pt x="347" y="88"/>
                      <a:pt x="304" y="88"/>
                    </a:cubicBezTo>
                    <a:cubicBezTo>
                      <a:pt x="302" y="88"/>
                      <a:pt x="300" y="88"/>
                      <a:pt x="298" y="88"/>
                    </a:cubicBezTo>
                    <a:cubicBezTo>
                      <a:pt x="290" y="38"/>
                      <a:pt x="246" y="0"/>
                      <a:pt x="194" y="0"/>
                    </a:cubicBezTo>
                    <a:cubicBezTo>
                      <a:pt x="141" y="0"/>
                      <a:pt x="97" y="38"/>
                      <a:pt x="90" y="89"/>
                    </a:cubicBezTo>
                    <a:cubicBezTo>
                      <a:pt x="85" y="88"/>
                      <a:pt x="81" y="88"/>
                      <a:pt x="76" y="88"/>
                    </a:cubicBezTo>
                    <a:cubicBezTo>
                      <a:pt x="34" y="88"/>
                      <a:pt x="0" y="122"/>
                      <a:pt x="0" y="165"/>
                    </a:cubicBezTo>
                    <a:cubicBezTo>
                      <a:pt x="0" y="207"/>
                      <a:pt x="34" y="241"/>
                      <a:pt x="76" y="241"/>
                    </a:cubicBezTo>
                    <a:lnTo>
                      <a:pt x="304" y="24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" name="ïšḻïḑ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A5ADD50-ABA5-4ABB-8B1C-4CBEC9FF1E09}"/>
                  </a:ext>
                </a:extLst>
              </p:cNvPr>
              <p:cNvSpPr/>
              <p:nvPr/>
            </p:nvSpPr>
            <p:spPr bwMode="auto">
              <a:xfrm>
                <a:off x="888951" y="4261685"/>
                <a:ext cx="234244" cy="24232"/>
              </a:xfrm>
              <a:custGeom>
                <a:avLst/>
                <a:gdLst>
                  <a:gd name="T0" fmla="*/ 171 w 195"/>
                  <a:gd name="T1" fmla="*/ 20 h 20"/>
                  <a:gd name="T2" fmla="*/ 177 w 195"/>
                  <a:gd name="T3" fmla="*/ 20 h 20"/>
                  <a:gd name="T4" fmla="*/ 177 w 195"/>
                  <a:gd name="T5" fmla="*/ 0 h 20"/>
                  <a:gd name="T6" fmla="*/ 171 w 195"/>
                  <a:gd name="T7" fmla="*/ 0 h 20"/>
                  <a:gd name="T8" fmla="*/ 171 w 195"/>
                  <a:gd name="T9" fmla="*/ 2 h 20"/>
                  <a:gd name="T10" fmla="*/ 179 w 195"/>
                  <a:gd name="T11" fmla="*/ 10 h 20"/>
                  <a:gd name="T12" fmla="*/ 171 w 195"/>
                  <a:gd name="T13" fmla="*/ 18 h 20"/>
                  <a:gd name="T14" fmla="*/ 171 w 195"/>
                  <a:gd name="T15" fmla="*/ 20 h 20"/>
                  <a:gd name="T16" fmla="*/ 25 w 195"/>
                  <a:gd name="T17" fmla="*/ 20 h 20"/>
                  <a:gd name="T18" fmla="*/ 171 w 195"/>
                  <a:gd name="T19" fmla="*/ 20 h 20"/>
                  <a:gd name="T20" fmla="*/ 171 w 195"/>
                  <a:gd name="T21" fmla="*/ 18 h 20"/>
                  <a:gd name="T22" fmla="*/ 162 w 195"/>
                  <a:gd name="T23" fmla="*/ 10 h 20"/>
                  <a:gd name="T24" fmla="*/ 171 w 195"/>
                  <a:gd name="T25" fmla="*/ 2 h 20"/>
                  <a:gd name="T26" fmla="*/ 171 w 195"/>
                  <a:gd name="T27" fmla="*/ 0 h 20"/>
                  <a:gd name="T28" fmla="*/ 25 w 195"/>
                  <a:gd name="T29" fmla="*/ 0 h 20"/>
                  <a:gd name="T30" fmla="*/ 25 w 195"/>
                  <a:gd name="T31" fmla="*/ 2 h 20"/>
                  <a:gd name="T32" fmla="*/ 33 w 195"/>
                  <a:gd name="T33" fmla="*/ 10 h 20"/>
                  <a:gd name="T34" fmla="*/ 25 w 195"/>
                  <a:gd name="T35" fmla="*/ 18 h 20"/>
                  <a:gd name="T36" fmla="*/ 25 w 195"/>
                  <a:gd name="T37" fmla="*/ 20 h 20"/>
                  <a:gd name="T38" fmla="*/ 19 w 195"/>
                  <a:gd name="T39" fmla="*/ 20 h 20"/>
                  <a:gd name="T40" fmla="*/ 25 w 195"/>
                  <a:gd name="T41" fmla="*/ 20 h 20"/>
                  <a:gd name="T42" fmla="*/ 25 w 195"/>
                  <a:gd name="T43" fmla="*/ 18 h 20"/>
                  <a:gd name="T44" fmla="*/ 16 w 195"/>
                  <a:gd name="T45" fmla="*/ 10 h 20"/>
                  <a:gd name="T46" fmla="*/ 25 w 195"/>
                  <a:gd name="T47" fmla="*/ 2 h 20"/>
                  <a:gd name="T48" fmla="*/ 25 w 195"/>
                  <a:gd name="T49" fmla="*/ 0 h 20"/>
                  <a:gd name="T50" fmla="*/ 19 w 195"/>
                  <a:gd name="T51" fmla="*/ 0 h 20"/>
                  <a:gd name="T52" fmla="*/ 19 w 195"/>
                  <a:gd name="T5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95" h="20">
                    <a:moveTo>
                      <a:pt x="171" y="20"/>
                    </a:moveTo>
                    <a:cubicBezTo>
                      <a:pt x="177" y="20"/>
                      <a:pt x="177" y="20"/>
                      <a:pt x="177" y="20"/>
                    </a:cubicBezTo>
                    <a:cubicBezTo>
                      <a:pt x="194" y="20"/>
                      <a:pt x="195" y="0"/>
                      <a:pt x="177" y="0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71" y="2"/>
                      <a:pt x="171" y="2"/>
                      <a:pt x="171" y="2"/>
                    </a:cubicBezTo>
                    <a:cubicBezTo>
                      <a:pt x="175" y="2"/>
                      <a:pt x="179" y="5"/>
                      <a:pt x="179" y="10"/>
                    </a:cubicBezTo>
                    <a:cubicBezTo>
                      <a:pt x="179" y="15"/>
                      <a:pt x="175" y="18"/>
                      <a:pt x="171" y="18"/>
                    </a:cubicBezTo>
                    <a:lnTo>
                      <a:pt x="171" y="20"/>
                    </a:lnTo>
                    <a:close/>
                    <a:moveTo>
                      <a:pt x="25" y="20"/>
                    </a:moveTo>
                    <a:cubicBezTo>
                      <a:pt x="171" y="20"/>
                      <a:pt x="171" y="20"/>
                      <a:pt x="171" y="20"/>
                    </a:cubicBezTo>
                    <a:cubicBezTo>
                      <a:pt x="171" y="18"/>
                      <a:pt x="171" y="18"/>
                      <a:pt x="171" y="18"/>
                    </a:cubicBezTo>
                    <a:cubicBezTo>
                      <a:pt x="166" y="18"/>
                      <a:pt x="162" y="15"/>
                      <a:pt x="162" y="10"/>
                    </a:cubicBezTo>
                    <a:cubicBezTo>
                      <a:pt x="162" y="5"/>
                      <a:pt x="166" y="2"/>
                      <a:pt x="171" y="2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22" y="0"/>
                      <a:pt x="73" y="0"/>
                      <a:pt x="25" y="0"/>
                    </a:cubicBezTo>
                    <a:cubicBezTo>
                      <a:pt x="25" y="2"/>
                      <a:pt x="25" y="2"/>
                      <a:pt x="25" y="2"/>
                    </a:cubicBezTo>
                    <a:cubicBezTo>
                      <a:pt x="29" y="2"/>
                      <a:pt x="33" y="5"/>
                      <a:pt x="33" y="10"/>
                    </a:cubicBezTo>
                    <a:cubicBezTo>
                      <a:pt x="33" y="15"/>
                      <a:pt x="29" y="18"/>
                      <a:pt x="25" y="18"/>
                    </a:cubicBezTo>
                    <a:lnTo>
                      <a:pt x="25" y="20"/>
                    </a:lnTo>
                    <a:close/>
                    <a:moveTo>
                      <a:pt x="19" y="20"/>
                    </a:move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0" y="18"/>
                      <a:pt x="16" y="15"/>
                      <a:pt x="16" y="10"/>
                    </a:cubicBezTo>
                    <a:cubicBezTo>
                      <a:pt x="16" y="5"/>
                      <a:pt x="20" y="2"/>
                      <a:pt x="25" y="2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0"/>
                      <a:pt x="1" y="20"/>
                      <a:pt x="19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ïṡlîd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25F8660-F374-4906-8F8E-ACEAF300A0E2}"/>
                  </a:ext>
                </a:extLst>
              </p:cNvPr>
              <p:cNvSpPr/>
              <p:nvPr/>
            </p:nvSpPr>
            <p:spPr bwMode="auto">
              <a:xfrm>
                <a:off x="1009214" y="4179116"/>
                <a:ext cx="20642" cy="2064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îṧľïḋé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1C75FD92-E371-40CB-B9B1-72F565F57DAF}"/>
                  </a:ext>
                </a:extLst>
              </p:cNvPr>
              <p:cNvSpPr/>
              <p:nvPr/>
            </p:nvSpPr>
            <p:spPr bwMode="auto">
              <a:xfrm>
                <a:off x="1020881" y="4192578"/>
                <a:ext cx="78081" cy="86159"/>
              </a:xfrm>
              <a:custGeom>
                <a:avLst/>
                <a:gdLst>
                  <a:gd name="T0" fmla="*/ 64 w 65"/>
                  <a:gd name="T1" fmla="*/ 66 h 72"/>
                  <a:gd name="T2" fmla="*/ 6 w 65"/>
                  <a:gd name="T3" fmla="*/ 2 h 72"/>
                  <a:gd name="T4" fmla="*/ 1 w 65"/>
                  <a:gd name="T5" fmla="*/ 1 h 72"/>
                  <a:gd name="T6" fmla="*/ 1 w 65"/>
                  <a:gd name="T7" fmla="*/ 1 h 72"/>
                  <a:gd name="T8" fmla="*/ 1 w 65"/>
                  <a:gd name="T9" fmla="*/ 6 h 72"/>
                  <a:gd name="T10" fmla="*/ 58 w 65"/>
                  <a:gd name="T11" fmla="*/ 71 h 72"/>
                  <a:gd name="T12" fmla="*/ 64 w 65"/>
                  <a:gd name="T13" fmla="*/ 71 h 72"/>
                  <a:gd name="T14" fmla="*/ 64 w 65"/>
                  <a:gd name="T15" fmla="*/ 71 h 72"/>
                  <a:gd name="T16" fmla="*/ 64 w 65"/>
                  <a:gd name="T17" fmla="*/ 6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72">
                    <a:moveTo>
                      <a:pt x="64" y="66"/>
                    </a:moveTo>
                    <a:cubicBezTo>
                      <a:pt x="6" y="2"/>
                      <a:pt x="6" y="2"/>
                      <a:pt x="6" y="2"/>
                    </a:cubicBezTo>
                    <a:cubicBezTo>
                      <a:pt x="5" y="0"/>
                      <a:pt x="3" y="0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3"/>
                      <a:pt x="0" y="5"/>
                      <a:pt x="1" y="6"/>
                    </a:cubicBezTo>
                    <a:cubicBezTo>
                      <a:pt x="58" y="71"/>
                      <a:pt x="58" y="71"/>
                      <a:pt x="58" y="71"/>
                    </a:cubicBezTo>
                    <a:cubicBezTo>
                      <a:pt x="60" y="72"/>
                      <a:pt x="62" y="72"/>
                      <a:pt x="64" y="71"/>
                    </a:cubicBezTo>
                    <a:cubicBezTo>
                      <a:pt x="64" y="71"/>
                      <a:pt x="64" y="71"/>
                      <a:pt x="64" y="71"/>
                    </a:cubicBezTo>
                    <a:cubicBezTo>
                      <a:pt x="65" y="70"/>
                      <a:pt x="65" y="67"/>
                      <a:pt x="64" y="6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iṩ1iḍ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9242C20F-3C5D-4B3F-BF21-5D1B809B2278}"/>
                  </a:ext>
                </a:extLst>
              </p:cNvPr>
              <p:cNvSpPr/>
              <p:nvPr/>
            </p:nvSpPr>
            <p:spPr bwMode="auto">
              <a:xfrm>
                <a:off x="982289" y="4179116"/>
                <a:ext cx="20642" cy="2064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" name="íŝļiḓ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DAF40C4C-1630-486C-B952-EEC670CD02C9}"/>
                  </a:ext>
                </a:extLst>
              </p:cNvPr>
              <p:cNvSpPr/>
              <p:nvPr/>
            </p:nvSpPr>
            <p:spPr bwMode="auto">
              <a:xfrm>
                <a:off x="912285" y="4185398"/>
                <a:ext cx="86159" cy="93338"/>
              </a:xfrm>
              <a:custGeom>
                <a:avLst/>
                <a:gdLst>
                  <a:gd name="T0" fmla="*/ 1 w 71"/>
                  <a:gd name="T1" fmla="*/ 72 h 78"/>
                  <a:gd name="T2" fmla="*/ 64 w 71"/>
                  <a:gd name="T3" fmla="*/ 2 h 78"/>
                  <a:gd name="T4" fmla="*/ 69 w 71"/>
                  <a:gd name="T5" fmla="*/ 1 h 78"/>
                  <a:gd name="T6" fmla="*/ 69 w 71"/>
                  <a:gd name="T7" fmla="*/ 1 h 78"/>
                  <a:gd name="T8" fmla="*/ 69 w 71"/>
                  <a:gd name="T9" fmla="*/ 7 h 78"/>
                  <a:gd name="T10" fmla="*/ 7 w 71"/>
                  <a:gd name="T11" fmla="*/ 77 h 78"/>
                  <a:gd name="T12" fmla="*/ 2 w 71"/>
                  <a:gd name="T13" fmla="*/ 77 h 78"/>
                  <a:gd name="T14" fmla="*/ 2 w 71"/>
                  <a:gd name="T15" fmla="*/ 77 h 78"/>
                  <a:gd name="T16" fmla="*/ 1 w 71"/>
                  <a:gd name="T17" fmla="*/ 7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78">
                    <a:moveTo>
                      <a:pt x="1" y="72"/>
                    </a:moveTo>
                    <a:cubicBezTo>
                      <a:pt x="64" y="2"/>
                      <a:pt x="64" y="2"/>
                      <a:pt x="64" y="2"/>
                    </a:cubicBezTo>
                    <a:cubicBezTo>
                      <a:pt x="65" y="0"/>
                      <a:pt x="68" y="0"/>
                      <a:pt x="69" y="1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71" y="3"/>
                      <a:pt x="71" y="5"/>
                      <a:pt x="69" y="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5" y="78"/>
                      <a:pt x="3" y="78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0" y="76"/>
                      <a:pt x="0" y="73"/>
                      <a:pt x="1" y="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išlîḋe">
                <a:extLst>
                  <a:ext uri="{FF2B5EF4-FFF2-40B4-BE49-F238E27FC236}">
    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F7D3C099-8185-4792-9047-2800B2AE2291}"/>
                  </a:ext>
                </a:extLst>
              </p:cNvPr>
              <p:cNvSpPr/>
              <p:nvPr/>
            </p:nvSpPr>
            <p:spPr bwMode="auto">
              <a:xfrm>
                <a:off x="912285" y="4293096"/>
                <a:ext cx="188473" cy="73594"/>
              </a:xfrm>
              <a:custGeom>
                <a:avLst/>
                <a:gdLst>
                  <a:gd name="T0" fmla="*/ 156 w 156"/>
                  <a:gd name="T1" fmla="*/ 0 h 61"/>
                  <a:gd name="T2" fmla="*/ 127 w 156"/>
                  <a:gd name="T3" fmla="*/ 61 h 61"/>
                  <a:gd name="T4" fmla="*/ 126 w 156"/>
                  <a:gd name="T5" fmla="*/ 48 h 61"/>
                  <a:gd name="T6" fmla="*/ 132 w 156"/>
                  <a:gd name="T7" fmla="*/ 27 h 61"/>
                  <a:gd name="T8" fmla="*/ 129 w 156"/>
                  <a:gd name="T9" fmla="*/ 6 h 61"/>
                  <a:gd name="T10" fmla="*/ 126 w 156"/>
                  <a:gd name="T11" fmla="*/ 6 h 61"/>
                  <a:gd name="T12" fmla="*/ 102 w 156"/>
                  <a:gd name="T13" fmla="*/ 0 h 61"/>
                  <a:gd name="T14" fmla="*/ 126 w 156"/>
                  <a:gd name="T15" fmla="*/ 6 h 61"/>
                  <a:gd name="T16" fmla="*/ 120 w 156"/>
                  <a:gd name="T17" fmla="*/ 27 h 61"/>
                  <a:gd name="T18" fmla="*/ 123 w 156"/>
                  <a:gd name="T19" fmla="*/ 48 h 61"/>
                  <a:gd name="T20" fmla="*/ 126 w 156"/>
                  <a:gd name="T21" fmla="*/ 48 h 61"/>
                  <a:gd name="T22" fmla="*/ 102 w 156"/>
                  <a:gd name="T23" fmla="*/ 61 h 61"/>
                  <a:gd name="T24" fmla="*/ 107 w 156"/>
                  <a:gd name="T25" fmla="*/ 42 h 61"/>
                  <a:gd name="T26" fmla="*/ 109 w 156"/>
                  <a:gd name="T27" fmla="*/ 12 h 61"/>
                  <a:gd name="T28" fmla="*/ 103 w 156"/>
                  <a:gd name="T29" fmla="*/ 6 h 61"/>
                  <a:gd name="T30" fmla="*/ 102 w 156"/>
                  <a:gd name="T31" fmla="*/ 0 h 61"/>
                  <a:gd name="T32" fmla="*/ 102 w 156"/>
                  <a:gd name="T33" fmla="*/ 0 h 61"/>
                  <a:gd name="T34" fmla="*/ 96 w 156"/>
                  <a:gd name="T35" fmla="*/ 12 h 61"/>
                  <a:gd name="T36" fmla="*/ 95 w 156"/>
                  <a:gd name="T37" fmla="*/ 42 h 61"/>
                  <a:gd name="T38" fmla="*/ 100 w 156"/>
                  <a:gd name="T39" fmla="*/ 48 h 61"/>
                  <a:gd name="T40" fmla="*/ 102 w 156"/>
                  <a:gd name="T41" fmla="*/ 61 h 61"/>
                  <a:gd name="T42" fmla="*/ 78 w 156"/>
                  <a:gd name="T43" fmla="*/ 48 h 61"/>
                  <a:gd name="T44" fmla="*/ 84 w 156"/>
                  <a:gd name="T45" fmla="*/ 27 h 61"/>
                  <a:gd name="T46" fmla="*/ 78 w 156"/>
                  <a:gd name="T47" fmla="*/ 6 h 61"/>
                  <a:gd name="T48" fmla="*/ 78 w 156"/>
                  <a:gd name="T49" fmla="*/ 6 h 61"/>
                  <a:gd name="T50" fmla="*/ 53 w 156"/>
                  <a:gd name="T51" fmla="*/ 0 h 61"/>
                  <a:gd name="T52" fmla="*/ 78 w 156"/>
                  <a:gd name="T53" fmla="*/ 6 h 61"/>
                  <a:gd name="T54" fmla="*/ 71 w 156"/>
                  <a:gd name="T55" fmla="*/ 27 h 61"/>
                  <a:gd name="T56" fmla="*/ 78 w 156"/>
                  <a:gd name="T57" fmla="*/ 48 h 61"/>
                  <a:gd name="T58" fmla="*/ 78 w 156"/>
                  <a:gd name="T59" fmla="*/ 48 h 61"/>
                  <a:gd name="T60" fmla="*/ 53 w 156"/>
                  <a:gd name="T61" fmla="*/ 61 h 61"/>
                  <a:gd name="T62" fmla="*/ 55 w 156"/>
                  <a:gd name="T63" fmla="*/ 48 h 61"/>
                  <a:gd name="T64" fmla="*/ 60 w 156"/>
                  <a:gd name="T65" fmla="*/ 42 h 61"/>
                  <a:gd name="T66" fmla="*/ 59 w 156"/>
                  <a:gd name="T67" fmla="*/ 12 h 61"/>
                  <a:gd name="T68" fmla="*/ 53 w 156"/>
                  <a:gd name="T69" fmla="*/ 0 h 61"/>
                  <a:gd name="T70" fmla="*/ 53 w 156"/>
                  <a:gd name="T71" fmla="*/ 0 h 61"/>
                  <a:gd name="T72" fmla="*/ 52 w 156"/>
                  <a:gd name="T73" fmla="*/ 6 h 61"/>
                  <a:gd name="T74" fmla="*/ 46 w 156"/>
                  <a:gd name="T75" fmla="*/ 12 h 61"/>
                  <a:gd name="T76" fmla="*/ 48 w 156"/>
                  <a:gd name="T77" fmla="*/ 42 h 61"/>
                  <a:gd name="T78" fmla="*/ 53 w 156"/>
                  <a:gd name="T79" fmla="*/ 61 h 61"/>
                  <a:gd name="T80" fmla="*/ 29 w 156"/>
                  <a:gd name="T81" fmla="*/ 48 h 61"/>
                  <a:gd name="T82" fmla="*/ 32 w 156"/>
                  <a:gd name="T83" fmla="*/ 48 h 61"/>
                  <a:gd name="T84" fmla="*/ 36 w 156"/>
                  <a:gd name="T85" fmla="*/ 27 h 61"/>
                  <a:gd name="T86" fmla="*/ 29 w 156"/>
                  <a:gd name="T87" fmla="*/ 6 h 61"/>
                  <a:gd name="T88" fmla="*/ 28 w 156"/>
                  <a:gd name="T89" fmla="*/ 61 h 61"/>
                  <a:gd name="T90" fmla="*/ 0 w 156"/>
                  <a:gd name="T91" fmla="*/ 0 h 61"/>
                  <a:gd name="T92" fmla="*/ 29 w 156"/>
                  <a:gd name="T93" fmla="*/ 6 h 61"/>
                  <a:gd name="T94" fmla="*/ 27 w 156"/>
                  <a:gd name="T95" fmla="*/ 6 h 61"/>
                  <a:gd name="T96" fmla="*/ 23 w 156"/>
                  <a:gd name="T97" fmla="*/ 27 h 61"/>
                  <a:gd name="T98" fmla="*/ 29 w 156"/>
                  <a:gd name="T99" fmla="*/ 48 h 61"/>
                  <a:gd name="T100" fmla="*/ 28 w 156"/>
                  <a:gd name="T101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56" h="61">
                    <a:moveTo>
                      <a:pt x="126" y="0"/>
                    </a:moveTo>
                    <a:cubicBezTo>
                      <a:pt x="156" y="0"/>
                      <a:pt x="156" y="0"/>
                      <a:pt x="156" y="0"/>
                    </a:cubicBezTo>
                    <a:cubicBezTo>
                      <a:pt x="148" y="44"/>
                      <a:pt x="148" y="44"/>
                      <a:pt x="148" y="44"/>
                    </a:cubicBezTo>
                    <a:cubicBezTo>
                      <a:pt x="146" y="54"/>
                      <a:pt x="142" y="61"/>
                      <a:pt x="127" y="61"/>
                    </a:cubicBezTo>
                    <a:cubicBezTo>
                      <a:pt x="126" y="61"/>
                      <a:pt x="126" y="61"/>
                      <a:pt x="126" y="61"/>
                    </a:cubicBezTo>
                    <a:cubicBezTo>
                      <a:pt x="126" y="48"/>
                      <a:pt x="126" y="48"/>
                      <a:pt x="126" y="48"/>
                    </a:cubicBezTo>
                    <a:cubicBezTo>
                      <a:pt x="128" y="47"/>
                      <a:pt x="130" y="45"/>
                      <a:pt x="130" y="42"/>
                    </a:cubicBezTo>
                    <a:cubicBezTo>
                      <a:pt x="131" y="37"/>
                      <a:pt x="132" y="32"/>
                      <a:pt x="132" y="27"/>
                    </a:cubicBezTo>
                    <a:cubicBezTo>
                      <a:pt x="133" y="22"/>
                      <a:pt x="134" y="17"/>
                      <a:pt x="134" y="12"/>
                    </a:cubicBezTo>
                    <a:cubicBezTo>
                      <a:pt x="135" y="9"/>
                      <a:pt x="132" y="6"/>
                      <a:pt x="129" y="6"/>
                    </a:cubicBezTo>
                    <a:cubicBezTo>
                      <a:pt x="129" y="6"/>
                      <a:pt x="129" y="6"/>
                      <a:pt x="129" y="6"/>
                    </a:cubicBezTo>
                    <a:cubicBezTo>
                      <a:pt x="128" y="6"/>
                      <a:pt x="127" y="6"/>
                      <a:pt x="126" y="6"/>
                    </a:cubicBezTo>
                    <a:lnTo>
                      <a:pt x="126" y="0"/>
                    </a:lnTo>
                    <a:close/>
                    <a:moveTo>
                      <a:pt x="102" y="0"/>
                    </a:moveTo>
                    <a:cubicBezTo>
                      <a:pt x="126" y="0"/>
                      <a:pt x="126" y="0"/>
                      <a:pt x="126" y="0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4" y="7"/>
                      <a:pt x="121" y="9"/>
                      <a:pt x="121" y="12"/>
                    </a:cubicBezTo>
                    <a:cubicBezTo>
                      <a:pt x="121" y="17"/>
                      <a:pt x="120" y="22"/>
                      <a:pt x="120" y="27"/>
                    </a:cubicBezTo>
                    <a:cubicBezTo>
                      <a:pt x="119" y="32"/>
                      <a:pt x="119" y="37"/>
                      <a:pt x="118" y="42"/>
                    </a:cubicBezTo>
                    <a:cubicBezTo>
                      <a:pt x="118" y="46"/>
                      <a:pt x="120" y="48"/>
                      <a:pt x="123" y="48"/>
                    </a:cubicBezTo>
                    <a:cubicBezTo>
                      <a:pt x="123" y="48"/>
                      <a:pt x="123" y="48"/>
                      <a:pt x="123" y="48"/>
                    </a:cubicBezTo>
                    <a:cubicBezTo>
                      <a:pt x="124" y="48"/>
                      <a:pt x="125" y="48"/>
                      <a:pt x="126" y="48"/>
                    </a:cubicBezTo>
                    <a:cubicBezTo>
                      <a:pt x="126" y="61"/>
                      <a:pt x="126" y="61"/>
                      <a:pt x="126" y="61"/>
                    </a:cubicBezTo>
                    <a:cubicBezTo>
                      <a:pt x="102" y="61"/>
                      <a:pt x="102" y="61"/>
                      <a:pt x="102" y="61"/>
                    </a:cubicBezTo>
                    <a:cubicBezTo>
                      <a:pt x="102" y="48"/>
                      <a:pt x="102" y="48"/>
                      <a:pt x="102" y="48"/>
                    </a:cubicBezTo>
                    <a:cubicBezTo>
                      <a:pt x="105" y="48"/>
                      <a:pt x="107" y="45"/>
                      <a:pt x="107" y="42"/>
                    </a:cubicBezTo>
                    <a:cubicBezTo>
                      <a:pt x="107" y="37"/>
                      <a:pt x="108" y="32"/>
                      <a:pt x="108" y="27"/>
                    </a:cubicBezTo>
                    <a:cubicBezTo>
                      <a:pt x="109" y="22"/>
                      <a:pt x="109" y="17"/>
                      <a:pt x="109" y="12"/>
                    </a:cubicBezTo>
                    <a:cubicBezTo>
                      <a:pt x="110" y="9"/>
                      <a:pt x="107" y="6"/>
                      <a:pt x="103" y="6"/>
                    </a:cubicBezTo>
                    <a:cubicBezTo>
                      <a:pt x="103" y="6"/>
                      <a:pt x="103" y="6"/>
                      <a:pt x="103" y="6"/>
                    </a:cubicBezTo>
                    <a:cubicBezTo>
                      <a:pt x="103" y="6"/>
                      <a:pt x="102" y="6"/>
                      <a:pt x="102" y="6"/>
                    </a:cubicBezTo>
                    <a:lnTo>
                      <a:pt x="102" y="0"/>
                    </a:lnTo>
                    <a:close/>
                    <a:moveTo>
                      <a:pt x="78" y="0"/>
                    </a:moveTo>
                    <a:cubicBezTo>
                      <a:pt x="102" y="0"/>
                      <a:pt x="102" y="0"/>
                      <a:pt x="102" y="0"/>
                    </a:cubicBezTo>
                    <a:cubicBezTo>
                      <a:pt x="102" y="6"/>
                      <a:pt x="102" y="6"/>
                      <a:pt x="102" y="6"/>
                    </a:cubicBezTo>
                    <a:cubicBezTo>
                      <a:pt x="99" y="6"/>
                      <a:pt x="96" y="9"/>
                      <a:pt x="96" y="12"/>
                    </a:cubicBezTo>
                    <a:cubicBezTo>
                      <a:pt x="96" y="17"/>
                      <a:pt x="96" y="22"/>
                      <a:pt x="95" y="27"/>
                    </a:cubicBezTo>
                    <a:cubicBezTo>
                      <a:pt x="95" y="32"/>
                      <a:pt x="95" y="37"/>
                      <a:pt x="95" y="42"/>
                    </a:cubicBezTo>
                    <a:cubicBezTo>
                      <a:pt x="95" y="46"/>
                      <a:pt x="97" y="48"/>
                      <a:pt x="100" y="48"/>
                    </a:cubicBezTo>
                    <a:cubicBezTo>
                      <a:pt x="100" y="48"/>
                      <a:pt x="100" y="48"/>
                      <a:pt x="100" y="48"/>
                    </a:cubicBezTo>
                    <a:cubicBezTo>
                      <a:pt x="101" y="48"/>
                      <a:pt x="102" y="48"/>
                      <a:pt x="102" y="48"/>
                    </a:cubicBezTo>
                    <a:cubicBezTo>
                      <a:pt x="102" y="61"/>
                      <a:pt x="102" y="61"/>
                      <a:pt x="102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78" y="48"/>
                      <a:pt x="78" y="48"/>
                      <a:pt x="78" y="48"/>
                    </a:cubicBezTo>
                    <a:cubicBezTo>
                      <a:pt x="81" y="48"/>
                      <a:pt x="84" y="46"/>
                      <a:pt x="84" y="42"/>
                    </a:cubicBezTo>
                    <a:cubicBezTo>
                      <a:pt x="84" y="37"/>
                      <a:pt x="84" y="32"/>
                      <a:pt x="84" y="27"/>
                    </a:cubicBezTo>
                    <a:cubicBezTo>
                      <a:pt x="84" y="22"/>
                      <a:pt x="84" y="17"/>
                      <a:pt x="84" y="12"/>
                    </a:cubicBezTo>
                    <a:cubicBezTo>
                      <a:pt x="84" y="9"/>
                      <a:pt x="81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lnTo>
                      <a:pt x="78" y="0"/>
                    </a:lnTo>
                    <a:close/>
                    <a:moveTo>
                      <a:pt x="53" y="0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4" y="6"/>
                      <a:pt x="71" y="9"/>
                      <a:pt x="71" y="12"/>
                    </a:cubicBezTo>
                    <a:cubicBezTo>
                      <a:pt x="71" y="17"/>
                      <a:pt x="71" y="22"/>
                      <a:pt x="71" y="27"/>
                    </a:cubicBezTo>
                    <a:cubicBezTo>
                      <a:pt x="71" y="32"/>
                      <a:pt x="71" y="37"/>
                      <a:pt x="71" y="42"/>
                    </a:cubicBezTo>
                    <a:cubicBezTo>
                      <a:pt x="72" y="46"/>
                      <a:pt x="74" y="48"/>
                      <a:pt x="78" y="48"/>
                    </a:cubicBezTo>
                    <a:cubicBezTo>
                      <a:pt x="78" y="48"/>
                      <a:pt x="78" y="48"/>
                      <a:pt x="78" y="48"/>
                    </a:cubicBezTo>
                    <a:cubicBezTo>
                      <a:pt x="78" y="48"/>
                      <a:pt x="78" y="48"/>
                      <a:pt x="78" y="48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53" y="48"/>
                      <a:pt x="53" y="48"/>
                      <a:pt x="53" y="48"/>
                    </a:cubicBezTo>
                    <a:cubicBezTo>
                      <a:pt x="54" y="48"/>
                      <a:pt x="54" y="48"/>
                      <a:pt x="55" y="48"/>
                    </a:cubicBezTo>
                    <a:cubicBezTo>
                      <a:pt x="55" y="48"/>
                      <a:pt x="55" y="48"/>
                      <a:pt x="55" y="48"/>
                    </a:cubicBezTo>
                    <a:cubicBezTo>
                      <a:pt x="58" y="48"/>
                      <a:pt x="61" y="46"/>
                      <a:pt x="60" y="42"/>
                    </a:cubicBezTo>
                    <a:cubicBezTo>
                      <a:pt x="60" y="37"/>
                      <a:pt x="60" y="32"/>
                      <a:pt x="60" y="27"/>
                    </a:cubicBezTo>
                    <a:cubicBezTo>
                      <a:pt x="60" y="22"/>
                      <a:pt x="59" y="17"/>
                      <a:pt x="59" y="12"/>
                    </a:cubicBezTo>
                    <a:cubicBezTo>
                      <a:pt x="59" y="9"/>
                      <a:pt x="56" y="6"/>
                      <a:pt x="53" y="6"/>
                    </a:cubicBezTo>
                    <a:lnTo>
                      <a:pt x="53" y="0"/>
                    </a:lnTo>
                    <a:close/>
                    <a:moveTo>
                      <a:pt x="29" y="0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2" y="6"/>
                      <a:pt x="52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48" y="6"/>
                      <a:pt x="46" y="9"/>
                      <a:pt x="46" y="12"/>
                    </a:cubicBezTo>
                    <a:cubicBezTo>
                      <a:pt x="46" y="17"/>
                      <a:pt x="47" y="22"/>
                      <a:pt x="47" y="27"/>
                    </a:cubicBezTo>
                    <a:cubicBezTo>
                      <a:pt x="47" y="32"/>
                      <a:pt x="48" y="37"/>
                      <a:pt x="48" y="42"/>
                    </a:cubicBezTo>
                    <a:cubicBezTo>
                      <a:pt x="48" y="45"/>
                      <a:pt x="50" y="48"/>
                      <a:pt x="53" y="48"/>
                    </a:cubicBezTo>
                    <a:cubicBezTo>
                      <a:pt x="53" y="61"/>
                      <a:pt x="53" y="61"/>
                      <a:pt x="53" y="61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48"/>
                      <a:pt x="29" y="48"/>
                      <a:pt x="29" y="48"/>
                    </a:cubicBezTo>
                    <a:cubicBezTo>
                      <a:pt x="30" y="48"/>
                      <a:pt x="31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5" y="48"/>
                      <a:pt x="38" y="46"/>
                      <a:pt x="37" y="42"/>
                    </a:cubicBezTo>
                    <a:cubicBezTo>
                      <a:pt x="37" y="37"/>
                      <a:pt x="36" y="32"/>
                      <a:pt x="36" y="27"/>
                    </a:cubicBezTo>
                    <a:cubicBezTo>
                      <a:pt x="35" y="22"/>
                      <a:pt x="34" y="17"/>
                      <a:pt x="34" y="12"/>
                    </a:cubicBezTo>
                    <a:cubicBezTo>
                      <a:pt x="34" y="9"/>
                      <a:pt x="32" y="7"/>
                      <a:pt x="29" y="6"/>
                    </a:cubicBezTo>
                    <a:lnTo>
                      <a:pt x="29" y="0"/>
                    </a:lnTo>
                    <a:close/>
                    <a:moveTo>
                      <a:pt x="28" y="61"/>
                    </a:moveTo>
                    <a:cubicBezTo>
                      <a:pt x="14" y="61"/>
                      <a:pt x="9" y="54"/>
                      <a:pt x="7" y="4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8" y="6"/>
                      <a:pt x="27" y="6"/>
                      <a:pt x="27" y="6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3" y="6"/>
                      <a:pt x="20" y="9"/>
                      <a:pt x="21" y="12"/>
                    </a:cubicBezTo>
                    <a:cubicBezTo>
                      <a:pt x="21" y="17"/>
                      <a:pt x="22" y="22"/>
                      <a:pt x="23" y="27"/>
                    </a:cubicBezTo>
                    <a:cubicBezTo>
                      <a:pt x="24" y="32"/>
                      <a:pt x="24" y="37"/>
                      <a:pt x="25" y="42"/>
                    </a:cubicBezTo>
                    <a:cubicBezTo>
                      <a:pt x="25" y="45"/>
                      <a:pt x="27" y="47"/>
                      <a:pt x="29" y="48"/>
                    </a:cubicBezTo>
                    <a:cubicBezTo>
                      <a:pt x="29" y="61"/>
                      <a:pt x="29" y="61"/>
                      <a:pt x="29" y="61"/>
                    </a:cubicBezTo>
                    <a:lnTo>
                      <a:pt x="28" y="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287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Edge Computing (2)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87388" y="1340768"/>
            <a:ext cx="7414718" cy="4716189"/>
            <a:chOff x="1073442" y="1171143"/>
            <a:chExt cx="7414718" cy="4716189"/>
          </a:xfrm>
        </p:grpSpPr>
        <p:cxnSp>
          <p:nvCxnSpPr>
            <p:cNvPr id="5" name="直接箭头连接符 4"/>
            <p:cNvCxnSpPr/>
            <p:nvPr/>
          </p:nvCxnSpPr>
          <p:spPr bwMode="auto">
            <a:xfrm flipV="1">
              <a:off x="2315580" y="1628800"/>
              <a:ext cx="0" cy="3816424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直接箭头连接符 5"/>
            <p:cNvCxnSpPr/>
            <p:nvPr/>
          </p:nvCxnSpPr>
          <p:spPr bwMode="auto">
            <a:xfrm>
              <a:off x="2305777" y="5445224"/>
              <a:ext cx="5086367" cy="0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文本框 6"/>
            <p:cNvSpPr txBox="1"/>
            <p:nvPr/>
          </p:nvSpPr>
          <p:spPr bwMode="auto">
            <a:xfrm>
              <a:off x="1073442" y="1171143"/>
              <a:ext cx="2484276" cy="53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b="1" dirty="0">
                  <a:solidFill>
                    <a:srgbClr val="41BDC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Bandwidth/Server Access Frequency</a:t>
              </a: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783632" y="3068960"/>
              <a:ext cx="2088232" cy="2088232"/>
            </a:xfrm>
            <a:prstGeom prst="ellipse">
              <a:avLst/>
            </a:prstGeom>
            <a:noFill/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4295799" y="2024844"/>
              <a:ext cx="2088232" cy="2088232"/>
            </a:xfrm>
            <a:prstGeom prst="ellipse">
              <a:avLst/>
            </a:prstGeom>
            <a:noFill/>
            <a:ln w="9525" cap="flat" cmpd="sng" algn="ctr">
              <a:solidFill>
                <a:srgbClr val="41BDC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891644" y="3897052"/>
              <a:ext cx="648072" cy="64807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3530154" y="4036522"/>
              <a:ext cx="742628" cy="74262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4251457" y="3971213"/>
              <a:ext cx="541536" cy="54153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3182527" y="4545124"/>
              <a:ext cx="437820" cy="4378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5352609" y="3122683"/>
              <a:ext cx="830603" cy="83060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4792993" y="3294107"/>
              <a:ext cx="719645" cy="71964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 bwMode="auto">
            <a:xfrm>
              <a:off x="4385001" y="2723193"/>
              <a:ext cx="573476" cy="57347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 bwMode="auto">
            <a:xfrm>
              <a:off x="4887713" y="2620278"/>
              <a:ext cx="756565" cy="75656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8" name="椭圆 17"/>
            <p:cNvSpPr/>
            <p:nvPr/>
          </p:nvSpPr>
          <p:spPr bwMode="auto">
            <a:xfrm>
              <a:off x="5650984" y="2598063"/>
              <a:ext cx="646561" cy="64656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 bwMode="auto">
            <a:xfrm>
              <a:off x="4191377" y="2870704"/>
              <a:ext cx="900100" cy="239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9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Gaming</a:t>
              </a:r>
            </a:p>
          </p:txBody>
        </p:sp>
        <p:sp>
          <p:nvSpPr>
            <p:cNvPr id="20" name="文本框 19"/>
            <p:cNvSpPr txBox="1"/>
            <p:nvPr/>
          </p:nvSpPr>
          <p:spPr bwMode="auto">
            <a:xfrm>
              <a:off x="4826785" y="3457492"/>
              <a:ext cx="630132" cy="377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9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Smart Home</a:t>
              </a:r>
            </a:p>
          </p:txBody>
        </p:sp>
        <p:sp>
          <p:nvSpPr>
            <p:cNvPr id="21" name="文本框 20"/>
            <p:cNvSpPr txBox="1"/>
            <p:nvPr/>
          </p:nvSpPr>
          <p:spPr bwMode="auto">
            <a:xfrm>
              <a:off x="5281565" y="3316803"/>
              <a:ext cx="1090962" cy="493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85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HD Images</a:t>
              </a:r>
            </a:p>
            <a:p>
              <a:pPr algn="ctr" defTabSz="1001649" eaLnBrk="0" hangingPunct="0"/>
              <a:r>
                <a:rPr lang="en-US" sz="85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Video Surveillance</a:t>
              </a:r>
            </a:p>
          </p:txBody>
        </p:sp>
        <p:sp>
          <p:nvSpPr>
            <p:cNvPr id="22" name="文本框 21"/>
            <p:cNvSpPr txBox="1"/>
            <p:nvPr/>
          </p:nvSpPr>
          <p:spPr bwMode="auto">
            <a:xfrm>
              <a:off x="4726781" y="2668966"/>
              <a:ext cx="1090962" cy="493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85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ITS</a:t>
              </a:r>
            </a:p>
            <a:p>
              <a:pPr algn="ctr" defTabSz="1001649" eaLnBrk="0" hangingPunct="0"/>
              <a:r>
                <a:rPr lang="en-US" sz="85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Smart Transportation</a:t>
              </a:r>
            </a:p>
          </p:txBody>
        </p:sp>
        <p:sp>
          <p:nvSpPr>
            <p:cNvPr id="23" name="文本框 22"/>
            <p:cNvSpPr txBox="1"/>
            <p:nvPr/>
          </p:nvSpPr>
          <p:spPr bwMode="auto">
            <a:xfrm>
              <a:off x="5532516" y="2783025"/>
              <a:ext cx="926360" cy="239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90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IoT/M2M</a:t>
              </a:r>
            </a:p>
          </p:txBody>
        </p:sp>
        <p:sp>
          <p:nvSpPr>
            <p:cNvPr id="24" name="文本框 23"/>
            <p:cNvSpPr txBox="1"/>
            <p:nvPr/>
          </p:nvSpPr>
          <p:spPr bwMode="auto">
            <a:xfrm>
              <a:off x="2946047" y="4620954"/>
              <a:ext cx="900100" cy="270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05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SNS</a:t>
              </a:r>
            </a:p>
          </p:txBody>
        </p:sp>
        <p:sp>
          <p:nvSpPr>
            <p:cNvPr id="25" name="文本框 24"/>
            <p:cNvSpPr txBox="1"/>
            <p:nvPr/>
          </p:nvSpPr>
          <p:spPr bwMode="auto">
            <a:xfrm>
              <a:off x="4072175" y="4103268"/>
              <a:ext cx="900100" cy="270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05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Storage</a:t>
              </a:r>
            </a:p>
          </p:txBody>
        </p:sp>
        <p:sp>
          <p:nvSpPr>
            <p:cNvPr id="26" name="文本框 25"/>
            <p:cNvSpPr txBox="1"/>
            <p:nvPr/>
          </p:nvSpPr>
          <p:spPr bwMode="auto">
            <a:xfrm>
              <a:off x="3588454" y="4171898"/>
              <a:ext cx="653340" cy="4395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05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Web Search</a:t>
              </a:r>
            </a:p>
          </p:txBody>
        </p:sp>
        <p:sp>
          <p:nvSpPr>
            <p:cNvPr id="27" name="文本框 26"/>
            <p:cNvSpPr txBox="1"/>
            <p:nvPr/>
          </p:nvSpPr>
          <p:spPr bwMode="auto">
            <a:xfrm>
              <a:off x="2854412" y="3973371"/>
              <a:ext cx="736118" cy="4241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050" dirty="0" smtClean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Web</a:t>
              </a:r>
              <a:endParaRPr lang="en-US" sz="105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endParaRPr>
            </a:p>
            <a:p>
              <a:pPr algn="ctr" defTabSz="1001649" eaLnBrk="0" hangingPunct="0"/>
              <a:r>
                <a:rPr lang="en-US" sz="1050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Services</a:t>
              </a:r>
            </a:p>
          </p:txBody>
        </p:sp>
        <p:sp>
          <p:nvSpPr>
            <p:cNvPr id="28" name="文本框 27"/>
            <p:cNvSpPr txBox="1"/>
            <p:nvPr/>
          </p:nvSpPr>
          <p:spPr bwMode="auto">
            <a:xfrm>
              <a:off x="2946939" y="3090372"/>
              <a:ext cx="1709950" cy="5933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solidFill>
                    <a:srgbClr val="41BDC1"/>
                  </a:solidFill>
                  <a:latin typeface="Arial" panose="020B0604020202020204" pitchFamily="34" charset="0"/>
                  <a:ea typeface="+mj-ea"/>
                  <a:cs typeface="Arial" pitchFamily="34" charset="0"/>
                </a:rPr>
                <a:t>Cloud Computing</a:t>
              </a:r>
            </a:p>
          </p:txBody>
        </p:sp>
        <p:sp>
          <p:nvSpPr>
            <p:cNvPr id="29" name="文本框 28"/>
            <p:cNvSpPr txBox="1"/>
            <p:nvPr/>
          </p:nvSpPr>
          <p:spPr bwMode="auto">
            <a:xfrm>
              <a:off x="4512064" y="2015361"/>
              <a:ext cx="1709950" cy="5933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600" dirty="0">
                  <a:solidFill>
                    <a:srgbClr val="41BDC1"/>
                  </a:solidFill>
                  <a:latin typeface="Arial" panose="020B0604020202020204" pitchFamily="34" charset="0"/>
                  <a:ea typeface="+mj-ea"/>
                  <a:cs typeface="Arial" pitchFamily="34" charset="0"/>
                </a:rPr>
                <a:t>Edge Computing</a:t>
              </a:r>
            </a:p>
          </p:txBody>
        </p:sp>
        <p:sp>
          <p:nvSpPr>
            <p:cNvPr id="30" name="文本框 29"/>
            <p:cNvSpPr txBox="1"/>
            <p:nvPr/>
          </p:nvSpPr>
          <p:spPr bwMode="auto">
            <a:xfrm>
              <a:off x="6798078" y="5570940"/>
              <a:ext cx="1690082" cy="316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9980" tIns="49986" rIns="99980" bIns="49986" rtlCol="0">
              <a:spAutoFit/>
            </a:bodyPr>
            <a:lstStyle/>
            <a:p>
              <a:pPr algn="ctr" defTabSz="1001649" eaLnBrk="0" hangingPunct="0"/>
              <a:r>
                <a:rPr lang="en-US" sz="1400" b="1" dirty="0">
                  <a:solidFill>
                    <a:srgbClr val="41BDC1"/>
                  </a:solidFill>
                  <a:latin typeface="Arial" panose="020B0604020202020204" pitchFamily="34" charset="0"/>
                  <a:ea typeface="+mn-ea"/>
                  <a:cs typeface="Arial" pitchFamily="34" charset="0"/>
                </a:rPr>
                <a:t>Timeliness</a:t>
              </a:r>
            </a:p>
          </p:txBody>
        </p:sp>
      </p:grpSp>
      <p:sp>
        <p:nvSpPr>
          <p:cNvPr id="31" name="圆角矩形 30"/>
          <p:cNvSpPr/>
          <p:nvPr/>
        </p:nvSpPr>
        <p:spPr bwMode="auto">
          <a:xfrm>
            <a:off x="7656412" y="2024844"/>
            <a:ext cx="3876192" cy="432048"/>
          </a:xfrm>
          <a:prstGeom prst="roundRect">
            <a:avLst/>
          </a:prstGeom>
          <a:noFill/>
          <a:ln w="38100" cap="flat" cmpd="sng" algn="ctr">
            <a:solidFill>
              <a:srgbClr val="41BDC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latin typeface="Arial" panose="020B0604020202020204" pitchFamily="34" charset="0"/>
                <a:ea typeface="宋体" pitchFamily="2" charset="-122"/>
              </a:rPr>
              <a:t>Low latency</a:t>
            </a:r>
          </a:p>
        </p:txBody>
      </p:sp>
      <p:sp>
        <p:nvSpPr>
          <p:cNvPr id="32" name="圆角矩形 31"/>
          <p:cNvSpPr/>
          <p:nvPr/>
        </p:nvSpPr>
        <p:spPr bwMode="auto">
          <a:xfrm>
            <a:off x="7656412" y="2728084"/>
            <a:ext cx="3876192" cy="432048"/>
          </a:xfrm>
          <a:prstGeom prst="roundRect">
            <a:avLst/>
          </a:prstGeom>
          <a:noFill/>
          <a:ln w="38100" cap="flat" cmpd="sng" algn="ctr">
            <a:solidFill>
              <a:srgbClr val="41BDC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HD video, bandwidth-intensive</a:t>
            </a:r>
          </a:p>
        </p:txBody>
      </p:sp>
      <p:sp>
        <p:nvSpPr>
          <p:cNvPr id="33" name="圆角矩形 32"/>
          <p:cNvSpPr/>
          <p:nvPr/>
        </p:nvSpPr>
        <p:spPr bwMode="auto">
          <a:xfrm>
            <a:off x="7656412" y="3431324"/>
            <a:ext cx="3876192" cy="432048"/>
          </a:xfrm>
          <a:prstGeom prst="roundRect">
            <a:avLst/>
          </a:prstGeom>
          <a:noFill/>
          <a:ln w="38100" cap="flat" cmpd="sng" algn="ctr">
            <a:solidFill>
              <a:srgbClr val="41BDC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Transmission network efficiency</a:t>
            </a:r>
          </a:p>
        </p:txBody>
      </p:sp>
      <p:sp>
        <p:nvSpPr>
          <p:cNvPr id="34" name="圆角矩形 33"/>
          <p:cNvSpPr/>
          <p:nvPr/>
        </p:nvSpPr>
        <p:spPr bwMode="auto">
          <a:xfrm>
            <a:off x="7656412" y="4134565"/>
            <a:ext cx="3876192" cy="432048"/>
          </a:xfrm>
          <a:prstGeom prst="roundRect">
            <a:avLst/>
          </a:prstGeom>
          <a:noFill/>
          <a:ln w="38100" cap="flat" cmpd="sng" algn="ctr">
            <a:solidFill>
              <a:srgbClr val="41BDC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High-quality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24201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Microservices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912285" y="1160748"/>
            <a:ext cx="10560048" cy="18716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1800" dirty="0">
                <a:latin typeface="Arial" panose="020B0604020202020204" pitchFamily="34" charset="0"/>
              </a:rPr>
              <a:t>Microservices are a software development technique that structures an application as a collection of loosely </a:t>
            </a:r>
            <a:r>
              <a:rPr lang="en-US" sz="1800" dirty="0" smtClean="0">
                <a:latin typeface="Arial" panose="020B0604020202020204" pitchFamily="34" charset="0"/>
              </a:rPr>
              <a:t>coupled, fine-grained </a:t>
            </a:r>
            <a:r>
              <a:rPr lang="en-US" sz="1800" dirty="0">
                <a:latin typeface="Arial" panose="020B0604020202020204" pitchFamily="34" charset="0"/>
              </a:rPr>
              <a:t>services. In a microservices architecture, </a:t>
            </a:r>
            <a:r>
              <a:rPr lang="en-US" sz="1800" dirty="0" smtClean="0">
                <a:latin typeface="Arial" panose="020B0604020202020204" pitchFamily="34" charset="0"/>
              </a:rPr>
              <a:t>lightweight communication </a:t>
            </a:r>
            <a:r>
              <a:rPr lang="en-US" sz="1800" dirty="0">
                <a:latin typeface="Arial" panose="020B0604020202020204" pitchFamily="34" charset="0"/>
              </a:rPr>
              <a:t>protocols are </a:t>
            </a:r>
            <a:r>
              <a:rPr lang="en-US" sz="1800" dirty="0" smtClean="0">
                <a:latin typeface="Arial" panose="020B0604020202020204" pitchFamily="34" charset="0"/>
              </a:rPr>
              <a:t>used, </a:t>
            </a:r>
            <a:r>
              <a:rPr lang="en-US" sz="1800" dirty="0">
                <a:latin typeface="Arial" panose="020B0604020202020204" pitchFamily="34" charset="0"/>
              </a:rPr>
              <a:t>often HTTP resource APIs. </a:t>
            </a:r>
            <a:r>
              <a:rPr lang="en-US" sz="1800" dirty="0" smtClean="0">
                <a:latin typeface="Arial" panose="020B0604020202020204" pitchFamily="34" charset="0"/>
              </a:rPr>
              <a:t>The </a:t>
            </a:r>
            <a:r>
              <a:rPr lang="en-US" sz="1800" dirty="0">
                <a:latin typeface="Arial" panose="020B0604020202020204" pitchFamily="34" charset="0"/>
              </a:rPr>
              <a:t>services are built around functionalities and </a:t>
            </a:r>
            <a:r>
              <a:rPr lang="en-US" sz="1800" dirty="0" smtClean="0">
                <a:latin typeface="Arial" panose="020B0604020202020204" pitchFamily="34" charset="0"/>
              </a:rPr>
              <a:t>deployed </a:t>
            </a:r>
            <a:r>
              <a:rPr lang="en-US" sz="1800" dirty="0">
                <a:latin typeface="Arial" panose="020B0604020202020204" pitchFamily="34" charset="0"/>
              </a:rPr>
              <a:t>independently </a:t>
            </a:r>
            <a:r>
              <a:rPr lang="en-US" sz="1800" dirty="0" smtClean="0">
                <a:latin typeface="Arial" panose="020B0604020202020204" pitchFamily="34" charset="0"/>
              </a:rPr>
              <a:t>and in a </a:t>
            </a:r>
            <a:r>
              <a:rPr lang="en-US" sz="1800" dirty="0">
                <a:latin typeface="Arial" panose="020B0604020202020204" pitchFamily="34" charset="0"/>
              </a:rPr>
              <a:t>fully automated </a:t>
            </a:r>
            <a:r>
              <a:rPr lang="en-US" sz="1800" dirty="0" smtClean="0">
                <a:latin typeface="Arial" panose="020B0604020202020204" pitchFamily="34" charset="0"/>
              </a:rPr>
              <a:t>manner. The need for centralized </a:t>
            </a:r>
            <a:r>
              <a:rPr lang="en-US" sz="1800" dirty="0">
                <a:latin typeface="Arial" panose="020B0604020202020204" pitchFamily="34" charset="0"/>
              </a:rPr>
              <a:t>management is minimized. The services can be written in different languages and use different storage types.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9" y="3068960"/>
            <a:ext cx="7200799" cy="316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5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Pros and Cons of Microservices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532518423"/>
              </p:ext>
            </p:extLst>
          </p:nvPr>
        </p:nvGraphicFramePr>
        <p:xfrm>
          <a:off x="1343472" y="2258193"/>
          <a:ext cx="4968552" cy="3403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框 4"/>
          <p:cNvSpPr txBox="1"/>
          <p:nvPr/>
        </p:nvSpPr>
        <p:spPr bwMode="auto">
          <a:xfrm>
            <a:off x="2927648" y="1664802"/>
            <a:ext cx="1512168" cy="593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Pros</a:t>
            </a:r>
          </a:p>
        </p:txBody>
      </p:sp>
      <p:sp>
        <p:nvSpPr>
          <p:cNvPr id="6" name="文本框 5"/>
          <p:cNvSpPr txBox="1"/>
          <p:nvPr/>
        </p:nvSpPr>
        <p:spPr bwMode="auto">
          <a:xfrm>
            <a:off x="8256240" y="1664803"/>
            <a:ext cx="1512168" cy="593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Cons</a:t>
            </a:r>
          </a:p>
        </p:txBody>
      </p:sp>
      <p:sp>
        <p:nvSpPr>
          <p:cNvPr id="7" name="íśľíḍè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361D2F3-ADDB-4E94-98F8-BFE1D74C10A7}"/>
              </a:ext>
            </a:extLst>
          </p:cNvPr>
          <p:cNvSpPr/>
          <p:nvPr/>
        </p:nvSpPr>
        <p:spPr>
          <a:xfrm>
            <a:off x="6906457" y="2495073"/>
            <a:ext cx="4086087" cy="973313"/>
          </a:xfrm>
          <a:custGeom>
            <a:avLst/>
            <a:gdLst>
              <a:gd name="connsiteX0" fmla="*/ 95545 w 2908050"/>
              <a:gd name="connsiteY0" fmla="*/ 0 h 792599"/>
              <a:gd name="connsiteX1" fmla="*/ 2812505 w 2908050"/>
              <a:gd name="connsiteY1" fmla="*/ 0 h 792599"/>
              <a:gd name="connsiteX2" fmla="*/ 2908050 w 2908050"/>
              <a:gd name="connsiteY2" fmla="*/ 95545 h 792599"/>
              <a:gd name="connsiteX3" fmla="*/ 2908050 w 2908050"/>
              <a:gd name="connsiteY3" fmla="*/ 477712 h 792599"/>
              <a:gd name="connsiteX4" fmla="*/ 2812505 w 2908050"/>
              <a:gd name="connsiteY4" fmla="*/ 573257 h 792599"/>
              <a:gd name="connsiteX5" fmla="*/ 2718697 w 2908050"/>
              <a:gd name="connsiteY5" fmla="*/ 573257 h 792599"/>
              <a:gd name="connsiteX6" fmla="*/ 2718697 w 2908050"/>
              <a:gd name="connsiteY6" fmla="*/ 792599 h 792599"/>
              <a:gd name="connsiteX7" fmla="*/ 2493800 w 2908050"/>
              <a:gd name="connsiteY7" fmla="*/ 573257 h 792599"/>
              <a:gd name="connsiteX8" fmla="*/ 95545 w 2908050"/>
              <a:gd name="connsiteY8" fmla="*/ 573257 h 792599"/>
              <a:gd name="connsiteX9" fmla="*/ 0 w 2908050"/>
              <a:gd name="connsiteY9" fmla="*/ 477712 h 792599"/>
              <a:gd name="connsiteX10" fmla="*/ 0 w 2908050"/>
              <a:gd name="connsiteY10" fmla="*/ 95545 h 792599"/>
              <a:gd name="connsiteX11" fmla="*/ 95545 w 2908050"/>
              <a:gd name="connsiteY11" fmla="*/ 0 h 79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08050" h="792599">
                <a:moveTo>
                  <a:pt x="95545" y="0"/>
                </a:moveTo>
                <a:lnTo>
                  <a:pt x="2812505" y="0"/>
                </a:lnTo>
                <a:cubicBezTo>
                  <a:pt x="2865273" y="0"/>
                  <a:pt x="2908050" y="42777"/>
                  <a:pt x="2908050" y="95545"/>
                </a:cubicBezTo>
                <a:lnTo>
                  <a:pt x="2908050" y="477712"/>
                </a:lnTo>
                <a:cubicBezTo>
                  <a:pt x="2908050" y="530480"/>
                  <a:pt x="2865273" y="573257"/>
                  <a:pt x="2812505" y="573257"/>
                </a:cubicBezTo>
                <a:lnTo>
                  <a:pt x="2718697" y="573257"/>
                </a:lnTo>
                <a:lnTo>
                  <a:pt x="2718697" y="792599"/>
                </a:lnTo>
                <a:lnTo>
                  <a:pt x="2493800" y="573257"/>
                </a:lnTo>
                <a:lnTo>
                  <a:pt x="95545" y="573257"/>
                </a:lnTo>
                <a:cubicBezTo>
                  <a:pt x="42777" y="573257"/>
                  <a:pt x="0" y="530480"/>
                  <a:pt x="0" y="477712"/>
                </a:cubicBezTo>
                <a:lnTo>
                  <a:pt x="0" y="95545"/>
                </a:lnTo>
                <a:cubicBezTo>
                  <a:pt x="0" y="42777"/>
                  <a:pt x="42777" y="0"/>
                  <a:pt x="95545" y="0"/>
                </a:cubicBezTo>
                <a:close/>
              </a:path>
            </a:pathLst>
          </a:cu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36000" rIns="91440" bIns="45720" rtlCol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omplex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and testing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due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 project splitting</a:t>
            </a:r>
          </a:p>
        </p:txBody>
      </p:sp>
      <p:sp>
        <p:nvSpPr>
          <p:cNvPr id="8" name="íśľíḍè">
            <a:extLst>
              <a:ext uri="{FF2B5EF4-FFF2-40B4-BE49-F238E27FC236}">
                <a16:creationId xmlns="" xmlns:lc="http://schemas.openxmlformats.org/drawingml/2006/lockedCanvas" xmlns:a16="http://schemas.microsoft.com/office/drawing/2014/main" xmlns:p14="http://schemas.microsoft.com/office/powerpoint/2010/main" xmlns:a14="http://schemas.microsoft.com/office/drawing/2010/main" id="{6361D2F3-ADDB-4E94-98F8-BFE1D74C10A7}"/>
              </a:ext>
            </a:extLst>
          </p:cNvPr>
          <p:cNvSpPr/>
          <p:nvPr/>
        </p:nvSpPr>
        <p:spPr>
          <a:xfrm>
            <a:off x="6888088" y="3716338"/>
            <a:ext cx="4104456" cy="973313"/>
          </a:xfrm>
          <a:custGeom>
            <a:avLst/>
            <a:gdLst>
              <a:gd name="connsiteX0" fmla="*/ 95545 w 2908050"/>
              <a:gd name="connsiteY0" fmla="*/ 0 h 792599"/>
              <a:gd name="connsiteX1" fmla="*/ 2812505 w 2908050"/>
              <a:gd name="connsiteY1" fmla="*/ 0 h 792599"/>
              <a:gd name="connsiteX2" fmla="*/ 2908050 w 2908050"/>
              <a:gd name="connsiteY2" fmla="*/ 95545 h 792599"/>
              <a:gd name="connsiteX3" fmla="*/ 2908050 w 2908050"/>
              <a:gd name="connsiteY3" fmla="*/ 477712 h 792599"/>
              <a:gd name="connsiteX4" fmla="*/ 2812505 w 2908050"/>
              <a:gd name="connsiteY4" fmla="*/ 573257 h 792599"/>
              <a:gd name="connsiteX5" fmla="*/ 2718697 w 2908050"/>
              <a:gd name="connsiteY5" fmla="*/ 573257 h 792599"/>
              <a:gd name="connsiteX6" fmla="*/ 2718697 w 2908050"/>
              <a:gd name="connsiteY6" fmla="*/ 792599 h 792599"/>
              <a:gd name="connsiteX7" fmla="*/ 2493800 w 2908050"/>
              <a:gd name="connsiteY7" fmla="*/ 573257 h 792599"/>
              <a:gd name="connsiteX8" fmla="*/ 95545 w 2908050"/>
              <a:gd name="connsiteY8" fmla="*/ 573257 h 792599"/>
              <a:gd name="connsiteX9" fmla="*/ 0 w 2908050"/>
              <a:gd name="connsiteY9" fmla="*/ 477712 h 792599"/>
              <a:gd name="connsiteX10" fmla="*/ 0 w 2908050"/>
              <a:gd name="connsiteY10" fmla="*/ 95545 h 792599"/>
              <a:gd name="connsiteX11" fmla="*/ 95545 w 2908050"/>
              <a:gd name="connsiteY11" fmla="*/ 0 h 79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08050" h="792599">
                <a:moveTo>
                  <a:pt x="95545" y="0"/>
                </a:moveTo>
                <a:lnTo>
                  <a:pt x="2812505" y="0"/>
                </a:lnTo>
                <a:cubicBezTo>
                  <a:pt x="2865273" y="0"/>
                  <a:pt x="2908050" y="42777"/>
                  <a:pt x="2908050" y="95545"/>
                </a:cubicBezTo>
                <a:lnTo>
                  <a:pt x="2908050" y="477712"/>
                </a:lnTo>
                <a:cubicBezTo>
                  <a:pt x="2908050" y="530480"/>
                  <a:pt x="2865273" y="573257"/>
                  <a:pt x="2812505" y="573257"/>
                </a:cubicBezTo>
                <a:lnTo>
                  <a:pt x="2718697" y="573257"/>
                </a:lnTo>
                <a:lnTo>
                  <a:pt x="2718697" y="792599"/>
                </a:lnTo>
                <a:lnTo>
                  <a:pt x="2493800" y="573257"/>
                </a:lnTo>
                <a:lnTo>
                  <a:pt x="95545" y="573257"/>
                </a:lnTo>
                <a:cubicBezTo>
                  <a:pt x="42777" y="573257"/>
                  <a:pt x="0" y="530480"/>
                  <a:pt x="0" y="477712"/>
                </a:cubicBezTo>
                <a:lnTo>
                  <a:pt x="0" y="95545"/>
                </a:lnTo>
                <a:cubicBezTo>
                  <a:pt x="0" y="42777"/>
                  <a:pt x="42777" y="0"/>
                  <a:pt x="95545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Difficulty of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 consistency between services</a:t>
            </a:r>
          </a:p>
        </p:txBody>
      </p:sp>
    </p:spTree>
    <p:extLst>
      <p:ext uri="{BB962C8B-B14F-4D97-AF65-F5344CB8AC3E}">
        <p14:creationId xmlns:p14="http://schemas.microsoft.com/office/powerpoint/2010/main" val="183692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Serverless (1)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Serverless computing is a model for building and managing microservices-based architectures. It allows you to manage your application deployment on a per-service level, rather than a per-server level.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Function as a Service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(FaaS)</a:t>
            </a:r>
            <a:r>
              <a:rPr lang="en-US" dirty="0">
                <a:latin typeface="Arial" panose="020B0604020202020204" pitchFamily="34" charset="0"/>
              </a:rPr>
              <a:t>:</a:t>
            </a:r>
            <a:r>
              <a:rPr lang="en-US" b="1" dirty="0"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The service provider provides a platform where the developer develops, runs, and manages their applications without the need to build and maintain an infrastructure.</a:t>
            </a:r>
          </a:p>
          <a:p>
            <a:pPr lvl="1"/>
            <a:r>
              <a:rPr lang="en-US" b="1" dirty="0">
                <a:latin typeface="Arial" panose="020B0604020202020204" pitchFamily="34" charset="0"/>
              </a:rPr>
              <a:t>Backend as a Service (BaaS)</a:t>
            </a:r>
            <a:r>
              <a:rPr lang="en-US" dirty="0">
                <a:latin typeface="Arial" panose="020B0604020202020204" pitchFamily="34" charset="0"/>
              </a:rPr>
              <a:t>: The service provider provides a serverless backend, also known as backend as a service for the mobile application developer. BaaS </a:t>
            </a:r>
            <a:r>
              <a:rPr lang="en-US" dirty="0" smtClean="0">
                <a:latin typeface="Arial" panose="020B0604020202020204" pitchFamily="34" charset="0"/>
              </a:rPr>
              <a:t>shifts </a:t>
            </a:r>
            <a:r>
              <a:rPr lang="en-US" dirty="0">
                <a:latin typeface="Arial" panose="020B0604020202020204" pitchFamily="34" charset="0"/>
              </a:rPr>
              <a:t>backend functions including data/file storage, account management, data collection, operation analysis, message push, and social media integration to the cloud, allowing the developer to focus on their </a:t>
            </a:r>
            <a:r>
              <a:rPr lang="en-US" dirty="0" smtClean="0">
                <a:latin typeface="Arial" panose="020B0604020202020204" pitchFamily="34" charset="0"/>
              </a:rPr>
              <a:t>apps’ </a:t>
            </a:r>
            <a:r>
              <a:rPr lang="en-US" dirty="0">
                <a:latin typeface="Arial" panose="020B0604020202020204" pitchFamily="34" charset="0"/>
              </a:rPr>
              <a:t>frontend.</a:t>
            </a:r>
          </a:p>
          <a:p>
            <a:pPr marL="0" indent="0"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88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Serverless (2)</a:t>
            </a:r>
          </a:p>
        </p:txBody>
      </p:sp>
      <p:sp>
        <p:nvSpPr>
          <p:cNvPr id="4" name="五边形 3"/>
          <p:cNvSpPr/>
          <p:nvPr/>
        </p:nvSpPr>
        <p:spPr bwMode="auto">
          <a:xfrm>
            <a:off x="1545974" y="1333859"/>
            <a:ext cx="3138943" cy="849607"/>
          </a:xfrm>
          <a:prstGeom prst="homePlate">
            <a:avLst/>
          </a:prstGeom>
          <a:solidFill>
            <a:srgbClr val="41BDC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6370511" y="1297855"/>
            <a:ext cx="2790172" cy="871965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1612436" y="1340768"/>
            <a:ext cx="2701994" cy="839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defTabSz="1001649" eaLnBrk="0" hangingPunct="0"/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Build a framework that runs on a server to respond to multiple events.</a:t>
            </a:r>
          </a:p>
        </p:txBody>
      </p:sp>
      <p:sp>
        <p:nvSpPr>
          <p:cNvPr id="7" name="文本框 6"/>
          <p:cNvSpPr txBox="1"/>
          <p:nvPr/>
        </p:nvSpPr>
        <p:spPr bwMode="auto">
          <a:xfrm>
            <a:off x="6418342" y="1329248"/>
            <a:ext cx="2701994" cy="839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defTabSz="1001649" eaLnBrk="0" hangingPunct="0"/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Build or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use a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separate microservice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or function to respond to each event.</a:t>
            </a:r>
          </a:p>
        </p:txBody>
      </p:sp>
      <p:sp>
        <p:nvSpPr>
          <p:cNvPr id="8" name="文本框 7"/>
          <p:cNvSpPr txBox="1"/>
          <p:nvPr/>
        </p:nvSpPr>
        <p:spPr bwMode="auto">
          <a:xfrm>
            <a:off x="727748" y="1268760"/>
            <a:ext cx="417356" cy="998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vert270"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Previously</a:t>
            </a:r>
          </a:p>
        </p:txBody>
      </p:sp>
      <p:sp>
        <p:nvSpPr>
          <p:cNvPr id="9" name="文本框 8"/>
          <p:cNvSpPr txBox="1"/>
          <p:nvPr/>
        </p:nvSpPr>
        <p:spPr bwMode="auto">
          <a:xfrm>
            <a:off x="5839736" y="1297856"/>
            <a:ext cx="417356" cy="8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vert270"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Now</a:t>
            </a:r>
          </a:p>
        </p:txBody>
      </p:sp>
      <p:sp>
        <p:nvSpPr>
          <p:cNvPr id="10" name="燕尾形箭头 9"/>
          <p:cNvSpPr/>
          <p:nvPr/>
        </p:nvSpPr>
        <p:spPr bwMode="auto">
          <a:xfrm>
            <a:off x="1061182" y="5517232"/>
            <a:ext cx="9906646" cy="180020"/>
          </a:xfrm>
          <a:prstGeom prst="notchedRightArrow">
            <a:avLst/>
          </a:prstGeom>
          <a:solidFill>
            <a:srgbClr val="78CC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1487488" y="5490100"/>
            <a:ext cx="216024" cy="216024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3896652" y="5490100"/>
            <a:ext cx="216024" cy="216024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6305816" y="5490100"/>
            <a:ext cx="216024" cy="21602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8714981" y="5490100"/>
            <a:ext cx="216024" cy="216024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 bwMode="auto">
          <a:xfrm>
            <a:off x="854108" y="5855656"/>
            <a:ext cx="1512168" cy="4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2000" b="1" dirty="0">
                <a:solidFill>
                  <a:srgbClr val="41BDC1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IDC</a:t>
            </a:r>
          </a:p>
        </p:txBody>
      </p:sp>
      <p:sp>
        <p:nvSpPr>
          <p:cNvPr id="16" name="文本框 15"/>
          <p:cNvSpPr txBox="1"/>
          <p:nvPr/>
        </p:nvSpPr>
        <p:spPr bwMode="auto">
          <a:xfrm>
            <a:off x="3248580" y="5855656"/>
            <a:ext cx="1512168" cy="4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2000" b="1" dirty="0">
                <a:solidFill>
                  <a:srgbClr val="41BDC1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IaaS</a:t>
            </a:r>
          </a:p>
        </p:txBody>
      </p:sp>
      <p:sp>
        <p:nvSpPr>
          <p:cNvPr id="17" name="文本框 16"/>
          <p:cNvSpPr txBox="1"/>
          <p:nvPr/>
        </p:nvSpPr>
        <p:spPr bwMode="auto">
          <a:xfrm>
            <a:off x="5657744" y="5855656"/>
            <a:ext cx="1512168" cy="4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2000" b="1" dirty="0">
                <a:solidFill>
                  <a:srgbClr val="41BDC1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PaaS</a:t>
            </a:r>
          </a:p>
        </p:txBody>
      </p:sp>
      <p:sp>
        <p:nvSpPr>
          <p:cNvPr id="18" name="文本框 17"/>
          <p:cNvSpPr txBox="1"/>
          <p:nvPr/>
        </p:nvSpPr>
        <p:spPr bwMode="auto">
          <a:xfrm>
            <a:off x="8066908" y="5855656"/>
            <a:ext cx="1593487" cy="4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sz="2000" b="1" dirty="0">
                <a:solidFill>
                  <a:srgbClr val="41BDC1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BaaS/FaaS</a:t>
            </a:r>
          </a:p>
        </p:txBody>
      </p:sp>
      <p:grpSp>
        <p:nvGrpSpPr>
          <p:cNvPr id="19" name="组合 18649"/>
          <p:cNvGrpSpPr/>
          <p:nvPr/>
        </p:nvGrpSpPr>
        <p:grpSpPr>
          <a:xfrm>
            <a:off x="1308305" y="4695893"/>
            <a:ext cx="743123" cy="552579"/>
            <a:chOff x="1320800" y="873125"/>
            <a:chExt cx="557213" cy="414338"/>
          </a:xfrm>
          <a:solidFill>
            <a:srgbClr val="02CCCC"/>
          </a:solidFill>
        </p:grpSpPr>
        <p:sp>
          <p:nvSpPr>
            <p:cNvPr id="20" name="Freeform 26"/>
            <p:cNvSpPr>
              <a:spLocks noEditPoints="1"/>
            </p:cNvSpPr>
            <p:nvPr/>
          </p:nvSpPr>
          <p:spPr bwMode="auto">
            <a:xfrm>
              <a:off x="1725613" y="893763"/>
              <a:ext cx="152400" cy="373063"/>
            </a:xfrm>
            <a:custGeom>
              <a:avLst/>
              <a:gdLst>
                <a:gd name="T0" fmla="*/ 156 w 180"/>
                <a:gd name="T1" fmla="*/ 122 h 438"/>
                <a:gd name="T2" fmla="*/ 156 w 180"/>
                <a:gd name="T3" fmla="*/ 122 h 438"/>
                <a:gd name="T4" fmla="*/ 24 w 180"/>
                <a:gd name="T5" fmla="*/ 122 h 438"/>
                <a:gd name="T6" fmla="*/ 24 w 180"/>
                <a:gd name="T7" fmla="*/ 24 h 438"/>
                <a:gd name="T8" fmla="*/ 156 w 180"/>
                <a:gd name="T9" fmla="*/ 24 h 438"/>
                <a:gd name="T10" fmla="*/ 156 w 180"/>
                <a:gd name="T11" fmla="*/ 122 h 438"/>
                <a:gd name="T12" fmla="*/ 24 w 180"/>
                <a:gd name="T13" fmla="*/ 127 h 438"/>
                <a:gd name="T14" fmla="*/ 24 w 180"/>
                <a:gd name="T15" fmla="*/ 127 h 438"/>
                <a:gd name="T16" fmla="*/ 156 w 180"/>
                <a:gd name="T17" fmla="*/ 127 h 438"/>
                <a:gd name="T18" fmla="*/ 156 w 180"/>
                <a:gd name="T19" fmla="*/ 212 h 438"/>
                <a:gd name="T20" fmla="*/ 24 w 180"/>
                <a:gd name="T21" fmla="*/ 212 h 438"/>
                <a:gd name="T22" fmla="*/ 24 w 180"/>
                <a:gd name="T23" fmla="*/ 127 h 438"/>
                <a:gd name="T24" fmla="*/ 156 w 180"/>
                <a:gd name="T25" fmla="*/ 305 h 438"/>
                <a:gd name="T26" fmla="*/ 156 w 180"/>
                <a:gd name="T27" fmla="*/ 305 h 438"/>
                <a:gd name="T28" fmla="*/ 24 w 180"/>
                <a:gd name="T29" fmla="*/ 305 h 438"/>
                <a:gd name="T30" fmla="*/ 24 w 180"/>
                <a:gd name="T31" fmla="*/ 217 h 438"/>
                <a:gd name="T32" fmla="*/ 156 w 180"/>
                <a:gd name="T33" fmla="*/ 217 h 438"/>
                <a:gd name="T34" fmla="*/ 156 w 180"/>
                <a:gd name="T35" fmla="*/ 305 h 438"/>
                <a:gd name="T36" fmla="*/ 24 w 180"/>
                <a:gd name="T37" fmla="*/ 310 h 438"/>
                <a:gd name="T38" fmla="*/ 24 w 180"/>
                <a:gd name="T39" fmla="*/ 310 h 438"/>
                <a:gd name="T40" fmla="*/ 156 w 180"/>
                <a:gd name="T41" fmla="*/ 310 h 438"/>
                <a:gd name="T42" fmla="*/ 156 w 180"/>
                <a:gd name="T43" fmla="*/ 413 h 438"/>
                <a:gd name="T44" fmla="*/ 24 w 180"/>
                <a:gd name="T45" fmla="*/ 413 h 438"/>
                <a:gd name="T46" fmla="*/ 24 w 180"/>
                <a:gd name="T47" fmla="*/ 310 h 438"/>
                <a:gd name="T48" fmla="*/ 12 w 180"/>
                <a:gd name="T49" fmla="*/ 438 h 438"/>
                <a:gd name="T50" fmla="*/ 12 w 180"/>
                <a:gd name="T51" fmla="*/ 438 h 438"/>
                <a:gd name="T52" fmla="*/ 168 w 180"/>
                <a:gd name="T53" fmla="*/ 438 h 438"/>
                <a:gd name="T54" fmla="*/ 180 w 180"/>
                <a:gd name="T55" fmla="*/ 425 h 438"/>
                <a:gd name="T56" fmla="*/ 180 w 180"/>
                <a:gd name="T57" fmla="*/ 12 h 438"/>
                <a:gd name="T58" fmla="*/ 168 w 180"/>
                <a:gd name="T59" fmla="*/ 0 h 438"/>
                <a:gd name="T60" fmla="*/ 12 w 180"/>
                <a:gd name="T61" fmla="*/ 0 h 438"/>
                <a:gd name="T62" fmla="*/ 0 w 180"/>
                <a:gd name="T63" fmla="*/ 12 h 438"/>
                <a:gd name="T64" fmla="*/ 0 w 180"/>
                <a:gd name="T65" fmla="*/ 425 h 438"/>
                <a:gd name="T66" fmla="*/ 12 w 180"/>
                <a:gd name="T67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0" h="438">
                  <a:moveTo>
                    <a:pt x="156" y="122"/>
                  </a:moveTo>
                  <a:lnTo>
                    <a:pt x="156" y="122"/>
                  </a:lnTo>
                  <a:lnTo>
                    <a:pt x="24" y="122"/>
                  </a:lnTo>
                  <a:lnTo>
                    <a:pt x="24" y="24"/>
                  </a:lnTo>
                  <a:lnTo>
                    <a:pt x="156" y="24"/>
                  </a:lnTo>
                  <a:lnTo>
                    <a:pt x="156" y="122"/>
                  </a:lnTo>
                  <a:close/>
                  <a:moveTo>
                    <a:pt x="24" y="127"/>
                  </a:moveTo>
                  <a:lnTo>
                    <a:pt x="24" y="127"/>
                  </a:lnTo>
                  <a:lnTo>
                    <a:pt x="156" y="127"/>
                  </a:lnTo>
                  <a:lnTo>
                    <a:pt x="156" y="212"/>
                  </a:lnTo>
                  <a:lnTo>
                    <a:pt x="24" y="212"/>
                  </a:lnTo>
                  <a:lnTo>
                    <a:pt x="24" y="127"/>
                  </a:lnTo>
                  <a:close/>
                  <a:moveTo>
                    <a:pt x="156" y="305"/>
                  </a:moveTo>
                  <a:lnTo>
                    <a:pt x="156" y="305"/>
                  </a:lnTo>
                  <a:lnTo>
                    <a:pt x="24" y="305"/>
                  </a:lnTo>
                  <a:lnTo>
                    <a:pt x="24" y="217"/>
                  </a:lnTo>
                  <a:lnTo>
                    <a:pt x="156" y="217"/>
                  </a:lnTo>
                  <a:lnTo>
                    <a:pt x="156" y="305"/>
                  </a:lnTo>
                  <a:close/>
                  <a:moveTo>
                    <a:pt x="24" y="310"/>
                  </a:moveTo>
                  <a:lnTo>
                    <a:pt x="24" y="310"/>
                  </a:lnTo>
                  <a:lnTo>
                    <a:pt x="156" y="310"/>
                  </a:lnTo>
                  <a:lnTo>
                    <a:pt x="156" y="413"/>
                  </a:lnTo>
                  <a:lnTo>
                    <a:pt x="24" y="413"/>
                  </a:lnTo>
                  <a:lnTo>
                    <a:pt x="24" y="310"/>
                  </a:lnTo>
                  <a:close/>
                  <a:moveTo>
                    <a:pt x="12" y="438"/>
                  </a:moveTo>
                  <a:lnTo>
                    <a:pt x="12" y="438"/>
                  </a:lnTo>
                  <a:lnTo>
                    <a:pt x="168" y="438"/>
                  </a:lnTo>
                  <a:cubicBezTo>
                    <a:pt x="175" y="438"/>
                    <a:pt x="180" y="432"/>
                    <a:pt x="180" y="425"/>
                  </a:cubicBezTo>
                  <a:lnTo>
                    <a:pt x="180" y="12"/>
                  </a:lnTo>
                  <a:cubicBezTo>
                    <a:pt x="180" y="5"/>
                    <a:pt x="175" y="0"/>
                    <a:pt x="168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2"/>
                  </a:cubicBezTo>
                  <a:lnTo>
                    <a:pt x="0" y="425"/>
                  </a:lnTo>
                  <a:cubicBezTo>
                    <a:pt x="0" y="432"/>
                    <a:pt x="5" y="438"/>
                    <a:pt x="12" y="43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1" name="Freeform 27"/>
            <p:cNvSpPr>
              <a:spLocks noEditPoints="1"/>
            </p:cNvSpPr>
            <p:nvPr/>
          </p:nvSpPr>
          <p:spPr bwMode="auto">
            <a:xfrm>
              <a:off x="1757363" y="933450"/>
              <a:ext cx="88900" cy="47625"/>
            </a:xfrm>
            <a:custGeom>
              <a:avLst/>
              <a:gdLst>
                <a:gd name="T0" fmla="*/ 9 w 104"/>
                <a:gd name="T1" fmla="*/ 13 h 55"/>
                <a:gd name="T2" fmla="*/ 9 w 104"/>
                <a:gd name="T3" fmla="*/ 13 h 55"/>
                <a:gd name="T4" fmla="*/ 10 w 104"/>
                <a:gd name="T5" fmla="*/ 10 h 55"/>
                <a:gd name="T6" fmla="*/ 93 w 104"/>
                <a:gd name="T7" fmla="*/ 10 h 55"/>
                <a:gd name="T8" fmla="*/ 94 w 104"/>
                <a:gd name="T9" fmla="*/ 13 h 55"/>
                <a:gd name="T10" fmla="*/ 94 w 104"/>
                <a:gd name="T11" fmla="*/ 42 h 55"/>
                <a:gd name="T12" fmla="*/ 93 w 104"/>
                <a:gd name="T13" fmla="*/ 45 h 55"/>
                <a:gd name="T14" fmla="*/ 11 w 104"/>
                <a:gd name="T15" fmla="*/ 45 h 55"/>
                <a:gd name="T16" fmla="*/ 9 w 104"/>
                <a:gd name="T17" fmla="*/ 42 h 55"/>
                <a:gd name="T18" fmla="*/ 9 w 104"/>
                <a:gd name="T19" fmla="*/ 13 h 55"/>
                <a:gd name="T20" fmla="*/ 10 w 104"/>
                <a:gd name="T21" fmla="*/ 55 h 55"/>
                <a:gd name="T22" fmla="*/ 10 w 104"/>
                <a:gd name="T23" fmla="*/ 55 h 55"/>
                <a:gd name="T24" fmla="*/ 93 w 104"/>
                <a:gd name="T25" fmla="*/ 55 h 55"/>
                <a:gd name="T26" fmla="*/ 104 w 104"/>
                <a:gd name="T27" fmla="*/ 42 h 55"/>
                <a:gd name="T28" fmla="*/ 104 w 104"/>
                <a:gd name="T29" fmla="*/ 13 h 55"/>
                <a:gd name="T30" fmla="*/ 93 w 104"/>
                <a:gd name="T31" fmla="*/ 0 h 55"/>
                <a:gd name="T32" fmla="*/ 10 w 104"/>
                <a:gd name="T33" fmla="*/ 0 h 55"/>
                <a:gd name="T34" fmla="*/ 0 w 104"/>
                <a:gd name="T35" fmla="*/ 13 h 55"/>
                <a:gd name="T36" fmla="*/ 0 w 104"/>
                <a:gd name="T37" fmla="*/ 42 h 55"/>
                <a:gd name="T38" fmla="*/ 10 w 104"/>
                <a:gd name="T3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4" h="55">
                  <a:moveTo>
                    <a:pt x="9" y="13"/>
                  </a:moveTo>
                  <a:lnTo>
                    <a:pt x="9" y="13"/>
                  </a:lnTo>
                  <a:cubicBezTo>
                    <a:pt x="9" y="11"/>
                    <a:pt x="10" y="10"/>
                    <a:pt x="10" y="10"/>
                  </a:cubicBezTo>
                  <a:lnTo>
                    <a:pt x="93" y="10"/>
                  </a:lnTo>
                  <a:cubicBezTo>
                    <a:pt x="94" y="10"/>
                    <a:pt x="94" y="11"/>
                    <a:pt x="94" y="13"/>
                  </a:cubicBezTo>
                  <a:lnTo>
                    <a:pt x="94" y="42"/>
                  </a:lnTo>
                  <a:cubicBezTo>
                    <a:pt x="94" y="44"/>
                    <a:pt x="94" y="45"/>
                    <a:pt x="93" y="45"/>
                  </a:cubicBezTo>
                  <a:lnTo>
                    <a:pt x="11" y="45"/>
                  </a:lnTo>
                  <a:cubicBezTo>
                    <a:pt x="10" y="45"/>
                    <a:pt x="9" y="44"/>
                    <a:pt x="9" y="42"/>
                  </a:cubicBezTo>
                  <a:lnTo>
                    <a:pt x="9" y="13"/>
                  </a:lnTo>
                  <a:close/>
                  <a:moveTo>
                    <a:pt x="10" y="55"/>
                  </a:moveTo>
                  <a:lnTo>
                    <a:pt x="10" y="55"/>
                  </a:lnTo>
                  <a:lnTo>
                    <a:pt x="93" y="55"/>
                  </a:lnTo>
                  <a:cubicBezTo>
                    <a:pt x="100" y="55"/>
                    <a:pt x="104" y="49"/>
                    <a:pt x="104" y="42"/>
                  </a:cubicBezTo>
                  <a:lnTo>
                    <a:pt x="104" y="13"/>
                  </a:lnTo>
                  <a:cubicBezTo>
                    <a:pt x="104" y="6"/>
                    <a:pt x="100" y="0"/>
                    <a:pt x="93" y="0"/>
                  </a:cubicBezTo>
                  <a:lnTo>
                    <a:pt x="10" y="0"/>
                  </a:lnTo>
                  <a:cubicBezTo>
                    <a:pt x="4" y="0"/>
                    <a:pt x="0" y="6"/>
                    <a:pt x="0" y="13"/>
                  </a:cubicBezTo>
                  <a:lnTo>
                    <a:pt x="0" y="42"/>
                  </a:lnTo>
                  <a:cubicBezTo>
                    <a:pt x="0" y="49"/>
                    <a:pt x="4" y="55"/>
                    <a:pt x="10" y="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/>
          </p:nvSpPr>
          <p:spPr bwMode="auto">
            <a:xfrm>
              <a:off x="1757363" y="1014413"/>
              <a:ext cx="88900" cy="47625"/>
            </a:xfrm>
            <a:custGeom>
              <a:avLst/>
              <a:gdLst>
                <a:gd name="T0" fmla="*/ 94 w 104"/>
                <a:gd name="T1" fmla="*/ 43 h 55"/>
                <a:gd name="T2" fmla="*/ 94 w 104"/>
                <a:gd name="T3" fmla="*/ 43 h 55"/>
                <a:gd name="T4" fmla="*/ 93 w 104"/>
                <a:gd name="T5" fmla="*/ 46 h 55"/>
                <a:gd name="T6" fmla="*/ 11 w 104"/>
                <a:gd name="T7" fmla="*/ 46 h 55"/>
                <a:gd name="T8" fmla="*/ 9 w 104"/>
                <a:gd name="T9" fmla="*/ 43 h 55"/>
                <a:gd name="T10" fmla="*/ 9 w 104"/>
                <a:gd name="T11" fmla="*/ 13 h 55"/>
                <a:gd name="T12" fmla="*/ 10 w 104"/>
                <a:gd name="T13" fmla="*/ 10 h 55"/>
                <a:gd name="T14" fmla="*/ 93 w 104"/>
                <a:gd name="T15" fmla="*/ 10 h 55"/>
                <a:gd name="T16" fmla="*/ 94 w 104"/>
                <a:gd name="T17" fmla="*/ 13 h 55"/>
                <a:gd name="T18" fmla="*/ 94 w 104"/>
                <a:gd name="T19" fmla="*/ 43 h 55"/>
                <a:gd name="T20" fmla="*/ 93 w 104"/>
                <a:gd name="T21" fmla="*/ 0 h 55"/>
                <a:gd name="T22" fmla="*/ 93 w 104"/>
                <a:gd name="T23" fmla="*/ 0 h 55"/>
                <a:gd name="T24" fmla="*/ 10 w 104"/>
                <a:gd name="T25" fmla="*/ 0 h 55"/>
                <a:gd name="T26" fmla="*/ 0 w 104"/>
                <a:gd name="T27" fmla="*/ 13 h 55"/>
                <a:gd name="T28" fmla="*/ 0 w 104"/>
                <a:gd name="T29" fmla="*/ 43 h 55"/>
                <a:gd name="T30" fmla="*/ 10 w 104"/>
                <a:gd name="T31" fmla="*/ 55 h 55"/>
                <a:gd name="T32" fmla="*/ 93 w 104"/>
                <a:gd name="T33" fmla="*/ 55 h 55"/>
                <a:gd name="T34" fmla="*/ 104 w 104"/>
                <a:gd name="T35" fmla="*/ 43 h 55"/>
                <a:gd name="T36" fmla="*/ 104 w 104"/>
                <a:gd name="T37" fmla="*/ 13 h 55"/>
                <a:gd name="T38" fmla="*/ 93 w 104"/>
                <a:gd name="T3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4" h="55">
                  <a:moveTo>
                    <a:pt x="94" y="43"/>
                  </a:moveTo>
                  <a:lnTo>
                    <a:pt x="94" y="43"/>
                  </a:lnTo>
                  <a:cubicBezTo>
                    <a:pt x="94" y="44"/>
                    <a:pt x="94" y="45"/>
                    <a:pt x="93" y="46"/>
                  </a:cubicBezTo>
                  <a:lnTo>
                    <a:pt x="11" y="46"/>
                  </a:lnTo>
                  <a:cubicBezTo>
                    <a:pt x="10" y="46"/>
                    <a:pt x="9" y="44"/>
                    <a:pt x="9" y="43"/>
                  </a:cubicBezTo>
                  <a:lnTo>
                    <a:pt x="9" y="13"/>
                  </a:lnTo>
                  <a:cubicBezTo>
                    <a:pt x="9" y="12"/>
                    <a:pt x="10" y="10"/>
                    <a:pt x="10" y="10"/>
                  </a:cubicBezTo>
                  <a:lnTo>
                    <a:pt x="93" y="10"/>
                  </a:lnTo>
                  <a:cubicBezTo>
                    <a:pt x="94" y="10"/>
                    <a:pt x="94" y="12"/>
                    <a:pt x="94" y="13"/>
                  </a:cubicBezTo>
                  <a:lnTo>
                    <a:pt x="94" y="43"/>
                  </a:lnTo>
                  <a:close/>
                  <a:moveTo>
                    <a:pt x="93" y="0"/>
                  </a:moveTo>
                  <a:lnTo>
                    <a:pt x="93" y="0"/>
                  </a:lnTo>
                  <a:lnTo>
                    <a:pt x="10" y="0"/>
                  </a:lnTo>
                  <a:cubicBezTo>
                    <a:pt x="4" y="0"/>
                    <a:pt x="0" y="6"/>
                    <a:pt x="0" y="13"/>
                  </a:cubicBezTo>
                  <a:lnTo>
                    <a:pt x="0" y="43"/>
                  </a:lnTo>
                  <a:cubicBezTo>
                    <a:pt x="0" y="50"/>
                    <a:pt x="4" y="55"/>
                    <a:pt x="10" y="55"/>
                  </a:cubicBezTo>
                  <a:lnTo>
                    <a:pt x="93" y="55"/>
                  </a:lnTo>
                  <a:cubicBezTo>
                    <a:pt x="100" y="55"/>
                    <a:pt x="104" y="50"/>
                    <a:pt x="104" y="43"/>
                  </a:cubicBezTo>
                  <a:lnTo>
                    <a:pt x="104" y="13"/>
                  </a:lnTo>
                  <a:cubicBezTo>
                    <a:pt x="104" y="6"/>
                    <a:pt x="100" y="0"/>
                    <a:pt x="9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3" name="Freeform 29"/>
            <p:cNvSpPr>
              <a:spLocks noEditPoints="1"/>
            </p:cNvSpPr>
            <p:nvPr/>
          </p:nvSpPr>
          <p:spPr bwMode="auto">
            <a:xfrm>
              <a:off x="1757363" y="1090613"/>
              <a:ext cx="88900" cy="47625"/>
            </a:xfrm>
            <a:custGeom>
              <a:avLst/>
              <a:gdLst>
                <a:gd name="T0" fmla="*/ 9 w 104"/>
                <a:gd name="T1" fmla="*/ 13 h 55"/>
                <a:gd name="T2" fmla="*/ 9 w 104"/>
                <a:gd name="T3" fmla="*/ 13 h 55"/>
                <a:gd name="T4" fmla="*/ 10 w 104"/>
                <a:gd name="T5" fmla="*/ 10 h 55"/>
                <a:gd name="T6" fmla="*/ 93 w 104"/>
                <a:gd name="T7" fmla="*/ 10 h 55"/>
                <a:gd name="T8" fmla="*/ 94 w 104"/>
                <a:gd name="T9" fmla="*/ 13 h 55"/>
                <a:gd name="T10" fmla="*/ 94 w 104"/>
                <a:gd name="T11" fmla="*/ 42 h 55"/>
                <a:gd name="T12" fmla="*/ 93 w 104"/>
                <a:gd name="T13" fmla="*/ 45 h 55"/>
                <a:gd name="T14" fmla="*/ 11 w 104"/>
                <a:gd name="T15" fmla="*/ 45 h 55"/>
                <a:gd name="T16" fmla="*/ 9 w 104"/>
                <a:gd name="T17" fmla="*/ 42 h 55"/>
                <a:gd name="T18" fmla="*/ 9 w 104"/>
                <a:gd name="T19" fmla="*/ 13 h 55"/>
                <a:gd name="T20" fmla="*/ 10 w 104"/>
                <a:gd name="T21" fmla="*/ 55 h 55"/>
                <a:gd name="T22" fmla="*/ 10 w 104"/>
                <a:gd name="T23" fmla="*/ 55 h 55"/>
                <a:gd name="T24" fmla="*/ 93 w 104"/>
                <a:gd name="T25" fmla="*/ 55 h 55"/>
                <a:gd name="T26" fmla="*/ 104 w 104"/>
                <a:gd name="T27" fmla="*/ 42 h 55"/>
                <a:gd name="T28" fmla="*/ 104 w 104"/>
                <a:gd name="T29" fmla="*/ 13 h 55"/>
                <a:gd name="T30" fmla="*/ 93 w 104"/>
                <a:gd name="T31" fmla="*/ 0 h 55"/>
                <a:gd name="T32" fmla="*/ 10 w 104"/>
                <a:gd name="T33" fmla="*/ 0 h 55"/>
                <a:gd name="T34" fmla="*/ 0 w 104"/>
                <a:gd name="T35" fmla="*/ 13 h 55"/>
                <a:gd name="T36" fmla="*/ 0 w 104"/>
                <a:gd name="T37" fmla="*/ 42 h 55"/>
                <a:gd name="T38" fmla="*/ 10 w 104"/>
                <a:gd name="T3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4" h="55">
                  <a:moveTo>
                    <a:pt x="9" y="13"/>
                  </a:moveTo>
                  <a:lnTo>
                    <a:pt x="9" y="13"/>
                  </a:lnTo>
                  <a:cubicBezTo>
                    <a:pt x="9" y="11"/>
                    <a:pt x="10" y="10"/>
                    <a:pt x="10" y="10"/>
                  </a:cubicBezTo>
                  <a:lnTo>
                    <a:pt x="93" y="10"/>
                  </a:lnTo>
                  <a:cubicBezTo>
                    <a:pt x="94" y="10"/>
                    <a:pt x="94" y="11"/>
                    <a:pt x="94" y="13"/>
                  </a:cubicBezTo>
                  <a:lnTo>
                    <a:pt x="94" y="42"/>
                  </a:lnTo>
                  <a:cubicBezTo>
                    <a:pt x="94" y="44"/>
                    <a:pt x="94" y="45"/>
                    <a:pt x="93" y="45"/>
                  </a:cubicBezTo>
                  <a:lnTo>
                    <a:pt x="11" y="45"/>
                  </a:lnTo>
                  <a:cubicBezTo>
                    <a:pt x="10" y="45"/>
                    <a:pt x="9" y="44"/>
                    <a:pt x="9" y="42"/>
                  </a:cubicBezTo>
                  <a:lnTo>
                    <a:pt x="9" y="13"/>
                  </a:lnTo>
                  <a:close/>
                  <a:moveTo>
                    <a:pt x="10" y="55"/>
                  </a:moveTo>
                  <a:lnTo>
                    <a:pt x="10" y="55"/>
                  </a:lnTo>
                  <a:lnTo>
                    <a:pt x="93" y="55"/>
                  </a:lnTo>
                  <a:cubicBezTo>
                    <a:pt x="100" y="55"/>
                    <a:pt x="104" y="49"/>
                    <a:pt x="104" y="42"/>
                  </a:cubicBezTo>
                  <a:lnTo>
                    <a:pt x="104" y="13"/>
                  </a:lnTo>
                  <a:cubicBezTo>
                    <a:pt x="104" y="6"/>
                    <a:pt x="100" y="0"/>
                    <a:pt x="93" y="0"/>
                  </a:cubicBezTo>
                  <a:lnTo>
                    <a:pt x="10" y="0"/>
                  </a:lnTo>
                  <a:cubicBezTo>
                    <a:pt x="4" y="0"/>
                    <a:pt x="0" y="6"/>
                    <a:pt x="0" y="13"/>
                  </a:cubicBezTo>
                  <a:lnTo>
                    <a:pt x="0" y="42"/>
                  </a:lnTo>
                  <a:cubicBezTo>
                    <a:pt x="0" y="49"/>
                    <a:pt x="4" y="55"/>
                    <a:pt x="10" y="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/>
          </p:nvSpPr>
          <p:spPr bwMode="auto">
            <a:xfrm>
              <a:off x="1320800" y="873125"/>
              <a:ext cx="374650" cy="414338"/>
            </a:xfrm>
            <a:custGeom>
              <a:avLst/>
              <a:gdLst>
                <a:gd name="T0" fmla="*/ 310 w 440"/>
                <a:gd name="T1" fmla="*/ 162 h 488"/>
                <a:gd name="T2" fmla="*/ 310 w 440"/>
                <a:gd name="T3" fmla="*/ 68 h 488"/>
                <a:gd name="T4" fmla="*/ 137 w 440"/>
                <a:gd name="T5" fmla="*/ 360 h 488"/>
                <a:gd name="T6" fmla="*/ 137 w 440"/>
                <a:gd name="T7" fmla="*/ 463 h 488"/>
                <a:gd name="T8" fmla="*/ 137 w 440"/>
                <a:gd name="T9" fmla="*/ 135 h 488"/>
                <a:gd name="T10" fmla="*/ 231 w 440"/>
                <a:gd name="T11" fmla="*/ 150 h 488"/>
                <a:gd name="T12" fmla="*/ 231 w 440"/>
                <a:gd name="T13" fmla="*/ 250 h 488"/>
                <a:gd name="T14" fmla="*/ 231 w 440"/>
                <a:gd name="T15" fmla="*/ 155 h 488"/>
                <a:gd name="T16" fmla="*/ 310 w 440"/>
                <a:gd name="T17" fmla="*/ 250 h 488"/>
                <a:gd name="T18" fmla="*/ 310 w 440"/>
                <a:gd name="T19" fmla="*/ 167 h 488"/>
                <a:gd name="T20" fmla="*/ 371 w 440"/>
                <a:gd name="T21" fmla="*/ 176 h 488"/>
                <a:gd name="T22" fmla="*/ 325 w 440"/>
                <a:gd name="T23" fmla="*/ 169 h 488"/>
                <a:gd name="T24" fmla="*/ 371 w 440"/>
                <a:gd name="T25" fmla="*/ 171 h 488"/>
                <a:gd name="T26" fmla="*/ 371 w 440"/>
                <a:gd name="T27" fmla="*/ 83 h 488"/>
                <a:gd name="T28" fmla="*/ 420 w 440"/>
                <a:gd name="T29" fmla="*/ 179 h 488"/>
                <a:gd name="T30" fmla="*/ 420 w 440"/>
                <a:gd name="T31" fmla="*/ 95 h 488"/>
                <a:gd name="T32" fmla="*/ 386 w 440"/>
                <a:gd name="T33" fmla="*/ 337 h 488"/>
                <a:gd name="T34" fmla="*/ 386 w 440"/>
                <a:gd name="T35" fmla="*/ 420 h 488"/>
                <a:gd name="T36" fmla="*/ 325 w 440"/>
                <a:gd name="T37" fmla="*/ 342 h 488"/>
                <a:gd name="T38" fmla="*/ 325 w 440"/>
                <a:gd name="T39" fmla="*/ 431 h 488"/>
                <a:gd name="T40" fmla="*/ 310 w 440"/>
                <a:gd name="T41" fmla="*/ 344 h 488"/>
                <a:gd name="T42" fmla="*/ 245 w 440"/>
                <a:gd name="T43" fmla="*/ 350 h 488"/>
                <a:gd name="T44" fmla="*/ 371 w 440"/>
                <a:gd name="T45" fmla="*/ 333 h 488"/>
                <a:gd name="T46" fmla="*/ 371 w 440"/>
                <a:gd name="T47" fmla="*/ 256 h 488"/>
                <a:gd name="T48" fmla="*/ 420 w 440"/>
                <a:gd name="T49" fmla="*/ 256 h 488"/>
                <a:gd name="T50" fmla="*/ 386 w 440"/>
                <a:gd name="T51" fmla="*/ 256 h 488"/>
                <a:gd name="T52" fmla="*/ 420 w 440"/>
                <a:gd name="T53" fmla="*/ 251 h 488"/>
                <a:gd name="T54" fmla="*/ 420 w 440"/>
                <a:gd name="T55" fmla="*/ 184 h 488"/>
                <a:gd name="T56" fmla="*/ 245 w 440"/>
                <a:gd name="T57" fmla="*/ 255 h 488"/>
                <a:gd name="T58" fmla="*/ 245 w 440"/>
                <a:gd name="T59" fmla="*/ 345 h 488"/>
                <a:gd name="T60" fmla="*/ 137 w 440"/>
                <a:gd name="T61" fmla="*/ 254 h 488"/>
                <a:gd name="T62" fmla="*/ 137 w 440"/>
                <a:gd name="T63" fmla="*/ 355 h 488"/>
                <a:gd name="T64" fmla="*/ 25 w 440"/>
                <a:gd name="T65" fmla="*/ 354 h 488"/>
                <a:gd name="T66" fmla="*/ 38 w 440"/>
                <a:gd name="T67" fmla="*/ 24 h 488"/>
                <a:gd name="T68" fmla="*/ 112 w 440"/>
                <a:gd name="T69" fmla="*/ 463 h 488"/>
                <a:gd name="T70" fmla="*/ 38 w 440"/>
                <a:gd name="T71" fmla="*/ 425 h 488"/>
                <a:gd name="T72" fmla="*/ 0 w 440"/>
                <a:gd name="T73" fmla="*/ 403 h 488"/>
                <a:gd name="T74" fmla="*/ 25 w 440"/>
                <a:gd name="T75" fmla="*/ 488 h 488"/>
                <a:gd name="T76" fmla="*/ 132 w 440"/>
                <a:gd name="T77" fmla="*/ 488 h 488"/>
                <a:gd name="T78" fmla="*/ 432 w 440"/>
                <a:gd name="T79" fmla="*/ 436 h 488"/>
                <a:gd name="T80" fmla="*/ 436 w 440"/>
                <a:gd name="T81" fmla="*/ 78 h 488"/>
                <a:gd name="T82" fmla="*/ 245 w 440"/>
                <a:gd name="T83" fmla="*/ 26 h 488"/>
                <a:gd name="T84" fmla="*/ 132 w 440"/>
                <a:gd name="T85" fmla="*/ 0 h 488"/>
                <a:gd name="T86" fmla="*/ 13 w 440"/>
                <a:gd name="T87" fmla="*/ 306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0" h="488">
                  <a:moveTo>
                    <a:pt x="310" y="68"/>
                  </a:moveTo>
                  <a:lnTo>
                    <a:pt x="310" y="68"/>
                  </a:lnTo>
                  <a:lnTo>
                    <a:pt x="310" y="162"/>
                  </a:lnTo>
                  <a:lnTo>
                    <a:pt x="245" y="152"/>
                  </a:lnTo>
                  <a:lnTo>
                    <a:pt x="245" y="52"/>
                  </a:lnTo>
                  <a:lnTo>
                    <a:pt x="310" y="68"/>
                  </a:lnTo>
                  <a:close/>
                  <a:moveTo>
                    <a:pt x="137" y="463"/>
                  </a:moveTo>
                  <a:lnTo>
                    <a:pt x="137" y="463"/>
                  </a:lnTo>
                  <a:lnTo>
                    <a:pt x="137" y="360"/>
                  </a:lnTo>
                  <a:lnTo>
                    <a:pt x="231" y="351"/>
                  </a:lnTo>
                  <a:lnTo>
                    <a:pt x="231" y="447"/>
                  </a:lnTo>
                  <a:lnTo>
                    <a:pt x="137" y="463"/>
                  </a:lnTo>
                  <a:lnTo>
                    <a:pt x="137" y="463"/>
                  </a:lnTo>
                  <a:close/>
                  <a:moveTo>
                    <a:pt x="137" y="135"/>
                  </a:moveTo>
                  <a:lnTo>
                    <a:pt x="137" y="135"/>
                  </a:lnTo>
                  <a:lnTo>
                    <a:pt x="137" y="26"/>
                  </a:lnTo>
                  <a:lnTo>
                    <a:pt x="231" y="49"/>
                  </a:lnTo>
                  <a:lnTo>
                    <a:pt x="231" y="150"/>
                  </a:lnTo>
                  <a:lnTo>
                    <a:pt x="137" y="135"/>
                  </a:lnTo>
                  <a:close/>
                  <a:moveTo>
                    <a:pt x="231" y="250"/>
                  </a:moveTo>
                  <a:lnTo>
                    <a:pt x="231" y="250"/>
                  </a:lnTo>
                  <a:lnTo>
                    <a:pt x="137" y="249"/>
                  </a:lnTo>
                  <a:lnTo>
                    <a:pt x="137" y="140"/>
                  </a:lnTo>
                  <a:lnTo>
                    <a:pt x="231" y="155"/>
                  </a:lnTo>
                  <a:lnTo>
                    <a:pt x="231" y="250"/>
                  </a:lnTo>
                  <a:close/>
                  <a:moveTo>
                    <a:pt x="310" y="250"/>
                  </a:moveTo>
                  <a:lnTo>
                    <a:pt x="310" y="250"/>
                  </a:lnTo>
                  <a:lnTo>
                    <a:pt x="245" y="250"/>
                  </a:lnTo>
                  <a:lnTo>
                    <a:pt x="245" y="157"/>
                  </a:lnTo>
                  <a:lnTo>
                    <a:pt x="310" y="167"/>
                  </a:lnTo>
                  <a:lnTo>
                    <a:pt x="310" y="250"/>
                  </a:lnTo>
                  <a:close/>
                  <a:moveTo>
                    <a:pt x="371" y="176"/>
                  </a:moveTo>
                  <a:lnTo>
                    <a:pt x="371" y="176"/>
                  </a:lnTo>
                  <a:lnTo>
                    <a:pt x="371" y="251"/>
                  </a:lnTo>
                  <a:lnTo>
                    <a:pt x="325" y="250"/>
                  </a:lnTo>
                  <a:lnTo>
                    <a:pt x="325" y="169"/>
                  </a:lnTo>
                  <a:lnTo>
                    <a:pt x="371" y="176"/>
                  </a:lnTo>
                  <a:close/>
                  <a:moveTo>
                    <a:pt x="371" y="171"/>
                  </a:moveTo>
                  <a:lnTo>
                    <a:pt x="371" y="171"/>
                  </a:lnTo>
                  <a:lnTo>
                    <a:pt x="325" y="164"/>
                  </a:lnTo>
                  <a:lnTo>
                    <a:pt x="325" y="72"/>
                  </a:lnTo>
                  <a:lnTo>
                    <a:pt x="371" y="83"/>
                  </a:lnTo>
                  <a:lnTo>
                    <a:pt x="371" y="171"/>
                  </a:lnTo>
                  <a:close/>
                  <a:moveTo>
                    <a:pt x="420" y="179"/>
                  </a:moveTo>
                  <a:lnTo>
                    <a:pt x="420" y="179"/>
                  </a:lnTo>
                  <a:lnTo>
                    <a:pt x="386" y="174"/>
                  </a:lnTo>
                  <a:lnTo>
                    <a:pt x="386" y="87"/>
                  </a:lnTo>
                  <a:lnTo>
                    <a:pt x="420" y="95"/>
                  </a:lnTo>
                  <a:lnTo>
                    <a:pt x="420" y="179"/>
                  </a:lnTo>
                  <a:close/>
                  <a:moveTo>
                    <a:pt x="386" y="337"/>
                  </a:moveTo>
                  <a:lnTo>
                    <a:pt x="386" y="337"/>
                  </a:lnTo>
                  <a:lnTo>
                    <a:pt x="420" y="334"/>
                  </a:lnTo>
                  <a:lnTo>
                    <a:pt x="420" y="414"/>
                  </a:lnTo>
                  <a:lnTo>
                    <a:pt x="386" y="420"/>
                  </a:lnTo>
                  <a:lnTo>
                    <a:pt x="386" y="337"/>
                  </a:lnTo>
                  <a:close/>
                  <a:moveTo>
                    <a:pt x="325" y="342"/>
                  </a:moveTo>
                  <a:lnTo>
                    <a:pt x="325" y="342"/>
                  </a:lnTo>
                  <a:lnTo>
                    <a:pt x="371" y="338"/>
                  </a:lnTo>
                  <a:lnTo>
                    <a:pt x="371" y="423"/>
                  </a:lnTo>
                  <a:lnTo>
                    <a:pt x="325" y="431"/>
                  </a:lnTo>
                  <a:lnTo>
                    <a:pt x="325" y="342"/>
                  </a:lnTo>
                  <a:close/>
                  <a:moveTo>
                    <a:pt x="310" y="344"/>
                  </a:moveTo>
                  <a:lnTo>
                    <a:pt x="310" y="344"/>
                  </a:lnTo>
                  <a:lnTo>
                    <a:pt x="310" y="433"/>
                  </a:lnTo>
                  <a:lnTo>
                    <a:pt x="245" y="444"/>
                  </a:lnTo>
                  <a:lnTo>
                    <a:pt x="245" y="350"/>
                  </a:lnTo>
                  <a:lnTo>
                    <a:pt x="310" y="344"/>
                  </a:lnTo>
                  <a:close/>
                  <a:moveTo>
                    <a:pt x="371" y="333"/>
                  </a:moveTo>
                  <a:lnTo>
                    <a:pt x="371" y="333"/>
                  </a:lnTo>
                  <a:lnTo>
                    <a:pt x="325" y="338"/>
                  </a:lnTo>
                  <a:lnTo>
                    <a:pt x="325" y="255"/>
                  </a:lnTo>
                  <a:lnTo>
                    <a:pt x="371" y="256"/>
                  </a:lnTo>
                  <a:lnTo>
                    <a:pt x="371" y="333"/>
                  </a:lnTo>
                  <a:close/>
                  <a:moveTo>
                    <a:pt x="420" y="256"/>
                  </a:moveTo>
                  <a:lnTo>
                    <a:pt x="420" y="256"/>
                  </a:lnTo>
                  <a:lnTo>
                    <a:pt x="420" y="329"/>
                  </a:lnTo>
                  <a:lnTo>
                    <a:pt x="386" y="332"/>
                  </a:lnTo>
                  <a:lnTo>
                    <a:pt x="386" y="256"/>
                  </a:lnTo>
                  <a:lnTo>
                    <a:pt x="420" y="256"/>
                  </a:lnTo>
                  <a:close/>
                  <a:moveTo>
                    <a:pt x="420" y="251"/>
                  </a:moveTo>
                  <a:lnTo>
                    <a:pt x="420" y="251"/>
                  </a:lnTo>
                  <a:lnTo>
                    <a:pt x="386" y="251"/>
                  </a:lnTo>
                  <a:lnTo>
                    <a:pt x="386" y="179"/>
                  </a:lnTo>
                  <a:lnTo>
                    <a:pt x="420" y="184"/>
                  </a:lnTo>
                  <a:lnTo>
                    <a:pt x="420" y="251"/>
                  </a:lnTo>
                  <a:close/>
                  <a:moveTo>
                    <a:pt x="245" y="255"/>
                  </a:moveTo>
                  <a:lnTo>
                    <a:pt x="245" y="255"/>
                  </a:lnTo>
                  <a:lnTo>
                    <a:pt x="310" y="255"/>
                  </a:lnTo>
                  <a:lnTo>
                    <a:pt x="310" y="339"/>
                  </a:lnTo>
                  <a:lnTo>
                    <a:pt x="245" y="345"/>
                  </a:lnTo>
                  <a:lnTo>
                    <a:pt x="245" y="255"/>
                  </a:lnTo>
                  <a:close/>
                  <a:moveTo>
                    <a:pt x="137" y="254"/>
                  </a:moveTo>
                  <a:lnTo>
                    <a:pt x="137" y="254"/>
                  </a:lnTo>
                  <a:lnTo>
                    <a:pt x="231" y="255"/>
                  </a:lnTo>
                  <a:lnTo>
                    <a:pt x="231" y="346"/>
                  </a:lnTo>
                  <a:lnTo>
                    <a:pt x="137" y="355"/>
                  </a:lnTo>
                  <a:lnTo>
                    <a:pt x="137" y="254"/>
                  </a:lnTo>
                  <a:close/>
                  <a:moveTo>
                    <a:pt x="25" y="354"/>
                  </a:moveTo>
                  <a:lnTo>
                    <a:pt x="25" y="354"/>
                  </a:lnTo>
                  <a:cubicBezTo>
                    <a:pt x="39" y="354"/>
                    <a:pt x="51" y="343"/>
                    <a:pt x="51" y="329"/>
                  </a:cubicBezTo>
                  <a:cubicBezTo>
                    <a:pt x="51" y="319"/>
                    <a:pt x="46" y="311"/>
                    <a:pt x="38" y="306"/>
                  </a:cubicBezTo>
                  <a:lnTo>
                    <a:pt x="38" y="24"/>
                  </a:lnTo>
                  <a:lnTo>
                    <a:pt x="112" y="24"/>
                  </a:lnTo>
                  <a:cubicBezTo>
                    <a:pt x="112" y="24"/>
                    <a:pt x="112" y="25"/>
                    <a:pt x="112" y="25"/>
                  </a:cubicBezTo>
                  <a:lnTo>
                    <a:pt x="112" y="463"/>
                  </a:lnTo>
                  <a:cubicBezTo>
                    <a:pt x="112" y="463"/>
                    <a:pt x="112" y="463"/>
                    <a:pt x="112" y="464"/>
                  </a:cubicBezTo>
                  <a:lnTo>
                    <a:pt x="38" y="464"/>
                  </a:lnTo>
                  <a:lnTo>
                    <a:pt x="38" y="425"/>
                  </a:lnTo>
                  <a:cubicBezTo>
                    <a:pt x="46" y="421"/>
                    <a:pt x="51" y="413"/>
                    <a:pt x="51" y="403"/>
                  </a:cubicBezTo>
                  <a:cubicBezTo>
                    <a:pt x="51" y="389"/>
                    <a:pt x="40" y="377"/>
                    <a:pt x="26" y="377"/>
                  </a:cubicBezTo>
                  <a:cubicBezTo>
                    <a:pt x="11" y="377"/>
                    <a:pt x="0" y="389"/>
                    <a:pt x="0" y="403"/>
                  </a:cubicBezTo>
                  <a:cubicBezTo>
                    <a:pt x="0" y="412"/>
                    <a:pt x="5" y="421"/>
                    <a:pt x="13" y="425"/>
                  </a:cubicBezTo>
                  <a:lnTo>
                    <a:pt x="13" y="476"/>
                  </a:lnTo>
                  <a:cubicBezTo>
                    <a:pt x="13" y="483"/>
                    <a:pt x="19" y="488"/>
                    <a:pt x="25" y="488"/>
                  </a:cubicBezTo>
                  <a:lnTo>
                    <a:pt x="124" y="488"/>
                  </a:lnTo>
                  <a:cubicBezTo>
                    <a:pt x="126" y="488"/>
                    <a:pt x="127" y="488"/>
                    <a:pt x="128" y="488"/>
                  </a:cubicBezTo>
                  <a:cubicBezTo>
                    <a:pt x="129" y="488"/>
                    <a:pt x="131" y="488"/>
                    <a:pt x="132" y="488"/>
                  </a:cubicBezTo>
                  <a:lnTo>
                    <a:pt x="133" y="488"/>
                  </a:lnTo>
                  <a:lnTo>
                    <a:pt x="428" y="438"/>
                  </a:lnTo>
                  <a:cubicBezTo>
                    <a:pt x="429" y="438"/>
                    <a:pt x="431" y="437"/>
                    <a:pt x="432" y="436"/>
                  </a:cubicBezTo>
                  <a:cubicBezTo>
                    <a:pt x="437" y="435"/>
                    <a:pt x="440" y="431"/>
                    <a:pt x="440" y="427"/>
                  </a:cubicBezTo>
                  <a:lnTo>
                    <a:pt x="440" y="85"/>
                  </a:lnTo>
                  <a:cubicBezTo>
                    <a:pt x="440" y="82"/>
                    <a:pt x="438" y="79"/>
                    <a:pt x="436" y="78"/>
                  </a:cubicBezTo>
                  <a:cubicBezTo>
                    <a:pt x="435" y="75"/>
                    <a:pt x="432" y="73"/>
                    <a:pt x="429" y="72"/>
                  </a:cubicBezTo>
                  <a:lnTo>
                    <a:pt x="245" y="27"/>
                  </a:lnTo>
                  <a:lnTo>
                    <a:pt x="245" y="26"/>
                  </a:lnTo>
                  <a:lnTo>
                    <a:pt x="243" y="26"/>
                  </a:lnTo>
                  <a:lnTo>
                    <a:pt x="135" y="1"/>
                  </a:lnTo>
                  <a:lnTo>
                    <a:pt x="132" y="0"/>
                  </a:lnTo>
                  <a:lnTo>
                    <a:pt x="25" y="0"/>
                  </a:lnTo>
                  <a:cubicBezTo>
                    <a:pt x="19" y="0"/>
                    <a:pt x="13" y="5"/>
                    <a:pt x="13" y="12"/>
                  </a:cubicBezTo>
                  <a:lnTo>
                    <a:pt x="13" y="306"/>
                  </a:lnTo>
                  <a:cubicBezTo>
                    <a:pt x="5" y="311"/>
                    <a:pt x="0" y="319"/>
                    <a:pt x="0" y="329"/>
                  </a:cubicBezTo>
                  <a:cubicBezTo>
                    <a:pt x="0" y="343"/>
                    <a:pt x="11" y="354"/>
                    <a:pt x="25" y="35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1452563" y="923925"/>
              <a:ext cx="50800" cy="57150"/>
            </a:xfrm>
            <a:custGeom>
              <a:avLst/>
              <a:gdLst>
                <a:gd name="T0" fmla="*/ 49 w 59"/>
                <a:gd name="T1" fmla="*/ 54 h 67"/>
                <a:gd name="T2" fmla="*/ 49 w 59"/>
                <a:gd name="T3" fmla="*/ 54 h 67"/>
                <a:gd name="T4" fmla="*/ 48 w 59"/>
                <a:gd name="T5" fmla="*/ 57 h 67"/>
                <a:gd name="T6" fmla="*/ 11 w 59"/>
                <a:gd name="T7" fmla="*/ 53 h 67"/>
                <a:gd name="T8" fmla="*/ 10 w 59"/>
                <a:gd name="T9" fmla="*/ 48 h 67"/>
                <a:gd name="T10" fmla="*/ 10 w 59"/>
                <a:gd name="T11" fmla="*/ 14 h 67"/>
                <a:gd name="T12" fmla="*/ 10 w 59"/>
                <a:gd name="T13" fmla="*/ 10 h 67"/>
                <a:gd name="T14" fmla="*/ 47 w 59"/>
                <a:gd name="T15" fmla="*/ 20 h 67"/>
                <a:gd name="T16" fmla="*/ 49 w 59"/>
                <a:gd name="T17" fmla="*/ 23 h 67"/>
                <a:gd name="T18" fmla="*/ 49 w 59"/>
                <a:gd name="T19" fmla="*/ 54 h 67"/>
                <a:gd name="T20" fmla="*/ 50 w 59"/>
                <a:gd name="T21" fmla="*/ 10 h 67"/>
                <a:gd name="T22" fmla="*/ 50 w 59"/>
                <a:gd name="T23" fmla="*/ 10 h 67"/>
                <a:gd name="T24" fmla="*/ 11 w 59"/>
                <a:gd name="T25" fmla="*/ 0 h 67"/>
                <a:gd name="T26" fmla="*/ 10 w 59"/>
                <a:gd name="T27" fmla="*/ 0 h 67"/>
                <a:gd name="T28" fmla="*/ 0 w 59"/>
                <a:gd name="T29" fmla="*/ 14 h 67"/>
                <a:gd name="T30" fmla="*/ 0 w 59"/>
                <a:gd name="T31" fmla="*/ 48 h 67"/>
                <a:gd name="T32" fmla="*/ 2 w 59"/>
                <a:gd name="T33" fmla="*/ 57 h 67"/>
                <a:gd name="T34" fmla="*/ 9 w 59"/>
                <a:gd name="T35" fmla="*/ 63 h 67"/>
                <a:gd name="T36" fmla="*/ 9 w 59"/>
                <a:gd name="T37" fmla="*/ 63 h 67"/>
                <a:gd name="T38" fmla="*/ 48 w 59"/>
                <a:gd name="T39" fmla="*/ 67 h 67"/>
                <a:gd name="T40" fmla="*/ 49 w 59"/>
                <a:gd name="T41" fmla="*/ 67 h 67"/>
                <a:gd name="T42" fmla="*/ 59 w 59"/>
                <a:gd name="T43" fmla="*/ 54 h 67"/>
                <a:gd name="T44" fmla="*/ 59 w 59"/>
                <a:gd name="T45" fmla="*/ 23 h 67"/>
                <a:gd name="T46" fmla="*/ 50 w 59"/>
                <a:gd name="T47" fmla="*/ 1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67">
                  <a:moveTo>
                    <a:pt x="49" y="54"/>
                  </a:moveTo>
                  <a:lnTo>
                    <a:pt x="49" y="54"/>
                  </a:lnTo>
                  <a:cubicBezTo>
                    <a:pt x="49" y="56"/>
                    <a:pt x="48" y="57"/>
                    <a:pt x="48" y="57"/>
                  </a:cubicBezTo>
                  <a:lnTo>
                    <a:pt x="11" y="53"/>
                  </a:lnTo>
                  <a:cubicBezTo>
                    <a:pt x="10" y="52"/>
                    <a:pt x="10" y="51"/>
                    <a:pt x="10" y="48"/>
                  </a:cubicBezTo>
                  <a:lnTo>
                    <a:pt x="10" y="14"/>
                  </a:lnTo>
                  <a:cubicBezTo>
                    <a:pt x="10" y="12"/>
                    <a:pt x="10" y="11"/>
                    <a:pt x="10" y="10"/>
                  </a:cubicBezTo>
                  <a:lnTo>
                    <a:pt x="47" y="20"/>
                  </a:lnTo>
                  <a:cubicBezTo>
                    <a:pt x="48" y="20"/>
                    <a:pt x="49" y="21"/>
                    <a:pt x="49" y="23"/>
                  </a:cubicBezTo>
                  <a:lnTo>
                    <a:pt x="49" y="54"/>
                  </a:lnTo>
                  <a:close/>
                  <a:moveTo>
                    <a:pt x="50" y="10"/>
                  </a:moveTo>
                  <a:lnTo>
                    <a:pt x="50" y="10"/>
                  </a:lnTo>
                  <a:lnTo>
                    <a:pt x="11" y="0"/>
                  </a:lnTo>
                  <a:lnTo>
                    <a:pt x="10" y="0"/>
                  </a:lnTo>
                  <a:cubicBezTo>
                    <a:pt x="4" y="0"/>
                    <a:pt x="0" y="6"/>
                    <a:pt x="0" y="14"/>
                  </a:cubicBezTo>
                  <a:lnTo>
                    <a:pt x="0" y="48"/>
                  </a:lnTo>
                  <a:cubicBezTo>
                    <a:pt x="0" y="52"/>
                    <a:pt x="1" y="55"/>
                    <a:pt x="2" y="57"/>
                  </a:cubicBezTo>
                  <a:cubicBezTo>
                    <a:pt x="4" y="61"/>
                    <a:pt x="7" y="63"/>
                    <a:pt x="9" y="63"/>
                  </a:cubicBezTo>
                  <a:lnTo>
                    <a:pt x="9" y="63"/>
                  </a:lnTo>
                  <a:lnTo>
                    <a:pt x="48" y="67"/>
                  </a:lnTo>
                  <a:lnTo>
                    <a:pt x="49" y="67"/>
                  </a:lnTo>
                  <a:cubicBezTo>
                    <a:pt x="54" y="67"/>
                    <a:pt x="59" y="61"/>
                    <a:pt x="59" y="54"/>
                  </a:cubicBezTo>
                  <a:lnTo>
                    <a:pt x="59" y="23"/>
                  </a:lnTo>
                  <a:cubicBezTo>
                    <a:pt x="59" y="16"/>
                    <a:pt x="54" y="11"/>
                    <a:pt x="50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6" name="Freeform 32"/>
            <p:cNvSpPr>
              <a:spLocks noEditPoints="1"/>
            </p:cNvSpPr>
            <p:nvPr/>
          </p:nvSpPr>
          <p:spPr bwMode="auto">
            <a:xfrm>
              <a:off x="1538288" y="944563"/>
              <a:ext cx="41275" cy="49213"/>
            </a:xfrm>
            <a:custGeom>
              <a:avLst/>
              <a:gdLst>
                <a:gd name="T0" fmla="*/ 10 w 49"/>
                <a:gd name="T1" fmla="*/ 13 h 58"/>
                <a:gd name="T2" fmla="*/ 10 w 49"/>
                <a:gd name="T3" fmla="*/ 13 h 58"/>
                <a:gd name="T4" fmla="*/ 10 w 49"/>
                <a:gd name="T5" fmla="*/ 11 h 58"/>
                <a:gd name="T6" fmla="*/ 38 w 49"/>
                <a:gd name="T7" fmla="*/ 19 h 58"/>
                <a:gd name="T8" fmla="*/ 39 w 49"/>
                <a:gd name="T9" fmla="*/ 22 h 58"/>
                <a:gd name="T10" fmla="*/ 39 w 49"/>
                <a:gd name="T11" fmla="*/ 45 h 58"/>
                <a:gd name="T12" fmla="*/ 38 w 49"/>
                <a:gd name="T13" fmla="*/ 48 h 58"/>
                <a:gd name="T14" fmla="*/ 11 w 49"/>
                <a:gd name="T15" fmla="*/ 44 h 58"/>
                <a:gd name="T16" fmla="*/ 10 w 49"/>
                <a:gd name="T17" fmla="*/ 40 h 58"/>
                <a:gd name="T18" fmla="*/ 10 w 49"/>
                <a:gd name="T19" fmla="*/ 13 h 58"/>
                <a:gd name="T20" fmla="*/ 2 w 49"/>
                <a:gd name="T21" fmla="*/ 49 h 58"/>
                <a:gd name="T22" fmla="*/ 2 w 49"/>
                <a:gd name="T23" fmla="*/ 49 h 58"/>
                <a:gd name="T24" fmla="*/ 9 w 49"/>
                <a:gd name="T25" fmla="*/ 53 h 58"/>
                <a:gd name="T26" fmla="*/ 38 w 49"/>
                <a:gd name="T27" fmla="*/ 58 h 58"/>
                <a:gd name="T28" fmla="*/ 39 w 49"/>
                <a:gd name="T29" fmla="*/ 57 h 58"/>
                <a:gd name="T30" fmla="*/ 49 w 49"/>
                <a:gd name="T31" fmla="*/ 45 h 58"/>
                <a:gd name="T32" fmla="*/ 49 w 49"/>
                <a:gd name="T33" fmla="*/ 22 h 58"/>
                <a:gd name="T34" fmla="*/ 40 w 49"/>
                <a:gd name="T35" fmla="*/ 9 h 58"/>
                <a:gd name="T36" fmla="*/ 11 w 49"/>
                <a:gd name="T37" fmla="*/ 1 h 58"/>
                <a:gd name="T38" fmla="*/ 10 w 49"/>
                <a:gd name="T39" fmla="*/ 0 h 58"/>
                <a:gd name="T40" fmla="*/ 0 w 49"/>
                <a:gd name="T41" fmla="*/ 13 h 58"/>
                <a:gd name="T42" fmla="*/ 0 w 49"/>
                <a:gd name="T43" fmla="*/ 40 h 58"/>
                <a:gd name="T44" fmla="*/ 2 w 49"/>
                <a:gd name="T45" fmla="*/ 4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58">
                  <a:moveTo>
                    <a:pt x="10" y="13"/>
                  </a:moveTo>
                  <a:lnTo>
                    <a:pt x="10" y="13"/>
                  </a:lnTo>
                  <a:cubicBezTo>
                    <a:pt x="10" y="12"/>
                    <a:pt x="10" y="11"/>
                    <a:pt x="10" y="11"/>
                  </a:cubicBezTo>
                  <a:lnTo>
                    <a:pt x="38" y="19"/>
                  </a:lnTo>
                  <a:cubicBezTo>
                    <a:pt x="38" y="19"/>
                    <a:pt x="39" y="20"/>
                    <a:pt x="39" y="22"/>
                  </a:cubicBezTo>
                  <a:lnTo>
                    <a:pt x="39" y="45"/>
                  </a:lnTo>
                  <a:cubicBezTo>
                    <a:pt x="39" y="46"/>
                    <a:pt x="38" y="47"/>
                    <a:pt x="38" y="48"/>
                  </a:cubicBezTo>
                  <a:lnTo>
                    <a:pt x="11" y="44"/>
                  </a:lnTo>
                  <a:cubicBezTo>
                    <a:pt x="10" y="44"/>
                    <a:pt x="10" y="42"/>
                    <a:pt x="10" y="40"/>
                  </a:cubicBezTo>
                  <a:lnTo>
                    <a:pt x="10" y="13"/>
                  </a:lnTo>
                  <a:close/>
                  <a:moveTo>
                    <a:pt x="2" y="49"/>
                  </a:moveTo>
                  <a:lnTo>
                    <a:pt x="2" y="49"/>
                  </a:lnTo>
                  <a:cubicBezTo>
                    <a:pt x="4" y="52"/>
                    <a:pt x="6" y="53"/>
                    <a:pt x="9" y="53"/>
                  </a:cubicBezTo>
                  <a:lnTo>
                    <a:pt x="38" y="58"/>
                  </a:lnTo>
                  <a:lnTo>
                    <a:pt x="39" y="57"/>
                  </a:lnTo>
                  <a:cubicBezTo>
                    <a:pt x="44" y="57"/>
                    <a:pt x="49" y="52"/>
                    <a:pt x="49" y="45"/>
                  </a:cubicBezTo>
                  <a:lnTo>
                    <a:pt x="49" y="22"/>
                  </a:lnTo>
                  <a:cubicBezTo>
                    <a:pt x="49" y="15"/>
                    <a:pt x="44" y="10"/>
                    <a:pt x="40" y="9"/>
                  </a:cubicBezTo>
                  <a:lnTo>
                    <a:pt x="11" y="1"/>
                  </a:lnTo>
                  <a:lnTo>
                    <a:pt x="10" y="0"/>
                  </a:lnTo>
                  <a:cubicBezTo>
                    <a:pt x="4" y="0"/>
                    <a:pt x="0" y="6"/>
                    <a:pt x="0" y="13"/>
                  </a:cubicBezTo>
                  <a:lnTo>
                    <a:pt x="0" y="40"/>
                  </a:lnTo>
                  <a:cubicBezTo>
                    <a:pt x="0" y="43"/>
                    <a:pt x="1" y="46"/>
                    <a:pt x="2" y="4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7" name="Freeform 33"/>
            <p:cNvSpPr>
              <a:spLocks noEditPoints="1"/>
            </p:cNvSpPr>
            <p:nvPr/>
          </p:nvSpPr>
          <p:spPr bwMode="auto">
            <a:xfrm>
              <a:off x="1452563" y="1014413"/>
              <a:ext cx="50800" cy="52388"/>
            </a:xfrm>
            <a:custGeom>
              <a:avLst/>
              <a:gdLst>
                <a:gd name="T0" fmla="*/ 10 w 59"/>
                <a:gd name="T1" fmla="*/ 14 h 62"/>
                <a:gd name="T2" fmla="*/ 10 w 59"/>
                <a:gd name="T3" fmla="*/ 14 h 62"/>
                <a:gd name="T4" fmla="*/ 10 w 59"/>
                <a:gd name="T5" fmla="*/ 10 h 62"/>
                <a:gd name="T6" fmla="*/ 47 w 59"/>
                <a:gd name="T7" fmla="*/ 13 h 62"/>
                <a:gd name="T8" fmla="*/ 49 w 59"/>
                <a:gd name="T9" fmla="*/ 17 h 62"/>
                <a:gd name="T10" fmla="*/ 49 w 59"/>
                <a:gd name="T11" fmla="*/ 49 h 62"/>
                <a:gd name="T12" fmla="*/ 48 w 59"/>
                <a:gd name="T13" fmla="*/ 52 h 62"/>
                <a:gd name="T14" fmla="*/ 11 w 59"/>
                <a:gd name="T15" fmla="*/ 52 h 62"/>
                <a:gd name="T16" fmla="*/ 10 w 59"/>
                <a:gd name="T17" fmla="*/ 48 h 62"/>
                <a:gd name="T18" fmla="*/ 10 w 59"/>
                <a:gd name="T19" fmla="*/ 14 h 62"/>
                <a:gd name="T20" fmla="*/ 10 w 59"/>
                <a:gd name="T21" fmla="*/ 62 h 62"/>
                <a:gd name="T22" fmla="*/ 10 w 59"/>
                <a:gd name="T23" fmla="*/ 62 h 62"/>
                <a:gd name="T24" fmla="*/ 49 w 59"/>
                <a:gd name="T25" fmla="*/ 62 h 62"/>
                <a:gd name="T26" fmla="*/ 59 w 59"/>
                <a:gd name="T27" fmla="*/ 49 h 62"/>
                <a:gd name="T28" fmla="*/ 59 w 59"/>
                <a:gd name="T29" fmla="*/ 17 h 62"/>
                <a:gd name="T30" fmla="*/ 49 w 59"/>
                <a:gd name="T31" fmla="*/ 3 h 62"/>
                <a:gd name="T32" fmla="*/ 10 w 59"/>
                <a:gd name="T33" fmla="*/ 0 h 62"/>
                <a:gd name="T34" fmla="*/ 0 w 59"/>
                <a:gd name="T35" fmla="*/ 14 h 62"/>
                <a:gd name="T36" fmla="*/ 0 w 59"/>
                <a:gd name="T37" fmla="*/ 48 h 62"/>
                <a:gd name="T38" fmla="*/ 10 w 59"/>
                <a:gd name="T3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" h="62">
                  <a:moveTo>
                    <a:pt x="10" y="14"/>
                  </a:moveTo>
                  <a:lnTo>
                    <a:pt x="10" y="14"/>
                  </a:lnTo>
                  <a:cubicBezTo>
                    <a:pt x="10" y="12"/>
                    <a:pt x="10" y="10"/>
                    <a:pt x="10" y="10"/>
                  </a:cubicBezTo>
                  <a:lnTo>
                    <a:pt x="47" y="13"/>
                  </a:lnTo>
                  <a:cubicBezTo>
                    <a:pt x="48" y="13"/>
                    <a:pt x="49" y="15"/>
                    <a:pt x="49" y="17"/>
                  </a:cubicBezTo>
                  <a:lnTo>
                    <a:pt x="49" y="49"/>
                  </a:lnTo>
                  <a:cubicBezTo>
                    <a:pt x="49" y="51"/>
                    <a:pt x="48" y="52"/>
                    <a:pt x="48" y="52"/>
                  </a:cubicBezTo>
                  <a:lnTo>
                    <a:pt x="11" y="52"/>
                  </a:lnTo>
                  <a:cubicBezTo>
                    <a:pt x="10" y="52"/>
                    <a:pt x="10" y="50"/>
                    <a:pt x="10" y="48"/>
                  </a:cubicBezTo>
                  <a:lnTo>
                    <a:pt x="10" y="14"/>
                  </a:lnTo>
                  <a:close/>
                  <a:moveTo>
                    <a:pt x="10" y="62"/>
                  </a:moveTo>
                  <a:lnTo>
                    <a:pt x="10" y="62"/>
                  </a:lnTo>
                  <a:lnTo>
                    <a:pt x="49" y="62"/>
                  </a:lnTo>
                  <a:cubicBezTo>
                    <a:pt x="54" y="61"/>
                    <a:pt x="59" y="56"/>
                    <a:pt x="59" y="49"/>
                  </a:cubicBezTo>
                  <a:lnTo>
                    <a:pt x="59" y="17"/>
                  </a:lnTo>
                  <a:cubicBezTo>
                    <a:pt x="59" y="10"/>
                    <a:pt x="54" y="4"/>
                    <a:pt x="49" y="3"/>
                  </a:cubicBezTo>
                  <a:lnTo>
                    <a:pt x="10" y="0"/>
                  </a:lnTo>
                  <a:cubicBezTo>
                    <a:pt x="4" y="0"/>
                    <a:pt x="0" y="6"/>
                    <a:pt x="0" y="14"/>
                  </a:cubicBezTo>
                  <a:lnTo>
                    <a:pt x="0" y="48"/>
                  </a:lnTo>
                  <a:cubicBezTo>
                    <a:pt x="0" y="56"/>
                    <a:pt x="4" y="62"/>
                    <a:pt x="10" y="6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8" name="Freeform 34"/>
            <p:cNvSpPr>
              <a:spLocks noEditPoints="1"/>
            </p:cNvSpPr>
            <p:nvPr/>
          </p:nvSpPr>
          <p:spPr bwMode="auto">
            <a:xfrm>
              <a:off x="1538288" y="1023938"/>
              <a:ext cx="41275" cy="46038"/>
            </a:xfrm>
            <a:custGeom>
              <a:avLst/>
              <a:gdLst>
                <a:gd name="T0" fmla="*/ 10 w 49"/>
                <a:gd name="T1" fmla="*/ 12 h 54"/>
                <a:gd name="T2" fmla="*/ 10 w 49"/>
                <a:gd name="T3" fmla="*/ 12 h 54"/>
                <a:gd name="T4" fmla="*/ 10 w 49"/>
                <a:gd name="T5" fmla="*/ 10 h 54"/>
                <a:gd name="T6" fmla="*/ 38 w 49"/>
                <a:gd name="T7" fmla="*/ 14 h 54"/>
                <a:gd name="T8" fmla="*/ 39 w 49"/>
                <a:gd name="T9" fmla="*/ 16 h 54"/>
                <a:gd name="T10" fmla="*/ 39 w 49"/>
                <a:gd name="T11" fmla="*/ 42 h 54"/>
                <a:gd name="T12" fmla="*/ 38 w 49"/>
                <a:gd name="T13" fmla="*/ 44 h 54"/>
                <a:gd name="T14" fmla="*/ 10 w 49"/>
                <a:gd name="T15" fmla="*/ 44 h 54"/>
                <a:gd name="T16" fmla="*/ 10 w 49"/>
                <a:gd name="T17" fmla="*/ 41 h 54"/>
                <a:gd name="T18" fmla="*/ 10 w 49"/>
                <a:gd name="T19" fmla="*/ 12 h 54"/>
                <a:gd name="T20" fmla="*/ 10 w 49"/>
                <a:gd name="T21" fmla="*/ 54 h 54"/>
                <a:gd name="T22" fmla="*/ 10 w 49"/>
                <a:gd name="T23" fmla="*/ 54 h 54"/>
                <a:gd name="T24" fmla="*/ 39 w 49"/>
                <a:gd name="T25" fmla="*/ 54 h 54"/>
                <a:gd name="T26" fmla="*/ 49 w 49"/>
                <a:gd name="T27" fmla="*/ 42 h 54"/>
                <a:gd name="T28" fmla="*/ 49 w 49"/>
                <a:gd name="T29" fmla="*/ 16 h 54"/>
                <a:gd name="T30" fmla="*/ 39 w 49"/>
                <a:gd name="T31" fmla="*/ 4 h 54"/>
                <a:gd name="T32" fmla="*/ 10 w 49"/>
                <a:gd name="T33" fmla="*/ 0 h 54"/>
                <a:gd name="T34" fmla="*/ 0 w 49"/>
                <a:gd name="T35" fmla="*/ 12 h 54"/>
                <a:gd name="T36" fmla="*/ 0 w 49"/>
                <a:gd name="T37" fmla="*/ 41 h 54"/>
                <a:gd name="T38" fmla="*/ 10 w 49"/>
                <a:gd name="T3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9" h="54">
                  <a:moveTo>
                    <a:pt x="10" y="12"/>
                  </a:moveTo>
                  <a:lnTo>
                    <a:pt x="10" y="12"/>
                  </a:lnTo>
                  <a:cubicBezTo>
                    <a:pt x="10" y="11"/>
                    <a:pt x="10" y="10"/>
                    <a:pt x="10" y="10"/>
                  </a:cubicBezTo>
                  <a:lnTo>
                    <a:pt x="38" y="14"/>
                  </a:lnTo>
                  <a:cubicBezTo>
                    <a:pt x="38" y="14"/>
                    <a:pt x="39" y="15"/>
                    <a:pt x="39" y="16"/>
                  </a:cubicBezTo>
                  <a:lnTo>
                    <a:pt x="39" y="42"/>
                  </a:lnTo>
                  <a:cubicBezTo>
                    <a:pt x="39" y="43"/>
                    <a:pt x="38" y="44"/>
                    <a:pt x="38" y="44"/>
                  </a:cubicBezTo>
                  <a:lnTo>
                    <a:pt x="10" y="44"/>
                  </a:lnTo>
                  <a:cubicBezTo>
                    <a:pt x="10" y="43"/>
                    <a:pt x="10" y="42"/>
                    <a:pt x="10" y="41"/>
                  </a:cubicBezTo>
                  <a:lnTo>
                    <a:pt x="10" y="12"/>
                  </a:lnTo>
                  <a:close/>
                  <a:moveTo>
                    <a:pt x="10" y="54"/>
                  </a:moveTo>
                  <a:lnTo>
                    <a:pt x="10" y="54"/>
                  </a:lnTo>
                  <a:lnTo>
                    <a:pt x="39" y="54"/>
                  </a:lnTo>
                  <a:cubicBezTo>
                    <a:pt x="44" y="53"/>
                    <a:pt x="49" y="48"/>
                    <a:pt x="49" y="42"/>
                  </a:cubicBezTo>
                  <a:lnTo>
                    <a:pt x="49" y="16"/>
                  </a:lnTo>
                  <a:cubicBezTo>
                    <a:pt x="49" y="10"/>
                    <a:pt x="44" y="5"/>
                    <a:pt x="39" y="4"/>
                  </a:cubicBezTo>
                  <a:lnTo>
                    <a:pt x="10" y="0"/>
                  </a:lnTo>
                  <a:cubicBezTo>
                    <a:pt x="4" y="0"/>
                    <a:pt x="0" y="5"/>
                    <a:pt x="0" y="12"/>
                  </a:cubicBezTo>
                  <a:lnTo>
                    <a:pt x="0" y="41"/>
                  </a:lnTo>
                  <a:cubicBezTo>
                    <a:pt x="0" y="48"/>
                    <a:pt x="4" y="54"/>
                    <a:pt x="10" y="5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29" name="Freeform 35"/>
            <p:cNvSpPr>
              <a:spLocks noEditPoints="1"/>
            </p:cNvSpPr>
            <p:nvPr/>
          </p:nvSpPr>
          <p:spPr bwMode="auto">
            <a:xfrm>
              <a:off x="1452563" y="1104900"/>
              <a:ext cx="50800" cy="52388"/>
            </a:xfrm>
            <a:custGeom>
              <a:avLst/>
              <a:gdLst>
                <a:gd name="T0" fmla="*/ 49 w 59"/>
                <a:gd name="T1" fmla="*/ 47 h 62"/>
                <a:gd name="T2" fmla="*/ 49 w 59"/>
                <a:gd name="T3" fmla="*/ 47 h 62"/>
                <a:gd name="T4" fmla="*/ 48 w 59"/>
                <a:gd name="T5" fmla="*/ 50 h 62"/>
                <a:gd name="T6" fmla="*/ 11 w 59"/>
                <a:gd name="T7" fmla="*/ 52 h 62"/>
                <a:gd name="T8" fmla="*/ 10 w 59"/>
                <a:gd name="T9" fmla="*/ 48 h 62"/>
                <a:gd name="T10" fmla="*/ 10 w 59"/>
                <a:gd name="T11" fmla="*/ 14 h 62"/>
                <a:gd name="T12" fmla="*/ 10 w 59"/>
                <a:gd name="T13" fmla="*/ 10 h 62"/>
                <a:gd name="T14" fmla="*/ 47 w 59"/>
                <a:gd name="T15" fmla="*/ 11 h 62"/>
                <a:gd name="T16" fmla="*/ 49 w 59"/>
                <a:gd name="T17" fmla="*/ 14 h 62"/>
                <a:gd name="T18" fmla="*/ 49 w 59"/>
                <a:gd name="T19" fmla="*/ 47 h 62"/>
                <a:gd name="T20" fmla="*/ 49 w 59"/>
                <a:gd name="T21" fmla="*/ 1 h 62"/>
                <a:gd name="T22" fmla="*/ 49 w 59"/>
                <a:gd name="T23" fmla="*/ 1 h 62"/>
                <a:gd name="T24" fmla="*/ 10 w 59"/>
                <a:gd name="T25" fmla="*/ 0 h 62"/>
                <a:gd name="T26" fmla="*/ 0 w 59"/>
                <a:gd name="T27" fmla="*/ 14 h 62"/>
                <a:gd name="T28" fmla="*/ 0 w 59"/>
                <a:gd name="T29" fmla="*/ 48 h 62"/>
                <a:gd name="T30" fmla="*/ 10 w 59"/>
                <a:gd name="T31" fmla="*/ 62 h 62"/>
                <a:gd name="T32" fmla="*/ 49 w 59"/>
                <a:gd name="T33" fmla="*/ 60 h 62"/>
                <a:gd name="T34" fmla="*/ 59 w 59"/>
                <a:gd name="T35" fmla="*/ 47 h 62"/>
                <a:gd name="T36" fmla="*/ 59 w 59"/>
                <a:gd name="T37" fmla="*/ 14 h 62"/>
                <a:gd name="T38" fmla="*/ 49 w 59"/>
                <a:gd name="T39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" h="62">
                  <a:moveTo>
                    <a:pt x="49" y="47"/>
                  </a:moveTo>
                  <a:lnTo>
                    <a:pt x="49" y="47"/>
                  </a:lnTo>
                  <a:cubicBezTo>
                    <a:pt x="49" y="49"/>
                    <a:pt x="48" y="50"/>
                    <a:pt x="48" y="50"/>
                  </a:cubicBezTo>
                  <a:lnTo>
                    <a:pt x="11" y="52"/>
                  </a:lnTo>
                  <a:cubicBezTo>
                    <a:pt x="10" y="52"/>
                    <a:pt x="10" y="50"/>
                    <a:pt x="10" y="48"/>
                  </a:cubicBezTo>
                  <a:lnTo>
                    <a:pt x="10" y="14"/>
                  </a:lnTo>
                  <a:cubicBezTo>
                    <a:pt x="10" y="12"/>
                    <a:pt x="10" y="11"/>
                    <a:pt x="10" y="10"/>
                  </a:cubicBezTo>
                  <a:lnTo>
                    <a:pt x="47" y="11"/>
                  </a:lnTo>
                  <a:cubicBezTo>
                    <a:pt x="48" y="11"/>
                    <a:pt x="49" y="12"/>
                    <a:pt x="49" y="14"/>
                  </a:cubicBezTo>
                  <a:lnTo>
                    <a:pt x="49" y="47"/>
                  </a:lnTo>
                  <a:close/>
                  <a:moveTo>
                    <a:pt x="49" y="1"/>
                  </a:moveTo>
                  <a:lnTo>
                    <a:pt x="49" y="1"/>
                  </a:lnTo>
                  <a:lnTo>
                    <a:pt x="10" y="0"/>
                  </a:lnTo>
                  <a:cubicBezTo>
                    <a:pt x="4" y="0"/>
                    <a:pt x="0" y="6"/>
                    <a:pt x="0" y="14"/>
                  </a:cubicBezTo>
                  <a:lnTo>
                    <a:pt x="0" y="48"/>
                  </a:lnTo>
                  <a:cubicBezTo>
                    <a:pt x="0" y="56"/>
                    <a:pt x="4" y="62"/>
                    <a:pt x="10" y="62"/>
                  </a:cubicBezTo>
                  <a:lnTo>
                    <a:pt x="49" y="60"/>
                  </a:lnTo>
                  <a:cubicBezTo>
                    <a:pt x="54" y="59"/>
                    <a:pt x="59" y="54"/>
                    <a:pt x="59" y="47"/>
                  </a:cubicBezTo>
                  <a:lnTo>
                    <a:pt x="59" y="14"/>
                  </a:lnTo>
                  <a:cubicBezTo>
                    <a:pt x="59" y="8"/>
                    <a:pt x="54" y="2"/>
                    <a:pt x="4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0" name="Freeform 36"/>
            <p:cNvSpPr>
              <a:spLocks noEditPoints="1"/>
            </p:cNvSpPr>
            <p:nvPr/>
          </p:nvSpPr>
          <p:spPr bwMode="auto">
            <a:xfrm>
              <a:off x="1536700" y="1104900"/>
              <a:ext cx="42862" cy="46038"/>
            </a:xfrm>
            <a:custGeom>
              <a:avLst/>
              <a:gdLst>
                <a:gd name="T0" fmla="*/ 10 w 50"/>
                <a:gd name="T1" fmla="*/ 43 h 53"/>
                <a:gd name="T2" fmla="*/ 10 w 50"/>
                <a:gd name="T3" fmla="*/ 43 h 53"/>
                <a:gd name="T4" fmla="*/ 10 w 50"/>
                <a:gd name="T5" fmla="*/ 40 h 53"/>
                <a:gd name="T6" fmla="*/ 10 w 50"/>
                <a:gd name="T7" fmla="*/ 12 h 53"/>
                <a:gd name="T8" fmla="*/ 10 w 50"/>
                <a:gd name="T9" fmla="*/ 10 h 53"/>
                <a:gd name="T10" fmla="*/ 40 w 50"/>
                <a:gd name="T11" fmla="*/ 10 h 53"/>
                <a:gd name="T12" fmla="*/ 40 w 50"/>
                <a:gd name="T13" fmla="*/ 12 h 53"/>
                <a:gd name="T14" fmla="*/ 40 w 50"/>
                <a:gd name="T15" fmla="*/ 39 h 53"/>
                <a:gd name="T16" fmla="*/ 40 w 50"/>
                <a:gd name="T17" fmla="*/ 41 h 53"/>
                <a:gd name="T18" fmla="*/ 10 w 50"/>
                <a:gd name="T19" fmla="*/ 43 h 53"/>
                <a:gd name="T20" fmla="*/ 41 w 50"/>
                <a:gd name="T21" fmla="*/ 0 h 53"/>
                <a:gd name="T22" fmla="*/ 41 w 50"/>
                <a:gd name="T23" fmla="*/ 0 h 53"/>
                <a:gd name="T24" fmla="*/ 9 w 50"/>
                <a:gd name="T25" fmla="*/ 0 h 53"/>
                <a:gd name="T26" fmla="*/ 0 w 50"/>
                <a:gd name="T27" fmla="*/ 12 h 53"/>
                <a:gd name="T28" fmla="*/ 0 w 50"/>
                <a:gd name="T29" fmla="*/ 40 h 53"/>
                <a:gd name="T30" fmla="*/ 9 w 50"/>
                <a:gd name="T31" fmla="*/ 53 h 53"/>
                <a:gd name="T32" fmla="*/ 41 w 50"/>
                <a:gd name="T33" fmla="*/ 50 h 53"/>
                <a:gd name="T34" fmla="*/ 50 w 50"/>
                <a:gd name="T35" fmla="*/ 39 h 53"/>
                <a:gd name="T36" fmla="*/ 50 w 50"/>
                <a:gd name="T37" fmla="*/ 12 h 53"/>
                <a:gd name="T38" fmla="*/ 41 w 50"/>
                <a:gd name="T3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53">
                  <a:moveTo>
                    <a:pt x="10" y="43"/>
                  </a:moveTo>
                  <a:lnTo>
                    <a:pt x="10" y="43"/>
                  </a:lnTo>
                  <a:cubicBezTo>
                    <a:pt x="10" y="42"/>
                    <a:pt x="10" y="41"/>
                    <a:pt x="10" y="40"/>
                  </a:cubicBezTo>
                  <a:lnTo>
                    <a:pt x="10" y="12"/>
                  </a:lnTo>
                  <a:cubicBezTo>
                    <a:pt x="10" y="11"/>
                    <a:pt x="10" y="10"/>
                    <a:pt x="10" y="10"/>
                  </a:cubicBezTo>
                  <a:lnTo>
                    <a:pt x="40" y="10"/>
                  </a:lnTo>
                  <a:cubicBezTo>
                    <a:pt x="40" y="11"/>
                    <a:pt x="40" y="11"/>
                    <a:pt x="40" y="12"/>
                  </a:cubicBezTo>
                  <a:lnTo>
                    <a:pt x="40" y="39"/>
                  </a:lnTo>
                  <a:cubicBezTo>
                    <a:pt x="40" y="40"/>
                    <a:pt x="40" y="41"/>
                    <a:pt x="40" y="41"/>
                  </a:cubicBezTo>
                  <a:lnTo>
                    <a:pt x="10" y="43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9" y="0"/>
                  </a:lnTo>
                  <a:cubicBezTo>
                    <a:pt x="4" y="0"/>
                    <a:pt x="0" y="5"/>
                    <a:pt x="0" y="12"/>
                  </a:cubicBezTo>
                  <a:lnTo>
                    <a:pt x="0" y="40"/>
                  </a:lnTo>
                  <a:cubicBezTo>
                    <a:pt x="0" y="47"/>
                    <a:pt x="4" y="53"/>
                    <a:pt x="9" y="53"/>
                  </a:cubicBezTo>
                  <a:lnTo>
                    <a:pt x="41" y="50"/>
                  </a:lnTo>
                  <a:cubicBezTo>
                    <a:pt x="46" y="50"/>
                    <a:pt x="50" y="45"/>
                    <a:pt x="50" y="39"/>
                  </a:cubicBezTo>
                  <a:lnTo>
                    <a:pt x="50" y="12"/>
                  </a:lnTo>
                  <a:cubicBezTo>
                    <a:pt x="50" y="6"/>
                    <a:pt x="47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1" name="Freeform 37"/>
            <p:cNvSpPr>
              <a:spLocks/>
            </p:cNvSpPr>
            <p:nvPr/>
          </p:nvSpPr>
          <p:spPr bwMode="auto">
            <a:xfrm>
              <a:off x="1450975" y="1193800"/>
              <a:ext cx="53975" cy="17463"/>
            </a:xfrm>
            <a:custGeom>
              <a:avLst/>
              <a:gdLst>
                <a:gd name="T0" fmla="*/ 6 w 64"/>
                <a:gd name="T1" fmla="*/ 21 h 21"/>
                <a:gd name="T2" fmla="*/ 6 w 64"/>
                <a:gd name="T3" fmla="*/ 21 h 21"/>
                <a:gd name="T4" fmla="*/ 58 w 64"/>
                <a:gd name="T5" fmla="*/ 16 h 21"/>
                <a:gd name="T6" fmla="*/ 64 w 64"/>
                <a:gd name="T7" fmla="*/ 7 h 21"/>
                <a:gd name="T8" fmla="*/ 58 w 64"/>
                <a:gd name="T9" fmla="*/ 0 h 21"/>
                <a:gd name="T10" fmla="*/ 6 w 64"/>
                <a:gd name="T11" fmla="*/ 5 h 21"/>
                <a:gd name="T12" fmla="*/ 0 w 64"/>
                <a:gd name="T13" fmla="*/ 13 h 21"/>
                <a:gd name="T14" fmla="*/ 6 w 64"/>
                <a:gd name="T1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21">
                  <a:moveTo>
                    <a:pt x="6" y="21"/>
                  </a:moveTo>
                  <a:lnTo>
                    <a:pt x="6" y="21"/>
                  </a:lnTo>
                  <a:lnTo>
                    <a:pt x="58" y="16"/>
                  </a:lnTo>
                  <a:cubicBezTo>
                    <a:pt x="61" y="16"/>
                    <a:pt x="64" y="12"/>
                    <a:pt x="64" y="7"/>
                  </a:cubicBezTo>
                  <a:cubicBezTo>
                    <a:pt x="64" y="3"/>
                    <a:pt x="61" y="0"/>
                    <a:pt x="58" y="0"/>
                  </a:cubicBezTo>
                  <a:lnTo>
                    <a:pt x="6" y="5"/>
                  </a:lnTo>
                  <a:cubicBezTo>
                    <a:pt x="3" y="5"/>
                    <a:pt x="0" y="9"/>
                    <a:pt x="0" y="13"/>
                  </a:cubicBezTo>
                  <a:cubicBezTo>
                    <a:pt x="0" y="17"/>
                    <a:pt x="3" y="21"/>
                    <a:pt x="6" y="2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2" name="Freeform 38"/>
            <p:cNvSpPr>
              <a:spLocks/>
            </p:cNvSpPr>
            <p:nvPr/>
          </p:nvSpPr>
          <p:spPr bwMode="auto">
            <a:xfrm>
              <a:off x="1450975" y="1217613"/>
              <a:ext cx="53975" cy="20638"/>
            </a:xfrm>
            <a:custGeom>
              <a:avLst/>
              <a:gdLst>
                <a:gd name="T0" fmla="*/ 58 w 64"/>
                <a:gd name="T1" fmla="*/ 0 h 23"/>
                <a:gd name="T2" fmla="*/ 58 w 64"/>
                <a:gd name="T3" fmla="*/ 0 h 23"/>
                <a:gd name="T4" fmla="*/ 58 w 64"/>
                <a:gd name="T5" fmla="*/ 0 h 23"/>
                <a:gd name="T6" fmla="*/ 6 w 64"/>
                <a:gd name="T7" fmla="*/ 7 h 23"/>
                <a:gd name="T8" fmla="*/ 0 w 64"/>
                <a:gd name="T9" fmla="*/ 15 h 23"/>
                <a:gd name="T10" fmla="*/ 6 w 64"/>
                <a:gd name="T11" fmla="*/ 23 h 23"/>
                <a:gd name="T12" fmla="*/ 6 w 64"/>
                <a:gd name="T13" fmla="*/ 23 h 23"/>
                <a:gd name="T14" fmla="*/ 58 w 64"/>
                <a:gd name="T15" fmla="*/ 16 h 23"/>
                <a:gd name="T16" fmla="*/ 64 w 64"/>
                <a:gd name="T17" fmla="*/ 8 h 23"/>
                <a:gd name="T18" fmla="*/ 58 w 64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23"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lnTo>
                    <a:pt x="6" y="7"/>
                  </a:lnTo>
                  <a:cubicBezTo>
                    <a:pt x="3" y="7"/>
                    <a:pt x="0" y="11"/>
                    <a:pt x="0" y="15"/>
                  </a:cubicBezTo>
                  <a:cubicBezTo>
                    <a:pt x="0" y="20"/>
                    <a:pt x="3" y="23"/>
                    <a:pt x="6" y="23"/>
                  </a:cubicBezTo>
                  <a:lnTo>
                    <a:pt x="6" y="23"/>
                  </a:lnTo>
                  <a:lnTo>
                    <a:pt x="58" y="16"/>
                  </a:lnTo>
                  <a:cubicBezTo>
                    <a:pt x="62" y="16"/>
                    <a:pt x="64" y="12"/>
                    <a:pt x="64" y="8"/>
                  </a:cubicBezTo>
                  <a:cubicBezTo>
                    <a:pt x="64" y="3"/>
                    <a:pt x="62" y="0"/>
                    <a:pt x="5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3" name="Freeform 39"/>
            <p:cNvSpPr>
              <a:spLocks/>
            </p:cNvSpPr>
            <p:nvPr/>
          </p:nvSpPr>
          <p:spPr bwMode="auto">
            <a:xfrm>
              <a:off x="1536700" y="1185863"/>
              <a:ext cx="41275" cy="14288"/>
            </a:xfrm>
            <a:custGeom>
              <a:avLst/>
              <a:gdLst>
                <a:gd name="T0" fmla="*/ 4 w 48"/>
                <a:gd name="T1" fmla="*/ 16 h 16"/>
                <a:gd name="T2" fmla="*/ 4 w 48"/>
                <a:gd name="T3" fmla="*/ 16 h 16"/>
                <a:gd name="T4" fmla="*/ 4 w 48"/>
                <a:gd name="T5" fmla="*/ 16 h 16"/>
                <a:gd name="T6" fmla="*/ 44 w 48"/>
                <a:gd name="T7" fmla="*/ 12 h 16"/>
                <a:gd name="T8" fmla="*/ 48 w 48"/>
                <a:gd name="T9" fmla="*/ 6 h 16"/>
                <a:gd name="T10" fmla="*/ 44 w 48"/>
                <a:gd name="T11" fmla="*/ 0 h 16"/>
                <a:gd name="T12" fmla="*/ 4 w 48"/>
                <a:gd name="T13" fmla="*/ 4 h 16"/>
                <a:gd name="T14" fmla="*/ 0 w 48"/>
                <a:gd name="T15" fmla="*/ 10 h 16"/>
                <a:gd name="T16" fmla="*/ 4 w 48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6">
                  <a:moveTo>
                    <a:pt x="4" y="16"/>
                  </a:moveTo>
                  <a:lnTo>
                    <a:pt x="4" y="16"/>
                  </a:lnTo>
                  <a:lnTo>
                    <a:pt x="4" y="16"/>
                  </a:lnTo>
                  <a:lnTo>
                    <a:pt x="44" y="12"/>
                  </a:lnTo>
                  <a:cubicBezTo>
                    <a:pt x="46" y="12"/>
                    <a:pt x="48" y="9"/>
                    <a:pt x="48" y="6"/>
                  </a:cubicBezTo>
                  <a:cubicBezTo>
                    <a:pt x="48" y="3"/>
                    <a:pt x="46" y="0"/>
                    <a:pt x="44" y="0"/>
                  </a:cubicBezTo>
                  <a:lnTo>
                    <a:pt x="4" y="4"/>
                  </a:lnTo>
                  <a:cubicBezTo>
                    <a:pt x="2" y="4"/>
                    <a:pt x="0" y="7"/>
                    <a:pt x="0" y="10"/>
                  </a:cubicBezTo>
                  <a:cubicBezTo>
                    <a:pt x="0" y="14"/>
                    <a:pt x="2" y="16"/>
                    <a:pt x="4" y="1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4" name="Freeform 40"/>
            <p:cNvSpPr>
              <a:spLocks/>
            </p:cNvSpPr>
            <p:nvPr/>
          </p:nvSpPr>
          <p:spPr bwMode="auto">
            <a:xfrm>
              <a:off x="1536700" y="1204913"/>
              <a:ext cx="41275" cy="15875"/>
            </a:xfrm>
            <a:custGeom>
              <a:avLst/>
              <a:gdLst>
                <a:gd name="T0" fmla="*/ 44 w 48"/>
                <a:gd name="T1" fmla="*/ 0 h 18"/>
                <a:gd name="T2" fmla="*/ 44 w 48"/>
                <a:gd name="T3" fmla="*/ 0 h 18"/>
                <a:gd name="T4" fmla="*/ 44 w 48"/>
                <a:gd name="T5" fmla="*/ 0 h 18"/>
                <a:gd name="T6" fmla="*/ 4 w 48"/>
                <a:gd name="T7" fmla="*/ 6 h 18"/>
                <a:gd name="T8" fmla="*/ 0 w 48"/>
                <a:gd name="T9" fmla="*/ 12 h 18"/>
                <a:gd name="T10" fmla="*/ 4 w 48"/>
                <a:gd name="T11" fmla="*/ 18 h 18"/>
                <a:gd name="T12" fmla="*/ 4 w 48"/>
                <a:gd name="T13" fmla="*/ 18 h 18"/>
                <a:gd name="T14" fmla="*/ 44 w 48"/>
                <a:gd name="T15" fmla="*/ 12 h 18"/>
                <a:gd name="T16" fmla="*/ 48 w 48"/>
                <a:gd name="T17" fmla="*/ 6 h 18"/>
                <a:gd name="T18" fmla="*/ 44 w 48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18">
                  <a:moveTo>
                    <a:pt x="44" y="0"/>
                  </a:moveTo>
                  <a:lnTo>
                    <a:pt x="44" y="0"/>
                  </a:lnTo>
                  <a:lnTo>
                    <a:pt x="44" y="0"/>
                  </a:lnTo>
                  <a:lnTo>
                    <a:pt x="4" y="6"/>
                  </a:lnTo>
                  <a:cubicBezTo>
                    <a:pt x="2" y="6"/>
                    <a:pt x="0" y="9"/>
                    <a:pt x="0" y="12"/>
                  </a:cubicBezTo>
                  <a:cubicBezTo>
                    <a:pt x="0" y="15"/>
                    <a:pt x="2" y="18"/>
                    <a:pt x="4" y="18"/>
                  </a:cubicBezTo>
                  <a:lnTo>
                    <a:pt x="4" y="18"/>
                  </a:lnTo>
                  <a:lnTo>
                    <a:pt x="44" y="12"/>
                  </a:lnTo>
                  <a:cubicBezTo>
                    <a:pt x="46" y="12"/>
                    <a:pt x="48" y="10"/>
                    <a:pt x="48" y="6"/>
                  </a:cubicBezTo>
                  <a:cubicBezTo>
                    <a:pt x="48" y="3"/>
                    <a:pt x="46" y="0"/>
                    <a:pt x="4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5" name="Freeform 41"/>
            <p:cNvSpPr>
              <a:spLocks noEditPoints="1"/>
            </p:cNvSpPr>
            <p:nvPr/>
          </p:nvSpPr>
          <p:spPr bwMode="auto">
            <a:xfrm>
              <a:off x="1603375" y="960438"/>
              <a:ext cx="28575" cy="38100"/>
            </a:xfrm>
            <a:custGeom>
              <a:avLst/>
              <a:gdLst>
                <a:gd name="T0" fmla="*/ 7 w 34"/>
                <a:gd name="T1" fmla="*/ 12 h 45"/>
                <a:gd name="T2" fmla="*/ 7 w 34"/>
                <a:gd name="T3" fmla="*/ 12 h 45"/>
                <a:gd name="T4" fmla="*/ 8 w 34"/>
                <a:gd name="T5" fmla="*/ 8 h 45"/>
                <a:gd name="T6" fmla="*/ 25 w 34"/>
                <a:gd name="T7" fmla="*/ 14 h 45"/>
                <a:gd name="T8" fmla="*/ 27 w 34"/>
                <a:gd name="T9" fmla="*/ 18 h 45"/>
                <a:gd name="T10" fmla="*/ 27 w 34"/>
                <a:gd name="T11" fmla="*/ 34 h 45"/>
                <a:gd name="T12" fmla="*/ 26 w 34"/>
                <a:gd name="T13" fmla="*/ 37 h 45"/>
                <a:gd name="T14" fmla="*/ 8 w 34"/>
                <a:gd name="T15" fmla="*/ 36 h 45"/>
                <a:gd name="T16" fmla="*/ 7 w 34"/>
                <a:gd name="T17" fmla="*/ 31 h 45"/>
                <a:gd name="T18" fmla="*/ 7 w 34"/>
                <a:gd name="T19" fmla="*/ 12 h 45"/>
                <a:gd name="T20" fmla="*/ 1 w 34"/>
                <a:gd name="T21" fmla="*/ 39 h 45"/>
                <a:gd name="T22" fmla="*/ 1 w 34"/>
                <a:gd name="T23" fmla="*/ 39 h 45"/>
                <a:gd name="T24" fmla="*/ 7 w 34"/>
                <a:gd name="T25" fmla="*/ 43 h 45"/>
                <a:gd name="T26" fmla="*/ 27 w 34"/>
                <a:gd name="T27" fmla="*/ 45 h 45"/>
                <a:gd name="T28" fmla="*/ 27 w 34"/>
                <a:gd name="T29" fmla="*/ 45 h 45"/>
                <a:gd name="T30" fmla="*/ 34 w 34"/>
                <a:gd name="T31" fmla="*/ 34 h 45"/>
                <a:gd name="T32" fmla="*/ 34 w 34"/>
                <a:gd name="T33" fmla="*/ 18 h 45"/>
                <a:gd name="T34" fmla="*/ 28 w 34"/>
                <a:gd name="T35" fmla="*/ 7 h 45"/>
                <a:gd name="T36" fmla="*/ 8 w 34"/>
                <a:gd name="T37" fmla="*/ 0 h 45"/>
                <a:gd name="T38" fmla="*/ 7 w 34"/>
                <a:gd name="T39" fmla="*/ 0 h 45"/>
                <a:gd name="T40" fmla="*/ 0 w 34"/>
                <a:gd name="T41" fmla="*/ 12 h 45"/>
                <a:gd name="T42" fmla="*/ 0 w 34"/>
                <a:gd name="T43" fmla="*/ 31 h 45"/>
                <a:gd name="T44" fmla="*/ 1 w 34"/>
                <a:gd name="T45" fmla="*/ 3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45">
                  <a:moveTo>
                    <a:pt x="7" y="12"/>
                  </a:moveTo>
                  <a:lnTo>
                    <a:pt x="7" y="12"/>
                  </a:lnTo>
                  <a:cubicBezTo>
                    <a:pt x="7" y="10"/>
                    <a:pt x="8" y="9"/>
                    <a:pt x="8" y="8"/>
                  </a:cubicBezTo>
                  <a:lnTo>
                    <a:pt x="25" y="14"/>
                  </a:lnTo>
                  <a:cubicBezTo>
                    <a:pt x="26" y="14"/>
                    <a:pt x="27" y="16"/>
                    <a:pt x="27" y="18"/>
                  </a:cubicBezTo>
                  <a:lnTo>
                    <a:pt x="27" y="34"/>
                  </a:lnTo>
                  <a:cubicBezTo>
                    <a:pt x="27" y="36"/>
                    <a:pt x="26" y="37"/>
                    <a:pt x="26" y="37"/>
                  </a:cubicBezTo>
                  <a:lnTo>
                    <a:pt x="8" y="36"/>
                  </a:lnTo>
                  <a:cubicBezTo>
                    <a:pt x="8" y="35"/>
                    <a:pt x="7" y="34"/>
                    <a:pt x="7" y="31"/>
                  </a:cubicBezTo>
                  <a:lnTo>
                    <a:pt x="7" y="12"/>
                  </a:lnTo>
                  <a:close/>
                  <a:moveTo>
                    <a:pt x="1" y="39"/>
                  </a:moveTo>
                  <a:lnTo>
                    <a:pt x="1" y="39"/>
                  </a:lnTo>
                  <a:cubicBezTo>
                    <a:pt x="3" y="43"/>
                    <a:pt x="6" y="43"/>
                    <a:pt x="7" y="43"/>
                  </a:cubicBezTo>
                  <a:lnTo>
                    <a:pt x="27" y="45"/>
                  </a:lnTo>
                  <a:lnTo>
                    <a:pt x="27" y="45"/>
                  </a:lnTo>
                  <a:cubicBezTo>
                    <a:pt x="31" y="45"/>
                    <a:pt x="34" y="40"/>
                    <a:pt x="34" y="34"/>
                  </a:cubicBezTo>
                  <a:lnTo>
                    <a:pt x="34" y="18"/>
                  </a:lnTo>
                  <a:cubicBezTo>
                    <a:pt x="34" y="13"/>
                    <a:pt x="32" y="7"/>
                    <a:pt x="28" y="7"/>
                  </a:cubicBezTo>
                  <a:lnTo>
                    <a:pt x="8" y="0"/>
                  </a:lnTo>
                  <a:lnTo>
                    <a:pt x="7" y="0"/>
                  </a:lnTo>
                  <a:cubicBezTo>
                    <a:pt x="3" y="0"/>
                    <a:pt x="0" y="5"/>
                    <a:pt x="0" y="12"/>
                  </a:cubicBezTo>
                  <a:lnTo>
                    <a:pt x="0" y="31"/>
                  </a:lnTo>
                  <a:cubicBezTo>
                    <a:pt x="0" y="34"/>
                    <a:pt x="1" y="37"/>
                    <a:pt x="1" y="3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6" name="Freeform 42"/>
            <p:cNvSpPr>
              <a:spLocks noEditPoints="1"/>
            </p:cNvSpPr>
            <p:nvPr/>
          </p:nvSpPr>
          <p:spPr bwMode="auto">
            <a:xfrm>
              <a:off x="1603375" y="1033463"/>
              <a:ext cx="28575" cy="39688"/>
            </a:xfrm>
            <a:custGeom>
              <a:avLst/>
              <a:gdLst>
                <a:gd name="T0" fmla="*/ 7 w 34"/>
                <a:gd name="T1" fmla="*/ 12 h 47"/>
                <a:gd name="T2" fmla="*/ 7 w 34"/>
                <a:gd name="T3" fmla="*/ 12 h 47"/>
                <a:gd name="T4" fmla="*/ 8 w 34"/>
                <a:gd name="T5" fmla="*/ 8 h 47"/>
                <a:gd name="T6" fmla="*/ 25 w 34"/>
                <a:gd name="T7" fmla="*/ 12 h 47"/>
                <a:gd name="T8" fmla="*/ 27 w 34"/>
                <a:gd name="T9" fmla="*/ 16 h 47"/>
                <a:gd name="T10" fmla="*/ 27 w 34"/>
                <a:gd name="T11" fmla="*/ 36 h 47"/>
                <a:gd name="T12" fmla="*/ 26 w 34"/>
                <a:gd name="T13" fmla="*/ 40 h 47"/>
                <a:gd name="T14" fmla="*/ 8 w 34"/>
                <a:gd name="T15" fmla="*/ 40 h 47"/>
                <a:gd name="T16" fmla="*/ 7 w 34"/>
                <a:gd name="T17" fmla="*/ 36 h 47"/>
                <a:gd name="T18" fmla="*/ 7 w 34"/>
                <a:gd name="T19" fmla="*/ 12 h 47"/>
                <a:gd name="T20" fmla="*/ 7 w 34"/>
                <a:gd name="T21" fmla="*/ 47 h 47"/>
                <a:gd name="T22" fmla="*/ 7 w 34"/>
                <a:gd name="T23" fmla="*/ 47 h 47"/>
                <a:gd name="T24" fmla="*/ 27 w 34"/>
                <a:gd name="T25" fmla="*/ 47 h 47"/>
                <a:gd name="T26" fmla="*/ 34 w 34"/>
                <a:gd name="T27" fmla="*/ 36 h 47"/>
                <a:gd name="T28" fmla="*/ 34 w 34"/>
                <a:gd name="T29" fmla="*/ 16 h 47"/>
                <a:gd name="T30" fmla="*/ 27 w 34"/>
                <a:gd name="T31" fmla="*/ 5 h 47"/>
                <a:gd name="T32" fmla="*/ 8 w 34"/>
                <a:gd name="T33" fmla="*/ 1 h 47"/>
                <a:gd name="T34" fmla="*/ 7 w 34"/>
                <a:gd name="T35" fmla="*/ 0 h 47"/>
                <a:gd name="T36" fmla="*/ 0 w 34"/>
                <a:gd name="T37" fmla="*/ 12 h 47"/>
                <a:gd name="T38" fmla="*/ 0 w 34"/>
                <a:gd name="T39" fmla="*/ 36 h 47"/>
                <a:gd name="T40" fmla="*/ 7 w 34"/>
                <a:gd name="T4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" h="47">
                  <a:moveTo>
                    <a:pt x="7" y="12"/>
                  </a:moveTo>
                  <a:lnTo>
                    <a:pt x="7" y="12"/>
                  </a:lnTo>
                  <a:cubicBezTo>
                    <a:pt x="7" y="10"/>
                    <a:pt x="8" y="9"/>
                    <a:pt x="8" y="8"/>
                  </a:cubicBezTo>
                  <a:lnTo>
                    <a:pt x="25" y="12"/>
                  </a:lnTo>
                  <a:cubicBezTo>
                    <a:pt x="26" y="13"/>
                    <a:pt x="27" y="14"/>
                    <a:pt x="27" y="16"/>
                  </a:cubicBezTo>
                  <a:lnTo>
                    <a:pt x="27" y="36"/>
                  </a:lnTo>
                  <a:cubicBezTo>
                    <a:pt x="27" y="38"/>
                    <a:pt x="26" y="40"/>
                    <a:pt x="26" y="40"/>
                  </a:cubicBezTo>
                  <a:lnTo>
                    <a:pt x="8" y="40"/>
                  </a:lnTo>
                  <a:cubicBezTo>
                    <a:pt x="8" y="39"/>
                    <a:pt x="7" y="38"/>
                    <a:pt x="7" y="36"/>
                  </a:cubicBezTo>
                  <a:lnTo>
                    <a:pt x="7" y="12"/>
                  </a:lnTo>
                  <a:close/>
                  <a:moveTo>
                    <a:pt x="7" y="47"/>
                  </a:moveTo>
                  <a:lnTo>
                    <a:pt x="7" y="47"/>
                  </a:lnTo>
                  <a:lnTo>
                    <a:pt x="27" y="47"/>
                  </a:lnTo>
                  <a:cubicBezTo>
                    <a:pt x="31" y="47"/>
                    <a:pt x="34" y="42"/>
                    <a:pt x="34" y="36"/>
                  </a:cubicBezTo>
                  <a:lnTo>
                    <a:pt x="34" y="16"/>
                  </a:lnTo>
                  <a:cubicBezTo>
                    <a:pt x="34" y="11"/>
                    <a:pt x="31" y="6"/>
                    <a:pt x="27" y="5"/>
                  </a:cubicBezTo>
                  <a:lnTo>
                    <a:pt x="8" y="1"/>
                  </a:lnTo>
                  <a:lnTo>
                    <a:pt x="7" y="0"/>
                  </a:lnTo>
                  <a:cubicBezTo>
                    <a:pt x="3" y="0"/>
                    <a:pt x="0" y="5"/>
                    <a:pt x="0" y="12"/>
                  </a:cubicBezTo>
                  <a:lnTo>
                    <a:pt x="0" y="36"/>
                  </a:lnTo>
                  <a:cubicBezTo>
                    <a:pt x="0" y="42"/>
                    <a:pt x="3" y="47"/>
                    <a:pt x="7" y="4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/>
          </p:nvSpPr>
          <p:spPr bwMode="auto">
            <a:xfrm>
              <a:off x="1601788" y="1108075"/>
              <a:ext cx="30162" cy="38100"/>
            </a:xfrm>
            <a:custGeom>
              <a:avLst/>
              <a:gdLst>
                <a:gd name="T0" fmla="*/ 7 w 35"/>
                <a:gd name="T1" fmla="*/ 11 h 45"/>
                <a:gd name="T2" fmla="*/ 7 w 35"/>
                <a:gd name="T3" fmla="*/ 11 h 45"/>
                <a:gd name="T4" fmla="*/ 8 w 35"/>
                <a:gd name="T5" fmla="*/ 7 h 45"/>
                <a:gd name="T6" fmla="*/ 27 w 35"/>
                <a:gd name="T7" fmla="*/ 8 h 45"/>
                <a:gd name="T8" fmla="*/ 27 w 35"/>
                <a:gd name="T9" fmla="*/ 11 h 45"/>
                <a:gd name="T10" fmla="*/ 27 w 35"/>
                <a:gd name="T11" fmla="*/ 33 h 45"/>
                <a:gd name="T12" fmla="*/ 27 w 35"/>
                <a:gd name="T13" fmla="*/ 36 h 45"/>
                <a:gd name="T14" fmla="*/ 8 w 35"/>
                <a:gd name="T15" fmla="*/ 38 h 45"/>
                <a:gd name="T16" fmla="*/ 7 w 35"/>
                <a:gd name="T17" fmla="*/ 34 h 45"/>
                <a:gd name="T18" fmla="*/ 7 w 35"/>
                <a:gd name="T19" fmla="*/ 11 h 45"/>
                <a:gd name="T20" fmla="*/ 6 w 35"/>
                <a:gd name="T21" fmla="*/ 45 h 45"/>
                <a:gd name="T22" fmla="*/ 6 w 35"/>
                <a:gd name="T23" fmla="*/ 45 h 45"/>
                <a:gd name="T24" fmla="*/ 28 w 35"/>
                <a:gd name="T25" fmla="*/ 43 h 45"/>
                <a:gd name="T26" fmla="*/ 35 w 35"/>
                <a:gd name="T27" fmla="*/ 33 h 45"/>
                <a:gd name="T28" fmla="*/ 35 w 35"/>
                <a:gd name="T29" fmla="*/ 11 h 45"/>
                <a:gd name="T30" fmla="*/ 28 w 35"/>
                <a:gd name="T31" fmla="*/ 1 h 45"/>
                <a:gd name="T32" fmla="*/ 7 w 35"/>
                <a:gd name="T33" fmla="*/ 0 h 45"/>
                <a:gd name="T34" fmla="*/ 6 w 35"/>
                <a:gd name="T35" fmla="*/ 0 h 45"/>
                <a:gd name="T36" fmla="*/ 0 w 35"/>
                <a:gd name="T37" fmla="*/ 11 h 45"/>
                <a:gd name="T38" fmla="*/ 0 w 35"/>
                <a:gd name="T39" fmla="*/ 34 h 45"/>
                <a:gd name="T40" fmla="*/ 6 w 35"/>
                <a:gd name="T41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" h="45">
                  <a:moveTo>
                    <a:pt x="7" y="11"/>
                  </a:moveTo>
                  <a:lnTo>
                    <a:pt x="7" y="11"/>
                  </a:lnTo>
                  <a:cubicBezTo>
                    <a:pt x="7" y="9"/>
                    <a:pt x="7" y="8"/>
                    <a:pt x="8" y="7"/>
                  </a:cubicBezTo>
                  <a:lnTo>
                    <a:pt x="27" y="8"/>
                  </a:lnTo>
                  <a:cubicBezTo>
                    <a:pt x="27" y="9"/>
                    <a:pt x="27" y="10"/>
                    <a:pt x="27" y="11"/>
                  </a:cubicBezTo>
                  <a:lnTo>
                    <a:pt x="27" y="33"/>
                  </a:lnTo>
                  <a:cubicBezTo>
                    <a:pt x="27" y="34"/>
                    <a:pt x="27" y="35"/>
                    <a:pt x="27" y="36"/>
                  </a:cubicBezTo>
                  <a:lnTo>
                    <a:pt x="8" y="38"/>
                  </a:lnTo>
                  <a:cubicBezTo>
                    <a:pt x="7" y="37"/>
                    <a:pt x="7" y="36"/>
                    <a:pt x="7" y="34"/>
                  </a:cubicBezTo>
                  <a:lnTo>
                    <a:pt x="7" y="11"/>
                  </a:lnTo>
                  <a:close/>
                  <a:moveTo>
                    <a:pt x="6" y="45"/>
                  </a:moveTo>
                  <a:lnTo>
                    <a:pt x="6" y="45"/>
                  </a:lnTo>
                  <a:lnTo>
                    <a:pt x="28" y="43"/>
                  </a:lnTo>
                  <a:cubicBezTo>
                    <a:pt x="32" y="43"/>
                    <a:pt x="35" y="38"/>
                    <a:pt x="35" y="33"/>
                  </a:cubicBezTo>
                  <a:lnTo>
                    <a:pt x="35" y="11"/>
                  </a:lnTo>
                  <a:cubicBezTo>
                    <a:pt x="35" y="7"/>
                    <a:pt x="33" y="1"/>
                    <a:pt x="28" y="1"/>
                  </a:cubicBezTo>
                  <a:lnTo>
                    <a:pt x="7" y="0"/>
                  </a:lnTo>
                  <a:lnTo>
                    <a:pt x="6" y="0"/>
                  </a:lnTo>
                  <a:cubicBezTo>
                    <a:pt x="2" y="0"/>
                    <a:pt x="0" y="4"/>
                    <a:pt x="0" y="11"/>
                  </a:cubicBezTo>
                  <a:lnTo>
                    <a:pt x="0" y="34"/>
                  </a:lnTo>
                  <a:cubicBezTo>
                    <a:pt x="0" y="41"/>
                    <a:pt x="2" y="45"/>
                    <a:pt x="6" y="4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8" name="Freeform 44"/>
            <p:cNvSpPr>
              <a:spLocks/>
            </p:cNvSpPr>
            <p:nvPr/>
          </p:nvSpPr>
          <p:spPr bwMode="auto">
            <a:xfrm>
              <a:off x="1603375" y="1177925"/>
              <a:ext cx="26987" cy="12700"/>
            </a:xfrm>
            <a:custGeom>
              <a:avLst/>
              <a:gdLst>
                <a:gd name="T0" fmla="*/ 3 w 33"/>
                <a:gd name="T1" fmla="*/ 14 h 14"/>
                <a:gd name="T2" fmla="*/ 3 w 33"/>
                <a:gd name="T3" fmla="*/ 14 h 14"/>
                <a:gd name="T4" fmla="*/ 3 w 33"/>
                <a:gd name="T5" fmla="*/ 14 h 14"/>
                <a:gd name="T6" fmla="*/ 30 w 33"/>
                <a:gd name="T7" fmla="*/ 11 h 14"/>
                <a:gd name="T8" fmla="*/ 33 w 33"/>
                <a:gd name="T9" fmla="*/ 6 h 14"/>
                <a:gd name="T10" fmla="*/ 30 w 33"/>
                <a:gd name="T11" fmla="*/ 0 h 14"/>
                <a:gd name="T12" fmla="*/ 3 w 33"/>
                <a:gd name="T13" fmla="*/ 3 h 14"/>
                <a:gd name="T14" fmla="*/ 0 w 33"/>
                <a:gd name="T15" fmla="*/ 9 h 14"/>
                <a:gd name="T16" fmla="*/ 3 w 33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14">
                  <a:moveTo>
                    <a:pt x="3" y="14"/>
                  </a:moveTo>
                  <a:lnTo>
                    <a:pt x="3" y="14"/>
                  </a:lnTo>
                  <a:lnTo>
                    <a:pt x="3" y="14"/>
                  </a:lnTo>
                  <a:lnTo>
                    <a:pt x="30" y="11"/>
                  </a:lnTo>
                  <a:cubicBezTo>
                    <a:pt x="31" y="11"/>
                    <a:pt x="33" y="9"/>
                    <a:pt x="33" y="6"/>
                  </a:cubicBezTo>
                  <a:cubicBezTo>
                    <a:pt x="33" y="3"/>
                    <a:pt x="31" y="0"/>
                    <a:pt x="30" y="0"/>
                  </a:cubicBezTo>
                  <a:lnTo>
                    <a:pt x="3" y="3"/>
                  </a:lnTo>
                  <a:cubicBezTo>
                    <a:pt x="1" y="3"/>
                    <a:pt x="0" y="6"/>
                    <a:pt x="0" y="9"/>
                  </a:cubicBezTo>
                  <a:cubicBezTo>
                    <a:pt x="0" y="12"/>
                    <a:pt x="1" y="14"/>
                    <a:pt x="3" y="1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39" name="Freeform 45"/>
            <p:cNvSpPr>
              <a:spLocks/>
            </p:cNvSpPr>
            <p:nvPr/>
          </p:nvSpPr>
          <p:spPr bwMode="auto">
            <a:xfrm>
              <a:off x="1603375" y="1196975"/>
              <a:ext cx="26987" cy="12700"/>
            </a:xfrm>
            <a:custGeom>
              <a:avLst/>
              <a:gdLst>
                <a:gd name="T0" fmla="*/ 30 w 33"/>
                <a:gd name="T1" fmla="*/ 0 h 15"/>
                <a:gd name="T2" fmla="*/ 30 w 33"/>
                <a:gd name="T3" fmla="*/ 0 h 15"/>
                <a:gd name="T4" fmla="*/ 3 w 33"/>
                <a:gd name="T5" fmla="*/ 4 h 15"/>
                <a:gd name="T6" fmla="*/ 0 w 33"/>
                <a:gd name="T7" fmla="*/ 9 h 15"/>
                <a:gd name="T8" fmla="*/ 3 w 33"/>
                <a:gd name="T9" fmla="*/ 15 h 15"/>
                <a:gd name="T10" fmla="*/ 3 w 33"/>
                <a:gd name="T11" fmla="*/ 15 h 15"/>
                <a:gd name="T12" fmla="*/ 30 w 33"/>
                <a:gd name="T13" fmla="*/ 11 h 15"/>
                <a:gd name="T14" fmla="*/ 33 w 33"/>
                <a:gd name="T15" fmla="*/ 5 h 15"/>
                <a:gd name="T16" fmla="*/ 30 w 3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15">
                  <a:moveTo>
                    <a:pt x="30" y="0"/>
                  </a:moveTo>
                  <a:lnTo>
                    <a:pt x="30" y="0"/>
                  </a:lnTo>
                  <a:lnTo>
                    <a:pt x="3" y="4"/>
                  </a:lnTo>
                  <a:cubicBezTo>
                    <a:pt x="1" y="4"/>
                    <a:pt x="0" y="6"/>
                    <a:pt x="0" y="9"/>
                  </a:cubicBezTo>
                  <a:cubicBezTo>
                    <a:pt x="0" y="13"/>
                    <a:pt x="1" y="15"/>
                    <a:pt x="3" y="15"/>
                  </a:cubicBezTo>
                  <a:lnTo>
                    <a:pt x="3" y="15"/>
                  </a:lnTo>
                  <a:lnTo>
                    <a:pt x="30" y="11"/>
                  </a:lnTo>
                  <a:cubicBezTo>
                    <a:pt x="31" y="11"/>
                    <a:pt x="33" y="8"/>
                    <a:pt x="33" y="5"/>
                  </a:cubicBezTo>
                  <a:cubicBezTo>
                    <a:pt x="33" y="2"/>
                    <a:pt x="31" y="0"/>
                    <a:pt x="3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40" name="Freeform 46"/>
            <p:cNvSpPr>
              <a:spLocks/>
            </p:cNvSpPr>
            <p:nvPr/>
          </p:nvSpPr>
          <p:spPr bwMode="auto">
            <a:xfrm>
              <a:off x="1652588" y="1177925"/>
              <a:ext cx="19050" cy="9525"/>
            </a:xfrm>
            <a:custGeom>
              <a:avLst/>
              <a:gdLst>
                <a:gd name="T0" fmla="*/ 2 w 22"/>
                <a:gd name="T1" fmla="*/ 10 h 10"/>
                <a:gd name="T2" fmla="*/ 2 w 22"/>
                <a:gd name="T3" fmla="*/ 10 h 10"/>
                <a:gd name="T4" fmla="*/ 20 w 22"/>
                <a:gd name="T5" fmla="*/ 8 h 10"/>
                <a:gd name="T6" fmla="*/ 22 w 22"/>
                <a:gd name="T7" fmla="*/ 4 h 10"/>
                <a:gd name="T8" fmla="*/ 20 w 22"/>
                <a:gd name="T9" fmla="*/ 0 h 10"/>
                <a:gd name="T10" fmla="*/ 2 w 22"/>
                <a:gd name="T11" fmla="*/ 2 h 10"/>
                <a:gd name="T12" fmla="*/ 0 w 22"/>
                <a:gd name="T13" fmla="*/ 6 h 10"/>
                <a:gd name="T14" fmla="*/ 2 w 22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0">
                  <a:moveTo>
                    <a:pt x="2" y="10"/>
                  </a:moveTo>
                  <a:lnTo>
                    <a:pt x="2" y="10"/>
                  </a:lnTo>
                  <a:lnTo>
                    <a:pt x="20" y="8"/>
                  </a:lnTo>
                  <a:cubicBezTo>
                    <a:pt x="22" y="8"/>
                    <a:pt x="22" y="6"/>
                    <a:pt x="22" y="4"/>
                  </a:cubicBezTo>
                  <a:cubicBezTo>
                    <a:pt x="22" y="2"/>
                    <a:pt x="22" y="0"/>
                    <a:pt x="20" y="0"/>
                  </a:cubicBezTo>
                  <a:lnTo>
                    <a:pt x="2" y="2"/>
                  </a:lnTo>
                  <a:cubicBezTo>
                    <a:pt x="1" y="2"/>
                    <a:pt x="0" y="4"/>
                    <a:pt x="0" y="6"/>
                  </a:cubicBezTo>
                  <a:cubicBezTo>
                    <a:pt x="0" y="8"/>
                    <a:pt x="1" y="10"/>
                    <a:pt x="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41" name="Freeform 47"/>
            <p:cNvSpPr>
              <a:spLocks/>
            </p:cNvSpPr>
            <p:nvPr/>
          </p:nvSpPr>
          <p:spPr bwMode="auto">
            <a:xfrm>
              <a:off x="1652588" y="1190625"/>
              <a:ext cx="19050" cy="9525"/>
            </a:xfrm>
            <a:custGeom>
              <a:avLst/>
              <a:gdLst>
                <a:gd name="T0" fmla="*/ 20 w 22"/>
                <a:gd name="T1" fmla="*/ 0 h 11"/>
                <a:gd name="T2" fmla="*/ 20 w 22"/>
                <a:gd name="T3" fmla="*/ 0 h 11"/>
                <a:gd name="T4" fmla="*/ 2 w 22"/>
                <a:gd name="T5" fmla="*/ 3 h 11"/>
                <a:gd name="T6" fmla="*/ 0 w 22"/>
                <a:gd name="T7" fmla="*/ 7 h 11"/>
                <a:gd name="T8" fmla="*/ 2 w 22"/>
                <a:gd name="T9" fmla="*/ 11 h 11"/>
                <a:gd name="T10" fmla="*/ 2 w 22"/>
                <a:gd name="T11" fmla="*/ 11 h 11"/>
                <a:gd name="T12" fmla="*/ 20 w 22"/>
                <a:gd name="T13" fmla="*/ 8 h 11"/>
                <a:gd name="T14" fmla="*/ 22 w 22"/>
                <a:gd name="T15" fmla="*/ 4 h 11"/>
                <a:gd name="T16" fmla="*/ 20 w 22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11">
                  <a:moveTo>
                    <a:pt x="20" y="0"/>
                  </a:moveTo>
                  <a:lnTo>
                    <a:pt x="20" y="0"/>
                  </a:lnTo>
                  <a:lnTo>
                    <a:pt x="2" y="3"/>
                  </a:lnTo>
                  <a:cubicBezTo>
                    <a:pt x="1" y="3"/>
                    <a:pt x="0" y="5"/>
                    <a:pt x="0" y="7"/>
                  </a:cubicBezTo>
                  <a:cubicBezTo>
                    <a:pt x="0" y="9"/>
                    <a:pt x="1" y="11"/>
                    <a:pt x="2" y="11"/>
                  </a:cubicBezTo>
                  <a:lnTo>
                    <a:pt x="2" y="11"/>
                  </a:lnTo>
                  <a:lnTo>
                    <a:pt x="20" y="8"/>
                  </a:lnTo>
                  <a:cubicBezTo>
                    <a:pt x="22" y="8"/>
                    <a:pt x="22" y="6"/>
                    <a:pt x="22" y="4"/>
                  </a:cubicBezTo>
                  <a:cubicBezTo>
                    <a:pt x="22" y="2"/>
                    <a:pt x="22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42" name="Freeform 48"/>
            <p:cNvSpPr>
              <a:spLocks noEditPoints="1"/>
            </p:cNvSpPr>
            <p:nvPr/>
          </p:nvSpPr>
          <p:spPr bwMode="auto">
            <a:xfrm>
              <a:off x="1654175" y="976313"/>
              <a:ext cx="19050" cy="26988"/>
            </a:xfrm>
            <a:custGeom>
              <a:avLst/>
              <a:gdLst>
                <a:gd name="T0" fmla="*/ 5 w 23"/>
                <a:gd name="T1" fmla="*/ 8 h 31"/>
                <a:gd name="T2" fmla="*/ 5 w 23"/>
                <a:gd name="T3" fmla="*/ 8 h 31"/>
                <a:gd name="T4" fmla="*/ 5 w 23"/>
                <a:gd name="T5" fmla="*/ 5 h 31"/>
                <a:gd name="T6" fmla="*/ 17 w 23"/>
                <a:gd name="T7" fmla="*/ 9 h 31"/>
                <a:gd name="T8" fmla="*/ 18 w 23"/>
                <a:gd name="T9" fmla="*/ 12 h 31"/>
                <a:gd name="T10" fmla="*/ 18 w 23"/>
                <a:gd name="T11" fmla="*/ 23 h 31"/>
                <a:gd name="T12" fmla="*/ 17 w 23"/>
                <a:gd name="T13" fmla="*/ 26 h 31"/>
                <a:gd name="T14" fmla="*/ 5 w 23"/>
                <a:gd name="T15" fmla="*/ 24 h 31"/>
                <a:gd name="T16" fmla="*/ 5 w 23"/>
                <a:gd name="T17" fmla="*/ 21 h 31"/>
                <a:gd name="T18" fmla="*/ 5 w 23"/>
                <a:gd name="T19" fmla="*/ 8 h 31"/>
                <a:gd name="T20" fmla="*/ 1 w 23"/>
                <a:gd name="T21" fmla="*/ 26 h 31"/>
                <a:gd name="T22" fmla="*/ 1 w 23"/>
                <a:gd name="T23" fmla="*/ 26 h 31"/>
                <a:gd name="T24" fmla="*/ 4 w 23"/>
                <a:gd name="T25" fmla="*/ 29 h 31"/>
                <a:gd name="T26" fmla="*/ 5 w 23"/>
                <a:gd name="T27" fmla="*/ 29 h 31"/>
                <a:gd name="T28" fmla="*/ 18 w 23"/>
                <a:gd name="T29" fmla="*/ 31 h 31"/>
                <a:gd name="T30" fmla="*/ 18 w 23"/>
                <a:gd name="T31" fmla="*/ 30 h 31"/>
                <a:gd name="T32" fmla="*/ 23 w 23"/>
                <a:gd name="T33" fmla="*/ 23 h 31"/>
                <a:gd name="T34" fmla="*/ 23 w 23"/>
                <a:gd name="T35" fmla="*/ 12 h 31"/>
                <a:gd name="T36" fmla="*/ 19 w 23"/>
                <a:gd name="T37" fmla="*/ 4 h 31"/>
                <a:gd name="T38" fmla="*/ 5 w 23"/>
                <a:gd name="T39" fmla="*/ 0 h 31"/>
                <a:gd name="T40" fmla="*/ 4 w 23"/>
                <a:gd name="T41" fmla="*/ 0 h 31"/>
                <a:gd name="T42" fmla="*/ 0 w 23"/>
                <a:gd name="T43" fmla="*/ 8 h 31"/>
                <a:gd name="T44" fmla="*/ 0 w 23"/>
                <a:gd name="T45" fmla="*/ 21 h 31"/>
                <a:gd name="T46" fmla="*/ 1 w 23"/>
                <a:gd name="T47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" h="31">
                  <a:moveTo>
                    <a:pt x="5" y="8"/>
                  </a:moveTo>
                  <a:lnTo>
                    <a:pt x="5" y="8"/>
                  </a:lnTo>
                  <a:cubicBezTo>
                    <a:pt x="5" y="6"/>
                    <a:pt x="5" y="5"/>
                    <a:pt x="5" y="5"/>
                  </a:cubicBezTo>
                  <a:lnTo>
                    <a:pt x="17" y="9"/>
                  </a:lnTo>
                  <a:cubicBezTo>
                    <a:pt x="17" y="9"/>
                    <a:pt x="18" y="10"/>
                    <a:pt x="18" y="12"/>
                  </a:cubicBezTo>
                  <a:lnTo>
                    <a:pt x="18" y="23"/>
                  </a:lnTo>
                  <a:cubicBezTo>
                    <a:pt x="18" y="24"/>
                    <a:pt x="18" y="25"/>
                    <a:pt x="17" y="26"/>
                  </a:cubicBezTo>
                  <a:lnTo>
                    <a:pt x="5" y="24"/>
                  </a:lnTo>
                  <a:cubicBezTo>
                    <a:pt x="5" y="24"/>
                    <a:pt x="5" y="23"/>
                    <a:pt x="5" y="21"/>
                  </a:cubicBezTo>
                  <a:lnTo>
                    <a:pt x="5" y="8"/>
                  </a:lnTo>
                  <a:close/>
                  <a:moveTo>
                    <a:pt x="1" y="26"/>
                  </a:moveTo>
                  <a:lnTo>
                    <a:pt x="1" y="26"/>
                  </a:lnTo>
                  <a:cubicBezTo>
                    <a:pt x="2" y="29"/>
                    <a:pt x="4" y="29"/>
                    <a:pt x="4" y="29"/>
                  </a:cubicBezTo>
                  <a:lnTo>
                    <a:pt x="5" y="29"/>
                  </a:lnTo>
                  <a:lnTo>
                    <a:pt x="18" y="31"/>
                  </a:lnTo>
                  <a:lnTo>
                    <a:pt x="18" y="30"/>
                  </a:lnTo>
                  <a:cubicBezTo>
                    <a:pt x="21" y="30"/>
                    <a:pt x="23" y="27"/>
                    <a:pt x="23" y="23"/>
                  </a:cubicBezTo>
                  <a:lnTo>
                    <a:pt x="23" y="12"/>
                  </a:lnTo>
                  <a:cubicBezTo>
                    <a:pt x="23" y="8"/>
                    <a:pt x="21" y="5"/>
                    <a:pt x="19" y="4"/>
                  </a:cubicBezTo>
                  <a:lnTo>
                    <a:pt x="5" y="0"/>
                  </a:lnTo>
                  <a:lnTo>
                    <a:pt x="4" y="0"/>
                  </a:lnTo>
                  <a:cubicBezTo>
                    <a:pt x="2" y="0"/>
                    <a:pt x="0" y="3"/>
                    <a:pt x="0" y="8"/>
                  </a:cubicBezTo>
                  <a:lnTo>
                    <a:pt x="0" y="21"/>
                  </a:lnTo>
                  <a:cubicBezTo>
                    <a:pt x="0" y="23"/>
                    <a:pt x="0" y="25"/>
                    <a:pt x="1" y="2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43" name="Freeform 49"/>
            <p:cNvSpPr>
              <a:spLocks noEditPoints="1"/>
            </p:cNvSpPr>
            <p:nvPr/>
          </p:nvSpPr>
          <p:spPr bwMode="auto">
            <a:xfrm>
              <a:off x="1654175" y="1047750"/>
              <a:ext cx="19050" cy="25400"/>
            </a:xfrm>
            <a:custGeom>
              <a:avLst/>
              <a:gdLst>
                <a:gd name="T0" fmla="*/ 5 w 22"/>
                <a:gd name="T1" fmla="*/ 7 h 30"/>
                <a:gd name="T2" fmla="*/ 5 w 22"/>
                <a:gd name="T3" fmla="*/ 7 h 30"/>
                <a:gd name="T4" fmla="*/ 6 w 22"/>
                <a:gd name="T5" fmla="*/ 5 h 30"/>
                <a:gd name="T6" fmla="*/ 17 w 22"/>
                <a:gd name="T7" fmla="*/ 8 h 30"/>
                <a:gd name="T8" fmla="*/ 17 w 22"/>
                <a:gd name="T9" fmla="*/ 10 h 30"/>
                <a:gd name="T10" fmla="*/ 17 w 22"/>
                <a:gd name="T11" fmla="*/ 23 h 30"/>
                <a:gd name="T12" fmla="*/ 17 w 22"/>
                <a:gd name="T13" fmla="*/ 25 h 30"/>
                <a:gd name="T14" fmla="*/ 6 w 22"/>
                <a:gd name="T15" fmla="*/ 25 h 30"/>
                <a:gd name="T16" fmla="*/ 5 w 22"/>
                <a:gd name="T17" fmla="*/ 22 h 30"/>
                <a:gd name="T18" fmla="*/ 5 w 22"/>
                <a:gd name="T19" fmla="*/ 7 h 30"/>
                <a:gd name="T20" fmla="*/ 5 w 22"/>
                <a:gd name="T21" fmla="*/ 30 h 30"/>
                <a:gd name="T22" fmla="*/ 5 w 22"/>
                <a:gd name="T23" fmla="*/ 30 h 30"/>
                <a:gd name="T24" fmla="*/ 17 w 22"/>
                <a:gd name="T25" fmla="*/ 30 h 30"/>
                <a:gd name="T26" fmla="*/ 22 w 22"/>
                <a:gd name="T27" fmla="*/ 23 h 30"/>
                <a:gd name="T28" fmla="*/ 22 w 22"/>
                <a:gd name="T29" fmla="*/ 10 h 30"/>
                <a:gd name="T30" fmla="*/ 18 w 22"/>
                <a:gd name="T31" fmla="*/ 3 h 30"/>
                <a:gd name="T32" fmla="*/ 6 w 22"/>
                <a:gd name="T33" fmla="*/ 0 h 30"/>
                <a:gd name="T34" fmla="*/ 5 w 22"/>
                <a:gd name="T35" fmla="*/ 0 h 30"/>
                <a:gd name="T36" fmla="*/ 0 w 22"/>
                <a:gd name="T37" fmla="*/ 7 h 30"/>
                <a:gd name="T38" fmla="*/ 0 w 22"/>
                <a:gd name="T39" fmla="*/ 22 h 30"/>
                <a:gd name="T40" fmla="*/ 5 w 22"/>
                <a:gd name="T41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30">
                  <a:moveTo>
                    <a:pt x="5" y="7"/>
                  </a:moveTo>
                  <a:lnTo>
                    <a:pt x="5" y="7"/>
                  </a:lnTo>
                  <a:cubicBezTo>
                    <a:pt x="5" y="6"/>
                    <a:pt x="5" y="5"/>
                    <a:pt x="6" y="5"/>
                  </a:cubicBezTo>
                  <a:lnTo>
                    <a:pt x="17" y="8"/>
                  </a:lnTo>
                  <a:cubicBezTo>
                    <a:pt x="17" y="8"/>
                    <a:pt x="17" y="9"/>
                    <a:pt x="17" y="10"/>
                  </a:cubicBezTo>
                  <a:lnTo>
                    <a:pt x="17" y="23"/>
                  </a:lnTo>
                  <a:cubicBezTo>
                    <a:pt x="17" y="24"/>
                    <a:pt x="17" y="24"/>
                    <a:pt x="17" y="25"/>
                  </a:cubicBezTo>
                  <a:lnTo>
                    <a:pt x="6" y="25"/>
                  </a:lnTo>
                  <a:cubicBezTo>
                    <a:pt x="5" y="24"/>
                    <a:pt x="5" y="24"/>
                    <a:pt x="5" y="22"/>
                  </a:cubicBezTo>
                  <a:lnTo>
                    <a:pt x="5" y="7"/>
                  </a:lnTo>
                  <a:close/>
                  <a:moveTo>
                    <a:pt x="5" y="30"/>
                  </a:moveTo>
                  <a:lnTo>
                    <a:pt x="5" y="30"/>
                  </a:lnTo>
                  <a:lnTo>
                    <a:pt x="17" y="30"/>
                  </a:lnTo>
                  <a:cubicBezTo>
                    <a:pt x="20" y="29"/>
                    <a:pt x="22" y="26"/>
                    <a:pt x="22" y="23"/>
                  </a:cubicBezTo>
                  <a:lnTo>
                    <a:pt x="22" y="10"/>
                  </a:lnTo>
                  <a:cubicBezTo>
                    <a:pt x="22" y="6"/>
                    <a:pt x="20" y="3"/>
                    <a:pt x="18" y="3"/>
                  </a:cubicBezTo>
                  <a:lnTo>
                    <a:pt x="6" y="0"/>
                  </a:lnTo>
                  <a:lnTo>
                    <a:pt x="5" y="0"/>
                  </a:lnTo>
                  <a:cubicBezTo>
                    <a:pt x="2" y="0"/>
                    <a:pt x="0" y="3"/>
                    <a:pt x="0" y="7"/>
                  </a:cubicBezTo>
                  <a:lnTo>
                    <a:pt x="0" y="22"/>
                  </a:lnTo>
                  <a:cubicBezTo>
                    <a:pt x="0" y="27"/>
                    <a:pt x="2" y="30"/>
                    <a:pt x="5" y="3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/>
          </p:nvSpPr>
          <p:spPr bwMode="auto">
            <a:xfrm>
              <a:off x="1652588" y="1111250"/>
              <a:ext cx="20637" cy="25400"/>
            </a:xfrm>
            <a:custGeom>
              <a:avLst/>
              <a:gdLst>
                <a:gd name="T0" fmla="*/ 5 w 23"/>
                <a:gd name="T1" fmla="*/ 8 h 30"/>
                <a:gd name="T2" fmla="*/ 5 w 23"/>
                <a:gd name="T3" fmla="*/ 8 h 30"/>
                <a:gd name="T4" fmla="*/ 5 w 23"/>
                <a:gd name="T5" fmla="*/ 5 h 30"/>
                <a:gd name="T6" fmla="*/ 17 w 23"/>
                <a:gd name="T7" fmla="*/ 6 h 30"/>
                <a:gd name="T8" fmla="*/ 18 w 23"/>
                <a:gd name="T9" fmla="*/ 8 h 30"/>
                <a:gd name="T10" fmla="*/ 18 w 23"/>
                <a:gd name="T11" fmla="*/ 22 h 30"/>
                <a:gd name="T12" fmla="*/ 17 w 23"/>
                <a:gd name="T13" fmla="*/ 24 h 30"/>
                <a:gd name="T14" fmla="*/ 5 w 23"/>
                <a:gd name="T15" fmla="*/ 25 h 30"/>
                <a:gd name="T16" fmla="*/ 5 w 23"/>
                <a:gd name="T17" fmla="*/ 22 h 30"/>
                <a:gd name="T18" fmla="*/ 5 w 23"/>
                <a:gd name="T19" fmla="*/ 8 h 30"/>
                <a:gd name="T20" fmla="*/ 4 w 23"/>
                <a:gd name="T21" fmla="*/ 30 h 30"/>
                <a:gd name="T22" fmla="*/ 4 w 23"/>
                <a:gd name="T23" fmla="*/ 30 h 30"/>
                <a:gd name="T24" fmla="*/ 18 w 23"/>
                <a:gd name="T25" fmla="*/ 28 h 30"/>
                <a:gd name="T26" fmla="*/ 23 w 23"/>
                <a:gd name="T27" fmla="*/ 22 h 30"/>
                <a:gd name="T28" fmla="*/ 23 w 23"/>
                <a:gd name="T29" fmla="*/ 8 h 30"/>
                <a:gd name="T30" fmla="*/ 18 w 23"/>
                <a:gd name="T31" fmla="*/ 1 h 30"/>
                <a:gd name="T32" fmla="*/ 5 w 23"/>
                <a:gd name="T33" fmla="*/ 0 h 30"/>
                <a:gd name="T34" fmla="*/ 4 w 23"/>
                <a:gd name="T35" fmla="*/ 0 h 30"/>
                <a:gd name="T36" fmla="*/ 0 w 23"/>
                <a:gd name="T37" fmla="*/ 8 h 30"/>
                <a:gd name="T38" fmla="*/ 0 w 23"/>
                <a:gd name="T39" fmla="*/ 22 h 30"/>
                <a:gd name="T40" fmla="*/ 4 w 23"/>
                <a:gd name="T41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30">
                  <a:moveTo>
                    <a:pt x="5" y="8"/>
                  </a:moveTo>
                  <a:lnTo>
                    <a:pt x="5" y="8"/>
                  </a:lnTo>
                  <a:cubicBezTo>
                    <a:pt x="5" y="7"/>
                    <a:pt x="5" y="6"/>
                    <a:pt x="5" y="5"/>
                  </a:cubicBezTo>
                  <a:lnTo>
                    <a:pt x="17" y="6"/>
                  </a:lnTo>
                  <a:cubicBezTo>
                    <a:pt x="17" y="6"/>
                    <a:pt x="18" y="7"/>
                    <a:pt x="18" y="8"/>
                  </a:cubicBezTo>
                  <a:lnTo>
                    <a:pt x="18" y="22"/>
                  </a:lnTo>
                  <a:cubicBezTo>
                    <a:pt x="18" y="23"/>
                    <a:pt x="18" y="23"/>
                    <a:pt x="17" y="24"/>
                  </a:cubicBezTo>
                  <a:lnTo>
                    <a:pt x="5" y="25"/>
                  </a:lnTo>
                  <a:cubicBezTo>
                    <a:pt x="5" y="24"/>
                    <a:pt x="5" y="24"/>
                    <a:pt x="5" y="22"/>
                  </a:cubicBezTo>
                  <a:lnTo>
                    <a:pt x="5" y="8"/>
                  </a:lnTo>
                  <a:close/>
                  <a:moveTo>
                    <a:pt x="4" y="30"/>
                  </a:moveTo>
                  <a:lnTo>
                    <a:pt x="4" y="30"/>
                  </a:lnTo>
                  <a:lnTo>
                    <a:pt x="18" y="28"/>
                  </a:lnTo>
                  <a:cubicBezTo>
                    <a:pt x="21" y="28"/>
                    <a:pt x="23" y="25"/>
                    <a:pt x="23" y="22"/>
                  </a:cubicBezTo>
                  <a:lnTo>
                    <a:pt x="23" y="8"/>
                  </a:lnTo>
                  <a:cubicBezTo>
                    <a:pt x="23" y="5"/>
                    <a:pt x="21" y="1"/>
                    <a:pt x="18" y="1"/>
                  </a:cubicBezTo>
                  <a:lnTo>
                    <a:pt x="5" y="0"/>
                  </a:lnTo>
                  <a:lnTo>
                    <a:pt x="4" y="0"/>
                  </a:lnTo>
                  <a:cubicBezTo>
                    <a:pt x="2" y="0"/>
                    <a:pt x="0" y="3"/>
                    <a:pt x="0" y="8"/>
                  </a:cubicBezTo>
                  <a:lnTo>
                    <a:pt x="0" y="22"/>
                  </a:lnTo>
                  <a:cubicBezTo>
                    <a:pt x="0" y="27"/>
                    <a:pt x="2" y="30"/>
                    <a:pt x="4" y="3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45" name="Freeform 51"/>
            <p:cNvSpPr>
              <a:spLocks/>
            </p:cNvSpPr>
            <p:nvPr/>
          </p:nvSpPr>
          <p:spPr bwMode="auto">
            <a:xfrm>
              <a:off x="1762125" y="1182688"/>
              <a:ext cx="79375" cy="15875"/>
            </a:xfrm>
            <a:custGeom>
              <a:avLst/>
              <a:gdLst>
                <a:gd name="T0" fmla="*/ 88 w 94"/>
                <a:gd name="T1" fmla="*/ 0 h 19"/>
                <a:gd name="T2" fmla="*/ 88 w 94"/>
                <a:gd name="T3" fmla="*/ 0 h 19"/>
                <a:gd name="T4" fmla="*/ 6 w 94"/>
                <a:gd name="T5" fmla="*/ 0 h 19"/>
                <a:gd name="T6" fmla="*/ 0 w 94"/>
                <a:gd name="T7" fmla="*/ 9 h 19"/>
                <a:gd name="T8" fmla="*/ 6 w 94"/>
                <a:gd name="T9" fmla="*/ 19 h 19"/>
                <a:gd name="T10" fmla="*/ 88 w 94"/>
                <a:gd name="T11" fmla="*/ 19 h 19"/>
                <a:gd name="T12" fmla="*/ 94 w 94"/>
                <a:gd name="T13" fmla="*/ 9 h 19"/>
                <a:gd name="T14" fmla="*/ 88 w 94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19">
                  <a:moveTo>
                    <a:pt x="88" y="0"/>
                  </a:moveTo>
                  <a:lnTo>
                    <a:pt x="88" y="0"/>
                  </a:lnTo>
                  <a:lnTo>
                    <a:pt x="6" y="0"/>
                  </a:lnTo>
                  <a:cubicBezTo>
                    <a:pt x="3" y="0"/>
                    <a:pt x="0" y="4"/>
                    <a:pt x="0" y="9"/>
                  </a:cubicBezTo>
                  <a:cubicBezTo>
                    <a:pt x="0" y="14"/>
                    <a:pt x="3" y="19"/>
                    <a:pt x="6" y="19"/>
                  </a:cubicBezTo>
                  <a:lnTo>
                    <a:pt x="88" y="19"/>
                  </a:lnTo>
                  <a:cubicBezTo>
                    <a:pt x="91" y="19"/>
                    <a:pt x="94" y="14"/>
                    <a:pt x="94" y="9"/>
                  </a:cubicBezTo>
                  <a:cubicBezTo>
                    <a:pt x="94" y="4"/>
                    <a:pt x="91" y="0"/>
                    <a:pt x="8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46" name="Freeform 52"/>
            <p:cNvSpPr>
              <a:spLocks/>
            </p:cNvSpPr>
            <p:nvPr/>
          </p:nvSpPr>
          <p:spPr bwMode="auto">
            <a:xfrm>
              <a:off x="1762125" y="1214438"/>
              <a:ext cx="79375" cy="15875"/>
            </a:xfrm>
            <a:custGeom>
              <a:avLst/>
              <a:gdLst>
                <a:gd name="T0" fmla="*/ 88 w 94"/>
                <a:gd name="T1" fmla="*/ 0 h 19"/>
                <a:gd name="T2" fmla="*/ 88 w 94"/>
                <a:gd name="T3" fmla="*/ 0 h 19"/>
                <a:gd name="T4" fmla="*/ 6 w 94"/>
                <a:gd name="T5" fmla="*/ 0 h 19"/>
                <a:gd name="T6" fmla="*/ 0 w 94"/>
                <a:gd name="T7" fmla="*/ 9 h 19"/>
                <a:gd name="T8" fmla="*/ 6 w 94"/>
                <a:gd name="T9" fmla="*/ 19 h 19"/>
                <a:gd name="T10" fmla="*/ 88 w 94"/>
                <a:gd name="T11" fmla="*/ 19 h 19"/>
                <a:gd name="T12" fmla="*/ 94 w 94"/>
                <a:gd name="T13" fmla="*/ 9 h 19"/>
                <a:gd name="T14" fmla="*/ 88 w 94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19">
                  <a:moveTo>
                    <a:pt x="88" y="0"/>
                  </a:moveTo>
                  <a:lnTo>
                    <a:pt x="88" y="0"/>
                  </a:lnTo>
                  <a:lnTo>
                    <a:pt x="6" y="0"/>
                  </a:lnTo>
                  <a:cubicBezTo>
                    <a:pt x="3" y="0"/>
                    <a:pt x="0" y="4"/>
                    <a:pt x="0" y="9"/>
                  </a:cubicBezTo>
                  <a:cubicBezTo>
                    <a:pt x="0" y="14"/>
                    <a:pt x="3" y="19"/>
                    <a:pt x="6" y="19"/>
                  </a:cubicBezTo>
                  <a:lnTo>
                    <a:pt x="88" y="19"/>
                  </a:lnTo>
                  <a:cubicBezTo>
                    <a:pt x="91" y="19"/>
                    <a:pt x="94" y="14"/>
                    <a:pt x="94" y="9"/>
                  </a:cubicBezTo>
                  <a:cubicBezTo>
                    <a:pt x="94" y="4"/>
                    <a:pt x="91" y="0"/>
                    <a:pt x="8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组合 18649"/>
          <p:cNvGrpSpPr/>
          <p:nvPr/>
        </p:nvGrpSpPr>
        <p:grpSpPr>
          <a:xfrm>
            <a:off x="3547515" y="4768278"/>
            <a:ext cx="743123" cy="552579"/>
            <a:chOff x="1320800" y="873125"/>
            <a:chExt cx="557213" cy="414338"/>
          </a:xfrm>
          <a:solidFill>
            <a:srgbClr val="02CCCC"/>
          </a:solidFill>
        </p:grpSpPr>
        <p:sp>
          <p:nvSpPr>
            <p:cNvPr id="48" name="Freeform 26"/>
            <p:cNvSpPr>
              <a:spLocks noEditPoints="1"/>
            </p:cNvSpPr>
            <p:nvPr/>
          </p:nvSpPr>
          <p:spPr bwMode="auto">
            <a:xfrm>
              <a:off x="1725613" y="893763"/>
              <a:ext cx="152400" cy="373063"/>
            </a:xfrm>
            <a:custGeom>
              <a:avLst/>
              <a:gdLst>
                <a:gd name="T0" fmla="*/ 156 w 180"/>
                <a:gd name="T1" fmla="*/ 122 h 438"/>
                <a:gd name="T2" fmla="*/ 156 w 180"/>
                <a:gd name="T3" fmla="*/ 122 h 438"/>
                <a:gd name="T4" fmla="*/ 24 w 180"/>
                <a:gd name="T5" fmla="*/ 122 h 438"/>
                <a:gd name="T6" fmla="*/ 24 w 180"/>
                <a:gd name="T7" fmla="*/ 24 h 438"/>
                <a:gd name="T8" fmla="*/ 156 w 180"/>
                <a:gd name="T9" fmla="*/ 24 h 438"/>
                <a:gd name="T10" fmla="*/ 156 w 180"/>
                <a:gd name="T11" fmla="*/ 122 h 438"/>
                <a:gd name="T12" fmla="*/ 24 w 180"/>
                <a:gd name="T13" fmla="*/ 127 h 438"/>
                <a:gd name="T14" fmla="*/ 24 w 180"/>
                <a:gd name="T15" fmla="*/ 127 h 438"/>
                <a:gd name="T16" fmla="*/ 156 w 180"/>
                <a:gd name="T17" fmla="*/ 127 h 438"/>
                <a:gd name="T18" fmla="*/ 156 w 180"/>
                <a:gd name="T19" fmla="*/ 212 h 438"/>
                <a:gd name="T20" fmla="*/ 24 w 180"/>
                <a:gd name="T21" fmla="*/ 212 h 438"/>
                <a:gd name="T22" fmla="*/ 24 w 180"/>
                <a:gd name="T23" fmla="*/ 127 h 438"/>
                <a:gd name="T24" fmla="*/ 156 w 180"/>
                <a:gd name="T25" fmla="*/ 305 h 438"/>
                <a:gd name="T26" fmla="*/ 156 w 180"/>
                <a:gd name="T27" fmla="*/ 305 h 438"/>
                <a:gd name="T28" fmla="*/ 24 w 180"/>
                <a:gd name="T29" fmla="*/ 305 h 438"/>
                <a:gd name="T30" fmla="*/ 24 w 180"/>
                <a:gd name="T31" fmla="*/ 217 h 438"/>
                <a:gd name="T32" fmla="*/ 156 w 180"/>
                <a:gd name="T33" fmla="*/ 217 h 438"/>
                <a:gd name="T34" fmla="*/ 156 w 180"/>
                <a:gd name="T35" fmla="*/ 305 h 438"/>
                <a:gd name="T36" fmla="*/ 24 w 180"/>
                <a:gd name="T37" fmla="*/ 310 h 438"/>
                <a:gd name="T38" fmla="*/ 24 w 180"/>
                <a:gd name="T39" fmla="*/ 310 h 438"/>
                <a:gd name="T40" fmla="*/ 156 w 180"/>
                <a:gd name="T41" fmla="*/ 310 h 438"/>
                <a:gd name="T42" fmla="*/ 156 w 180"/>
                <a:gd name="T43" fmla="*/ 413 h 438"/>
                <a:gd name="T44" fmla="*/ 24 w 180"/>
                <a:gd name="T45" fmla="*/ 413 h 438"/>
                <a:gd name="T46" fmla="*/ 24 w 180"/>
                <a:gd name="T47" fmla="*/ 310 h 438"/>
                <a:gd name="T48" fmla="*/ 12 w 180"/>
                <a:gd name="T49" fmla="*/ 438 h 438"/>
                <a:gd name="T50" fmla="*/ 12 w 180"/>
                <a:gd name="T51" fmla="*/ 438 h 438"/>
                <a:gd name="T52" fmla="*/ 168 w 180"/>
                <a:gd name="T53" fmla="*/ 438 h 438"/>
                <a:gd name="T54" fmla="*/ 180 w 180"/>
                <a:gd name="T55" fmla="*/ 425 h 438"/>
                <a:gd name="T56" fmla="*/ 180 w 180"/>
                <a:gd name="T57" fmla="*/ 12 h 438"/>
                <a:gd name="T58" fmla="*/ 168 w 180"/>
                <a:gd name="T59" fmla="*/ 0 h 438"/>
                <a:gd name="T60" fmla="*/ 12 w 180"/>
                <a:gd name="T61" fmla="*/ 0 h 438"/>
                <a:gd name="T62" fmla="*/ 0 w 180"/>
                <a:gd name="T63" fmla="*/ 12 h 438"/>
                <a:gd name="T64" fmla="*/ 0 w 180"/>
                <a:gd name="T65" fmla="*/ 425 h 438"/>
                <a:gd name="T66" fmla="*/ 12 w 180"/>
                <a:gd name="T67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0" h="438">
                  <a:moveTo>
                    <a:pt x="156" y="122"/>
                  </a:moveTo>
                  <a:lnTo>
                    <a:pt x="156" y="122"/>
                  </a:lnTo>
                  <a:lnTo>
                    <a:pt x="24" y="122"/>
                  </a:lnTo>
                  <a:lnTo>
                    <a:pt x="24" y="24"/>
                  </a:lnTo>
                  <a:lnTo>
                    <a:pt x="156" y="24"/>
                  </a:lnTo>
                  <a:lnTo>
                    <a:pt x="156" y="122"/>
                  </a:lnTo>
                  <a:close/>
                  <a:moveTo>
                    <a:pt x="24" y="127"/>
                  </a:moveTo>
                  <a:lnTo>
                    <a:pt x="24" y="127"/>
                  </a:lnTo>
                  <a:lnTo>
                    <a:pt x="156" y="127"/>
                  </a:lnTo>
                  <a:lnTo>
                    <a:pt x="156" y="212"/>
                  </a:lnTo>
                  <a:lnTo>
                    <a:pt x="24" y="212"/>
                  </a:lnTo>
                  <a:lnTo>
                    <a:pt x="24" y="127"/>
                  </a:lnTo>
                  <a:close/>
                  <a:moveTo>
                    <a:pt x="156" y="305"/>
                  </a:moveTo>
                  <a:lnTo>
                    <a:pt x="156" y="305"/>
                  </a:lnTo>
                  <a:lnTo>
                    <a:pt x="24" y="305"/>
                  </a:lnTo>
                  <a:lnTo>
                    <a:pt x="24" y="217"/>
                  </a:lnTo>
                  <a:lnTo>
                    <a:pt x="156" y="217"/>
                  </a:lnTo>
                  <a:lnTo>
                    <a:pt x="156" y="305"/>
                  </a:lnTo>
                  <a:close/>
                  <a:moveTo>
                    <a:pt x="24" y="310"/>
                  </a:moveTo>
                  <a:lnTo>
                    <a:pt x="24" y="310"/>
                  </a:lnTo>
                  <a:lnTo>
                    <a:pt x="156" y="310"/>
                  </a:lnTo>
                  <a:lnTo>
                    <a:pt x="156" y="413"/>
                  </a:lnTo>
                  <a:lnTo>
                    <a:pt x="24" y="413"/>
                  </a:lnTo>
                  <a:lnTo>
                    <a:pt x="24" y="310"/>
                  </a:lnTo>
                  <a:close/>
                  <a:moveTo>
                    <a:pt x="12" y="438"/>
                  </a:moveTo>
                  <a:lnTo>
                    <a:pt x="12" y="438"/>
                  </a:lnTo>
                  <a:lnTo>
                    <a:pt x="168" y="438"/>
                  </a:lnTo>
                  <a:cubicBezTo>
                    <a:pt x="175" y="438"/>
                    <a:pt x="180" y="432"/>
                    <a:pt x="180" y="425"/>
                  </a:cubicBezTo>
                  <a:lnTo>
                    <a:pt x="180" y="12"/>
                  </a:lnTo>
                  <a:cubicBezTo>
                    <a:pt x="180" y="5"/>
                    <a:pt x="175" y="0"/>
                    <a:pt x="168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2"/>
                  </a:cubicBezTo>
                  <a:lnTo>
                    <a:pt x="0" y="425"/>
                  </a:lnTo>
                  <a:cubicBezTo>
                    <a:pt x="0" y="432"/>
                    <a:pt x="5" y="438"/>
                    <a:pt x="12" y="43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49" name="Freeform 27"/>
            <p:cNvSpPr>
              <a:spLocks noEditPoints="1"/>
            </p:cNvSpPr>
            <p:nvPr/>
          </p:nvSpPr>
          <p:spPr bwMode="auto">
            <a:xfrm>
              <a:off x="1757363" y="933450"/>
              <a:ext cx="88900" cy="47625"/>
            </a:xfrm>
            <a:custGeom>
              <a:avLst/>
              <a:gdLst>
                <a:gd name="T0" fmla="*/ 9 w 104"/>
                <a:gd name="T1" fmla="*/ 13 h 55"/>
                <a:gd name="T2" fmla="*/ 9 w 104"/>
                <a:gd name="T3" fmla="*/ 13 h 55"/>
                <a:gd name="T4" fmla="*/ 10 w 104"/>
                <a:gd name="T5" fmla="*/ 10 h 55"/>
                <a:gd name="T6" fmla="*/ 93 w 104"/>
                <a:gd name="T7" fmla="*/ 10 h 55"/>
                <a:gd name="T8" fmla="*/ 94 w 104"/>
                <a:gd name="T9" fmla="*/ 13 h 55"/>
                <a:gd name="T10" fmla="*/ 94 w 104"/>
                <a:gd name="T11" fmla="*/ 42 h 55"/>
                <a:gd name="T12" fmla="*/ 93 w 104"/>
                <a:gd name="T13" fmla="*/ 45 h 55"/>
                <a:gd name="T14" fmla="*/ 11 w 104"/>
                <a:gd name="T15" fmla="*/ 45 h 55"/>
                <a:gd name="T16" fmla="*/ 9 w 104"/>
                <a:gd name="T17" fmla="*/ 42 h 55"/>
                <a:gd name="T18" fmla="*/ 9 w 104"/>
                <a:gd name="T19" fmla="*/ 13 h 55"/>
                <a:gd name="T20" fmla="*/ 10 w 104"/>
                <a:gd name="T21" fmla="*/ 55 h 55"/>
                <a:gd name="T22" fmla="*/ 10 w 104"/>
                <a:gd name="T23" fmla="*/ 55 h 55"/>
                <a:gd name="T24" fmla="*/ 93 w 104"/>
                <a:gd name="T25" fmla="*/ 55 h 55"/>
                <a:gd name="T26" fmla="*/ 104 w 104"/>
                <a:gd name="T27" fmla="*/ 42 h 55"/>
                <a:gd name="T28" fmla="*/ 104 w 104"/>
                <a:gd name="T29" fmla="*/ 13 h 55"/>
                <a:gd name="T30" fmla="*/ 93 w 104"/>
                <a:gd name="T31" fmla="*/ 0 h 55"/>
                <a:gd name="T32" fmla="*/ 10 w 104"/>
                <a:gd name="T33" fmla="*/ 0 h 55"/>
                <a:gd name="T34" fmla="*/ 0 w 104"/>
                <a:gd name="T35" fmla="*/ 13 h 55"/>
                <a:gd name="T36" fmla="*/ 0 w 104"/>
                <a:gd name="T37" fmla="*/ 42 h 55"/>
                <a:gd name="T38" fmla="*/ 10 w 104"/>
                <a:gd name="T3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4" h="55">
                  <a:moveTo>
                    <a:pt x="9" y="13"/>
                  </a:moveTo>
                  <a:lnTo>
                    <a:pt x="9" y="13"/>
                  </a:lnTo>
                  <a:cubicBezTo>
                    <a:pt x="9" y="11"/>
                    <a:pt x="10" y="10"/>
                    <a:pt x="10" y="10"/>
                  </a:cubicBezTo>
                  <a:lnTo>
                    <a:pt x="93" y="10"/>
                  </a:lnTo>
                  <a:cubicBezTo>
                    <a:pt x="94" y="10"/>
                    <a:pt x="94" y="11"/>
                    <a:pt x="94" y="13"/>
                  </a:cubicBezTo>
                  <a:lnTo>
                    <a:pt x="94" y="42"/>
                  </a:lnTo>
                  <a:cubicBezTo>
                    <a:pt x="94" y="44"/>
                    <a:pt x="94" y="45"/>
                    <a:pt x="93" y="45"/>
                  </a:cubicBezTo>
                  <a:lnTo>
                    <a:pt x="11" y="45"/>
                  </a:lnTo>
                  <a:cubicBezTo>
                    <a:pt x="10" y="45"/>
                    <a:pt x="9" y="44"/>
                    <a:pt x="9" y="42"/>
                  </a:cubicBezTo>
                  <a:lnTo>
                    <a:pt x="9" y="13"/>
                  </a:lnTo>
                  <a:close/>
                  <a:moveTo>
                    <a:pt x="10" y="55"/>
                  </a:moveTo>
                  <a:lnTo>
                    <a:pt x="10" y="55"/>
                  </a:lnTo>
                  <a:lnTo>
                    <a:pt x="93" y="55"/>
                  </a:lnTo>
                  <a:cubicBezTo>
                    <a:pt x="100" y="55"/>
                    <a:pt x="104" y="49"/>
                    <a:pt x="104" y="42"/>
                  </a:cubicBezTo>
                  <a:lnTo>
                    <a:pt x="104" y="13"/>
                  </a:lnTo>
                  <a:cubicBezTo>
                    <a:pt x="104" y="6"/>
                    <a:pt x="100" y="0"/>
                    <a:pt x="93" y="0"/>
                  </a:cubicBezTo>
                  <a:lnTo>
                    <a:pt x="10" y="0"/>
                  </a:lnTo>
                  <a:cubicBezTo>
                    <a:pt x="4" y="0"/>
                    <a:pt x="0" y="6"/>
                    <a:pt x="0" y="13"/>
                  </a:cubicBezTo>
                  <a:lnTo>
                    <a:pt x="0" y="42"/>
                  </a:lnTo>
                  <a:cubicBezTo>
                    <a:pt x="0" y="49"/>
                    <a:pt x="4" y="55"/>
                    <a:pt x="10" y="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0" name="Freeform 28"/>
            <p:cNvSpPr>
              <a:spLocks noEditPoints="1"/>
            </p:cNvSpPr>
            <p:nvPr/>
          </p:nvSpPr>
          <p:spPr bwMode="auto">
            <a:xfrm>
              <a:off x="1757363" y="1014413"/>
              <a:ext cx="88900" cy="47625"/>
            </a:xfrm>
            <a:custGeom>
              <a:avLst/>
              <a:gdLst>
                <a:gd name="T0" fmla="*/ 94 w 104"/>
                <a:gd name="T1" fmla="*/ 43 h 55"/>
                <a:gd name="T2" fmla="*/ 94 w 104"/>
                <a:gd name="T3" fmla="*/ 43 h 55"/>
                <a:gd name="T4" fmla="*/ 93 w 104"/>
                <a:gd name="T5" fmla="*/ 46 h 55"/>
                <a:gd name="T6" fmla="*/ 11 w 104"/>
                <a:gd name="T7" fmla="*/ 46 h 55"/>
                <a:gd name="T8" fmla="*/ 9 w 104"/>
                <a:gd name="T9" fmla="*/ 43 h 55"/>
                <a:gd name="T10" fmla="*/ 9 w 104"/>
                <a:gd name="T11" fmla="*/ 13 h 55"/>
                <a:gd name="T12" fmla="*/ 10 w 104"/>
                <a:gd name="T13" fmla="*/ 10 h 55"/>
                <a:gd name="T14" fmla="*/ 93 w 104"/>
                <a:gd name="T15" fmla="*/ 10 h 55"/>
                <a:gd name="T16" fmla="*/ 94 w 104"/>
                <a:gd name="T17" fmla="*/ 13 h 55"/>
                <a:gd name="T18" fmla="*/ 94 w 104"/>
                <a:gd name="T19" fmla="*/ 43 h 55"/>
                <a:gd name="T20" fmla="*/ 93 w 104"/>
                <a:gd name="T21" fmla="*/ 0 h 55"/>
                <a:gd name="T22" fmla="*/ 93 w 104"/>
                <a:gd name="T23" fmla="*/ 0 h 55"/>
                <a:gd name="T24" fmla="*/ 10 w 104"/>
                <a:gd name="T25" fmla="*/ 0 h 55"/>
                <a:gd name="T26" fmla="*/ 0 w 104"/>
                <a:gd name="T27" fmla="*/ 13 h 55"/>
                <a:gd name="T28" fmla="*/ 0 w 104"/>
                <a:gd name="T29" fmla="*/ 43 h 55"/>
                <a:gd name="T30" fmla="*/ 10 w 104"/>
                <a:gd name="T31" fmla="*/ 55 h 55"/>
                <a:gd name="T32" fmla="*/ 93 w 104"/>
                <a:gd name="T33" fmla="*/ 55 h 55"/>
                <a:gd name="T34" fmla="*/ 104 w 104"/>
                <a:gd name="T35" fmla="*/ 43 h 55"/>
                <a:gd name="T36" fmla="*/ 104 w 104"/>
                <a:gd name="T37" fmla="*/ 13 h 55"/>
                <a:gd name="T38" fmla="*/ 93 w 104"/>
                <a:gd name="T3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4" h="55">
                  <a:moveTo>
                    <a:pt x="94" y="43"/>
                  </a:moveTo>
                  <a:lnTo>
                    <a:pt x="94" y="43"/>
                  </a:lnTo>
                  <a:cubicBezTo>
                    <a:pt x="94" y="44"/>
                    <a:pt x="94" y="45"/>
                    <a:pt x="93" y="46"/>
                  </a:cubicBezTo>
                  <a:lnTo>
                    <a:pt x="11" y="46"/>
                  </a:lnTo>
                  <a:cubicBezTo>
                    <a:pt x="10" y="46"/>
                    <a:pt x="9" y="44"/>
                    <a:pt x="9" y="43"/>
                  </a:cubicBezTo>
                  <a:lnTo>
                    <a:pt x="9" y="13"/>
                  </a:lnTo>
                  <a:cubicBezTo>
                    <a:pt x="9" y="12"/>
                    <a:pt x="10" y="10"/>
                    <a:pt x="10" y="10"/>
                  </a:cubicBezTo>
                  <a:lnTo>
                    <a:pt x="93" y="10"/>
                  </a:lnTo>
                  <a:cubicBezTo>
                    <a:pt x="94" y="10"/>
                    <a:pt x="94" y="12"/>
                    <a:pt x="94" y="13"/>
                  </a:cubicBezTo>
                  <a:lnTo>
                    <a:pt x="94" y="43"/>
                  </a:lnTo>
                  <a:close/>
                  <a:moveTo>
                    <a:pt x="93" y="0"/>
                  </a:moveTo>
                  <a:lnTo>
                    <a:pt x="93" y="0"/>
                  </a:lnTo>
                  <a:lnTo>
                    <a:pt x="10" y="0"/>
                  </a:lnTo>
                  <a:cubicBezTo>
                    <a:pt x="4" y="0"/>
                    <a:pt x="0" y="6"/>
                    <a:pt x="0" y="13"/>
                  </a:cubicBezTo>
                  <a:lnTo>
                    <a:pt x="0" y="43"/>
                  </a:lnTo>
                  <a:cubicBezTo>
                    <a:pt x="0" y="50"/>
                    <a:pt x="4" y="55"/>
                    <a:pt x="10" y="55"/>
                  </a:cubicBezTo>
                  <a:lnTo>
                    <a:pt x="93" y="55"/>
                  </a:lnTo>
                  <a:cubicBezTo>
                    <a:pt x="100" y="55"/>
                    <a:pt x="104" y="50"/>
                    <a:pt x="104" y="43"/>
                  </a:cubicBezTo>
                  <a:lnTo>
                    <a:pt x="104" y="13"/>
                  </a:lnTo>
                  <a:cubicBezTo>
                    <a:pt x="104" y="6"/>
                    <a:pt x="100" y="0"/>
                    <a:pt x="9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1" name="Freeform 29"/>
            <p:cNvSpPr>
              <a:spLocks noEditPoints="1"/>
            </p:cNvSpPr>
            <p:nvPr/>
          </p:nvSpPr>
          <p:spPr bwMode="auto">
            <a:xfrm>
              <a:off x="1757363" y="1090613"/>
              <a:ext cx="88900" cy="47625"/>
            </a:xfrm>
            <a:custGeom>
              <a:avLst/>
              <a:gdLst>
                <a:gd name="T0" fmla="*/ 9 w 104"/>
                <a:gd name="T1" fmla="*/ 13 h 55"/>
                <a:gd name="T2" fmla="*/ 9 w 104"/>
                <a:gd name="T3" fmla="*/ 13 h 55"/>
                <a:gd name="T4" fmla="*/ 10 w 104"/>
                <a:gd name="T5" fmla="*/ 10 h 55"/>
                <a:gd name="T6" fmla="*/ 93 w 104"/>
                <a:gd name="T7" fmla="*/ 10 h 55"/>
                <a:gd name="T8" fmla="*/ 94 w 104"/>
                <a:gd name="T9" fmla="*/ 13 h 55"/>
                <a:gd name="T10" fmla="*/ 94 w 104"/>
                <a:gd name="T11" fmla="*/ 42 h 55"/>
                <a:gd name="T12" fmla="*/ 93 w 104"/>
                <a:gd name="T13" fmla="*/ 45 h 55"/>
                <a:gd name="T14" fmla="*/ 11 w 104"/>
                <a:gd name="T15" fmla="*/ 45 h 55"/>
                <a:gd name="T16" fmla="*/ 9 w 104"/>
                <a:gd name="T17" fmla="*/ 42 h 55"/>
                <a:gd name="T18" fmla="*/ 9 w 104"/>
                <a:gd name="T19" fmla="*/ 13 h 55"/>
                <a:gd name="T20" fmla="*/ 10 w 104"/>
                <a:gd name="T21" fmla="*/ 55 h 55"/>
                <a:gd name="T22" fmla="*/ 10 w 104"/>
                <a:gd name="T23" fmla="*/ 55 h 55"/>
                <a:gd name="T24" fmla="*/ 93 w 104"/>
                <a:gd name="T25" fmla="*/ 55 h 55"/>
                <a:gd name="T26" fmla="*/ 104 w 104"/>
                <a:gd name="T27" fmla="*/ 42 h 55"/>
                <a:gd name="T28" fmla="*/ 104 w 104"/>
                <a:gd name="T29" fmla="*/ 13 h 55"/>
                <a:gd name="T30" fmla="*/ 93 w 104"/>
                <a:gd name="T31" fmla="*/ 0 h 55"/>
                <a:gd name="T32" fmla="*/ 10 w 104"/>
                <a:gd name="T33" fmla="*/ 0 h 55"/>
                <a:gd name="T34" fmla="*/ 0 w 104"/>
                <a:gd name="T35" fmla="*/ 13 h 55"/>
                <a:gd name="T36" fmla="*/ 0 w 104"/>
                <a:gd name="T37" fmla="*/ 42 h 55"/>
                <a:gd name="T38" fmla="*/ 10 w 104"/>
                <a:gd name="T3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4" h="55">
                  <a:moveTo>
                    <a:pt x="9" y="13"/>
                  </a:moveTo>
                  <a:lnTo>
                    <a:pt x="9" y="13"/>
                  </a:lnTo>
                  <a:cubicBezTo>
                    <a:pt x="9" y="11"/>
                    <a:pt x="10" y="10"/>
                    <a:pt x="10" y="10"/>
                  </a:cubicBezTo>
                  <a:lnTo>
                    <a:pt x="93" y="10"/>
                  </a:lnTo>
                  <a:cubicBezTo>
                    <a:pt x="94" y="10"/>
                    <a:pt x="94" y="11"/>
                    <a:pt x="94" y="13"/>
                  </a:cubicBezTo>
                  <a:lnTo>
                    <a:pt x="94" y="42"/>
                  </a:lnTo>
                  <a:cubicBezTo>
                    <a:pt x="94" y="44"/>
                    <a:pt x="94" y="45"/>
                    <a:pt x="93" y="45"/>
                  </a:cubicBezTo>
                  <a:lnTo>
                    <a:pt x="11" y="45"/>
                  </a:lnTo>
                  <a:cubicBezTo>
                    <a:pt x="10" y="45"/>
                    <a:pt x="9" y="44"/>
                    <a:pt x="9" y="42"/>
                  </a:cubicBezTo>
                  <a:lnTo>
                    <a:pt x="9" y="13"/>
                  </a:lnTo>
                  <a:close/>
                  <a:moveTo>
                    <a:pt x="10" y="55"/>
                  </a:moveTo>
                  <a:lnTo>
                    <a:pt x="10" y="55"/>
                  </a:lnTo>
                  <a:lnTo>
                    <a:pt x="93" y="55"/>
                  </a:lnTo>
                  <a:cubicBezTo>
                    <a:pt x="100" y="55"/>
                    <a:pt x="104" y="49"/>
                    <a:pt x="104" y="42"/>
                  </a:cubicBezTo>
                  <a:lnTo>
                    <a:pt x="104" y="13"/>
                  </a:lnTo>
                  <a:cubicBezTo>
                    <a:pt x="104" y="6"/>
                    <a:pt x="100" y="0"/>
                    <a:pt x="93" y="0"/>
                  </a:cubicBezTo>
                  <a:lnTo>
                    <a:pt x="10" y="0"/>
                  </a:lnTo>
                  <a:cubicBezTo>
                    <a:pt x="4" y="0"/>
                    <a:pt x="0" y="6"/>
                    <a:pt x="0" y="13"/>
                  </a:cubicBezTo>
                  <a:lnTo>
                    <a:pt x="0" y="42"/>
                  </a:lnTo>
                  <a:cubicBezTo>
                    <a:pt x="0" y="49"/>
                    <a:pt x="4" y="55"/>
                    <a:pt x="10" y="5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2" name="Freeform 30"/>
            <p:cNvSpPr>
              <a:spLocks noEditPoints="1"/>
            </p:cNvSpPr>
            <p:nvPr/>
          </p:nvSpPr>
          <p:spPr bwMode="auto">
            <a:xfrm>
              <a:off x="1320800" y="873125"/>
              <a:ext cx="374650" cy="414338"/>
            </a:xfrm>
            <a:custGeom>
              <a:avLst/>
              <a:gdLst>
                <a:gd name="T0" fmla="*/ 310 w 440"/>
                <a:gd name="T1" fmla="*/ 162 h 488"/>
                <a:gd name="T2" fmla="*/ 310 w 440"/>
                <a:gd name="T3" fmla="*/ 68 h 488"/>
                <a:gd name="T4" fmla="*/ 137 w 440"/>
                <a:gd name="T5" fmla="*/ 360 h 488"/>
                <a:gd name="T6" fmla="*/ 137 w 440"/>
                <a:gd name="T7" fmla="*/ 463 h 488"/>
                <a:gd name="T8" fmla="*/ 137 w 440"/>
                <a:gd name="T9" fmla="*/ 135 h 488"/>
                <a:gd name="T10" fmla="*/ 231 w 440"/>
                <a:gd name="T11" fmla="*/ 150 h 488"/>
                <a:gd name="T12" fmla="*/ 231 w 440"/>
                <a:gd name="T13" fmla="*/ 250 h 488"/>
                <a:gd name="T14" fmla="*/ 231 w 440"/>
                <a:gd name="T15" fmla="*/ 155 h 488"/>
                <a:gd name="T16" fmla="*/ 310 w 440"/>
                <a:gd name="T17" fmla="*/ 250 h 488"/>
                <a:gd name="T18" fmla="*/ 310 w 440"/>
                <a:gd name="T19" fmla="*/ 167 h 488"/>
                <a:gd name="T20" fmla="*/ 371 w 440"/>
                <a:gd name="T21" fmla="*/ 176 h 488"/>
                <a:gd name="T22" fmla="*/ 325 w 440"/>
                <a:gd name="T23" fmla="*/ 169 h 488"/>
                <a:gd name="T24" fmla="*/ 371 w 440"/>
                <a:gd name="T25" fmla="*/ 171 h 488"/>
                <a:gd name="T26" fmla="*/ 371 w 440"/>
                <a:gd name="T27" fmla="*/ 83 h 488"/>
                <a:gd name="T28" fmla="*/ 420 w 440"/>
                <a:gd name="T29" fmla="*/ 179 h 488"/>
                <a:gd name="T30" fmla="*/ 420 w 440"/>
                <a:gd name="T31" fmla="*/ 95 h 488"/>
                <a:gd name="T32" fmla="*/ 386 w 440"/>
                <a:gd name="T33" fmla="*/ 337 h 488"/>
                <a:gd name="T34" fmla="*/ 386 w 440"/>
                <a:gd name="T35" fmla="*/ 420 h 488"/>
                <a:gd name="T36" fmla="*/ 325 w 440"/>
                <a:gd name="T37" fmla="*/ 342 h 488"/>
                <a:gd name="T38" fmla="*/ 325 w 440"/>
                <a:gd name="T39" fmla="*/ 431 h 488"/>
                <a:gd name="T40" fmla="*/ 310 w 440"/>
                <a:gd name="T41" fmla="*/ 344 h 488"/>
                <a:gd name="T42" fmla="*/ 245 w 440"/>
                <a:gd name="T43" fmla="*/ 350 h 488"/>
                <a:gd name="T44" fmla="*/ 371 w 440"/>
                <a:gd name="T45" fmla="*/ 333 h 488"/>
                <a:gd name="T46" fmla="*/ 371 w 440"/>
                <a:gd name="T47" fmla="*/ 256 h 488"/>
                <a:gd name="T48" fmla="*/ 420 w 440"/>
                <a:gd name="T49" fmla="*/ 256 h 488"/>
                <a:gd name="T50" fmla="*/ 386 w 440"/>
                <a:gd name="T51" fmla="*/ 256 h 488"/>
                <a:gd name="T52" fmla="*/ 420 w 440"/>
                <a:gd name="T53" fmla="*/ 251 h 488"/>
                <a:gd name="T54" fmla="*/ 420 w 440"/>
                <a:gd name="T55" fmla="*/ 184 h 488"/>
                <a:gd name="T56" fmla="*/ 245 w 440"/>
                <a:gd name="T57" fmla="*/ 255 h 488"/>
                <a:gd name="T58" fmla="*/ 245 w 440"/>
                <a:gd name="T59" fmla="*/ 345 h 488"/>
                <a:gd name="T60" fmla="*/ 137 w 440"/>
                <a:gd name="T61" fmla="*/ 254 h 488"/>
                <a:gd name="T62" fmla="*/ 137 w 440"/>
                <a:gd name="T63" fmla="*/ 355 h 488"/>
                <a:gd name="T64" fmla="*/ 25 w 440"/>
                <a:gd name="T65" fmla="*/ 354 h 488"/>
                <a:gd name="T66" fmla="*/ 38 w 440"/>
                <a:gd name="T67" fmla="*/ 24 h 488"/>
                <a:gd name="T68" fmla="*/ 112 w 440"/>
                <a:gd name="T69" fmla="*/ 463 h 488"/>
                <a:gd name="T70" fmla="*/ 38 w 440"/>
                <a:gd name="T71" fmla="*/ 425 h 488"/>
                <a:gd name="T72" fmla="*/ 0 w 440"/>
                <a:gd name="T73" fmla="*/ 403 h 488"/>
                <a:gd name="T74" fmla="*/ 25 w 440"/>
                <a:gd name="T75" fmla="*/ 488 h 488"/>
                <a:gd name="T76" fmla="*/ 132 w 440"/>
                <a:gd name="T77" fmla="*/ 488 h 488"/>
                <a:gd name="T78" fmla="*/ 432 w 440"/>
                <a:gd name="T79" fmla="*/ 436 h 488"/>
                <a:gd name="T80" fmla="*/ 436 w 440"/>
                <a:gd name="T81" fmla="*/ 78 h 488"/>
                <a:gd name="T82" fmla="*/ 245 w 440"/>
                <a:gd name="T83" fmla="*/ 26 h 488"/>
                <a:gd name="T84" fmla="*/ 132 w 440"/>
                <a:gd name="T85" fmla="*/ 0 h 488"/>
                <a:gd name="T86" fmla="*/ 13 w 440"/>
                <a:gd name="T87" fmla="*/ 306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0" h="488">
                  <a:moveTo>
                    <a:pt x="310" y="68"/>
                  </a:moveTo>
                  <a:lnTo>
                    <a:pt x="310" y="68"/>
                  </a:lnTo>
                  <a:lnTo>
                    <a:pt x="310" y="162"/>
                  </a:lnTo>
                  <a:lnTo>
                    <a:pt x="245" y="152"/>
                  </a:lnTo>
                  <a:lnTo>
                    <a:pt x="245" y="52"/>
                  </a:lnTo>
                  <a:lnTo>
                    <a:pt x="310" y="68"/>
                  </a:lnTo>
                  <a:close/>
                  <a:moveTo>
                    <a:pt x="137" y="463"/>
                  </a:moveTo>
                  <a:lnTo>
                    <a:pt x="137" y="463"/>
                  </a:lnTo>
                  <a:lnTo>
                    <a:pt x="137" y="360"/>
                  </a:lnTo>
                  <a:lnTo>
                    <a:pt x="231" y="351"/>
                  </a:lnTo>
                  <a:lnTo>
                    <a:pt x="231" y="447"/>
                  </a:lnTo>
                  <a:lnTo>
                    <a:pt x="137" y="463"/>
                  </a:lnTo>
                  <a:lnTo>
                    <a:pt x="137" y="463"/>
                  </a:lnTo>
                  <a:close/>
                  <a:moveTo>
                    <a:pt x="137" y="135"/>
                  </a:moveTo>
                  <a:lnTo>
                    <a:pt x="137" y="135"/>
                  </a:lnTo>
                  <a:lnTo>
                    <a:pt x="137" y="26"/>
                  </a:lnTo>
                  <a:lnTo>
                    <a:pt x="231" y="49"/>
                  </a:lnTo>
                  <a:lnTo>
                    <a:pt x="231" y="150"/>
                  </a:lnTo>
                  <a:lnTo>
                    <a:pt x="137" y="135"/>
                  </a:lnTo>
                  <a:close/>
                  <a:moveTo>
                    <a:pt x="231" y="250"/>
                  </a:moveTo>
                  <a:lnTo>
                    <a:pt x="231" y="250"/>
                  </a:lnTo>
                  <a:lnTo>
                    <a:pt x="137" y="249"/>
                  </a:lnTo>
                  <a:lnTo>
                    <a:pt x="137" y="140"/>
                  </a:lnTo>
                  <a:lnTo>
                    <a:pt x="231" y="155"/>
                  </a:lnTo>
                  <a:lnTo>
                    <a:pt x="231" y="250"/>
                  </a:lnTo>
                  <a:close/>
                  <a:moveTo>
                    <a:pt x="310" y="250"/>
                  </a:moveTo>
                  <a:lnTo>
                    <a:pt x="310" y="250"/>
                  </a:lnTo>
                  <a:lnTo>
                    <a:pt x="245" y="250"/>
                  </a:lnTo>
                  <a:lnTo>
                    <a:pt x="245" y="157"/>
                  </a:lnTo>
                  <a:lnTo>
                    <a:pt x="310" y="167"/>
                  </a:lnTo>
                  <a:lnTo>
                    <a:pt x="310" y="250"/>
                  </a:lnTo>
                  <a:close/>
                  <a:moveTo>
                    <a:pt x="371" y="176"/>
                  </a:moveTo>
                  <a:lnTo>
                    <a:pt x="371" y="176"/>
                  </a:lnTo>
                  <a:lnTo>
                    <a:pt x="371" y="251"/>
                  </a:lnTo>
                  <a:lnTo>
                    <a:pt x="325" y="250"/>
                  </a:lnTo>
                  <a:lnTo>
                    <a:pt x="325" y="169"/>
                  </a:lnTo>
                  <a:lnTo>
                    <a:pt x="371" y="176"/>
                  </a:lnTo>
                  <a:close/>
                  <a:moveTo>
                    <a:pt x="371" y="171"/>
                  </a:moveTo>
                  <a:lnTo>
                    <a:pt x="371" y="171"/>
                  </a:lnTo>
                  <a:lnTo>
                    <a:pt x="325" y="164"/>
                  </a:lnTo>
                  <a:lnTo>
                    <a:pt x="325" y="72"/>
                  </a:lnTo>
                  <a:lnTo>
                    <a:pt x="371" y="83"/>
                  </a:lnTo>
                  <a:lnTo>
                    <a:pt x="371" y="171"/>
                  </a:lnTo>
                  <a:close/>
                  <a:moveTo>
                    <a:pt x="420" y="179"/>
                  </a:moveTo>
                  <a:lnTo>
                    <a:pt x="420" y="179"/>
                  </a:lnTo>
                  <a:lnTo>
                    <a:pt x="386" y="174"/>
                  </a:lnTo>
                  <a:lnTo>
                    <a:pt x="386" y="87"/>
                  </a:lnTo>
                  <a:lnTo>
                    <a:pt x="420" y="95"/>
                  </a:lnTo>
                  <a:lnTo>
                    <a:pt x="420" y="179"/>
                  </a:lnTo>
                  <a:close/>
                  <a:moveTo>
                    <a:pt x="386" y="337"/>
                  </a:moveTo>
                  <a:lnTo>
                    <a:pt x="386" y="337"/>
                  </a:lnTo>
                  <a:lnTo>
                    <a:pt x="420" y="334"/>
                  </a:lnTo>
                  <a:lnTo>
                    <a:pt x="420" y="414"/>
                  </a:lnTo>
                  <a:lnTo>
                    <a:pt x="386" y="420"/>
                  </a:lnTo>
                  <a:lnTo>
                    <a:pt x="386" y="337"/>
                  </a:lnTo>
                  <a:close/>
                  <a:moveTo>
                    <a:pt x="325" y="342"/>
                  </a:moveTo>
                  <a:lnTo>
                    <a:pt x="325" y="342"/>
                  </a:lnTo>
                  <a:lnTo>
                    <a:pt x="371" y="338"/>
                  </a:lnTo>
                  <a:lnTo>
                    <a:pt x="371" y="423"/>
                  </a:lnTo>
                  <a:lnTo>
                    <a:pt x="325" y="431"/>
                  </a:lnTo>
                  <a:lnTo>
                    <a:pt x="325" y="342"/>
                  </a:lnTo>
                  <a:close/>
                  <a:moveTo>
                    <a:pt x="310" y="344"/>
                  </a:moveTo>
                  <a:lnTo>
                    <a:pt x="310" y="344"/>
                  </a:lnTo>
                  <a:lnTo>
                    <a:pt x="310" y="433"/>
                  </a:lnTo>
                  <a:lnTo>
                    <a:pt x="245" y="444"/>
                  </a:lnTo>
                  <a:lnTo>
                    <a:pt x="245" y="350"/>
                  </a:lnTo>
                  <a:lnTo>
                    <a:pt x="310" y="344"/>
                  </a:lnTo>
                  <a:close/>
                  <a:moveTo>
                    <a:pt x="371" y="333"/>
                  </a:moveTo>
                  <a:lnTo>
                    <a:pt x="371" y="333"/>
                  </a:lnTo>
                  <a:lnTo>
                    <a:pt x="325" y="338"/>
                  </a:lnTo>
                  <a:lnTo>
                    <a:pt x="325" y="255"/>
                  </a:lnTo>
                  <a:lnTo>
                    <a:pt x="371" y="256"/>
                  </a:lnTo>
                  <a:lnTo>
                    <a:pt x="371" y="333"/>
                  </a:lnTo>
                  <a:close/>
                  <a:moveTo>
                    <a:pt x="420" y="256"/>
                  </a:moveTo>
                  <a:lnTo>
                    <a:pt x="420" y="256"/>
                  </a:lnTo>
                  <a:lnTo>
                    <a:pt x="420" y="329"/>
                  </a:lnTo>
                  <a:lnTo>
                    <a:pt x="386" y="332"/>
                  </a:lnTo>
                  <a:lnTo>
                    <a:pt x="386" y="256"/>
                  </a:lnTo>
                  <a:lnTo>
                    <a:pt x="420" y="256"/>
                  </a:lnTo>
                  <a:close/>
                  <a:moveTo>
                    <a:pt x="420" y="251"/>
                  </a:moveTo>
                  <a:lnTo>
                    <a:pt x="420" y="251"/>
                  </a:lnTo>
                  <a:lnTo>
                    <a:pt x="386" y="251"/>
                  </a:lnTo>
                  <a:lnTo>
                    <a:pt x="386" y="179"/>
                  </a:lnTo>
                  <a:lnTo>
                    <a:pt x="420" y="184"/>
                  </a:lnTo>
                  <a:lnTo>
                    <a:pt x="420" y="251"/>
                  </a:lnTo>
                  <a:close/>
                  <a:moveTo>
                    <a:pt x="245" y="255"/>
                  </a:moveTo>
                  <a:lnTo>
                    <a:pt x="245" y="255"/>
                  </a:lnTo>
                  <a:lnTo>
                    <a:pt x="310" y="255"/>
                  </a:lnTo>
                  <a:lnTo>
                    <a:pt x="310" y="339"/>
                  </a:lnTo>
                  <a:lnTo>
                    <a:pt x="245" y="345"/>
                  </a:lnTo>
                  <a:lnTo>
                    <a:pt x="245" y="255"/>
                  </a:lnTo>
                  <a:close/>
                  <a:moveTo>
                    <a:pt x="137" y="254"/>
                  </a:moveTo>
                  <a:lnTo>
                    <a:pt x="137" y="254"/>
                  </a:lnTo>
                  <a:lnTo>
                    <a:pt x="231" y="255"/>
                  </a:lnTo>
                  <a:lnTo>
                    <a:pt x="231" y="346"/>
                  </a:lnTo>
                  <a:lnTo>
                    <a:pt x="137" y="355"/>
                  </a:lnTo>
                  <a:lnTo>
                    <a:pt x="137" y="254"/>
                  </a:lnTo>
                  <a:close/>
                  <a:moveTo>
                    <a:pt x="25" y="354"/>
                  </a:moveTo>
                  <a:lnTo>
                    <a:pt x="25" y="354"/>
                  </a:lnTo>
                  <a:cubicBezTo>
                    <a:pt x="39" y="354"/>
                    <a:pt x="51" y="343"/>
                    <a:pt x="51" y="329"/>
                  </a:cubicBezTo>
                  <a:cubicBezTo>
                    <a:pt x="51" y="319"/>
                    <a:pt x="46" y="311"/>
                    <a:pt x="38" y="306"/>
                  </a:cubicBezTo>
                  <a:lnTo>
                    <a:pt x="38" y="24"/>
                  </a:lnTo>
                  <a:lnTo>
                    <a:pt x="112" y="24"/>
                  </a:lnTo>
                  <a:cubicBezTo>
                    <a:pt x="112" y="24"/>
                    <a:pt x="112" y="25"/>
                    <a:pt x="112" y="25"/>
                  </a:cubicBezTo>
                  <a:lnTo>
                    <a:pt x="112" y="463"/>
                  </a:lnTo>
                  <a:cubicBezTo>
                    <a:pt x="112" y="463"/>
                    <a:pt x="112" y="463"/>
                    <a:pt x="112" y="464"/>
                  </a:cubicBezTo>
                  <a:lnTo>
                    <a:pt x="38" y="464"/>
                  </a:lnTo>
                  <a:lnTo>
                    <a:pt x="38" y="425"/>
                  </a:lnTo>
                  <a:cubicBezTo>
                    <a:pt x="46" y="421"/>
                    <a:pt x="51" y="413"/>
                    <a:pt x="51" y="403"/>
                  </a:cubicBezTo>
                  <a:cubicBezTo>
                    <a:pt x="51" y="389"/>
                    <a:pt x="40" y="377"/>
                    <a:pt x="26" y="377"/>
                  </a:cubicBezTo>
                  <a:cubicBezTo>
                    <a:pt x="11" y="377"/>
                    <a:pt x="0" y="389"/>
                    <a:pt x="0" y="403"/>
                  </a:cubicBezTo>
                  <a:cubicBezTo>
                    <a:pt x="0" y="412"/>
                    <a:pt x="5" y="421"/>
                    <a:pt x="13" y="425"/>
                  </a:cubicBezTo>
                  <a:lnTo>
                    <a:pt x="13" y="476"/>
                  </a:lnTo>
                  <a:cubicBezTo>
                    <a:pt x="13" y="483"/>
                    <a:pt x="19" y="488"/>
                    <a:pt x="25" y="488"/>
                  </a:cubicBezTo>
                  <a:lnTo>
                    <a:pt x="124" y="488"/>
                  </a:lnTo>
                  <a:cubicBezTo>
                    <a:pt x="126" y="488"/>
                    <a:pt x="127" y="488"/>
                    <a:pt x="128" y="488"/>
                  </a:cubicBezTo>
                  <a:cubicBezTo>
                    <a:pt x="129" y="488"/>
                    <a:pt x="131" y="488"/>
                    <a:pt x="132" y="488"/>
                  </a:cubicBezTo>
                  <a:lnTo>
                    <a:pt x="133" y="488"/>
                  </a:lnTo>
                  <a:lnTo>
                    <a:pt x="428" y="438"/>
                  </a:lnTo>
                  <a:cubicBezTo>
                    <a:pt x="429" y="438"/>
                    <a:pt x="431" y="437"/>
                    <a:pt x="432" y="436"/>
                  </a:cubicBezTo>
                  <a:cubicBezTo>
                    <a:pt x="437" y="435"/>
                    <a:pt x="440" y="431"/>
                    <a:pt x="440" y="427"/>
                  </a:cubicBezTo>
                  <a:lnTo>
                    <a:pt x="440" y="85"/>
                  </a:lnTo>
                  <a:cubicBezTo>
                    <a:pt x="440" y="82"/>
                    <a:pt x="438" y="79"/>
                    <a:pt x="436" y="78"/>
                  </a:cubicBezTo>
                  <a:cubicBezTo>
                    <a:pt x="435" y="75"/>
                    <a:pt x="432" y="73"/>
                    <a:pt x="429" y="72"/>
                  </a:cubicBezTo>
                  <a:lnTo>
                    <a:pt x="245" y="27"/>
                  </a:lnTo>
                  <a:lnTo>
                    <a:pt x="245" y="26"/>
                  </a:lnTo>
                  <a:lnTo>
                    <a:pt x="243" y="26"/>
                  </a:lnTo>
                  <a:lnTo>
                    <a:pt x="135" y="1"/>
                  </a:lnTo>
                  <a:lnTo>
                    <a:pt x="132" y="0"/>
                  </a:lnTo>
                  <a:lnTo>
                    <a:pt x="25" y="0"/>
                  </a:lnTo>
                  <a:cubicBezTo>
                    <a:pt x="19" y="0"/>
                    <a:pt x="13" y="5"/>
                    <a:pt x="13" y="12"/>
                  </a:cubicBezTo>
                  <a:lnTo>
                    <a:pt x="13" y="306"/>
                  </a:lnTo>
                  <a:cubicBezTo>
                    <a:pt x="5" y="311"/>
                    <a:pt x="0" y="319"/>
                    <a:pt x="0" y="329"/>
                  </a:cubicBezTo>
                  <a:cubicBezTo>
                    <a:pt x="0" y="343"/>
                    <a:pt x="11" y="354"/>
                    <a:pt x="25" y="35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3" name="Freeform 31"/>
            <p:cNvSpPr>
              <a:spLocks noEditPoints="1"/>
            </p:cNvSpPr>
            <p:nvPr/>
          </p:nvSpPr>
          <p:spPr bwMode="auto">
            <a:xfrm>
              <a:off x="1452563" y="923925"/>
              <a:ext cx="50800" cy="57150"/>
            </a:xfrm>
            <a:custGeom>
              <a:avLst/>
              <a:gdLst>
                <a:gd name="T0" fmla="*/ 49 w 59"/>
                <a:gd name="T1" fmla="*/ 54 h 67"/>
                <a:gd name="T2" fmla="*/ 49 w 59"/>
                <a:gd name="T3" fmla="*/ 54 h 67"/>
                <a:gd name="T4" fmla="*/ 48 w 59"/>
                <a:gd name="T5" fmla="*/ 57 h 67"/>
                <a:gd name="T6" fmla="*/ 11 w 59"/>
                <a:gd name="T7" fmla="*/ 53 h 67"/>
                <a:gd name="T8" fmla="*/ 10 w 59"/>
                <a:gd name="T9" fmla="*/ 48 h 67"/>
                <a:gd name="T10" fmla="*/ 10 w 59"/>
                <a:gd name="T11" fmla="*/ 14 h 67"/>
                <a:gd name="T12" fmla="*/ 10 w 59"/>
                <a:gd name="T13" fmla="*/ 10 h 67"/>
                <a:gd name="T14" fmla="*/ 47 w 59"/>
                <a:gd name="T15" fmla="*/ 20 h 67"/>
                <a:gd name="T16" fmla="*/ 49 w 59"/>
                <a:gd name="T17" fmla="*/ 23 h 67"/>
                <a:gd name="T18" fmla="*/ 49 w 59"/>
                <a:gd name="T19" fmla="*/ 54 h 67"/>
                <a:gd name="T20" fmla="*/ 50 w 59"/>
                <a:gd name="T21" fmla="*/ 10 h 67"/>
                <a:gd name="T22" fmla="*/ 50 w 59"/>
                <a:gd name="T23" fmla="*/ 10 h 67"/>
                <a:gd name="T24" fmla="*/ 11 w 59"/>
                <a:gd name="T25" fmla="*/ 0 h 67"/>
                <a:gd name="T26" fmla="*/ 10 w 59"/>
                <a:gd name="T27" fmla="*/ 0 h 67"/>
                <a:gd name="T28" fmla="*/ 0 w 59"/>
                <a:gd name="T29" fmla="*/ 14 h 67"/>
                <a:gd name="T30" fmla="*/ 0 w 59"/>
                <a:gd name="T31" fmla="*/ 48 h 67"/>
                <a:gd name="T32" fmla="*/ 2 w 59"/>
                <a:gd name="T33" fmla="*/ 57 h 67"/>
                <a:gd name="T34" fmla="*/ 9 w 59"/>
                <a:gd name="T35" fmla="*/ 63 h 67"/>
                <a:gd name="T36" fmla="*/ 9 w 59"/>
                <a:gd name="T37" fmla="*/ 63 h 67"/>
                <a:gd name="T38" fmla="*/ 48 w 59"/>
                <a:gd name="T39" fmla="*/ 67 h 67"/>
                <a:gd name="T40" fmla="*/ 49 w 59"/>
                <a:gd name="T41" fmla="*/ 67 h 67"/>
                <a:gd name="T42" fmla="*/ 59 w 59"/>
                <a:gd name="T43" fmla="*/ 54 h 67"/>
                <a:gd name="T44" fmla="*/ 59 w 59"/>
                <a:gd name="T45" fmla="*/ 23 h 67"/>
                <a:gd name="T46" fmla="*/ 50 w 59"/>
                <a:gd name="T47" fmla="*/ 1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67">
                  <a:moveTo>
                    <a:pt x="49" y="54"/>
                  </a:moveTo>
                  <a:lnTo>
                    <a:pt x="49" y="54"/>
                  </a:lnTo>
                  <a:cubicBezTo>
                    <a:pt x="49" y="56"/>
                    <a:pt x="48" y="57"/>
                    <a:pt x="48" y="57"/>
                  </a:cubicBezTo>
                  <a:lnTo>
                    <a:pt x="11" y="53"/>
                  </a:lnTo>
                  <a:cubicBezTo>
                    <a:pt x="10" y="52"/>
                    <a:pt x="10" y="51"/>
                    <a:pt x="10" y="48"/>
                  </a:cubicBezTo>
                  <a:lnTo>
                    <a:pt x="10" y="14"/>
                  </a:lnTo>
                  <a:cubicBezTo>
                    <a:pt x="10" y="12"/>
                    <a:pt x="10" y="11"/>
                    <a:pt x="10" y="10"/>
                  </a:cubicBezTo>
                  <a:lnTo>
                    <a:pt x="47" y="20"/>
                  </a:lnTo>
                  <a:cubicBezTo>
                    <a:pt x="48" y="20"/>
                    <a:pt x="49" y="21"/>
                    <a:pt x="49" y="23"/>
                  </a:cubicBezTo>
                  <a:lnTo>
                    <a:pt x="49" y="54"/>
                  </a:lnTo>
                  <a:close/>
                  <a:moveTo>
                    <a:pt x="50" y="10"/>
                  </a:moveTo>
                  <a:lnTo>
                    <a:pt x="50" y="10"/>
                  </a:lnTo>
                  <a:lnTo>
                    <a:pt x="11" y="0"/>
                  </a:lnTo>
                  <a:lnTo>
                    <a:pt x="10" y="0"/>
                  </a:lnTo>
                  <a:cubicBezTo>
                    <a:pt x="4" y="0"/>
                    <a:pt x="0" y="6"/>
                    <a:pt x="0" y="14"/>
                  </a:cubicBezTo>
                  <a:lnTo>
                    <a:pt x="0" y="48"/>
                  </a:lnTo>
                  <a:cubicBezTo>
                    <a:pt x="0" y="52"/>
                    <a:pt x="1" y="55"/>
                    <a:pt x="2" y="57"/>
                  </a:cubicBezTo>
                  <a:cubicBezTo>
                    <a:pt x="4" y="61"/>
                    <a:pt x="7" y="63"/>
                    <a:pt x="9" y="63"/>
                  </a:cubicBezTo>
                  <a:lnTo>
                    <a:pt x="9" y="63"/>
                  </a:lnTo>
                  <a:lnTo>
                    <a:pt x="48" y="67"/>
                  </a:lnTo>
                  <a:lnTo>
                    <a:pt x="49" y="67"/>
                  </a:lnTo>
                  <a:cubicBezTo>
                    <a:pt x="54" y="67"/>
                    <a:pt x="59" y="61"/>
                    <a:pt x="59" y="54"/>
                  </a:cubicBezTo>
                  <a:lnTo>
                    <a:pt x="59" y="23"/>
                  </a:lnTo>
                  <a:cubicBezTo>
                    <a:pt x="59" y="16"/>
                    <a:pt x="54" y="11"/>
                    <a:pt x="50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4" name="Freeform 32"/>
            <p:cNvSpPr>
              <a:spLocks noEditPoints="1"/>
            </p:cNvSpPr>
            <p:nvPr/>
          </p:nvSpPr>
          <p:spPr bwMode="auto">
            <a:xfrm>
              <a:off x="1538288" y="944563"/>
              <a:ext cx="41275" cy="49213"/>
            </a:xfrm>
            <a:custGeom>
              <a:avLst/>
              <a:gdLst>
                <a:gd name="T0" fmla="*/ 10 w 49"/>
                <a:gd name="T1" fmla="*/ 13 h 58"/>
                <a:gd name="T2" fmla="*/ 10 w 49"/>
                <a:gd name="T3" fmla="*/ 13 h 58"/>
                <a:gd name="T4" fmla="*/ 10 w 49"/>
                <a:gd name="T5" fmla="*/ 11 h 58"/>
                <a:gd name="T6" fmla="*/ 38 w 49"/>
                <a:gd name="T7" fmla="*/ 19 h 58"/>
                <a:gd name="T8" fmla="*/ 39 w 49"/>
                <a:gd name="T9" fmla="*/ 22 h 58"/>
                <a:gd name="T10" fmla="*/ 39 w 49"/>
                <a:gd name="T11" fmla="*/ 45 h 58"/>
                <a:gd name="T12" fmla="*/ 38 w 49"/>
                <a:gd name="T13" fmla="*/ 48 h 58"/>
                <a:gd name="T14" fmla="*/ 11 w 49"/>
                <a:gd name="T15" fmla="*/ 44 h 58"/>
                <a:gd name="T16" fmla="*/ 10 w 49"/>
                <a:gd name="T17" fmla="*/ 40 h 58"/>
                <a:gd name="T18" fmla="*/ 10 w 49"/>
                <a:gd name="T19" fmla="*/ 13 h 58"/>
                <a:gd name="T20" fmla="*/ 2 w 49"/>
                <a:gd name="T21" fmla="*/ 49 h 58"/>
                <a:gd name="T22" fmla="*/ 2 w 49"/>
                <a:gd name="T23" fmla="*/ 49 h 58"/>
                <a:gd name="T24" fmla="*/ 9 w 49"/>
                <a:gd name="T25" fmla="*/ 53 h 58"/>
                <a:gd name="T26" fmla="*/ 38 w 49"/>
                <a:gd name="T27" fmla="*/ 58 h 58"/>
                <a:gd name="T28" fmla="*/ 39 w 49"/>
                <a:gd name="T29" fmla="*/ 57 h 58"/>
                <a:gd name="T30" fmla="*/ 49 w 49"/>
                <a:gd name="T31" fmla="*/ 45 h 58"/>
                <a:gd name="T32" fmla="*/ 49 w 49"/>
                <a:gd name="T33" fmla="*/ 22 h 58"/>
                <a:gd name="T34" fmla="*/ 40 w 49"/>
                <a:gd name="T35" fmla="*/ 9 h 58"/>
                <a:gd name="T36" fmla="*/ 11 w 49"/>
                <a:gd name="T37" fmla="*/ 1 h 58"/>
                <a:gd name="T38" fmla="*/ 10 w 49"/>
                <a:gd name="T39" fmla="*/ 0 h 58"/>
                <a:gd name="T40" fmla="*/ 0 w 49"/>
                <a:gd name="T41" fmla="*/ 13 h 58"/>
                <a:gd name="T42" fmla="*/ 0 w 49"/>
                <a:gd name="T43" fmla="*/ 40 h 58"/>
                <a:gd name="T44" fmla="*/ 2 w 49"/>
                <a:gd name="T45" fmla="*/ 4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58">
                  <a:moveTo>
                    <a:pt x="10" y="13"/>
                  </a:moveTo>
                  <a:lnTo>
                    <a:pt x="10" y="13"/>
                  </a:lnTo>
                  <a:cubicBezTo>
                    <a:pt x="10" y="12"/>
                    <a:pt x="10" y="11"/>
                    <a:pt x="10" y="11"/>
                  </a:cubicBezTo>
                  <a:lnTo>
                    <a:pt x="38" y="19"/>
                  </a:lnTo>
                  <a:cubicBezTo>
                    <a:pt x="38" y="19"/>
                    <a:pt x="39" y="20"/>
                    <a:pt x="39" y="22"/>
                  </a:cubicBezTo>
                  <a:lnTo>
                    <a:pt x="39" y="45"/>
                  </a:lnTo>
                  <a:cubicBezTo>
                    <a:pt x="39" y="46"/>
                    <a:pt x="38" y="47"/>
                    <a:pt x="38" y="48"/>
                  </a:cubicBezTo>
                  <a:lnTo>
                    <a:pt x="11" y="44"/>
                  </a:lnTo>
                  <a:cubicBezTo>
                    <a:pt x="10" y="44"/>
                    <a:pt x="10" y="42"/>
                    <a:pt x="10" y="40"/>
                  </a:cubicBezTo>
                  <a:lnTo>
                    <a:pt x="10" y="13"/>
                  </a:lnTo>
                  <a:close/>
                  <a:moveTo>
                    <a:pt x="2" y="49"/>
                  </a:moveTo>
                  <a:lnTo>
                    <a:pt x="2" y="49"/>
                  </a:lnTo>
                  <a:cubicBezTo>
                    <a:pt x="4" y="52"/>
                    <a:pt x="6" y="53"/>
                    <a:pt x="9" y="53"/>
                  </a:cubicBezTo>
                  <a:lnTo>
                    <a:pt x="38" y="58"/>
                  </a:lnTo>
                  <a:lnTo>
                    <a:pt x="39" y="57"/>
                  </a:lnTo>
                  <a:cubicBezTo>
                    <a:pt x="44" y="57"/>
                    <a:pt x="49" y="52"/>
                    <a:pt x="49" y="45"/>
                  </a:cubicBezTo>
                  <a:lnTo>
                    <a:pt x="49" y="22"/>
                  </a:lnTo>
                  <a:cubicBezTo>
                    <a:pt x="49" y="15"/>
                    <a:pt x="44" y="10"/>
                    <a:pt x="40" y="9"/>
                  </a:cubicBezTo>
                  <a:lnTo>
                    <a:pt x="11" y="1"/>
                  </a:lnTo>
                  <a:lnTo>
                    <a:pt x="10" y="0"/>
                  </a:lnTo>
                  <a:cubicBezTo>
                    <a:pt x="4" y="0"/>
                    <a:pt x="0" y="6"/>
                    <a:pt x="0" y="13"/>
                  </a:cubicBezTo>
                  <a:lnTo>
                    <a:pt x="0" y="40"/>
                  </a:lnTo>
                  <a:cubicBezTo>
                    <a:pt x="0" y="43"/>
                    <a:pt x="1" y="46"/>
                    <a:pt x="2" y="4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5" name="Freeform 33"/>
            <p:cNvSpPr>
              <a:spLocks noEditPoints="1"/>
            </p:cNvSpPr>
            <p:nvPr/>
          </p:nvSpPr>
          <p:spPr bwMode="auto">
            <a:xfrm>
              <a:off x="1452563" y="1014413"/>
              <a:ext cx="50800" cy="52388"/>
            </a:xfrm>
            <a:custGeom>
              <a:avLst/>
              <a:gdLst>
                <a:gd name="T0" fmla="*/ 10 w 59"/>
                <a:gd name="T1" fmla="*/ 14 h 62"/>
                <a:gd name="T2" fmla="*/ 10 w 59"/>
                <a:gd name="T3" fmla="*/ 14 h 62"/>
                <a:gd name="T4" fmla="*/ 10 w 59"/>
                <a:gd name="T5" fmla="*/ 10 h 62"/>
                <a:gd name="T6" fmla="*/ 47 w 59"/>
                <a:gd name="T7" fmla="*/ 13 h 62"/>
                <a:gd name="T8" fmla="*/ 49 w 59"/>
                <a:gd name="T9" fmla="*/ 17 h 62"/>
                <a:gd name="T10" fmla="*/ 49 w 59"/>
                <a:gd name="T11" fmla="*/ 49 h 62"/>
                <a:gd name="T12" fmla="*/ 48 w 59"/>
                <a:gd name="T13" fmla="*/ 52 h 62"/>
                <a:gd name="T14" fmla="*/ 11 w 59"/>
                <a:gd name="T15" fmla="*/ 52 h 62"/>
                <a:gd name="T16" fmla="*/ 10 w 59"/>
                <a:gd name="T17" fmla="*/ 48 h 62"/>
                <a:gd name="T18" fmla="*/ 10 w 59"/>
                <a:gd name="T19" fmla="*/ 14 h 62"/>
                <a:gd name="T20" fmla="*/ 10 w 59"/>
                <a:gd name="T21" fmla="*/ 62 h 62"/>
                <a:gd name="T22" fmla="*/ 10 w 59"/>
                <a:gd name="T23" fmla="*/ 62 h 62"/>
                <a:gd name="T24" fmla="*/ 49 w 59"/>
                <a:gd name="T25" fmla="*/ 62 h 62"/>
                <a:gd name="T26" fmla="*/ 59 w 59"/>
                <a:gd name="T27" fmla="*/ 49 h 62"/>
                <a:gd name="T28" fmla="*/ 59 w 59"/>
                <a:gd name="T29" fmla="*/ 17 h 62"/>
                <a:gd name="T30" fmla="*/ 49 w 59"/>
                <a:gd name="T31" fmla="*/ 3 h 62"/>
                <a:gd name="T32" fmla="*/ 10 w 59"/>
                <a:gd name="T33" fmla="*/ 0 h 62"/>
                <a:gd name="T34" fmla="*/ 0 w 59"/>
                <a:gd name="T35" fmla="*/ 14 h 62"/>
                <a:gd name="T36" fmla="*/ 0 w 59"/>
                <a:gd name="T37" fmla="*/ 48 h 62"/>
                <a:gd name="T38" fmla="*/ 10 w 59"/>
                <a:gd name="T3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" h="62">
                  <a:moveTo>
                    <a:pt x="10" y="14"/>
                  </a:moveTo>
                  <a:lnTo>
                    <a:pt x="10" y="14"/>
                  </a:lnTo>
                  <a:cubicBezTo>
                    <a:pt x="10" y="12"/>
                    <a:pt x="10" y="10"/>
                    <a:pt x="10" y="10"/>
                  </a:cubicBezTo>
                  <a:lnTo>
                    <a:pt x="47" y="13"/>
                  </a:lnTo>
                  <a:cubicBezTo>
                    <a:pt x="48" y="13"/>
                    <a:pt x="49" y="15"/>
                    <a:pt x="49" y="17"/>
                  </a:cubicBezTo>
                  <a:lnTo>
                    <a:pt x="49" y="49"/>
                  </a:lnTo>
                  <a:cubicBezTo>
                    <a:pt x="49" y="51"/>
                    <a:pt x="48" y="52"/>
                    <a:pt x="48" y="52"/>
                  </a:cubicBezTo>
                  <a:lnTo>
                    <a:pt x="11" y="52"/>
                  </a:lnTo>
                  <a:cubicBezTo>
                    <a:pt x="10" y="52"/>
                    <a:pt x="10" y="50"/>
                    <a:pt x="10" y="48"/>
                  </a:cubicBezTo>
                  <a:lnTo>
                    <a:pt x="10" y="14"/>
                  </a:lnTo>
                  <a:close/>
                  <a:moveTo>
                    <a:pt x="10" y="62"/>
                  </a:moveTo>
                  <a:lnTo>
                    <a:pt x="10" y="62"/>
                  </a:lnTo>
                  <a:lnTo>
                    <a:pt x="49" y="62"/>
                  </a:lnTo>
                  <a:cubicBezTo>
                    <a:pt x="54" y="61"/>
                    <a:pt x="59" y="56"/>
                    <a:pt x="59" y="49"/>
                  </a:cubicBezTo>
                  <a:lnTo>
                    <a:pt x="59" y="17"/>
                  </a:lnTo>
                  <a:cubicBezTo>
                    <a:pt x="59" y="10"/>
                    <a:pt x="54" y="4"/>
                    <a:pt x="49" y="3"/>
                  </a:cubicBezTo>
                  <a:lnTo>
                    <a:pt x="10" y="0"/>
                  </a:lnTo>
                  <a:cubicBezTo>
                    <a:pt x="4" y="0"/>
                    <a:pt x="0" y="6"/>
                    <a:pt x="0" y="14"/>
                  </a:cubicBezTo>
                  <a:lnTo>
                    <a:pt x="0" y="48"/>
                  </a:lnTo>
                  <a:cubicBezTo>
                    <a:pt x="0" y="56"/>
                    <a:pt x="4" y="62"/>
                    <a:pt x="10" y="6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6" name="Freeform 34"/>
            <p:cNvSpPr>
              <a:spLocks noEditPoints="1"/>
            </p:cNvSpPr>
            <p:nvPr/>
          </p:nvSpPr>
          <p:spPr bwMode="auto">
            <a:xfrm>
              <a:off x="1538288" y="1023938"/>
              <a:ext cx="41275" cy="46038"/>
            </a:xfrm>
            <a:custGeom>
              <a:avLst/>
              <a:gdLst>
                <a:gd name="T0" fmla="*/ 10 w 49"/>
                <a:gd name="T1" fmla="*/ 12 h 54"/>
                <a:gd name="T2" fmla="*/ 10 w 49"/>
                <a:gd name="T3" fmla="*/ 12 h 54"/>
                <a:gd name="T4" fmla="*/ 10 w 49"/>
                <a:gd name="T5" fmla="*/ 10 h 54"/>
                <a:gd name="T6" fmla="*/ 38 w 49"/>
                <a:gd name="T7" fmla="*/ 14 h 54"/>
                <a:gd name="T8" fmla="*/ 39 w 49"/>
                <a:gd name="T9" fmla="*/ 16 h 54"/>
                <a:gd name="T10" fmla="*/ 39 w 49"/>
                <a:gd name="T11" fmla="*/ 42 h 54"/>
                <a:gd name="T12" fmla="*/ 38 w 49"/>
                <a:gd name="T13" fmla="*/ 44 h 54"/>
                <a:gd name="T14" fmla="*/ 10 w 49"/>
                <a:gd name="T15" fmla="*/ 44 h 54"/>
                <a:gd name="T16" fmla="*/ 10 w 49"/>
                <a:gd name="T17" fmla="*/ 41 h 54"/>
                <a:gd name="T18" fmla="*/ 10 w 49"/>
                <a:gd name="T19" fmla="*/ 12 h 54"/>
                <a:gd name="T20" fmla="*/ 10 w 49"/>
                <a:gd name="T21" fmla="*/ 54 h 54"/>
                <a:gd name="T22" fmla="*/ 10 w 49"/>
                <a:gd name="T23" fmla="*/ 54 h 54"/>
                <a:gd name="T24" fmla="*/ 39 w 49"/>
                <a:gd name="T25" fmla="*/ 54 h 54"/>
                <a:gd name="T26" fmla="*/ 49 w 49"/>
                <a:gd name="T27" fmla="*/ 42 h 54"/>
                <a:gd name="T28" fmla="*/ 49 w 49"/>
                <a:gd name="T29" fmla="*/ 16 h 54"/>
                <a:gd name="T30" fmla="*/ 39 w 49"/>
                <a:gd name="T31" fmla="*/ 4 h 54"/>
                <a:gd name="T32" fmla="*/ 10 w 49"/>
                <a:gd name="T33" fmla="*/ 0 h 54"/>
                <a:gd name="T34" fmla="*/ 0 w 49"/>
                <a:gd name="T35" fmla="*/ 12 h 54"/>
                <a:gd name="T36" fmla="*/ 0 w 49"/>
                <a:gd name="T37" fmla="*/ 41 h 54"/>
                <a:gd name="T38" fmla="*/ 10 w 49"/>
                <a:gd name="T3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9" h="54">
                  <a:moveTo>
                    <a:pt x="10" y="12"/>
                  </a:moveTo>
                  <a:lnTo>
                    <a:pt x="10" y="12"/>
                  </a:lnTo>
                  <a:cubicBezTo>
                    <a:pt x="10" y="11"/>
                    <a:pt x="10" y="10"/>
                    <a:pt x="10" y="10"/>
                  </a:cubicBezTo>
                  <a:lnTo>
                    <a:pt x="38" y="14"/>
                  </a:lnTo>
                  <a:cubicBezTo>
                    <a:pt x="38" y="14"/>
                    <a:pt x="39" y="15"/>
                    <a:pt x="39" y="16"/>
                  </a:cubicBezTo>
                  <a:lnTo>
                    <a:pt x="39" y="42"/>
                  </a:lnTo>
                  <a:cubicBezTo>
                    <a:pt x="39" y="43"/>
                    <a:pt x="38" y="44"/>
                    <a:pt x="38" y="44"/>
                  </a:cubicBezTo>
                  <a:lnTo>
                    <a:pt x="10" y="44"/>
                  </a:lnTo>
                  <a:cubicBezTo>
                    <a:pt x="10" y="43"/>
                    <a:pt x="10" y="42"/>
                    <a:pt x="10" y="41"/>
                  </a:cubicBezTo>
                  <a:lnTo>
                    <a:pt x="10" y="12"/>
                  </a:lnTo>
                  <a:close/>
                  <a:moveTo>
                    <a:pt x="10" y="54"/>
                  </a:moveTo>
                  <a:lnTo>
                    <a:pt x="10" y="54"/>
                  </a:lnTo>
                  <a:lnTo>
                    <a:pt x="39" y="54"/>
                  </a:lnTo>
                  <a:cubicBezTo>
                    <a:pt x="44" y="53"/>
                    <a:pt x="49" y="48"/>
                    <a:pt x="49" y="42"/>
                  </a:cubicBezTo>
                  <a:lnTo>
                    <a:pt x="49" y="16"/>
                  </a:lnTo>
                  <a:cubicBezTo>
                    <a:pt x="49" y="10"/>
                    <a:pt x="44" y="5"/>
                    <a:pt x="39" y="4"/>
                  </a:cubicBezTo>
                  <a:lnTo>
                    <a:pt x="10" y="0"/>
                  </a:lnTo>
                  <a:cubicBezTo>
                    <a:pt x="4" y="0"/>
                    <a:pt x="0" y="5"/>
                    <a:pt x="0" y="12"/>
                  </a:cubicBezTo>
                  <a:lnTo>
                    <a:pt x="0" y="41"/>
                  </a:lnTo>
                  <a:cubicBezTo>
                    <a:pt x="0" y="48"/>
                    <a:pt x="4" y="54"/>
                    <a:pt x="10" y="5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7" name="Freeform 35"/>
            <p:cNvSpPr>
              <a:spLocks noEditPoints="1"/>
            </p:cNvSpPr>
            <p:nvPr/>
          </p:nvSpPr>
          <p:spPr bwMode="auto">
            <a:xfrm>
              <a:off x="1452563" y="1104900"/>
              <a:ext cx="50800" cy="52388"/>
            </a:xfrm>
            <a:custGeom>
              <a:avLst/>
              <a:gdLst>
                <a:gd name="T0" fmla="*/ 49 w 59"/>
                <a:gd name="T1" fmla="*/ 47 h 62"/>
                <a:gd name="T2" fmla="*/ 49 w 59"/>
                <a:gd name="T3" fmla="*/ 47 h 62"/>
                <a:gd name="T4" fmla="*/ 48 w 59"/>
                <a:gd name="T5" fmla="*/ 50 h 62"/>
                <a:gd name="T6" fmla="*/ 11 w 59"/>
                <a:gd name="T7" fmla="*/ 52 h 62"/>
                <a:gd name="T8" fmla="*/ 10 w 59"/>
                <a:gd name="T9" fmla="*/ 48 h 62"/>
                <a:gd name="T10" fmla="*/ 10 w 59"/>
                <a:gd name="T11" fmla="*/ 14 h 62"/>
                <a:gd name="T12" fmla="*/ 10 w 59"/>
                <a:gd name="T13" fmla="*/ 10 h 62"/>
                <a:gd name="T14" fmla="*/ 47 w 59"/>
                <a:gd name="T15" fmla="*/ 11 h 62"/>
                <a:gd name="T16" fmla="*/ 49 w 59"/>
                <a:gd name="T17" fmla="*/ 14 h 62"/>
                <a:gd name="T18" fmla="*/ 49 w 59"/>
                <a:gd name="T19" fmla="*/ 47 h 62"/>
                <a:gd name="T20" fmla="*/ 49 w 59"/>
                <a:gd name="T21" fmla="*/ 1 h 62"/>
                <a:gd name="T22" fmla="*/ 49 w 59"/>
                <a:gd name="T23" fmla="*/ 1 h 62"/>
                <a:gd name="T24" fmla="*/ 10 w 59"/>
                <a:gd name="T25" fmla="*/ 0 h 62"/>
                <a:gd name="T26" fmla="*/ 0 w 59"/>
                <a:gd name="T27" fmla="*/ 14 h 62"/>
                <a:gd name="T28" fmla="*/ 0 w 59"/>
                <a:gd name="T29" fmla="*/ 48 h 62"/>
                <a:gd name="T30" fmla="*/ 10 w 59"/>
                <a:gd name="T31" fmla="*/ 62 h 62"/>
                <a:gd name="T32" fmla="*/ 49 w 59"/>
                <a:gd name="T33" fmla="*/ 60 h 62"/>
                <a:gd name="T34" fmla="*/ 59 w 59"/>
                <a:gd name="T35" fmla="*/ 47 h 62"/>
                <a:gd name="T36" fmla="*/ 59 w 59"/>
                <a:gd name="T37" fmla="*/ 14 h 62"/>
                <a:gd name="T38" fmla="*/ 49 w 59"/>
                <a:gd name="T39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9" h="62">
                  <a:moveTo>
                    <a:pt x="49" y="47"/>
                  </a:moveTo>
                  <a:lnTo>
                    <a:pt x="49" y="47"/>
                  </a:lnTo>
                  <a:cubicBezTo>
                    <a:pt x="49" y="49"/>
                    <a:pt x="48" y="50"/>
                    <a:pt x="48" y="50"/>
                  </a:cubicBezTo>
                  <a:lnTo>
                    <a:pt x="11" y="52"/>
                  </a:lnTo>
                  <a:cubicBezTo>
                    <a:pt x="10" y="52"/>
                    <a:pt x="10" y="50"/>
                    <a:pt x="10" y="48"/>
                  </a:cubicBezTo>
                  <a:lnTo>
                    <a:pt x="10" y="14"/>
                  </a:lnTo>
                  <a:cubicBezTo>
                    <a:pt x="10" y="12"/>
                    <a:pt x="10" y="11"/>
                    <a:pt x="10" y="10"/>
                  </a:cubicBezTo>
                  <a:lnTo>
                    <a:pt x="47" y="11"/>
                  </a:lnTo>
                  <a:cubicBezTo>
                    <a:pt x="48" y="11"/>
                    <a:pt x="49" y="12"/>
                    <a:pt x="49" y="14"/>
                  </a:cubicBezTo>
                  <a:lnTo>
                    <a:pt x="49" y="47"/>
                  </a:lnTo>
                  <a:close/>
                  <a:moveTo>
                    <a:pt x="49" y="1"/>
                  </a:moveTo>
                  <a:lnTo>
                    <a:pt x="49" y="1"/>
                  </a:lnTo>
                  <a:lnTo>
                    <a:pt x="10" y="0"/>
                  </a:lnTo>
                  <a:cubicBezTo>
                    <a:pt x="4" y="0"/>
                    <a:pt x="0" y="6"/>
                    <a:pt x="0" y="14"/>
                  </a:cubicBezTo>
                  <a:lnTo>
                    <a:pt x="0" y="48"/>
                  </a:lnTo>
                  <a:cubicBezTo>
                    <a:pt x="0" y="56"/>
                    <a:pt x="4" y="62"/>
                    <a:pt x="10" y="62"/>
                  </a:cubicBezTo>
                  <a:lnTo>
                    <a:pt x="49" y="60"/>
                  </a:lnTo>
                  <a:cubicBezTo>
                    <a:pt x="54" y="59"/>
                    <a:pt x="59" y="54"/>
                    <a:pt x="59" y="47"/>
                  </a:cubicBezTo>
                  <a:lnTo>
                    <a:pt x="59" y="14"/>
                  </a:lnTo>
                  <a:cubicBezTo>
                    <a:pt x="59" y="8"/>
                    <a:pt x="54" y="2"/>
                    <a:pt x="4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8" name="Freeform 36"/>
            <p:cNvSpPr>
              <a:spLocks noEditPoints="1"/>
            </p:cNvSpPr>
            <p:nvPr/>
          </p:nvSpPr>
          <p:spPr bwMode="auto">
            <a:xfrm>
              <a:off x="1536700" y="1104900"/>
              <a:ext cx="42862" cy="46038"/>
            </a:xfrm>
            <a:custGeom>
              <a:avLst/>
              <a:gdLst>
                <a:gd name="T0" fmla="*/ 10 w 50"/>
                <a:gd name="T1" fmla="*/ 43 h 53"/>
                <a:gd name="T2" fmla="*/ 10 w 50"/>
                <a:gd name="T3" fmla="*/ 43 h 53"/>
                <a:gd name="T4" fmla="*/ 10 w 50"/>
                <a:gd name="T5" fmla="*/ 40 h 53"/>
                <a:gd name="T6" fmla="*/ 10 w 50"/>
                <a:gd name="T7" fmla="*/ 12 h 53"/>
                <a:gd name="T8" fmla="*/ 10 w 50"/>
                <a:gd name="T9" fmla="*/ 10 h 53"/>
                <a:gd name="T10" fmla="*/ 40 w 50"/>
                <a:gd name="T11" fmla="*/ 10 h 53"/>
                <a:gd name="T12" fmla="*/ 40 w 50"/>
                <a:gd name="T13" fmla="*/ 12 h 53"/>
                <a:gd name="T14" fmla="*/ 40 w 50"/>
                <a:gd name="T15" fmla="*/ 39 h 53"/>
                <a:gd name="T16" fmla="*/ 40 w 50"/>
                <a:gd name="T17" fmla="*/ 41 h 53"/>
                <a:gd name="T18" fmla="*/ 10 w 50"/>
                <a:gd name="T19" fmla="*/ 43 h 53"/>
                <a:gd name="T20" fmla="*/ 41 w 50"/>
                <a:gd name="T21" fmla="*/ 0 h 53"/>
                <a:gd name="T22" fmla="*/ 41 w 50"/>
                <a:gd name="T23" fmla="*/ 0 h 53"/>
                <a:gd name="T24" fmla="*/ 9 w 50"/>
                <a:gd name="T25" fmla="*/ 0 h 53"/>
                <a:gd name="T26" fmla="*/ 0 w 50"/>
                <a:gd name="T27" fmla="*/ 12 h 53"/>
                <a:gd name="T28" fmla="*/ 0 w 50"/>
                <a:gd name="T29" fmla="*/ 40 h 53"/>
                <a:gd name="T30" fmla="*/ 9 w 50"/>
                <a:gd name="T31" fmla="*/ 53 h 53"/>
                <a:gd name="T32" fmla="*/ 41 w 50"/>
                <a:gd name="T33" fmla="*/ 50 h 53"/>
                <a:gd name="T34" fmla="*/ 50 w 50"/>
                <a:gd name="T35" fmla="*/ 39 h 53"/>
                <a:gd name="T36" fmla="*/ 50 w 50"/>
                <a:gd name="T37" fmla="*/ 12 h 53"/>
                <a:gd name="T38" fmla="*/ 41 w 50"/>
                <a:gd name="T3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53">
                  <a:moveTo>
                    <a:pt x="10" y="43"/>
                  </a:moveTo>
                  <a:lnTo>
                    <a:pt x="10" y="43"/>
                  </a:lnTo>
                  <a:cubicBezTo>
                    <a:pt x="10" y="42"/>
                    <a:pt x="10" y="41"/>
                    <a:pt x="10" y="40"/>
                  </a:cubicBezTo>
                  <a:lnTo>
                    <a:pt x="10" y="12"/>
                  </a:lnTo>
                  <a:cubicBezTo>
                    <a:pt x="10" y="11"/>
                    <a:pt x="10" y="10"/>
                    <a:pt x="10" y="10"/>
                  </a:cubicBezTo>
                  <a:lnTo>
                    <a:pt x="40" y="10"/>
                  </a:lnTo>
                  <a:cubicBezTo>
                    <a:pt x="40" y="11"/>
                    <a:pt x="40" y="11"/>
                    <a:pt x="40" y="12"/>
                  </a:cubicBezTo>
                  <a:lnTo>
                    <a:pt x="40" y="39"/>
                  </a:lnTo>
                  <a:cubicBezTo>
                    <a:pt x="40" y="40"/>
                    <a:pt x="40" y="41"/>
                    <a:pt x="40" y="41"/>
                  </a:cubicBezTo>
                  <a:lnTo>
                    <a:pt x="10" y="43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9" y="0"/>
                  </a:lnTo>
                  <a:cubicBezTo>
                    <a:pt x="4" y="0"/>
                    <a:pt x="0" y="5"/>
                    <a:pt x="0" y="12"/>
                  </a:cubicBezTo>
                  <a:lnTo>
                    <a:pt x="0" y="40"/>
                  </a:lnTo>
                  <a:cubicBezTo>
                    <a:pt x="0" y="47"/>
                    <a:pt x="4" y="53"/>
                    <a:pt x="9" y="53"/>
                  </a:cubicBezTo>
                  <a:lnTo>
                    <a:pt x="41" y="50"/>
                  </a:lnTo>
                  <a:cubicBezTo>
                    <a:pt x="46" y="50"/>
                    <a:pt x="50" y="45"/>
                    <a:pt x="50" y="39"/>
                  </a:cubicBezTo>
                  <a:lnTo>
                    <a:pt x="50" y="12"/>
                  </a:lnTo>
                  <a:cubicBezTo>
                    <a:pt x="50" y="6"/>
                    <a:pt x="47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59" name="Freeform 37"/>
            <p:cNvSpPr>
              <a:spLocks/>
            </p:cNvSpPr>
            <p:nvPr/>
          </p:nvSpPr>
          <p:spPr bwMode="auto">
            <a:xfrm>
              <a:off x="1450975" y="1193800"/>
              <a:ext cx="53975" cy="17463"/>
            </a:xfrm>
            <a:custGeom>
              <a:avLst/>
              <a:gdLst>
                <a:gd name="T0" fmla="*/ 6 w 64"/>
                <a:gd name="T1" fmla="*/ 21 h 21"/>
                <a:gd name="T2" fmla="*/ 6 w 64"/>
                <a:gd name="T3" fmla="*/ 21 h 21"/>
                <a:gd name="T4" fmla="*/ 58 w 64"/>
                <a:gd name="T5" fmla="*/ 16 h 21"/>
                <a:gd name="T6" fmla="*/ 64 w 64"/>
                <a:gd name="T7" fmla="*/ 7 h 21"/>
                <a:gd name="T8" fmla="*/ 58 w 64"/>
                <a:gd name="T9" fmla="*/ 0 h 21"/>
                <a:gd name="T10" fmla="*/ 6 w 64"/>
                <a:gd name="T11" fmla="*/ 5 h 21"/>
                <a:gd name="T12" fmla="*/ 0 w 64"/>
                <a:gd name="T13" fmla="*/ 13 h 21"/>
                <a:gd name="T14" fmla="*/ 6 w 64"/>
                <a:gd name="T1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21">
                  <a:moveTo>
                    <a:pt x="6" y="21"/>
                  </a:moveTo>
                  <a:lnTo>
                    <a:pt x="6" y="21"/>
                  </a:lnTo>
                  <a:lnTo>
                    <a:pt x="58" y="16"/>
                  </a:lnTo>
                  <a:cubicBezTo>
                    <a:pt x="61" y="16"/>
                    <a:pt x="64" y="12"/>
                    <a:pt x="64" y="7"/>
                  </a:cubicBezTo>
                  <a:cubicBezTo>
                    <a:pt x="64" y="3"/>
                    <a:pt x="61" y="0"/>
                    <a:pt x="58" y="0"/>
                  </a:cubicBezTo>
                  <a:lnTo>
                    <a:pt x="6" y="5"/>
                  </a:lnTo>
                  <a:cubicBezTo>
                    <a:pt x="3" y="5"/>
                    <a:pt x="0" y="9"/>
                    <a:pt x="0" y="13"/>
                  </a:cubicBezTo>
                  <a:cubicBezTo>
                    <a:pt x="0" y="17"/>
                    <a:pt x="3" y="21"/>
                    <a:pt x="6" y="2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0" name="Freeform 38"/>
            <p:cNvSpPr>
              <a:spLocks/>
            </p:cNvSpPr>
            <p:nvPr/>
          </p:nvSpPr>
          <p:spPr bwMode="auto">
            <a:xfrm>
              <a:off x="1450975" y="1217613"/>
              <a:ext cx="53975" cy="20638"/>
            </a:xfrm>
            <a:custGeom>
              <a:avLst/>
              <a:gdLst>
                <a:gd name="T0" fmla="*/ 58 w 64"/>
                <a:gd name="T1" fmla="*/ 0 h 23"/>
                <a:gd name="T2" fmla="*/ 58 w 64"/>
                <a:gd name="T3" fmla="*/ 0 h 23"/>
                <a:gd name="T4" fmla="*/ 58 w 64"/>
                <a:gd name="T5" fmla="*/ 0 h 23"/>
                <a:gd name="T6" fmla="*/ 6 w 64"/>
                <a:gd name="T7" fmla="*/ 7 h 23"/>
                <a:gd name="T8" fmla="*/ 0 w 64"/>
                <a:gd name="T9" fmla="*/ 15 h 23"/>
                <a:gd name="T10" fmla="*/ 6 w 64"/>
                <a:gd name="T11" fmla="*/ 23 h 23"/>
                <a:gd name="T12" fmla="*/ 6 w 64"/>
                <a:gd name="T13" fmla="*/ 23 h 23"/>
                <a:gd name="T14" fmla="*/ 58 w 64"/>
                <a:gd name="T15" fmla="*/ 16 h 23"/>
                <a:gd name="T16" fmla="*/ 64 w 64"/>
                <a:gd name="T17" fmla="*/ 8 h 23"/>
                <a:gd name="T18" fmla="*/ 58 w 64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23">
                  <a:moveTo>
                    <a:pt x="58" y="0"/>
                  </a:moveTo>
                  <a:lnTo>
                    <a:pt x="58" y="0"/>
                  </a:lnTo>
                  <a:lnTo>
                    <a:pt x="58" y="0"/>
                  </a:lnTo>
                  <a:lnTo>
                    <a:pt x="6" y="7"/>
                  </a:lnTo>
                  <a:cubicBezTo>
                    <a:pt x="3" y="7"/>
                    <a:pt x="0" y="11"/>
                    <a:pt x="0" y="15"/>
                  </a:cubicBezTo>
                  <a:cubicBezTo>
                    <a:pt x="0" y="20"/>
                    <a:pt x="3" y="23"/>
                    <a:pt x="6" y="23"/>
                  </a:cubicBezTo>
                  <a:lnTo>
                    <a:pt x="6" y="23"/>
                  </a:lnTo>
                  <a:lnTo>
                    <a:pt x="58" y="16"/>
                  </a:lnTo>
                  <a:cubicBezTo>
                    <a:pt x="62" y="16"/>
                    <a:pt x="64" y="12"/>
                    <a:pt x="64" y="8"/>
                  </a:cubicBezTo>
                  <a:cubicBezTo>
                    <a:pt x="64" y="3"/>
                    <a:pt x="62" y="0"/>
                    <a:pt x="5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1" name="Freeform 39"/>
            <p:cNvSpPr>
              <a:spLocks/>
            </p:cNvSpPr>
            <p:nvPr/>
          </p:nvSpPr>
          <p:spPr bwMode="auto">
            <a:xfrm>
              <a:off x="1536700" y="1185863"/>
              <a:ext cx="41275" cy="14288"/>
            </a:xfrm>
            <a:custGeom>
              <a:avLst/>
              <a:gdLst>
                <a:gd name="T0" fmla="*/ 4 w 48"/>
                <a:gd name="T1" fmla="*/ 16 h 16"/>
                <a:gd name="T2" fmla="*/ 4 w 48"/>
                <a:gd name="T3" fmla="*/ 16 h 16"/>
                <a:gd name="T4" fmla="*/ 4 w 48"/>
                <a:gd name="T5" fmla="*/ 16 h 16"/>
                <a:gd name="T6" fmla="*/ 44 w 48"/>
                <a:gd name="T7" fmla="*/ 12 h 16"/>
                <a:gd name="T8" fmla="*/ 48 w 48"/>
                <a:gd name="T9" fmla="*/ 6 h 16"/>
                <a:gd name="T10" fmla="*/ 44 w 48"/>
                <a:gd name="T11" fmla="*/ 0 h 16"/>
                <a:gd name="T12" fmla="*/ 4 w 48"/>
                <a:gd name="T13" fmla="*/ 4 h 16"/>
                <a:gd name="T14" fmla="*/ 0 w 48"/>
                <a:gd name="T15" fmla="*/ 10 h 16"/>
                <a:gd name="T16" fmla="*/ 4 w 48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6">
                  <a:moveTo>
                    <a:pt x="4" y="16"/>
                  </a:moveTo>
                  <a:lnTo>
                    <a:pt x="4" y="16"/>
                  </a:lnTo>
                  <a:lnTo>
                    <a:pt x="4" y="16"/>
                  </a:lnTo>
                  <a:lnTo>
                    <a:pt x="44" y="12"/>
                  </a:lnTo>
                  <a:cubicBezTo>
                    <a:pt x="46" y="12"/>
                    <a:pt x="48" y="9"/>
                    <a:pt x="48" y="6"/>
                  </a:cubicBezTo>
                  <a:cubicBezTo>
                    <a:pt x="48" y="3"/>
                    <a:pt x="46" y="0"/>
                    <a:pt x="44" y="0"/>
                  </a:cubicBezTo>
                  <a:lnTo>
                    <a:pt x="4" y="4"/>
                  </a:lnTo>
                  <a:cubicBezTo>
                    <a:pt x="2" y="4"/>
                    <a:pt x="0" y="7"/>
                    <a:pt x="0" y="10"/>
                  </a:cubicBezTo>
                  <a:cubicBezTo>
                    <a:pt x="0" y="14"/>
                    <a:pt x="2" y="16"/>
                    <a:pt x="4" y="1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2" name="Freeform 40"/>
            <p:cNvSpPr>
              <a:spLocks/>
            </p:cNvSpPr>
            <p:nvPr/>
          </p:nvSpPr>
          <p:spPr bwMode="auto">
            <a:xfrm>
              <a:off x="1536700" y="1204913"/>
              <a:ext cx="41275" cy="15875"/>
            </a:xfrm>
            <a:custGeom>
              <a:avLst/>
              <a:gdLst>
                <a:gd name="T0" fmla="*/ 44 w 48"/>
                <a:gd name="T1" fmla="*/ 0 h 18"/>
                <a:gd name="T2" fmla="*/ 44 w 48"/>
                <a:gd name="T3" fmla="*/ 0 h 18"/>
                <a:gd name="T4" fmla="*/ 44 w 48"/>
                <a:gd name="T5" fmla="*/ 0 h 18"/>
                <a:gd name="T6" fmla="*/ 4 w 48"/>
                <a:gd name="T7" fmla="*/ 6 h 18"/>
                <a:gd name="T8" fmla="*/ 0 w 48"/>
                <a:gd name="T9" fmla="*/ 12 h 18"/>
                <a:gd name="T10" fmla="*/ 4 w 48"/>
                <a:gd name="T11" fmla="*/ 18 h 18"/>
                <a:gd name="T12" fmla="*/ 4 w 48"/>
                <a:gd name="T13" fmla="*/ 18 h 18"/>
                <a:gd name="T14" fmla="*/ 44 w 48"/>
                <a:gd name="T15" fmla="*/ 12 h 18"/>
                <a:gd name="T16" fmla="*/ 48 w 48"/>
                <a:gd name="T17" fmla="*/ 6 h 18"/>
                <a:gd name="T18" fmla="*/ 44 w 48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18">
                  <a:moveTo>
                    <a:pt x="44" y="0"/>
                  </a:moveTo>
                  <a:lnTo>
                    <a:pt x="44" y="0"/>
                  </a:lnTo>
                  <a:lnTo>
                    <a:pt x="44" y="0"/>
                  </a:lnTo>
                  <a:lnTo>
                    <a:pt x="4" y="6"/>
                  </a:lnTo>
                  <a:cubicBezTo>
                    <a:pt x="2" y="6"/>
                    <a:pt x="0" y="9"/>
                    <a:pt x="0" y="12"/>
                  </a:cubicBezTo>
                  <a:cubicBezTo>
                    <a:pt x="0" y="15"/>
                    <a:pt x="2" y="18"/>
                    <a:pt x="4" y="18"/>
                  </a:cubicBezTo>
                  <a:lnTo>
                    <a:pt x="4" y="18"/>
                  </a:lnTo>
                  <a:lnTo>
                    <a:pt x="44" y="12"/>
                  </a:lnTo>
                  <a:cubicBezTo>
                    <a:pt x="46" y="12"/>
                    <a:pt x="48" y="10"/>
                    <a:pt x="48" y="6"/>
                  </a:cubicBezTo>
                  <a:cubicBezTo>
                    <a:pt x="48" y="3"/>
                    <a:pt x="46" y="0"/>
                    <a:pt x="4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3" name="Freeform 41"/>
            <p:cNvSpPr>
              <a:spLocks noEditPoints="1"/>
            </p:cNvSpPr>
            <p:nvPr/>
          </p:nvSpPr>
          <p:spPr bwMode="auto">
            <a:xfrm>
              <a:off x="1603375" y="960438"/>
              <a:ext cx="28575" cy="38100"/>
            </a:xfrm>
            <a:custGeom>
              <a:avLst/>
              <a:gdLst>
                <a:gd name="T0" fmla="*/ 7 w 34"/>
                <a:gd name="T1" fmla="*/ 12 h 45"/>
                <a:gd name="T2" fmla="*/ 7 w 34"/>
                <a:gd name="T3" fmla="*/ 12 h 45"/>
                <a:gd name="T4" fmla="*/ 8 w 34"/>
                <a:gd name="T5" fmla="*/ 8 h 45"/>
                <a:gd name="T6" fmla="*/ 25 w 34"/>
                <a:gd name="T7" fmla="*/ 14 h 45"/>
                <a:gd name="T8" fmla="*/ 27 w 34"/>
                <a:gd name="T9" fmla="*/ 18 h 45"/>
                <a:gd name="T10" fmla="*/ 27 w 34"/>
                <a:gd name="T11" fmla="*/ 34 h 45"/>
                <a:gd name="T12" fmla="*/ 26 w 34"/>
                <a:gd name="T13" fmla="*/ 37 h 45"/>
                <a:gd name="T14" fmla="*/ 8 w 34"/>
                <a:gd name="T15" fmla="*/ 36 h 45"/>
                <a:gd name="T16" fmla="*/ 7 w 34"/>
                <a:gd name="T17" fmla="*/ 31 h 45"/>
                <a:gd name="T18" fmla="*/ 7 w 34"/>
                <a:gd name="T19" fmla="*/ 12 h 45"/>
                <a:gd name="T20" fmla="*/ 1 w 34"/>
                <a:gd name="T21" fmla="*/ 39 h 45"/>
                <a:gd name="T22" fmla="*/ 1 w 34"/>
                <a:gd name="T23" fmla="*/ 39 h 45"/>
                <a:gd name="T24" fmla="*/ 7 w 34"/>
                <a:gd name="T25" fmla="*/ 43 h 45"/>
                <a:gd name="T26" fmla="*/ 27 w 34"/>
                <a:gd name="T27" fmla="*/ 45 h 45"/>
                <a:gd name="T28" fmla="*/ 27 w 34"/>
                <a:gd name="T29" fmla="*/ 45 h 45"/>
                <a:gd name="T30" fmla="*/ 34 w 34"/>
                <a:gd name="T31" fmla="*/ 34 h 45"/>
                <a:gd name="T32" fmla="*/ 34 w 34"/>
                <a:gd name="T33" fmla="*/ 18 h 45"/>
                <a:gd name="T34" fmla="*/ 28 w 34"/>
                <a:gd name="T35" fmla="*/ 7 h 45"/>
                <a:gd name="T36" fmla="*/ 8 w 34"/>
                <a:gd name="T37" fmla="*/ 0 h 45"/>
                <a:gd name="T38" fmla="*/ 7 w 34"/>
                <a:gd name="T39" fmla="*/ 0 h 45"/>
                <a:gd name="T40" fmla="*/ 0 w 34"/>
                <a:gd name="T41" fmla="*/ 12 h 45"/>
                <a:gd name="T42" fmla="*/ 0 w 34"/>
                <a:gd name="T43" fmla="*/ 31 h 45"/>
                <a:gd name="T44" fmla="*/ 1 w 34"/>
                <a:gd name="T45" fmla="*/ 3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45">
                  <a:moveTo>
                    <a:pt x="7" y="12"/>
                  </a:moveTo>
                  <a:lnTo>
                    <a:pt x="7" y="12"/>
                  </a:lnTo>
                  <a:cubicBezTo>
                    <a:pt x="7" y="10"/>
                    <a:pt x="8" y="9"/>
                    <a:pt x="8" y="8"/>
                  </a:cubicBezTo>
                  <a:lnTo>
                    <a:pt x="25" y="14"/>
                  </a:lnTo>
                  <a:cubicBezTo>
                    <a:pt x="26" y="14"/>
                    <a:pt x="27" y="16"/>
                    <a:pt x="27" y="18"/>
                  </a:cubicBezTo>
                  <a:lnTo>
                    <a:pt x="27" y="34"/>
                  </a:lnTo>
                  <a:cubicBezTo>
                    <a:pt x="27" y="36"/>
                    <a:pt x="26" y="37"/>
                    <a:pt x="26" y="37"/>
                  </a:cubicBezTo>
                  <a:lnTo>
                    <a:pt x="8" y="36"/>
                  </a:lnTo>
                  <a:cubicBezTo>
                    <a:pt x="8" y="35"/>
                    <a:pt x="7" y="34"/>
                    <a:pt x="7" y="31"/>
                  </a:cubicBezTo>
                  <a:lnTo>
                    <a:pt x="7" y="12"/>
                  </a:lnTo>
                  <a:close/>
                  <a:moveTo>
                    <a:pt x="1" y="39"/>
                  </a:moveTo>
                  <a:lnTo>
                    <a:pt x="1" y="39"/>
                  </a:lnTo>
                  <a:cubicBezTo>
                    <a:pt x="3" y="43"/>
                    <a:pt x="6" y="43"/>
                    <a:pt x="7" y="43"/>
                  </a:cubicBezTo>
                  <a:lnTo>
                    <a:pt x="27" y="45"/>
                  </a:lnTo>
                  <a:lnTo>
                    <a:pt x="27" y="45"/>
                  </a:lnTo>
                  <a:cubicBezTo>
                    <a:pt x="31" y="45"/>
                    <a:pt x="34" y="40"/>
                    <a:pt x="34" y="34"/>
                  </a:cubicBezTo>
                  <a:lnTo>
                    <a:pt x="34" y="18"/>
                  </a:lnTo>
                  <a:cubicBezTo>
                    <a:pt x="34" y="13"/>
                    <a:pt x="32" y="7"/>
                    <a:pt x="28" y="7"/>
                  </a:cubicBezTo>
                  <a:lnTo>
                    <a:pt x="8" y="0"/>
                  </a:lnTo>
                  <a:lnTo>
                    <a:pt x="7" y="0"/>
                  </a:lnTo>
                  <a:cubicBezTo>
                    <a:pt x="3" y="0"/>
                    <a:pt x="0" y="5"/>
                    <a:pt x="0" y="12"/>
                  </a:cubicBezTo>
                  <a:lnTo>
                    <a:pt x="0" y="31"/>
                  </a:lnTo>
                  <a:cubicBezTo>
                    <a:pt x="0" y="34"/>
                    <a:pt x="1" y="37"/>
                    <a:pt x="1" y="3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4" name="Freeform 42"/>
            <p:cNvSpPr>
              <a:spLocks noEditPoints="1"/>
            </p:cNvSpPr>
            <p:nvPr/>
          </p:nvSpPr>
          <p:spPr bwMode="auto">
            <a:xfrm>
              <a:off x="1603375" y="1033463"/>
              <a:ext cx="28575" cy="39688"/>
            </a:xfrm>
            <a:custGeom>
              <a:avLst/>
              <a:gdLst>
                <a:gd name="T0" fmla="*/ 7 w 34"/>
                <a:gd name="T1" fmla="*/ 12 h 47"/>
                <a:gd name="T2" fmla="*/ 7 w 34"/>
                <a:gd name="T3" fmla="*/ 12 h 47"/>
                <a:gd name="T4" fmla="*/ 8 w 34"/>
                <a:gd name="T5" fmla="*/ 8 h 47"/>
                <a:gd name="T6" fmla="*/ 25 w 34"/>
                <a:gd name="T7" fmla="*/ 12 h 47"/>
                <a:gd name="T8" fmla="*/ 27 w 34"/>
                <a:gd name="T9" fmla="*/ 16 h 47"/>
                <a:gd name="T10" fmla="*/ 27 w 34"/>
                <a:gd name="T11" fmla="*/ 36 h 47"/>
                <a:gd name="T12" fmla="*/ 26 w 34"/>
                <a:gd name="T13" fmla="*/ 40 h 47"/>
                <a:gd name="T14" fmla="*/ 8 w 34"/>
                <a:gd name="T15" fmla="*/ 40 h 47"/>
                <a:gd name="T16" fmla="*/ 7 w 34"/>
                <a:gd name="T17" fmla="*/ 36 h 47"/>
                <a:gd name="T18" fmla="*/ 7 w 34"/>
                <a:gd name="T19" fmla="*/ 12 h 47"/>
                <a:gd name="T20" fmla="*/ 7 w 34"/>
                <a:gd name="T21" fmla="*/ 47 h 47"/>
                <a:gd name="T22" fmla="*/ 7 w 34"/>
                <a:gd name="T23" fmla="*/ 47 h 47"/>
                <a:gd name="T24" fmla="*/ 27 w 34"/>
                <a:gd name="T25" fmla="*/ 47 h 47"/>
                <a:gd name="T26" fmla="*/ 34 w 34"/>
                <a:gd name="T27" fmla="*/ 36 h 47"/>
                <a:gd name="T28" fmla="*/ 34 w 34"/>
                <a:gd name="T29" fmla="*/ 16 h 47"/>
                <a:gd name="T30" fmla="*/ 27 w 34"/>
                <a:gd name="T31" fmla="*/ 5 h 47"/>
                <a:gd name="T32" fmla="*/ 8 w 34"/>
                <a:gd name="T33" fmla="*/ 1 h 47"/>
                <a:gd name="T34" fmla="*/ 7 w 34"/>
                <a:gd name="T35" fmla="*/ 0 h 47"/>
                <a:gd name="T36" fmla="*/ 0 w 34"/>
                <a:gd name="T37" fmla="*/ 12 h 47"/>
                <a:gd name="T38" fmla="*/ 0 w 34"/>
                <a:gd name="T39" fmla="*/ 36 h 47"/>
                <a:gd name="T40" fmla="*/ 7 w 34"/>
                <a:gd name="T4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" h="47">
                  <a:moveTo>
                    <a:pt x="7" y="12"/>
                  </a:moveTo>
                  <a:lnTo>
                    <a:pt x="7" y="12"/>
                  </a:lnTo>
                  <a:cubicBezTo>
                    <a:pt x="7" y="10"/>
                    <a:pt x="8" y="9"/>
                    <a:pt x="8" y="8"/>
                  </a:cubicBezTo>
                  <a:lnTo>
                    <a:pt x="25" y="12"/>
                  </a:lnTo>
                  <a:cubicBezTo>
                    <a:pt x="26" y="13"/>
                    <a:pt x="27" y="14"/>
                    <a:pt x="27" y="16"/>
                  </a:cubicBezTo>
                  <a:lnTo>
                    <a:pt x="27" y="36"/>
                  </a:lnTo>
                  <a:cubicBezTo>
                    <a:pt x="27" y="38"/>
                    <a:pt x="26" y="40"/>
                    <a:pt x="26" y="40"/>
                  </a:cubicBezTo>
                  <a:lnTo>
                    <a:pt x="8" y="40"/>
                  </a:lnTo>
                  <a:cubicBezTo>
                    <a:pt x="8" y="39"/>
                    <a:pt x="7" y="38"/>
                    <a:pt x="7" y="36"/>
                  </a:cubicBezTo>
                  <a:lnTo>
                    <a:pt x="7" y="12"/>
                  </a:lnTo>
                  <a:close/>
                  <a:moveTo>
                    <a:pt x="7" y="47"/>
                  </a:moveTo>
                  <a:lnTo>
                    <a:pt x="7" y="47"/>
                  </a:lnTo>
                  <a:lnTo>
                    <a:pt x="27" y="47"/>
                  </a:lnTo>
                  <a:cubicBezTo>
                    <a:pt x="31" y="47"/>
                    <a:pt x="34" y="42"/>
                    <a:pt x="34" y="36"/>
                  </a:cubicBezTo>
                  <a:lnTo>
                    <a:pt x="34" y="16"/>
                  </a:lnTo>
                  <a:cubicBezTo>
                    <a:pt x="34" y="11"/>
                    <a:pt x="31" y="6"/>
                    <a:pt x="27" y="5"/>
                  </a:cubicBezTo>
                  <a:lnTo>
                    <a:pt x="8" y="1"/>
                  </a:lnTo>
                  <a:lnTo>
                    <a:pt x="7" y="0"/>
                  </a:lnTo>
                  <a:cubicBezTo>
                    <a:pt x="3" y="0"/>
                    <a:pt x="0" y="5"/>
                    <a:pt x="0" y="12"/>
                  </a:cubicBezTo>
                  <a:lnTo>
                    <a:pt x="0" y="36"/>
                  </a:lnTo>
                  <a:cubicBezTo>
                    <a:pt x="0" y="42"/>
                    <a:pt x="3" y="47"/>
                    <a:pt x="7" y="4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5" name="Freeform 43"/>
            <p:cNvSpPr>
              <a:spLocks noEditPoints="1"/>
            </p:cNvSpPr>
            <p:nvPr/>
          </p:nvSpPr>
          <p:spPr bwMode="auto">
            <a:xfrm>
              <a:off x="1601788" y="1108075"/>
              <a:ext cx="30162" cy="38100"/>
            </a:xfrm>
            <a:custGeom>
              <a:avLst/>
              <a:gdLst>
                <a:gd name="T0" fmla="*/ 7 w 35"/>
                <a:gd name="T1" fmla="*/ 11 h 45"/>
                <a:gd name="T2" fmla="*/ 7 w 35"/>
                <a:gd name="T3" fmla="*/ 11 h 45"/>
                <a:gd name="T4" fmla="*/ 8 w 35"/>
                <a:gd name="T5" fmla="*/ 7 h 45"/>
                <a:gd name="T6" fmla="*/ 27 w 35"/>
                <a:gd name="T7" fmla="*/ 8 h 45"/>
                <a:gd name="T8" fmla="*/ 27 w 35"/>
                <a:gd name="T9" fmla="*/ 11 h 45"/>
                <a:gd name="T10" fmla="*/ 27 w 35"/>
                <a:gd name="T11" fmla="*/ 33 h 45"/>
                <a:gd name="T12" fmla="*/ 27 w 35"/>
                <a:gd name="T13" fmla="*/ 36 h 45"/>
                <a:gd name="T14" fmla="*/ 8 w 35"/>
                <a:gd name="T15" fmla="*/ 38 h 45"/>
                <a:gd name="T16" fmla="*/ 7 w 35"/>
                <a:gd name="T17" fmla="*/ 34 h 45"/>
                <a:gd name="T18" fmla="*/ 7 w 35"/>
                <a:gd name="T19" fmla="*/ 11 h 45"/>
                <a:gd name="T20" fmla="*/ 6 w 35"/>
                <a:gd name="T21" fmla="*/ 45 h 45"/>
                <a:gd name="T22" fmla="*/ 6 w 35"/>
                <a:gd name="T23" fmla="*/ 45 h 45"/>
                <a:gd name="T24" fmla="*/ 28 w 35"/>
                <a:gd name="T25" fmla="*/ 43 h 45"/>
                <a:gd name="T26" fmla="*/ 35 w 35"/>
                <a:gd name="T27" fmla="*/ 33 h 45"/>
                <a:gd name="T28" fmla="*/ 35 w 35"/>
                <a:gd name="T29" fmla="*/ 11 h 45"/>
                <a:gd name="T30" fmla="*/ 28 w 35"/>
                <a:gd name="T31" fmla="*/ 1 h 45"/>
                <a:gd name="T32" fmla="*/ 7 w 35"/>
                <a:gd name="T33" fmla="*/ 0 h 45"/>
                <a:gd name="T34" fmla="*/ 6 w 35"/>
                <a:gd name="T35" fmla="*/ 0 h 45"/>
                <a:gd name="T36" fmla="*/ 0 w 35"/>
                <a:gd name="T37" fmla="*/ 11 h 45"/>
                <a:gd name="T38" fmla="*/ 0 w 35"/>
                <a:gd name="T39" fmla="*/ 34 h 45"/>
                <a:gd name="T40" fmla="*/ 6 w 35"/>
                <a:gd name="T41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" h="45">
                  <a:moveTo>
                    <a:pt x="7" y="11"/>
                  </a:moveTo>
                  <a:lnTo>
                    <a:pt x="7" y="11"/>
                  </a:lnTo>
                  <a:cubicBezTo>
                    <a:pt x="7" y="9"/>
                    <a:pt x="7" y="8"/>
                    <a:pt x="8" y="7"/>
                  </a:cubicBezTo>
                  <a:lnTo>
                    <a:pt x="27" y="8"/>
                  </a:lnTo>
                  <a:cubicBezTo>
                    <a:pt x="27" y="9"/>
                    <a:pt x="27" y="10"/>
                    <a:pt x="27" y="11"/>
                  </a:cubicBezTo>
                  <a:lnTo>
                    <a:pt x="27" y="33"/>
                  </a:lnTo>
                  <a:cubicBezTo>
                    <a:pt x="27" y="34"/>
                    <a:pt x="27" y="35"/>
                    <a:pt x="27" y="36"/>
                  </a:cubicBezTo>
                  <a:lnTo>
                    <a:pt x="8" y="38"/>
                  </a:lnTo>
                  <a:cubicBezTo>
                    <a:pt x="7" y="37"/>
                    <a:pt x="7" y="36"/>
                    <a:pt x="7" y="34"/>
                  </a:cubicBezTo>
                  <a:lnTo>
                    <a:pt x="7" y="11"/>
                  </a:lnTo>
                  <a:close/>
                  <a:moveTo>
                    <a:pt x="6" y="45"/>
                  </a:moveTo>
                  <a:lnTo>
                    <a:pt x="6" y="45"/>
                  </a:lnTo>
                  <a:lnTo>
                    <a:pt x="28" y="43"/>
                  </a:lnTo>
                  <a:cubicBezTo>
                    <a:pt x="32" y="43"/>
                    <a:pt x="35" y="38"/>
                    <a:pt x="35" y="33"/>
                  </a:cubicBezTo>
                  <a:lnTo>
                    <a:pt x="35" y="11"/>
                  </a:lnTo>
                  <a:cubicBezTo>
                    <a:pt x="35" y="7"/>
                    <a:pt x="33" y="1"/>
                    <a:pt x="28" y="1"/>
                  </a:cubicBezTo>
                  <a:lnTo>
                    <a:pt x="7" y="0"/>
                  </a:lnTo>
                  <a:lnTo>
                    <a:pt x="6" y="0"/>
                  </a:lnTo>
                  <a:cubicBezTo>
                    <a:pt x="2" y="0"/>
                    <a:pt x="0" y="4"/>
                    <a:pt x="0" y="11"/>
                  </a:cubicBezTo>
                  <a:lnTo>
                    <a:pt x="0" y="34"/>
                  </a:lnTo>
                  <a:cubicBezTo>
                    <a:pt x="0" y="41"/>
                    <a:pt x="2" y="45"/>
                    <a:pt x="6" y="4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6" name="Freeform 44"/>
            <p:cNvSpPr>
              <a:spLocks/>
            </p:cNvSpPr>
            <p:nvPr/>
          </p:nvSpPr>
          <p:spPr bwMode="auto">
            <a:xfrm>
              <a:off x="1603375" y="1177925"/>
              <a:ext cx="26987" cy="12700"/>
            </a:xfrm>
            <a:custGeom>
              <a:avLst/>
              <a:gdLst>
                <a:gd name="T0" fmla="*/ 3 w 33"/>
                <a:gd name="T1" fmla="*/ 14 h 14"/>
                <a:gd name="T2" fmla="*/ 3 w 33"/>
                <a:gd name="T3" fmla="*/ 14 h 14"/>
                <a:gd name="T4" fmla="*/ 3 w 33"/>
                <a:gd name="T5" fmla="*/ 14 h 14"/>
                <a:gd name="T6" fmla="*/ 30 w 33"/>
                <a:gd name="T7" fmla="*/ 11 h 14"/>
                <a:gd name="T8" fmla="*/ 33 w 33"/>
                <a:gd name="T9" fmla="*/ 6 h 14"/>
                <a:gd name="T10" fmla="*/ 30 w 33"/>
                <a:gd name="T11" fmla="*/ 0 h 14"/>
                <a:gd name="T12" fmla="*/ 3 w 33"/>
                <a:gd name="T13" fmla="*/ 3 h 14"/>
                <a:gd name="T14" fmla="*/ 0 w 33"/>
                <a:gd name="T15" fmla="*/ 9 h 14"/>
                <a:gd name="T16" fmla="*/ 3 w 33"/>
                <a:gd name="T1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14">
                  <a:moveTo>
                    <a:pt x="3" y="14"/>
                  </a:moveTo>
                  <a:lnTo>
                    <a:pt x="3" y="14"/>
                  </a:lnTo>
                  <a:lnTo>
                    <a:pt x="3" y="14"/>
                  </a:lnTo>
                  <a:lnTo>
                    <a:pt x="30" y="11"/>
                  </a:lnTo>
                  <a:cubicBezTo>
                    <a:pt x="31" y="11"/>
                    <a:pt x="33" y="9"/>
                    <a:pt x="33" y="6"/>
                  </a:cubicBezTo>
                  <a:cubicBezTo>
                    <a:pt x="33" y="3"/>
                    <a:pt x="31" y="0"/>
                    <a:pt x="30" y="0"/>
                  </a:cubicBezTo>
                  <a:lnTo>
                    <a:pt x="3" y="3"/>
                  </a:lnTo>
                  <a:cubicBezTo>
                    <a:pt x="1" y="3"/>
                    <a:pt x="0" y="6"/>
                    <a:pt x="0" y="9"/>
                  </a:cubicBezTo>
                  <a:cubicBezTo>
                    <a:pt x="0" y="12"/>
                    <a:pt x="1" y="14"/>
                    <a:pt x="3" y="1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7" name="Freeform 45"/>
            <p:cNvSpPr>
              <a:spLocks/>
            </p:cNvSpPr>
            <p:nvPr/>
          </p:nvSpPr>
          <p:spPr bwMode="auto">
            <a:xfrm>
              <a:off x="1603375" y="1196975"/>
              <a:ext cx="26987" cy="12700"/>
            </a:xfrm>
            <a:custGeom>
              <a:avLst/>
              <a:gdLst>
                <a:gd name="T0" fmla="*/ 30 w 33"/>
                <a:gd name="T1" fmla="*/ 0 h 15"/>
                <a:gd name="T2" fmla="*/ 30 w 33"/>
                <a:gd name="T3" fmla="*/ 0 h 15"/>
                <a:gd name="T4" fmla="*/ 3 w 33"/>
                <a:gd name="T5" fmla="*/ 4 h 15"/>
                <a:gd name="T6" fmla="*/ 0 w 33"/>
                <a:gd name="T7" fmla="*/ 9 h 15"/>
                <a:gd name="T8" fmla="*/ 3 w 33"/>
                <a:gd name="T9" fmla="*/ 15 h 15"/>
                <a:gd name="T10" fmla="*/ 3 w 33"/>
                <a:gd name="T11" fmla="*/ 15 h 15"/>
                <a:gd name="T12" fmla="*/ 30 w 33"/>
                <a:gd name="T13" fmla="*/ 11 h 15"/>
                <a:gd name="T14" fmla="*/ 33 w 33"/>
                <a:gd name="T15" fmla="*/ 5 h 15"/>
                <a:gd name="T16" fmla="*/ 30 w 3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15">
                  <a:moveTo>
                    <a:pt x="30" y="0"/>
                  </a:moveTo>
                  <a:lnTo>
                    <a:pt x="30" y="0"/>
                  </a:lnTo>
                  <a:lnTo>
                    <a:pt x="3" y="4"/>
                  </a:lnTo>
                  <a:cubicBezTo>
                    <a:pt x="1" y="4"/>
                    <a:pt x="0" y="6"/>
                    <a:pt x="0" y="9"/>
                  </a:cubicBezTo>
                  <a:cubicBezTo>
                    <a:pt x="0" y="13"/>
                    <a:pt x="1" y="15"/>
                    <a:pt x="3" y="15"/>
                  </a:cubicBezTo>
                  <a:lnTo>
                    <a:pt x="3" y="15"/>
                  </a:lnTo>
                  <a:lnTo>
                    <a:pt x="30" y="11"/>
                  </a:lnTo>
                  <a:cubicBezTo>
                    <a:pt x="31" y="11"/>
                    <a:pt x="33" y="8"/>
                    <a:pt x="33" y="5"/>
                  </a:cubicBezTo>
                  <a:cubicBezTo>
                    <a:pt x="33" y="2"/>
                    <a:pt x="31" y="0"/>
                    <a:pt x="3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8" name="Freeform 46"/>
            <p:cNvSpPr>
              <a:spLocks/>
            </p:cNvSpPr>
            <p:nvPr/>
          </p:nvSpPr>
          <p:spPr bwMode="auto">
            <a:xfrm>
              <a:off x="1652588" y="1177925"/>
              <a:ext cx="19050" cy="9525"/>
            </a:xfrm>
            <a:custGeom>
              <a:avLst/>
              <a:gdLst>
                <a:gd name="T0" fmla="*/ 2 w 22"/>
                <a:gd name="T1" fmla="*/ 10 h 10"/>
                <a:gd name="T2" fmla="*/ 2 w 22"/>
                <a:gd name="T3" fmla="*/ 10 h 10"/>
                <a:gd name="T4" fmla="*/ 20 w 22"/>
                <a:gd name="T5" fmla="*/ 8 h 10"/>
                <a:gd name="T6" fmla="*/ 22 w 22"/>
                <a:gd name="T7" fmla="*/ 4 h 10"/>
                <a:gd name="T8" fmla="*/ 20 w 22"/>
                <a:gd name="T9" fmla="*/ 0 h 10"/>
                <a:gd name="T10" fmla="*/ 2 w 22"/>
                <a:gd name="T11" fmla="*/ 2 h 10"/>
                <a:gd name="T12" fmla="*/ 0 w 22"/>
                <a:gd name="T13" fmla="*/ 6 h 10"/>
                <a:gd name="T14" fmla="*/ 2 w 22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0">
                  <a:moveTo>
                    <a:pt x="2" y="10"/>
                  </a:moveTo>
                  <a:lnTo>
                    <a:pt x="2" y="10"/>
                  </a:lnTo>
                  <a:lnTo>
                    <a:pt x="20" y="8"/>
                  </a:lnTo>
                  <a:cubicBezTo>
                    <a:pt x="22" y="8"/>
                    <a:pt x="22" y="6"/>
                    <a:pt x="22" y="4"/>
                  </a:cubicBezTo>
                  <a:cubicBezTo>
                    <a:pt x="22" y="2"/>
                    <a:pt x="22" y="0"/>
                    <a:pt x="20" y="0"/>
                  </a:cubicBezTo>
                  <a:lnTo>
                    <a:pt x="2" y="2"/>
                  </a:lnTo>
                  <a:cubicBezTo>
                    <a:pt x="1" y="2"/>
                    <a:pt x="0" y="4"/>
                    <a:pt x="0" y="6"/>
                  </a:cubicBezTo>
                  <a:cubicBezTo>
                    <a:pt x="0" y="8"/>
                    <a:pt x="1" y="10"/>
                    <a:pt x="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69" name="Freeform 47"/>
            <p:cNvSpPr>
              <a:spLocks/>
            </p:cNvSpPr>
            <p:nvPr/>
          </p:nvSpPr>
          <p:spPr bwMode="auto">
            <a:xfrm>
              <a:off x="1652588" y="1190625"/>
              <a:ext cx="19050" cy="9525"/>
            </a:xfrm>
            <a:custGeom>
              <a:avLst/>
              <a:gdLst>
                <a:gd name="T0" fmla="*/ 20 w 22"/>
                <a:gd name="T1" fmla="*/ 0 h 11"/>
                <a:gd name="T2" fmla="*/ 20 w 22"/>
                <a:gd name="T3" fmla="*/ 0 h 11"/>
                <a:gd name="T4" fmla="*/ 2 w 22"/>
                <a:gd name="T5" fmla="*/ 3 h 11"/>
                <a:gd name="T6" fmla="*/ 0 w 22"/>
                <a:gd name="T7" fmla="*/ 7 h 11"/>
                <a:gd name="T8" fmla="*/ 2 w 22"/>
                <a:gd name="T9" fmla="*/ 11 h 11"/>
                <a:gd name="T10" fmla="*/ 2 w 22"/>
                <a:gd name="T11" fmla="*/ 11 h 11"/>
                <a:gd name="T12" fmla="*/ 20 w 22"/>
                <a:gd name="T13" fmla="*/ 8 h 11"/>
                <a:gd name="T14" fmla="*/ 22 w 22"/>
                <a:gd name="T15" fmla="*/ 4 h 11"/>
                <a:gd name="T16" fmla="*/ 20 w 22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11">
                  <a:moveTo>
                    <a:pt x="20" y="0"/>
                  </a:moveTo>
                  <a:lnTo>
                    <a:pt x="20" y="0"/>
                  </a:lnTo>
                  <a:lnTo>
                    <a:pt x="2" y="3"/>
                  </a:lnTo>
                  <a:cubicBezTo>
                    <a:pt x="1" y="3"/>
                    <a:pt x="0" y="5"/>
                    <a:pt x="0" y="7"/>
                  </a:cubicBezTo>
                  <a:cubicBezTo>
                    <a:pt x="0" y="9"/>
                    <a:pt x="1" y="11"/>
                    <a:pt x="2" y="11"/>
                  </a:cubicBezTo>
                  <a:lnTo>
                    <a:pt x="2" y="11"/>
                  </a:lnTo>
                  <a:lnTo>
                    <a:pt x="20" y="8"/>
                  </a:lnTo>
                  <a:cubicBezTo>
                    <a:pt x="22" y="8"/>
                    <a:pt x="22" y="6"/>
                    <a:pt x="22" y="4"/>
                  </a:cubicBezTo>
                  <a:cubicBezTo>
                    <a:pt x="22" y="2"/>
                    <a:pt x="22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70" name="Freeform 48"/>
            <p:cNvSpPr>
              <a:spLocks noEditPoints="1"/>
            </p:cNvSpPr>
            <p:nvPr/>
          </p:nvSpPr>
          <p:spPr bwMode="auto">
            <a:xfrm>
              <a:off x="1654175" y="976313"/>
              <a:ext cx="19050" cy="26988"/>
            </a:xfrm>
            <a:custGeom>
              <a:avLst/>
              <a:gdLst>
                <a:gd name="T0" fmla="*/ 5 w 23"/>
                <a:gd name="T1" fmla="*/ 8 h 31"/>
                <a:gd name="T2" fmla="*/ 5 w 23"/>
                <a:gd name="T3" fmla="*/ 8 h 31"/>
                <a:gd name="T4" fmla="*/ 5 w 23"/>
                <a:gd name="T5" fmla="*/ 5 h 31"/>
                <a:gd name="T6" fmla="*/ 17 w 23"/>
                <a:gd name="T7" fmla="*/ 9 h 31"/>
                <a:gd name="T8" fmla="*/ 18 w 23"/>
                <a:gd name="T9" fmla="*/ 12 h 31"/>
                <a:gd name="T10" fmla="*/ 18 w 23"/>
                <a:gd name="T11" fmla="*/ 23 h 31"/>
                <a:gd name="T12" fmla="*/ 17 w 23"/>
                <a:gd name="T13" fmla="*/ 26 h 31"/>
                <a:gd name="T14" fmla="*/ 5 w 23"/>
                <a:gd name="T15" fmla="*/ 24 h 31"/>
                <a:gd name="T16" fmla="*/ 5 w 23"/>
                <a:gd name="T17" fmla="*/ 21 h 31"/>
                <a:gd name="T18" fmla="*/ 5 w 23"/>
                <a:gd name="T19" fmla="*/ 8 h 31"/>
                <a:gd name="T20" fmla="*/ 1 w 23"/>
                <a:gd name="T21" fmla="*/ 26 h 31"/>
                <a:gd name="T22" fmla="*/ 1 w 23"/>
                <a:gd name="T23" fmla="*/ 26 h 31"/>
                <a:gd name="T24" fmla="*/ 4 w 23"/>
                <a:gd name="T25" fmla="*/ 29 h 31"/>
                <a:gd name="T26" fmla="*/ 5 w 23"/>
                <a:gd name="T27" fmla="*/ 29 h 31"/>
                <a:gd name="T28" fmla="*/ 18 w 23"/>
                <a:gd name="T29" fmla="*/ 31 h 31"/>
                <a:gd name="T30" fmla="*/ 18 w 23"/>
                <a:gd name="T31" fmla="*/ 30 h 31"/>
                <a:gd name="T32" fmla="*/ 23 w 23"/>
                <a:gd name="T33" fmla="*/ 23 h 31"/>
                <a:gd name="T34" fmla="*/ 23 w 23"/>
                <a:gd name="T35" fmla="*/ 12 h 31"/>
                <a:gd name="T36" fmla="*/ 19 w 23"/>
                <a:gd name="T37" fmla="*/ 4 h 31"/>
                <a:gd name="T38" fmla="*/ 5 w 23"/>
                <a:gd name="T39" fmla="*/ 0 h 31"/>
                <a:gd name="T40" fmla="*/ 4 w 23"/>
                <a:gd name="T41" fmla="*/ 0 h 31"/>
                <a:gd name="T42" fmla="*/ 0 w 23"/>
                <a:gd name="T43" fmla="*/ 8 h 31"/>
                <a:gd name="T44" fmla="*/ 0 w 23"/>
                <a:gd name="T45" fmla="*/ 21 h 31"/>
                <a:gd name="T46" fmla="*/ 1 w 23"/>
                <a:gd name="T47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" h="31">
                  <a:moveTo>
                    <a:pt x="5" y="8"/>
                  </a:moveTo>
                  <a:lnTo>
                    <a:pt x="5" y="8"/>
                  </a:lnTo>
                  <a:cubicBezTo>
                    <a:pt x="5" y="6"/>
                    <a:pt x="5" y="5"/>
                    <a:pt x="5" y="5"/>
                  </a:cubicBezTo>
                  <a:lnTo>
                    <a:pt x="17" y="9"/>
                  </a:lnTo>
                  <a:cubicBezTo>
                    <a:pt x="17" y="9"/>
                    <a:pt x="18" y="10"/>
                    <a:pt x="18" y="12"/>
                  </a:cubicBezTo>
                  <a:lnTo>
                    <a:pt x="18" y="23"/>
                  </a:lnTo>
                  <a:cubicBezTo>
                    <a:pt x="18" y="24"/>
                    <a:pt x="18" y="25"/>
                    <a:pt x="17" y="26"/>
                  </a:cubicBezTo>
                  <a:lnTo>
                    <a:pt x="5" y="24"/>
                  </a:lnTo>
                  <a:cubicBezTo>
                    <a:pt x="5" y="24"/>
                    <a:pt x="5" y="23"/>
                    <a:pt x="5" y="21"/>
                  </a:cubicBezTo>
                  <a:lnTo>
                    <a:pt x="5" y="8"/>
                  </a:lnTo>
                  <a:close/>
                  <a:moveTo>
                    <a:pt x="1" y="26"/>
                  </a:moveTo>
                  <a:lnTo>
                    <a:pt x="1" y="26"/>
                  </a:lnTo>
                  <a:cubicBezTo>
                    <a:pt x="2" y="29"/>
                    <a:pt x="4" y="29"/>
                    <a:pt x="4" y="29"/>
                  </a:cubicBezTo>
                  <a:lnTo>
                    <a:pt x="5" y="29"/>
                  </a:lnTo>
                  <a:lnTo>
                    <a:pt x="18" y="31"/>
                  </a:lnTo>
                  <a:lnTo>
                    <a:pt x="18" y="30"/>
                  </a:lnTo>
                  <a:cubicBezTo>
                    <a:pt x="21" y="30"/>
                    <a:pt x="23" y="27"/>
                    <a:pt x="23" y="23"/>
                  </a:cubicBezTo>
                  <a:lnTo>
                    <a:pt x="23" y="12"/>
                  </a:lnTo>
                  <a:cubicBezTo>
                    <a:pt x="23" y="8"/>
                    <a:pt x="21" y="5"/>
                    <a:pt x="19" y="4"/>
                  </a:cubicBezTo>
                  <a:lnTo>
                    <a:pt x="5" y="0"/>
                  </a:lnTo>
                  <a:lnTo>
                    <a:pt x="4" y="0"/>
                  </a:lnTo>
                  <a:cubicBezTo>
                    <a:pt x="2" y="0"/>
                    <a:pt x="0" y="3"/>
                    <a:pt x="0" y="8"/>
                  </a:cubicBezTo>
                  <a:lnTo>
                    <a:pt x="0" y="21"/>
                  </a:lnTo>
                  <a:cubicBezTo>
                    <a:pt x="0" y="23"/>
                    <a:pt x="0" y="25"/>
                    <a:pt x="1" y="2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71" name="Freeform 49"/>
            <p:cNvSpPr>
              <a:spLocks noEditPoints="1"/>
            </p:cNvSpPr>
            <p:nvPr/>
          </p:nvSpPr>
          <p:spPr bwMode="auto">
            <a:xfrm>
              <a:off x="1654175" y="1047750"/>
              <a:ext cx="19050" cy="25400"/>
            </a:xfrm>
            <a:custGeom>
              <a:avLst/>
              <a:gdLst>
                <a:gd name="T0" fmla="*/ 5 w 22"/>
                <a:gd name="T1" fmla="*/ 7 h 30"/>
                <a:gd name="T2" fmla="*/ 5 w 22"/>
                <a:gd name="T3" fmla="*/ 7 h 30"/>
                <a:gd name="T4" fmla="*/ 6 w 22"/>
                <a:gd name="T5" fmla="*/ 5 h 30"/>
                <a:gd name="T6" fmla="*/ 17 w 22"/>
                <a:gd name="T7" fmla="*/ 8 h 30"/>
                <a:gd name="T8" fmla="*/ 17 w 22"/>
                <a:gd name="T9" fmla="*/ 10 h 30"/>
                <a:gd name="T10" fmla="*/ 17 w 22"/>
                <a:gd name="T11" fmla="*/ 23 h 30"/>
                <a:gd name="T12" fmla="*/ 17 w 22"/>
                <a:gd name="T13" fmla="*/ 25 h 30"/>
                <a:gd name="T14" fmla="*/ 6 w 22"/>
                <a:gd name="T15" fmla="*/ 25 h 30"/>
                <a:gd name="T16" fmla="*/ 5 w 22"/>
                <a:gd name="T17" fmla="*/ 22 h 30"/>
                <a:gd name="T18" fmla="*/ 5 w 22"/>
                <a:gd name="T19" fmla="*/ 7 h 30"/>
                <a:gd name="T20" fmla="*/ 5 w 22"/>
                <a:gd name="T21" fmla="*/ 30 h 30"/>
                <a:gd name="T22" fmla="*/ 5 w 22"/>
                <a:gd name="T23" fmla="*/ 30 h 30"/>
                <a:gd name="T24" fmla="*/ 17 w 22"/>
                <a:gd name="T25" fmla="*/ 30 h 30"/>
                <a:gd name="T26" fmla="*/ 22 w 22"/>
                <a:gd name="T27" fmla="*/ 23 h 30"/>
                <a:gd name="T28" fmla="*/ 22 w 22"/>
                <a:gd name="T29" fmla="*/ 10 h 30"/>
                <a:gd name="T30" fmla="*/ 18 w 22"/>
                <a:gd name="T31" fmla="*/ 3 h 30"/>
                <a:gd name="T32" fmla="*/ 6 w 22"/>
                <a:gd name="T33" fmla="*/ 0 h 30"/>
                <a:gd name="T34" fmla="*/ 5 w 22"/>
                <a:gd name="T35" fmla="*/ 0 h 30"/>
                <a:gd name="T36" fmla="*/ 0 w 22"/>
                <a:gd name="T37" fmla="*/ 7 h 30"/>
                <a:gd name="T38" fmla="*/ 0 w 22"/>
                <a:gd name="T39" fmla="*/ 22 h 30"/>
                <a:gd name="T40" fmla="*/ 5 w 22"/>
                <a:gd name="T41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30">
                  <a:moveTo>
                    <a:pt x="5" y="7"/>
                  </a:moveTo>
                  <a:lnTo>
                    <a:pt x="5" y="7"/>
                  </a:lnTo>
                  <a:cubicBezTo>
                    <a:pt x="5" y="6"/>
                    <a:pt x="5" y="5"/>
                    <a:pt x="6" y="5"/>
                  </a:cubicBezTo>
                  <a:lnTo>
                    <a:pt x="17" y="8"/>
                  </a:lnTo>
                  <a:cubicBezTo>
                    <a:pt x="17" y="8"/>
                    <a:pt x="17" y="9"/>
                    <a:pt x="17" y="10"/>
                  </a:cubicBezTo>
                  <a:lnTo>
                    <a:pt x="17" y="23"/>
                  </a:lnTo>
                  <a:cubicBezTo>
                    <a:pt x="17" y="24"/>
                    <a:pt x="17" y="24"/>
                    <a:pt x="17" y="25"/>
                  </a:cubicBezTo>
                  <a:lnTo>
                    <a:pt x="6" y="25"/>
                  </a:lnTo>
                  <a:cubicBezTo>
                    <a:pt x="5" y="24"/>
                    <a:pt x="5" y="24"/>
                    <a:pt x="5" y="22"/>
                  </a:cubicBezTo>
                  <a:lnTo>
                    <a:pt x="5" y="7"/>
                  </a:lnTo>
                  <a:close/>
                  <a:moveTo>
                    <a:pt x="5" y="30"/>
                  </a:moveTo>
                  <a:lnTo>
                    <a:pt x="5" y="30"/>
                  </a:lnTo>
                  <a:lnTo>
                    <a:pt x="17" y="30"/>
                  </a:lnTo>
                  <a:cubicBezTo>
                    <a:pt x="20" y="29"/>
                    <a:pt x="22" y="26"/>
                    <a:pt x="22" y="23"/>
                  </a:cubicBezTo>
                  <a:lnTo>
                    <a:pt x="22" y="10"/>
                  </a:lnTo>
                  <a:cubicBezTo>
                    <a:pt x="22" y="6"/>
                    <a:pt x="20" y="3"/>
                    <a:pt x="18" y="3"/>
                  </a:cubicBezTo>
                  <a:lnTo>
                    <a:pt x="6" y="0"/>
                  </a:lnTo>
                  <a:lnTo>
                    <a:pt x="5" y="0"/>
                  </a:lnTo>
                  <a:cubicBezTo>
                    <a:pt x="2" y="0"/>
                    <a:pt x="0" y="3"/>
                    <a:pt x="0" y="7"/>
                  </a:cubicBezTo>
                  <a:lnTo>
                    <a:pt x="0" y="22"/>
                  </a:lnTo>
                  <a:cubicBezTo>
                    <a:pt x="0" y="27"/>
                    <a:pt x="2" y="30"/>
                    <a:pt x="5" y="3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72" name="Freeform 50"/>
            <p:cNvSpPr>
              <a:spLocks noEditPoints="1"/>
            </p:cNvSpPr>
            <p:nvPr/>
          </p:nvSpPr>
          <p:spPr bwMode="auto">
            <a:xfrm>
              <a:off x="1652588" y="1111250"/>
              <a:ext cx="20637" cy="25400"/>
            </a:xfrm>
            <a:custGeom>
              <a:avLst/>
              <a:gdLst>
                <a:gd name="T0" fmla="*/ 5 w 23"/>
                <a:gd name="T1" fmla="*/ 8 h 30"/>
                <a:gd name="T2" fmla="*/ 5 w 23"/>
                <a:gd name="T3" fmla="*/ 8 h 30"/>
                <a:gd name="T4" fmla="*/ 5 w 23"/>
                <a:gd name="T5" fmla="*/ 5 h 30"/>
                <a:gd name="T6" fmla="*/ 17 w 23"/>
                <a:gd name="T7" fmla="*/ 6 h 30"/>
                <a:gd name="T8" fmla="*/ 18 w 23"/>
                <a:gd name="T9" fmla="*/ 8 h 30"/>
                <a:gd name="T10" fmla="*/ 18 w 23"/>
                <a:gd name="T11" fmla="*/ 22 h 30"/>
                <a:gd name="T12" fmla="*/ 17 w 23"/>
                <a:gd name="T13" fmla="*/ 24 h 30"/>
                <a:gd name="T14" fmla="*/ 5 w 23"/>
                <a:gd name="T15" fmla="*/ 25 h 30"/>
                <a:gd name="T16" fmla="*/ 5 w 23"/>
                <a:gd name="T17" fmla="*/ 22 h 30"/>
                <a:gd name="T18" fmla="*/ 5 w 23"/>
                <a:gd name="T19" fmla="*/ 8 h 30"/>
                <a:gd name="T20" fmla="*/ 4 w 23"/>
                <a:gd name="T21" fmla="*/ 30 h 30"/>
                <a:gd name="T22" fmla="*/ 4 w 23"/>
                <a:gd name="T23" fmla="*/ 30 h 30"/>
                <a:gd name="T24" fmla="*/ 18 w 23"/>
                <a:gd name="T25" fmla="*/ 28 h 30"/>
                <a:gd name="T26" fmla="*/ 23 w 23"/>
                <a:gd name="T27" fmla="*/ 22 h 30"/>
                <a:gd name="T28" fmla="*/ 23 w 23"/>
                <a:gd name="T29" fmla="*/ 8 h 30"/>
                <a:gd name="T30" fmla="*/ 18 w 23"/>
                <a:gd name="T31" fmla="*/ 1 h 30"/>
                <a:gd name="T32" fmla="*/ 5 w 23"/>
                <a:gd name="T33" fmla="*/ 0 h 30"/>
                <a:gd name="T34" fmla="*/ 4 w 23"/>
                <a:gd name="T35" fmla="*/ 0 h 30"/>
                <a:gd name="T36" fmla="*/ 0 w 23"/>
                <a:gd name="T37" fmla="*/ 8 h 30"/>
                <a:gd name="T38" fmla="*/ 0 w 23"/>
                <a:gd name="T39" fmla="*/ 22 h 30"/>
                <a:gd name="T40" fmla="*/ 4 w 23"/>
                <a:gd name="T41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30">
                  <a:moveTo>
                    <a:pt x="5" y="8"/>
                  </a:moveTo>
                  <a:lnTo>
                    <a:pt x="5" y="8"/>
                  </a:lnTo>
                  <a:cubicBezTo>
                    <a:pt x="5" y="7"/>
                    <a:pt x="5" y="6"/>
                    <a:pt x="5" y="5"/>
                  </a:cubicBezTo>
                  <a:lnTo>
                    <a:pt x="17" y="6"/>
                  </a:lnTo>
                  <a:cubicBezTo>
                    <a:pt x="17" y="6"/>
                    <a:pt x="18" y="7"/>
                    <a:pt x="18" y="8"/>
                  </a:cubicBezTo>
                  <a:lnTo>
                    <a:pt x="18" y="22"/>
                  </a:lnTo>
                  <a:cubicBezTo>
                    <a:pt x="18" y="23"/>
                    <a:pt x="18" y="23"/>
                    <a:pt x="17" y="24"/>
                  </a:cubicBezTo>
                  <a:lnTo>
                    <a:pt x="5" y="25"/>
                  </a:lnTo>
                  <a:cubicBezTo>
                    <a:pt x="5" y="24"/>
                    <a:pt x="5" y="24"/>
                    <a:pt x="5" y="22"/>
                  </a:cubicBezTo>
                  <a:lnTo>
                    <a:pt x="5" y="8"/>
                  </a:lnTo>
                  <a:close/>
                  <a:moveTo>
                    <a:pt x="4" y="30"/>
                  </a:moveTo>
                  <a:lnTo>
                    <a:pt x="4" y="30"/>
                  </a:lnTo>
                  <a:lnTo>
                    <a:pt x="18" y="28"/>
                  </a:lnTo>
                  <a:cubicBezTo>
                    <a:pt x="21" y="28"/>
                    <a:pt x="23" y="25"/>
                    <a:pt x="23" y="22"/>
                  </a:cubicBezTo>
                  <a:lnTo>
                    <a:pt x="23" y="8"/>
                  </a:lnTo>
                  <a:cubicBezTo>
                    <a:pt x="23" y="5"/>
                    <a:pt x="21" y="1"/>
                    <a:pt x="18" y="1"/>
                  </a:cubicBezTo>
                  <a:lnTo>
                    <a:pt x="5" y="0"/>
                  </a:lnTo>
                  <a:lnTo>
                    <a:pt x="4" y="0"/>
                  </a:lnTo>
                  <a:cubicBezTo>
                    <a:pt x="2" y="0"/>
                    <a:pt x="0" y="3"/>
                    <a:pt x="0" y="8"/>
                  </a:cubicBezTo>
                  <a:lnTo>
                    <a:pt x="0" y="22"/>
                  </a:lnTo>
                  <a:cubicBezTo>
                    <a:pt x="0" y="27"/>
                    <a:pt x="2" y="30"/>
                    <a:pt x="4" y="3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73" name="Freeform 51"/>
            <p:cNvSpPr>
              <a:spLocks/>
            </p:cNvSpPr>
            <p:nvPr/>
          </p:nvSpPr>
          <p:spPr bwMode="auto">
            <a:xfrm>
              <a:off x="1762125" y="1182688"/>
              <a:ext cx="79375" cy="15875"/>
            </a:xfrm>
            <a:custGeom>
              <a:avLst/>
              <a:gdLst>
                <a:gd name="T0" fmla="*/ 88 w 94"/>
                <a:gd name="T1" fmla="*/ 0 h 19"/>
                <a:gd name="T2" fmla="*/ 88 w 94"/>
                <a:gd name="T3" fmla="*/ 0 h 19"/>
                <a:gd name="T4" fmla="*/ 6 w 94"/>
                <a:gd name="T5" fmla="*/ 0 h 19"/>
                <a:gd name="T6" fmla="*/ 0 w 94"/>
                <a:gd name="T7" fmla="*/ 9 h 19"/>
                <a:gd name="T8" fmla="*/ 6 w 94"/>
                <a:gd name="T9" fmla="*/ 19 h 19"/>
                <a:gd name="T10" fmla="*/ 88 w 94"/>
                <a:gd name="T11" fmla="*/ 19 h 19"/>
                <a:gd name="T12" fmla="*/ 94 w 94"/>
                <a:gd name="T13" fmla="*/ 9 h 19"/>
                <a:gd name="T14" fmla="*/ 88 w 94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19">
                  <a:moveTo>
                    <a:pt x="88" y="0"/>
                  </a:moveTo>
                  <a:lnTo>
                    <a:pt x="88" y="0"/>
                  </a:lnTo>
                  <a:lnTo>
                    <a:pt x="6" y="0"/>
                  </a:lnTo>
                  <a:cubicBezTo>
                    <a:pt x="3" y="0"/>
                    <a:pt x="0" y="4"/>
                    <a:pt x="0" y="9"/>
                  </a:cubicBezTo>
                  <a:cubicBezTo>
                    <a:pt x="0" y="14"/>
                    <a:pt x="3" y="19"/>
                    <a:pt x="6" y="19"/>
                  </a:cubicBezTo>
                  <a:lnTo>
                    <a:pt x="88" y="19"/>
                  </a:lnTo>
                  <a:cubicBezTo>
                    <a:pt x="91" y="19"/>
                    <a:pt x="94" y="14"/>
                    <a:pt x="94" y="9"/>
                  </a:cubicBezTo>
                  <a:cubicBezTo>
                    <a:pt x="94" y="4"/>
                    <a:pt x="91" y="0"/>
                    <a:pt x="8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  <p:sp>
          <p:nvSpPr>
            <p:cNvPr id="74" name="Freeform 52"/>
            <p:cNvSpPr>
              <a:spLocks/>
            </p:cNvSpPr>
            <p:nvPr/>
          </p:nvSpPr>
          <p:spPr bwMode="auto">
            <a:xfrm>
              <a:off x="1762125" y="1214438"/>
              <a:ext cx="79375" cy="15875"/>
            </a:xfrm>
            <a:custGeom>
              <a:avLst/>
              <a:gdLst>
                <a:gd name="T0" fmla="*/ 88 w 94"/>
                <a:gd name="T1" fmla="*/ 0 h 19"/>
                <a:gd name="T2" fmla="*/ 88 w 94"/>
                <a:gd name="T3" fmla="*/ 0 h 19"/>
                <a:gd name="T4" fmla="*/ 6 w 94"/>
                <a:gd name="T5" fmla="*/ 0 h 19"/>
                <a:gd name="T6" fmla="*/ 0 w 94"/>
                <a:gd name="T7" fmla="*/ 9 h 19"/>
                <a:gd name="T8" fmla="*/ 6 w 94"/>
                <a:gd name="T9" fmla="*/ 19 h 19"/>
                <a:gd name="T10" fmla="*/ 88 w 94"/>
                <a:gd name="T11" fmla="*/ 19 h 19"/>
                <a:gd name="T12" fmla="*/ 94 w 94"/>
                <a:gd name="T13" fmla="*/ 9 h 19"/>
                <a:gd name="T14" fmla="*/ 88 w 94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19">
                  <a:moveTo>
                    <a:pt x="88" y="0"/>
                  </a:moveTo>
                  <a:lnTo>
                    <a:pt x="88" y="0"/>
                  </a:lnTo>
                  <a:lnTo>
                    <a:pt x="6" y="0"/>
                  </a:lnTo>
                  <a:cubicBezTo>
                    <a:pt x="3" y="0"/>
                    <a:pt x="0" y="4"/>
                    <a:pt x="0" y="9"/>
                  </a:cubicBezTo>
                  <a:cubicBezTo>
                    <a:pt x="0" y="14"/>
                    <a:pt x="3" y="19"/>
                    <a:pt x="6" y="19"/>
                  </a:cubicBezTo>
                  <a:lnTo>
                    <a:pt x="88" y="19"/>
                  </a:lnTo>
                  <a:cubicBezTo>
                    <a:pt x="91" y="19"/>
                    <a:pt x="94" y="14"/>
                    <a:pt x="94" y="9"/>
                  </a:cubicBezTo>
                  <a:cubicBezTo>
                    <a:pt x="94" y="4"/>
                    <a:pt x="91" y="0"/>
                    <a:pt x="8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43689">
                <a:defRPr/>
              </a:pPr>
              <a:endParaRPr lang="zh-CN" altLang="en-US" sz="3201">
                <a:latin typeface="Arial" panose="020B0604020202020204" pitchFamily="34" charset="0"/>
              </a:endParaRPr>
            </a:p>
          </p:txBody>
        </p:sp>
      </p:grpSp>
      <p:sp>
        <p:nvSpPr>
          <p:cNvPr id="75" name="十字形 74"/>
          <p:cNvSpPr/>
          <p:nvPr/>
        </p:nvSpPr>
        <p:spPr bwMode="auto">
          <a:xfrm rot="2700000">
            <a:off x="3747737" y="4830331"/>
            <a:ext cx="425246" cy="437969"/>
          </a:xfrm>
          <a:prstGeom prst="plus">
            <a:avLst>
              <a:gd name="adj" fmla="val 43218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343039" y="4754952"/>
            <a:ext cx="2321072" cy="612704"/>
            <a:chOff x="5343039" y="4754952"/>
            <a:chExt cx="2321072" cy="612704"/>
          </a:xfrm>
        </p:grpSpPr>
        <p:sp>
          <p:nvSpPr>
            <p:cNvPr id="77" name="圆角矩形 76"/>
            <p:cNvSpPr/>
            <p:nvPr/>
          </p:nvSpPr>
          <p:spPr bwMode="auto">
            <a:xfrm>
              <a:off x="5343039" y="4754952"/>
              <a:ext cx="2321072" cy="612704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grpSp>
          <p:nvGrpSpPr>
            <p:cNvPr id="78" name="组合 18649"/>
            <p:cNvGrpSpPr/>
            <p:nvPr/>
          </p:nvGrpSpPr>
          <p:grpSpPr>
            <a:xfrm>
              <a:off x="6066960" y="4814655"/>
              <a:ext cx="743123" cy="552579"/>
              <a:chOff x="1320800" y="873125"/>
              <a:chExt cx="557213" cy="414338"/>
            </a:xfrm>
            <a:solidFill>
              <a:srgbClr val="02CCCC"/>
            </a:solidFill>
          </p:grpSpPr>
          <p:sp>
            <p:nvSpPr>
              <p:cNvPr id="79" name="Freeform 26"/>
              <p:cNvSpPr>
                <a:spLocks noEditPoints="1"/>
              </p:cNvSpPr>
              <p:nvPr/>
            </p:nvSpPr>
            <p:spPr bwMode="auto">
              <a:xfrm>
                <a:off x="1725613" y="893763"/>
                <a:ext cx="152400" cy="373063"/>
              </a:xfrm>
              <a:custGeom>
                <a:avLst/>
                <a:gdLst>
                  <a:gd name="T0" fmla="*/ 156 w 180"/>
                  <a:gd name="T1" fmla="*/ 122 h 438"/>
                  <a:gd name="T2" fmla="*/ 156 w 180"/>
                  <a:gd name="T3" fmla="*/ 122 h 438"/>
                  <a:gd name="T4" fmla="*/ 24 w 180"/>
                  <a:gd name="T5" fmla="*/ 122 h 438"/>
                  <a:gd name="T6" fmla="*/ 24 w 180"/>
                  <a:gd name="T7" fmla="*/ 24 h 438"/>
                  <a:gd name="T8" fmla="*/ 156 w 180"/>
                  <a:gd name="T9" fmla="*/ 24 h 438"/>
                  <a:gd name="T10" fmla="*/ 156 w 180"/>
                  <a:gd name="T11" fmla="*/ 122 h 438"/>
                  <a:gd name="T12" fmla="*/ 24 w 180"/>
                  <a:gd name="T13" fmla="*/ 127 h 438"/>
                  <a:gd name="T14" fmla="*/ 24 w 180"/>
                  <a:gd name="T15" fmla="*/ 127 h 438"/>
                  <a:gd name="T16" fmla="*/ 156 w 180"/>
                  <a:gd name="T17" fmla="*/ 127 h 438"/>
                  <a:gd name="T18" fmla="*/ 156 w 180"/>
                  <a:gd name="T19" fmla="*/ 212 h 438"/>
                  <a:gd name="T20" fmla="*/ 24 w 180"/>
                  <a:gd name="T21" fmla="*/ 212 h 438"/>
                  <a:gd name="T22" fmla="*/ 24 w 180"/>
                  <a:gd name="T23" fmla="*/ 127 h 438"/>
                  <a:gd name="T24" fmla="*/ 156 w 180"/>
                  <a:gd name="T25" fmla="*/ 305 h 438"/>
                  <a:gd name="T26" fmla="*/ 156 w 180"/>
                  <a:gd name="T27" fmla="*/ 305 h 438"/>
                  <a:gd name="T28" fmla="*/ 24 w 180"/>
                  <a:gd name="T29" fmla="*/ 305 h 438"/>
                  <a:gd name="T30" fmla="*/ 24 w 180"/>
                  <a:gd name="T31" fmla="*/ 217 h 438"/>
                  <a:gd name="T32" fmla="*/ 156 w 180"/>
                  <a:gd name="T33" fmla="*/ 217 h 438"/>
                  <a:gd name="T34" fmla="*/ 156 w 180"/>
                  <a:gd name="T35" fmla="*/ 305 h 438"/>
                  <a:gd name="T36" fmla="*/ 24 w 180"/>
                  <a:gd name="T37" fmla="*/ 310 h 438"/>
                  <a:gd name="T38" fmla="*/ 24 w 180"/>
                  <a:gd name="T39" fmla="*/ 310 h 438"/>
                  <a:gd name="T40" fmla="*/ 156 w 180"/>
                  <a:gd name="T41" fmla="*/ 310 h 438"/>
                  <a:gd name="T42" fmla="*/ 156 w 180"/>
                  <a:gd name="T43" fmla="*/ 413 h 438"/>
                  <a:gd name="T44" fmla="*/ 24 w 180"/>
                  <a:gd name="T45" fmla="*/ 413 h 438"/>
                  <a:gd name="T46" fmla="*/ 24 w 180"/>
                  <a:gd name="T47" fmla="*/ 310 h 438"/>
                  <a:gd name="T48" fmla="*/ 12 w 180"/>
                  <a:gd name="T49" fmla="*/ 438 h 438"/>
                  <a:gd name="T50" fmla="*/ 12 w 180"/>
                  <a:gd name="T51" fmla="*/ 438 h 438"/>
                  <a:gd name="T52" fmla="*/ 168 w 180"/>
                  <a:gd name="T53" fmla="*/ 438 h 438"/>
                  <a:gd name="T54" fmla="*/ 180 w 180"/>
                  <a:gd name="T55" fmla="*/ 425 h 438"/>
                  <a:gd name="T56" fmla="*/ 180 w 180"/>
                  <a:gd name="T57" fmla="*/ 12 h 438"/>
                  <a:gd name="T58" fmla="*/ 168 w 180"/>
                  <a:gd name="T59" fmla="*/ 0 h 438"/>
                  <a:gd name="T60" fmla="*/ 12 w 180"/>
                  <a:gd name="T61" fmla="*/ 0 h 438"/>
                  <a:gd name="T62" fmla="*/ 0 w 180"/>
                  <a:gd name="T63" fmla="*/ 12 h 438"/>
                  <a:gd name="T64" fmla="*/ 0 w 180"/>
                  <a:gd name="T65" fmla="*/ 425 h 438"/>
                  <a:gd name="T66" fmla="*/ 12 w 180"/>
                  <a:gd name="T67" fmla="*/ 438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0" h="438">
                    <a:moveTo>
                      <a:pt x="156" y="122"/>
                    </a:moveTo>
                    <a:lnTo>
                      <a:pt x="156" y="122"/>
                    </a:lnTo>
                    <a:lnTo>
                      <a:pt x="24" y="122"/>
                    </a:lnTo>
                    <a:lnTo>
                      <a:pt x="24" y="24"/>
                    </a:lnTo>
                    <a:lnTo>
                      <a:pt x="156" y="24"/>
                    </a:lnTo>
                    <a:lnTo>
                      <a:pt x="156" y="122"/>
                    </a:lnTo>
                    <a:close/>
                    <a:moveTo>
                      <a:pt x="24" y="127"/>
                    </a:moveTo>
                    <a:lnTo>
                      <a:pt x="24" y="127"/>
                    </a:lnTo>
                    <a:lnTo>
                      <a:pt x="156" y="127"/>
                    </a:lnTo>
                    <a:lnTo>
                      <a:pt x="156" y="212"/>
                    </a:lnTo>
                    <a:lnTo>
                      <a:pt x="24" y="212"/>
                    </a:lnTo>
                    <a:lnTo>
                      <a:pt x="24" y="127"/>
                    </a:lnTo>
                    <a:close/>
                    <a:moveTo>
                      <a:pt x="156" y="305"/>
                    </a:moveTo>
                    <a:lnTo>
                      <a:pt x="156" y="305"/>
                    </a:lnTo>
                    <a:lnTo>
                      <a:pt x="24" y="305"/>
                    </a:lnTo>
                    <a:lnTo>
                      <a:pt x="24" y="217"/>
                    </a:lnTo>
                    <a:lnTo>
                      <a:pt x="156" y="217"/>
                    </a:lnTo>
                    <a:lnTo>
                      <a:pt x="156" y="305"/>
                    </a:lnTo>
                    <a:close/>
                    <a:moveTo>
                      <a:pt x="24" y="310"/>
                    </a:moveTo>
                    <a:lnTo>
                      <a:pt x="24" y="310"/>
                    </a:lnTo>
                    <a:lnTo>
                      <a:pt x="156" y="310"/>
                    </a:lnTo>
                    <a:lnTo>
                      <a:pt x="156" y="413"/>
                    </a:lnTo>
                    <a:lnTo>
                      <a:pt x="24" y="413"/>
                    </a:lnTo>
                    <a:lnTo>
                      <a:pt x="24" y="310"/>
                    </a:lnTo>
                    <a:close/>
                    <a:moveTo>
                      <a:pt x="12" y="438"/>
                    </a:moveTo>
                    <a:lnTo>
                      <a:pt x="12" y="438"/>
                    </a:lnTo>
                    <a:lnTo>
                      <a:pt x="168" y="438"/>
                    </a:lnTo>
                    <a:cubicBezTo>
                      <a:pt x="175" y="438"/>
                      <a:pt x="180" y="432"/>
                      <a:pt x="180" y="425"/>
                    </a:cubicBezTo>
                    <a:lnTo>
                      <a:pt x="180" y="12"/>
                    </a:lnTo>
                    <a:cubicBezTo>
                      <a:pt x="180" y="5"/>
                      <a:pt x="175" y="0"/>
                      <a:pt x="168" y="0"/>
                    </a:cubicBezTo>
                    <a:lnTo>
                      <a:pt x="12" y="0"/>
                    </a:lnTo>
                    <a:cubicBezTo>
                      <a:pt x="5" y="0"/>
                      <a:pt x="0" y="5"/>
                      <a:pt x="0" y="12"/>
                    </a:cubicBezTo>
                    <a:lnTo>
                      <a:pt x="0" y="425"/>
                    </a:lnTo>
                    <a:cubicBezTo>
                      <a:pt x="0" y="432"/>
                      <a:pt x="5" y="438"/>
                      <a:pt x="12" y="43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0" name="Freeform 27"/>
              <p:cNvSpPr>
                <a:spLocks noEditPoints="1"/>
              </p:cNvSpPr>
              <p:nvPr/>
            </p:nvSpPr>
            <p:spPr bwMode="auto">
              <a:xfrm>
                <a:off x="1757363" y="933450"/>
                <a:ext cx="88900" cy="47625"/>
              </a:xfrm>
              <a:custGeom>
                <a:avLst/>
                <a:gdLst>
                  <a:gd name="T0" fmla="*/ 9 w 104"/>
                  <a:gd name="T1" fmla="*/ 13 h 55"/>
                  <a:gd name="T2" fmla="*/ 9 w 104"/>
                  <a:gd name="T3" fmla="*/ 13 h 55"/>
                  <a:gd name="T4" fmla="*/ 10 w 104"/>
                  <a:gd name="T5" fmla="*/ 10 h 55"/>
                  <a:gd name="T6" fmla="*/ 93 w 104"/>
                  <a:gd name="T7" fmla="*/ 10 h 55"/>
                  <a:gd name="T8" fmla="*/ 94 w 104"/>
                  <a:gd name="T9" fmla="*/ 13 h 55"/>
                  <a:gd name="T10" fmla="*/ 94 w 104"/>
                  <a:gd name="T11" fmla="*/ 42 h 55"/>
                  <a:gd name="T12" fmla="*/ 93 w 104"/>
                  <a:gd name="T13" fmla="*/ 45 h 55"/>
                  <a:gd name="T14" fmla="*/ 11 w 104"/>
                  <a:gd name="T15" fmla="*/ 45 h 55"/>
                  <a:gd name="T16" fmla="*/ 9 w 104"/>
                  <a:gd name="T17" fmla="*/ 42 h 55"/>
                  <a:gd name="T18" fmla="*/ 9 w 104"/>
                  <a:gd name="T19" fmla="*/ 13 h 55"/>
                  <a:gd name="T20" fmla="*/ 10 w 104"/>
                  <a:gd name="T21" fmla="*/ 55 h 55"/>
                  <a:gd name="T22" fmla="*/ 10 w 104"/>
                  <a:gd name="T23" fmla="*/ 55 h 55"/>
                  <a:gd name="T24" fmla="*/ 93 w 104"/>
                  <a:gd name="T25" fmla="*/ 55 h 55"/>
                  <a:gd name="T26" fmla="*/ 104 w 104"/>
                  <a:gd name="T27" fmla="*/ 42 h 55"/>
                  <a:gd name="T28" fmla="*/ 104 w 104"/>
                  <a:gd name="T29" fmla="*/ 13 h 55"/>
                  <a:gd name="T30" fmla="*/ 93 w 104"/>
                  <a:gd name="T31" fmla="*/ 0 h 55"/>
                  <a:gd name="T32" fmla="*/ 10 w 104"/>
                  <a:gd name="T33" fmla="*/ 0 h 55"/>
                  <a:gd name="T34" fmla="*/ 0 w 104"/>
                  <a:gd name="T35" fmla="*/ 13 h 55"/>
                  <a:gd name="T36" fmla="*/ 0 w 104"/>
                  <a:gd name="T37" fmla="*/ 42 h 55"/>
                  <a:gd name="T38" fmla="*/ 10 w 104"/>
                  <a:gd name="T3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" y="13"/>
                    </a:moveTo>
                    <a:lnTo>
                      <a:pt x="9" y="13"/>
                    </a:lnTo>
                    <a:cubicBezTo>
                      <a:pt x="9" y="11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1"/>
                      <a:pt x="94" y="13"/>
                    </a:cubicBezTo>
                    <a:lnTo>
                      <a:pt x="94" y="42"/>
                    </a:lnTo>
                    <a:cubicBezTo>
                      <a:pt x="94" y="44"/>
                      <a:pt x="94" y="45"/>
                      <a:pt x="93" y="45"/>
                    </a:cubicBezTo>
                    <a:lnTo>
                      <a:pt x="11" y="45"/>
                    </a:lnTo>
                    <a:cubicBezTo>
                      <a:pt x="10" y="45"/>
                      <a:pt x="9" y="44"/>
                      <a:pt x="9" y="42"/>
                    </a:cubicBezTo>
                    <a:lnTo>
                      <a:pt x="9" y="13"/>
                    </a:lnTo>
                    <a:close/>
                    <a:moveTo>
                      <a:pt x="10" y="55"/>
                    </a:moveTo>
                    <a:lnTo>
                      <a:pt x="10" y="55"/>
                    </a:lnTo>
                    <a:lnTo>
                      <a:pt x="93" y="55"/>
                    </a:lnTo>
                    <a:cubicBezTo>
                      <a:pt x="100" y="55"/>
                      <a:pt x="104" y="49"/>
                      <a:pt x="104" y="42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2"/>
                    </a:lnTo>
                    <a:cubicBezTo>
                      <a:pt x="0" y="49"/>
                      <a:pt x="4" y="55"/>
                      <a:pt x="10" y="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1" name="Freeform 28"/>
              <p:cNvSpPr>
                <a:spLocks noEditPoints="1"/>
              </p:cNvSpPr>
              <p:nvPr/>
            </p:nvSpPr>
            <p:spPr bwMode="auto">
              <a:xfrm>
                <a:off x="1757363" y="1014413"/>
                <a:ext cx="88900" cy="47625"/>
              </a:xfrm>
              <a:custGeom>
                <a:avLst/>
                <a:gdLst>
                  <a:gd name="T0" fmla="*/ 94 w 104"/>
                  <a:gd name="T1" fmla="*/ 43 h 55"/>
                  <a:gd name="T2" fmla="*/ 94 w 104"/>
                  <a:gd name="T3" fmla="*/ 43 h 55"/>
                  <a:gd name="T4" fmla="*/ 93 w 104"/>
                  <a:gd name="T5" fmla="*/ 46 h 55"/>
                  <a:gd name="T6" fmla="*/ 11 w 104"/>
                  <a:gd name="T7" fmla="*/ 46 h 55"/>
                  <a:gd name="T8" fmla="*/ 9 w 104"/>
                  <a:gd name="T9" fmla="*/ 43 h 55"/>
                  <a:gd name="T10" fmla="*/ 9 w 104"/>
                  <a:gd name="T11" fmla="*/ 13 h 55"/>
                  <a:gd name="T12" fmla="*/ 10 w 104"/>
                  <a:gd name="T13" fmla="*/ 10 h 55"/>
                  <a:gd name="T14" fmla="*/ 93 w 104"/>
                  <a:gd name="T15" fmla="*/ 10 h 55"/>
                  <a:gd name="T16" fmla="*/ 94 w 104"/>
                  <a:gd name="T17" fmla="*/ 13 h 55"/>
                  <a:gd name="T18" fmla="*/ 94 w 104"/>
                  <a:gd name="T19" fmla="*/ 43 h 55"/>
                  <a:gd name="T20" fmla="*/ 93 w 104"/>
                  <a:gd name="T21" fmla="*/ 0 h 55"/>
                  <a:gd name="T22" fmla="*/ 93 w 104"/>
                  <a:gd name="T23" fmla="*/ 0 h 55"/>
                  <a:gd name="T24" fmla="*/ 10 w 104"/>
                  <a:gd name="T25" fmla="*/ 0 h 55"/>
                  <a:gd name="T26" fmla="*/ 0 w 104"/>
                  <a:gd name="T27" fmla="*/ 13 h 55"/>
                  <a:gd name="T28" fmla="*/ 0 w 104"/>
                  <a:gd name="T29" fmla="*/ 43 h 55"/>
                  <a:gd name="T30" fmla="*/ 10 w 104"/>
                  <a:gd name="T31" fmla="*/ 55 h 55"/>
                  <a:gd name="T32" fmla="*/ 93 w 104"/>
                  <a:gd name="T33" fmla="*/ 55 h 55"/>
                  <a:gd name="T34" fmla="*/ 104 w 104"/>
                  <a:gd name="T35" fmla="*/ 43 h 55"/>
                  <a:gd name="T36" fmla="*/ 104 w 104"/>
                  <a:gd name="T37" fmla="*/ 13 h 55"/>
                  <a:gd name="T38" fmla="*/ 93 w 104"/>
                  <a:gd name="T3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4" y="43"/>
                    </a:moveTo>
                    <a:lnTo>
                      <a:pt x="94" y="43"/>
                    </a:lnTo>
                    <a:cubicBezTo>
                      <a:pt x="94" y="44"/>
                      <a:pt x="94" y="45"/>
                      <a:pt x="93" y="46"/>
                    </a:cubicBezTo>
                    <a:lnTo>
                      <a:pt x="11" y="46"/>
                    </a:lnTo>
                    <a:cubicBezTo>
                      <a:pt x="10" y="46"/>
                      <a:pt x="9" y="44"/>
                      <a:pt x="9" y="43"/>
                    </a:cubicBezTo>
                    <a:lnTo>
                      <a:pt x="9" y="13"/>
                    </a:lnTo>
                    <a:cubicBezTo>
                      <a:pt x="9" y="12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2"/>
                      <a:pt x="94" y="13"/>
                    </a:cubicBezTo>
                    <a:lnTo>
                      <a:pt x="94" y="43"/>
                    </a:lnTo>
                    <a:close/>
                    <a:moveTo>
                      <a:pt x="93" y="0"/>
                    </a:moveTo>
                    <a:lnTo>
                      <a:pt x="93" y="0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3"/>
                    </a:lnTo>
                    <a:cubicBezTo>
                      <a:pt x="0" y="50"/>
                      <a:pt x="4" y="55"/>
                      <a:pt x="10" y="55"/>
                    </a:cubicBezTo>
                    <a:lnTo>
                      <a:pt x="93" y="55"/>
                    </a:lnTo>
                    <a:cubicBezTo>
                      <a:pt x="100" y="55"/>
                      <a:pt x="104" y="50"/>
                      <a:pt x="104" y="43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2" name="Freeform 29"/>
              <p:cNvSpPr>
                <a:spLocks noEditPoints="1"/>
              </p:cNvSpPr>
              <p:nvPr/>
            </p:nvSpPr>
            <p:spPr bwMode="auto">
              <a:xfrm>
                <a:off x="1757363" y="1090613"/>
                <a:ext cx="88900" cy="47625"/>
              </a:xfrm>
              <a:custGeom>
                <a:avLst/>
                <a:gdLst>
                  <a:gd name="T0" fmla="*/ 9 w 104"/>
                  <a:gd name="T1" fmla="*/ 13 h 55"/>
                  <a:gd name="T2" fmla="*/ 9 w 104"/>
                  <a:gd name="T3" fmla="*/ 13 h 55"/>
                  <a:gd name="T4" fmla="*/ 10 w 104"/>
                  <a:gd name="T5" fmla="*/ 10 h 55"/>
                  <a:gd name="T6" fmla="*/ 93 w 104"/>
                  <a:gd name="T7" fmla="*/ 10 h 55"/>
                  <a:gd name="T8" fmla="*/ 94 w 104"/>
                  <a:gd name="T9" fmla="*/ 13 h 55"/>
                  <a:gd name="T10" fmla="*/ 94 w 104"/>
                  <a:gd name="T11" fmla="*/ 42 h 55"/>
                  <a:gd name="T12" fmla="*/ 93 w 104"/>
                  <a:gd name="T13" fmla="*/ 45 h 55"/>
                  <a:gd name="T14" fmla="*/ 11 w 104"/>
                  <a:gd name="T15" fmla="*/ 45 h 55"/>
                  <a:gd name="T16" fmla="*/ 9 w 104"/>
                  <a:gd name="T17" fmla="*/ 42 h 55"/>
                  <a:gd name="T18" fmla="*/ 9 w 104"/>
                  <a:gd name="T19" fmla="*/ 13 h 55"/>
                  <a:gd name="T20" fmla="*/ 10 w 104"/>
                  <a:gd name="T21" fmla="*/ 55 h 55"/>
                  <a:gd name="T22" fmla="*/ 10 w 104"/>
                  <a:gd name="T23" fmla="*/ 55 h 55"/>
                  <a:gd name="T24" fmla="*/ 93 w 104"/>
                  <a:gd name="T25" fmla="*/ 55 h 55"/>
                  <a:gd name="T26" fmla="*/ 104 w 104"/>
                  <a:gd name="T27" fmla="*/ 42 h 55"/>
                  <a:gd name="T28" fmla="*/ 104 w 104"/>
                  <a:gd name="T29" fmla="*/ 13 h 55"/>
                  <a:gd name="T30" fmla="*/ 93 w 104"/>
                  <a:gd name="T31" fmla="*/ 0 h 55"/>
                  <a:gd name="T32" fmla="*/ 10 w 104"/>
                  <a:gd name="T33" fmla="*/ 0 h 55"/>
                  <a:gd name="T34" fmla="*/ 0 w 104"/>
                  <a:gd name="T35" fmla="*/ 13 h 55"/>
                  <a:gd name="T36" fmla="*/ 0 w 104"/>
                  <a:gd name="T37" fmla="*/ 42 h 55"/>
                  <a:gd name="T38" fmla="*/ 10 w 104"/>
                  <a:gd name="T3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" y="13"/>
                    </a:moveTo>
                    <a:lnTo>
                      <a:pt x="9" y="13"/>
                    </a:lnTo>
                    <a:cubicBezTo>
                      <a:pt x="9" y="11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1"/>
                      <a:pt x="94" y="13"/>
                    </a:cubicBezTo>
                    <a:lnTo>
                      <a:pt x="94" y="42"/>
                    </a:lnTo>
                    <a:cubicBezTo>
                      <a:pt x="94" y="44"/>
                      <a:pt x="94" y="45"/>
                      <a:pt x="93" y="45"/>
                    </a:cubicBezTo>
                    <a:lnTo>
                      <a:pt x="11" y="45"/>
                    </a:lnTo>
                    <a:cubicBezTo>
                      <a:pt x="10" y="45"/>
                      <a:pt x="9" y="44"/>
                      <a:pt x="9" y="42"/>
                    </a:cubicBezTo>
                    <a:lnTo>
                      <a:pt x="9" y="13"/>
                    </a:lnTo>
                    <a:close/>
                    <a:moveTo>
                      <a:pt x="10" y="55"/>
                    </a:moveTo>
                    <a:lnTo>
                      <a:pt x="10" y="55"/>
                    </a:lnTo>
                    <a:lnTo>
                      <a:pt x="93" y="55"/>
                    </a:lnTo>
                    <a:cubicBezTo>
                      <a:pt x="100" y="55"/>
                      <a:pt x="104" y="49"/>
                      <a:pt x="104" y="42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2"/>
                    </a:lnTo>
                    <a:cubicBezTo>
                      <a:pt x="0" y="49"/>
                      <a:pt x="4" y="55"/>
                      <a:pt x="10" y="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3" name="Freeform 30"/>
              <p:cNvSpPr>
                <a:spLocks noEditPoints="1"/>
              </p:cNvSpPr>
              <p:nvPr/>
            </p:nvSpPr>
            <p:spPr bwMode="auto">
              <a:xfrm>
                <a:off x="1320800" y="873125"/>
                <a:ext cx="374650" cy="414338"/>
              </a:xfrm>
              <a:custGeom>
                <a:avLst/>
                <a:gdLst>
                  <a:gd name="T0" fmla="*/ 310 w 440"/>
                  <a:gd name="T1" fmla="*/ 162 h 488"/>
                  <a:gd name="T2" fmla="*/ 310 w 440"/>
                  <a:gd name="T3" fmla="*/ 68 h 488"/>
                  <a:gd name="T4" fmla="*/ 137 w 440"/>
                  <a:gd name="T5" fmla="*/ 360 h 488"/>
                  <a:gd name="T6" fmla="*/ 137 w 440"/>
                  <a:gd name="T7" fmla="*/ 463 h 488"/>
                  <a:gd name="T8" fmla="*/ 137 w 440"/>
                  <a:gd name="T9" fmla="*/ 135 h 488"/>
                  <a:gd name="T10" fmla="*/ 231 w 440"/>
                  <a:gd name="T11" fmla="*/ 150 h 488"/>
                  <a:gd name="T12" fmla="*/ 231 w 440"/>
                  <a:gd name="T13" fmla="*/ 250 h 488"/>
                  <a:gd name="T14" fmla="*/ 231 w 440"/>
                  <a:gd name="T15" fmla="*/ 155 h 488"/>
                  <a:gd name="T16" fmla="*/ 310 w 440"/>
                  <a:gd name="T17" fmla="*/ 250 h 488"/>
                  <a:gd name="T18" fmla="*/ 310 w 440"/>
                  <a:gd name="T19" fmla="*/ 167 h 488"/>
                  <a:gd name="T20" fmla="*/ 371 w 440"/>
                  <a:gd name="T21" fmla="*/ 176 h 488"/>
                  <a:gd name="T22" fmla="*/ 325 w 440"/>
                  <a:gd name="T23" fmla="*/ 169 h 488"/>
                  <a:gd name="T24" fmla="*/ 371 w 440"/>
                  <a:gd name="T25" fmla="*/ 171 h 488"/>
                  <a:gd name="T26" fmla="*/ 371 w 440"/>
                  <a:gd name="T27" fmla="*/ 83 h 488"/>
                  <a:gd name="T28" fmla="*/ 420 w 440"/>
                  <a:gd name="T29" fmla="*/ 179 h 488"/>
                  <a:gd name="T30" fmla="*/ 420 w 440"/>
                  <a:gd name="T31" fmla="*/ 95 h 488"/>
                  <a:gd name="T32" fmla="*/ 386 w 440"/>
                  <a:gd name="T33" fmla="*/ 337 h 488"/>
                  <a:gd name="T34" fmla="*/ 386 w 440"/>
                  <a:gd name="T35" fmla="*/ 420 h 488"/>
                  <a:gd name="T36" fmla="*/ 325 w 440"/>
                  <a:gd name="T37" fmla="*/ 342 h 488"/>
                  <a:gd name="T38" fmla="*/ 325 w 440"/>
                  <a:gd name="T39" fmla="*/ 431 h 488"/>
                  <a:gd name="T40" fmla="*/ 310 w 440"/>
                  <a:gd name="T41" fmla="*/ 344 h 488"/>
                  <a:gd name="T42" fmla="*/ 245 w 440"/>
                  <a:gd name="T43" fmla="*/ 350 h 488"/>
                  <a:gd name="T44" fmla="*/ 371 w 440"/>
                  <a:gd name="T45" fmla="*/ 333 h 488"/>
                  <a:gd name="T46" fmla="*/ 371 w 440"/>
                  <a:gd name="T47" fmla="*/ 256 h 488"/>
                  <a:gd name="T48" fmla="*/ 420 w 440"/>
                  <a:gd name="T49" fmla="*/ 256 h 488"/>
                  <a:gd name="T50" fmla="*/ 386 w 440"/>
                  <a:gd name="T51" fmla="*/ 256 h 488"/>
                  <a:gd name="T52" fmla="*/ 420 w 440"/>
                  <a:gd name="T53" fmla="*/ 251 h 488"/>
                  <a:gd name="T54" fmla="*/ 420 w 440"/>
                  <a:gd name="T55" fmla="*/ 184 h 488"/>
                  <a:gd name="T56" fmla="*/ 245 w 440"/>
                  <a:gd name="T57" fmla="*/ 255 h 488"/>
                  <a:gd name="T58" fmla="*/ 245 w 440"/>
                  <a:gd name="T59" fmla="*/ 345 h 488"/>
                  <a:gd name="T60" fmla="*/ 137 w 440"/>
                  <a:gd name="T61" fmla="*/ 254 h 488"/>
                  <a:gd name="T62" fmla="*/ 137 w 440"/>
                  <a:gd name="T63" fmla="*/ 355 h 488"/>
                  <a:gd name="T64" fmla="*/ 25 w 440"/>
                  <a:gd name="T65" fmla="*/ 354 h 488"/>
                  <a:gd name="T66" fmla="*/ 38 w 440"/>
                  <a:gd name="T67" fmla="*/ 24 h 488"/>
                  <a:gd name="T68" fmla="*/ 112 w 440"/>
                  <a:gd name="T69" fmla="*/ 463 h 488"/>
                  <a:gd name="T70" fmla="*/ 38 w 440"/>
                  <a:gd name="T71" fmla="*/ 425 h 488"/>
                  <a:gd name="T72" fmla="*/ 0 w 440"/>
                  <a:gd name="T73" fmla="*/ 403 h 488"/>
                  <a:gd name="T74" fmla="*/ 25 w 440"/>
                  <a:gd name="T75" fmla="*/ 488 h 488"/>
                  <a:gd name="T76" fmla="*/ 132 w 440"/>
                  <a:gd name="T77" fmla="*/ 488 h 488"/>
                  <a:gd name="T78" fmla="*/ 432 w 440"/>
                  <a:gd name="T79" fmla="*/ 436 h 488"/>
                  <a:gd name="T80" fmla="*/ 436 w 440"/>
                  <a:gd name="T81" fmla="*/ 78 h 488"/>
                  <a:gd name="T82" fmla="*/ 245 w 440"/>
                  <a:gd name="T83" fmla="*/ 26 h 488"/>
                  <a:gd name="T84" fmla="*/ 132 w 440"/>
                  <a:gd name="T85" fmla="*/ 0 h 488"/>
                  <a:gd name="T86" fmla="*/ 13 w 440"/>
                  <a:gd name="T87" fmla="*/ 306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0" h="488">
                    <a:moveTo>
                      <a:pt x="310" y="68"/>
                    </a:moveTo>
                    <a:lnTo>
                      <a:pt x="310" y="68"/>
                    </a:lnTo>
                    <a:lnTo>
                      <a:pt x="310" y="162"/>
                    </a:lnTo>
                    <a:lnTo>
                      <a:pt x="245" y="152"/>
                    </a:lnTo>
                    <a:lnTo>
                      <a:pt x="245" y="52"/>
                    </a:lnTo>
                    <a:lnTo>
                      <a:pt x="310" y="68"/>
                    </a:lnTo>
                    <a:close/>
                    <a:moveTo>
                      <a:pt x="137" y="463"/>
                    </a:moveTo>
                    <a:lnTo>
                      <a:pt x="137" y="463"/>
                    </a:lnTo>
                    <a:lnTo>
                      <a:pt x="137" y="360"/>
                    </a:lnTo>
                    <a:lnTo>
                      <a:pt x="231" y="351"/>
                    </a:lnTo>
                    <a:lnTo>
                      <a:pt x="231" y="447"/>
                    </a:lnTo>
                    <a:lnTo>
                      <a:pt x="137" y="463"/>
                    </a:lnTo>
                    <a:lnTo>
                      <a:pt x="137" y="463"/>
                    </a:lnTo>
                    <a:close/>
                    <a:moveTo>
                      <a:pt x="137" y="135"/>
                    </a:moveTo>
                    <a:lnTo>
                      <a:pt x="137" y="135"/>
                    </a:lnTo>
                    <a:lnTo>
                      <a:pt x="137" y="26"/>
                    </a:lnTo>
                    <a:lnTo>
                      <a:pt x="231" y="49"/>
                    </a:lnTo>
                    <a:lnTo>
                      <a:pt x="231" y="150"/>
                    </a:lnTo>
                    <a:lnTo>
                      <a:pt x="137" y="135"/>
                    </a:lnTo>
                    <a:close/>
                    <a:moveTo>
                      <a:pt x="231" y="250"/>
                    </a:moveTo>
                    <a:lnTo>
                      <a:pt x="231" y="250"/>
                    </a:lnTo>
                    <a:lnTo>
                      <a:pt x="137" y="249"/>
                    </a:lnTo>
                    <a:lnTo>
                      <a:pt x="137" y="140"/>
                    </a:lnTo>
                    <a:lnTo>
                      <a:pt x="231" y="155"/>
                    </a:lnTo>
                    <a:lnTo>
                      <a:pt x="231" y="250"/>
                    </a:lnTo>
                    <a:close/>
                    <a:moveTo>
                      <a:pt x="310" y="250"/>
                    </a:moveTo>
                    <a:lnTo>
                      <a:pt x="310" y="250"/>
                    </a:lnTo>
                    <a:lnTo>
                      <a:pt x="245" y="250"/>
                    </a:lnTo>
                    <a:lnTo>
                      <a:pt x="245" y="157"/>
                    </a:lnTo>
                    <a:lnTo>
                      <a:pt x="310" y="167"/>
                    </a:lnTo>
                    <a:lnTo>
                      <a:pt x="310" y="250"/>
                    </a:lnTo>
                    <a:close/>
                    <a:moveTo>
                      <a:pt x="371" y="176"/>
                    </a:moveTo>
                    <a:lnTo>
                      <a:pt x="371" y="176"/>
                    </a:lnTo>
                    <a:lnTo>
                      <a:pt x="371" y="251"/>
                    </a:lnTo>
                    <a:lnTo>
                      <a:pt x="325" y="250"/>
                    </a:lnTo>
                    <a:lnTo>
                      <a:pt x="325" y="169"/>
                    </a:lnTo>
                    <a:lnTo>
                      <a:pt x="371" y="176"/>
                    </a:lnTo>
                    <a:close/>
                    <a:moveTo>
                      <a:pt x="371" y="171"/>
                    </a:moveTo>
                    <a:lnTo>
                      <a:pt x="371" y="171"/>
                    </a:lnTo>
                    <a:lnTo>
                      <a:pt x="325" y="164"/>
                    </a:lnTo>
                    <a:lnTo>
                      <a:pt x="325" y="72"/>
                    </a:lnTo>
                    <a:lnTo>
                      <a:pt x="371" y="83"/>
                    </a:lnTo>
                    <a:lnTo>
                      <a:pt x="371" y="171"/>
                    </a:lnTo>
                    <a:close/>
                    <a:moveTo>
                      <a:pt x="420" y="179"/>
                    </a:moveTo>
                    <a:lnTo>
                      <a:pt x="420" y="179"/>
                    </a:lnTo>
                    <a:lnTo>
                      <a:pt x="386" y="174"/>
                    </a:lnTo>
                    <a:lnTo>
                      <a:pt x="386" y="87"/>
                    </a:lnTo>
                    <a:lnTo>
                      <a:pt x="420" y="95"/>
                    </a:lnTo>
                    <a:lnTo>
                      <a:pt x="420" y="179"/>
                    </a:lnTo>
                    <a:close/>
                    <a:moveTo>
                      <a:pt x="386" y="337"/>
                    </a:moveTo>
                    <a:lnTo>
                      <a:pt x="386" y="337"/>
                    </a:lnTo>
                    <a:lnTo>
                      <a:pt x="420" y="334"/>
                    </a:lnTo>
                    <a:lnTo>
                      <a:pt x="420" y="414"/>
                    </a:lnTo>
                    <a:lnTo>
                      <a:pt x="386" y="420"/>
                    </a:lnTo>
                    <a:lnTo>
                      <a:pt x="386" y="337"/>
                    </a:lnTo>
                    <a:close/>
                    <a:moveTo>
                      <a:pt x="325" y="342"/>
                    </a:moveTo>
                    <a:lnTo>
                      <a:pt x="325" y="342"/>
                    </a:lnTo>
                    <a:lnTo>
                      <a:pt x="371" y="338"/>
                    </a:lnTo>
                    <a:lnTo>
                      <a:pt x="371" y="423"/>
                    </a:lnTo>
                    <a:lnTo>
                      <a:pt x="325" y="431"/>
                    </a:lnTo>
                    <a:lnTo>
                      <a:pt x="325" y="342"/>
                    </a:lnTo>
                    <a:close/>
                    <a:moveTo>
                      <a:pt x="310" y="344"/>
                    </a:moveTo>
                    <a:lnTo>
                      <a:pt x="310" y="344"/>
                    </a:lnTo>
                    <a:lnTo>
                      <a:pt x="310" y="433"/>
                    </a:lnTo>
                    <a:lnTo>
                      <a:pt x="245" y="444"/>
                    </a:lnTo>
                    <a:lnTo>
                      <a:pt x="245" y="350"/>
                    </a:lnTo>
                    <a:lnTo>
                      <a:pt x="310" y="344"/>
                    </a:lnTo>
                    <a:close/>
                    <a:moveTo>
                      <a:pt x="371" y="333"/>
                    </a:moveTo>
                    <a:lnTo>
                      <a:pt x="371" y="333"/>
                    </a:lnTo>
                    <a:lnTo>
                      <a:pt x="325" y="338"/>
                    </a:lnTo>
                    <a:lnTo>
                      <a:pt x="325" y="255"/>
                    </a:lnTo>
                    <a:lnTo>
                      <a:pt x="371" y="256"/>
                    </a:lnTo>
                    <a:lnTo>
                      <a:pt x="371" y="333"/>
                    </a:lnTo>
                    <a:close/>
                    <a:moveTo>
                      <a:pt x="420" y="256"/>
                    </a:moveTo>
                    <a:lnTo>
                      <a:pt x="420" y="256"/>
                    </a:lnTo>
                    <a:lnTo>
                      <a:pt x="420" y="329"/>
                    </a:lnTo>
                    <a:lnTo>
                      <a:pt x="386" y="332"/>
                    </a:lnTo>
                    <a:lnTo>
                      <a:pt x="386" y="256"/>
                    </a:lnTo>
                    <a:lnTo>
                      <a:pt x="420" y="256"/>
                    </a:lnTo>
                    <a:close/>
                    <a:moveTo>
                      <a:pt x="420" y="251"/>
                    </a:moveTo>
                    <a:lnTo>
                      <a:pt x="420" y="251"/>
                    </a:lnTo>
                    <a:lnTo>
                      <a:pt x="386" y="251"/>
                    </a:lnTo>
                    <a:lnTo>
                      <a:pt x="386" y="179"/>
                    </a:lnTo>
                    <a:lnTo>
                      <a:pt x="420" y="184"/>
                    </a:lnTo>
                    <a:lnTo>
                      <a:pt x="420" y="251"/>
                    </a:lnTo>
                    <a:close/>
                    <a:moveTo>
                      <a:pt x="245" y="255"/>
                    </a:moveTo>
                    <a:lnTo>
                      <a:pt x="245" y="255"/>
                    </a:lnTo>
                    <a:lnTo>
                      <a:pt x="310" y="255"/>
                    </a:lnTo>
                    <a:lnTo>
                      <a:pt x="310" y="339"/>
                    </a:lnTo>
                    <a:lnTo>
                      <a:pt x="245" y="345"/>
                    </a:lnTo>
                    <a:lnTo>
                      <a:pt x="245" y="255"/>
                    </a:lnTo>
                    <a:close/>
                    <a:moveTo>
                      <a:pt x="137" y="254"/>
                    </a:moveTo>
                    <a:lnTo>
                      <a:pt x="137" y="254"/>
                    </a:lnTo>
                    <a:lnTo>
                      <a:pt x="231" y="255"/>
                    </a:lnTo>
                    <a:lnTo>
                      <a:pt x="231" y="346"/>
                    </a:lnTo>
                    <a:lnTo>
                      <a:pt x="137" y="355"/>
                    </a:lnTo>
                    <a:lnTo>
                      <a:pt x="137" y="254"/>
                    </a:lnTo>
                    <a:close/>
                    <a:moveTo>
                      <a:pt x="25" y="354"/>
                    </a:moveTo>
                    <a:lnTo>
                      <a:pt x="25" y="354"/>
                    </a:lnTo>
                    <a:cubicBezTo>
                      <a:pt x="39" y="354"/>
                      <a:pt x="51" y="343"/>
                      <a:pt x="51" y="329"/>
                    </a:cubicBezTo>
                    <a:cubicBezTo>
                      <a:pt x="51" y="319"/>
                      <a:pt x="46" y="311"/>
                      <a:pt x="38" y="306"/>
                    </a:cubicBezTo>
                    <a:lnTo>
                      <a:pt x="38" y="24"/>
                    </a:lnTo>
                    <a:lnTo>
                      <a:pt x="112" y="24"/>
                    </a:lnTo>
                    <a:cubicBezTo>
                      <a:pt x="112" y="24"/>
                      <a:pt x="112" y="25"/>
                      <a:pt x="112" y="25"/>
                    </a:cubicBezTo>
                    <a:lnTo>
                      <a:pt x="112" y="463"/>
                    </a:lnTo>
                    <a:cubicBezTo>
                      <a:pt x="112" y="463"/>
                      <a:pt x="112" y="463"/>
                      <a:pt x="112" y="464"/>
                    </a:cubicBezTo>
                    <a:lnTo>
                      <a:pt x="38" y="464"/>
                    </a:lnTo>
                    <a:lnTo>
                      <a:pt x="38" y="425"/>
                    </a:lnTo>
                    <a:cubicBezTo>
                      <a:pt x="46" y="421"/>
                      <a:pt x="51" y="413"/>
                      <a:pt x="51" y="403"/>
                    </a:cubicBezTo>
                    <a:cubicBezTo>
                      <a:pt x="51" y="389"/>
                      <a:pt x="40" y="377"/>
                      <a:pt x="26" y="377"/>
                    </a:cubicBezTo>
                    <a:cubicBezTo>
                      <a:pt x="11" y="377"/>
                      <a:pt x="0" y="389"/>
                      <a:pt x="0" y="403"/>
                    </a:cubicBezTo>
                    <a:cubicBezTo>
                      <a:pt x="0" y="412"/>
                      <a:pt x="5" y="421"/>
                      <a:pt x="13" y="425"/>
                    </a:cubicBezTo>
                    <a:lnTo>
                      <a:pt x="13" y="476"/>
                    </a:lnTo>
                    <a:cubicBezTo>
                      <a:pt x="13" y="483"/>
                      <a:pt x="19" y="488"/>
                      <a:pt x="25" y="488"/>
                    </a:cubicBezTo>
                    <a:lnTo>
                      <a:pt x="124" y="488"/>
                    </a:lnTo>
                    <a:cubicBezTo>
                      <a:pt x="126" y="488"/>
                      <a:pt x="127" y="488"/>
                      <a:pt x="128" y="488"/>
                    </a:cubicBezTo>
                    <a:cubicBezTo>
                      <a:pt x="129" y="488"/>
                      <a:pt x="131" y="488"/>
                      <a:pt x="132" y="488"/>
                    </a:cubicBezTo>
                    <a:lnTo>
                      <a:pt x="133" y="488"/>
                    </a:lnTo>
                    <a:lnTo>
                      <a:pt x="428" y="438"/>
                    </a:lnTo>
                    <a:cubicBezTo>
                      <a:pt x="429" y="438"/>
                      <a:pt x="431" y="437"/>
                      <a:pt x="432" y="436"/>
                    </a:cubicBezTo>
                    <a:cubicBezTo>
                      <a:pt x="437" y="435"/>
                      <a:pt x="440" y="431"/>
                      <a:pt x="440" y="427"/>
                    </a:cubicBezTo>
                    <a:lnTo>
                      <a:pt x="440" y="85"/>
                    </a:lnTo>
                    <a:cubicBezTo>
                      <a:pt x="440" y="82"/>
                      <a:pt x="438" y="79"/>
                      <a:pt x="436" y="78"/>
                    </a:cubicBezTo>
                    <a:cubicBezTo>
                      <a:pt x="435" y="75"/>
                      <a:pt x="432" y="73"/>
                      <a:pt x="429" y="72"/>
                    </a:cubicBezTo>
                    <a:lnTo>
                      <a:pt x="245" y="27"/>
                    </a:lnTo>
                    <a:lnTo>
                      <a:pt x="245" y="26"/>
                    </a:lnTo>
                    <a:lnTo>
                      <a:pt x="243" y="26"/>
                    </a:lnTo>
                    <a:lnTo>
                      <a:pt x="135" y="1"/>
                    </a:lnTo>
                    <a:lnTo>
                      <a:pt x="132" y="0"/>
                    </a:lnTo>
                    <a:lnTo>
                      <a:pt x="25" y="0"/>
                    </a:lnTo>
                    <a:cubicBezTo>
                      <a:pt x="19" y="0"/>
                      <a:pt x="13" y="5"/>
                      <a:pt x="13" y="12"/>
                    </a:cubicBezTo>
                    <a:lnTo>
                      <a:pt x="13" y="306"/>
                    </a:lnTo>
                    <a:cubicBezTo>
                      <a:pt x="5" y="311"/>
                      <a:pt x="0" y="319"/>
                      <a:pt x="0" y="329"/>
                    </a:cubicBezTo>
                    <a:cubicBezTo>
                      <a:pt x="0" y="343"/>
                      <a:pt x="11" y="354"/>
                      <a:pt x="25" y="3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4" name="Freeform 31"/>
              <p:cNvSpPr>
                <a:spLocks noEditPoints="1"/>
              </p:cNvSpPr>
              <p:nvPr/>
            </p:nvSpPr>
            <p:spPr bwMode="auto">
              <a:xfrm>
                <a:off x="1452563" y="923925"/>
                <a:ext cx="50800" cy="57150"/>
              </a:xfrm>
              <a:custGeom>
                <a:avLst/>
                <a:gdLst>
                  <a:gd name="T0" fmla="*/ 49 w 59"/>
                  <a:gd name="T1" fmla="*/ 54 h 67"/>
                  <a:gd name="T2" fmla="*/ 49 w 59"/>
                  <a:gd name="T3" fmla="*/ 54 h 67"/>
                  <a:gd name="T4" fmla="*/ 48 w 59"/>
                  <a:gd name="T5" fmla="*/ 57 h 67"/>
                  <a:gd name="T6" fmla="*/ 11 w 59"/>
                  <a:gd name="T7" fmla="*/ 53 h 67"/>
                  <a:gd name="T8" fmla="*/ 10 w 59"/>
                  <a:gd name="T9" fmla="*/ 48 h 67"/>
                  <a:gd name="T10" fmla="*/ 10 w 59"/>
                  <a:gd name="T11" fmla="*/ 14 h 67"/>
                  <a:gd name="T12" fmla="*/ 10 w 59"/>
                  <a:gd name="T13" fmla="*/ 10 h 67"/>
                  <a:gd name="T14" fmla="*/ 47 w 59"/>
                  <a:gd name="T15" fmla="*/ 20 h 67"/>
                  <a:gd name="T16" fmla="*/ 49 w 59"/>
                  <a:gd name="T17" fmla="*/ 23 h 67"/>
                  <a:gd name="T18" fmla="*/ 49 w 59"/>
                  <a:gd name="T19" fmla="*/ 54 h 67"/>
                  <a:gd name="T20" fmla="*/ 50 w 59"/>
                  <a:gd name="T21" fmla="*/ 10 h 67"/>
                  <a:gd name="T22" fmla="*/ 50 w 59"/>
                  <a:gd name="T23" fmla="*/ 10 h 67"/>
                  <a:gd name="T24" fmla="*/ 11 w 59"/>
                  <a:gd name="T25" fmla="*/ 0 h 67"/>
                  <a:gd name="T26" fmla="*/ 10 w 59"/>
                  <a:gd name="T27" fmla="*/ 0 h 67"/>
                  <a:gd name="T28" fmla="*/ 0 w 59"/>
                  <a:gd name="T29" fmla="*/ 14 h 67"/>
                  <a:gd name="T30" fmla="*/ 0 w 59"/>
                  <a:gd name="T31" fmla="*/ 48 h 67"/>
                  <a:gd name="T32" fmla="*/ 2 w 59"/>
                  <a:gd name="T33" fmla="*/ 57 h 67"/>
                  <a:gd name="T34" fmla="*/ 9 w 59"/>
                  <a:gd name="T35" fmla="*/ 63 h 67"/>
                  <a:gd name="T36" fmla="*/ 9 w 59"/>
                  <a:gd name="T37" fmla="*/ 63 h 67"/>
                  <a:gd name="T38" fmla="*/ 48 w 59"/>
                  <a:gd name="T39" fmla="*/ 67 h 67"/>
                  <a:gd name="T40" fmla="*/ 49 w 59"/>
                  <a:gd name="T41" fmla="*/ 67 h 67"/>
                  <a:gd name="T42" fmla="*/ 59 w 59"/>
                  <a:gd name="T43" fmla="*/ 54 h 67"/>
                  <a:gd name="T44" fmla="*/ 59 w 59"/>
                  <a:gd name="T45" fmla="*/ 23 h 67"/>
                  <a:gd name="T46" fmla="*/ 50 w 59"/>
                  <a:gd name="T4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9" h="67">
                    <a:moveTo>
                      <a:pt x="49" y="54"/>
                    </a:moveTo>
                    <a:lnTo>
                      <a:pt x="49" y="54"/>
                    </a:lnTo>
                    <a:cubicBezTo>
                      <a:pt x="49" y="56"/>
                      <a:pt x="48" y="57"/>
                      <a:pt x="48" y="57"/>
                    </a:cubicBezTo>
                    <a:lnTo>
                      <a:pt x="11" y="53"/>
                    </a:lnTo>
                    <a:cubicBezTo>
                      <a:pt x="10" y="52"/>
                      <a:pt x="10" y="51"/>
                      <a:pt x="10" y="48"/>
                    </a:cubicBezTo>
                    <a:lnTo>
                      <a:pt x="10" y="14"/>
                    </a:lnTo>
                    <a:cubicBezTo>
                      <a:pt x="10" y="12"/>
                      <a:pt x="10" y="11"/>
                      <a:pt x="10" y="10"/>
                    </a:cubicBezTo>
                    <a:lnTo>
                      <a:pt x="47" y="20"/>
                    </a:lnTo>
                    <a:cubicBezTo>
                      <a:pt x="48" y="20"/>
                      <a:pt x="49" y="21"/>
                      <a:pt x="49" y="23"/>
                    </a:cubicBezTo>
                    <a:lnTo>
                      <a:pt x="49" y="54"/>
                    </a:lnTo>
                    <a:close/>
                    <a:moveTo>
                      <a:pt x="50" y="10"/>
                    </a:moveTo>
                    <a:lnTo>
                      <a:pt x="50" y="10"/>
                    </a:lnTo>
                    <a:lnTo>
                      <a:pt x="11" y="0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2"/>
                      <a:pt x="1" y="55"/>
                      <a:pt x="2" y="57"/>
                    </a:cubicBezTo>
                    <a:cubicBezTo>
                      <a:pt x="4" y="61"/>
                      <a:pt x="7" y="63"/>
                      <a:pt x="9" y="63"/>
                    </a:cubicBezTo>
                    <a:lnTo>
                      <a:pt x="9" y="63"/>
                    </a:lnTo>
                    <a:lnTo>
                      <a:pt x="48" y="67"/>
                    </a:lnTo>
                    <a:lnTo>
                      <a:pt x="49" y="67"/>
                    </a:lnTo>
                    <a:cubicBezTo>
                      <a:pt x="54" y="67"/>
                      <a:pt x="59" y="61"/>
                      <a:pt x="59" y="54"/>
                    </a:cubicBezTo>
                    <a:lnTo>
                      <a:pt x="59" y="23"/>
                    </a:lnTo>
                    <a:cubicBezTo>
                      <a:pt x="59" y="16"/>
                      <a:pt x="54" y="11"/>
                      <a:pt x="50" y="1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5" name="Freeform 32"/>
              <p:cNvSpPr>
                <a:spLocks noEditPoints="1"/>
              </p:cNvSpPr>
              <p:nvPr/>
            </p:nvSpPr>
            <p:spPr bwMode="auto">
              <a:xfrm>
                <a:off x="1538288" y="944563"/>
                <a:ext cx="41275" cy="49213"/>
              </a:xfrm>
              <a:custGeom>
                <a:avLst/>
                <a:gdLst>
                  <a:gd name="T0" fmla="*/ 10 w 49"/>
                  <a:gd name="T1" fmla="*/ 13 h 58"/>
                  <a:gd name="T2" fmla="*/ 10 w 49"/>
                  <a:gd name="T3" fmla="*/ 13 h 58"/>
                  <a:gd name="T4" fmla="*/ 10 w 49"/>
                  <a:gd name="T5" fmla="*/ 11 h 58"/>
                  <a:gd name="T6" fmla="*/ 38 w 49"/>
                  <a:gd name="T7" fmla="*/ 19 h 58"/>
                  <a:gd name="T8" fmla="*/ 39 w 49"/>
                  <a:gd name="T9" fmla="*/ 22 h 58"/>
                  <a:gd name="T10" fmla="*/ 39 w 49"/>
                  <a:gd name="T11" fmla="*/ 45 h 58"/>
                  <a:gd name="T12" fmla="*/ 38 w 49"/>
                  <a:gd name="T13" fmla="*/ 48 h 58"/>
                  <a:gd name="T14" fmla="*/ 11 w 49"/>
                  <a:gd name="T15" fmla="*/ 44 h 58"/>
                  <a:gd name="T16" fmla="*/ 10 w 49"/>
                  <a:gd name="T17" fmla="*/ 40 h 58"/>
                  <a:gd name="T18" fmla="*/ 10 w 49"/>
                  <a:gd name="T19" fmla="*/ 13 h 58"/>
                  <a:gd name="T20" fmla="*/ 2 w 49"/>
                  <a:gd name="T21" fmla="*/ 49 h 58"/>
                  <a:gd name="T22" fmla="*/ 2 w 49"/>
                  <a:gd name="T23" fmla="*/ 49 h 58"/>
                  <a:gd name="T24" fmla="*/ 9 w 49"/>
                  <a:gd name="T25" fmla="*/ 53 h 58"/>
                  <a:gd name="T26" fmla="*/ 38 w 49"/>
                  <a:gd name="T27" fmla="*/ 58 h 58"/>
                  <a:gd name="T28" fmla="*/ 39 w 49"/>
                  <a:gd name="T29" fmla="*/ 57 h 58"/>
                  <a:gd name="T30" fmla="*/ 49 w 49"/>
                  <a:gd name="T31" fmla="*/ 45 h 58"/>
                  <a:gd name="T32" fmla="*/ 49 w 49"/>
                  <a:gd name="T33" fmla="*/ 22 h 58"/>
                  <a:gd name="T34" fmla="*/ 40 w 49"/>
                  <a:gd name="T35" fmla="*/ 9 h 58"/>
                  <a:gd name="T36" fmla="*/ 11 w 49"/>
                  <a:gd name="T37" fmla="*/ 1 h 58"/>
                  <a:gd name="T38" fmla="*/ 10 w 49"/>
                  <a:gd name="T39" fmla="*/ 0 h 58"/>
                  <a:gd name="T40" fmla="*/ 0 w 49"/>
                  <a:gd name="T41" fmla="*/ 13 h 58"/>
                  <a:gd name="T42" fmla="*/ 0 w 49"/>
                  <a:gd name="T43" fmla="*/ 40 h 58"/>
                  <a:gd name="T44" fmla="*/ 2 w 49"/>
                  <a:gd name="T45" fmla="*/ 4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9" h="58">
                    <a:moveTo>
                      <a:pt x="10" y="13"/>
                    </a:moveTo>
                    <a:lnTo>
                      <a:pt x="10" y="13"/>
                    </a:lnTo>
                    <a:cubicBezTo>
                      <a:pt x="10" y="12"/>
                      <a:pt x="10" y="11"/>
                      <a:pt x="10" y="11"/>
                    </a:cubicBezTo>
                    <a:lnTo>
                      <a:pt x="38" y="19"/>
                    </a:lnTo>
                    <a:cubicBezTo>
                      <a:pt x="38" y="19"/>
                      <a:pt x="39" y="20"/>
                      <a:pt x="39" y="22"/>
                    </a:cubicBezTo>
                    <a:lnTo>
                      <a:pt x="39" y="45"/>
                    </a:lnTo>
                    <a:cubicBezTo>
                      <a:pt x="39" y="46"/>
                      <a:pt x="38" y="47"/>
                      <a:pt x="38" y="48"/>
                    </a:cubicBezTo>
                    <a:lnTo>
                      <a:pt x="11" y="44"/>
                    </a:lnTo>
                    <a:cubicBezTo>
                      <a:pt x="10" y="44"/>
                      <a:pt x="10" y="42"/>
                      <a:pt x="10" y="40"/>
                    </a:cubicBezTo>
                    <a:lnTo>
                      <a:pt x="10" y="13"/>
                    </a:lnTo>
                    <a:close/>
                    <a:moveTo>
                      <a:pt x="2" y="49"/>
                    </a:moveTo>
                    <a:lnTo>
                      <a:pt x="2" y="49"/>
                    </a:lnTo>
                    <a:cubicBezTo>
                      <a:pt x="4" y="52"/>
                      <a:pt x="6" y="53"/>
                      <a:pt x="9" y="53"/>
                    </a:cubicBezTo>
                    <a:lnTo>
                      <a:pt x="38" y="58"/>
                    </a:lnTo>
                    <a:lnTo>
                      <a:pt x="39" y="57"/>
                    </a:lnTo>
                    <a:cubicBezTo>
                      <a:pt x="44" y="57"/>
                      <a:pt x="49" y="52"/>
                      <a:pt x="49" y="45"/>
                    </a:cubicBezTo>
                    <a:lnTo>
                      <a:pt x="49" y="22"/>
                    </a:lnTo>
                    <a:cubicBezTo>
                      <a:pt x="49" y="15"/>
                      <a:pt x="44" y="10"/>
                      <a:pt x="40" y="9"/>
                    </a:cubicBezTo>
                    <a:lnTo>
                      <a:pt x="11" y="1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0"/>
                    </a:lnTo>
                    <a:cubicBezTo>
                      <a:pt x="0" y="43"/>
                      <a:pt x="1" y="46"/>
                      <a:pt x="2" y="4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6" name="Freeform 33"/>
              <p:cNvSpPr>
                <a:spLocks noEditPoints="1"/>
              </p:cNvSpPr>
              <p:nvPr/>
            </p:nvSpPr>
            <p:spPr bwMode="auto">
              <a:xfrm>
                <a:off x="1452563" y="1014413"/>
                <a:ext cx="50800" cy="52388"/>
              </a:xfrm>
              <a:custGeom>
                <a:avLst/>
                <a:gdLst>
                  <a:gd name="T0" fmla="*/ 10 w 59"/>
                  <a:gd name="T1" fmla="*/ 14 h 62"/>
                  <a:gd name="T2" fmla="*/ 10 w 59"/>
                  <a:gd name="T3" fmla="*/ 14 h 62"/>
                  <a:gd name="T4" fmla="*/ 10 w 59"/>
                  <a:gd name="T5" fmla="*/ 10 h 62"/>
                  <a:gd name="T6" fmla="*/ 47 w 59"/>
                  <a:gd name="T7" fmla="*/ 13 h 62"/>
                  <a:gd name="T8" fmla="*/ 49 w 59"/>
                  <a:gd name="T9" fmla="*/ 17 h 62"/>
                  <a:gd name="T10" fmla="*/ 49 w 59"/>
                  <a:gd name="T11" fmla="*/ 49 h 62"/>
                  <a:gd name="T12" fmla="*/ 48 w 59"/>
                  <a:gd name="T13" fmla="*/ 52 h 62"/>
                  <a:gd name="T14" fmla="*/ 11 w 59"/>
                  <a:gd name="T15" fmla="*/ 52 h 62"/>
                  <a:gd name="T16" fmla="*/ 10 w 59"/>
                  <a:gd name="T17" fmla="*/ 48 h 62"/>
                  <a:gd name="T18" fmla="*/ 10 w 59"/>
                  <a:gd name="T19" fmla="*/ 14 h 62"/>
                  <a:gd name="T20" fmla="*/ 10 w 59"/>
                  <a:gd name="T21" fmla="*/ 62 h 62"/>
                  <a:gd name="T22" fmla="*/ 10 w 59"/>
                  <a:gd name="T23" fmla="*/ 62 h 62"/>
                  <a:gd name="T24" fmla="*/ 49 w 59"/>
                  <a:gd name="T25" fmla="*/ 62 h 62"/>
                  <a:gd name="T26" fmla="*/ 59 w 59"/>
                  <a:gd name="T27" fmla="*/ 49 h 62"/>
                  <a:gd name="T28" fmla="*/ 59 w 59"/>
                  <a:gd name="T29" fmla="*/ 17 h 62"/>
                  <a:gd name="T30" fmla="*/ 49 w 59"/>
                  <a:gd name="T31" fmla="*/ 3 h 62"/>
                  <a:gd name="T32" fmla="*/ 10 w 59"/>
                  <a:gd name="T33" fmla="*/ 0 h 62"/>
                  <a:gd name="T34" fmla="*/ 0 w 59"/>
                  <a:gd name="T35" fmla="*/ 14 h 62"/>
                  <a:gd name="T36" fmla="*/ 0 w 59"/>
                  <a:gd name="T37" fmla="*/ 48 h 62"/>
                  <a:gd name="T38" fmla="*/ 10 w 59"/>
                  <a:gd name="T39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" h="62">
                    <a:moveTo>
                      <a:pt x="10" y="14"/>
                    </a:moveTo>
                    <a:lnTo>
                      <a:pt x="10" y="14"/>
                    </a:lnTo>
                    <a:cubicBezTo>
                      <a:pt x="10" y="12"/>
                      <a:pt x="10" y="10"/>
                      <a:pt x="10" y="10"/>
                    </a:cubicBezTo>
                    <a:lnTo>
                      <a:pt x="47" y="13"/>
                    </a:lnTo>
                    <a:cubicBezTo>
                      <a:pt x="48" y="13"/>
                      <a:pt x="49" y="15"/>
                      <a:pt x="49" y="17"/>
                    </a:cubicBezTo>
                    <a:lnTo>
                      <a:pt x="49" y="49"/>
                    </a:lnTo>
                    <a:cubicBezTo>
                      <a:pt x="49" y="51"/>
                      <a:pt x="48" y="52"/>
                      <a:pt x="48" y="52"/>
                    </a:cubicBezTo>
                    <a:lnTo>
                      <a:pt x="11" y="52"/>
                    </a:lnTo>
                    <a:cubicBezTo>
                      <a:pt x="10" y="52"/>
                      <a:pt x="10" y="50"/>
                      <a:pt x="10" y="48"/>
                    </a:cubicBezTo>
                    <a:lnTo>
                      <a:pt x="10" y="14"/>
                    </a:lnTo>
                    <a:close/>
                    <a:moveTo>
                      <a:pt x="10" y="62"/>
                    </a:moveTo>
                    <a:lnTo>
                      <a:pt x="10" y="62"/>
                    </a:lnTo>
                    <a:lnTo>
                      <a:pt x="49" y="62"/>
                    </a:lnTo>
                    <a:cubicBezTo>
                      <a:pt x="54" y="61"/>
                      <a:pt x="59" y="56"/>
                      <a:pt x="59" y="49"/>
                    </a:cubicBezTo>
                    <a:lnTo>
                      <a:pt x="59" y="17"/>
                    </a:lnTo>
                    <a:cubicBezTo>
                      <a:pt x="59" y="10"/>
                      <a:pt x="54" y="4"/>
                      <a:pt x="49" y="3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6"/>
                      <a:pt x="4" y="62"/>
                      <a:pt x="10" y="62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7" name="Freeform 34"/>
              <p:cNvSpPr>
                <a:spLocks noEditPoints="1"/>
              </p:cNvSpPr>
              <p:nvPr/>
            </p:nvSpPr>
            <p:spPr bwMode="auto">
              <a:xfrm>
                <a:off x="1538288" y="1023938"/>
                <a:ext cx="41275" cy="46038"/>
              </a:xfrm>
              <a:custGeom>
                <a:avLst/>
                <a:gdLst>
                  <a:gd name="T0" fmla="*/ 10 w 49"/>
                  <a:gd name="T1" fmla="*/ 12 h 54"/>
                  <a:gd name="T2" fmla="*/ 10 w 49"/>
                  <a:gd name="T3" fmla="*/ 12 h 54"/>
                  <a:gd name="T4" fmla="*/ 10 w 49"/>
                  <a:gd name="T5" fmla="*/ 10 h 54"/>
                  <a:gd name="T6" fmla="*/ 38 w 49"/>
                  <a:gd name="T7" fmla="*/ 14 h 54"/>
                  <a:gd name="T8" fmla="*/ 39 w 49"/>
                  <a:gd name="T9" fmla="*/ 16 h 54"/>
                  <a:gd name="T10" fmla="*/ 39 w 49"/>
                  <a:gd name="T11" fmla="*/ 42 h 54"/>
                  <a:gd name="T12" fmla="*/ 38 w 49"/>
                  <a:gd name="T13" fmla="*/ 44 h 54"/>
                  <a:gd name="T14" fmla="*/ 10 w 49"/>
                  <a:gd name="T15" fmla="*/ 44 h 54"/>
                  <a:gd name="T16" fmla="*/ 10 w 49"/>
                  <a:gd name="T17" fmla="*/ 41 h 54"/>
                  <a:gd name="T18" fmla="*/ 10 w 49"/>
                  <a:gd name="T19" fmla="*/ 12 h 54"/>
                  <a:gd name="T20" fmla="*/ 10 w 49"/>
                  <a:gd name="T21" fmla="*/ 54 h 54"/>
                  <a:gd name="T22" fmla="*/ 10 w 49"/>
                  <a:gd name="T23" fmla="*/ 54 h 54"/>
                  <a:gd name="T24" fmla="*/ 39 w 49"/>
                  <a:gd name="T25" fmla="*/ 54 h 54"/>
                  <a:gd name="T26" fmla="*/ 49 w 49"/>
                  <a:gd name="T27" fmla="*/ 42 h 54"/>
                  <a:gd name="T28" fmla="*/ 49 w 49"/>
                  <a:gd name="T29" fmla="*/ 16 h 54"/>
                  <a:gd name="T30" fmla="*/ 39 w 49"/>
                  <a:gd name="T31" fmla="*/ 4 h 54"/>
                  <a:gd name="T32" fmla="*/ 10 w 49"/>
                  <a:gd name="T33" fmla="*/ 0 h 54"/>
                  <a:gd name="T34" fmla="*/ 0 w 49"/>
                  <a:gd name="T35" fmla="*/ 12 h 54"/>
                  <a:gd name="T36" fmla="*/ 0 w 49"/>
                  <a:gd name="T37" fmla="*/ 41 h 54"/>
                  <a:gd name="T38" fmla="*/ 10 w 49"/>
                  <a:gd name="T39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54">
                    <a:moveTo>
                      <a:pt x="10" y="12"/>
                    </a:moveTo>
                    <a:lnTo>
                      <a:pt x="10" y="12"/>
                    </a:lnTo>
                    <a:cubicBezTo>
                      <a:pt x="10" y="11"/>
                      <a:pt x="10" y="10"/>
                      <a:pt x="10" y="10"/>
                    </a:cubicBezTo>
                    <a:lnTo>
                      <a:pt x="38" y="14"/>
                    </a:lnTo>
                    <a:cubicBezTo>
                      <a:pt x="38" y="14"/>
                      <a:pt x="39" y="15"/>
                      <a:pt x="39" y="16"/>
                    </a:cubicBezTo>
                    <a:lnTo>
                      <a:pt x="39" y="42"/>
                    </a:lnTo>
                    <a:cubicBezTo>
                      <a:pt x="39" y="43"/>
                      <a:pt x="38" y="44"/>
                      <a:pt x="38" y="44"/>
                    </a:cubicBezTo>
                    <a:lnTo>
                      <a:pt x="10" y="44"/>
                    </a:lnTo>
                    <a:cubicBezTo>
                      <a:pt x="10" y="43"/>
                      <a:pt x="10" y="42"/>
                      <a:pt x="10" y="41"/>
                    </a:cubicBezTo>
                    <a:lnTo>
                      <a:pt x="10" y="12"/>
                    </a:lnTo>
                    <a:close/>
                    <a:moveTo>
                      <a:pt x="10" y="54"/>
                    </a:moveTo>
                    <a:lnTo>
                      <a:pt x="10" y="54"/>
                    </a:lnTo>
                    <a:lnTo>
                      <a:pt x="39" y="54"/>
                    </a:lnTo>
                    <a:cubicBezTo>
                      <a:pt x="44" y="53"/>
                      <a:pt x="49" y="48"/>
                      <a:pt x="49" y="42"/>
                    </a:cubicBezTo>
                    <a:lnTo>
                      <a:pt x="49" y="16"/>
                    </a:lnTo>
                    <a:cubicBezTo>
                      <a:pt x="49" y="10"/>
                      <a:pt x="44" y="5"/>
                      <a:pt x="39" y="4"/>
                    </a:cubicBezTo>
                    <a:lnTo>
                      <a:pt x="10" y="0"/>
                    </a:lnTo>
                    <a:cubicBezTo>
                      <a:pt x="4" y="0"/>
                      <a:pt x="0" y="5"/>
                      <a:pt x="0" y="12"/>
                    </a:cubicBezTo>
                    <a:lnTo>
                      <a:pt x="0" y="41"/>
                    </a:lnTo>
                    <a:cubicBezTo>
                      <a:pt x="0" y="48"/>
                      <a:pt x="4" y="54"/>
                      <a:pt x="10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8" name="Freeform 35"/>
              <p:cNvSpPr>
                <a:spLocks noEditPoints="1"/>
              </p:cNvSpPr>
              <p:nvPr/>
            </p:nvSpPr>
            <p:spPr bwMode="auto">
              <a:xfrm>
                <a:off x="1452563" y="1104900"/>
                <a:ext cx="50800" cy="52388"/>
              </a:xfrm>
              <a:custGeom>
                <a:avLst/>
                <a:gdLst>
                  <a:gd name="T0" fmla="*/ 49 w 59"/>
                  <a:gd name="T1" fmla="*/ 47 h 62"/>
                  <a:gd name="T2" fmla="*/ 49 w 59"/>
                  <a:gd name="T3" fmla="*/ 47 h 62"/>
                  <a:gd name="T4" fmla="*/ 48 w 59"/>
                  <a:gd name="T5" fmla="*/ 50 h 62"/>
                  <a:gd name="T6" fmla="*/ 11 w 59"/>
                  <a:gd name="T7" fmla="*/ 52 h 62"/>
                  <a:gd name="T8" fmla="*/ 10 w 59"/>
                  <a:gd name="T9" fmla="*/ 48 h 62"/>
                  <a:gd name="T10" fmla="*/ 10 w 59"/>
                  <a:gd name="T11" fmla="*/ 14 h 62"/>
                  <a:gd name="T12" fmla="*/ 10 w 59"/>
                  <a:gd name="T13" fmla="*/ 10 h 62"/>
                  <a:gd name="T14" fmla="*/ 47 w 59"/>
                  <a:gd name="T15" fmla="*/ 11 h 62"/>
                  <a:gd name="T16" fmla="*/ 49 w 59"/>
                  <a:gd name="T17" fmla="*/ 14 h 62"/>
                  <a:gd name="T18" fmla="*/ 49 w 59"/>
                  <a:gd name="T19" fmla="*/ 47 h 62"/>
                  <a:gd name="T20" fmla="*/ 49 w 59"/>
                  <a:gd name="T21" fmla="*/ 1 h 62"/>
                  <a:gd name="T22" fmla="*/ 49 w 59"/>
                  <a:gd name="T23" fmla="*/ 1 h 62"/>
                  <a:gd name="T24" fmla="*/ 10 w 59"/>
                  <a:gd name="T25" fmla="*/ 0 h 62"/>
                  <a:gd name="T26" fmla="*/ 0 w 59"/>
                  <a:gd name="T27" fmla="*/ 14 h 62"/>
                  <a:gd name="T28" fmla="*/ 0 w 59"/>
                  <a:gd name="T29" fmla="*/ 48 h 62"/>
                  <a:gd name="T30" fmla="*/ 10 w 59"/>
                  <a:gd name="T31" fmla="*/ 62 h 62"/>
                  <a:gd name="T32" fmla="*/ 49 w 59"/>
                  <a:gd name="T33" fmla="*/ 60 h 62"/>
                  <a:gd name="T34" fmla="*/ 59 w 59"/>
                  <a:gd name="T35" fmla="*/ 47 h 62"/>
                  <a:gd name="T36" fmla="*/ 59 w 59"/>
                  <a:gd name="T37" fmla="*/ 14 h 62"/>
                  <a:gd name="T38" fmla="*/ 49 w 59"/>
                  <a:gd name="T39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" h="62">
                    <a:moveTo>
                      <a:pt x="49" y="47"/>
                    </a:moveTo>
                    <a:lnTo>
                      <a:pt x="49" y="47"/>
                    </a:lnTo>
                    <a:cubicBezTo>
                      <a:pt x="49" y="49"/>
                      <a:pt x="48" y="50"/>
                      <a:pt x="48" y="50"/>
                    </a:cubicBezTo>
                    <a:lnTo>
                      <a:pt x="11" y="52"/>
                    </a:lnTo>
                    <a:cubicBezTo>
                      <a:pt x="10" y="52"/>
                      <a:pt x="10" y="50"/>
                      <a:pt x="10" y="48"/>
                    </a:cubicBezTo>
                    <a:lnTo>
                      <a:pt x="10" y="14"/>
                    </a:lnTo>
                    <a:cubicBezTo>
                      <a:pt x="10" y="12"/>
                      <a:pt x="10" y="11"/>
                      <a:pt x="10" y="10"/>
                    </a:cubicBezTo>
                    <a:lnTo>
                      <a:pt x="47" y="11"/>
                    </a:lnTo>
                    <a:cubicBezTo>
                      <a:pt x="48" y="11"/>
                      <a:pt x="49" y="12"/>
                      <a:pt x="49" y="14"/>
                    </a:cubicBezTo>
                    <a:lnTo>
                      <a:pt x="49" y="47"/>
                    </a:lnTo>
                    <a:close/>
                    <a:moveTo>
                      <a:pt x="49" y="1"/>
                    </a:moveTo>
                    <a:lnTo>
                      <a:pt x="49" y="1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6"/>
                      <a:pt x="4" y="62"/>
                      <a:pt x="10" y="62"/>
                    </a:cubicBezTo>
                    <a:lnTo>
                      <a:pt x="49" y="60"/>
                    </a:lnTo>
                    <a:cubicBezTo>
                      <a:pt x="54" y="59"/>
                      <a:pt x="59" y="54"/>
                      <a:pt x="59" y="47"/>
                    </a:cubicBezTo>
                    <a:lnTo>
                      <a:pt x="59" y="14"/>
                    </a:lnTo>
                    <a:cubicBezTo>
                      <a:pt x="59" y="8"/>
                      <a:pt x="54" y="2"/>
                      <a:pt x="49" y="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89" name="Freeform 36"/>
              <p:cNvSpPr>
                <a:spLocks noEditPoints="1"/>
              </p:cNvSpPr>
              <p:nvPr/>
            </p:nvSpPr>
            <p:spPr bwMode="auto">
              <a:xfrm>
                <a:off x="1536700" y="1104900"/>
                <a:ext cx="42862" cy="46038"/>
              </a:xfrm>
              <a:custGeom>
                <a:avLst/>
                <a:gdLst>
                  <a:gd name="T0" fmla="*/ 10 w 50"/>
                  <a:gd name="T1" fmla="*/ 43 h 53"/>
                  <a:gd name="T2" fmla="*/ 10 w 50"/>
                  <a:gd name="T3" fmla="*/ 43 h 53"/>
                  <a:gd name="T4" fmla="*/ 10 w 50"/>
                  <a:gd name="T5" fmla="*/ 40 h 53"/>
                  <a:gd name="T6" fmla="*/ 10 w 50"/>
                  <a:gd name="T7" fmla="*/ 12 h 53"/>
                  <a:gd name="T8" fmla="*/ 10 w 50"/>
                  <a:gd name="T9" fmla="*/ 10 h 53"/>
                  <a:gd name="T10" fmla="*/ 40 w 50"/>
                  <a:gd name="T11" fmla="*/ 10 h 53"/>
                  <a:gd name="T12" fmla="*/ 40 w 50"/>
                  <a:gd name="T13" fmla="*/ 12 h 53"/>
                  <a:gd name="T14" fmla="*/ 40 w 50"/>
                  <a:gd name="T15" fmla="*/ 39 h 53"/>
                  <a:gd name="T16" fmla="*/ 40 w 50"/>
                  <a:gd name="T17" fmla="*/ 41 h 53"/>
                  <a:gd name="T18" fmla="*/ 10 w 50"/>
                  <a:gd name="T19" fmla="*/ 43 h 53"/>
                  <a:gd name="T20" fmla="*/ 41 w 50"/>
                  <a:gd name="T21" fmla="*/ 0 h 53"/>
                  <a:gd name="T22" fmla="*/ 41 w 50"/>
                  <a:gd name="T23" fmla="*/ 0 h 53"/>
                  <a:gd name="T24" fmla="*/ 9 w 50"/>
                  <a:gd name="T25" fmla="*/ 0 h 53"/>
                  <a:gd name="T26" fmla="*/ 0 w 50"/>
                  <a:gd name="T27" fmla="*/ 12 h 53"/>
                  <a:gd name="T28" fmla="*/ 0 w 50"/>
                  <a:gd name="T29" fmla="*/ 40 h 53"/>
                  <a:gd name="T30" fmla="*/ 9 w 50"/>
                  <a:gd name="T31" fmla="*/ 53 h 53"/>
                  <a:gd name="T32" fmla="*/ 41 w 50"/>
                  <a:gd name="T33" fmla="*/ 50 h 53"/>
                  <a:gd name="T34" fmla="*/ 50 w 50"/>
                  <a:gd name="T35" fmla="*/ 39 h 53"/>
                  <a:gd name="T36" fmla="*/ 50 w 50"/>
                  <a:gd name="T37" fmla="*/ 12 h 53"/>
                  <a:gd name="T38" fmla="*/ 41 w 50"/>
                  <a:gd name="T3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0" h="53">
                    <a:moveTo>
                      <a:pt x="10" y="43"/>
                    </a:moveTo>
                    <a:lnTo>
                      <a:pt x="10" y="43"/>
                    </a:lnTo>
                    <a:cubicBezTo>
                      <a:pt x="10" y="42"/>
                      <a:pt x="10" y="41"/>
                      <a:pt x="10" y="40"/>
                    </a:cubicBezTo>
                    <a:lnTo>
                      <a:pt x="10" y="12"/>
                    </a:lnTo>
                    <a:cubicBezTo>
                      <a:pt x="10" y="11"/>
                      <a:pt x="10" y="10"/>
                      <a:pt x="10" y="10"/>
                    </a:cubicBezTo>
                    <a:lnTo>
                      <a:pt x="40" y="10"/>
                    </a:lnTo>
                    <a:cubicBezTo>
                      <a:pt x="40" y="11"/>
                      <a:pt x="40" y="11"/>
                      <a:pt x="40" y="12"/>
                    </a:cubicBezTo>
                    <a:lnTo>
                      <a:pt x="40" y="39"/>
                    </a:lnTo>
                    <a:cubicBezTo>
                      <a:pt x="40" y="40"/>
                      <a:pt x="40" y="41"/>
                      <a:pt x="40" y="41"/>
                    </a:cubicBezTo>
                    <a:lnTo>
                      <a:pt x="10" y="43"/>
                    </a:lnTo>
                    <a:close/>
                    <a:moveTo>
                      <a:pt x="41" y="0"/>
                    </a:moveTo>
                    <a:lnTo>
                      <a:pt x="41" y="0"/>
                    </a:lnTo>
                    <a:lnTo>
                      <a:pt x="9" y="0"/>
                    </a:lnTo>
                    <a:cubicBezTo>
                      <a:pt x="4" y="0"/>
                      <a:pt x="0" y="5"/>
                      <a:pt x="0" y="12"/>
                    </a:cubicBezTo>
                    <a:lnTo>
                      <a:pt x="0" y="40"/>
                    </a:lnTo>
                    <a:cubicBezTo>
                      <a:pt x="0" y="47"/>
                      <a:pt x="4" y="53"/>
                      <a:pt x="9" y="53"/>
                    </a:cubicBezTo>
                    <a:lnTo>
                      <a:pt x="41" y="50"/>
                    </a:lnTo>
                    <a:cubicBezTo>
                      <a:pt x="46" y="50"/>
                      <a:pt x="50" y="45"/>
                      <a:pt x="50" y="39"/>
                    </a:cubicBezTo>
                    <a:lnTo>
                      <a:pt x="50" y="12"/>
                    </a:lnTo>
                    <a:cubicBezTo>
                      <a:pt x="50" y="6"/>
                      <a:pt x="47" y="1"/>
                      <a:pt x="41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0" name="Freeform 37"/>
              <p:cNvSpPr>
                <a:spLocks/>
              </p:cNvSpPr>
              <p:nvPr/>
            </p:nvSpPr>
            <p:spPr bwMode="auto">
              <a:xfrm>
                <a:off x="1450975" y="1193800"/>
                <a:ext cx="53975" cy="17463"/>
              </a:xfrm>
              <a:custGeom>
                <a:avLst/>
                <a:gdLst>
                  <a:gd name="T0" fmla="*/ 6 w 64"/>
                  <a:gd name="T1" fmla="*/ 21 h 21"/>
                  <a:gd name="T2" fmla="*/ 6 w 64"/>
                  <a:gd name="T3" fmla="*/ 21 h 21"/>
                  <a:gd name="T4" fmla="*/ 58 w 64"/>
                  <a:gd name="T5" fmla="*/ 16 h 21"/>
                  <a:gd name="T6" fmla="*/ 64 w 64"/>
                  <a:gd name="T7" fmla="*/ 7 h 21"/>
                  <a:gd name="T8" fmla="*/ 58 w 64"/>
                  <a:gd name="T9" fmla="*/ 0 h 21"/>
                  <a:gd name="T10" fmla="*/ 6 w 64"/>
                  <a:gd name="T11" fmla="*/ 5 h 21"/>
                  <a:gd name="T12" fmla="*/ 0 w 64"/>
                  <a:gd name="T13" fmla="*/ 13 h 21"/>
                  <a:gd name="T14" fmla="*/ 6 w 64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21">
                    <a:moveTo>
                      <a:pt x="6" y="21"/>
                    </a:moveTo>
                    <a:lnTo>
                      <a:pt x="6" y="21"/>
                    </a:lnTo>
                    <a:lnTo>
                      <a:pt x="58" y="16"/>
                    </a:lnTo>
                    <a:cubicBezTo>
                      <a:pt x="61" y="16"/>
                      <a:pt x="64" y="12"/>
                      <a:pt x="64" y="7"/>
                    </a:cubicBezTo>
                    <a:cubicBezTo>
                      <a:pt x="64" y="3"/>
                      <a:pt x="61" y="0"/>
                      <a:pt x="58" y="0"/>
                    </a:cubicBezTo>
                    <a:lnTo>
                      <a:pt x="6" y="5"/>
                    </a:lnTo>
                    <a:cubicBezTo>
                      <a:pt x="3" y="5"/>
                      <a:pt x="0" y="9"/>
                      <a:pt x="0" y="13"/>
                    </a:cubicBezTo>
                    <a:cubicBezTo>
                      <a:pt x="0" y="17"/>
                      <a:pt x="3" y="21"/>
                      <a:pt x="6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1" name="Freeform 38"/>
              <p:cNvSpPr>
                <a:spLocks/>
              </p:cNvSpPr>
              <p:nvPr/>
            </p:nvSpPr>
            <p:spPr bwMode="auto">
              <a:xfrm>
                <a:off x="1450975" y="1217613"/>
                <a:ext cx="53975" cy="20638"/>
              </a:xfrm>
              <a:custGeom>
                <a:avLst/>
                <a:gdLst>
                  <a:gd name="T0" fmla="*/ 58 w 64"/>
                  <a:gd name="T1" fmla="*/ 0 h 23"/>
                  <a:gd name="T2" fmla="*/ 58 w 64"/>
                  <a:gd name="T3" fmla="*/ 0 h 23"/>
                  <a:gd name="T4" fmla="*/ 58 w 64"/>
                  <a:gd name="T5" fmla="*/ 0 h 23"/>
                  <a:gd name="T6" fmla="*/ 6 w 64"/>
                  <a:gd name="T7" fmla="*/ 7 h 23"/>
                  <a:gd name="T8" fmla="*/ 0 w 64"/>
                  <a:gd name="T9" fmla="*/ 15 h 23"/>
                  <a:gd name="T10" fmla="*/ 6 w 64"/>
                  <a:gd name="T11" fmla="*/ 23 h 23"/>
                  <a:gd name="T12" fmla="*/ 6 w 64"/>
                  <a:gd name="T13" fmla="*/ 23 h 23"/>
                  <a:gd name="T14" fmla="*/ 58 w 64"/>
                  <a:gd name="T15" fmla="*/ 16 h 23"/>
                  <a:gd name="T16" fmla="*/ 64 w 64"/>
                  <a:gd name="T17" fmla="*/ 8 h 23"/>
                  <a:gd name="T18" fmla="*/ 58 w 64"/>
                  <a:gd name="T1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23">
                    <a:moveTo>
                      <a:pt x="58" y="0"/>
                    </a:moveTo>
                    <a:lnTo>
                      <a:pt x="58" y="0"/>
                    </a:lnTo>
                    <a:lnTo>
                      <a:pt x="58" y="0"/>
                    </a:lnTo>
                    <a:lnTo>
                      <a:pt x="6" y="7"/>
                    </a:lnTo>
                    <a:cubicBezTo>
                      <a:pt x="3" y="7"/>
                      <a:pt x="0" y="11"/>
                      <a:pt x="0" y="15"/>
                    </a:cubicBezTo>
                    <a:cubicBezTo>
                      <a:pt x="0" y="20"/>
                      <a:pt x="3" y="23"/>
                      <a:pt x="6" y="23"/>
                    </a:cubicBezTo>
                    <a:lnTo>
                      <a:pt x="6" y="23"/>
                    </a:lnTo>
                    <a:lnTo>
                      <a:pt x="58" y="16"/>
                    </a:lnTo>
                    <a:cubicBezTo>
                      <a:pt x="62" y="16"/>
                      <a:pt x="64" y="12"/>
                      <a:pt x="64" y="8"/>
                    </a:cubicBezTo>
                    <a:cubicBezTo>
                      <a:pt x="64" y="3"/>
                      <a:pt x="62" y="0"/>
                      <a:pt x="5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2" name="Freeform 39"/>
              <p:cNvSpPr>
                <a:spLocks/>
              </p:cNvSpPr>
              <p:nvPr/>
            </p:nvSpPr>
            <p:spPr bwMode="auto">
              <a:xfrm>
                <a:off x="1536700" y="1185863"/>
                <a:ext cx="41275" cy="14288"/>
              </a:xfrm>
              <a:custGeom>
                <a:avLst/>
                <a:gdLst>
                  <a:gd name="T0" fmla="*/ 4 w 48"/>
                  <a:gd name="T1" fmla="*/ 16 h 16"/>
                  <a:gd name="T2" fmla="*/ 4 w 48"/>
                  <a:gd name="T3" fmla="*/ 16 h 16"/>
                  <a:gd name="T4" fmla="*/ 4 w 48"/>
                  <a:gd name="T5" fmla="*/ 16 h 16"/>
                  <a:gd name="T6" fmla="*/ 44 w 48"/>
                  <a:gd name="T7" fmla="*/ 12 h 16"/>
                  <a:gd name="T8" fmla="*/ 48 w 48"/>
                  <a:gd name="T9" fmla="*/ 6 h 16"/>
                  <a:gd name="T10" fmla="*/ 44 w 48"/>
                  <a:gd name="T11" fmla="*/ 0 h 16"/>
                  <a:gd name="T12" fmla="*/ 4 w 48"/>
                  <a:gd name="T13" fmla="*/ 4 h 16"/>
                  <a:gd name="T14" fmla="*/ 0 w 48"/>
                  <a:gd name="T15" fmla="*/ 10 h 16"/>
                  <a:gd name="T16" fmla="*/ 4 w 48"/>
                  <a:gd name="T1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6">
                    <a:moveTo>
                      <a:pt x="4" y="16"/>
                    </a:moveTo>
                    <a:lnTo>
                      <a:pt x="4" y="16"/>
                    </a:lnTo>
                    <a:lnTo>
                      <a:pt x="4" y="16"/>
                    </a:lnTo>
                    <a:lnTo>
                      <a:pt x="44" y="12"/>
                    </a:lnTo>
                    <a:cubicBezTo>
                      <a:pt x="46" y="12"/>
                      <a:pt x="48" y="9"/>
                      <a:pt x="48" y="6"/>
                    </a:cubicBezTo>
                    <a:cubicBezTo>
                      <a:pt x="48" y="3"/>
                      <a:pt x="46" y="0"/>
                      <a:pt x="44" y="0"/>
                    </a:cubicBezTo>
                    <a:lnTo>
                      <a:pt x="4" y="4"/>
                    </a:lnTo>
                    <a:cubicBezTo>
                      <a:pt x="2" y="4"/>
                      <a:pt x="0" y="7"/>
                      <a:pt x="0" y="10"/>
                    </a:cubicBezTo>
                    <a:cubicBezTo>
                      <a:pt x="0" y="14"/>
                      <a:pt x="2" y="16"/>
                      <a:pt x="4" y="1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3" name="Freeform 40"/>
              <p:cNvSpPr>
                <a:spLocks/>
              </p:cNvSpPr>
              <p:nvPr/>
            </p:nvSpPr>
            <p:spPr bwMode="auto">
              <a:xfrm>
                <a:off x="1536700" y="1204913"/>
                <a:ext cx="41275" cy="15875"/>
              </a:xfrm>
              <a:custGeom>
                <a:avLst/>
                <a:gdLst>
                  <a:gd name="T0" fmla="*/ 44 w 48"/>
                  <a:gd name="T1" fmla="*/ 0 h 18"/>
                  <a:gd name="T2" fmla="*/ 44 w 48"/>
                  <a:gd name="T3" fmla="*/ 0 h 18"/>
                  <a:gd name="T4" fmla="*/ 44 w 48"/>
                  <a:gd name="T5" fmla="*/ 0 h 18"/>
                  <a:gd name="T6" fmla="*/ 4 w 48"/>
                  <a:gd name="T7" fmla="*/ 6 h 18"/>
                  <a:gd name="T8" fmla="*/ 0 w 48"/>
                  <a:gd name="T9" fmla="*/ 12 h 18"/>
                  <a:gd name="T10" fmla="*/ 4 w 48"/>
                  <a:gd name="T11" fmla="*/ 18 h 18"/>
                  <a:gd name="T12" fmla="*/ 4 w 48"/>
                  <a:gd name="T13" fmla="*/ 18 h 18"/>
                  <a:gd name="T14" fmla="*/ 44 w 48"/>
                  <a:gd name="T15" fmla="*/ 12 h 18"/>
                  <a:gd name="T16" fmla="*/ 48 w 48"/>
                  <a:gd name="T17" fmla="*/ 6 h 18"/>
                  <a:gd name="T18" fmla="*/ 44 w 48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18">
                    <a:moveTo>
                      <a:pt x="44" y="0"/>
                    </a:moveTo>
                    <a:lnTo>
                      <a:pt x="44" y="0"/>
                    </a:lnTo>
                    <a:lnTo>
                      <a:pt x="44" y="0"/>
                    </a:lnTo>
                    <a:lnTo>
                      <a:pt x="4" y="6"/>
                    </a:lnTo>
                    <a:cubicBezTo>
                      <a:pt x="2" y="6"/>
                      <a:pt x="0" y="9"/>
                      <a:pt x="0" y="12"/>
                    </a:cubicBezTo>
                    <a:cubicBezTo>
                      <a:pt x="0" y="15"/>
                      <a:pt x="2" y="18"/>
                      <a:pt x="4" y="18"/>
                    </a:cubicBezTo>
                    <a:lnTo>
                      <a:pt x="4" y="18"/>
                    </a:lnTo>
                    <a:lnTo>
                      <a:pt x="44" y="12"/>
                    </a:lnTo>
                    <a:cubicBezTo>
                      <a:pt x="46" y="12"/>
                      <a:pt x="48" y="10"/>
                      <a:pt x="48" y="6"/>
                    </a:cubicBezTo>
                    <a:cubicBezTo>
                      <a:pt x="48" y="3"/>
                      <a:pt x="46" y="0"/>
                      <a:pt x="44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4" name="Freeform 41"/>
              <p:cNvSpPr>
                <a:spLocks noEditPoints="1"/>
              </p:cNvSpPr>
              <p:nvPr/>
            </p:nvSpPr>
            <p:spPr bwMode="auto">
              <a:xfrm>
                <a:off x="1603375" y="960438"/>
                <a:ext cx="28575" cy="38100"/>
              </a:xfrm>
              <a:custGeom>
                <a:avLst/>
                <a:gdLst>
                  <a:gd name="T0" fmla="*/ 7 w 34"/>
                  <a:gd name="T1" fmla="*/ 12 h 45"/>
                  <a:gd name="T2" fmla="*/ 7 w 34"/>
                  <a:gd name="T3" fmla="*/ 12 h 45"/>
                  <a:gd name="T4" fmla="*/ 8 w 34"/>
                  <a:gd name="T5" fmla="*/ 8 h 45"/>
                  <a:gd name="T6" fmla="*/ 25 w 34"/>
                  <a:gd name="T7" fmla="*/ 14 h 45"/>
                  <a:gd name="T8" fmla="*/ 27 w 34"/>
                  <a:gd name="T9" fmla="*/ 18 h 45"/>
                  <a:gd name="T10" fmla="*/ 27 w 34"/>
                  <a:gd name="T11" fmla="*/ 34 h 45"/>
                  <a:gd name="T12" fmla="*/ 26 w 34"/>
                  <a:gd name="T13" fmla="*/ 37 h 45"/>
                  <a:gd name="T14" fmla="*/ 8 w 34"/>
                  <a:gd name="T15" fmla="*/ 36 h 45"/>
                  <a:gd name="T16" fmla="*/ 7 w 34"/>
                  <a:gd name="T17" fmla="*/ 31 h 45"/>
                  <a:gd name="T18" fmla="*/ 7 w 34"/>
                  <a:gd name="T19" fmla="*/ 12 h 45"/>
                  <a:gd name="T20" fmla="*/ 1 w 34"/>
                  <a:gd name="T21" fmla="*/ 39 h 45"/>
                  <a:gd name="T22" fmla="*/ 1 w 34"/>
                  <a:gd name="T23" fmla="*/ 39 h 45"/>
                  <a:gd name="T24" fmla="*/ 7 w 34"/>
                  <a:gd name="T25" fmla="*/ 43 h 45"/>
                  <a:gd name="T26" fmla="*/ 27 w 34"/>
                  <a:gd name="T27" fmla="*/ 45 h 45"/>
                  <a:gd name="T28" fmla="*/ 27 w 34"/>
                  <a:gd name="T29" fmla="*/ 45 h 45"/>
                  <a:gd name="T30" fmla="*/ 34 w 34"/>
                  <a:gd name="T31" fmla="*/ 34 h 45"/>
                  <a:gd name="T32" fmla="*/ 34 w 34"/>
                  <a:gd name="T33" fmla="*/ 18 h 45"/>
                  <a:gd name="T34" fmla="*/ 28 w 34"/>
                  <a:gd name="T35" fmla="*/ 7 h 45"/>
                  <a:gd name="T36" fmla="*/ 8 w 34"/>
                  <a:gd name="T37" fmla="*/ 0 h 45"/>
                  <a:gd name="T38" fmla="*/ 7 w 34"/>
                  <a:gd name="T39" fmla="*/ 0 h 45"/>
                  <a:gd name="T40" fmla="*/ 0 w 34"/>
                  <a:gd name="T41" fmla="*/ 12 h 45"/>
                  <a:gd name="T42" fmla="*/ 0 w 34"/>
                  <a:gd name="T43" fmla="*/ 31 h 45"/>
                  <a:gd name="T44" fmla="*/ 1 w 34"/>
                  <a:gd name="T45" fmla="*/ 3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5">
                    <a:moveTo>
                      <a:pt x="7" y="12"/>
                    </a:moveTo>
                    <a:lnTo>
                      <a:pt x="7" y="12"/>
                    </a:lnTo>
                    <a:cubicBezTo>
                      <a:pt x="7" y="10"/>
                      <a:pt x="8" y="9"/>
                      <a:pt x="8" y="8"/>
                    </a:cubicBezTo>
                    <a:lnTo>
                      <a:pt x="25" y="14"/>
                    </a:lnTo>
                    <a:cubicBezTo>
                      <a:pt x="26" y="14"/>
                      <a:pt x="27" y="16"/>
                      <a:pt x="27" y="18"/>
                    </a:cubicBezTo>
                    <a:lnTo>
                      <a:pt x="27" y="34"/>
                    </a:lnTo>
                    <a:cubicBezTo>
                      <a:pt x="27" y="36"/>
                      <a:pt x="26" y="37"/>
                      <a:pt x="26" y="37"/>
                    </a:cubicBezTo>
                    <a:lnTo>
                      <a:pt x="8" y="36"/>
                    </a:lnTo>
                    <a:cubicBezTo>
                      <a:pt x="8" y="35"/>
                      <a:pt x="7" y="34"/>
                      <a:pt x="7" y="31"/>
                    </a:cubicBezTo>
                    <a:lnTo>
                      <a:pt x="7" y="12"/>
                    </a:lnTo>
                    <a:close/>
                    <a:moveTo>
                      <a:pt x="1" y="39"/>
                    </a:moveTo>
                    <a:lnTo>
                      <a:pt x="1" y="39"/>
                    </a:lnTo>
                    <a:cubicBezTo>
                      <a:pt x="3" y="43"/>
                      <a:pt x="6" y="43"/>
                      <a:pt x="7" y="43"/>
                    </a:cubicBezTo>
                    <a:lnTo>
                      <a:pt x="27" y="45"/>
                    </a:lnTo>
                    <a:lnTo>
                      <a:pt x="27" y="45"/>
                    </a:lnTo>
                    <a:cubicBezTo>
                      <a:pt x="31" y="45"/>
                      <a:pt x="34" y="40"/>
                      <a:pt x="34" y="34"/>
                    </a:cubicBezTo>
                    <a:lnTo>
                      <a:pt x="34" y="18"/>
                    </a:lnTo>
                    <a:cubicBezTo>
                      <a:pt x="34" y="13"/>
                      <a:pt x="32" y="7"/>
                      <a:pt x="28" y="7"/>
                    </a:cubicBezTo>
                    <a:lnTo>
                      <a:pt x="8" y="0"/>
                    </a:lnTo>
                    <a:lnTo>
                      <a:pt x="7" y="0"/>
                    </a:lnTo>
                    <a:cubicBezTo>
                      <a:pt x="3" y="0"/>
                      <a:pt x="0" y="5"/>
                      <a:pt x="0" y="12"/>
                    </a:cubicBezTo>
                    <a:lnTo>
                      <a:pt x="0" y="31"/>
                    </a:lnTo>
                    <a:cubicBezTo>
                      <a:pt x="0" y="34"/>
                      <a:pt x="1" y="37"/>
                      <a:pt x="1" y="3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5" name="Freeform 42"/>
              <p:cNvSpPr>
                <a:spLocks noEditPoints="1"/>
              </p:cNvSpPr>
              <p:nvPr/>
            </p:nvSpPr>
            <p:spPr bwMode="auto">
              <a:xfrm>
                <a:off x="1603375" y="1033463"/>
                <a:ext cx="28575" cy="39688"/>
              </a:xfrm>
              <a:custGeom>
                <a:avLst/>
                <a:gdLst>
                  <a:gd name="T0" fmla="*/ 7 w 34"/>
                  <a:gd name="T1" fmla="*/ 12 h 47"/>
                  <a:gd name="T2" fmla="*/ 7 w 34"/>
                  <a:gd name="T3" fmla="*/ 12 h 47"/>
                  <a:gd name="T4" fmla="*/ 8 w 34"/>
                  <a:gd name="T5" fmla="*/ 8 h 47"/>
                  <a:gd name="T6" fmla="*/ 25 w 34"/>
                  <a:gd name="T7" fmla="*/ 12 h 47"/>
                  <a:gd name="T8" fmla="*/ 27 w 34"/>
                  <a:gd name="T9" fmla="*/ 16 h 47"/>
                  <a:gd name="T10" fmla="*/ 27 w 34"/>
                  <a:gd name="T11" fmla="*/ 36 h 47"/>
                  <a:gd name="T12" fmla="*/ 26 w 34"/>
                  <a:gd name="T13" fmla="*/ 40 h 47"/>
                  <a:gd name="T14" fmla="*/ 8 w 34"/>
                  <a:gd name="T15" fmla="*/ 40 h 47"/>
                  <a:gd name="T16" fmla="*/ 7 w 34"/>
                  <a:gd name="T17" fmla="*/ 36 h 47"/>
                  <a:gd name="T18" fmla="*/ 7 w 34"/>
                  <a:gd name="T19" fmla="*/ 12 h 47"/>
                  <a:gd name="T20" fmla="*/ 7 w 34"/>
                  <a:gd name="T21" fmla="*/ 47 h 47"/>
                  <a:gd name="T22" fmla="*/ 7 w 34"/>
                  <a:gd name="T23" fmla="*/ 47 h 47"/>
                  <a:gd name="T24" fmla="*/ 27 w 34"/>
                  <a:gd name="T25" fmla="*/ 47 h 47"/>
                  <a:gd name="T26" fmla="*/ 34 w 34"/>
                  <a:gd name="T27" fmla="*/ 36 h 47"/>
                  <a:gd name="T28" fmla="*/ 34 w 34"/>
                  <a:gd name="T29" fmla="*/ 16 h 47"/>
                  <a:gd name="T30" fmla="*/ 27 w 34"/>
                  <a:gd name="T31" fmla="*/ 5 h 47"/>
                  <a:gd name="T32" fmla="*/ 8 w 34"/>
                  <a:gd name="T33" fmla="*/ 1 h 47"/>
                  <a:gd name="T34" fmla="*/ 7 w 34"/>
                  <a:gd name="T35" fmla="*/ 0 h 47"/>
                  <a:gd name="T36" fmla="*/ 0 w 34"/>
                  <a:gd name="T37" fmla="*/ 12 h 47"/>
                  <a:gd name="T38" fmla="*/ 0 w 34"/>
                  <a:gd name="T39" fmla="*/ 36 h 47"/>
                  <a:gd name="T40" fmla="*/ 7 w 34"/>
                  <a:gd name="T41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47">
                    <a:moveTo>
                      <a:pt x="7" y="12"/>
                    </a:moveTo>
                    <a:lnTo>
                      <a:pt x="7" y="12"/>
                    </a:lnTo>
                    <a:cubicBezTo>
                      <a:pt x="7" y="10"/>
                      <a:pt x="8" y="9"/>
                      <a:pt x="8" y="8"/>
                    </a:cubicBezTo>
                    <a:lnTo>
                      <a:pt x="25" y="12"/>
                    </a:lnTo>
                    <a:cubicBezTo>
                      <a:pt x="26" y="13"/>
                      <a:pt x="27" y="14"/>
                      <a:pt x="27" y="16"/>
                    </a:cubicBezTo>
                    <a:lnTo>
                      <a:pt x="27" y="36"/>
                    </a:lnTo>
                    <a:cubicBezTo>
                      <a:pt x="27" y="38"/>
                      <a:pt x="26" y="40"/>
                      <a:pt x="26" y="40"/>
                    </a:cubicBezTo>
                    <a:lnTo>
                      <a:pt x="8" y="40"/>
                    </a:lnTo>
                    <a:cubicBezTo>
                      <a:pt x="8" y="39"/>
                      <a:pt x="7" y="38"/>
                      <a:pt x="7" y="36"/>
                    </a:cubicBezTo>
                    <a:lnTo>
                      <a:pt x="7" y="12"/>
                    </a:lnTo>
                    <a:close/>
                    <a:moveTo>
                      <a:pt x="7" y="47"/>
                    </a:moveTo>
                    <a:lnTo>
                      <a:pt x="7" y="47"/>
                    </a:lnTo>
                    <a:lnTo>
                      <a:pt x="27" y="47"/>
                    </a:lnTo>
                    <a:cubicBezTo>
                      <a:pt x="31" y="47"/>
                      <a:pt x="34" y="42"/>
                      <a:pt x="34" y="36"/>
                    </a:cubicBezTo>
                    <a:lnTo>
                      <a:pt x="34" y="16"/>
                    </a:lnTo>
                    <a:cubicBezTo>
                      <a:pt x="34" y="11"/>
                      <a:pt x="31" y="6"/>
                      <a:pt x="27" y="5"/>
                    </a:cubicBezTo>
                    <a:lnTo>
                      <a:pt x="8" y="1"/>
                    </a:lnTo>
                    <a:lnTo>
                      <a:pt x="7" y="0"/>
                    </a:lnTo>
                    <a:cubicBezTo>
                      <a:pt x="3" y="0"/>
                      <a:pt x="0" y="5"/>
                      <a:pt x="0" y="12"/>
                    </a:cubicBezTo>
                    <a:lnTo>
                      <a:pt x="0" y="36"/>
                    </a:lnTo>
                    <a:cubicBezTo>
                      <a:pt x="0" y="42"/>
                      <a:pt x="3" y="47"/>
                      <a:pt x="7" y="4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6" name="Freeform 43"/>
              <p:cNvSpPr>
                <a:spLocks noEditPoints="1"/>
              </p:cNvSpPr>
              <p:nvPr/>
            </p:nvSpPr>
            <p:spPr bwMode="auto">
              <a:xfrm>
                <a:off x="1601788" y="1108075"/>
                <a:ext cx="30162" cy="38100"/>
              </a:xfrm>
              <a:custGeom>
                <a:avLst/>
                <a:gdLst>
                  <a:gd name="T0" fmla="*/ 7 w 35"/>
                  <a:gd name="T1" fmla="*/ 11 h 45"/>
                  <a:gd name="T2" fmla="*/ 7 w 35"/>
                  <a:gd name="T3" fmla="*/ 11 h 45"/>
                  <a:gd name="T4" fmla="*/ 8 w 35"/>
                  <a:gd name="T5" fmla="*/ 7 h 45"/>
                  <a:gd name="T6" fmla="*/ 27 w 35"/>
                  <a:gd name="T7" fmla="*/ 8 h 45"/>
                  <a:gd name="T8" fmla="*/ 27 w 35"/>
                  <a:gd name="T9" fmla="*/ 11 h 45"/>
                  <a:gd name="T10" fmla="*/ 27 w 35"/>
                  <a:gd name="T11" fmla="*/ 33 h 45"/>
                  <a:gd name="T12" fmla="*/ 27 w 35"/>
                  <a:gd name="T13" fmla="*/ 36 h 45"/>
                  <a:gd name="T14" fmla="*/ 8 w 35"/>
                  <a:gd name="T15" fmla="*/ 38 h 45"/>
                  <a:gd name="T16" fmla="*/ 7 w 35"/>
                  <a:gd name="T17" fmla="*/ 34 h 45"/>
                  <a:gd name="T18" fmla="*/ 7 w 35"/>
                  <a:gd name="T19" fmla="*/ 11 h 45"/>
                  <a:gd name="T20" fmla="*/ 6 w 35"/>
                  <a:gd name="T21" fmla="*/ 45 h 45"/>
                  <a:gd name="T22" fmla="*/ 6 w 35"/>
                  <a:gd name="T23" fmla="*/ 45 h 45"/>
                  <a:gd name="T24" fmla="*/ 28 w 35"/>
                  <a:gd name="T25" fmla="*/ 43 h 45"/>
                  <a:gd name="T26" fmla="*/ 35 w 35"/>
                  <a:gd name="T27" fmla="*/ 33 h 45"/>
                  <a:gd name="T28" fmla="*/ 35 w 35"/>
                  <a:gd name="T29" fmla="*/ 11 h 45"/>
                  <a:gd name="T30" fmla="*/ 28 w 35"/>
                  <a:gd name="T31" fmla="*/ 1 h 45"/>
                  <a:gd name="T32" fmla="*/ 7 w 35"/>
                  <a:gd name="T33" fmla="*/ 0 h 45"/>
                  <a:gd name="T34" fmla="*/ 6 w 35"/>
                  <a:gd name="T35" fmla="*/ 0 h 45"/>
                  <a:gd name="T36" fmla="*/ 0 w 35"/>
                  <a:gd name="T37" fmla="*/ 11 h 45"/>
                  <a:gd name="T38" fmla="*/ 0 w 35"/>
                  <a:gd name="T39" fmla="*/ 34 h 45"/>
                  <a:gd name="T40" fmla="*/ 6 w 35"/>
                  <a:gd name="T41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45">
                    <a:moveTo>
                      <a:pt x="7" y="11"/>
                    </a:moveTo>
                    <a:lnTo>
                      <a:pt x="7" y="11"/>
                    </a:lnTo>
                    <a:cubicBezTo>
                      <a:pt x="7" y="9"/>
                      <a:pt x="7" y="8"/>
                      <a:pt x="8" y="7"/>
                    </a:cubicBezTo>
                    <a:lnTo>
                      <a:pt x="27" y="8"/>
                    </a:lnTo>
                    <a:cubicBezTo>
                      <a:pt x="27" y="9"/>
                      <a:pt x="27" y="10"/>
                      <a:pt x="27" y="11"/>
                    </a:cubicBezTo>
                    <a:lnTo>
                      <a:pt x="27" y="33"/>
                    </a:lnTo>
                    <a:cubicBezTo>
                      <a:pt x="27" y="34"/>
                      <a:pt x="27" y="35"/>
                      <a:pt x="27" y="36"/>
                    </a:cubicBezTo>
                    <a:lnTo>
                      <a:pt x="8" y="38"/>
                    </a:lnTo>
                    <a:cubicBezTo>
                      <a:pt x="7" y="37"/>
                      <a:pt x="7" y="36"/>
                      <a:pt x="7" y="34"/>
                    </a:cubicBezTo>
                    <a:lnTo>
                      <a:pt x="7" y="11"/>
                    </a:lnTo>
                    <a:close/>
                    <a:moveTo>
                      <a:pt x="6" y="45"/>
                    </a:moveTo>
                    <a:lnTo>
                      <a:pt x="6" y="45"/>
                    </a:lnTo>
                    <a:lnTo>
                      <a:pt x="28" y="43"/>
                    </a:lnTo>
                    <a:cubicBezTo>
                      <a:pt x="32" y="43"/>
                      <a:pt x="35" y="38"/>
                      <a:pt x="35" y="33"/>
                    </a:cubicBezTo>
                    <a:lnTo>
                      <a:pt x="35" y="11"/>
                    </a:lnTo>
                    <a:cubicBezTo>
                      <a:pt x="35" y="7"/>
                      <a:pt x="33" y="1"/>
                      <a:pt x="28" y="1"/>
                    </a:cubicBezTo>
                    <a:lnTo>
                      <a:pt x="7" y="0"/>
                    </a:lnTo>
                    <a:lnTo>
                      <a:pt x="6" y="0"/>
                    </a:lnTo>
                    <a:cubicBezTo>
                      <a:pt x="2" y="0"/>
                      <a:pt x="0" y="4"/>
                      <a:pt x="0" y="11"/>
                    </a:cubicBezTo>
                    <a:lnTo>
                      <a:pt x="0" y="34"/>
                    </a:lnTo>
                    <a:cubicBezTo>
                      <a:pt x="0" y="41"/>
                      <a:pt x="2" y="45"/>
                      <a:pt x="6" y="4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7" name="Freeform 44"/>
              <p:cNvSpPr>
                <a:spLocks/>
              </p:cNvSpPr>
              <p:nvPr/>
            </p:nvSpPr>
            <p:spPr bwMode="auto">
              <a:xfrm>
                <a:off x="1603375" y="1177925"/>
                <a:ext cx="26987" cy="12700"/>
              </a:xfrm>
              <a:custGeom>
                <a:avLst/>
                <a:gdLst>
                  <a:gd name="T0" fmla="*/ 3 w 33"/>
                  <a:gd name="T1" fmla="*/ 14 h 14"/>
                  <a:gd name="T2" fmla="*/ 3 w 33"/>
                  <a:gd name="T3" fmla="*/ 14 h 14"/>
                  <a:gd name="T4" fmla="*/ 3 w 33"/>
                  <a:gd name="T5" fmla="*/ 14 h 14"/>
                  <a:gd name="T6" fmla="*/ 30 w 33"/>
                  <a:gd name="T7" fmla="*/ 11 h 14"/>
                  <a:gd name="T8" fmla="*/ 33 w 33"/>
                  <a:gd name="T9" fmla="*/ 6 h 14"/>
                  <a:gd name="T10" fmla="*/ 30 w 33"/>
                  <a:gd name="T11" fmla="*/ 0 h 14"/>
                  <a:gd name="T12" fmla="*/ 3 w 33"/>
                  <a:gd name="T13" fmla="*/ 3 h 14"/>
                  <a:gd name="T14" fmla="*/ 0 w 33"/>
                  <a:gd name="T15" fmla="*/ 9 h 14"/>
                  <a:gd name="T16" fmla="*/ 3 w 33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14">
                    <a:moveTo>
                      <a:pt x="3" y="14"/>
                    </a:moveTo>
                    <a:lnTo>
                      <a:pt x="3" y="14"/>
                    </a:lnTo>
                    <a:lnTo>
                      <a:pt x="3" y="14"/>
                    </a:lnTo>
                    <a:lnTo>
                      <a:pt x="30" y="11"/>
                    </a:lnTo>
                    <a:cubicBezTo>
                      <a:pt x="31" y="11"/>
                      <a:pt x="33" y="9"/>
                      <a:pt x="33" y="6"/>
                    </a:cubicBezTo>
                    <a:cubicBezTo>
                      <a:pt x="33" y="3"/>
                      <a:pt x="31" y="0"/>
                      <a:pt x="30" y="0"/>
                    </a:cubicBezTo>
                    <a:lnTo>
                      <a:pt x="3" y="3"/>
                    </a:lnTo>
                    <a:cubicBezTo>
                      <a:pt x="1" y="3"/>
                      <a:pt x="0" y="6"/>
                      <a:pt x="0" y="9"/>
                    </a:cubicBezTo>
                    <a:cubicBezTo>
                      <a:pt x="0" y="12"/>
                      <a:pt x="1" y="14"/>
                      <a:pt x="3" y="1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8" name="Freeform 45"/>
              <p:cNvSpPr>
                <a:spLocks/>
              </p:cNvSpPr>
              <p:nvPr/>
            </p:nvSpPr>
            <p:spPr bwMode="auto">
              <a:xfrm>
                <a:off x="1603375" y="1196975"/>
                <a:ext cx="26987" cy="12700"/>
              </a:xfrm>
              <a:custGeom>
                <a:avLst/>
                <a:gdLst>
                  <a:gd name="T0" fmla="*/ 30 w 33"/>
                  <a:gd name="T1" fmla="*/ 0 h 15"/>
                  <a:gd name="T2" fmla="*/ 30 w 33"/>
                  <a:gd name="T3" fmla="*/ 0 h 15"/>
                  <a:gd name="T4" fmla="*/ 3 w 33"/>
                  <a:gd name="T5" fmla="*/ 4 h 15"/>
                  <a:gd name="T6" fmla="*/ 0 w 33"/>
                  <a:gd name="T7" fmla="*/ 9 h 15"/>
                  <a:gd name="T8" fmla="*/ 3 w 33"/>
                  <a:gd name="T9" fmla="*/ 15 h 15"/>
                  <a:gd name="T10" fmla="*/ 3 w 33"/>
                  <a:gd name="T11" fmla="*/ 15 h 15"/>
                  <a:gd name="T12" fmla="*/ 30 w 33"/>
                  <a:gd name="T13" fmla="*/ 11 h 15"/>
                  <a:gd name="T14" fmla="*/ 33 w 33"/>
                  <a:gd name="T15" fmla="*/ 5 h 15"/>
                  <a:gd name="T16" fmla="*/ 30 w 33"/>
                  <a:gd name="T1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15">
                    <a:moveTo>
                      <a:pt x="30" y="0"/>
                    </a:moveTo>
                    <a:lnTo>
                      <a:pt x="30" y="0"/>
                    </a:lnTo>
                    <a:lnTo>
                      <a:pt x="3" y="4"/>
                    </a:lnTo>
                    <a:cubicBezTo>
                      <a:pt x="1" y="4"/>
                      <a:pt x="0" y="6"/>
                      <a:pt x="0" y="9"/>
                    </a:cubicBezTo>
                    <a:cubicBezTo>
                      <a:pt x="0" y="13"/>
                      <a:pt x="1" y="15"/>
                      <a:pt x="3" y="15"/>
                    </a:cubicBezTo>
                    <a:lnTo>
                      <a:pt x="3" y="15"/>
                    </a:lnTo>
                    <a:lnTo>
                      <a:pt x="30" y="11"/>
                    </a:lnTo>
                    <a:cubicBezTo>
                      <a:pt x="31" y="11"/>
                      <a:pt x="33" y="8"/>
                      <a:pt x="33" y="5"/>
                    </a:cubicBezTo>
                    <a:cubicBezTo>
                      <a:pt x="33" y="2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99" name="Freeform 46"/>
              <p:cNvSpPr>
                <a:spLocks/>
              </p:cNvSpPr>
              <p:nvPr/>
            </p:nvSpPr>
            <p:spPr bwMode="auto">
              <a:xfrm>
                <a:off x="1652588" y="1177925"/>
                <a:ext cx="19050" cy="9525"/>
              </a:xfrm>
              <a:custGeom>
                <a:avLst/>
                <a:gdLst>
                  <a:gd name="T0" fmla="*/ 2 w 22"/>
                  <a:gd name="T1" fmla="*/ 10 h 10"/>
                  <a:gd name="T2" fmla="*/ 2 w 22"/>
                  <a:gd name="T3" fmla="*/ 10 h 10"/>
                  <a:gd name="T4" fmla="*/ 20 w 22"/>
                  <a:gd name="T5" fmla="*/ 8 h 10"/>
                  <a:gd name="T6" fmla="*/ 22 w 22"/>
                  <a:gd name="T7" fmla="*/ 4 h 10"/>
                  <a:gd name="T8" fmla="*/ 20 w 22"/>
                  <a:gd name="T9" fmla="*/ 0 h 10"/>
                  <a:gd name="T10" fmla="*/ 2 w 22"/>
                  <a:gd name="T11" fmla="*/ 2 h 10"/>
                  <a:gd name="T12" fmla="*/ 0 w 22"/>
                  <a:gd name="T13" fmla="*/ 6 h 10"/>
                  <a:gd name="T14" fmla="*/ 2 w 22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10">
                    <a:moveTo>
                      <a:pt x="2" y="10"/>
                    </a:moveTo>
                    <a:lnTo>
                      <a:pt x="2" y="10"/>
                    </a:lnTo>
                    <a:lnTo>
                      <a:pt x="20" y="8"/>
                    </a:lnTo>
                    <a:cubicBezTo>
                      <a:pt x="22" y="8"/>
                      <a:pt x="22" y="6"/>
                      <a:pt x="22" y="4"/>
                    </a:cubicBezTo>
                    <a:cubicBezTo>
                      <a:pt x="22" y="2"/>
                      <a:pt x="22" y="0"/>
                      <a:pt x="20" y="0"/>
                    </a:cubicBezTo>
                    <a:lnTo>
                      <a:pt x="2" y="2"/>
                    </a:lnTo>
                    <a:cubicBezTo>
                      <a:pt x="1" y="2"/>
                      <a:pt x="0" y="4"/>
                      <a:pt x="0" y="6"/>
                    </a:cubicBezTo>
                    <a:cubicBezTo>
                      <a:pt x="0" y="8"/>
                      <a:pt x="1" y="10"/>
                      <a:pt x="2" y="1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00" name="Freeform 47"/>
              <p:cNvSpPr>
                <a:spLocks/>
              </p:cNvSpPr>
              <p:nvPr/>
            </p:nvSpPr>
            <p:spPr bwMode="auto">
              <a:xfrm>
                <a:off x="1652588" y="1190625"/>
                <a:ext cx="19050" cy="9525"/>
              </a:xfrm>
              <a:custGeom>
                <a:avLst/>
                <a:gdLst>
                  <a:gd name="T0" fmla="*/ 20 w 22"/>
                  <a:gd name="T1" fmla="*/ 0 h 11"/>
                  <a:gd name="T2" fmla="*/ 20 w 22"/>
                  <a:gd name="T3" fmla="*/ 0 h 11"/>
                  <a:gd name="T4" fmla="*/ 2 w 22"/>
                  <a:gd name="T5" fmla="*/ 3 h 11"/>
                  <a:gd name="T6" fmla="*/ 0 w 22"/>
                  <a:gd name="T7" fmla="*/ 7 h 11"/>
                  <a:gd name="T8" fmla="*/ 2 w 22"/>
                  <a:gd name="T9" fmla="*/ 11 h 11"/>
                  <a:gd name="T10" fmla="*/ 2 w 22"/>
                  <a:gd name="T11" fmla="*/ 11 h 11"/>
                  <a:gd name="T12" fmla="*/ 20 w 22"/>
                  <a:gd name="T13" fmla="*/ 8 h 11"/>
                  <a:gd name="T14" fmla="*/ 22 w 22"/>
                  <a:gd name="T15" fmla="*/ 4 h 11"/>
                  <a:gd name="T16" fmla="*/ 20 w 22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11">
                    <a:moveTo>
                      <a:pt x="20" y="0"/>
                    </a:moveTo>
                    <a:lnTo>
                      <a:pt x="20" y="0"/>
                    </a:lnTo>
                    <a:lnTo>
                      <a:pt x="2" y="3"/>
                    </a:lnTo>
                    <a:cubicBezTo>
                      <a:pt x="1" y="3"/>
                      <a:pt x="0" y="5"/>
                      <a:pt x="0" y="7"/>
                    </a:cubicBezTo>
                    <a:cubicBezTo>
                      <a:pt x="0" y="9"/>
                      <a:pt x="1" y="11"/>
                      <a:pt x="2" y="11"/>
                    </a:cubicBezTo>
                    <a:lnTo>
                      <a:pt x="2" y="11"/>
                    </a:lnTo>
                    <a:lnTo>
                      <a:pt x="20" y="8"/>
                    </a:lnTo>
                    <a:cubicBezTo>
                      <a:pt x="22" y="8"/>
                      <a:pt x="22" y="6"/>
                      <a:pt x="22" y="4"/>
                    </a:cubicBezTo>
                    <a:cubicBezTo>
                      <a:pt x="22" y="2"/>
                      <a:pt x="22" y="0"/>
                      <a:pt x="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01" name="Freeform 48"/>
              <p:cNvSpPr>
                <a:spLocks noEditPoints="1"/>
              </p:cNvSpPr>
              <p:nvPr/>
            </p:nvSpPr>
            <p:spPr bwMode="auto">
              <a:xfrm>
                <a:off x="1654175" y="976313"/>
                <a:ext cx="19050" cy="26988"/>
              </a:xfrm>
              <a:custGeom>
                <a:avLst/>
                <a:gdLst>
                  <a:gd name="T0" fmla="*/ 5 w 23"/>
                  <a:gd name="T1" fmla="*/ 8 h 31"/>
                  <a:gd name="T2" fmla="*/ 5 w 23"/>
                  <a:gd name="T3" fmla="*/ 8 h 31"/>
                  <a:gd name="T4" fmla="*/ 5 w 23"/>
                  <a:gd name="T5" fmla="*/ 5 h 31"/>
                  <a:gd name="T6" fmla="*/ 17 w 23"/>
                  <a:gd name="T7" fmla="*/ 9 h 31"/>
                  <a:gd name="T8" fmla="*/ 18 w 23"/>
                  <a:gd name="T9" fmla="*/ 12 h 31"/>
                  <a:gd name="T10" fmla="*/ 18 w 23"/>
                  <a:gd name="T11" fmla="*/ 23 h 31"/>
                  <a:gd name="T12" fmla="*/ 17 w 23"/>
                  <a:gd name="T13" fmla="*/ 26 h 31"/>
                  <a:gd name="T14" fmla="*/ 5 w 23"/>
                  <a:gd name="T15" fmla="*/ 24 h 31"/>
                  <a:gd name="T16" fmla="*/ 5 w 23"/>
                  <a:gd name="T17" fmla="*/ 21 h 31"/>
                  <a:gd name="T18" fmla="*/ 5 w 23"/>
                  <a:gd name="T19" fmla="*/ 8 h 31"/>
                  <a:gd name="T20" fmla="*/ 1 w 23"/>
                  <a:gd name="T21" fmla="*/ 26 h 31"/>
                  <a:gd name="T22" fmla="*/ 1 w 23"/>
                  <a:gd name="T23" fmla="*/ 26 h 31"/>
                  <a:gd name="T24" fmla="*/ 4 w 23"/>
                  <a:gd name="T25" fmla="*/ 29 h 31"/>
                  <a:gd name="T26" fmla="*/ 5 w 23"/>
                  <a:gd name="T27" fmla="*/ 29 h 31"/>
                  <a:gd name="T28" fmla="*/ 18 w 23"/>
                  <a:gd name="T29" fmla="*/ 31 h 31"/>
                  <a:gd name="T30" fmla="*/ 18 w 23"/>
                  <a:gd name="T31" fmla="*/ 30 h 31"/>
                  <a:gd name="T32" fmla="*/ 23 w 23"/>
                  <a:gd name="T33" fmla="*/ 23 h 31"/>
                  <a:gd name="T34" fmla="*/ 23 w 23"/>
                  <a:gd name="T35" fmla="*/ 12 h 31"/>
                  <a:gd name="T36" fmla="*/ 19 w 23"/>
                  <a:gd name="T37" fmla="*/ 4 h 31"/>
                  <a:gd name="T38" fmla="*/ 5 w 23"/>
                  <a:gd name="T39" fmla="*/ 0 h 31"/>
                  <a:gd name="T40" fmla="*/ 4 w 23"/>
                  <a:gd name="T41" fmla="*/ 0 h 31"/>
                  <a:gd name="T42" fmla="*/ 0 w 23"/>
                  <a:gd name="T43" fmla="*/ 8 h 31"/>
                  <a:gd name="T44" fmla="*/ 0 w 23"/>
                  <a:gd name="T45" fmla="*/ 21 h 31"/>
                  <a:gd name="T46" fmla="*/ 1 w 23"/>
                  <a:gd name="T47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1">
                    <a:moveTo>
                      <a:pt x="5" y="8"/>
                    </a:moveTo>
                    <a:lnTo>
                      <a:pt x="5" y="8"/>
                    </a:lnTo>
                    <a:cubicBezTo>
                      <a:pt x="5" y="6"/>
                      <a:pt x="5" y="5"/>
                      <a:pt x="5" y="5"/>
                    </a:cubicBezTo>
                    <a:lnTo>
                      <a:pt x="17" y="9"/>
                    </a:lnTo>
                    <a:cubicBezTo>
                      <a:pt x="17" y="9"/>
                      <a:pt x="18" y="10"/>
                      <a:pt x="18" y="12"/>
                    </a:cubicBezTo>
                    <a:lnTo>
                      <a:pt x="18" y="23"/>
                    </a:lnTo>
                    <a:cubicBezTo>
                      <a:pt x="18" y="24"/>
                      <a:pt x="18" y="25"/>
                      <a:pt x="17" y="26"/>
                    </a:cubicBezTo>
                    <a:lnTo>
                      <a:pt x="5" y="24"/>
                    </a:lnTo>
                    <a:cubicBezTo>
                      <a:pt x="5" y="24"/>
                      <a:pt x="5" y="23"/>
                      <a:pt x="5" y="21"/>
                    </a:cubicBezTo>
                    <a:lnTo>
                      <a:pt x="5" y="8"/>
                    </a:lnTo>
                    <a:close/>
                    <a:moveTo>
                      <a:pt x="1" y="26"/>
                    </a:moveTo>
                    <a:lnTo>
                      <a:pt x="1" y="26"/>
                    </a:lnTo>
                    <a:cubicBezTo>
                      <a:pt x="2" y="29"/>
                      <a:pt x="4" y="29"/>
                      <a:pt x="4" y="29"/>
                    </a:cubicBezTo>
                    <a:lnTo>
                      <a:pt x="5" y="29"/>
                    </a:lnTo>
                    <a:lnTo>
                      <a:pt x="18" y="31"/>
                    </a:lnTo>
                    <a:lnTo>
                      <a:pt x="18" y="30"/>
                    </a:lnTo>
                    <a:cubicBezTo>
                      <a:pt x="21" y="30"/>
                      <a:pt x="23" y="27"/>
                      <a:pt x="23" y="23"/>
                    </a:cubicBezTo>
                    <a:lnTo>
                      <a:pt x="23" y="12"/>
                    </a:lnTo>
                    <a:cubicBezTo>
                      <a:pt x="23" y="8"/>
                      <a:pt x="21" y="5"/>
                      <a:pt x="19" y="4"/>
                    </a:cubicBezTo>
                    <a:lnTo>
                      <a:pt x="5" y="0"/>
                    </a:lnTo>
                    <a:lnTo>
                      <a:pt x="4" y="0"/>
                    </a:lnTo>
                    <a:cubicBezTo>
                      <a:pt x="2" y="0"/>
                      <a:pt x="0" y="3"/>
                      <a:pt x="0" y="8"/>
                    </a:cubicBezTo>
                    <a:lnTo>
                      <a:pt x="0" y="21"/>
                    </a:lnTo>
                    <a:cubicBezTo>
                      <a:pt x="0" y="23"/>
                      <a:pt x="0" y="25"/>
                      <a:pt x="1" y="2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02" name="Freeform 49"/>
              <p:cNvSpPr>
                <a:spLocks noEditPoints="1"/>
              </p:cNvSpPr>
              <p:nvPr/>
            </p:nvSpPr>
            <p:spPr bwMode="auto">
              <a:xfrm>
                <a:off x="1654175" y="1047750"/>
                <a:ext cx="19050" cy="25400"/>
              </a:xfrm>
              <a:custGeom>
                <a:avLst/>
                <a:gdLst>
                  <a:gd name="T0" fmla="*/ 5 w 22"/>
                  <a:gd name="T1" fmla="*/ 7 h 30"/>
                  <a:gd name="T2" fmla="*/ 5 w 22"/>
                  <a:gd name="T3" fmla="*/ 7 h 30"/>
                  <a:gd name="T4" fmla="*/ 6 w 22"/>
                  <a:gd name="T5" fmla="*/ 5 h 30"/>
                  <a:gd name="T6" fmla="*/ 17 w 22"/>
                  <a:gd name="T7" fmla="*/ 8 h 30"/>
                  <a:gd name="T8" fmla="*/ 17 w 22"/>
                  <a:gd name="T9" fmla="*/ 10 h 30"/>
                  <a:gd name="T10" fmla="*/ 17 w 22"/>
                  <a:gd name="T11" fmla="*/ 23 h 30"/>
                  <a:gd name="T12" fmla="*/ 17 w 22"/>
                  <a:gd name="T13" fmla="*/ 25 h 30"/>
                  <a:gd name="T14" fmla="*/ 6 w 22"/>
                  <a:gd name="T15" fmla="*/ 25 h 30"/>
                  <a:gd name="T16" fmla="*/ 5 w 22"/>
                  <a:gd name="T17" fmla="*/ 22 h 30"/>
                  <a:gd name="T18" fmla="*/ 5 w 22"/>
                  <a:gd name="T19" fmla="*/ 7 h 30"/>
                  <a:gd name="T20" fmla="*/ 5 w 22"/>
                  <a:gd name="T21" fmla="*/ 30 h 30"/>
                  <a:gd name="T22" fmla="*/ 5 w 22"/>
                  <a:gd name="T23" fmla="*/ 30 h 30"/>
                  <a:gd name="T24" fmla="*/ 17 w 22"/>
                  <a:gd name="T25" fmla="*/ 30 h 30"/>
                  <a:gd name="T26" fmla="*/ 22 w 22"/>
                  <a:gd name="T27" fmla="*/ 23 h 30"/>
                  <a:gd name="T28" fmla="*/ 22 w 22"/>
                  <a:gd name="T29" fmla="*/ 10 h 30"/>
                  <a:gd name="T30" fmla="*/ 18 w 22"/>
                  <a:gd name="T31" fmla="*/ 3 h 30"/>
                  <a:gd name="T32" fmla="*/ 6 w 22"/>
                  <a:gd name="T33" fmla="*/ 0 h 30"/>
                  <a:gd name="T34" fmla="*/ 5 w 22"/>
                  <a:gd name="T35" fmla="*/ 0 h 30"/>
                  <a:gd name="T36" fmla="*/ 0 w 22"/>
                  <a:gd name="T37" fmla="*/ 7 h 30"/>
                  <a:gd name="T38" fmla="*/ 0 w 22"/>
                  <a:gd name="T39" fmla="*/ 22 h 30"/>
                  <a:gd name="T40" fmla="*/ 5 w 22"/>
                  <a:gd name="T4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2" h="30">
                    <a:moveTo>
                      <a:pt x="5" y="7"/>
                    </a:moveTo>
                    <a:lnTo>
                      <a:pt x="5" y="7"/>
                    </a:lnTo>
                    <a:cubicBezTo>
                      <a:pt x="5" y="6"/>
                      <a:pt x="5" y="5"/>
                      <a:pt x="6" y="5"/>
                    </a:cubicBezTo>
                    <a:lnTo>
                      <a:pt x="17" y="8"/>
                    </a:lnTo>
                    <a:cubicBezTo>
                      <a:pt x="17" y="8"/>
                      <a:pt x="17" y="9"/>
                      <a:pt x="17" y="10"/>
                    </a:cubicBezTo>
                    <a:lnTo>
                      <a:pt x="17" y="23"/>
                    </a:lnTo>
                    <a:cubicBezTo>
                      <a:pt x="17" y="24"/>
                      <a:pt x="17" y="24"/>
                      <a:pt x="17" y="25"/>
                    </a:cubicBezTo>
                    <a:lnTo>
                      <a:pt x="6" y="25"/>
                    </a:lnTo>
                    <a:cubicBezTo>
                      <a:pt x="5" y="24"/>
                      <a:pt x="5" y="24"/>
                      <a:pt x="5" y="22"/>
                    </a:cubicBezTo>
                    <a:lnTo>
                      <a:pt x="5" y="7"/>
                    </a:lnTo>
                    <a:close/>
                    <a:moveTo>
                      <a:pt x="5" y="30"/>
                    </a:moveTo>
                    <a:lnTo>
                      <a:pt x="5" y="30"/>
                    </a:lnTo>
                    <a:lnTo>
                      <a:pt x="17" y="30"/>
                    </a:lnTo>
                    <a:cubicBezTo>
                      <a:pt x="20" y="29"/>
                      <a:pt x="22" y="26"/>
                      <a:pt x="22" y="23"/>
                    </a:cubicBezTo>
                    <a:lnTo>
                      <a:pt x="22" y="10"/>
                    </a:lnTo>
                    <a:cubicBezTo>
                      <a:pt x="22" y="6"/>
                      <a:pt x="20" y="3"/>
                      <a:pt x="18" y="3"/>
                    </a:cubicBezTo>
                    <a:lnTo>
                      <a:pt x="6" y="0"/>
                    </a:lnTo>
                    <a:lnTo>
                      <a:pt x="5" y="0"/>
                    </a:lnTo>
                    <a:cubicBezTo>
                      <a:pt x="2" y="0"/>
                      <a:pt x="0" y="3"/>
                      <a:pt x="0" y="7"/>
                    </a:cubicBezTo>
                    <a:lnTo>
                      <a:pt x="0" y="22"/>
                    </a:lnTo>
                    <a:cubicBezTo>
                      <a:pt x="0" y="27"/>
                      <a:pt x="2" y="30"/>
                      <a:pt x="5" y="3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Freeform 50"/>
              <p:cNvSpPr>
                <a:spLocks noEditPoints="1"/>
              </p:cNvSpPr>
              <p:nvPr/>
            </p:nvSpPr>
            <p:spPr bwMode="auto">
              <a:xfrm>
                <a:off x="1652588" y="1111250"/>
                <a:ext cx="20637" cy="25400"/>
              </a:xfrm>
              <a:custGeom>
                <a:avLst/>
                <a:gdLst>
                  <a:gd name="T0" fmla="*/ 5 w 23"/>
                  <a:gd name="T1" fmla="*/ 8 h 30"/>
                  <a:gd name="T2" fmla="*/ 5 w 23"/>
                  <a:gd name="T3" fmla="*/ 8 h 30"/>
                  <a:gd name="T4" fmla="*/ 5 w 23"/>
                  <a:gd name="T5" fmla="*/ 5 h 30"/>
                  <a:gd name="T6" fmla="*/ 17 w 23"/>
                  <a:gd name="T7" fmla="*/ 6 h 30"/>
                  <a:gd name="T8" fmla="*/ 18 w 23"/>
                  <a:gd name="T9" fmla="*/ 8 h 30"/>
                  <a:gd name="T10" fmla="*/ 18 w 23"/>
                  <a:gd name="T11" fmla="*/ 22 h 30"/>
                  <a:gd name="T12" fmla="*/ 17 w 23"/>
                  <a:gd name="T13" fmla="*/ 24 h 30"/>
                  <a:gd name="T14" fmla="*/ 5 w 23"/>
                  <a:gd name="T15" fmla="*/ 25 h 30"/>
                  <a:gd name="T16" fmla="*/ 5 w 23"/>
                  <a:gd name="T17" fmla="*/ 22 h 30"/>
                  <a:gd name="T18" fmla="*/ 5 w 23"/>
                  <a:gd name="T19" fmla="*/ 8 h 30"/>
                  <a:gd name="T20" fmla="*/ 4 w 23"/>
                  <a:gd name="T21" fmla="*/ 30 h 30"/>
                  <a:gd name="T22" fmla="*/ 4 w 23"/>
                  <a:gd name="T23" fmla="*/ 30 h 30"/>
                  <a:gd name="T24" fmla="*/ 18 w 23"/>
                  <a:gd name="T25" fmla="*/ 28 h 30"/>
                  <a:gd name="T26" fmla="*/ 23 w 23"/>
                  <a:gd name="T27" fmla="*/ 22 h 30"/>
                  <a:gd name="T28" fmla="*/ 23 w 23"/>
                  <a:gd name="T29" fmla="*/ 8 h 30"/>
                  <a:gd name="T30" fmla="*/ 18 w 23"/>
                  <a:gd name="T31" fmla="*/ 1 h 30"/>
                  <a:gd name="T32" fmla="*/ 5 w 23"/>
                  <a:gd name="T33" fmla="*/ 0 h 30"/>
                  <a:gd name="T34" fmla="*/ 4 w 23"/>
                  <a:gd name="T35" fmla="*/ 0 h 30"/>
                  <a:gd name="T36" fmla="*/ 0 w 23"/>
                  <a:gd name="T37" fmla="*/ 8 h 30"/>
                  <a:gd name="T38" fmla="*/ 0 w 23"/>
                  <a:gd name="T39" fmla="*/ 22 h 30"/>
                  <a:gd name="T40" fmla="*/ 4 w 23"/>
                  <a:gd name="T4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" h="30">
                    <a:moveTo>
                      <a:pt x="5" y="8"/>
                    </a:moveTo>
                    <a:lnTo>
                      <a:pt x="5" y="8"/>
                    </a:lnTo>
                    <a:cubicBezTo>
                      <a:pt x="5" y="7"/>
                      <a:pt x="5" y="6"/>
                      <a:pt x="5" y="5"/>
                    </a:cubicBezTo>
                    <a:lnTo>
                      <a:pt x="17" y="6"/>
                    </a:lnTo>
                    <a:cubicBezTo>
                      <a:pt x="17" y="6"/>
                      <a:pt x="18" y="7"/>
                      <a:pt x="18" y="8"/>
                    </a:cubicBezTo>
                    <a:lnTo>
                      <a:pt x="18" y="22"/>
                    </a:lnTo>
                    <a:cubicBezTo>
                      <a:pt x="18" y="23"/>
                      <a:pt x="18" y="23"/>
                      <a:pt x="17" y="24"/>
                    </a:cubicBezTo>
                    <a:lnTo>
                      <a:pt x="5" y="25"/>
                    </a:lnTo>
                    <a:cubicBezTo>
                      <a:pt x="5" y="24"/>
                      <a:pt x="5" y="24"/>
                      <a:pt x="5" y="22"/>
                    </a:cubicBezTo>
                    <a:lnTo>
                      <a:pt x="5" y="8"/>
                    </a:lnTo>
                    <a:close/>
                    <a:moveTo>
                      <a:pt x="4" y="30"/>
                    </a:moveTo>
                    <a:lnTo>
                      <a:pt x="4" y="30"/>
                    </a:lnTo>
                    <a:lnTo>
                      <a:pt x="18" y="28"/>
                    </a:lnTo>
                    <a:cubicBezTo>
                      <a:pt x="21" y="28"/>
                      <a:pt x="23" y="25"/>
                      <a:pt x="23" y="22"/>
                    </a:cubicBezTo>
                    <a:lnTo>
                      <a:pt x="23" y="8"/>
                    </a:lnTo>
                    <a:cubicBezTo>
                      <a:pt x="23" y="5"/>
                      <a:pt x="21" y="1"/>
                      <a:pt x="18" y="1"/>
                    </a:cubicBezTo>
                    <a:lnTo>
                      <a:pt x="5" y="0"/>
                    </a:lnTo>
                    <a:lnTo>
                      <a:pt x="4" y="0"/>
                    </a:lnTo>
                    <a:cubicBezTo>
                      <a:pt x="2" y="0"/>
                      <a:pt x="0" y="3"/>
                      <a:pt x="0" y="8"/>
                    </a:cubicBezTo>
                    <a:lnTo>
                      <a:pt x="0" y="22"/>
                    </a:lnTo>
                    <a:cubicBezTo>
                      <a:pt x="0" y="27"/>
                      <a:pt x="2" y="30"/>
                      <a:pt x="4" y="3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04" name="Freeform 51"/>
              <p:cNvSpPr>
                <a:spLocks/>
              </p:cNvSpPr>
              <p:nvPr/>
            </p:nvSpPr>
            <p:spPr bwMode="auto">
              <a:xfrm>
                <a:off x="1762125" y="1182688"/>
                <a:ext cx="79375" cy="15875"/>
              </a:xfrm>
              <a:custGeom>
                <a:avLst/>
                <a:gdLst>
                  <a:gd name="T0" fmla="*/ 88 w 94"/>
                  <a:gd name="T1" fmla="*/ 0 h 19"/>
                  <a:gd name="T2" fmla="*/ 88 w 94"/>
                  <a:gd name="T3" fmla="*/ 0 h 19"/>
                  <a:gd name="T4" fmla="*/ 6 w 94"/>
                  <a:gd name="T5" fmla="*/ 0 h 19"/>
                  <a:gd name="T6" fmla="*/ 0 w 94"/>
                  <a:gd name="T7" fmla="*/ 9 h 19"/>
                  <a:gd name="T8" fmla="*/ 6 w 94"/>
                  <a:gd name="T9" fmla="*/ 19 h 19"/>
                  <a:gd name="T10" fmla="*/ 88 w 94"/>
                  <a:gd name="T11" fmla="*/ 19 h 19"/>
                  <a:gd name="T12" fmla="*/ 94 w 94"/>
                  <a:gd name="T13" fmla="*/ 9 h 19"/>
                  <a:gd name="T14" fmla="*/ 88 w 94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19">
                    <a:moveTo>
                      <a:pt x="88" y="0"/>
                    </a:moveTo>
                    <a:lnTo>
                      <a:pt x="88" y="0"/>
                    </a:lnTo>
                    <a:lnTo>
                      <a:pt x="6" y="0"/>
                    </a:lnTo>
                    <a:cubicBezTo>
                      <a:pt x="3" y="0"/>
                      <a:pt x="0" y="4"/>
                      <a:pt x="0" y="9"/>
                    </a:cubicBezTo>
                    <a:cubicBezTo>
                      <a:pt x="0" y="14"/>
                      <a:pt x="3" y="19"/>
                      <a:pt x="6" y="19"/>
                    </a:cubicBezTo>
                    <a:lnTo>
                      <a:pt x="88" y="19"/>
                    </a:lnTo>
                    <a:cubicBezTo>
                      <a:pt x="91" y="19"/>
                      <a:pt x="94" y="14"/>
                      <a:pt x="94" y="9"/>
                    </a:cubicBezTo>
                    <a:cubicBezTo>
                      <a:pt x="94" y="4"/>
                      <a:pt x="91" y="0"/>
                      <a:pt x="8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05" name="Freeform 52"/>
              <p:cNvSpPr>
                <a:spLocks/>
              </p:cNvSpPr>
              <p:nvPr/>
            </p:nvSpPr>
            <p:spPr bwMode="auto">
              <a:xfrm>
                <a:off x="1762125" y="1214438"/>
                <a:ext cx="79375" cy="15875"/>
              </a:xfrm>
              <a:custGeom>
                <a:avLst/>
                <a:gdLst>
                  <a:gd name="T0" fmla="*/ 88 w 94"/>
                  <a:gd name="T1" fmla="*/ 0 h 19"/>
                  <a:gd name="T2" fmla="*/ 88 w 94"/>
                  <a:gd name="T3" fmla="*/ 0 h 19"/>
                  <a:gd name="T4" fmla="*/ 6 w 94"/>
                  <a:gd name="T5" fmla="*/ 0 h 19"/>
                  <a:gd name="T6" fmla="*/ 0 w 94"/>
                  <a:gd name="T7" fmla="*/ 9 h 19"/>
                  <a:gd name="T8" fmla="*/ 6 w 94"/>
                  <a:gd name="T9" fmla="*/ 19 h 19"/>
                  <a:gd name="T10" fmla="*/ 88 w 94"/>
                  <a:gd name="T11" fmla="*/ 19 h 19"/>
                  <a:gd name="T12" fmla="*/ 94 w 94"/>
                  <a:gd name="T13" fmla="*/ 9 h 19"/>
                  <a:gd name="T14" fmla="*/ 88 w 94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19">
                    <a:moveTo>
                      <a:pt x="88" y="0"/>
                    </a:moveTo>
                    <a:lnTo>
                      <a:pt x="88" y="0"/>
                    </a:lnTo>
                    <a:lnTo>
                      <a:pt x="6" y="0"/>
                    </a:lnTo>
                    <a:cubicBezTo>
                      <a:pt x="3" y="0"/>
                      <a:pt x="0" y="4"/>
                      <a:pt x="0" y="9"/>
                    </a:cubicBezTo>
                    <a:cubicBezTo>
                      <a:pt x="0" y="14"/>
                      <a:pt x="3" y="19"/>
                      <a:pt x="6" y="19"/>
                    </a:cubicBezTo>
                    <a:lnTo>
                      <a:pt x="88" y="19"/>
                    </a:lnTo>
                    <a:cubicBezTo>
                      <a:pt x="91" y="19"/>
                      <a:pt x="94" y="14"/>
                      <a:pt x="94" y="9"/>
                    </a:cubicBezTo>
                    <a:cubicBezTo>
                      <a:pt x="94" y="4"/>
                      <a:pt x="91" y="0"/>
                      <a:pt x="8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6" name="laptop_161718"/>
          <p:cNvSpPr>
            <a:spLocks noChangeAspect="1"/>
          </p:cNvSpPr>
          <p:nvPr/>
        </p:nvSpPr>
        <p:spPr bwMode="auto">
          <a:xfrm>
            <a:off x="7884103" y="2840961"/>
            <a:ext cx="566532" cy="459632"/>
          </a:xfrm>
          <a:custGeom>
            <a:avLst/>
            <a:gdLst>
              <a:gd name="connsiteX0" fmla="*/ 9656 w 606580"/>
              <a:gd name="connsiteY0" fmla="*/ 431155 h 492123"/>
              <a:gd name="connsiteX1" fmla="*/ 218101 w 606580"/>
              <a:gd name="connsiteY1" fmla="*/ 431155 h 492123"/>
              <a:gd name="connsiteX2" fmla="*/ 218101 w 606580"/>
              <a:gd name="connsiteY2" fmla="*/ 448389 h 492123"/>
              <a:gd name="connsiteX3" fmla="*/ 388478 w 606580"/>
              <a:gd name="connsiteY3" fmla="*/ 448389 h 492123"/>
              <a:gd name="connsiteX4" fmla="*/ 388478 w 606580"/>
              <a:gd name="connsiteY4" fmla="*/ 431155 h 492123"/>
              <a:gd name="connsiteX5" fmla="*/ 596924 w 606580"/>
              <a:gd name="connsiteY5" fmla="*/ 431155 h 492123"/>
              <a:gd name="connsiteX6" fmla="*/ 606580 w 606580"/>
              <a:gd name="connsiteY6" fmla="*/ 492123 h 492123"/>
              <a:gd name="connsiteX7" fmla="*/ 0 w 606580"/>
              <a:gd name="connsiteY7" fmla="*/ 492123 h 492123"/>
              <a:gd name="connsiteX8" fmla="*/ 408398 w 606580"/>
              <a:gd name="connsiteY8" fmla="*/ 238440 h 492123"/>
              <a:gd name="connsiteX9" fmla="*/ 418948 w 606580"/>
              <a:gd name="connsiteY9" fmla="*/ 256470 h 492123"/>
              <a:gd name="connsiteX10" fmla="*/ 408398 w 606580"/>
              <a:gd name="connsiteY10" fmla="*/ 274500 h 492123"/>
              <a:gd name="connsiteX11" fmla="*/ 397848 w 606580"/>
              <a:gd name="connsiteY11" fmla="*/ 256470 h 492123"/>
              <a:gd name="connsiteX12" fmla="*/ 408398 w 606580"/>
              <a:gd name="connsiteY12" fmla="*/ 238440 h 492123"/>
              <a:gd name="connsiteX13" fmla="*/ 340548 w 606580"/>
              <a:gd name="connsiteY13" fmla="*/ 238440 h 492123"/>
              <a:gd name="connsiteX14" fmla="*/ 351062 w 606580"/>
              <a:gd name="connsiteY14" fmla="*/ 256470 h 492123"/>
              <a:gd name="connsiteX15" fmla="*/ 340548 w 606580"/>
              <a:gd name="connsiteY15" fmla="*/ 274500 h 492123"/>
              <a:gd name="connsiteX16" fmla="*/ 330034 w 606580"/>
              <a:gd name="connsiteY16" fmla="*/ 256470 h 492123"/>
              <a:gd name="connsiteX17" fmla="*/ 340548 w 606580"/>
              <a:gd name="connsiteY17" fmla="*/ 238440 h 492123"/>
              <a:gd name="connsiteX18" fmla="*/ 227291 w 606580"/>
              <a:gd name="connsiteY18" fmla="*/ 238440 h 492123"/>
              <a:gd name="connsiteX19" fmla="*/ 237805 w 606580"/>
              <a:gd name="connsiteY19" fmla="*/ 256470 h 492123"/>
              <a:gd name="connsiteX20" fmla="*/ 227291 w 606580"/>
              <a:gd name="connsiteY20" fmla="*/ 274500 h 492123"/>
              <a:gd name="connsiteX21" fmla="*/ 216777 w 606580"/>
              <a:gd name="connsiteY21" fmla="*/ 256470 h 492123"/>
              <a:gd name="connsiteX22" fmla="*/ 227291 w 606580"/>
              <a:gd name="connsiteY22" fmla="*/ 238440 h 492123"/>
              <a:gd name="connsiteX23" fmla="*/ 159443 w 606580"/>
              <a:gd name="connsiteY23" fmla="*/ 238440 h 492123"/>
              <a:gd name="connsiteX24" fmla="*/ 169993 w 606580"/>
              <a:gd name="connsiteY24" fmla="*/ 256470 h 492123"/>
              <a:gd name="connsiteX25" fmla="*/ 159443 w 606580"/>
              <a:gd name="connsiteY25" fmla="*/ 274500 h 492123"/>
              <a:gd name="connsiteX26" fmla="*/ 148893 w 606580"/>
              <a:gd name="connsiteY26" fmla="*/ 256470 h 492123"/>
              <a:gd name="connsiteX27" fmla="*/ 159443 w 606580"/>
              <a:gd name="connsiteY27" fmla="*/ 238440 h 492123"/>
              <a:gd name="connsiteX28" fmla="*/ 455417 w 606580"/>
              <a:gd name="connsiteY28" fmla="*/ 229420 h 492123"/>
              <a:gd name="connsiteX29" fmla="*/ 449289 w 606580"/>
              <a:gd name="connsiteY29" fmla="*/ 234797 h 492123"/>
              <a:gd name="connsiteX30" fmla="*/ 455045 w 606580"/>
              <a:gd name="connsiteY30" fmla="*/ 240916 h 492123"/>
              <a:gd name="connsiteX31" fmla="*/ 464516 w 606580"/>
              <a:gd name="connsiteY31" fmla="*/ 240916 h 492123"/>
              <a:gd name="connsiteX32" fmla="*/ 464516 w 606580"/>
              <a:gd name="connsiteY32" fmla="*/ 277816 h 492123"/>
              <a:gd name="connsiteX33" fmla="*/ 470273 w 606580"/>
              <a:gd name="connsiteY33" fmla="*/ 283657 h 492123"/>
              <a:gd name="connsiteX34" fmla="*/ 476123 w 606580"/>
              <a:gd name="connsiteY34" fmla="*/ 277816 h 492123"/>
              <a:gd name="connsiteX35" fmla="*/ 476123 w 606580"/>
              <a:gd name="connsiteY35" fmla="*/ 233592 h 492123"/>
              <a:gd name="connsiteX36" fmla="*/ 472130 w 606580"/>
              <a:gd name="connsiteY36" fmla="*/ 229420 h 492123"/>
              <a:gd name="connsiteX37" fmla="*/ 274079 w 606580"/>
              <a:gd name="connsiteY37" fmla="*/ 229420 h 492123"/>
              <a:gd name="connsiteX38" fmla="*/ 267858 w 606580"/>
              <a:gd name="connsiteY38" fmla="*/ 234797 h 492123"/>
              <a:gd name="connsiteX39" fmla="*/ 273708 w 606580"/>
              <a:gd name="connsiteY39" fmla="*/ 240916 h 492123"/>
              <a:gd name="connsiteX40" fmla="*/ 283086 w 606580"/>
              <a:gd name="connsiteY40" fmla="*/ 240916 h 492123"/>
              <a:gd name="connsiteX41" fmla="*/ 283086 w 606580"/>
              <a:gd name="connsiteY41" fmla="*/ 277816 h 492123"/>
              <a:gd name="connsiteX42" fmla="*/ 288935 w 606580"/>
              <a:gd name="connsiteY42" fmla="*/ 283657 h 492123"/>
              <a:gd name="connsiteX43" fmla="*/ 294785 w 606580"/>
              <a:gd name="connsiteY43" fmla="*/ 277816 h 492123"/>
              <a:gd name="connsiteX44" fmla="*/ 294878 w 606580"/>
              <a:gd name="connsiteY44" fmla="*/ 277816 h 492123"/>
              <a:gd name="connsiteX45" fmla="*/ 294878 w 606580"/>
              <a:gd name="connsiteY45" fmla="*/ 233592 h 492123"/>
              <a:gd name="connsiteX46" fmla="*/ 290885 w 606580"/>
              <a:gd name="connsiteY46" fmla="*/ 229420 h 492123"/>
              <a:gd name="connsiteX47" fmla="*/ 408434 w 606580"/>
              <a:gd name="connsiteY47" fmla="*/ 229235 h 492123"/>
              <a:gd name="connsiteX48" fmla="*/ 385221 w 606580"/>
              <a:gd name="connsiteY48" fmla="*/ 256492 h 492123"/>
              <a:gd name="connsiteX49" fmla="*/ 408434 w 606580"/>
              <a:gd name="connsiteY49" fmla="*/ 283657 h 492123"/>
              <a:gd name="connsiteX50" fmla="*/ 431554 w 606580"/>
              <a:gd name="connsiteY50" fmla="*/ 256492 h 492123"/>
              <a:gd name="connsiteX51" fmla="*/ 408434 w 606580"/>
              <a:gd name="connsiteY51" fmla="*/ 229235 h 492123"/>
              <a:gd name="connsiteX52" fmla="*/ 340560 w 606580"/>
              <a:gd name="connsiteY52" fmla="*/ 229235 h 492123"/>
              <a:gd name="connsiteX53" fmla="*/ 317440 w 606580"/>
              <a:gd name="connsiteY53" fmla="*/ 256492 h 492123"/>
              <a:gd name="connsiteX54" fmla="*/ 340560 w 606580"/>
              <a:gd name="connsiteY54" fmla="*/ 283657 h 492123"/>
              <a:gd name="connsiteX55" fmla="*/ 363680 w 606580"/>
              <a:gd name="connsiteY55" fmla="*/ 256492 h 492123"/>
              <a:gd name="connsiteX56" fmla="*/ 340560 w 606580"/>
              <a:gd name="connsiteY56" fmla="*/ 229235 h 492123"/>
              <a:gd name="connsiteX57" fmla="*/ 227282 w 606580"/>
              <a:gd name="connsiteY57" fmla="*/ 229235 h 492123"/>
              <a:gd name="connsiteX58" fmla="*/ 204162 w 606580"/>
              <a:gd name="connsiteY58" fmla="*/ 256492 h 492123"/>
              <a:gd name="connsiteX59" fmla="*/ 227282 w 606580"/>
              <a:gd name="connsiteY59" fmla="*/ 283657 h 492123"/>
              <a:gd name="connsiteX60" fmla="*/ 250402 w 606580"/>
              <a:gd name="connsiteY60" fmla="*/ 256492 h 492123"/>
              <a:gd name="connsiteX61" fmla="*/ 227282 w 606580"/>
              <a:gd name="connsiteY61" fmla="*/ 229235 h 492123"/>
              <a:gd name="connsiteX62" fmla="*/ 159408 w 606580"/>
              <a:gd name="connsiteY62" fmla="*/ 229235 h 492123"/>
              <a:gd name="connsiteX63" fmla="*/ 136289 w 606580"/>
              <a:gd name="connsiteY63" fmla="*/ 256492 h 492123"/>
              <a:gd name="connsiteX64" fmla="*/ 159408 w 606580"/>
              <a:gd name="connsiteY64" fmla="*/ 283657 h 492123"/>
              <a:gd name="connsiteX65" fmla="*/ 182621 w 606580"/>
              <a:gd name="connsiteY65" fmla="*/ 256492 h 492123"/>
              <a:gd name="connsiteX66" fmla="*/ 159408 w 606580"/>
              <a:gd name="connsiteY66" fmla="*/ 229235 h 492123"/>
              <a:gd name="connsiteX67" fmla="*/ 452359 w 606580"/>
              <a:gd name="connsiteY67" fmla="*/ 130617 h 492123"/>
              <a:gd name="connsiteX68" fmla="*/ 462838 w 606580"/>
              <a:gd name="connsiteY68" fmla="*/ 148682 h 492123"/>
              <a:gd name="connsiteX69" fmla="*/ 452359 w 606580"/>
              <a:gd name="connsiteY69" fmla="*/ 166747 h 492123"/>
              <a:gd name="connsiteX70" fmla="*/ 441880 w 606580"/>
              <a:gd name="connsiteY70" fmla="*/ 148682 h 492123"/>
              <a:gd name="connsiteX71" fmla="*/ 452359 w 606580"/>
              <a:gd name="connsiteY71" fmla="*/ 130617 h 492123"/>
              <a:gd name="connsiteX72" fmla="*/ 384511 w 606580"/>
              <a:gd name="connsiteY72" fmla="*/ 130617 h 492123"/>
              <a:gd name="connsiteX73" fmla="*/ 395025 w 606580"/>
              <a:gd name="connsiteY73" fmla="*/ 148682 h 492123"/>
              <a:gd name="connsiteX74" fmla="*/ 384511 w 606580"/>
              <a:gd name="connsiteY74" fmla="*/ 166747 h 492123"/>
              <a:gd name="connsiteX75" fmla="*/ 373997 w 606580"/>
              <a:gd name="connsiteY75" fmla="*/ 148682 h 492123"/>
              <a:gd name="connsiteX76" fmla="*/ 384511 w 606580"/>
              <a:gd name="connsiteY76" fmla="*/ 130617 h 492123"/>
              <a:gd name="connsiteX77" fmla="*/ 271253 w 606580"/>
              <a:gd name="connsiteY77" fmla="*/ 130617 h 492123"/>
              <a:gd name="connsiteX78" fmla="*/ 281767 w 606580"/>
              <a:gd name="connsiteY78" fmla="*/ 148682 h 492123"/>
              <a:gd name="connsiteX79" fmla="*/ 271253 w 606580"/>
              <a:gd name="connsiteY79" fmla="*/ 166747 h 492123"/>
              <a:gd name="connsiteX80" fmla="*/ 260739 w 606580"/>
              <a:gd name="connsiteY80" fmla="*/ 148682 h 492123"/>
              <a:gd name="connsiteX81" fmla="*/ 271253 w 606580"/>
              <a:gd name="connsiteY81" fmla="*/ 130617 h 492123"/>
              <a:gd name="connsiteX82" fmla="*/ 203369 w 606580"/>
              <a:gd name="connsiteY82" fmla="*/ 130617 h 492123"/>
              <a:gd name="connsiteX83" fmla="*/ 213883 w 606580"/>
              <a:gd name="connsiteY83" fmla="*/ 148682 h 492123"/>
              <a:gd name="connsiteX84" fmla="*/ 203369 w 606580"/>
              <a:gd name="connsiteY84" fmla="*/ 166747 h 492123"/>
              <a:gd name="connsiteX85" fmla="*/ 192855 w 606580"/>
              <a:gd name="connsiteY85" fmla="*/ 148682 h 492123"/>
              <a:gd name="connsiteX86" fmla="*/ 203369 w 606580"/>
              <a:gd name="connsiteY86" fmla="*/ 130617 h 492123"/>
              <a:gd name="connsiteX87" fmla="*/ 318183 w 606580"/>
              <a:gd name="connsiteY87" fmla="*/ 121595 h 492123"/>
              <a:gd name="connsiteX88" fmla="*/ 311962 w 606580"/>
              <a:gd name="connsiteY88" fmla="*/ 127065 h 492123"/>
              <a:gd name="connsiteX89" fmla="*/ 317812 w 606580"/>
              <a:gd name="connsiteY89" fmla="*/ 133185 h 492123"/>
              <a:gd name="connsiteX90" fmla="*/ 327190 w 606580"/>
              <a:gd name="connsiteY90" fmla="*/ 133185 h 492123"/>
              <a:gd name="connsiteX91" fmla="*/ 327190 w 606580"/>
              <a:gd name="connsiteY91" fmla="*/ 170177 h 492123"/>
              <a:gd name="connsiteX92" fmla="*/ 333039 w 606580"/>
              <a:gd name="connsiteY92" fmla="*/ 176018 h 492123"/>
              <a:gd name="connsiteX93" fmla="*/ 338796 w 606580"/>
              <a:gd name="connsiteY93" fmla="*/ 170177 h 492123"/>
              <a:gd name="connsiteX94" fmla="*/ 338796 w 606580"/>
              <a:gd name="connsiteY94" fmla="*/ 125767 h 492123"/>
              <a:gd name="connsiteX95" fmla="*/ 334896 w 606580"/>
              <a:gd name="connsiteY95" fmla="*/ 121595 h 492123"/>
              <a:gd name="connsiteX96" fmla="*/ 137031 w 606580"/>
              <a:gd name="connsiteY96" fmla="*/ 121595 h 492123"/>
              <a:gd name="connsiteX97" fmla="*/ 130810 w 606580"/>
              <a:gd name="connsiteY97" fmla="*/ 127065 h 492123"/>
              <a:gd name="connsiteX98" fmla="*/ 136660 w 606580"/>
              <a:gd name="connsiteY98" fmla="*/ 133185 h 492123"/>
              <a:gd name="connsiteX99" fmla="*/ 146038 w 606580"/>
              <a:gd name="connsiteY99" fmla="*/ 133185 h 492123"/>
              <a:gd name="connsiteX100" fmla="*/ 146038 w 606580"/>
              <a:gd name="connsiteY100" fmla="*/ 170177 h 492123"/>
              <a:gd name="connsiteX101" fmla="*/ 151888 w 606580"/>
              <a:gd name="connsiteY101" fmla="*/ 176018 h 492123"/>
              <a:gd name="connsiteX102" fmla="*/ 157737 w 606580"/>
              <a:gd name="connsiteY102" fmla="*/ 170177 h 492123"/>
              <a:gd name="connsiteX103" fmla="*/ 157737 w 606580"/>
              <a:gd name="connsiteY103" fmla="*/ 125767 h 492123"/>
              <a:gd name="connsiteX104" fmla="*/ 153745 w 606580"/>
              <a:gd name="connsiteY104" fmla="*/ 121595 h 492123"/>
              <a:gd name="connsiteX105" fmla="*/ 452353 w 606580"/>
              <a:gd name="connsiteY105" fmla="*/ 121503 h 492123"/>
              <a:gd name="connsiteX106" fmla="*/ 429233 w 606580"/>
              <a:gd name="connsiteY106" fmla="*/ 148668 h 492123"/>
              <a:gd name="connsiteX107" fmla="*/ 452353 w 606580"/>
              <a:gd name="connsiteY107" fmla="*/ 175833 h 492123"/>
              <a:gd name="connsiteX108" fmla="*/ 475473 w 606580"/>
              <a:gd name="connsiteY108" fmla="*/ 148668 h 492123"/>
              <a:gd name="connsiteX109" fmla="*/ 452353 w 606580"/>
              <a:gd name="connsiteY109" fmla="*/ 121503 h 492123"/>
              <a:gd name="connsiteX110" fmla="*/ 384386 w 606580"/>
              <a:gd name="connsiteY110" fmla="*/ 121503 h 492123"/>
              <a:gd name="connsiteX111" fmla="*/ 361266 w 606580"/>
              <a:gd name="connsiteY111" fmla="*/ 148668 h 492123"/>
              <a:gd name="connsiteX112" fmla="*/ 384386 w 606580"/>
              <a:gd name="connsiteY112" fmla="*/ 175833 h 492123"/>
              <a:gd name="connsiteX113" fmla="*/ 407505 w 606580"/>
              <a:gd name="connsiteY113" fmla="*/ 148668 h 492123"/>
              <a:gd name="connsiteX114" fmla="*/ 384386 w 606580"/>
              <a:gd name="connsiteY114" fmla="*/ 121503 h 492123"/>
              <a:gd name="connsiteX115" fmla="*/ 271201 w 606580"/>
              <a:gd name="connsiteY115" fmla="*/ 121503 h 492123"/>
              <a:gd name="connsiteX116" fmla="*/ 248081 w 606580"/>
              <a:gd name="connsiteY116" fmla="*/ 148668 h 492123"/>
              <a:gd name="connsiteX117" fmla="*/ 271201 w 606580"/>
              <a:gd name="connsiteY117" fmla="*/ 175833 h 492123"/>
              <a:gd name="connsiteX118" fmla="*/ 294413 w 606580"/>
              <a:gd name="connsiteY118" fmla="*/ 148668 h 492123"/>
              <a:gd name="connsiteX119" fmla="*/ 271201 w 606580"/>
              <a:gd name="connsiteY119" fmla="*/ 121503 h 492123"/>
              <a:gd name="connsiteX120" fmla="*/ 203420 w 606580"/>
              <a:gd name="connsiteY120" fmla="*/ 121503 h 492123"/>
              <a:gd name="connsiteX121" fmla="*/ 180207 w 606580"/>
              <a:gd name="connsiteY121" fmla="*/ 148668 h 492123"/>
              <a:gd name="connsiteX122" fmla="*/ 203420 w 606580"/>
              <a:gd name="connsiteY122" fmla="*/ 175833 h 492123"/>
              <a:gd name="connsiteX123" fmla="*/ 226539 w 606580"/>
              <a:gd name="connsiteY123" fmla="*/ 148668 h 492123"/>
              <a:gd name="connsiteX124" fmla="*/ 203420 w 606580"/>
              <a:gd name="connsiteY124" fmla="*/ 121503 h 492123"/>
              <a:gd name="connsiteX125" fmla="*/ 76493 w 606580"/>
              <a:gd name="connsiteY125" fmla="*/ 54194 h 492123"/>
              <a:gd name="connsiteX126" fmla="*/ 530440 w 606580"/>
              <a:gd name="connsiteY126" fmla="*/ 54194 h 492123"/>
              <a:gd name="connsiteX127" fmla="*/ 530440 w 606580"/>
              <a:gd name="connsiteY127" fmla="*/ 350780 h 492123"/>
              <a:gd name="connsiteX128" fmla="*/ 76493 w 606580"/>
              <a:gd name="connsiteY128" fmla="*/ 350780 h 492123"/>
              <a:gd name="connsiteX129" fmla="*/ 46115 w 606580"/>
              <a:gd name="connsiteY129" fmla="*/ 24009 h 492123"/>
              <a:gd name="connsiteX130" fmla="*/ 46115 w 606580"/>
              <a:gd name="connsiteY130" fmla="*/ 381085 h 492123"/>
              <a:gd name="connsiteX131" fmla="*/ 560352 w 606580"/>
              <a:gd name="connsiteY131" fmla="*/ 381085 h 492123"/>
              <a:gd name="connsiteX132" fmla="*/ 560352 w 606580"/>
              <a:gd name="connsiteY132" fmla="*/ 24009 h 492123"/>
              <a:gd name="connsiteX133" fmla="*/ 34136 w 606580"/>
              <a:gd name="connsiteY133" fmla="*/ 0 h 492123"/>
              <a:gd name="connsiteX134" fmla="*/ 572423 w 606580"/>
              <a:gd name="connsiteY134" fmla="*/ 0 h 492123"/>
              <a:gd name="connsiteX135" fmla="*/ 584494 w 606580"/>
              <a:gd name="connsiteY135" fmla="*/ 11958 h 492123"/>
              <a:gd name="connsiteX136" fmla="*/ 584494 w 606580"/>
              <a:gd name="connsiteY136" fmla="*/ 393135 h 492123"/>
              <a:gd name="connsiteX137" fmla="*/ 572423 w 606580"/>
              <a:gd name="connsiteY137" fmla="*/ 405186 h 492123"/>
              <a:gd name="connsiteX138" fmla="*/ 34136 w 606580"/>
              <a:gd name="connsiteY138" fmla="*/ 405186 h 492123"/>
              <a:gd name="connsiteX139" fmla="*/ 22158 w 606580"/>
              <a:gd name="connsiteY139" fmla="*/ 393135 h 492123"/>
              <a:gd name="connsiteX140" fmla="*/ 22158 w 606580"/>
              <a:gd name="connsiteY140" fmla="*/ 11958 h 492123"/>
              <a:gd name="connsiteX141" fmla="*/ 34136 w 606580"/>
              <a:gd name="connsiteY141" fmla="*/ 0 h 492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606580" h="492123">
                <a:moveTo>
                  <a:pt x="9656" y="431155"/>
                </a:moveTo>
                <a:lnTo>
                  <a:pt x="218101" y="431155"/>
                </a:lnTo>
                <a:lnTo>
                  <a:pt x="218101" y="448389"/>
                </a:lnTo>
                <a:lnTo>
                  <a:pt x="388478" y="448389"/>
                </a:lnTo>
                <a:lnTo>
                  <a:pt x="388478" y="431155"/>
                </a:lnTo>
                <a:lnTo>
                  <a:pt x="596924" y="431155"/>
                </a:lnTo>
                <a:lnTo>
                  <a:pt x="606580" y="492123"/>
                </a:lnTo>
                <a:lnTo>
                  <a:pt x="0" y="492123"/>
                </a:lnTo>
                <a:close/>
                <a:moveTo>
                  <a:pt x="408398" y="238440"/>
                </a:moveTo>
                <a:cubicBezTo>
                  <a:pt x="414225" y="238440"/>
                  <a:pt x="418948" y="246512"/>
                  <a:pt x="418948" y="256470"/>
                </a:cubicBezTo>
                <a:cubicBezTo>
                  <a:pt x="418948" y="266428"/>
                  <a:pt x="414225" y="274500"/>
                  <a:pt x="408398" y="274500"/>
                </a:cubicBezTo>
                <a:cubicBezTo>
                  <a:pt x="402571" y="274500"/>
                  <a:pt x="397848" y="266428"/>
                  <a:pt x="397848" y="256470"/>
                </a:cubicBezTo>
                <a:cubicBezTo>
                  <a:pt x="397848" y="246512"/>
                  <a:pt x="402571" y="238440"/>
                  <a:pt x="408398" y="238440"/>
                </a:cubicBezTo>
                <a:close/>
                <a:moveTo>
                  <a:pt x="340548" y="238440"/>
                </a:moveTo>
                <a:cubicBezTo>
                  <a:pt x="346355" y="238440"/>
                  <a:pt x="351062" y="246512"/>
                  <a:pt x="351062" y="256470"/>
                </a:cubicBezTo>
                <a:cubicBezTo>
                  <a:pt x="351062" y="266428"/>
                  <a:pt x="346355" y="274500"/>
                  <a:pt x="340548" y="274500"/>
                </a:cubicBezTo>
                <a:cubicBezTo>
                  <a:pt x="334741" y="274500"/>
                  <a:pt x="330034" y="266428"/>
                  <a:pt x="330034" y="256470"/>
                </a:cubicBezTo>
                <a:cubicBezTo>
                  <a:pt x="330034" y="246512"/>
                  <a:pt x="334741" y="238440"/>
                  <a:pt x="340548" y="238440"/>
                </a:cubicBezTo>
                <a:close/>
                <a:moveTo>
                  <a:pt x="227291" y="238440"/>
                </a:moveTo>
                <a:cubicBezTo>
                  <a:pt x="233098" y="238440"/>
                  <a:pt x="237805" y="246512"/>
                  <a:pt x="237805" y="256470"/>
                </a:cubicBezTo>
                <a:cubicBezTo>
                  <a:pt x="237805" y="266428"/>
                  <a:pt x="233098" y="274500"/>
                  <a:pt x="227291" y="274500"/>
                </a:cubicBezTo>
                <a:cubicBezTo>
                  <a:pt x="221484" y="274500"/>
                  <a:pt x="216777" y="266428"/>
                  <a:pt x="216777" y="256470"/>
                </a:cubicBezTo>
                <a:cubicBezTo>
                  <a:pt x="216777" y="246512"/>
                  <a:pt x="221484" y="238440"/>
                  <a:pt x="227291" y="238440"/>
                </a:cubicBezTo>
                <a:close/>
                <a:moveTo>
                  <a:pt x="159443" y="238440"/>
                </a:moveTo>
                <a:cubicBezTo>
                  <a:pt x="165270" y="238440"/>
                  <a:pt x="169993" y="246512"/>
                  <a:pt x="169993" y="256470"/>
                </a:cubicBezTo>
                <a:cubicBezTo>
                  <a:pt x="169993" y="266428"/>
                  <a:pt x="165270" y="274500"/>
                  <a:pt x="159443" y="274500"/>
                </a:cubicBezTo>
                <a:cubicBezTo>
                  <a:pt x="153616" y="274500"/>
                  <a:pt x="148893" y="266428"/>
                  <a:pt x="148893" y="256470"/>
                </a:cubicBezTo>
                <a:cubicBezTo>
                  <a:pt x="148893" y="246512"/>
                  <a:pt x="153616" y="238440"/>
                  <a:pt x="159443" y="238440"/>
                </a:cubicBezTo>
                <a:close/>
                <a:moveTo>
                  <a:pt x="455417" y="229420"/>
                </a:moveTo>
                <a:cubicBezTo>
                  <a:pt x="452260" y="229420"/>
                  <a:pt x="449382" y="231738"/>
                  <a:pt x="449289" y="234797"/>
                </a:cubicBezTo>
                <a:cubicBezTo>
                  <a:pt x="449103" y="238135"/>
                  <a:pt x="451703" y="240916"/>
                  <a:pt x="455045" y="240916"/>
                </a:cubicBezTo>
                <a:lnTo>
                  <a:pt x="464516" y="240916"/>
                </a:lnTo>
                <a:lnTo>
                  <a:pt x="464516" y="277816"/>
                </a:lnTo>
                <a:cubicBezTo>
                  <a:pt x="464516" y="281061"/>
                  <a:pt x="467116" y="283657"/>
                  <a:pt x="470273" y="283657"/>
                </a:cubicBezTo>
                <a:cubicBezTo>
                  <a:pt x="473523" y="283657"/>
                  <a:pt x="476123" y="281061"/>
                  <a:pt x="476123" y="277816"/>
                </a:cubicBezTo>
                <a:lnTo>
                  <a:pt x="476123" y="233592"/>
                </a:lnTo>
                <a:cubicBezTo>
                  <a:pt x="476123" y="229420"/>
                  <a:pt x="472130" y="229420"/>
                  <a:pt x="472130" y="229420"/>
                </a:cubicBezTo>
                <a:close/>
                <a:moveTo>
                  <a:pt x="274079" y="229420"/>
                </a:moveTo>
                <a:cubicBezTo>
                  <a:pt x="270829" y="229420"/>
                  <a:pt x="268044" y="231738"/>
                  <a:pt x="267858" y="234797"/>
                </a:cubicBezTo>
                <a:cubicBezTo>
                  <a:pt x="267765" y="238135"/>
                  <a:pt x="270365" y="240916"/>
                  <a:pt x="273708" y="240916"/>
                </a:cubicBezTo>
                <a:lnTo>
                  <a:pt x="283086" y="240916"/>
                </a:lnTo>
                <a:lnTo>
                  <a:pt x="283086" y="277816"/>
                </a:lnTo>
                <a:cubicBezTo>
                  <a:pt x="283086" y="281061"/>
                  <a:pt x="285685" y="283657"/>
                  <a:pt x="288935" y="283657"/>
                </a:cubicBezTo>
                <a:cubicBezTo>
                  <a:pt x="292185" y="283657"/>
                  <a:pt x="294785" y="281061"/>
                  <a:pt x="294785" y="277816"/>
                </a:cubicBezTo>
                <a:lnTo>
                  <a:pt x="294878" y="277816"/>
                </a:lnTo>
                <a:lnTo>
                  <a:pt x="294878" y="233592"/>
                </a:lnTo>
                <a:cubicBezTo>
                  <a:pt x="294878" y="229420"/>
                  <a:pt x="290885" y="229420"/>
                  <a:pt x="290885" y="229420"/>
                </a:cubicBezTo>
                <a:close/>
                <a:moveTo>
                  <a:pt x="408434" y="229235"/>
                </a:moveTo>
                <a:cubicBezTo>
                  <a:pt x="395621" y="229235"/>
                  <a:pt x="385221" y="241380"/>
                  <a:pt x="385221" y="256492"/>
                </a:cubicBezTo>
                <a:cubicBezTo>
                  <a:pt x="385221" y="271511"/>
                  <a:pt x="395621" y="283657"/>
                  <a:pt x="408434" y="283657"/>
                </a:cubicBezTo>
                <a:cubicBezTo>
                  <a:pt x="421155" y="283657"/>
                  <a:pt x="431554" y="271511"/>
                  <a:pt x="431554" y="256492"/>
                </a:cubicBezTo>
                <a:cubicBezTo>
                  <a:pt x="431554" y="241380"/>
                  <a:pt x="421155" y="229235"/>
                  <a:pt x="408434" y="229235"/>
                </a:cubicBezTo>
                <a:close/>
                <a:moveTo>
                  <a:pt x="340560" y="229235"/>
                </a:moveTo>
                <a:cubicBezTo>
                  <a:pt x="327840" y="229235"/>
                  <a:pt x="317440" y="241380"/>
                  <a:pt x="317440" y="256492"/>
                </a:cubicBezTo>
                <a:cubicBezTo>
                  <a:pt x="317440" y="271511"/>
                  <a:pt x="327840" y="283657"/>
                  <a:pt x="340560" y="283657"/>
                </a:cubicBezTo>
                <a:cubicBezTo>
                  <a:pt x="353281" y="283657"/>
                  <a:pt x="363680" y="271511"/>
                  <a:pt x="363680" y="256492"/>
                </a:cubicBezTo>
                <a:cubicBezTo>
                  <a:pt x="363680" y="241380"/>
                  <a:pt x="353281" y="229235"/>
                  <a:pt x="340560" y="229235"/>
                </a:cubicBezTo>
                <a:close/>
                <a:moveTo>
                  <a:pt x="227282" y="229235"/>
                </a:moveTo>
                <a:cubicBezTo>
                  <a:pt x="214562" y="229235"/>
                  <a:pt x="204162" y="241380"/>
                  <a:pt x="204162" y="256492"/>
                </a:cubicBezTo>
                <a:cubicBezTo>
                  <a:pt x="204162" y="271511"/>
                  <a:pt x="214562" y="283657"/>
                  <a:pt x="227282" y="283657"/>
                </a:cubicBezTo>
                <a:cubicBezTo>
                  <a:pt x="240003" y="283657"/>
                  <a:pt x="250402" y="271511"/>
                  <a:pt x="250402" y="256492"/>
                </a:cubicBezTo>
                <a:cubicBezTo>
                  <a:pt x="250402" y="241380"/>
                  <a:pt x="240003" y="229235"/>
                  <a:pt x="227282" y="229235"/>
                </a:cubicBezTo>
                <a:close/>
                <a:moveTo>
                  <a:pt x="159408" y="229235"/>
                </a:moveTo>
                <a:cubicBezTo>
                  <a:pt x="146688" y="229235"/>
                  <a:pt x="136289" y="241380"/>
                  <a:pt x="136289" y="256492"/>
                </a:cubicBezTo>
                <a:cubicBezTo>
                  <a:pt x="136289" y="271511"/>
                  <a:pt x="146688" y="283657"/>
                  <a:pt x="159408" y="283657"/>
                </a:cubicBezTo>
                <a:cubicBezTo>
                  <a:pt x="172222" y="283657"/>
                  <a:pt x="182621" y="271511"/>
                  <a:pt x="182621" y="256492"/>
                </a:cubicBezTo>
                <a:cubicBezTo>
                  <a:pt x="182621" y="241380"/>
                  <a:pt x="172222" y="229235"/>
                  <a:pt x="159408" y="229235"/>
                </a:cubicBezTo>
                <a:close/>
                <a:moveTo>
                  <a:pt x="452359" y="130617"/>
                </a:moveTo>
                <a:cubicBezTo>
                  <a:pt x="458146" y="130617"/>
                  <a:pt x="462838" y="138705"/>
                  <a:pt x="462838" y="148682"/>
                </a:cubicBezTo>
                <a:cubicBezTo>
                  <a:pt x="462838" y="158659"/>
                  <a:pt x="458146" y="166747"/>
                  <a:pt x="452359" y="166747"/>
                </a:cubicBezTo>
                <a:cubicBezTo>
                  <a:pt x="446572" y="166747"/>
                  <a:pt x="441880" y="158659"/>
                  <a:pt x="441880" y="148682"/>
                </a:cubicBezTo>
                <a:cubicBezTo>
                  <a:pt x="441880" y="138705"/>
                  <a:pt x="446572" y="130617"/>
                  <a:pt x="452359" y="130617"/>
                </a:cubicBezTo>
                <a:close/>
                <a:moveTo>
                  <a:pt x="384511" y="130617"/>
                </a:moveTo>
                <a:cubicBezTo>
                  <a:pt x="390318" y="130617"/>
                  <a:pt x="395025" y="138705"/>
                  <a:pt x="395025" y="148682"/>
                </a:cubicBezTo>
                <a:cubicBezTo>
                  <a:pt x="395025" y="158659"/>
                  <a:pt x="390318" y="166747"/>
                  <a:pt x="384511" y="166747"/>
                </a:cubicBezTo>
                <a:cubicBezTo>
                  <a:pt x="378704" y="166747"/>
                  <a:pt x="373997" y="158659"/>
                  <a:pt x="373997" y="148682"/>
                </a:cubicBezTo>
                <a:cubicBezTo>
                  <a:pt x="373997" y="138705"/>
                  <a:pt x="378704" y="130617"/>
                  <a:pt x="384511" y="130617"/>
                </a:cubicBezTo>
                <a:close/>
                <a:moveTo>
                  <a:pt x="271253" y="130617"/>
                </a:moveTo>
                <a:cubicBezTo>
                  <a:pt x="277060" y="130617"/>
                  <a:pt x="281767" y="138705"/>
                  <a:pt x="281767" y="148682"/>
                </a:cubicBezTo>
                <a:cubicBezTo>
                  <a:pt x="281767" y="158659"/>
                  <a:pt x="277060" y="166747"/>
                  <a:pt x="271253" y="166747"/>
                </a:cubicBezTo>
                <a:cubicBezTo>
                  <a:pt x="265446" y="166747"/>
                  <a:pt x="260739" y="158659"/>
                  <a:pt x="260739" y="148682"/>
                </a:cubicBezTo>
                <a:cubicBezTo>
                  <a:pt x="260739" y="138705"/>
                  <a:pt x="265446" y="130617"/>
                  <a:pt x="271253" y="130617"/>
                </a:cubicBezTo>
                <a:close/>
                <a:moveTo>
                  <a:pt x="203369" y="130617"/>
                </a:moveTo>
                <a:cubicBezTo>
                  <a:pt x="209176" y="130617"/>
                  <a:pt x="213883" y="138705"/>
                  <a:pt x="213883" y="148682"/>
                </a:cubicBezTo>
                <a:cubicBezTo>
                  <a:pt x="213883" y="158659"/>
                  <a:pt x="209176" y="166747"/>
                  <a:pt x="203369" y="166747"/>
                </a:cubicBezTo>
                <a:cubicBezTo>
                  <a:pt x="197562" y="166747"/>
                  <a:pt x="192855" y="158659"/>
                  <a:pt x="192855" y="148682"/>
                </a:cubicBezTo>
                <a:cubicBezTo>
                  <a:pt x="192855" y="138705"/>
                  <a:pt x="197562" y="130617"/>
                  <a:pt x="203369" y="130617"/>
                </a:cubicBezTo>
                <a:close/>
                <a:moveTo>
                  <a:pt x="318183" y="121595"/>
                </a:moveTo>
                <a:cubicBezTo>
                  <a:pt x="314933" y="121595"/>
                  <a:pt x="312055" y="123913"/>
                  <a:pt x="311962" y="127065"/>
                </a:cubicBezTo>
                <a:cubicBezTo>
                  <a:pt x="311869" y="130403"/>
                  <a:pt x="314469" y="133092"/>
                  <a:pt x="317812" y="133185"/>
                </a:cubicBezTo>
                <a:lnTo>
                  <a:pt x="327190" y="133185"/>
                </a:lnTo>
                <a:lnTo>
                  <a:pt x="327190" y="170177"/>
                </a:lnTo>
                <a:cubicBezTo>
                  <a:pt x="327190" y="173422"/>
                  <a:pt x="329789" y="176018"/>
                  <a:pt x="333039" y="176018"/>
                </a:cubicBezTo>
                <a:cubicBezTo>
                  <a:pt x="336196" y="176018"/>
                  <a:pt x="338796" y="173422"/>
                  <a:pt x="338796" y="170177"/>
                </a:cubicBezTo>
                <a:lnTo>
                  <a:pt x="338796" y="125767"/>
                </a:lnTo>
                <a:cubicBezTo>
                  <a:pt x="338796" y="121595"/>
                  <a:pt x="334896" y="121595"/>
                  <a:pt x="334896" y="121595"/>
                </a:cubicBezTo>
                <a:close/>
                <a:moveTo>
                  <a:pt x="137031" y="121595"/>
                </a:moveTo>
                <a:cubicBezTo>
                  <a:pt x="133782" y="121595"/>
                  <a:pt x="130996" y="123913"/>
                  <a:pt x="130810" y="127065"/>
                </a:cubicBezTo>
                <a:cubicBezTo>
                  <a:pt x="130718" y="130403"/>
                  <a:pt x="133410" y="133092"/>
                  <a:pt x="136660" y="133185"/>
                </a:cubicBezTo>
                <a:lnTo>
                  <a:pt x="146038" y="133185"/>
                </a:lnTo>
                <a:lnTo>
                  <a:pt x="146038" y="170177"/>
                </a:lnTo>
                <a:cubicBezTo>
                  <a:pt x="146038" y="173422"/>
                  <a:pt x="148638" y="176018"/>
                  <a:pt x="151888" y="176018"/>
                </a:cubicBezTo>
                <a:cubicBezTo>
                  <a:pt x="155137" y="176018"/>
                  <a:pt x="157737" y="173422"/>
                  <a:pt x="157737" y="170177"/>
                </a:cubicBezTo>
                <a:lnTo>
                  <a:pt x="157737" y="125767"/>
                </a:lnTo>
                <a:cubicBezTo>
                  <a:pt x="157737" y="121595"/>
                  <a:pt x="153745" y="121595"/>
                  <a:pt x="153745" y="121595"/>
                </a:cubicBezTo>
                <a:close/>
                <a:moveTo>
                  <a:pt x="452353" y="121503"/>
                </a:moveTo>
                <a:cubicBezTo>
                  <a:pt x="439632" y="121503"/>
                  <a:pt x="429233" y="133556"/>
                  <a:pt x="429233" y="148668"/>
                </a:cubicBezTo>
                <a:cubicBezTo>
                  <a:pt x="429233" y="163780"/>
                  <a:pt x="439446" y="175833"/>
                  <a:pt x="452353" y="175833"/>
                </a:cubicBezTo>
                <a:cubicBezTo>
                  <a:pt x="465073" y="175833"/>
                  <a:pt x="475473" y="163780"/>
                  <a:pt x="475473" y="148668"/>
                </a:cubicBezTo>
                <a:cubicBezTo>
                  <a:pt x="475473" y="133556"/>
                  <a:pt x="465073" y="121503"/>
                  <a:pt x="452353" y="121503"/>
                </a:cubicBezTo>
                <a:close/>
                <a:moveTo>
                  <a:pt x="384386" y="121503"/>
                </a:moveTo>
                <a:cubicBezTo>
                  <a:pt x="371665" y="121503"/>
                  <a:pt x="361266" y="133556"/>
                  <a:pt x="361266" y="148668"/>
                </a:cubicBezTo>
                <a:cubicBezTo>
                  <a:pt x="361266" y="163780"/>
                  <a:pt x="371665" y="175833"/>
                  <a:pt x="384386" y="175833"/>
                </a:cubicBezTo>
                <a:cubicBezTo>
                  <a:pt x="397106" y="175833"/>
                  <a:pt x="407505" y="163780"/>
                  <a:pt x="407505" y="148668"/>
                </a:cubicBezTo>
                <a:cubicBezTo>
                  <a:pt x="407505" y="133556"/>
                  <a:pt x="397106" y="121503"/>
                  <a:pt x="384386" y="121503"/>
                </a:cubicBezTo>
                <a:close/>
                <a:moveTo>
                  <a:pt x="271201" y="121503"/>
                </a:moveTo>
                <a:cubicBezTo>
                  <a:pt x="258480" y="121503"/>
                  <a:pt x="248081" y="133556"/>
                  <a:pt x="248081" y="148668"/>
                </a:cubicBezTo>
                <a:cubicBezTo>
                  <a:pt x="248081" y="163780"/>
                  <a:pt x="258480" y="175833"/>
                  <a:pt x="271201" y="175833"/>
                </a:cubicBezTo>
                <a:cubicBezTo>
                  <a:pt x="284014" y="175833"/>
                  <a:pt x="294413" y="163780"/>
                  <a:pt x="294413" y="148668"/>
                </a:cubicBezTo>
                <a:cubicBezTo>
                  <a:pt x="294413" y="133556"/>
                  <a:pt x="284014" y="121503"/>
                  <a:pt x="271201" y="121503"/>
                </a:cubicBezTo>
                <a:close/>
                <a:moveTo>
                  <a:pt x="203420" y="121503"/>
                </a:moveTo>
                <a:cubicBezTo>
                  <a:pt x="190606" y="121503"/>
                  <a:pt x="180207" y="133556"/>
                  <a:pt x="180207" y="148668"/>
                </a:cubicBezTo>
                <a:cubicBezTo>
                  <a:pt x="180207" y="163780"/>
                  <a:pt x="190606" y="175833"/>
                  <a:pt x="203420" y="175833"/>
                </a:cubicBezTo>
                <a:cubicBezTo>
                  <a:pt x="216140" y="175833"/>
                  <a:pt x="226539" y="163780"/>
                  <a:pt x="226539" y="148668"/>
                </a:cubicBezTo>
                <a:cubicBezTo>
                  <a:pt x="226539" y="133556"/>
                  <a:pt x="216140" y="121503"/>
                  <a:pt x="203420" y="121503"/>
                </a:cubicBezTo>
                <a:close/>
                <a:moveTo>
                  <a:pt x="76493" y="54194"/>
                </a:moveTo>
                <a:lnTo>
                  <a:pt x="530440" y="54194"/>
                </a:lnTo>
                <a:lnTo>
                  <a:pt x="530440" y="350780"/>
                </a:lnTo>
                <a:lnTo>
                  <a:pt x="76493" y="350780"/>
                </a:lnTo>
                <a:close/>
                <a:moveTo>
                  <a:pt x="46115" y="24009"/>
                </a:moveTo>
                <a:lnTo>
                  <a:pt x="46115" y="381085"/>
                </a:lnTo>
                <a:lnTo>
                  <a:pt x="560352" y="381085"/>
                </a:lnTo>
                <a:lnTo>
                  <a:pt x="560352" y="24009"/>
                </a:lnTo>
                <a:close/>
                <a:moveTo>
                  <a:pt x="34136" y="0"/>
                </a:moveTo>
                <a:lnTo>
                  <a:pt x="572423" y="0"/>
                </a:lnTo>
                <a:cubicBezTo>
                  <a:pt x="579109" y="0"/>
                  <a:pt x="584494" y="5284"/>
                  <a:pt x="584494" y="11958"/>
                </a:cubicBezTo>
                <a:lnTo>
                  <a:pt x="584494" y="393135"/>
                </a:lnTo>
                <a:cubicBezTo>
                  <a:pt x="584494" y="399810"/>
                  <a:pt x="579109" y="405186"/>
                  <a:pt x="572423" y="405186"/>
                </a:cubicBezTo>
                <a:lnTo>
                  <a:pt x="34136" y="405186"/>
                </a:lnTo>
                <a:cubicBezTo>
                  <a:pt x="27451" y="405186"/>
                  <a:pt x="22158" y="399810"/>
                  <a:pt x="22158" y="393135"/>
                </a:cubicBezTo>
                <a:lnTo>
                  <a:pt x="22158" y="11958"/>
                </a:lnTo>
                <a:cubicBezTo>
                  <a:pt x="22158" y="5284"/>
                  <a:pt x="27451" y="0"/>
                  <a:pt x="34136" y="0"/>
                </a:cubicBezTo>
                <a:close/>
              </a:path>
            </a:pathLst>
          </a:custGeom>
          <a:solidFill>
            <a:srgbClr val="02CCCC"/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7" name="function-mathematical-symbol_43146"/>
          <p:cNvSpPr>
            <a:spLocks noChangeAspect="1"/>
          </p:cNvSpPr>
          <p:nvPr/>
        </p:nvSpPr>
        <p:spPr bwMode="auto">
          <a:xfrm>
            <a:off x="9458503" y="2838206"/>
            <a:ext cx="349967" cy="414612"/>
          </a:xfrm>
          <a:custGeom>
            <a:avLst/>
            <a:gdLst>
              <a:gd name="connsiteX0" fmla="*/ 339178 w 504144"/>
              <a:gd name="connsiteY0" fmla="*/ 313099 h 597266"/>
              <a:gd name="connsiteX1" fmla="*/ 367197 w 504144"/>
              <a:gd name="connsiteY1" fmla="*/ 328502 h 597266"/>
              <a:gd name="connsiteX2" fmla="*/ 406549 w 504144"/>
              <a:gd name="connsiteY2" fmla="*/ 380684 h 597266"/>
              <a:gd name="connsiteX3" fmla="*/ 446532 w 504144"/>
              <a:gd name="connsiteY3" fmla="*/ 328502 h 597266"/>
              <a:gd name="connsiteX4" fmla="*/ 472662 w 504144"/>
              <a:gd name="connsiteY4" fmla="*/ 313099 h 597266"/>
              <a:gd name="connsiteX5" fmla="*/ 500681 w 504144"/>
              <a:gd name="connsiteY5" fmla="*/ 339190 h 597266"/>
              <a:gd name="connsiteX6" fmla="*/ 492496 w 504144"/>
              <a:gd name="connsiteY6" fmla="*/ 359937 h 597266"/>
              <a:gd name="connsiteX7" fmla="*/ 440865 w 504144"/>
              <a:gd name="connsiteY7" fmla="*/ 419977 h 597266"/>
              <a:gd name="connsiteX8" fmla="*/ 494070 w 504144"/>
              <a:gd name="connsiteY8" fmla="*/ 480960 h 597266"/>
              <a:gd name="connsiteX9" fmla="*/ 504144 w 504144"/>
              <a:gd name="connsiteY9" fmla="*/ 503907 h 597266"/>
              <a:gd name="connsiteX10" fmla="*/ 476125 w 504144"/>
              <a:gd name="connsiteY10" fmla="*/ 531570 h 597266"/>
              <a:gd name="connsiteX11" fmla="*/ 448106 w 504144"/>
              <a:gd name="connsiteY11" fmla="*/ 516167 h 597266"/>
              <a:gd name="connsiteX12" fmla="*/ 405290 w 504144"/>
              <a:gd name="connsiteY12" fmla="*/ 459899 h 597266"/>
              <a:gd name="connsiteX13" fmla="*/ 362474 w 504144"/>
              <a:gd name="connsiteY13" fmla="*/ 516167 h 597266"/>
              <a:gd name="connsiteX14" fmla="*/ 336344 w 504144"/>
              <a:gd name="connsiteY14" fmla="*/ 531570 h 597266"/>
              <a:gd name="connsiteX15" fmla="*/ 308325 w 504144"/>
              <a:gd name="connsiteY15" fmla="*/ 505479 h 597266"/>
              <a:gd name="connsiteX16" fmla="*/ 316510 w 504144"/>
              <a:gd name="connsiteY16" fmla="*/ 484732 h 597266"/>
              <a:gd name="connsiteX17" fmla="*/ 370974 w 504144"/>
              <a:gd name="connsiteY17" fmla="*/ 420606 h 597266"/>
              <a:gd name="connsiteX18" fmla="*/ 321233 w 504144"/>
              <a:gd name="connsiteY18" fmla="*/ 363709 h 597266"/>
              <a:gd name="connsiteX19" fmla="*/ 311473 w 504144"/>
              <a:gd name="connsiteY19" fmla="*/ 340762 h 597266"/>
              <a:gd name="connsiteX20" fmla="*/ 339178 w 504144"/>
              <a:gd name="connsiteY20" fmla="*/ 313099 h 597266"/>
              <a:gd name="connsiteX21" fmla="*/ 330676 w 504144"/>
              <a:gd name="connsiteY21" fmla="*/ 0 h 597266"/>
              <a:gd name="connsiteX22" fmla="*/ 412524 w 504144"/>
              <a:gd name="connsiteY22" fmla="*/ 89904 h 597266"/>
              <a:gd name="connsiteX23" fmla="*/ 388914 w 504144"/>
              <a:gd name="connsiteY23" fmla="*/ 117253 h 597266"/>
              <a:gd name="connsiteX24" fmla="*/ 361526 w 504144"/>
              <a:gd name="connsiteY24" fmla="*/ 93991 h 597266"/>
              <a:gd name="connsiteX25" fmla="*/ 330676 w 504144"/>
              <a:gd name="connsiteY25" fmla="*/ 50925 h 597266"/>
              <a:gd name="connsiteX26" fmla="*/ 275587 w 504144"/>
              <a:gd name="connsiteY26" fmla="*/ 141458 h 597266"/>
              <a:gd name="connsiteX27" fmla="*/ 273383 w 504144"/>
              <a:gd name="connsiteY27" fmla="*/ 148688 h 597266"/>
              <a:gd name="connsiteX28" fmla="*/ 259847 w 504144"/>
              <a:gd name="connsiteY28" fmla="*/ 200870 h 597266"/>
              <a:gd name="connsiteX29" fmla="*/ 322177 w 504144"/>
              <a:gd name="connsiteY29" fmla="*/ 200870 h 597266"/>
              <a:gd name="connsiteX30" fmla="*/ 347675 w 504144"/>
              <a:gd name="connsiteY30" fmla="*/ 226332 h 597266"/>
              <a:gd name="connsiteX31" fmla="*/ 322177 w 504144"/>
              <a:gd name="connsiteY31" fmla="*/ 251795 h 597266"/>
              <a:gd name="connsiteX32" fmla="*/ 246940 w 504144"/>
              <a:gd name="connsiteY32" fmla="*/ 251795 h 597266"/>
              <a:gd name="connsiteX33" fmla="*/ 179888 w 504144"/>
              <a:gd name="connsiteY33" fmla="*/ 526851 h 597266"/>
              <a:gd name="connsiteX34" fmla="*/ 179574 w 504144"/>
              <a:gd name="connsiteY34" fmla="*/ 528109 h 597266"/>
              <a:gd name="connsiteX35" fmla="*/ 97097 w 504144"/>
              <a:gd name="connsiteY35" fmla="*/ 597266 h 597266"/>
              <a:gd name="connsiteX36" fmla="*/ 1083 w 504144"/>
              <a:gd name="connsiteY36" fmla="*/ 514277 h 597266"/>
              <a:gd name="connsiteX37" fmla="*/ 18397 w 504144"/>
              <a:gd name="connsiteY37" fmla="*/ 482528 h 597266"/>
              <a:gd name="connsiteX38" fmla="*/ 50192 w 504144"/>
              <a:gd name="connsiteY38" fmla="*/ 500132 h 597266"/>
              <a:gd name="connsiteX39" fmla="*/ 97097 w 504144"/>
              <a:gd name="connsiteY39" fmla="*/ 546341 h 597266"/>
              <a:gd name="connsiteX40" fmla="*/ 130465 w 504144"/>
              <a:gd name="connsiteY40" fmla="*/ 513963 h 597266"/>
              <a:gd name="connsiteX41" fmla="*/ 194369 w 504144"/>
              <a:gd name="connsiteY41" fmla="*/ 251795 h 597266"/>
              <a:gd name="connsiteX42" fmla="*/ 117558 w 504144"/>
              <a:gd name="connsiteY42" fmla="*/ 251795 h 597266"/>
              <a:gd name="connsiteX43" fmla="*/ 92060 w 504144"/>
              <a:gd name="connsiteY43" fmla="*/ 226332 h 597266"/>
              <a:gd name="connsiteX44" fmla="*/ 117558 w 504144"/>
              <a:gd name="connsiteY44" fmla="*/ 200870 h 597266"/>
              <a:gd name="connsiteX45" fmla="*/ 206961 w 504144"/>
              <a:gd name="connsiteY45" fmla="*/ 200870 h 597266"/>
              <a:gd name="connsiteX46" fmla="*/ 224275 w 504144"/>
              <a:gd name="connsiteY46" fmla="*/ 133913 h 597266"/>
              <a:gd name="connsiteX47" fmla="*/ 226478 w 504144"/>
              <a:gd name="connsiteY47" fmla="*/ 126998 h 597266"/>
              <a:gd name="connsiteX48" fmla="*/ 330676 w 504144"/>
              <a:gd name="connsiteY48" fmla="*/ 0 h 597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504144" h="597266">
                <a:moveTo>
                  <a:pt x="339178" y="313099"/>
                </a:moveTo>
                <a:cubicBezTo>
                  <a:pt x="351141" y="313099"/>
                  <a:pt x="359326" y="318757"/>
                  <a:pt x="367197" y="328502"/>
                </a:cubicBezTo>
                <a:lnTo>
                  <a:pt x="406549" y="380684"/>
                </a:lnTo>
                <a:lnTo>
                  <a:pt x="446532" y="328502"/>
                </a:lnTo>
                <a:cubicBezTo>
                  <a:pt x="453773" y="320015"/>
                  <a:pt x="461958" y="313099"/>
                  <a:pt x="472662" y="313099"/>
                </a:cubicBezTo>
                <a:cubicBezTo>
                  <a:pt x="488403" y="313099"/>
                  <a:pt x="500681" y="324101"/>
                  <a:pt x="500681" y="339190"/>
                </a:cubicBezTo>
                <a:cubicBezTo>
                  <a:pt x="500681" y="347677"/>
                  <a:pt x="497218" y="353964"/>
                  <a:pt x="492496" y="359937"/>
                </a:cubicBezTo>
                <a:lnTo>
                  <a:pt x="440865" y="419977"/>
                </a:lnTo>
                <a:lnTo>
                  <a:pt x="494070" y="480960"/>
                </a:lnTo>
                <a:cubicBezTo>
                  <a:pt x="500681" y="488819"/>
                  <a:pt x="504144" y="496049"/>
                  <a:pt x="504144" y="503907"/>
                </a:cubicBezTo>
                <a:cubicBezTo>
                  <a:pt x="504144" y="520882"/>
                  <a:pt x="491236" y="531570"/>
                  <a:pt x="476125" y="531570"/>
                </a:cubicBezTo>
                <a:cubicBezTo>
                  <a:pt x="464476" y="531570"/>
                  <a:pt x="455976" y="525912"/>
                  <a:pt x="448106" y="516167"/>
                </a:cubicBezTo>
                <a:lnTo>
                  <a:pt x="405290" y="459899"/>
                </a:lnTo>
                <a:lnTo>
                  <a:pt x="362474" y="516167"/>
                </a:lnTo>
                <a:cubicBezTo>
                  <a:pt x="355548" y="524654"/>
                  <a:pt x="347048" y="531570"/>
                  <a:pt x="336344" y="531570"/>
                </a:cubicBezTo>
                <a:cubicBezTo>
                  <a:pt x="320603" y="531570"/>
                  <a:pt x="308325" y="520568"/>
                  <a:pt x="308325" y="505479"/>
                </a:cubicBezTo>
                <a:cubicBezTo>
                  <a:pt x="308325" y="496992"/>
                  <a:pt x="311473" y="490705"/>
                  <a:pt x="316510" y="484732"/>
                </a:cubicBezTo>
                <a:lnTo>
                  <a:pt x="370974" y="420606"/>
                </a:lnTo>
                <a:lnTo>
                  <a:pt x="321233" y="363709"/>
                </a:lnTo>
                <a:cubicBezTo>
                  <a:pt x="314621" y="355850"/>
                  <a:pt x="311473" y="348620"/>
                  <a:pt x="311473" y="340762"/>
                </a:cubicBezTo>
                <a:cubicBezTo>
                  <a:pt x="311473" y="323787"/>
                  <a:pt x="324066" y="313099"/>
                  <a:pt x="339178" y="313099"/>
                </a:cubicBezTo>
                <a:close/>
                <a:moveTo>
                  <a:pt x="330676" y="0"/>
                </a:moveTo>
                <a:cubicBezTo>
                  <a:pt x="389858" y="0"/>
                  <a:pt x="410005" y="58784"/>
                  <a:pt x="412524" y="89904"/>
                </a:cubicBezTo>
                <a:cubicBezTo>
                  <a:pt x="413468" y="104050"/>
                  <a:pt x="402765" y="116310"/>
                  <a:pt x="388914" y="117253"/>
                </a:cubicBezTo>
                <a:cubicBezTo>
                  <a:pt x="374748" y="118510"/>
                  <a:pt x="362471" y="107822"/>
                  <a:pt x="361526" y="93991"/>
                </a:cubicBezTo>
                <a:cubicBezTo>
                  <a:pt x="361212" y="92105"/>
                  <a:pt x="357119" y="50925"/>
                  <a:pt x="330676" y="50925"/>
                </a:cubicBezTo>
                <a:cubicBezTo>
                  <a:pt x="302030" y="50925"/>
                  <a:pt x="283457" y="114424"/>
                  <a:pt x="275587" y="141458"/>
                </a:cubicBezTo>
                <a:lnTo>
                  <a:pt x="273383" y="148688"/>
                </a:lnTo>
                <a:cubicBezTo>
                  <a:pt x="271494" y="154975"/>
                  <a:pt x="266458" y="174150"/>
                  <a:pt x="259847" y="200870"/>
                </a:cubicBezTo>
                <a:lnTo>
                  <a:pt x="322177" y="200870"/>
                </a:lnTo>
                <a:cubicBezTo>
                  <a:pt x="336343" y="200870"/>
                  <a:pt x="347675" y="212187"/>
                  <a:pt x="347675" y="226332"/>
                </a:cubicBezTo>
                <a:cubicBezTo>
                  <a:pt x="347675" y="240478"/>
                  <a:pt x="336343" y="251795"/>
                  <a:pt x="322177" y="251795"/>
                </a:cubicBezTo>
                <a:lnTo>
                  <a:pt x="246940" y="251795"/>
                </a:lnTo>
                <a:cubicBezTo>
                  <a:pt x="226164" y="336669"/>
                  <a:pt x="197832" y="453293"/>
                  <a:pt x="179888" y="526851"/>
                </a:cubicBezTo>
                <a:cubicBezTo>
                  <a:pt x="179888" y="527166"/>
                  <a:pt x="179888" y="527480"/>
                  <a:pt x="179574" y="528109"/>
                </a:cubicBezTo>
                <a:cubicBezTo>
                  <a:pt x="172018" y="553886"/>
                  <a:pt x="145890" y="597266"/>
                  <a:pt x="97097" y="597266"/>
                </a:cubicBezTo>
                <a:cubicBezTo>
                  <a:pt x="40433" y="597266"/>
                  <a:pt x="9898" y="545084"/>
                  <a:pt x="1083" y="514277"/>
                </a:cubicBezTo>
                <a:cubicBezTo>
                  <a:pt x="-3009" y="500760"/>
                  <a:pt x="4861" y="486615"/>
                  <a:pt x="18397" y="482528"/>
                </a:cubicBezTo>
                <a:cubicBezTo>
                  <a:pt x="31934" y="478756"/>
                  <a:pt x="46099" y="486615"/>
                  <a:pt x="50192" y="500132"/>
                </a:cubicBezTo>
                <a:cubicBezTo>
                  <a:pt x="50192" y="500446"/>
                  <a:pt x="64358" y="546341"/>
                  <a:pt x="97097" y="546341"/>
                </a:cubicBezTo>
                <a:cubicBezTo>
                  <a:pt x="118503" y="546341"/>
                  <a:pt x="129206" y="517735"/>
                  <a:pt x="130465" y="513963"/>
                </a:cubicBezTo>
                <a:cubicBezTo>
                  <a:pt x="134243" y="498246"/>
                  <a:pt x="168241" y="358045"/>
                  <a:pt x="194369" y="251795"/>
                </a:cubicBezTo>
                <a:lnTo>
                  <a:pt x="117558" y="251795"/>
                </a:lnTo>
                <a:cubicBezTo>
                  <a:pt x="103393" y="251795"/>
                  <a:pt x="92060" y="240478"/>
                  <a:pt x="92060" y="226332"/>
                </a:cubicBezTo>
                <a:cubicBezTo>
                  <a:pt x="92060" y="212187"/>
                  <a:pt x="103393" y="200870"/>
                  <a:pt x="117558" y="200870"/>
                </a:cubicBezTo>
                <a:lnTo>
                  <a:pt x="206961" y="200870"/>
                </a:lnTo>
                <a:cubicBezTo>
                  <a:pt x="215460" y="167234"/>
                  <a:pt x="221756" y="142086"/>
                  <a:pt x="224275" y="133913"/>
                </a:cubicBezTo>
                <a:lnTo>
                  <a:pt x="226478" y="126998"/>
                </a:lnTo>
                <a:cubicBezTo>
                  <a:pt x="238441" y="85818"/>
                  <a:pt x="263624" y="0"/>
                  <a:pt x="330676" y="0"/>
                </a:cubicBezTo>
                <a:close/>
              </a:path>
            </a:pathLst>
          </a:custGeom>
          <a:solidFill>
            <a:srgbClr val="02CCCC"/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8" name="puzzle_99872"/>
          <p:cNvSpPr>
            <a:spLocks noChangeAspect="1"/>
          </p:cNvSpPr>
          <p:nvPr/>
        </p:nvSpPr>
        <p:spPr bwMode="auto">
          <a:xfrm>
            <a:off x="8599692" y="2838206"/>
            <a:ext cx="609685" cy="491814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278945 h 440259"/>
              <a:gd name="T49" fmla="*/ 278945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278945 h 440259"/>
              <a:gd name="T71" fmla="*/ 278945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049" h="4887">
                <a:moveTo>
                  <a:pt x="5438" y="2316"/>
                </a:moveTo>
                <a:cubicBezTo>
                  <a:pt x="5167" y="2316"/>
                  <a:pt x="5058" y="2428"/>
                  <a:pt x="4970" y="2518"/>
                </a:cubicBezTo>
                <a:cubicBezTo>
                  <a:pt x="4939" y="2550"/>
                  <a:pt x="4911" y="2579"/>
                  <a:pt x="4878" y="2601"/>
                </a:cubicBezTo>
                <a:lnTo>
                  <a:pt x="4878" y="1453"/>
                </a:lnTo>
                <a:cubicBezTo>
                  <a:pt x="4878" y="1295"/>
                  <a:pt x="4750" y="1168"/>
                  <a:pt x="4593" y="1168"/>
                </a:cubicBezTo>
                <a:lnTo>
                  <a:pt x="3386" y="1168"/>
                </a:lnTo>
                <a:cubicBezTo>
                  <a:pt x="3408" y="1136"/>
                  <a:pt x="3437" y="1108"/>
                  <a:pt x="3468" y="1078"/>
                </a:cubicBezTo>
                <a:cubicBezTo>
                  <a:pt x="3558" y="990"/>
                  <a:pt x="3670" y="881"/>
                  <a:pt x="3670" y="611"/>
                </a:cubicBezTo>
                <a:cubicBezTo>
                  <a:pt x="3670" y="263"/>
                  <a:pt x="3390" y="0"/>
                  <a:pt x="3018" y="0"/>
                </a:cubicBezTo>
                <a:cubicBezTo>
                  <a:pt x="2647" y="0"/>
                  <a:pt x="2366" y="263"/>
                  <a:pt x="2366" y="611"/>
                </a:cubicBezTo>
                <a:cubicBezTo>
                  <a:pt x="2366" y="882"/>
                  <a:pt x="2479" y="991"/>
                  <a:pt x="2569" y="1079"/>
                </a:cubicBezTo>
                <a:cubicBezTo>
                  <a:pt x="2600" y="1109"/>
                  <a:pt x="2628" y="1136"/>
                  <a:pt x="2649" y="1168"/>
                </a:cubicBezTo>
                <a:lnTo>
                  <a:pt x="1443" y="1168"/>
                </a:lnTo>
                <a:cubicBezTo>
                  <a:pt x="1286" y="1168"/>
                  <a:pt x="1158" y="1295"/>
                  <a:pt x="1158" y="1453"/>
                </a:cubicBezTo>
                <a:lnTo>
                  <a:pt x="1158" y="2599"/>
                </a:lnTo>
                <a:cubicBezTo>
                  <a:pt x="1130" y="2578"/>
                  <a:pt x="1105" y="2551"/>
                  <a:pt x="1078" y="2524"/>
                </a:cubicBezTo>
                <a:cubicBezTo>
                  <a:pt x="990" y="2434"/>
                  <a:pt x="881" y="2322"/>
                  <a:pt x="611" y="2322"/>
                </a:cubicBezTo>
                <a:cubicBezTo>
                  <a:pt x="263" y="2322"/>
                  <a:pt x="0" y="2602"/>
                  <a:pt x="0" y="2974"/>
                </a:cubicBezTo>
                <a:cubicBezTo>
                  <a:pt x="0" y="3149"/>
                  <a:pt x="60" y="3312"/>
                  <a:pt x="169" y="3432"/>
                </a:cubicBezTo>
                <a:cubicBezTo>
                  <a:pt x="281" y="3557"/>
                  <a:pt x="438" y="3625"/>
                  <a:pt x="611" y="3626"/>
                </a:cubicBezTo>
                <a:cubicBezTo>
                  <a:pt x="882" y="3625"/>
                  <a:pt x="991" y="3513"/>
                  <a:pt x="1079" y="3423"/>
                </a:cubicBezTo>
                <a:cubicBezTo>
                  <a:pt x="1102" y="3400"/>
                  <a:pt x="1124" y="3377"/>
                  <a:pt x="1147" y="3358"/>
                </a:cubicBezTo>
                <a:lnTo>
                  <a:pt x="1158" y="3358"/>
                </a:lnTo>
                <a:lnTo>
                  <a:pt x="1158" y="4602"/>
                </a:lnTo>
                <a:cubicBezTo>
                  <a:pt x="1158" y="4678"/>
                  <a:pt x="1188" y="4749"/>
                  <a:pt x="1242" y="4803"/>
                </a:cubicBezTo>
                <a:cubicBezTo>
                  <a:pt x="1296" y="4857"/>
                  <a:pt x="1368" y="4887"/>
                  <a:pt x="1443" y="4887"/>
                </a:cubicBezTo>
                <a:lnTo>
                  <a:pt x="2715" y="4887"/>
                </a:lnTo>
                <a:cubicBezTo>
                  <a:pt x="2756" y="4887"/>
                  <a:pt x="2778" y="4865"/>
                  <a:pt x="2787" y="4852"/>
                </a:cubicBezTo>
                <a:cubicBezTo>
                  <a:pt x="2811" y="4818"/>
                  <a:pt x="2802" y="4777"/>
                  <a:pt x="2794" y="4756"/>
                </a:cubicBezTo>
                <a:cubicBezTo>
                  <a:pt x="2763" y="4670"/>
                  <a:pt x="2707" y="4615"/>
                  <a:pt x="2653" y="4562"/>
                </a:cubicBezTo>
                <a:cubicBezTo>
                  <a:pt x="2567" y="4479"/>
                  <a:pt x="2487" y="4400"/>
                  <a:pt x="2487" y="4180"/>
                </a:cubicBezTo>
                <a:cubicBezTo>
                  <a:pt x="2487" y="3896"/>
                  <a:pt x="2710" y="3689"/>
                  <a:pt x="3018" y="3689"/>
                </a:cubicBezTo>
                <a:cubicBezTo>
                  <a:pt x="3326" y="3689"/>
                  <a:pt x="3550" y="3896"/>
                  <a:pt x="3550" y="4180"/>
                </a:cubicBezTo>
                <a:cubicBezTo>
                  <a:pt x="3550" y="4401"/>
                  <a:pt x="3468" y="4483"/>
                  <a:pt x="3381" y="4571"/>
                </a:cubicBezTo>
                <a:cubicBezTo>
                  <a:pt x="3329" y="4623"/>
                  <a:pt x="3275" y="4677"/>
                  <a:pt x="3244" y="4759"/>
                </a:cubicBezTo>
                <a:cubicBezTo>
                  <a:pt x="3233" y="4786"/>
                  <a:pt x="3237" y="4817"/>
                  <a:pt x="3255" y="4843"/>
                </a:cubicBezTo>
                <a:cubicBezTo>
                  <a:pt x="3274" y="4871"/>
                  <a:pt x="3306" y="4887"/>
                  <a:pt x="3343" y="4887"/>
                </a:cubicBezTo>
                <a:lnTo>
                  <a:pt x="4593" y="4887"/>
                </a:lnTo>
                <a:cubicBezTo>
                  <a:pt x="4750" y="4887"/>
                  <a:pt x="4878" y="4759"/>
                  <a:pt x="4878" y="4602"/>
                </a:cubicBezTo>
                <a:lnTo>
                  <a:pt x="4878" y="3333"/>
                </a:lnTo>
                <a:cubicBezTo>
                  <a:pt x="4912" y="3355"/>
                  <a:pt x="4940" y="3385"/>
                  <a:pt x="4971" y="3417"/>
                </a:cubicBezTo>
                <a:cubicBezTo>
                  <a:pt x="5059" y="3507"/>
                  <a:pt x="5168" y="3619"/>
                  <a:pt x="5438" y="3619"/>
                </a:cubicBezTo>
                <a:cubicBezTo>
                  <a:pt x="5786" y="3619"/>
                  <a:pt x="6049" y="3339"/>
                  <a:pt x="6049" y="2967"/>
                </a:cubicBezTo>
                <a:cubicBezTo>
                  <a:pt x="6049" y="2596"/>
                  <a:pt x="5786" y="2316"/>
                  <a:pt x="5438" y="2316"/>
                </a:cubicBezTo>
                <a:close/>
              </a:path>
            </a:pathLst>
          </a:custGeom>
          <a:solidFill>
            <a:srgbClr val="02CCCC"/>
          </a:solidFill>
          <a:ln>
            <a:noFill/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9" name="虚尾箭头 108"/>
          <p:cNvSpPr/>
          <p:nvPr/>
        </p:nvSpPr>
        <p:spPr bwMode="auto">
          <a:xfrm>
            <a:off x="928478" y="2381755"/>
            <a:ext cx="2186967" cy="968501"/>
          </a:xfrm>
          <a:prstGeom prst="stripedRightArrow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Users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latin typeface="Arial" panose="020B0604020202020204" pitchFamily="34" charset="0"/>
                <a:ea typeface="宋体" pitchFamily="2" charset="-122"/>
              </a:rPr>
              <a:t>don’t have to worry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about 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physical resources.</a:t>
            </a:r>
          </a:p>
        </p:txBody>
      </p:sp>
      <p:sp>
        <p:nvSpPr>
          <p:cNvPr id="110" name="虚尾箭头 109"/>
          <p:cNvSpPr/>
          <p:nvPr/>
        </p:nvSpPr>
        <p:spPr bwMode="auto">
          <a:xfrm>
            <a:off x="3312807" y="2369233"/>
            <a:ext cx="2186967" cy="968501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Users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latin typeface="Arial" panose="020B0604020202020204" pitchFamily="34" charset="0"/>
                <a:ea typeface="宋体" pitchFamily="2" charset="-122"/>
              </a:rPr>
              <a:t>don’t have to worry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about 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middleware.</a:t>
            </a:r>
          </a:p>
        </p:txBody>
      </p:sp>
      <p:sp>
        <p:nvSpPr>
          <p:cNvPr id="111" name="虚尾箭头 110"/>
          <p:cNvSpPr/>
          <p:nvPr/>
        </p:nvSpPr>
        <p:spPr bwMode="auto">
          <a:xfrm>
            <a:off x="5627948" y="2399523"/>
            <a:ext cx="2160053" cy="968501"/>
          </a:xfrm>
          <a:prstGeom prst="stripedRightArrow">
            <a:avLst/>
          </a:prstGeom>
          <a:solidFill>
            <a:srgbClr val="73BBB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Users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latin typeface="Arial" panose="020B0604020202020204" pitchFamily="34" charset="0"/>
                <a:ea typeface="宋体" pitchFamily="2" charset="-122"/>
              </a:rPr>
              <a:t>don’t have to worry 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about 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rPr>
              <a:t>the backend.</a:t>
            </a:r>
          </a:p>
        </p:txBody>
      </p:sp>
      <p:sp>
        <p:nvSpPr>
          <p:cNvPr id="112" name="圆角矩形 111"/>
          <p:cNvSpPr/>
          <p:nvPr/>
        </p:nvSpPr>
        <p:spPr bwMode="auto">
          <a:xfrm>
            <a:off x="2746721" y="4754952"/>
            <a:ext cx="2307262" cy="61270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113" name="圆角矩形 112"/>
          <p:cNvSpPr/>
          <p:nvPr/>
        </p:nvSpPr>
        <p:spPr bwMode="auto">
          <a:xfrm>
            <a:off x="1023572" y="4685521"/>
            <a:ext cx="1423084" cy="61270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5343039" y="4101487"/>
            <a:ext cx="2307262" cy="612704"/>
            <a:chOff x="2673158" y="4037515"/>
            <a:chExt cx="2307262" cy="612704"/>
          </a:xfrm>
        </p:grpSpPr>
        <p:sp>
          <p:nvSpPr>
            <p:cNvPr id="115" name="linux-penguin_37737"/>
            <p:cNvSpPr>
              <a:spLocks noChangeAspect="1"/>
            </p:cNvSpPr>
            <p:nvPr/>
          </p:nvSpPr>
          <p:spPr bwMode="auto">
            <a:xfrm>
              <a:off x="2934076" y="4060262"/>
              <a:ext cx="443923" cy="522014"/>
            </a:xfrm>
            <a:custGeom>
              <a:avLst/>
              <a:gdLst>
                <a:gd name="connsiteX0" fmla="*/ 133117 w 517049"/>
                <a:gd name="connsiteY0" fmla="*/ 289095 h 608003"/>
                <a:gd name="connsiteX1" fmla="*/ 131046 w 517049"/>
                <a:gd name="connsiteY1" fmla="*/ 290129 h 608003"/>
                <a:gd name="connsiteX2" fmla="*/ 129533 w 517049"/>
                <a:gd name="connsiteY2" fmla="*/ 294345 h 608003"/>
                <a:gd name="connsiteX3" fmla="*/ 127701 w 517049"/>
                <a:gd name="connsiteY3" fmla="*/ 298879 h 608003"/>
                <a:gd name="connsiteX4" fmla="*/ 124275 w 517049"/>
                <a:gd name="connsiteY4" fmla="*/ 303334 h 608003"/>
                <a:gd name="connsiteX5" fmla="*/ 123957 w 517049"/>
                <a:gd name="connsiteY5" fmla="*/ 307391 h 608003"/>
                <a:gd name="connsiteX6" fmla="*/ 128179 w 517049"/>
                <a:gd name="connsiteY6" fmla="*/ 305004 h 608003"/>
                <a:gd name="connsiteX7" fmla="*/ 132400 w 517049"/>
                <a:gd name="connsiteY7" fmla="*/ 298879 h 608003"/>
                <a:gd name="connsiteX8" fmla="*/ 133117 w 517049"/>
                <a:gd name="connsiteY8" fmla="*/ 296572 h 608003"/>
                <a:gd name="connsiteX9" fmla="*/ 133754 w 517049"/>
                <a:gd name="connsiteY9" fmla="*/ 294504 h 608003"/>
                <a:gd name="connsiteX10" fmla="*/ 134312 w 517049"/>
                <a:gd name="connsiteY10" fmla="*/ 292993 h 608003"/>
                <a:gd name="connsiteX11" fmla="*/ 134471 w 517049"/>
                <a:gd name="connsiteY11" fmla="*/ 291640 h 608003"/>
                <a:gd name="connsiteX12" fmla="*/ 134471 w 517049"/>
                <a:gd name="connsiteY12" fmla="*/ 290606 h 608003"/>
                <a:gd name="connsiteX13" fmla="*/ 134153 w 517049"/>
                <a:gd name="connsiteY13" fmla="*/ 289731 h 608003"/>
                <a:gd name="connsiteX14" fmla="*/ 133117 w 517049"/>
                <a:gd name="connsiteY14" fmla="*/ 289095 h 608003"/>
                <a:gd name="connsiteX15" fmla="*/ 332174 w 517049"/>
                <a:gd name="connsiteY15" fmla="*/ 180673 h 608003"/>
                <a:gd name="connsiteX16" fmla="*/ 330820 w 517049"/>
                <a:gd name="connsiteY16" fmla="*/ 181230 h 608003"/>
                <a:gd name="connsiteX17" fmla="*/ 333209 w 517049"/>
                <a:gd name="connsiteY17" fmla="*/ 195946 h 608003"/>
                <a:gd name="connsiteX18" fmla="*/ 346432 w 517049"/>
                <a:gd name="connsiteY18" fmla="*/ 206605 h 608003"/>
                <a:gd name="connsiteX19" fmla="*/ 351370 w 517049"/>
                <a:gd name="connsiteY19" fmla="*/ 203901 h 608003"/>
                <a:gd name="connsiteX20" fmla="*/ 352565 w 517049"/>
                <a:gd name="connsiteY20" fmla="*/ 197139 h 608003"/>
                <a:gd name="connsiteX21" fmla="*/ 350335 w 517049"/>
                <a:gd name="connsiteY21" fmla="*/ 193242 h 608003"/>
                <a:gd name="connsiteX22" fmla="*/ 345954 w 517049"/>
                <a:gd name="connsiteY22" fmla="*/ 191571 h 608003"/>
                <a:gd name="connsiteX23" fmla="*/ 341015 w 517049"/>
                <a:gd name="connsiteY23" fmla="*/ 189662 h 608003"/>
                <a:gd name="connsiteX24" fmla="*/ 337749 w 517049"/>
                <a:gd name="connsiteY24" fmla="*/ 186958 h 608003"/>
                <a:gd name="connsiteX25" fmla="*/ 335439 w 517049"/>
                <a:gd name="connsiteY25" fmla="*/ 184253 h 608003"/>
                <a:gd name="connsiteX26" fmla="*/ 333528 w 517049"/>
                <a:gd name="connsiteY26" fmla="*/ 182026 h 608003"/>
                <a:gd name="connsiteX27" fmla="*/ 332174 w 517049"/>
                <a:gd name="connsiteY27" fmla="*/ 180673 h 608003"/>
                <a:gd name="connsiteX28" fmla="*/ 242500 w 517049"/>
                <a:gd name="connsiteY28" fmla="*/ 140480 h 608003"/>
                <a:gd name="connsiteX29" fmla="*/ 253367 w 517049"/>
                <a:gd name="connsiteY29" fmla="*/ 141115 h 608003"/>
                <a:gd name="connsiteX30" fmla="*/ 252336 w 517049"/>
                <a:gd name="connsiteY30" fmla="*/ 144206 h 608003"/>
                <a:gd name="connsiteX31" fmla="*/ 248449 w 517049"/>
                <a:gd name="connsiteY31" fmla="*/ 141987 h 608003"/>
                <a:gd name="connsiteX32" fmla="*/ 242500 w 517049"/>
                <a:gd name="connsiteY32" fmla="*/ 140480 h 608003"/>
                <a:gd name="connsiteX33" fmla="*/ 219386 w 517049"/>
                <a:gd name="connsiteY33" fmla="*/ 139434 h 608003"/>
                <a:gd name="connsiteX34" fmla="*/ 222812 w 517049"/>
                <a:gd name="connsiteY34" fmla="*/ 139434 h 608003"/>
                <a:gd name="connsiteX35" fmla="*/ 217554 w 517049"/>
                <a:gd name="connsiteY35" fmla="*/ 143006 h 608003"/>
                <a:gd name="connsiteX36" fmla="*/ 214606 w 517049"/>
                <a:gd name="connsiteY36" fmla="*/ 146182 h 608003"/>
                <a:gd name="connsiteX37" fmla="*/ 212933 w 517049"/>
                <a:gd name="connsiteY37" fmla="*/ 144515 h 608003"/>
                <a:gd name="connsiteX38" fmla="*/ 219386 w 517049"/>
                <a:gd name="connsiteY38" fmla="*/ 139434 h 608003"/>
                <a:gd name="connsiteX39" fmla="*/ 205443 w 517049"/>
                <a:gd name="connsiteY39" fmla="*/ 115048 h 608003"/>
                <a:gd name="connsiteX40" fmla="*/ 202417 w 517049"/>
                <a:gd name="connsiteY40" fmla="*/ 117434 h 608003"/>
                <a:gd name="connsiteX41" fmla="*/ 204089 w 517049"/>
                <a:gd name="connsiteY41" fmla="*/ 119423 h 608003"/>
                <a:gd name="connsiteX42" fmla="*/ 206479 w 517049"/>
                <a:gd name="connsiteY42" fmla="*/ 124514 h 608003"/>
                <a:gd name="connsiteX43" fmla="*/ 209187 w 517049"/>
                <a:gd name="connsiteY43" fmla="*/ 131355 h 608003"/>
                <a:gd name="connsiteX44" fmla="*/ 210223 w 517049"/>
                <a:gd name="connsiteY44" fmla="*/ 130321 h 608003"/>
                <a:gd name="connsiteX45" fmla="*/ 209346 w 517049"/>
                <a:gd name="connsiteY45" fmla="*/ 120139 h 608003"/>
                <a:gd name="connsiteX46" fmla="*/ 205443 w 517049"/>
                <a:gd name="connsiteY46" fmla="*/ 115048 h 608003"/>
                <a:gd name="connsiteX47" fmla="*/ 283584 w 517049"/>
                <a:gd name="connsiteY47" fmla="*/ 112979 h 608003"/>
                <a:gd name="connsiteX48" fmla="*/ 281195 w 517049"/>
                <a:gd name="connsiteY48" fmla="*/ 115366 h 608003"/>
                <a:gd name="connsiteX49" fmla="*/ 282549 w 517049"/>
                <a:gd name="connsiteY49" fmla="*/ 116082 h 608003"/>
                <a:gd name="connsiteX50" fmla="*/ 288682 w 517049"/>
                <a:gd name="connsiteY50" fmla="*/ 126582 h 608003"/>
                <a:gd name="connsiteX51" fmla="*/ 291391 w 517049"/>
                <a:gd name="connsiteY51" fmla="*/ 125866 h 608003"/>
                <a:gd name="connsiteX52" fmla="*/ 292107 w 517049"/>
                <a:gd name="connsiteY52" fmla="*/ 124911 h 608003"/>
                <a:gd name="connsiteX53" fmla="*/ 290355 w 517049"/>
                <a:gd name="connsiteY53" fmla="*/ 118229 h 608003"/>
                <a:gd name="connsiteX54" fmla="*/ 286691 w 517049"/>
                <a:gd name="connsiteY54" fmla="*/ 114014 h 608003"/>
                <a:gd name="connsiteX55" fmla="*/ 283584 w 517049"/>
                <a:gd name="connsiteY55" fmla="*/ 112979 h 608003"/>
                <a:gd name="connsiteX56" fmla="*/ 281513 w 517049"/>
                <a:gd name="connsiteY56" fmla="*/ 86252 h 608003"/>
                <a:gd name="connsiteX57" fmla="*/ 251324 w 517049"/>
                <a:gd name="connsiteY57" fmla="*/ 131673 h 608003"/>
                <a:gd name="connsiteX58" fmla="*/ 251006 w 517049"/>
                <a:gd name="connsiteY58" fmla="*/ 136764 h 608003"/>
                <a:gd name="connsiteX59" fmla="*/ 240969 w 517049"/>
                <a:gd name="connsiteY59" fmla="*/ 133184 h 608003"/>
                <a:gd name="connsiteX60" fmla="*/ 229738 w 517049"/>
                <a:gd name="connsiteY60" fmla="*/ 133423 h 608003"/>
                <a:gd name="connsiteX61" fmla="*/ 224481 w 517049"/>
                <a:gd name="connsiteY61" fmla="*/ 131673 h 608003"/>
                <a:gd name="connsiteX62" fmla="*/ 219064 w 517049"/>
                <a:gd name="connsiteY62" fmla="*/ 101127 h 608003"/>
                <a:gd name="connsiteX63" fmla="*/ 203771 w 517049"/>
                <a:gd name="connsiteY63" fmla="*/ 89593 h 608003"/>
                <a:gd name="connsiteX64" fmla="*/ 189672 w 517049"/>
                <a:gd name="connsiteY64" fmla="*/ 98979 h 608003"/>
                <a:gd name="connsiteX65" fmla="*/ 184016 w 517049"/>
                <a:gd name="connsiteY65" fmla="*/ 119104 h 608003"/>
                <a:gd name="connsiteX66" fmla="*/ 185211 w 517049"/>
                <a:gd name="connsiteY66" fmla="*/ 131673 h 608003"/>
                <a:gd name="connsiteX67" fmla="*/ 189672 w 517049"/>
                <a:gd name="connsiteY67" fmla="*/ 144400 h 608003"/>
                <a:gd name="connsiteX68" fmla="*/ 194929 w 517049"/>
                <a:gd name="connsiteY68" fmla="*/ 149014 h 608003"/>
                <a:gd name="connsiteX69" fmla="*/ 200345 w 517049"/>
                <a:gd name="connsiteY69" fmla="*/ 144241 h 608003"/>
                <a:gd name="connsiteX70" fmla="*/ 197956 w 517049"/>
                <a:gd name="connsiteY70" fmla="*/ 141537 h 608003"/>
                <a:gd name="connsiteX71" fmla="*/ 192699 w 517049"/>
                <a:gd name="connsiteY71" fmla="*/ 136605 h 608003"/>
                <a:gd name="connsiteX72" fmla="*/ 189513 w 517049"/>
                <a:gd name="connsiteY72" fmla="*/ 125230 h 608003"/>
                <a:gd name="connsiteX73" fmla="*/ 192539 w 517049"/>
                <a:gd name="connsiteY73" fmla="*/ 112661 h 608003"/>
                <a:gd name="connsiteX74" fmla="*/ 204089 w 517049"/>
                <a:gd name="connsiteY74" fmla="*/ 107968 h 608003"/>
                <a:gd name="connsiteX75" fmla="*/ 213250 w 517049"/>
                <a:gd name="connsiteY75" fmla="*/ 115048 h 608003"/>
                <a:gd name="connsiteX76" fmla="*/ 216515 w 517049"/>
                <a:gd name="connsiteY76" fmla="*/ 128332 h 608003"/>
                <a:gd name="connsiteX77" fmla="*/ 215958 w 517049"/>
                <a:gd name="connsiteY77" fmla="*/ 135730 h 608003"/>
                <a:gd name="connsiteX78" fmla="*/ 205443 w 517049"/>
                <a:gd name="connsiteY78" fmla="*/ 145593 h 608003"/>
                <a:gd name="connsiteX79" fmla="*/ 196124 w 517049"/>
                <a:gd name="connsiteY79" fmla="*/ 153548 h 608003"/>
                <a:gd name="connsiteX80" fmla="*/ 189114 w 517049"/>
                <a:gd name="connsiteY80" fmla="*/ 157764 h 608003"/>
                <a:gd name="connsiteX81" fmla="*/ 183857 w 517049"/>
                <a:gd name="connsiteY81" fmla="*/ 166991 h 608003"/>
                <a:gd name="connsiteX82" fmla="*/ 186406 w 517049"/>
                <a:gd name="connsiteY82" fmla="*/ 173037 h 608003"/>
                <a:gd name="connsiteX83" fmla="*/ 194929 w 517049"/>
                <a:gd name="connsiteY83" fmla="*/ 179719 h 608003"/>
                <a:gd name="connsiteX84" fmla="*/ 200345 w 517049"/>
                <a:gd name="connsiteY84" fmla="*/ 186162 h 608003"/>
                <a:gd name="connsiteX85" fmla="*/ 206638 w 517049"/>
                <a:gd name="connsiteY85" fmla="*/ 190537 h 608003"/>
                <a:gd name="connsiteX86" fmla="*/ 218666 w 517049"/>
                <a:gd name="connsiteY86" fmla="*/ 192764 h 608003"/>
                <a:gd name="connsiteX87" fmla="*/ 253316 w 517049"/>
                <a:gd name="connsiteY87" fmla="*/ 187673 h 608003"/>
                <a:gd name="connsiteX88" fmla="*/ 261122 w 517049"/>
                <a:gd name="connsiteY88" fmla="*/ 185287 h 608003"/>
                <a:gd name="connsiteX89" fmla="*/ 272911 w 517049"/>
                <a:gd name="connsiteY89" fmla="*/ 181707 h 608003"/>
                <a:gd name="connsiteX90" fmla="*/ 282868 w 517049"/>
                <a:gd name="connsiteY90" fmla="*/ 177332 h 608003"/>
                <a:gd name="connsiteX91" fmla="*/ 290036 w 517049"/>
                <a:gd name="connsiteY91" fmla="*/ 171366 h 608003"/>
                <a:gd name="connsiteX92" fmla="*/ 296807 w 517049"/>
                <a:gd name="connsiteY92" fmla="*/ 168662 h 608003"/>
                <a:gd name="connsiteX93" fmla="*/ 299037 w 517049"/>
                <a:gd name="connsiteY93" fmla="*/ 171526 h 608003"/>
                <a:gd name="connsiteX94" fmla="*/ 298002 w 517049"/>
                <a:gd name="connsiteY94" fmla="*/ 175582 h 608003"/>
                <a:gd name="connsiteX95" fmla="*/ 292426 w 517049"/>
                <a:gd name="connsiteY95" fmla="*/ 178844 h 608003"/>
                <a:gd name="connsiteX96" fmla="*/ 273229 w 517049"/>
                <a:gd name="connsiteY96" fmla="*/ 186162 h 608003"/>
                <a:gd name="connsiteX97" fmla="*/ 257776 w 517049"/>
                <a:gd name="connsiteY97" fmla="*/ 192764 h 608003"/>
                <a:gd name="connsiteX98" fmla="*/ 233960 w 517049"/>
                <a:gd name="connsiteY98" fmla="*/ 200560 h 608003"/>
                <a:gd name="connsiteX99" fmla="*/ 207116 w 517049"/>
                <a:gd name="connsiteY99" fmla="*/ 199844 h 608003"/>
                <a:gd name="connsiteX100" fmla="*/ 204089 w 517049"/>
                <a:gd name="connsiteY100" fmla="*/ 200560 h 608003"/>
                <a:gd name="connsiteX101" fmla="*/ 209904 w 517049"/>
                <a:gd name="connsiteY101" fmla="*/ 207003 h 608003"/>
                <a:gd name="connsiteX102" fmla="*/ 232606 w 517049"/>
                <a:gd name="connsiteY102" fmla="*/ 214481 h 608003"/>
                <a:gd name="connsiteX103" fmla="*/ 244872 w 517049"/>
                <a:gd name="connsiteY103" fmla="*/ 212094 h 608003"/>
                <a:gd name="connsiteX104" fmla="*/ 257059 w 517049"/>
                <a:gd name="connsiteY104" fmla="*/ 207321 h 608003"/>
                <a:gd name="connsiteX105" fmla="*/ 268450 w 517049"/>
                <a:gd name="connsiteY105" fmla="*/ 201355 h 608003"/>
                <a:gd name="connsiteX106" fmla="*/ 278646 w 517049"/>
                <a:gd name="connsiteY106" fmla="*/ 195628 h 608003"/>
                <a:gd name="connsiteX107" fmla="*/ 287010 w 517049"/>
                <a:gd name="connsiteY107" fmla="*/ 191571 h 608003"/>
                <a:gd name="connsiteX108" fmla="*/ 292904 w 517049"/>
                <a:gd name="connsiteY108" fmla="*/ 190696 h 608003"/>
                <a:gd name="connsiteX109" fmla="*/ 295851 w 517049"/>
                <a:gd name="connsiteY109" fmla="*/ 194435 h 608003"/>
                <a:gd name="connsiteX110" fmla="*/ 295453 w 517049"/>
                <a:gd name="connsiteY110" fmla="*/ 195946 h 608003"/>
                <a:gd name="connsiteX111" fmla="*/ 294099 w 517049"/>
                <a:gd name="connsiteY111" fmla="*/ 197696 h 608003"/>
                <a:gd name="connsiteX112" fmla="*/ 292107 w 517049"/>
                <a:gd name="connsiteY112" fmla="*/ 199208 h 608003"/>
                <a:gd name="connsiteX113" fmla="*/ 289240 w 517049"/>
                <a:gd name="connsiteY113" fmla="*/ 200878 h 608003"/>
                <a:gd name="connsiteX114" fmla="*/ 286133 w 517049"/>
                <a:gd name="connsiteY114" fmla="*/ 202389 h 608003"/>
                <a:gd name="connsiteX115" fmla="*/ 282788 w 517049"/>
                <a:gd name="connsiteY115" fmla="*/ 204060 h 608003"/>
                <a:gd name="connsiteX116" fmla="*/ 279522 w 517049"/>
                <a:gd name="connsiteY116" fmla="*/ 205651 h 608003"/>
                <a:gd name="connsiteX117" fmla="*/ 256582 w 517049"/>
                <a:gd name="connsiteY117" fmla="*/ 220526 h 608003"/>
                <a:gd name="connsiteX118" fmla="*/ 233960 w 517049"/>
                <a:gd name="connsiteY118" fmla="*/ 235163 h 608003"/>
                <a:gd name="connsiteX119" fmla="*/ 217312 w 517049"/>
                <a:gd name="connsiteY119" fmla="*/ 235481 h 608003"/>
                <a:gd name="connsiteX120" fmla="*/ 195965 w 517049"/>
                <a:gd name="connsiteY120" fmla="*/ 210742 h 608003"/>
                <a:gd name="connsiteX121" fmla="*/ 187441 w 517049"/>
                <a:gd name="connsiteY121" fmla="*/ 203264 h 608003"/>
                <a:gd name="connsiteX122" fmla="*/ 187123 w 517049"/>
                <a:gd name="connsiteY122" fmla="*/ 206685 h 608003"/>
                <a:gd name="connsiteX123" fmla="*/ 182025 w 517049"/>
                <a:gd name="connsiteY123" fmla="*/ 225856 h 608003"/>
                <a:gd name="connsiteX124" fmla="*/ 171989 w 517049"/>
                <a:gd name="connsiteY124" fmla="*/ 244629 h 608003"/>
                <a:gd name="connsiteX125" fmla="*/ 164820 w 517049"/>
                <a:gd name="connsiteY125" fmla="*/ 264356 h 608003"/>
                <a:gd name="connsiteX126" fmla="*/ 168802 w 517049"/>
                <a:gd name="connsiteY126" fmla="*/ 285674 h 608003"/>
                <a:gd name="connsiteX127" fmla="*/ 147535 w 517049"/>
                <a:gd name="connsiteY127" fmla="*/ 316220 h 608003"/>
                <a:gd name="connsiteX128" fmla="*/ 131365 w 517049"/>
                <a:gd name="connsiteY128" fmla="*/ 364028 h 608003"/>
                <a:gd name="connsiteX129" fmla="*/ 130887 w 517049"/>
                <a:gd name="connsiteY129" fmla="*/ 387494 h 608003"/>
                <a:gd name="connsiteX130" fmla="*/ 129055 w 517049"/>
                <a:gd name="connsiteY130" fmla="*/ 407460 h 608003"/>
                <a:gd name="connsiteX131" fmla="*/ 119178 w 517049"/>
                <a:gd name="connsiteY131" fmla="*/ 408494 h 608003"/>
                <a:gd name="connsiteX132" fmla="*/ 106911 w 517049"/>
                <a:gd name="connsiteY132" fmla="*/ 376596 h 608003"/>
                <a:gd name="connsiteX133" fmla="*/ 108265 w 517049"/>
                <a:gd name="connsiteY133" fmla="*/ 357584 h 608003"/>
                <a:gd name="connsiteX134" fmla="*/ 107946 w 517049"/>
                <a:gd name="connsiteY134" fmla="*/ 351459 h 608003"/>
                <a:gd name="connsiteX135" fmla="*/ 106592 w 517049"/>
                <a:gd name="connsiteY135" fmla="*/ 353209 h 608003"/>
                <a:gd name="connsiteX136" fmla="*/ 110017 w 517049"/>
                <a:gd name="connsiteY136" fmla="*/ 409528 h 608003"/>
                <a:gd name="connsiteX137" fmla="*/ 118461 w 517049"/>
                <a:gd name="connsiteY137" fmla="*/ 418994 h 608003"/>
                <a:gd name="connsiteX138" fmla="*/ 126665 w 517049"/>
                <a:gd name="connsiteY138" fmla="*/ 425835 h 608003"/>
                <a:gd name="connsiteX139" fmla="*/ 161952 w 517049"/>
                <a:gd name="connsiteY139" fmla="*/ 456540 h 608003"/>
                <a:gd name="connsiteX140" fmla="*/ 193575 w 517049"/>
                <a:gd name="connsiteY140" fmla="*/ 482472 h 608003"/>
                <a:gd name="connsiteX141" fmla="*/ 199549 w 517049"/>
                <a:gd name="connsiteY141" fmla="*/ 495359 h 608003"/>
                <a:gd name="connsiteX142" fmla="*/ 194770 w 517049"/>
                <a:gd name="connsiteY142" fmla="*/ 509916 h 608003"/>
                <a:gd name="connsiteX143" fmla="*/ 179317 w 517049"/>
                <a:gd name="connsiteY143" fmla="*/ 517711 h 608003"/>
                <a:gd name="connsiteX144" fmla="*/ 189194 w 517049"/>
                <a:gd name="connsiteY144" fmla="*/ 532825 h 608003"/>
                <a:gd name="connsiteX145" fmla="*/ 198673 w 517049"/>
                <a:gd name="connsiteY145" fmla="*/ 551121 h 608003"/>
                <a:gd name="connsiteX146" fmla="*/ 201062 w 517049"/>
                <a:gd name="connsiteY146" fmla="*/ 575064 h 608003"/>
                <a:gd name="connsiteX147" fmla="*/ 203452 w 517049"/>
                <a:gd name="connsiteY147" fmla="*/ 543882 h 608003"/>
                <a:gd name="connsiteX148" fmla="*/ 199868 w 517049"/>
                <a:gd name="connsiteY148" fmla="*/ 538393 h 608003"/>
                <a:gd name="connsiteX149" fmla="*/ 196602 w 517049"/>
                <a:gd name="connsiteY149" fmla="*/ 534336 h 608003"/>
                <a:gd name="connsiteX150" fmla="*/ 195965 w 517049"/>
                <a:gd name="connsiteY150" fmla="*/ 532348 h 608003"/>
                <a:gd name="connsiteX151" fmla="*/ 200345 w 517049"/>
                <a:gd name="connsiteY151" fmla="*/ 529086 h 608003"/>
                <a:gd name="connsiteX152" fmla="*/ 207196 w 517049"/>
                <a:gd name="connsiteY152" fmla="*/ 529961 h 608003"/>
                <a:gd name="connsiteX153" fmla="*/ 263591 w 517049"/>
                <a:gd name="connsiteY153" fmla="*/ 542132 h 608003"/>
                <a:gd name="connsiteX154" fmla="*/ 323651 w 517049"/>
                <a:gd name="connsiteY154" fmla="*/ 512620 h 608003"/>
                <a:gd name="connsiteX155" fmla="*/ 335201 w 517049"/>
                <a:gd name="connsiteY155" fmla="*/ 502438 h 608003"/>
                <a:gd name="connsiteX156" fmla="*/ 338626 w 517049"/>
                <a:gd name="connsiteY156" fmla="*/ 520098 h 608003"/>
                <a:gd name="connsiteX157" fmla="*/ 330820 w 517049"/>
                <a:gd name="connsiteY157" fmla="*/ 551280 h 608003"/>
                <a:gd name="connsiteX158" fmla="*/ 328749 w 517049"/>
                <a:gd name="connsiteY158" fmla="*/ 564007 h 608003"/>
                <a:gd name="connsiteX159" fmla="*/ 336953 w 517049"/>
                <a:gd name="connsiteY159" fmla="*/ 569337 h 608003"/>
                <a:gd name="connsiteX160" fmla="*/ 341891 w 517049"/>
                <a:gd name="connsiteY160" fmla="*/ 543166 h 608003"/>
                <a:gd name="connsiteX161" fmla="*/ 346432 w 517049"/>
                <a:gd name="connsiteY161" fmla="*/ 512620 h 608003"/>
                <a:gd name="connsiteX162" fmla="*/ 344281 w 517049"/>
                <a:gd name="connsiteY162" fmla="*/ 487722 h 608003"/>
                <a:gd name="connsiteX163" fmla="*/ 341653 w 517049"/>
                <a:gd name="connsiteY163" fmla="*/ 454870 h 608003"/>
                <a:gd name="connsiteX164" fmla="*/ 349459 w 517049"/>
                <a:gd name="connsiteY164" fmla="*/ 430926 h 608003"/>
                <a:gd name="connsiteX165" fmla="*/ 366823 w 517049"/>
                <a:gd name="connsiteY165" fmla="*/ 424801 h 608003"/>
                <a:gd name="connsiteX166" fmla="*/ 378533 w 517049"/>
                <a:gd name="connsiteY166" fmla="*/ 406824 h 608003"/>
                <a:gd name="connsiteX167" fmla="*/ 403146 w 517049"/>
                <a:gd name="connsiteY167" fmla="*/ 403244 h 608003"/>
                <a:gd name="connsiteX168" fmla="*/ 423537 w 517049"/>
                <a:gd name="connsiteY168" fmla="*/ 410880 h 608003"/>
                <a:gd name="connsiteX169" fmla="*/ 404819 w 517049"/>
                <a:gd name="connsiteY169" fmla="*/ 396642 h 608003"/>
                <a:gd name="connsiteX170" fmla="*/ 407367 w 517049"/>
                <a:gd name="connsiteY170" fmla="*/ 387335 h 608003"/>
                <a:gd name="connsiteX171" fmla="*/ 409120 w 517049"/>
                <a:gd name="connsiteY171" fmla="*/ 378505 h 608003"/>
                <a:gd name="connsiteX172" fmla="*/ 410076 w 517049"/>
                <a:gd name="connsiteY172" fmla="*/ 371187 h 608003"/>
                <a:gd name="connsiteX173" fmla="*/ 410235 w 517049"/>
                <a:gd name="connsiteY173" fmla="*/ 363550 h 608003"/>
                <a:gd name="connsiteX174" fmla="*/ 409916 w 517049"/>
                <a:gd name="connsiteY174" fmla="*/ 356948 h 608003"/>
                <a:gd name="connsiteX175" fmla="*/ 408722 w 517049"/>
                <a:gd name="connsiteY175" fmla="*/ 349471 h 608003"/>
                <a:gd name="connsiteX176" fmla="*/ 407367 w 517049"/>
                <a:gd name="connsiteY176" fmla="*/ 342550 h 608003"/>
                <a:gd name="connsiteX177" fmla="*/ 405695 w 517049"/>
                <a:gd name="connsiteY177" fmla="*/ 334039 h 608003"/>
                <a:gd name="connsiteX178" fmla="*/ 403863 w 517049"/>
                <a:gd name="connsiteY178" fmla="*/ 325050 h 608003"/>
                <a:gd name="connsiteX179" fmla="*/ 387852 w 517049"/>
                <a:gd name="connsiteY179" fmla="*/ 290129 h 608003"/>
                <a:gd name="connsiteX180" fmla="*/ 363398 w 517049"/>
                <a:gd name="connsiteY180" fmla="*/ 264674 h 608003"/>
                <a:gd name="connsiteX181" fmla="*/ 382754 w 517049"/>
                <a:gd name="connsiteY181" fmla="*/ 292834 h 608003"/>
                <a:gd name="connsiteX182" fmla="*/ 401075 w 517049"/>
                <a:gd name="connsiteY182" fmla="*/ 387176 h 608003"/>
                <a:gd name="connsiteX183" fmla="*/ 384108 w 517049"/>
                <a:gd name="connsiteY183" fmla="*/ 401414 h 608003"/>
                <a:gd name="connsiteX184" fmla="*/ 371045 w 517049"/>
                <a:gd name="connsiteY184" fmla="*/ 395130 h 608003"/>
                <a:gd name="connsiteX185" fmla="*/ 368337 w 517049"/>
                <a:gd name="connsiteY185" fmla="*/ 366812 h 608003"/>
                <a:gd name="connsiteX186" fmla="*/ 364434 w 517049"/>
                <a:gd name="connsiteY186" fmla="*/ 330459 h 608003"/>
                <a:gd name="connsiteX187" fmla="*/ 357822 w 517049"/>
                <a:gd name="connsiteY187" fmla="*/ 307072 h 608003"/>
                <a:gd name="connsiteX188" fmla="*/ 351211 w 517049"/>
                <a:gd name="connsiteY188" fmla="*/ 291640 h 608003"/>
                <a:gd name="connsiteX189" fmla="*/ 345874 w 517049"/>
                <a:gd name="connsiteY189" fmla="*/ 283368 h 608003"/>
                <a:gd name="connsiteX190" fmla="*/ 341493 w 517049"/>
                <a:gd name="connsiteY190" fmla="*/ 278277 h 608003"/>
                <a:gd name="connsiteX191" fmla="*/ 338944 w 517049"/>
                <a:gd name="connsiteY191" fmla="*/ 275890 h 608003"/>
                <a:gd name="connsiteX192" fmla="*/ 328430 w 517049"/>
                <a:gd name="connsiteY192" fmla="*/ 240890 h 608003"/>
                <a:gd name="connsiteX193" fmla="*/ 318393 w 517049"/>
                <a:gd name="connsiteY193" fmla="*/ 221958 h 608003"/>
                <a:gd name="connsiteX194" fmla="*/ 310428 w 517049"/>
                <a:gd name="connsiteY194" fmla="*/ 210742 h 608003"/>
                <a:gd name="connsiteX195" fmla="*/ 305330 w 517049"/>
                <a:gd name="connsiteY195" fmla="*/ 197139 h 608003"/>
                <a:gd name="connsiteX196" fmla="*/ 307321 w 517049"/>
                <a:gd name="connsiteY196" fmla="*/ 179003 h 608003"/>
                <a:gd name="connsiteX197" fmla="*/ 308915 w 517049"/>
                <a:gd name="connsiteY197" fmla="*/ 162219 h 608003"/>
                <a:gd name="connsiteX198" fmla="*/ 293780 w 517049"/>
                <a:gd name="connsiteY198" fmla="*/ 153707 h 608003"/>
                <a:gd name="connsiteX199" fmla="*/ 278646 w 517049"/>
                <a:gd name="connsiteY199" fmla="*/ 147662 h 608003"/>
                <a:gd name="connsiteX200" fmla="*/ 266618 w 517049"/>
                <a:gd name="connsiteY200" fmla="*/ 142173 h 608003"/>
                <a:gd name="connsiteX201" fmla="*/ 262874 w 517049"/>
                <a:gd name="connsiteY201" fmla="*/ 133343 h 608003"/>
                <a:gd name="connsiteX202" fmla="*/ 265583 w 517049"/>
                <a:gd name="connsiteY202" fmla="*/ 116082 h 608003"/>
                <a:gd name="connsiteX203" fmla="*/ 277770 w 517049"/>
                <a:gd name="connsiteY203" fmla="*/ 106934 h 608003"/>
                <a:gd name="connsiteX204" fmla="*/ 295134 w 517049"/>
                <a:gd name="connsiteY204" fmla="*/ 117116 h 608003"/>
                <a:gd name="connsiteX205" fmla="*/ 296488 w 517049"/>
                <a:gd name="connsiteY205" fmla="*/ 136764 h 608003"/>
                <a:gd name="connsiteX206" fmla="*/ 295851 w 517049"/>
                <a:gd name="connsiteY206" fmla="*/ 145752 h 608003"/>
                <a:gd name="connsiteX207" fmla="*/ 305967 w 517049"/>
                <a:gd name="connsiteY207" fmla="*/ 145912 h 608003"/>
                <a:gd name="connsiteX208" fmla="*/ 310428 w 517049"/>
                <a:gd name="connsiteY208" fmla="*/ 133741 h 608003"/>
                <a:gd name="connsiteX209" fmla="*/ 310428 w 517049"/>
                <a:gd name="connsiteY209" fmla="*/ 121173 h 608003"/>
                <a:gd name="connsiteX210" fmla="*/ 305808 w 517049"/>
                <a:gd name="connsiteY210" fmla="*/ 104229 h 608003"/>
                <a:gd name="connsiteX211" fmla="*/ 298719 w 517049"/>
                <a:gd name="connsiteY211" fmla="*/ 93888 h 608003"/>
                <a:gd name="connsiteX212" fmla="*/ 290753 w 517049"/>
                <a:gd name="connsiteY212" fmla="*/ 88797 h 608003"/>
                <a:gd name="connsiteX213" fmla="*/ 281513 w 517049"/>
                <a:gd name="connsiteY213" fmla="*/ 86252 h 608003"/>
                <a:gd name="connsiteX214" fmla="*/ 295134 w 517049"/>
                <a:gd name="connsiteY214" fmla="*/ 34626 h 608003"/>
                <a:gd name="connsiteX215" fmla="*/ 291231 w 517049"/>
                <a:gd name="connsiteY215" fmla="*/ 37172 h 608003"/>
                <a:gd name="connsiteX216" fmla="*/ 290913 w 517049"/>
                <a:gd name="connsiteY216" fmla="*/ 41626 h 608003"/>
                <a:gd name="connsiteX217" fmla="*/ 290753 w 517049"/>
                <a:gd name="connsiteY217" fmla="*/ 45842 h 608003"/>
                <a:gd name="connsiteX218" fmla="*/ 288682 w 517049"/>
                <a:gd name="connsiteY218" fmla="*/ 49422 h 608003"/>
                <a:gd name="connsiteX219" fmla="*/ 286691 w 517049"/>
                <a:gd name="connsiteY219" fmla="*/ 52445 h 608003"/>
                <a:gd name="connsiteX220" fmla="*/ 287647 w 517049"/>
                <a:gd name="connsiteY220" fmla="*/ 55308 h 608003"/>
                <a:gd name="connsiteX221" fmla="*/ 290355 w 517049"/>
                <a:gd name="connsiteY221" fmla="*/ 55308 h 608003"/>
                <a:gd name="connsiteX222" fmla="*/ 294099 w 517049"/>
                <a:gd name="connsiteY222" fmla="*/ 52286 h 608003"/>
                <a:gd name="connsiteX223" fmla="*/ 299197 w 517049"/>
                <a:gd name="connsiteY223" fmla="*/ 49183 h 608003"/>
                <a:gd name="connsiteX224" fmla="*/ 302303 w 517049"/>
                <a:gd name="connsiteY224" fmla="*/ 48865 h 608003"/>
                <a:gd name="connsiteX225" fmla="*/ 307401 w 517049"/>
                <a:gd name="connsiteY225" fmla="*/ 48229 h 608003"/>
                <a:gd name="connsiteX226" fmla="*/ 310428 w 517049"/>
                <a:gd name="connsiteY226" fmla="*/ 45842 h 608003"/>
                <a:gd name="connsiteX227" fmla="*/ 309552 w 517049"/>
                <a:gd name="connsiteY227" fmla="*/ 44172 h 608003"/>
                <a:gd name="connsiteX228" fmla="*/ 306525 w 517049"/>
                <a:gd name="connsiteY228" fmla="*/ 41785 h 608003"/>
                <a:gd name="connsiteX229" fmla="*/ 303259 w 517049"/>
                <a:gd name="connsiteY229" fmla="*/ 39717 h 608003"/>
                <a:gd name="connsiteX230" fmla="*/ 295134 w 517049"/>
                <a:gd name="connsiteY230" fmla="*/ 34626 h 608003"/>
                <a:gd name="connsiteX231" fmla="*/ 247262 w 517049"/>
                <a:gd name="connsiteY231" fmla="*/ 24 h 608003"/>
                <a:gd name="connsiteX232" fmla="*/ 283266 w 517049"/>
                <a:gd name="connsiteY232" fmla="*/ 4637 h 608003"/>
                <a:gd name="connsiteX233" fmla="*/ 313455 w 517049"/>
                <a:gd name="connsiteY233" fmla="*/ 18717 h 608003"/>
                <a:gd name="connsiteX234" fmla="*/ 344600 w 517049"/>
                <a:gd name="connsiteY234" fmla="*/ 59922 h 608003"/>
                <a:gd name="connsiteX235" fmla="*/ 354636 w 517049"/>
                <a:gd name="connsiteY235" fmla="*/ 109957 h 608003"/>
                <a:gd name="connsiteX236" fmla="*/ 364752 w 517049"/>
                <a:gd name="connsiteY236" fmla="*/ 182582 h 608003"/>
                <a:gd name="connsiteX237" fmla="*/ 409996 w 517049"/>
                <a:gd name="connsiteY237" fmla="*/ 256481 h 608003"/>
                <a:gd name="connsiteX238" fmla="*/ 443770 w 517049"/>
                <a:gd name="connsiteY238" fmla="*/ 311845 h 608003"/>
                <a:gd name="connsiteX239" fmla="*/ 464002 w 517049"/>
                <a:gd name="connsiteY239" fmla="*/ 376596 h 608003"/>
                <a:gd name="connsiteX240" fmla="*/ 465675 w 517049"/>
                <a:gd name="connsiteY240" fmla="*/ 405312 h 608003"/>
                <a:gd name="connsiteX241" fmla="*/ 461612 w 517049"/>
                <a:gd name="connsiteY241" fmla="*/ 424085 h 608003"/>
                <a:gd name="connsiteX242" fmla="*/ 454842 w 517049"/>
                <a:gd name="connsiteY242" fmla="*/ 431562 h 608003"/>
                <a:gd name="connsiteX243" fmla="*/ 446796 w 517049"/>
                <a:gd name="connsiteY243" fmla="*/ 438006 h 608003"/>
                <a:gd name="connsiteX244" fmla="*/ 437636 w 517049"/>
                <a:gd name="connsiteY244" fmla="*/ 450017 h 608003"/>
                <a:gd name="connsiteX245" fmla="*/ 423936 w 517049"/>
                <a:gd name="connsiteY245" fmla="*/ 461392 h 608003"/>
                <a:gd name="connsiteX246" fmla="*/ 403146 w 517049"/>
                <a:gd name="connsiteY246" fmla="*/ 466165 h 608003"/>
                <a:gd name="connsiteX247" fmla="*/ 392472 w 517049"/>
                <a:gd name="connsiteY247" fmla="*/ 464495 h 608003"/>
                <a:gd name="connsiteX248" fmla="*/ 384825 w 517049"/>
                <a:gd name="connsiteY248" fmla="*/ 459881 h 608003"/>
                <a:gd name="connsiteX249" fmla="*/ 380285 w 517049"/>
                <a:gd name="connsiteY249" fmla="*/ 454631 h 608003"/>
                <a:gd name="connsiteX250" fmla="*/ 376302 w 517049"/>
                <a:gd name="connsiteY250" fmla="*/ 447710 h 608003"/>
                <a:gd name="connsiteX251" fmla="*/ 373275 w 517049"/>
                <a:gd name="connsiteY251" fmla="*/ 441108 h 608003"/>
                <a:gd name="connsiteX252" fmla="*/ 359336 w 517049"/>
                <a:gd name="connsiteY252" fmla="*/ 430926 h 608003"/>
                <a:gd name="connsiteX253" fmla="*/ 349857 w 517049"/>
                <a:gd name="connsiteY253" fmla="*/ 447551 h 608003"/>
                <a:gd name="connsiteX254" fmla="*/ 352247 w 517049"/>
                <a:gd name="connsiteY254" fmla="*/ 480404 h 608003"/>
                <a:gd name="connsiteX255" fmla="*/ 352565 w 517049"/>
                <a:gd name="connsiteY255" fmla="*/ 546586 h 608003"/>
                <a:gd name="connsiteX256" fmla="*/ 358699 w 517049"/>
                <a:gd name="connsiteY256" fmla="*/ 580632 h 608003"/>
                <a:gd name="connsiteX257" fmla="*/ 383471 w 517049"/>
                <a:gd name="connsiteY257" fmla="*/ 591848 h 608003"/>
                <a:gd name="connsiteX258" fmla="*/ 412386 w 517049"/>
                <a:gd name="connsiteY258" fmla="*/ 579837 h 608003"/>
                <a:gd name="connsiteX259" fmla="*/ 442734 w 517049"/>
                <a:gd name="connsiteY259" fmla="*/ 557246 h 608003"/>
                <a:gd name="connsiteX260" fmla="*/ 477941 w 517049"/>
                <a:gd name="connsiteY260" fmla="*/ 542848 h 608003"/>
                <a:gd name="connsiteX261" fmla="*/ 504068 w 517049"/>
                <a:gd name="connsiteY261" fmla="*/ 530438 h 608003"/>
                <a:gd name="connsiteX262" fmla="*/ 510361 w 517049"/>
                <a:gd name="connsiteY262" fmla="*/ 518745 h 608003"/>
                <a:gd name="connsiteX263" fmla="*/ 501838 w 517049"/>
                <a:gd name="connsiteY263" fmla="*/ 509120 h 608003"/>
                <a:gd name="connsiteX264" fmla="*/ 484393 w 517049"/>
                <a:gd name="connsiteY264" fmla="*/ 501086 h 608003"/>
                <a:gd name="connsiteX265" fmla="*/ 467586 w 517049"/>
                <a:gd name="connsiteY265" fmla="*/ 484858 h 608003"/>
                <a:gd name="connsiteX266" fmla="*/ 462488 w 517049"/>
                <a:gd name="connsiteY266" fmla="*/ 460199 h 608003"/>
                <a:gd name="connsiteX267" fmla="*/ 467746 w 517049"/>
                <a:gd name="connsiteY267" fmla="*/ 444131 h 608003"/>
                <a:gd name="connsiteX268" fmla="*/ 470454 w 517049"/>
                <a:gd name="connsiteY268" fmla="*/ 463301 h 608003"/>
                <a:gd name="connsiteX269" fmla="*/ 475392 w 517049"/>
                <a:gd name="connsiteY269" fmla="*/ 477063 h 608003"/>
                <a:gd name="connsiteX270" fmla="*/ 482322 w 517049"/>
                <a:gd name="connsiteY270" fmla="*/ 486688 h 608003"/>
                <a:gd name="connsiteX271" fmla="*/ 489491 w 517049"/>
                <a:gd name="connsiteY271" fmla="*/ 493131 h 608003"/>
                <a:gd name="connsiteX272" fmla="*/ 496740 w 517049"/>
                <a:gd name="connsiteY272" fmla="*/ 497586 h 608003"/>
                <a:gd name="connsiteX273" fmla="*/ 502395 w 517049"/>
                <a:gd name="connsiteY273" fmla="*/ 500768 h 608003"/>
                <a:gd name="connsiteX274" fmla="*/ 512910 w 517049"/>
                <a:gd name="connsiteY274" fmla="*/ 509120 h 608003"/>
                <a:gd name="connsiteX275" fmla="*/ 516972 w 517049"/>
                <a:gd name="connsiteY275" fmla="*/ 517234 h 608003"/>
                <a:gd name="connsiteX276" fmla="*/ 516096 w 517049"/>
                <a:gd name="connsiteY276" fmla="*/ 524870 h 608003"/>
                <a:gd name="connsiteX277" fmla="*/ 510839 w 517049"/>
                <a:gd name="connsiteY277" fmla="*/ 532348 h 608003"/>
                <a:gd name="connsiteX278" fmla="*/ 502873 w 517049"/>
                <a:gd name="connsiteY278" fmla="*/ 538950 h 608003"/>
                <a:gd name="connsiteX279" fmla="*/ 492677 w 517049"/>
                <a:gd name="connsiteY279" fmla="*/ 545234 h 608003"/>
                <a:gd name="connsiteX280" fmla="*/ 482004 w 517049"/>
                <a:gd name="connsiteY280" fmla="*/ 550802 h 608003"/>
                <a:gd name="connsiteX281" fmla="*/ 471091 w 517049"/>
                <a:gd name="connsiteY281" fmla="*/ 556052 h 608003"/>
                <a:gd name="connsiteX282" fmla="*/ 461931 w 517049"/>
                <a:gd name="connsiteY282" fmla="*/ 560507 h 608003"/>
                <a:gd name="connsiteX283" fmla="*/ 432857 w 517049"/>
                <a:gd name="connsiteY283" fmla="*/ 579519 h 608003"/>
                <a:gd name="connsiteX284" fmla="*/ 407208 w 517049"/>
                <a:gd name="connsiteY284" fmla="*/ 601155 h 608003"/>
                <a:gd name="connsiteX285" fmla="*/ 384108 w 517049"/>
                <a:gd name="connsiteY285" fmla="*/ 607837 h 608003"/>
                <a:gd name="connsiteX286" fmla="*/ 353919 w 517049"/>
                <a:gd name="connsiteY286" fmla="*/ 602905 h 608003"/>
                <a:gd name="connsiteX287" fmla="*/ 343883 w 517049"/>
                <a:gd name="connsiteY287" fmla="*/ 594951 h 608003"/>
                <a:gd name="connsiteX288" fmla="*/ 338307 w 517049"/>
                <a:gd name="connsiteY288" fmla="*/ 586280 h 608003"/>
                <a:gd name="connsiteX289" fmla="*/ 330820 w 517049"/>
                <a:gd name="connsiteY289" fmla="*/ 579678 h 608003"/>
                <a:gd name="connsiteX290" fmla="*/ 314809 w 517049"/>
                <a:gd name="connsiteY290" fmla="*/ 576416 h 608003"/>
                <a:gd name="connsiteX291" fmla="*/ 270680 w 517049"/>
                <a:gd name="connsiteY291" fmla="*/ 576098 h 608003"/>
                <a:gd name="connsiteX292" fmla="*/ 251324 w 517049"/>
                <a:gd name="connsiteY292" fmla="*/ 576575 h 608003"/>
                <a:gd name="connsiteX293" fmla="*/ 231570 w 517049"/>
                <a:gd name="connsiteY293" fmla="*/ 577450 h 608003"/>
                <a:gd name="connsiteX294" fmla="*/ 204567 w 517049"/>
                <a:gd name="connsiteY294" fmla="*/ 582541 h 608003"/>
                <a:gd name="connsiteX295" fmla="*/ 186406 w 517049"/>
                <a:gd name="connsiteY295" fmla="*/ 592723 h 608003"/>
                <a:gd name="connsiteX296" fmla="*/ 171670 w 517049"/>
                <a:gd name="connsiteY296" fmla="*/ 602428 h 608003"/>
                <a:gd name="connsiteX297" fmla="*/ 153509 w 517049"/>
                <a:gd name="connsiteY297" fmla="*/ 606326 h 608003"/>
                <a:gd name="connsiteX298" fmla="*/ 115752 w 517049"/>
                <a:gd name="connsiteY298" fmla="*/ 595746 h 608003"/>
                <a:gd name="connsiteX299" fmla="*/ 66207 w 517049"/>
                <a:gd name="connsiteY299" fmla="*/ 581189 h 608003"/>
                <a:gd name="connsiteX300" fmla="*/ 48843 w 517049"/>
                <a:gd name="connsiteY300" fmla="*/ 577928 h 608003"/>
                <a:gd name="connsiteX301" fmla="*/ 31876 w 517049"/>
                <a:gd name="connsiteY301" fmla="*/ 574905 h 608003"/>
                <a:gd name="connsiteX302" fmla="*/ 18415 w 517049"/>
                <a:gd name="connsiteY302" fmla="*/ 571723 h 608003"/>
                <a:gd name="connsiteX303" fmla="*/ 7024 w 517049"/>
                <a:gd name="connsiteY303" fmla="*/ 566791 h 608003"/>
                <a:gd name="connsiteX304" fmla="*/ 1289 w 517049"/>
                <a:gd name="connsiteY304" fmla="*/ 560109 h 608003"/>
                <a:gd name="connsiteX305" fmla="*/ 3679 w 517049"/>
                <a:gd name="connsiteY305" fmla="*/ 537598 h 608003"/>
                <a:gd name="connsiteX306" fmla="*/ 9812 w 517049"/>
                <a:gd name="connsiteY306" fmla="*/ 519063 h 608003"/>
                <a:gd name="connsiteX307" fmla="*/ 8458 w 517049"/>
                <a:gd name="connsiteY307" fmla="*/ 505540 h 608003"/>
                <a:gd name="connsiteX308" fmla="*/ 5033 w 517049"/>
                <a:gd name="connsiteY308" fmla="*/ 491143 h 608003"/>
                <a:gd name="connsiteX309" fmla="*/ 3519 w 517049"/>
                <a:gd name="connsiteY309" fmla="*/ 478733 h 608003"/>
                <a:gd name="connsiteX310" fmla="*/ 7104 w 517049"/>
                <a:gd name="connsiteY310" fmla="*/ 469586 h 608003"/>
                <a:gd name="connsiteX311" fmla="*/ 26460 w 517049"/>
                <a:gd name="connsiteY311" fmla="*/ 464813 h 608003"/>
                <a:gd name="connsiteX312" fmla="*/ 46772 w 517049"/>
                <a:gd name="connsiteY312" fmla="*/ 460756 h 608003"/>
                <a:gd name="connsiteX313" fmla="*/ 61109 w 517049"/>
                <a:gd name="connsiteY313" fmla="*/ 448904 h 608003"/>
                <a:gd name="connsiteX314" fmla="*/ 65172 w 517049"/>
                <a:gd name="connsiteY314" fmla="*/ 431562 h 608003"/>
                <a:gd name="connsiteX315" fmla="*/ 54259 w 517049"/>
                <a:gd name="connsiteY315" fmla="*/ 467517 h 608003"/>
                <a:gd name="connsiteX316" fmla="*/ 26062 w 517049"/>
                <a:gd name="connsiteY316" fmla="*/ 472608 h 608003"/>
                <a:gd name="connsiteX317" fmla="*/ 11485 w 517049"/>
                <a:gd name="connsiteY317" fmla="*/ 476029 h 608003"/>
                <a:gd name="connsiteX318" fmla="*/ 13157 w 517049"/>
                <a:gd name="connsiteY318" fmla="*/ 495359 h 608003"/>
                <a:gd name="connsiteX319" fmla="*/ 15866 w 517049"/>
                <a:gd name="connsiteY319" fmla="*/ 501484 h 608003"/>
                <a:gd name="connsiteX320" fmla="*/ 18813 w 517049"/>
                <a:gd name="connsiteY320" fmla="*/ 507529 h 608003"/>
                <a:gd name="connsiteX321" fmla="*/ 20326 w 517049"/>
                <a:gd name="connsiteY321" fmla="*/ 513336 h 608003"/>
                <a:gd name="connsiteX322" fmla="*/ 20645 w 517049"/>
                <a:gd name="connsiteY322" fmla="*/ 520813 h 608003"/>
                <a:gd name="connsiteX323" fmla="*/ 14910 w 517049"/>
                <a:gd name="connsiteY323" fmla="*/ 537439 h 608003"/>
                <a:gd name="connsiteX324" fmla="*/ 10131 w 517049"/>
                <a:gd name="connsiteY324" fmla="*/ 553666 h 608003"/>
                <a:gd name="connsiteX325" fmla="*/ 22716 w 517049"/>
                <a:gd name="connsiteY325" fmla="*/ 562496 h 608003"/>
                <a:gd name="connsiteX326" fmla="*/ 51392 w 517049"/>
                <a:gd name="connsiteY326" fmla="*/ 568780 h 608003"/>
                <a:gd name="connsiteX327" fmla="*/ 85165 w 517049"/>
                <a:gd name="connsiteY327" fmla="*/ 575780 h 608003"/>
                <a:gd name="connsiteX328" fmla="*/ 110336 w 517049"/>
                <a:gd name="connsiteY328" fmla="*/ 583178 h 608003"/>
                <a:gd name="connsiteX329" fmla="*/ 138374 w 517049"/>
                <a:gd name="connsiteY329" fmla="*/ 591053 h 608003"/>
                <a:gd name="connsiteX330" fmla="*/ 157252 w 517049"/>
                <a:gd name="connsiteY330" fmla="*/ 592405 h 608003"/>
                <a:gd name="connsiteX331" fmla="*/ 179157 w 517049"/>
                <a:gd name="connsiteY331" fmla="*/ 582860 h 608003"/>
                <a:gd name="connsiteX332" fmla="*/ 186964 w 517049"/>
                <a:gd name="connsiteY332" fmla="*/ 566632 h 608003"/>
                <a:gd name="connsiteX333" fmla="*/ 184415 w 517049"/>
                <a:gd name="connsiteY333" fmla="*/ 546746 h 608003"/>
                <a:gd name="connsiteX334" fmla="*/ 177963 w 517049"/>
                <a:gd name="connsiteY334" fmla="*/ 529086 h 608003"/>
                <a:gd name="connsiteX335" fmla="*/ 171112 w 517049"/>
                <a:gd name="connsiteY335" fmla="*/ 516757 h 608003"/>
                <a:gd name="connsiteX336" fmla="*/ 113761 w 517049"/>
                <a:gd name="connsiteY336" fmla="*/ 434585 h 608003"/>
                <a:gd name="connsiteX337" fmla="*/ 75368 w 517049"/>
                <a:gd name="connsiteY337" fmla="*/ 421062 h 608003"/>
                <a:gd name="connsiteX338" fmla="*/ 70270 w 517049"/>
                <a:gd name="connsiteY338" fmla="*/ 415971 h 608003"/>
                <a:gd name="connsiteX339" fmla="*/ 69553 w 517049"/>
                <a:gd name="connsiteY339" fmla="*/ 403085 h 608003"/>
                <a:gd name="connsiteX340" fmla="*/ 72978 w 517049"/>
                <a:gd name="connsiteY340" fmla="*/ 385426 h 608003"/>
                <a:gd name="connsiteX341" fmla="*/ 81103 w 517049"/>
                <a:gd name="connsiteY341" fmla="*/ 369516 h 608003"/>
                <a:gd name="connsiteX342" fmla="*/ 88590 w 517049"/>
                <a:gd name="connsiteY342" fmla="*/ 355278 h 608003"/>
                <a:gd name="connsiteX343" fmla="*/ 97591 w 517049"/>
                <a:gd name="connsiteY343" fmla="*/ 330777 h 608003"/>
                <a:gd name="connsiteX344" fmla="*/ 107628 w 517049"/>
                <a:gd name="connsiteY344" fmla="*/ 304368 h 608003"/>
                <a:gd name="connsiteX345" fmla="*/ 117823 w 517049"/>
                <a:gd name="connsiteY345" fmla="*/ 283686 h 608003"/>
                <a:gd name="connsiteX346" fmla="*/ 131046 w 517049"/>
                <a:gd name="connsiteY346" fmla="*/ 265311 h 608003"/>
                <a:gd name="connsiteX347" fmla="*/ 173183 w 517049"/>
                <a:gd name="connsiteY347" fmla="*/ 199208 h 608003"/>
                <a:gd name="connsiteX348" fmla="*/ 167767 w 517049"/>
                <a:gd name="connsiteY348" fmla="*/ 94047 h 608003"/>
                <a:gd name="connsiteX349" fmla="*/ 175892 w 517049"/>
                <a:gd name="connsiteY349" fmla="*/ 42660 h 608003"/>
                <a:gd name="connsiteX350" fmla="*/ 211895 w 517049"/>
                <a:gd name="connsiteY350" fmla="*/ 7183 h 608003"/>
                <a:gd name="connsiteX351" fmla="*/ 247262 w 517049"/>
                <a:gd name="connsiteY351" fmla="*/ 24 h 60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</a:cxnLst>
              <a:rect l="l" t="t" r="r" b="b"/>
              <a:pathLst>
                <a:path w="517049" h="608003">
                  <a:moveTo>
                    <a:pt x="133117" y="289095"/>
                  </a:moveTo>
                  <a:cubicBezTo>
                    <a:pt x="132161" y="288856"/>
                    <a:pt x="131524" y="289175"/>
                    <a:pt x="131046" y="290129"/>
                  </a:cubicBezTo>
                  <a:cubicBezTo>
                    <a:pt x="130648" y="291004"/>
                    <a:pt x="130090" y="292436"/>
                    <a:pt x="129533" y="294345"/>
                  </a:cubicBezTo>
                  <a:cubicBezTo>
                    <a:pt x="128975" y="296254"/>
                    <a:pt x="128338" y="297766"/>
                    <a:pt x="127701" y="298879"/>
                  </a:cubicBezTo>
                  <a:cubicBezTo>
                    <a:pt x="126984" y="300072"/>
                    <a:pt x="125869" y="301504"/>
                    <a:pt x="124275" y="303334"/>
                  </a:cubicBezTo>
                  <a:cubicBezTo>
                    <a:pt x="122682" y="305561"/>
                    <a:pt x="122603" y="306993"/>
                    <a:pt x="123957" y="307391"/>
                  </a:cubicBezTo>
                  <a:cubicBezTo>
                    <a:pt x="124833" y="307629"/>
                    <a:pt x="126267" y="306834"/>
                    <a:pt x="128179" y="305004"/>
                  </a:cubicBezTo>
                  <a:cubicBezTo>
                    <a:pt x="130090" y="303254"/>
                    <a:pt x="131524" y="301186"/>
                    <a:pt x="132400" y="298879"/>
                  </a:cubicBezTo>
                  <a:cubicBezTo>
                    <a:pt x="132639" y="298243"/>
                    <a:pt x="132878" y="297447"/>
                    <a:pt x="133117" y="296572"/>
                  </a:cubicBezTo>
                  <a:cubicBezTo>
                    <a:pt x="133356" y="295618"/>
                    <a:pt x="133595" y="294981"/>
                    <a:pt x="133754" y="294504"/>
                  </a:cubicBezTo>
                  <a:cubicBezTo>
                    <a:pt x="133993" y="294027"/>
                    <a:pt x="134153" y="293550"/>
                    <a:pt x="134312" y="292993"/>
                  </a:cubicBezTo>
                  <a:cubicBezTo>
                    <a:pt x="134392" y="292436"/>
                    <a:pt x="134471" y="291959"/>
                    <a:pt x="134471" y="291640"/>
                  </a:cubicBezTo>
                  <a:lnTo>
                    <a:pt x="134471" y="290606"/>
                  </a:lnTo>
                  <a:cubicBezTo>
                    <a:pt x="134471" y="290288"/>
                    <a:pt x="134312" y="289970"/>
                    <a:pt x="134153" y="289731"/>
                  </a:cubicBezTo>
                  <a:cubicBezTo>
                    <a:pt x="133914" y="289493"/>
                    <a:pt x="133595" y="289334"/>
                    <a:pt x="133117" y="289095"/>
                  </a:cubicBezTo>
                  <a:close/>
                  <a:moveTo>
                    <a:pt x="332174" y="180673"/>
                  </a:moveTo>
                  <a:cubicBezTo>
                    <a:pt x="331935" y="180594"/>
                    <a:pt x="331536" y="180753"/>
                    <a:pt x="330820" y="181230"/>
                  </a:cubicBezTo>
                  <a:cubicBezTo>
                    <a:pt x="327633" y="184810"/>
                    <a:pt x="328430" y="189742"/>
                    <a:pt x="333209" y="195946"/>
                  </a:cubicBezTo>
                  <a:cubicBezTo>
                    <a:pt x="337988" y="202151"/>
                    <a:pt x="342369" y="205730"/>
                    <a:pt x="346432" y="206605"/>
                  </a:cubicBezTo>
                  <a:cubicBezTo>
                    <a:pt x="348503" y="206844"/>
                    <a:pt x="350096" y="205969"/>
                    <a:pt x="351370" y="203901"/>
                  </a:cubicBezTo>
                  <a:cubicBezTo>
                    <a:pt x="352645" y="201912"/>
                    <a:pt x="353043" y="199605"/>
                    <a:pt x="352565" y="197139"/>
                  </a:cubicBezTo>
                  <a:cubicBezTo>
                    <a:pt x="352087" y="195310"/>
                    <a:pt x="351370" y="194037"/>
                    <a:pt x="350335" y="193242"/>
                  </a:cubicBezTo>
                  <a:cubicBezTo>
                    <a:pt x="349379" y="192446"/>
                    <a:pt x="347866" y="191889"/>
                    <a:pt x="345954" y="191571"/>
                  </a:cubicBezTo>
                  <a:cubicBezTo>
                    <a:pt x="344042" y="191173"/>
                    <a:pt x="342369" y="190617"/>
                    <a:pt x="341015" y="189662"/>
                  </a:cubicBezTo>
                  <a:cubicBezTo>
                    <a:pt x="339900" y="189026"/>
                    <a:pt x="338785" y="188071"/>
                    <a:pt x="337749" y="186958"/>
                  </a:cubicBezTo>
                  <a:cubicBezTo>
                    <a:pt x="336794" y="185844"/>
                    <a:pt x="335997" y="184889"/>
                    <a:pt x="335439" y="184253"/>
                  </a:cubicBezTo>
                  <a:cubicBezTo>
                    <a:pt x="334802" y="183537"/>
                    <a:pt x="334245" y="182821"/>
                    <a:pt x="333528" y="182026"/>
                  </a:cubicBezTo>
                  <a:cubicBezTo>
                    <a:pt x="332891" y="181230"/>
                    <a:pt x="332413" y="180832"/>
                    <a:pt x="332174" y="180673"/>
                  </a:cubicBezTo>
                  <a:close/>
                  <a:moveTo>
                    <a:pt x="242500" y="140480"/>
                  </a:moveTo>
                  <a:cubicBezTo>
                    <a:pt x="247894" y="138023"/>
                    <a:pt x="251543" y="138182"/>
                    <a:pt x="253367" y="141115"/>
                  </a:cubicBezTo>
                  <a:cubicBezTo>
                    <a:pt x="254002" y="142462"/>
                    <a:pt x="253685" y="143493"/>
                    <a:pt x="252336" y="144206"/>
                  </a:cubicBezTo>
                  <a:cubicBezTo>
                    <a:pt x="251384" y="144444"/>
                    <a:pt x="250115" y="143651"/>
                    <a:pt x="248449" y="141987"/>
                  </a:cubicBezTo>
                  <a:cubicBezTo>
                    <a:pt x="246704" y="140322"/>
                    <a:pt x="244800" y="139767"/>
                    <a:pt x="242500" y="140480"/>
                  </a:cubicBezTo>
                  <a:close/>
                  <a:moveTo>
                    <a:pt x="219386" y="139434"/>
                  </a:moveTo>
                  <a:lnTo>
                    <a:pt x="222812" y="139434"/>
                  </a:lnTo>
                  <a:cubicBezTo>
                    <a:pt x="220263" y="139672"/>
                    <a:pt x="218510" y="140863"/>
                    <a:pt x="217554" y="143006"/>
                  </a:cubicBezTo>
                  <a:cubicBezTo>
                    <a:pt x="216518" y="145150"/>
                    <a:pt x="215562" y="146182"/>
                    <a:pt x="214606" y="146182"/>
                  </a:cubicBezTo>
                  <a:cubicBezTo>
                    <a:pt x="213491" y="146420"/>
                    <a:pt x="212933" y="145864"/>
                    <a:pt x="212933" y="144515"/>
                  </a:cubicBezTo>
                  <a:cubicBezTo>
                    <a:pt x="212933" y="141816"/>
                    <a:pt x="215084" y="140148"/>
                    <a:pt x="219386" y="139434"/>
                  </a:cubicBezTo>
                  <a:close/>
                  <a:moveTo>
                    <a:pt x="205443" y="115048"/>
                  </a:moveTo>
                  <a:cubicBezTo>
                    <a:pt x="203452" y="114570"/>
                    <a:pt x="202417" y="115366"/>
                    <a:pt x="202417" y="117434"/>
                  </a:cubicBezTo>
                  <a:cubicBezTo>
                    <a:pt x="202894" y="118548"/>
                    <a:pt x="203452" y="119264"/>
                    <a:pt x="204089" y="119423"/>
                  </a:cubicBezTo>
                  <a:cubicBezTo>
                    <a:pt x="206399" y="119423"/>
                    <a:pt x="207196" y="121173"/>
                    <a:pt x="206479" y="124514"/>
                  </a:cubicBezTo>
                  <a:cubicBezTo>
                    <a:pt x="205842" y="129048"/>
                    <a:pt x="206718" y="131355"/>
                    <a:pt x="209187" y="131355"/>
                  </a:cubicBezTo>
                  <a:cubicBezTo>
                    <a:pt x="209904" y="131355"/>
                    <a:pt x="210223" y="130957"/>
                    <a:pt x="210223" y="130321"/>
                  </a:cubicBezTo>
                  <a:cubicBezTo>
                    <a:pt x="210860" y="126502"/>
                    <a:pt x="210621" y="123082"/>
                    <a:pt x="209346" y="120139"/>
                  </a:cubicBezTo>
                  <a:cubicBezTo>
                    <a:pt x="208152" y="117195"/>
                    <a:pt x="206798" y="115525"/>
                    <a:pt x="205443" y="115048"/>
                  </a:cubicBezTo>
                  <a:close/>
                  <a:moveTo>
                    <a:pt x="283584" y="112979"/>
                  </a:moveTo>
                  <a:cubicBezTo>
                    <a:pt x="280398" y="113218"/>
                    <a:pt x="279602" y="114014"/>
                    <a:pt x="281195" y="115366"/>
                  </a:cubicBezTo>
                  <a:cubicBezTo>
                    <a:pt x="281673" y="115604"/>
                    <a:pt x="282151" y="115843"/>
                    <a:pt x="282549" y="116082"/>
                  </a:cubicBezTo>
                  <a:cubicBezTo>
                    <a:pt x="285735" y="116957"/>
                    <a:pt x="287806" y="120457"/>
                    <a:pt x="288682" y="126582"/>
                  </a:cubicBezTo>
                  <a:cubicBezTo>
                    <a:pt x="288682" y="127218"/>
                    <a:pt x="289638" y="127059"/>
                    <a:pt x="291391" y="125866"/>
                  </a:cubicBezTo>
                  <a:lnTo>
                    <a:pt x="292107" y="124911"/>
                  </a:lnTo>
                  <a:cubicBezTo>
                    <a:pt x="292107" y="122366"/>
                    <a:pt x="291550" y="120218"/>
                    <a:pt x="290355" y="118229"/>
                  </a:cubicBezTo>
                  <a:cubicBezTo>
                    <a:pt x="289240" y="116320"/>
                    <a:pt x="288045" y="114968"/>
                    <a:pt x="286691" y="114014"/>
                  </a:cubicBezTo>
                  <a:cubicBezTo>
                    <a:pt x="285257" y="113139"/>
                    <a:pt x="284301" y="112820"/>
                    <a:pt x="283584" y="112979"/>
                  </a:cubicBezTo>
                  <a:close/>
                  <a:moveTo>
                    <a:pt x="281513" y="86252"/>
                  </a:moveTo>
                  <a:cubicBezTo>
                    <a:pt x="257298" y="88002"/>
                    <a:pt x="247262" y="103195"/>
                    <a:pt x="251324" y="131673"/>
                  </a:cubicBezTo>
                  <a:cubicBezTo>
                    <a:pt x="251324" y="135093"/>
                    <a:pt x="251165" y="136764"/>
                    <a:pt x="251006" y="136764"/>
                  </a:cubicBezTo>
                  <a:cubicBezTo>
                    <a:pt x="248935" y="134775"/>
                    <a:pt x="245589" y="133582"/>
                    <a:pt x="240969" y="133184"/>
                  </a:cubicBezTo>
                  <a:cubicBezTo>
                    <a:pt x="236270" y="132866"/>
                    <a:pt x="232526" y="132946"/>
                    <a:pt x="229738" y="133423"/>
                  </a:cubicBezTo>
                  <a:cubicBezTo>
                    <a:pt x="226870" y="133821"/>
                    <a:pt x="225118" y="133264"/>
                    <a:pt x="224481" y="131673"/>
                  </a:cubicBezTo>
                  <a:cubicBezTo>
                    <a:pt x="224720" y="118786"/>
                    <a:pt x="222888" y="108604"/>
                    <a:pt x="219064" y="101127"/>
                  </a:cubicBezTo>
                  <a:cubicBezTo>
                    <a:pt x="215161" y="93729"/>
                    <a:pt x="210063" y="89831"/>
                    <a:pt x="203771" y="89593"/>
                  </a:cubicBezTo>
                  <a:cubicBezTo>
                    <a:pt x="197637" y="89434"/>
                    <a:pt x="192938" y="92536"/>
                    <a:pt x="189672" y="98979"/>
                  </a:cubicBezTo>
                  <a:cubicBezTo>
                    <a:pt x="186406" y="105423"/>
                    <a:pt x="184494" y="112104"/>
                    <a:pt x="184016" y="119104"/>
                  </a:cubicBezTo>
                  <a:cubicBezTo>
                    <a:pt x="183857" y="122525"/>
                    <a:pt x="184255" y="126741"/>
                    <a:pt x="185211" y="131673"/>
                  </a:cubicBezTo>
                  <a:cubicBezTo>
                    <a:pt x="186247" y="136684"/>
                    <a:pt x="187760" y="140900"/>
                    <a:pt x="189672" y="144400"/>
                  </a:cubicBezTo>
                  <a:cubicBezTo>
                    <a:pt x="191584" y="147900"/>
                    <a:pt x="193336" y="149412"/>
                    <a:pt x="194929" y="149014"/>
                  </a:cubicBezTo>
                  <a:cubicBezTo>
                    <a:pt x="197159" y="148298"/>
                    <a:pt x="198991" y="146707"/>
                    <a:pt x="200345" y="144241"/>
                  </a:cubicBezTo>
                  <a:cubicBezTo>
                    <a:pt x="201222" y="142173"/>
                    <a:pt x="200425" y="141298"/>
                    <a:pt x="197956" y="141537"/>
                  </a:cubicBezTo>
                  <a:cubicBezTo>
                    <a:pt x="196363" y="141537"/>
                    <a:pt x="194610" y="139866"/>
                    <a:pt x="192699" y="136605"/>
                  </a:cubicBezTo>
                  <a:cubicBezTo>
                    <a:pt x="190787" y="133343"/>
                    <a:pt x="189672" y="129525"/>
                    <a:pt x="189513" y="125230"/>
                  </a:cubicBezTo>
                  <a:cubicBezTo>
                    <a:pt x="189274" y="120298"/>
                    <a:pt x="190229" y="116082"/>
                    <a:pt x="192539" y="112661"/>
                  </a:cubicBezTo>
                  <a:cubicBezTo>
                    <a:pt x="194770" y="109320"/>
                    <a:pt x="198673" y="107729"/>
                    <a:pt x="204089" y="107968"/>
                  </a:cubicBezTo>
                  <a:cubicBezTo>
                    <a:pt x="207913" y="107968"/>
                    <a:pt x="211019" y="110275"/>
                    <a:pt x="213250" y="115048"/>
                  </a:cubicBezTo>
                  <a:cubicBezTo>
                    <a:pt x="215480" y="119820"/>
                    <a:pt x="216595" y="124195"/>
                    <a:pt x="216515" y="128332"/>
                  </a:cubicBezTo>
                  <a:cubicBezTo>
                    <a:pt x="216356" y="132389"/>
                    <a:pt x="216197" y="134855"/>
                    <a:pt x="215958" y="135730"/>
                  </a:cubicBezTo>
                  <a:cubicBezTo>
                    <a:pt x="211019" y="139150"/>
                    <a:pt x="207514" y="142412"/>
                    <a:pt x="205443" y="145593"/>
                  </a:cubicBezTo>
                  <a:cubicBezTo>
                    <a:pt x="203611" y="148298"/>
                    <a:pt x="200505" y="151003"/>
                    <a:pt x="196124" y="153548"/>
                  </a:cubicBezTo>
                  <a:cubicBezTo>
                    <a:pt x="191663" y="156173"/>
                    <a:pt x="189353" y="157605"/>
                    <a:pt x="189114" y="157764"/>
                  </a:cubicBezTo>
                  <a:cubicBezTo>
                    <a:pt x="186167" y="160946"/>
                    <a:pt x="184415" y="164048"/>
                    <a:pt x="183857" y="166991"/>
                  </a:cubicBezTo>
                  <a:cubicBezTo>
                    <a:pt x="183299" y="169935"/>
                    <a:pt x="184176" y="171923"/>
                    <a:pt x="186406" y="173037"/>
                  </a:cubicBezTo>
                  <a:cubicBezTo>
                    <a:pt x="189592" y="174866"/>
                    <a:pt x="192380" y="177094"/>
                    <a:pt x="194929" y="179719"/>
                  </a:cubicBezTo>
                  <a:cubicBezTo>
                    <a:pt x="197398" y="182264"/>
                    <a:pt x="199230" y="184412"/>
                    <a:pt x="200345" y="186162"/>
                  </a:cubicBezTo>
                  <a:cubicBezTo>
                    <a:pt x="201461" y="187832"/>
                    <a:pt x="203611" y="189264"/>
                    <a:pt x="206638" y="190537"/>
                  </a:cubicBezTo>
                  <a:cubicBezTo>
                    <a:pt x="209665" y="191810"/>
                    <a:pt x="213727" y="192526"/>
                    <a:pt x="218666" y="192764"/>
                  </a:cubicBezTo>
                  <a:cubicBezTo>
                    <a:pt x="229340" y="193162"/>
                    <a:pt x="240890" y="191492"/>
                    <a:pt x="253316" y="187673"/>
                  </a:cubicBezTo>
                  <a:cubicBezTo>
                    <a:pt x="253794" y="187435"/>
                    <a:pt x="256422" y="186639"/>
                    <a:pt x="261122" y="185287"/>
                  </a:cubicBezTo>
                  <a:cubicBezTo>
                    <a:pt x="265901" y="183935"/>
                    <a:pt x="269804" y="182742"/>
                    <a:pt x="272911" y="181707"/>
                  </a:cubicBezTo>
                  <a:cubicBezTo>
                    <a:pt x="275938" y="180673"/>
                    <a:pt x="279283" y="179242"/>
                    <a:pt x="282868" y="177332"/>
                  </a:cubicBezTo>
                  <a:cubicBezTo>
                    <a:pt x="286532" y="175423"/>
                    <a:pt x="288921" y="173435"/>
                    <a:pt x="290036" y="171366"/>
                  </a:cubicBezTo>
                  <a:cubicBezTo>
                    <a:pt x="292107" y="168185"/>
                    <a:pt x="294338" y="167310"/>
                    <a:pt x="296807" y="168662"/>
                  </a:cubicBezTo>
                  <a:cubicBezTo>
                    <a:pt x="297922" y="169298"/>
                    <a:pt x="298719" y="170332"/>
                    <a:pt x="299037" y="171526"/>
                  </a:cubicBezTo>
                  <a:cubicBezTo>
                    <a:pt x="299356" y="172798"/>
                    <a:pt x="299037" y="174151"/>
                    <a:pt x="298002" y="175582"/>
                  </a:cubicBezTo>
                  <a:cubicBezTo>
                    <a:pt x="296966" y="177094"/>
                    <a:pt x="295134" y="178128"/>
                    <a:pt x="292426" y="178844"/>
                  </a:cubicBezTo>
                  <a:cubicBezTo>
                    <a:pt x="287886" y="180196"/>
                    <a:pt x="281513" y="182662"/>
                    <a:pt x="273229" y="186162"/>
                  </a:cubicBezTo>
                  <a:cubicBezTo>
                    <a:pt x="264945" y="189662"/>
                    <a:pt x="259768" y="191810"/>
                    <a:pt x="257776" y="192764"/>
                  </a:cubicBezTo>
                  <a:cubicBezTo>
                    <a:pt x="247820" y="197060"/>
                    <a:pt x="239854" y="199605"/>
                    <a:pt x="233960" y="200560"/>
                  </a:cubicBezTo>
                  <a:cubicBezTo>
                    <a:pt x="228304" y="201674"/>
                    <a:pt x="219383" y="201435"/>
                    <a:pt x="207116" y="199844"/>
                  </a:cubicBezTo>
                  <a:cubicBezTo>
                    <a:pt x="204886" y="199446"/>
                    <a:pt x="203850" y="199605"/>
                    <a:pt x="204089" y="200560"/>
                  </a:cubicBezTo>
                  <a:cubicBezTo>
                    <a:pt x="204328" y="201435"/>
                    <a:pt x="206240" y="203583"/>
                    <a:pt x="209904" y="207003"/>
                  </a:cubicBezTo>
                  <a:cubicBezTo>
                    <a:pt x="215560" y="212174"/>
                    <a:pt x="223127" y="214719"/>
                    <a:pt x="232606" y="214481"/>
                  </a:cubicBezTo>
                  <a:cubicBezTo>
                    <a:pt x="236509" y="214242"/>
                    <a:pt x="240571" y="213446"/>
                    <a:pt x="244872" y="212094"/>
                  </a:cubicBezTo>
                  <a:cubicBezTo>
                    <a:pt x="249174" y="210742"/>
                    <a:pt x="253236" y="209151"/>
                    <a:pt x="257059" y="207321"/>
                  </a:cubicBezTo>
                  <a:cubicBezTo>
                    <a:pt x="260963" y="205492"/>
                    <a:pt x="264706" y="203583"/>
                    <a:pt x="268450" y="201355"/>
                  </a:cubicBezTo>
                  <a:cubicBezTo>
                    <a:pt x="272194" y="199287"/>
                    <a:pt x="275619" y="197299"/>
                    <a:pt x="278646" y="195628"/>
                  </a:cubicBezTo>
                  <a:cubicBezTo>
                    <a:pt x="281752" y="193958"/>
                    <a:pt x="284461" y="192605"/>
                    <a:pt x="287010" y="191571"/>
                  </a:cubicBezTo>
                  <a:cubicBezTo>
                    <a:pt x="289479" y="190537"/>
                    <a:pt x="291470" y="190219"/>
                    <a:pt x="292904" y="190696"/>
                  </a:cubicBezTo>
                  <a:cubicBezTo>
                    <a:pt x="294417" y="191173"/>
                    <a:pt x="295373" y="192367"/>
                    <a:pt x="295851" y="194435"/>
                  </a:cubicBezTo>
                  <a:cubicBezTo>
                    <a:pt x="295851" y="194912"/>
                    <a:pt x="295692" y="195389"/>
                    <a:pt x="295453" y="195946"/>
                  </a:cubicBezTo>
                  <a:cubicBezTo>
                    <a:pt x="295294" y="196503"/>
                    <a:pt x="294816" y="197060"/>
                    <a:pt x="294099" y="197696"/>
                  </a:cubicBezTo>
                  <a:cubicBezTo>
                    <a:pt x="293462" y="198253"/>
                    <a:pt x="292745" y="198730"/>
                    <a:pt x="292107" y="199208"/>
                  </a:cubicBezTo>
                  <a:cubicBezTo>
                    <a:pt x="291391" y="199605"/>
                    <a:pt x="290435" y="200162"/>
                    <a:pt x="289240" y="200878"/>
                  </a:cubicBezTo>
                  <a:cubicBezTo>
                    <a:pt x="287965" y="201514"/>
                    <a:pt x="286930" y="202071"/>
                    <a:pt x="286133" y="202389"/>
                  </a:cubicBezTo>
                  <a:cubicBezTo>
                    <a:pt x="285337" y="202708"/>
                    <a:pt x="284222" y="203344"/>
                    <a:pt x="282788" y="204060"/>
                  </a:cubicBezTo>
                  <a:cubicBezTo>
                    <a:pt x="281274" y="204855"/>
                    <a:pt x="280239" y="205412"/>
                    <a:pt x="279522" y="205651"/>
                  </a:cubicBezTo>
                  <a:cubicBezTo>
                    <a:pt x="273150" y="208833"/>
                    <a:pt x="265503" y="213765"/>
                    <a:pt x="256582" y="220526"/>
                  </a:cubicBezTo>
                  <a:cubicBezTo>
                    <a:pt x="247660" y="227367"/>
                    <a:pt x="240093" y="232219"/>
                    <a:pt x="233960" y="235163"/>
                  </a:cubicBezTo>
                  <a:cubicBezTo>
                    <a:pt x="227906" y="238106"/>
                    <a:pt x="222330" y="238185"/>
                    <a:pt x="217312" y="235481"/>
                  </a:cubicBezTo>
                  <a:cubicBezTo>
                    <a:pt x="212612" y="233015"/>
                    <a:pt x="205443" y="224742"/>
                    <a:pt x="195965" y="210742"/>
                  </a:cubicBezTo>
                  <a:cubicBezTo>
                    <a:pt x="190946" y="203742"/>
                    <a:pt x="188158" y="201196"/>
                    <a:pt x="187441" y="203264"/>
                  </a:cubicBezTo>
                  <a:cubicBezTo>
                    <a:pt x="187203" y="203901"/>
                    <a:pt x="187123" y="205094"/>
                    <a:pt x="187123" y="206685"/>
                  </a:cubicBezTo>
                  <a:cubicBezTo>
                    <a:pt x="187123" y="212333"/>
                    <a:pt x="185450" y="218696"/>
                    <a:pt x="182025" y="225856"/>
                  </a:cubicBezTo>
                  <a:cubicBezTo>
                    <a:pt x="178600" y="232935"/>
                    <a:pt x="175254" y="239219"/>
                    <a:pt x="171989" y="244629"/>
                  </a:cubicBezTo>
                  <a:cubicBezTo>
                    <a:pt x="168723" y="250038"/>
                    <a:pt x="166333" y="256640"/>
                    <a:pt x="164820" y="264356"/>
                  </a:cubicBezTo>
                  <a:cubicBezTo>
                    <a:pt x="163386" y="271992"/>
                    <a:pt x="164660" y="279152"/>
                    <a:pt x="168802" y="285674"/>
                  </a:cubicBezTo>
                  <a:cubicBezTo>
                    <a:pt x="163545" y="287027"/>
                    <a:pt x="156456" y="297209"/>
                    <a:pt x="147535" y="316220"/>
                  </a:cubicBezTo>
                  <a:cubicBezTo>
                    <a:pt x="138613" y="335232"/>
                    <a:pt x="133197" y="351141"/>
                    <a:pt x="131365" y="364028"/>
                  </a:cubicBezTo>
                  <a:cubicBezTo>
                    <a:pt x="130966" y="368164"/>
                    <a:pt x="130807" y="375960"/>
                    <a:pt x="130887" y="387494"/>
                  </a:cubicBezTo>
                  <a:cubicBezTo>
                    <a:pt x="130966" y="399028"/>
                    <a:pt x="130409" y="405710"/>
                    <a:pt x="129055" y="407460"/>
                  </a:cubicBezTo>
                  <a:cubicBezTo>
                    <a:pt x="127223" y="412949"/>
                    <a:pt x="123957" y="413267"/>
                    <a:pt x="119178" y="408494"/>
                  </a:cubicBezTo>
                  <a:cubicBezTo>
                    <a:pt x="111929" y="401494"/>
                    <a:pt x="107867" y="390835"/>
                    <a:pt x="106911" y="376596"/>
                  </a:cubicBezTo>
                  <a:cubicBezTo>
                    <a:pt x="106513" y="370312"/>
                    <a:pt x="106911" y="363948"/>
                    <a:pt x="108265" y="357584"/>
                  </a:cubicBezTo>
                  <a:cubicBezTo>
                    <a:pt x="109221" y="353289"/>
                    <a:pt x="109061" y="351300"/>
                    <a:pt x="107946" y="351459"/>
                  </a:cubicBezTo>
                  <a:lnTo>
                    <a:pt x="106592" y="353209"/>
                  </a:lnTo>
                  <a:cubicBezTo>
                    <a:pt x="98467" y="367925"/>
                    <a:pt x="99583" y="386698"/>
                    <a:pt x="110017" y="409528"/>
                  </a:cubicBezTo>
                  <a:cubicBezTo>
                    <a:pt x="111133" y="412233"/>
                    <a:pt x="113920" y="415415"/>
                    <a:pt x="118461" y="418994"/>
                  </a:cubicBezTo>
                  <a:cubicBezTo>
                    <a:pt x="123001" y="422653"/>
                    <a:pt x="125709" y="424881"/>
                    <a:pt x="126665" y="425835"/>
                  </a:cubicBezTo>
                  <a:cubicBezTo>
                    <a:pt x="131205" y="431006"/>
                    <a:pt x="142915" y="441267"/>
                    <a:pt x="161952" y="456540"/>
                  </a:cubicBezTo>
                  <a:cubicBezTo>
                    <a:pt x="180989" y="471733"/>
                    <a:pt x="191504" y="480404"/>
                    <a:pt x="193575" y="482472"/>
                  </a:cubicBezTo>
                  <a:cubicBezTo>
                    <a:pt x="197159" y="485813"/>
                    <a:pt x="199151" y="490188"/>
                    <a:pt x="199549" y="495359"/>
                  </a:cubicBezTo>
                  <a:cubicBezTo>
                    <a:pt x="199868" y="500529"/>
                    <a:pt x="198274" y="505381"/>
                    <a:pt x="194770" y="509916"/>
                  </a:cubicBezTo>
                  <a:cubicBezTo>
                    <a:pt x="191265" y="514450"/>
                    <a:pt x="186087" y="517075"/>
                    <a:pt x="179317" y="517711"/>
                  </a:cubicBezTo>
                  <a:cubicBezTo>
                    <a:pt x="181149" y="521132"/>
                    <a:pt x="184415" y="526143"/>
                    <a:pt x="189194" y="532825"/>
                  </a:cubicBezTo>
                  <a:cubicBezTo>
                    <a:pt x="193893" y="539507"/>
                    <a:pt x="197080" y="545632"/>
                    <a:pt x="198673" y="551121"/>
                  </a:cubicBezTo>
                  <a:cubicBezTo>
                    <a:pt x="200266" y="556689"/>
                    <a:pt x="201062" y="564643"/>
                    <a:pt x="201062" y="575064"/>
                  </a:cubicBezTo>
                  <a:cubicBezTo>
                    <a:pt x="211497" y="569655"/>
                    <a:pt x="212294" y="559234"/>
                    <a:pt x="203452" y="543882"/>
                  </a:cubicBezTo>
                  <a:cubicBezTo>
                    <a:pt x="202496" y="542052"/>
                    <a:pt x="201301" y="540223"/>
                    <a:pt x="199868" y="538393"/>
                  </a:cubicBezTo>
                  <a:cubicBezTo>
                    <a:pt x="198354" y="536643"/>
                    <a:pt x="197319" y="535291"/>
                    <a:pt x="196602" y="534336"/>
                  </a:cubicBezTo>
                  <a:cubicBezTo>
                    <a:pt x="195965" y="533461"/>
                    <a:pt x="195726" y="532745"/>
                    <a:pt x="195965" y="532348"/>
                  </a:cubicBezTo>
                  <a:cubicBezTo>
                    <a:pt x="196602" y="531234"/>
                    <a:pt x="198115" y="530120"/>
                    <a:pt x="200345" y="529086"/>
                  </a:cubicBezTo>
                  <a:cubicBezTo>
                    <a:pt x="202655" y="528052"/>
                    <a:pt x="204886" y="528370"/>
                    <a:pt x="207196" y="529961"/>
                  </a:cubicBezTo>
                  <a:cubicBezTo>
                    <a:pt x="217551" y="541734"/>
                    <a:pt x="236349" y="545791"/>
                    <a:pt x="263591" y="542132"/>
                  </a:cubicBezTo>
                  <a:cubicBezTo>
                    <a:pt x="293701" y="538791"/>
                    <a:pt x="313694" y="528927"/>
                    <a:pt x="323651" y="512620"/>
                  </a:cubicBezTo>
                  <a:cubicBezTo>
                    <a:pt x="328908" y="504029"/>
                    <a:pt x="332731" y="500688"/>
                    <a:pt x="335201" y="502438"/>
                  </a:cubicBezTo>
                  <a:cubicBezTo>
                    <a:pt x="337988" y="503790"/>
                    <a:pt x="339104" y="509677"/>
                    <a:pt x="338626" y="520098"/>
                  </a:cubicBezTo>
                  <a:cubicBezTo>
                    <a:pt x="338387" y="525745"/>
                    <a:pt x="335838" y="536166"/>
                    <a:pt x="330820" y="551280"/>
                  </a:cubicBezTo>
                  <a:cubicBezTo>
                    <a:pt x="328749" y="556530"/>
                    <a:pt x="328111" y="560746"/>
                    <a:pt x="328749" y="564007"/>
                  </a:cubicBezTo>
                  <a:cubicBezTo>
                    <a:pt x="329465" y="567348"/>
                    <a:pt x="332174" y="569098"/>
                    <a:pt x="336953" y="569337"/>
                  </a:cubicBezTo>
                  <a:cubicBezTo>
                    <a:pt x="337590" y="564962"/>
                    <a:pt x="339263" y="556291"/>
                    <a:pt x="341891" y="543166"/>
                  </a:cubicBezTo>
                  <a:cubicBezTo>
                    <a:pt x="344440" y="530041"/>
                    <a:pt x="346034" y="519859"/>
                    <a:pt x="346432" y="512620"/>
                  </a:cubicBezTo>
                  <a:cubicBezTo>
                    <a:pt x="346910" y="507927"/>
                    <a:pt x="346193" y="499575"/>
                    <a:pt x="344281" y="487722"/>
                  </a:cubicBezTo>
                  <a:cubicBezTo>
                    <a:pt x="342290" y="475870"/>
                    <a:pt x="341493" y="464892"/>
                    <a:pt x="341653" y="454870"/>
                  </a:cubicBezTo>
                  <a:cubicBezTo>
                    <a:pt x="341891" y="444767"/>
                    <a:pt x="344520" y="436812"/>
                    <a:pt x="349459" y="430926"/>
                  </a:cubicBezTo>
                  <a:cubicBezTo>
                    <a:pt x="352884" y="426869"/>
                    <a:pt x="358619" y="424801"/>
                    <a:pt x="366823" y="424801"/>
                  </a:cubicBezTo>
                  <a:cubicBezTo>
                    <a:pt x="366983" y="416449"/>
                    <a:pt x="370965" y="410483"/>
                    <a:pt x="378533" y="406824"/>
                  </a:cubicBezTo>
                  <a:cubicBezTo>
                    <a:pt x="386100" y="403244"/>
                    <a:pt x="394304" y="402051"/>
                    <a:pt x="403146" y="403244"/>
                  </a:cubicBezTo>
                  <a:cubicBezTo>
                    <a:pt x="411987" y="404517"/>
                    <a:pt x="418758" y="407062"/>
                    <a:pt x="423537" y="410880"/>
                  </a:cubicBezTo>
                  <a:cubicBezTo>
                    <a:pt x="423537" y="406824"/>
                    <a:pt x="417324" y="402051"/>
                    <a:pt x="404819" y="396642"/>
                  </a:cubicBezTo>
                  <a:cubicBezTo>
                    <a:pt x="405774" y="393301"/>
                    <a:pt x="406571" y="390198"/>
                    <a:pt x="407367" y="387335"/>
                  </a:cubicBezTo>
                  <a:cubicBezTo>
                    <a:pt x="408164" y="384471"/>
                    <a:pt x="408722" y="381528"/>
                    <a:pt x="409120" y="378505"/>
                  </a:cubicBezTo>
                  <a:cubicBezTo>
                    <a:pt x="409439" y="375482"/>
                    <a:pt x="409757" y="373016"/>
                    <a:pt x="410076" y="371187"/>
                  </a:cubicBezTo>
                  <a:cubicBezTo>
                    <a:pt x="410474" y="369437"/>
                    <a:pt x="410474" y="366891"/>
                    <a:pt x="410235" y="363550"/>
                  </a:cubicBezTo>
                  <a:cubicBezTo>
                    <a:pt x="410076" y="360289"/>
                    <a:pt x="409916" y="358062"/>
                    <a:pt x="409916" y="356948"/>
                  </a:cubicBezTo>
                  <a:cubicBezTo>
                    <a:pt x="409916" y="355834"/>
                    <a:pt x="409518" y="353368"/>
                    <a:pt x="408722" y="349471"/>
                  </a:cubicBezTo>
                  <a:cubicBezTo>
                    <a:pt x="407925" y="345652"/>
                    <a:pt x="407527" y="343346"/>
                    <a:pt x="407367" y="342550"/>
                  </a:cubicBezTo>
                  <a:cubicBezTo>
                    <a:pt x="407288" y="341755"/>
                    <a:pt x="406730" y="338891"/>
                    <a:pt x="405695" y="334039"/>
                  </a:cubicBezTo>
                  <a:cubicBezTo>
                    <a:pt x="404659" y="329186"/>
                    <a:pt x="404022" y="326164"/>
                    <a:pt x="403863" y="325050"/>
                  </a:cubicBezTo>
                  <a:cubicBezTo>
                    <a:pt x="401553" y="314232"/>
                    <a:pt x="396216" y="302538"/>
                    <a:pt x="387852" y="290129"/>
                  </a:cubicBezTo>
                  <a:cubicBezTo>
                    <a:pt x="379488" y="277720"/>
                    <a:pt x="371284" y="269208"/>
                    <a:pt x="363398" y="264674"/>
                  </a:cubicBezTo>
                  <a:cubicBezTo>
                    <a:pt x="368815" y="269208"/>
                    <a:pt x="375267" y="278595"/>
                    <a:pt x="382754" y="292834"/>
                  </a:cubicBezTo>
                  <a:cubicBezTo>
                    <a:pt x="402429" y="329504"/>
                    <a:pt x="408562" y="360925"/>
                    <a:pt x="401075" y="387176"/>
                  </a:cubicBezTo>
                  <a:cubicBezTo>
                    <a:pt x="398605" y="396244"/>
                    <a:pt x="392950" y="400937"/>
                    <a:pt x="384108" y="401414"/>
                  </a:cubicBezTo>
                  <a:cubicBezTo>
                    <a:pt x="377099" y="402289"/>
                    <a:pt x="372718" y="400221"/>
                    <a:pt x="371045" y="395130"/>
                  </a:cubicBezTo>
                  <a:cubicBezTo>
                    <a:pt x="369372" y="390039"/>
                    <a:pt x="368416" y="380573"/>
                    <a:pt x="368337" y="366812"/>
                  </a:cubicBezTo>
                  <a:cubicBezTo>
                    <a:pt x="368177" y="352971"/>
                    <a:pt x="366903" y="340880"/>
                    <a:pt x="364434" y="330459"/>
                  </a:cubicBezTo>
                  <a:cubicBezTo>
                    <a:pt x="362363" y="321709"/>
                    <a:pt x="360212" y="313834"/>
                    <a:pt x="357822" y="307072"/>
                  </a:cubicBezTo>
                  <a:cubicBezTo>
                    <a:pt x="355433" y="300311"/>
                    <a:pt x="353202" y="295140"/>
                    <a:pt x="351211" y="291640"/>
                  </a:cubicBezTo>
                  <a:cubicBezTo>
                    <a:pt x="349140" y="288140"/>
                    <a:pt x="347388" y="285356"/>
                    <a:pt x="345874" y="283368"/>
                  </a:cubicBezTo>
                  <a:cubicBezTo>
                    <a:pt x="344440" y="281299"/>
                    <a:pt x="342927" y="279629"/>
                    <a:pt x="341493" y="278277"/>
                  </a:cubicBezTo>
                  <a:cubicBezTo>
                    <a:pt x="340059" y="276845"/>
                    <a:pt x="339183" y="276129"/>
                    <a:pt x="338944" y="275890"/>
                  </a:cubicBezTo>
                  <a:cubicBezTo>
                    <a:pt x="335758" y="261890"/>
                    <a:pt x="332253" y="250197"/>
                    <a:pt x="328430" y="240890"/>
                  </a:cubicBezTo>
                  <a:cubicBezTo>
                    <a:pt x="324527" y="231663"/>
                    <a:pt x="321261" y="225299"/>
                    <a:pt x="318393" y="221958"/>
                  </a:cubicBezTo>
                  <a:cubicBezTo>
                    <a:pt x="315526" y="218537"/>
                    <a:pt x="312897" y="214799"/>
                    <a:pt x="310428" y="210742"/>
                  </a:cubicBezTo>
                  <a:cubicBezTo>
                    <a:pt x="307879" y="206685"/>
                    <a:pt x="306206" y="202151"/>
                    <a:pt x="305330" y="197139"/>
                  </a:cubicBezTo>
                  <a:cubicBezTo>
                    <a:pt x="304374" y="192446"/>
                    <a:pt x="305091" y="186401"/>
                    <a:pt x="307321" y="179003"/>
                  </a:cubicBezTo>
                  <a:cubicBezTo>
                    <a:pt x="309631" y="171685"/>
                    <a:pt x="310109" y="166037"/>
                    <a:pt x="308915" y="162219"/>
                  </a:cubicBezTo>
                  <a:cubicBezTo>
                    <a:pt x="307640" y="158400"/>
                    <a:pt x="302622" y="155537"/>
                    <a:pt x="293780" y="153707"/>
                  </a:cubicBezTo>
                  <a:cubicBezTo>
                    <a:pt x="290355" y="153071"/>
                    <a:pt x="285337" y="151003"/>
                    <a:pt x="278646" y="147662"/>
                  </a:cubicBezTo>
                  <a:cubicBezTo>
                    <a:pt x="271955" y="144241"/>
                    <a:pt x="267972" y="142412"/>
                    <a:pt x="266618" y="142173"/>
                  </a:cubicBezTo>
                  <a:cubicBezTo>
                    <a:pt x="264786" y="141934"/>
                    <a:pt x="263511" y="139071"/>
                    <a:pt x="262874" y="133343"/>
                  </a:cubicBezTo>
                  <a:cubicBezTo>
                    <a:pt x="262157" y="127695"/>
                    <a:pt x="263113" y="121968"/>
                    <a:pt x="265583" y="116082"/>
                  </a:cubicBezTo>
                  <a:cubicBezTo>
                    <a:pt x="268052" y="110195"/>
                    <a:pt x="272114" y="107173"/>
                    <a:pt x="277770" y="106934"/>
                  </a:cubicBezTo>
                  <a:cubicBezTo>
                    <a:pt x="286213" y="106218"/>
                    <a:pt x="291948" y="109638"/>
                    <a:pt x="295134" y="117116"/>
                  </a:cubicBezTo>
                  <a:cubicBezTo>
                    <a:pt x="298321" y="124593"/>
                    <a:pt x="298719" y="131116"/>
                    <a:pt x="296488" y="136764"/>
                  </a:cubicBezTo>
                  <a:cubicBezTo>
                    <a:pt x="294019" y="141059"/>
                    <a:pt x="293780" y="144082"/>
                    <a:pt x="295851" y="145752"/>
                  </a:cubicBezTo>
                  <a:cubicBezTo>
                    <a:pt x="297843" y="147423"/>
                    <a:pt x="301268" y="147503"/>
                    <a:pt x="305967" y="145912"/>
                  </a:cubicBezTo>
                  <a:cubicBezTo>
                    <a:pt x="308915" y="145037"/>
                    <a:pt x="310428" y="140980"/>
                    <a:pt x="310428" y="133741"/>
                  </a:cubicBezTo>
                  <a:lnTo>
                    <a:pt x="310428" y="121173"/>
                  </a:lnTo>
                  <a:cubicBezTo>
                    <a:pt x="309313" y="114411"/>
                    <a:pt x="307720" y="108763"/>
                    <a:pt x="305808" y="104229"/>
                  </a:cubicBezTo>
                  <a:cubicBezTo>
                    <a:pt x="303896" y="99695"/>
                    <a:pt x="301507" y="96195"/>
                    <a:pt x="298719" y="93888"/>
                  </a:cubicBezTo>
                  <a:cubicBezTo>
                    <a:pt x="295851" y="91502"/>
                    <a:pt x="293223" y="89752"/>
                    <a:pt x="290753" y="88797"/>
                  </a:cubicBezTo>
                  <a:cubicBezTo>
                    <a:pt x="288204" y="87763"/>
                    <a:pt x="285178" y="86888"/>
                    <a:pt x="281513" y="86252"/>
                  </a:cubicBezTo>
                  <a:close/>
                  <a:moveTo>
                    <a:pt x="295134" y="34626"/>
                  </a:moveTo>
                  <a:cubicBezTo>
                    <a:pt x="293143" y="34865"/>
                    <a:pt x="291789" y="35740"/>
                    <a:pt x="291231" y="37172"/>
                  </a:cubicBezTo>
                  <a:cubicBezTo>
                    <a:pt x="290674" y="38683"/>
                    <a:pt x="290594" y="40115"/>
                    <a:pt x="290913" y="41626"/>
                  </a:cubicBezTo>
                  <a:cubicBezTo>
                    <a:pt x="291231" y="43058"/>
                    <a:pt x="291152" y="44490"/>
                    <a:pt x="290753" y="45842"/>
                  </a:cubicBezTo>
                  <a:cubicBezTo>
                    <a:pt x="290514" y="46717"/>
                    <a:pt x="289797" y="47911"/>
                    <a:pt x="288682" y="49422"/>
                  </a:cubicBezTo>
                  <a:cubicBezTo>
                    <a:pt x="287567" y="50854"/>
                    <a:pt x="286850" y="51888"/>
                    <a:pt x="286691" y="52445"/>
                  </a:cubicBezTo>
                  <a:cubicBezTo>
                    <a:pt x="286452" y="53001"/>
                    <a:pt x="286771" y="53956"/>
                    <a:pt x="287647" y="55308"/>
                  </a:cubicBezTo>
                  <a:cubicBezTo>
                    <a:pt x="288603" y="56024"/>
                    <a:pt x="289479" y="56024"/>
                    <a:pt x="290355" y="55308"/>
                  </a:cubicBezTo>
                  <a:cubicBezTo>
                    <a:pt x="291311" y="54672"/>
                    <a:pt x="292506" y="53638"/>
                    <a:pt x="294099" y="52286"/>
                  </a:cubicBezTo>
                  <a:cubicBezTo>
                    <a:pt x="295692" y="50933"/>
                    <a:pt x="297444" y="49899"/>
                    <a:pt x="299197" y="49183"/>
                  </a:cubicBezTo>
                  <a:cubicBezTo>
                    <a:pt x="299436" y="49024"/>
                    <a:pt x="300471" y="48865"/>
                    <a:pt x="302303" y="48865"/>
                  </a:cubicBezTo>
                  <a:cubicBezTo>
                    <a:pt x="304056" y="48865"/>
                    <a:pt x="305808" y="48626"/>
                    <a:pt x="307401" y="48229"/>
                  </a:cubicBezTo>
                  <a:cubicBezTo>
                    <a:pt x="308994" y="47751"/>
                    <a:pt x="309950" y="46956"/>
                    <a:pt x="310428" y="45842"/>
                  </a:cubicBezTo>
                  <a:cubicBezTo>
                    <a:pt x="310428" y="45365"/>
                    <a:pt x="310109" y="44808"/>
                    <a:pt x="309552" y="44172"/>
                  </a:cubicBezTo>
                  <a:cubicBezTo>
                    <a:pt x="308994" y="43456"/>
                    <a:pt x="307959" y="42660"/>
                    <a:pt x="306525" y="41785"/>
                  </a:cubicBezTo>
                  <a:cubicBezTo>
                    <a:pt x="305011" y="40910"/>
                    <a:pt x="303976" y="40195"/>
                    <a:pt x="303259" y="39717"/>
                  </a:cubicBezTo>
                  <a:cubicBezTo>
                    <a:pt x="299914" y="36297"/>
                    <a:pt x="297205" y="34626"/>
                    <a:pt x="295134" y="34626"/>
                  </a:cubicBezTo>
                  <a:close/>
                  <a:moveTo>
                    <a:pt x="247262" y="24"/>
                  </a:moveTo>
                  <a:cubicBezTo>
                    <a:pt x="259210" y="-215"/>
                    <a:pt x="271238" y="1376"/>
                    <a:pt x="283266" y="4637"/>
                  </a:cubicBezTo>
                  <a:cubicBezTo>
                    <a:pt x="295294" y="7899"/>
                    <a:pt x="305330" y="12592"/>
                    <a:pt x="313455" y="18717"/>
                  </a:cubicBezTo>
                  <a:cubicBezTo>
                    <a:pt x="326439" y="28183"/>
                    <a:pt x="336794" y="41945"/>
                    <a:pt x="344600" y="59922"/>
                  </a:cubicBezTo>
                  <a:cubicBezTo>
                    <a:pt x="352406" y="77899"/>
                    <a:pt x="355751" y="94604"/>
                    <a:pt x="354636" y="109957"/>
                  </a:cubicBezTo>
                  <a:cubicBezTo>
                    <a:pt x="353441" y="131434"/>
                    <a:pt x="356867" y="155616"/>
                    <a:pt x="364752" y="182582"/>
                  </a:cubicBezTo>
                  <a:cubicBezTo>
                    <a:pt x="372479" y="208117"/>
                    <a:pt x="387534" y="232776"/>
                    <a:pt x="409996" y="256481"/>
                  </a:cubicBezTo>
                  <a:cubicBezTo>
                    <a:pt x="422422" y="269845"/>
                    <a:pt x="433653" y="288300"/>
                    <a:pt x="443770" y="311845"/>
                  </a:cubicBezTo>
                  <a:cubicBezTo>
                    <a:pt x="453806" y="335311"/>
                    <a:pt x="460577" y="356948"/>
                    <a:pt x="464002" y="376596"/>
                  </a:cubicBezTo>
                  <a:cubicBezTo>
                    <a:pt x="465754" y="387732"/>
                    <a:pt x="466391" y="397278"/>
                    <a:pt x="465675" y="405312"/>
                  </a:cubicBezTo>
                  <a:cubicBezTo>
                    <a:pt x="464958" y="413346"/>
                    <a:pt x="463604" y="419630"/>
                    <a:pt x="461612" y="424085"/>
                  </a:cubicBezTo>
                  <a:cubicBezTo>
                    <a:pt x="459541" y="428619"/>
                    <a:pt x="457311" y="431085"/>
                    <a:pt x="454842" y="431562"/>
                  </a:cubicBezTo>
                  <a:cubicBezTo>
                    <a:pt x="452532" y="432040"/>
                    <a:pt x="449903" y="434187"/>
                    <a:pt x="446796" y="438006"/>
                  </a:cubicBezTo>
                  <a:cubicBezTo>
                    <a:pt x="443770" y="441824"/>
                    <a:pt x="440743" y="445881"/>
                    <a:pt x="437636" y="450017"/>
                  </a:cubicBezTo>
                  <a:cubicBezTo>
                    <a:pt x="434609" y="454233"/>
                    <a:pt x="429989" y="458051"/>
                    <a:pt x="423936" y="461392"/>
                  </a:cubicBezTo>
                  <a:cubicBezTo>
                    <a:pt x="417802" y="464813"/>
                    <a:pt x="410872" y="466404"/>
                    <a:pt x="403146" y="466165"/>
                  </a:cubicBezTo>
                  <a:cubicBezTo>
                    <a:pt x="399083" y="465926"/>
                    <a:pt x="395499" y="465370"/>
                    <a:pt x="392472" y="464495"/>
                  </a:cubicBezTo>
                  <a:cubicBezTo>
                    <a:pt x="389445" y="463620"/>
                    <a:pt x="386896" y="462029"/>
                    <a:pt x="384825" y="459881"/>
                  </a:cubicBezTo>
                  <a:cubicBezTo>
                    <a:pt x="382754" y="457733"/>
                    <a:pt x="381241" y="455983"/>
                    <a:pt x="380285" y="454631"/>
                  </a:cubicBezTo>
                  <a:cubicBezTo>
                    <a:pt x="379249" y="453279"/>
                    <a:pt x="377895" y="450972"/>
                    <a:pt x="376302" y="447710"/>
                  </a:cubicBezTo>
                  <a:cubicBezTo>
                    <a:pt x="374789" y="444449"/>
                    <a:pt x="373753" y="442222"/>
                    <a:pt x="373275" y="441108"/>
                  </a:cubicBezTo>
                  <a:cubicBezTo>
                    <a:pt x="368337" y="432676"/>
                    <a:pt x="363637" y="429335"/>
                    <a:pt x="359336" y="430926"/>
                  </a:cubicBezTo>
                  <a:cubicBezTo>
                    <a:pt x="355035" y="432517"/>
                    <a:pt x="351848" y="438006"/>
                    <a:pt x="349857" y="447551"/>
                  </a:cubicBezTo>
                  <a:cubicBezTo>
                    <a:pt x="347786" y="457017"/>
                    <a:pt x="348582" y="467995"/>
                    <a:pt x="352247" y="480404"/>
                  </a:cubicBezTo>
                  <a:cubicBezTo>
                    <a:pt x="356787" y="496234"/>
                    <a:pt x="356867" y="518347"/>
                    <a:pt x="352565" y="546586"/>
                  </a:cubicBezTo>
                  <a:cubicBezTo>
                    <a:pt x="350335" y="561302"/>
                    <a:pt x="352326" y="572678"/>
                    <a:pt x="358699" y="580632"/>
                  </a:cubicBezTo>
                  <a:cubicBezTo>
                    <a:pt x="364991" y="588666"/>
                    <a:pt x="373275" y="592405"/>
                    <a:pt x="383471" y="591848"/>
                  </a:cubicBezTo>
                  <a:cubicBezTo>
                    <a:pt x="393667" y="591291"/>
                    <a:pt x="403305" y="587314"/>
                    <a:pt x="412386" y="579837"/>
                  </a:cubicBezTo>
                  <a:cubicBezTo>
                    <a:pt x="425688" y="568700"/>
                    <a:pt x="435884" y="561223"/>
                    <a:pt x="442734" y="557246"/>
                  </a:cubicBezTo>
                  <a:cubicBezTo>
                    <a:pt x="449664" y="553268"/>
                    <a:pt x="461373" y="548496"/>
                    <a:pt x="477941" y="542848"/>
                  </a:cubicBezTo>
                  <a:cubicBezTo>
                    <a:pt x="489890" y="538791"/>
                    <a:pt x="498651" y="534654"/>
                    <a:pt x="504068" y="530438"/>
                  </a:cubicBezTo>
                  <a:cubicBezTo>
                    <a:pt x="509485" y="526302"/>
                    <a:pt x="511635" y="522404"/>
                    <a:pt x="510361" y="518745"/>
                  </a:cubicBezTo>
                  <a:cubicBezTo>
                    <a:pt x="509086" y="515166"/>
                    <a:pt x="506298" y="511904"/>
                    <a:pt x="501838" y="509120"/>
                  </a:cubicBezTo>
                  <a:cubicBezTo>
                    <a:pt x="497457" y="506256"/>
                    <a:pt x="491642" y="503631"/>
                    <a:pt x="484393" y="501086"/>
                  </a:cubicBezTo>
                  <a:cubicBezTo>
                    <a:pt x="476906" y="498620"/>
                    <a:pt x="471330" y="493211"/>
                    <a:pt x="467586" y="484858"/>
                  </a:cubicBezTo>
                  <a:cubicBezTo>
                    <a:pt x="463843" y="476506"/>
                    <a:pt x="462090" y="468313"/>
                    <a:pt x="462488" y="460199"/>
                  </a:cubicBezTo>
                  <a:cubicBezTo>
                    <a:pt x="462807" y="452244"/>
                    <a:pt x="464559" y="446835"/>
                    <a:pt x="467746" y="444131"/>
                  </a:cubicBezTo>
                  <a:cubicBezTo>
                    <a:pt x="467985" y="451131"/>
                    <a:pt x="468861" y="457495"/>
                    <a:pt x="470454" y="463301"/>
                  </a:cubicBezTo>
                  <a:cubicBezTo>
                    <a:pt x="472047" y="469029"/>
                    <a:pt x="473640" y="473642"/>
                    <a:pt x="475392" y="477063"/>
                  </a:cubicBezTo>
                  <a:cubicBezTo>
                    <a:pt x="477065" y="480404"/>
                    <a:pt x="479375" y="483665"/>
                    <a:pt x="482322" y="486688"/>
                  </a:cubicBezTo>
                  <a:cubicBezTo>
                    <a:pt x="485270" y="489711"/>
                    <a:pt x="487659" y="491938"/>
                    <a:pt x="489491" y="493131"/>
                  </a:cubicBezTo>
                  <a:cubicBezTo>
                    <a:pt x="491244" y="494404"/>
                    <a:pt x="493713" y="495836"/>
                    <a:pt x="496740" y="497586"/>
                  </a:cubicBezTo>
                  <a:cubicBezTo>
                    <a:pt x="499846" y="499256"/>
                    <a:pt x="501678" y="500370"/>
                    <a:pt x="502395" y="500768"/>
                  </a:cubicBezTo>
                  <a:cubicBezTo>
                    <a:pt x="506936" y="503472"/>
                    <a:pt x="510440" y="506256"/>
                    <a:pt x="512910" y="509120"/>
                  </a:cubicBezTo>
                  <a:cubicBezTo>
                    <a:pt x="515379" y="511904"/>
                    <a:pt x="516733" y="514609"/>
                    <a:pt x="516972" y="517234"/>
                  </a:cubicBezTo>
                  <a:cubicBezTo>
                    <a:pt x="517211" y="519859"/>
                    <a:pt x="516892" y="522325"/>
                    <a:pt x="516096" y="524870"/>
                  </a:cubicBezTo>
                  <a:cubicBezTo>
                    <a:pt x="515299" y="527336"/>
                    <a:pt x="513547" y="529802"/>
                    <a:pt x="510839" y="532348"/>
                  </a:cubicBezTo>
                  <a:cubicBezTo>
                    <a:pt x="508130" y="534814"/>
                    <a:pt x="505502" y="537041"/>
                    <a:pt x="502873" y="538950"/>
                  </a:cubicBezTo>
                  <a:cubicBezTo>
                    <a:pt x="500245" y="540859"/>
                    <a:pt x="496899" y="542927"/>
                    <a:pt x="492677" y="545234"/>
                  </a:cubicBezTo>
                  <a:cubicBezTo>
                    <a:pt x="488456" y="547461"/>
                    <a:pt x="484951" y="549291"/>
                    <a:pt x="482004" y="550802"/>
                  </a:cubicBezTo>
                  <a:cubicBezTo>
                    <a:pt x="479057" y="552314"/>
                    <a:pt x="475392" y="554064"/>
                    <a:pt x="471091" y="556052"/>
                  </a:cubicBezTo>
                  <a:cubicBezTo>
                    <a:pt x="466790" y="558121"/>
                    <a:pt x="463763" y="559552"/>
                    <a:pt x="461931" y="560507"/>
                  </a:cubicBezTo>
                  <a:cubicBezTo>
                    <a:pt x="453328" y="564802"/>
                    <a:pt x="443610" y="571087"/>
                    <a:pt x="432857" y="579519"/>
                  </a:cubicBezTo>
                  <a:cubicBezTo>
                    <a:pt x="422104" y="587871"/>
                    <a:pt x="413581" y="595110"/>
                    <a:pt x="407208" y="601155"/>
                  </a:cubicBezTo>
                  <a:cubicBezTo>
                    <a:pt x="403385" y="604814"/>
                    <a:pt x="395658" y="607042"/>
                    <a:pt x="384108" y="607837"/>
                  </a:cubicBezTo>
                  <a:cubicBezTo>
                    <a:pt x="372558" y="608553"/>
                    <a:pt x="362522" y="606962"/>
                    <a:pt x="353919" y="602905"/>
                  </a:cubicBezTo>
                  <a:cubicBezTo>
                    <a:pt x="349857" y="600837"/>
                    <a:pt x="346511" y="598212"/>
                    <a:pt x="343883" y="594951"/>
                  </a:cubicBezTo>
                  <a:cubicBezTo>
                    <a:pt x="341254" y="591610"/>
                    <a:pt x="339422" y="588746"/>
                    <a:pt x="338307" y="586280"/>
                  </a:cubicBezTo>
                  <a:cubicBezTo>
                    <a:pt x="337112" y="583814"/>
                    <a:pt x="334643" y="581587"/>
                    <a:pt x="330820" y="579678"/>
                  </a:cubicBezTo>
                  <a:cubicBezTo>
                    <a:pt x="326916" y="577689"/>
                    <a:pt x="321659" y="576655"/>
                    <a:pt x="314809" y="576416"/>
                  </a:cubicBezTo>
                  <a:cubicBezTo>
                    <a:pt x="304852" y="576178"/>
                    <a:pt x="290116" y="576098"/>
                    <a:pt x="270680" y="576098"/>
                  </a:cubicBezTo>
                  <a:cubicBezTo>
                    <a:pt x="266379" y="576098"/>
                    <a:pt x="259927" y="576257"/>
                    <a:pt x="251324" y="576575"/>
                  </a:cubicBezTo>
                  <a:cubicBezTo>
                    <a:pt x="242722" y="576973"/>
                    <a:pt x="236110" y="577212"/>
                    <a:pt x="231570" y="577450"/>
                  </a:cubicBezTo>
                  <a:cubicBezTo>
                    <a:pt x="221613" y="577689"/>
                    <a:pt x="212612" y="579360"/>
                    <a:pt x="204567" y="582541"/>
                  </a:cubicBezTo>
                  <a:cubicBezTo>
                    <a:pt x="196522" y="585723"/>
                    <a:pt x="190468" y="589064"/>
                    <a:pt x="186406" y="592723"/>
                  </a:cubicBezTo>
                  <a:cubicBezTo>
                    <a:pt x="182344" y="596303"/>
                    <a:pt x="177405" y="599564"/>
                    <a:pt x="171670" y="602428"/>
                  </a:cubicBezTo>
                  <a:cubicBezTo>
                    <a:pt x="165855" y="605212"/>
                    <a:pt x="159801" y="606485"/>
                    <a:pt x="153509" y="606326"/>
                  </a:cubicBezTo>
                  <a:cubicBezTo>
                    <a:pt x="146897" y="606087"/>
                    <a:pt x="134312" y="602587"/>
                    <a:pt x="115752" y="595746"/>
                  </a:cubicBezTo>
                  <a:cubicBezTo>
                    <a:pt x="97193" y="588985"/>
                    <a:pt x="80625" y="584132"/>
                    <a:pt x="66207" y="581189"/>
                  </a:cubicBezTo>
                  <a:cubicBezTo>
                    <a:pt x="61826" y="580314"/>
                    <a:pt x="56091" y="579200"/>
                    <a:pt x="48843" y="577928"/>
                  </a:cubicBezTo>
                  <a:cubicBezTo>
                    <a:pt x="41594" y="576734"/>
                    <a:pt x="35939" y="575700"/>
                    <a:pt x="31876" y="574905"/>
                  </a:cubicBezTo>
                  <a:cubicBezTo>
                    <a:pt x="27814" y="574109"/>
                    <a:pt x="23274" y="573075"/>
                    <a:pt x="18415" y="571723"/>
                  </a:cubicBezTo>
                  <a:cubicBezTo>
                    <a:pt x="13556" y="570291"/>
                    <a:pt x="9812" y="568700"/>
                    <a:pt x="7024" y="566791"/>
                  </a:cubicBezTo>
                  <a:cubicBezTo>
                    <a:pt x="4316" y="564802"/>
                    <a:pt x="2404" y="562655"/>
                    <a:pt x="1289" y="560109"/>
                  </a:cubicBezTo>
                  <a:cubicBezTo>
                    <a:pt x="-1021" y="554939"/>
                    <a:pt x="-224" y="547461"/>
                    <a:pt x="3679" y="537598"/>
                  </a:cubicBezTo>
                  <a:cubicBezTo>
                    <a:pt x="7502" y="527734"/>
                    <a:pt x="9573" y="521609"/>
                    <a:pt x="9812" y="519063"/>
                  </a:cubicBezTo>
                  <a:cubicBezTo>
                    <a:pt x="9971" y="515484"/>
                    <a:pt x="9573" y="510950"/>
                    <a:pt x="8458" y="505540"/>
                  </a:cubicBezTo>
                  <a:cubicBezTo>
                    <a:pt x="7263" y="500131"/>
                    <a:pt x="6148" y="495279"/>
                    <a:pt x="5033" y="491143"/>
                  </a:cubicBezTo>
                  <a:cubicBezTo>
                    <a:pt x="3918" y="486927"/>
                    <a:pt x="3360" y="482790"/>
                    <a:pt x="3519" y="478733"/>
                  </a:cubicBezTo>
                  <a:cubicBezTo>
                    <a:pt x="3599" y="474677"/>
                    <a:pt x="4794" y="471574"/>
                    <a:pt x="7104" y="469586"/>
                  </a:cubicBezTo>
                  <a:cubicBezTo>
                    <a:pt x="10210" y="466881"/>
                    <a:pt x="16662" y="465290"/>
                    <a:pt x="26460" y="464813"/>
                  </a:cubicBezTo>
                  <a:cubicBezTo>
                    <a:pt x="36178" y="464336"/>
                    <a:pt x="42948" y="462983"/>
                    <a:pt x="46772" y="460756"/>
                  </a:cubicBezTo>
                  <a:cubicBezTo>
                    <a:pt x="53622" y="456699"/>
                    <a:pt x="58322" y="452722"/>
                    <a:pt x="61109" y="448904"/>
                  </a:cubicBezTo>
                  <a:cubicBezTo>
                    <a:pt x="63818" y="445006"/>
                    <a:pt x="65172" y="439278"/>
                    <a:pt x="65172" y="431562"/>
                  </a:cubicBezTo>
                  <a:cubicBezTo>
                    <a:pt x="69951" y="448108"/>
                    <a:pt x="66287" y="460040"/>
                    <a:pt x="54259" y="467517"/>
                  </a:cubicBezTo>
                  <a:cubicBezTo>
                    <a:pt x="47011" y="472052"/>
                    <a:pt x="37611" y="473722"/>
                    <a:pt x="26062" y="472608"/>
                  </a:cubicBezTo>
                  <a:cubicBezTo>
                    <a:pt x="18415" y="471972"/>
                    <a:pt x="13556" y="473086"/>
                    <a:pt x="11485" y="476029"/>
                  </a:cubicBezTo>
                  <a:cubicBezTo>
                    <a:pt x="8538" y="479449"/>
                    <a:pt x="9095" y="485893"/>
                    <a:pt x="13157" y="495359"/>
                  </a:cubicBezTo>
                  <a:cubicBezTo>
                    <a:pt x="13635" y="496711"/>
                    <a:pt x="14512" y="498779"/>
                    <a:pt x="15866" y="501484"/>
                  </a:cubicBezTo>
                  <a:cubicBezTo>
                    <a:pt x="17220" y="504188"/>
                    <a:pt x="18176" y="506177"/>
                    <a:pt x="18813" y="507529"/>
                  </a:cubicBezTo>
                  <a:cubicBezTo>
                    <a:pt x="19371" y="508961"/>
                    <a:pt x="19848" y="510870"/>
                    <a:pt x="20326" y="513336"/>
                  </a:cubicBezTo>
                  <a:cubicBezTo>
                    <a:pt x="20725" y="515802"/>
                    <a:pt x="20884" y="518347"/>
                    <a:pt x="20645" y="520813"/>
                  </a:cubicBezTo>
                  <a:cubicBezTo>
                    <a:pt x="20645" y="524154"/>
                    <a:pt x="18733" y="529723"/>
                    <a:pt x="14910" y="537439"/>
                  </a:cubicBezTo>
                  <a:cubicBezTo>
                    <a:pt x="11007" y="545075"/>
                    <a:pt x="9414" y="550564"/>
                    <a:pt x="10131" y="553666"/>
                  </a:cubicBezTo>
                  <a:cubicBezTo>
                    <a:pt x="10768" y="557564"/>
                    <a:pt x="14990" y="560507"/>
                    <a:pt x="22716" y="562496"/>
                  </a:cubicBezTo>
                  <a:cubicBezTo>
                    <a:pt x="27177" y="563848"/>
                    <a:pt x="36815" y="565996"/>
                    <a:pt x="51392" y="568780"/>
                  </a:cubicBezTo>
                  <a:cubicBezTo>
                    <a:pt x="65968" y="571644"/>
                    <a:pt x="77279" y="573950"/>
                    <a:pt x="85165" y="575780"/>
                  </a:cubicBezTo>
                  <a:cubicBezTo>
                    <a:pt x="90661" y="577132"/>
                    <a:pt x="99025" y="579598"/>
                    <a:pt x="110336" y="583178"/>
                  </a:cubicBezTo>
                  <a:cubicBezTo>
                    <a:pt x="121647" y="586837"/>
                    <a:pt x="130966" y="589462"/>
                    <a:pt x="138374" y="591053"/>
                  </a:cubicBezTo>
                  <a:cubicBezTo>
                    <a:pt x="145703" y="592564"/>
                    <a:pt x="151995" y="593041"/>
                    <a:pt x="157252" y="592405"/>
                  </a:cubicBezTo>
                  <a:cubicBezTo>
                    <a:pt x="166970" y="591053"/>
                    <a:pt x="174219" y="587871"/>
                    <a:pt x="179157" y="582860"/>
                  </a:cubicBezTo>
                  <a:cubicBezTo>
                    <a:pt x="184016" y="577928"/>
                    <a:pt x="186565" y="572439"/>
                    <a:pt x="186964" y="566632"/>
                  </a:cubicBezTo>
                  <a:cubicBezTo>
                    <a:pt x="187282" y="560746"/>
                    <a:pt x="186406" y="554064"/>
                    <a:pt x="184415" y="546746"/>
                  </a:cubicBezTo>
                  <a:cubicBezTo>
                    <a:pt x="182344" y="539427"/>
                    <a:pt x="180193" y="533541"/>
                    <a:pt x="177963" y="529086"/>
                  </a:cubicBezTo>
                  <a:cubicBezTo>
                    <a:pt x="175653" y="524711"/>
                    <a:pt x="173422" y="520575"/>
                    <a:pt x="171112" y="516757"/>
                  </a:cubicBezTo>
                  <a:cubicBezTo>
                    <a:pt x="143711" y="473722"/>
                    <a:pt x="124594" y="446358"/>
                    <a:pt x="113761" y="434585"/>
                  </a:cubicBezTo>
                  <a:cubicBezTo>
                    <a:pt x="98308" y="417880"/>
                    <a:pt x="85563" y="413346"/>
                    <a:pt x="75368" y="421062"/>
                  </a:cubicBezTo>
                  <a:cubicBezTo>
                    <a:pt x="72819" y="423051"/>
                    <a:pt x="71146" y="421380"/>
                    <a:pt x="70270" y="415971"/>
                  </a:cubicBezTo>
                  <a:cubicBezTo>
                    <a:pt x="69553" y="412392"/>
                    <a:pt x="69314" y="408096"/>
                    <a:pt x="69553" y="403085"/>
                  </a:cubicBezTo>
                  <a:cubicBezTo>
                    <a:pt x="69792" y="396562"/>
                    <a:pt x="70907" y="390596"/>
                    <a:pt x="72978" y="385426"/>
                  </a:cubicBezTo>
                  <a:cubicBezTo>
                    <a:pt x="74969" y="380255"/>
                    <a:pt x="77757" y="374925"/>
                    <a:pt x="81103" y="369516"/>
                  </a:cubicBezTo>
                  <a:cubicBezTo>
                    <a:pt x="84528" y="364028"/>
                    <a:pt x="86997" y="359334"/>
                    <a:pt x="88590" y="355278"/>
                  </a:cubicBezTo>
                  <a:cubicBezTo>
                    <a:pt x="90422" y="350505"/>
                    <a:pt x="93370" y="342311"/>
                    <a:pt x="97591" y="330777"/>
                  </a:cubicBezTo>
                  <a:cubicBezTo>
                    <a:pt x="101813" y="319243"/>
                    <a:pt x="105158" y="310493"/>
                    <a:pt x="107628" y="304368"/>
                  </a:cubicBezTo>
                  <a:cubicBezTo>
                    <a:pt x="110097" y="298243"/>
                    <a:pt x="113522" y="291322"/>
                    <a:pt x="117823" y="283686"/>
                  </a:cubicBezTo>
                  <a:cubicBezTo>
                    <a:pt x="122125" y="275970"/>
                    <a:pt x="126506" y="269845"/>
                    <a:pt x="131046" y="265311"/>
                  </a:cubicBezTo>
                  <a:cubicBezTo>
                    <a:pt x="155978" y="233015"/>
                    <a:pt x="169997" y="210980"/>
                    <a:pt x="173183" y="199208"/>
                  </a:cubicBezTo>
                  <a:cubicBezTo>
                    <a:pt x="170475" y="173832"/>
                    <a:pt x="168643" y="138752"/>
                    <a:pt x="167767" y="94047"/>
                  </a:cubicBezTo>
                  <a:cubicBezTo>
                    <a:pt x="167289" y="73684"/>
                    <a:pt x="169997" y="56502"/>
                    <a:pt x="175892" y="42660"/>
                  </a:cubicBezTo>
                  <a:cubicBezTo>
                    <a:pt x="181786" y="28740"/>
                    <a:pt x="193814" y="16887"/>
                    <a:pt x="211895" y="7183"/>
                  </a:cubicBezTo>
                  <a:cubicBezTo>
                    <a:pt x="220737" y="2410"/>
                    <a:pt x="232526" y="24"/>
                    <a:pt x="247262" y="24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16" name="windows-symbol_71821"/>
            <p:cNvSpPr>
              <a:spLocks noChangeAspect="1"/>
            </p:cNvSpPr>
            <p:nvPr/>
          </p:nvSpPr>
          <p:spPr bwMode="auto">
            <a:xfrm>
              <a:off x="3595792" y="4045985"/>
              <a:ext cx="422887" cy="549536"/>
            </a:xfrm>
            <a:custGeom>
              <a:avLst/>
              <a:gdLst>
                <a:gd name="connsiteX0" fmla="*/ 242956 w 465661"/>
                <a:gd name="connsiteY0" fmla="*/ 324904 h 605119"/>
                <a:gd name="connsiteX1" fmla="*/ 455490 w 465661"/>
                <a:gd name="connsiteY1" fmla="*/ 324904 h 605119"/>
                <a:gd name="connsiteX2" fmla="*/ 465661 w 465661"/>
                <a:gd name="connsiteY2" fmla="*/ 335064 h 605119"/>
                <a:gd name="connsiteX3" fmla="*/ 465661 w 465661"/>
                <a:gd name="connsiteY3" fmla="*/ 595112 h 605119"/>
                <a:gd name="connsiteX4" fmla="*/ 461866 w 465661"/>
                <a:gd name="connsiteY4" fmla="*/ 602996 h 605119"/>
                <a:gd name="connsiteX5" fmla="*/ 455490 w 465661"/>
                <a:gd name="connsiteY5" fmla="*/ 605119 h 605119"/>
                <a:gd name="connsiteX6" fmla="*/ 453365 w 465661"/>
                <a:gd name="connsiteY6" fmla="*/ 604968 h 605119"/>
                <a:gd name="connsiteX7" fmla="*/ 240830 w 465661"/>
                <a:gd name="connsiteY7" fmla="*/ 559327 h 605119"/>
                <a:gd name="connsiteX8" fmla="*/ 232936 w 465661"/>
                <a:gd name="connsiteY8" fmla="*/ 549470 h 605119"/>
                <a:gd name="connsiteX9" fmla="*/ 232936 w 465661"/>
                <a:gd name="connsiteY9" fmla="*/ 335064 h 605119"/>
                <a:gd name="connsiteX10" fmla="*/ 242956 w 465661"/>
                <a:gd name="connsiteY10" fmla="*/ 324904 h 605119"/>
                <a:gd name="connsiteX11" fmla="*/ 10173 w 465661"/>
                <a:gd name="connsiteY11" fmla="*/ 324904 h 605119"/>
                <a:gd name="connsiteX12" fmla="*/ 177954 w 465661"/>
                <a:gd name="connsiteY12" fmla="*/ 324904 h 605119"/>
                <a:gd name="connsiteX13" fmla="*/ 188127 w 465661"/>
                <a:gd name="connsiteY13" fmla="*/ 335064 h 605119"/>
                <a:gd name="connsiteX14" fmla="*/ 188127 w 465661"/>
                <a:gd name="connsiteY14" fmla="*/ 539777 h 605119"/>
                <a:gd name="connsiteX15" fmla="*/ 184331 w 465661"/>
                <a:gd name="connsiteY15" fmla="*/ 547663 h 605119"/>
                <a:gd name="connsiteX16" fmla="*/ 177954 w 465661"/>
                <a:gd name="connsiteY16" fmla="*/ 549937 h 605119"/>
                <a:gd name="connsiteX17" fmla="*/ 175828 w 465661"/>
                <a:gd name="connsiteY17" fmla="*/ 549786 h 605119"/>
                <a:gd name="connsiteX18" fmla="*/ 8048 w 465661"/>
                <a:gd name="connsiteY18" fmla="*/ 513695 h 605119"/>
                <a:gd name="connsiteX19" fmla="*/ 0 w 465661"/>
                <a:gd name="connsiteY19" fmla="*/ 503839 h 605119"/>
                <a:gd name="connsiteX20" fmla="*/ 0 w 465661"/>
                <a:gd name="connsiteY20" fmla="*/ 335064 h 605119"/>
                <a:gd name="connsiteX21" fmla="*/ 10173 w 465661"/>
                <a:gd name="connsiteY21" fmla="*/ 324904 h 605119"/>
                <a:gd name="connsiteX22" fmla="*/ 175828 w 465661"/>
                <a:gd name="connsiteY22" fmla="*/ 55526 h 605119"/>
                <a:gd name="connsiteX23" fmla="*/ 184331 w 465661"/>
                <a:gd name="connsiteY23" fmla="*/ 57497 h 605119"/>
                <a:gd name="connsiteX24" fmla="*/ 188127 w 465661"/>
                <a:gd name="connsiteY24" fmla="*/ 65382 h 605119"/>
                <a:gd name="connsiteX25" fmla="*/ 188127 w 465661"/>
                <a:gd name="connsiteY25" fmla="*/ 270227 h 605119"/>
                <a:gd name="connsiteX26" fmla="*/ 177954 w 465661"/>
                <a:gd name="connsiteY26" fmla="*/ 280235 h 605119"/>
                <a:gd name="connsiteX27" fmla="*/ 10173 w 465661"/>
                <a:gd name="connsiteY27" fmla="*/ 280235 h 605119"/>
                <a:gd name="connsiteX28" fmla="*/ 0 w 465661"/>
                <a:gd name="connsiteY28" fmla="*/ 270227 h 605119"/>
                <a:gd name="connsiteX29" fmla="*/ 0 w 465661"/>
                <a:gd name="connsiteY29" fmla="*/ 101317 h 605119"/>
                <a:gd name="connsiteX30" fmla="*/ 8048 w 465661"/>
                <a:gd name="connsiteY30" fmla="*/ 91461 h 605119"/>
                <a:gd name="connsiteX31" fmla="*/ 453365 w 465661"/>
                <a:gd name="connsiteY31" fmla="*/ 203 h 605119"/>
                <a:gd name="connsiteX32" fmla="*/ 461866 w 465661"/>
                <a:gd name="connsiteY32" fmla="*/ 2326 h 605119"/>
                <a:gd name="connsiteX33" fmla="*/ 465661 w 465661"/>
                <a:gd name="connsiteY33" fmla="*/ 10210 h 605119"/>
                <a:gd name="connsiteX34" fmla="*/ 465661 w 465661"/>
                <a:gd name="connsiteY34" fmla="*/ 270229 h 605119"/>
                <a:gd name="connsiteX35" fmla="*/ 455490 w 465661"/>
                <a:gd name="connsiteY35" fmla="*/ 280236 h 605119"/>
                <a:gd name="connsiteX36" fmla="*/ 242956 w 465661"/>
                <a:gd name="connsiteY36" fmla="*/ 280236 h 605119"/>
                <a:gd name="connsiteX37" fmla="*/ 232936 w 465661"/>
                <a:gd name="connsiteY37" fmla="*/ 270229 h 605119"/>
                <a:gd name="connsiteX38" fmla="*/ 232936 w 465661"/>
                <a:gd name="connsiteY38" fmla="*/ 55846 h 605119"/>
                <a:gd name="connsiteX39" fmla="*/ 240830 w 465661"/>
                <a:gd name="connsiteY39" fmla="*/ 45839 h 605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65661" h="605119">
                  <a:moveTo>
                    <a:pt x="242956" y="324904"/>
                  </a:moveTo>
                  <a:lnTo>
                    <a:pt x="455490" y="324904"/>
                  </a:lnTo>
                  <a:cubicBezTo>
                    <a:pt x="461107" y="324904"/>
                    <a:pt x="465661" y="329453"/>
                    <a:pt x="465661" y="335064"/>
                  </a:cubicBezTo>
                  <a:lnTo>
                    <a:pt x="465661" y="595112"/>
                  </a:lnTo>
                  <a:cubicBezTo>
                    <a:pt x="465661" y="598144"/>
                    <a:pt x="464295" y="601025"/>
                    <a:pt x="461866" y="602996"/>
                  </a:cubicBezTo>
                  <a:cubicBezTo>
                    <a:pt x="460044" y="604361"/>
                    <a:pt x="457767" y="605119"/>
                    <a:pt x="455490" y="605119"/>
                  </a:cubicBezTo>
                  <a:cubicBezTo>
                    <a:pt x="454883" y="605119"/>
                    <a:pt x="454124" y="605119"/>
                    <a:pt x="453365" y="604968"/>
                  </a:cubicBezTo>
                  <a:lnTo>
                    <a:pt x="240830" y="559327"/>
                  </a:lnTo>
                  <a:cubicBezTo>
                    <a:pt x="236276" y="558265"/>
                    <a:pt x="232936" y="554171"/>
                    <a:pt x="232936" y="549470"/>
                  </a:cubicBezTo>
                  <a:lnTo>
                    <a:pt x="232936" y="335064"/>
                  </a:lnTo>
                  <a:cubicBezTo>
                    <a:pt x="232936" y="329453"/>
                    <a:pt x="237491" y="324904"/>
                    <a:pt x="242956" y="324904"/>
                  </a:cubicBezTo>
                  <a:close/>
                  <a:moveTo>
                    <a:pt x="10173" y="324904"/>
                  </a:moveTo>
                  <a:lnTo>
                    <a:pt x="177954" y="324904"/>
                  </a:lnTo>
                  <a:cubicBezTo>
                    <a:pt x="183572" y="324904"/>
                    <a:pt x="188127" y="329453"/>
                    <a:pt x="188127" y="335064"/>
                  </a:cubicBezTo>
                  <a:lnTo>
                    <a:pt x="188127" y="539777"/>
                  </a:lnTo>
                  <a:cubicBezTo>
                    <a:pt x="188127" y="542962"/>
                    <a:pt x="186761" y="545843"/>
                    <a:pt x="184331" y="547663"/>
                  </a:cubicBezTo>
                  <a:cubicBezTo>
                    <a:pt x="182509" y="549179"/>
                    <a:pt x="180232" y="549937"/>
                    <a:pt x="177954" y="549937"/>
                  </a:cubicBezTo>
                  <a:cubicBezTo>
                    <a:pt x="177347" y="549937"/>
                    <a:pt x="176588" y="549937"/>
                    <a:pt x="175828" y="549786"/>
                  </a:cubicBezTo>
                  <a:lnTo>
                    <a:pt x="8048" y="513695"/>
                  </a:lnTo>
                  <a:cubicBezTo>
                    <a:pt x="3341" y="512634"/>
                    <a:pt x="0" y="508540"/>
                    <a:pt x="0" y="503839"/>
                  </a:cubicBezTo>
                  <a:lnTo>
                    <a:pt x="0" y="335064"/>
                  </a:lnTo>
                  <a:cubicBezTo>
                    <a:pt x="0" y="329453"/>
                    <a:pt x="4555" y="324904"/>
                    <a:pt x="10173" y="324904"/>
                  </a:cubicBezTo>
                  <a:close/>
                  <a:moveTo>
                    <a:pt x="175828" y="55526"/>
                  </a:moveTo>
                  <a:cubicBezTo>
                    <a:pt x="178865" y="54920"/>
                    <a:pt x="181902" y="55526"/>
                    <a:pt x="184331" y="57497"/>
                  </a:cubicBezTo>
                  <a:cubicBezTo>
                    <a:pt x="186761" y="59469"/>
                    <a:pt x="188127" y="62349"/>
                    <a:pt x="188127" y="65382"/>
                  </a:cubicBezTo>
                  <a:lnTo>
                    <a:pt x="188127" y="270227"/>
                  </a:lnTo>
                  <a:cubicBezTo>
                    <a:pt x="188127" y="275686"/>
                    <a:pt x="183572" y="280235"/>
                    <a:pt x="177954" y="280235"/>
                  </a:cubicBezTo>
                  <a:lnTo>
                    <a:pt x="10173" y="280235"/>
                  </a:lnTo>
                  <a:cubicBezTo>
                    <a:pt x="4555" y="280235"/>
                    <a:pt x="0" y="275686"/>
                    <a:pt x="0" y="270227"/>
                  </a:cubicBezTo>
                  <a:lnTo>
                    <a:pt x="0" y="101317"/>
                  </a:lnTo>
                  <a:cubicBezTo>
                    <a:pt x="0" y="96617"/>
                    <a:pt x="3341" y="92523"/>
                    <a:pt x="8048" y="91461"/>
                  </a:cubicBezTo>
                  <a:close/>
                  <a:moveTo>
                    <a:pt x="453365" y="203"/>
                  </a:moveTo>
                  <a:cubicBezTo>
                    <a:pt x="456401" y="-403"/>
                    <a:pt x="459589" y="355"/>
                    <a:pt x="461866" y="2326"/>
                  </a:cubicBezTo>
                  <a:cubicBezTo>
                    <a:pt x="464295" y="4145"/>
                    <a:pt x="465661" y="7177"/>
                    <a:pt x="465661" y="10210"/>
                  </a:cubicBezTo>
                  <a:lnTo>
                    <a:pt x="465661" y="270229"/>
                  </a:lnTo>
                  <a:cubicBezTo>
                    <a:pt x="465661" y="275687"/>
                    <a:pt x="461107" y="280236"/>
                    <a:pt x="455490" y="280236"/>
                  </a:cubicBezTo>
                  <a:lnTo>
                    <a:pt x="242956" y="280236"/>
                  </a:lnTo>
                  <a:cubicBezTo>
                    <a:pt x="237491" y="280236"/>
                    <a:pt x="232936" y="275687"/>
                    <a:pt x="232936" y="270229"/>
                  </a:cubicBezTo>
                  <a:lnTo>
                    <a:pt x="232936" y="55846"/>
                  </a:lnTo>
                  <a:cubicBezTo>
                    <a:pt x="232936" y="50994"/>
                    <a:pt x="236276" y="46901"/>
                    <a:pt x="240830" y="45839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17" name="db_125916"/>
            <p:cNvSpPr>
              <a:spLocks noChangeAspect="1"/>
            </p:cNvSpPr>
            <p:nvPr/>
          </p:nvSpPr>
          <p:spPr bwMode="auto">
            <a:xfrm>
              <a:off x="4296716" y="4105459"/>
              <a:ext cx="438468" cy="476816"/>
            </a:xfrm>
            <a:custGeom>
              <a:avLst/>
              <a:gdLst>
                <a:gd name="connsiteX0" fmla="*/ 325000 h 606722"/>
                <a:gd name="connsiteY0" fmla="*/ 325000 h 606722"/>
                <a:gd name="connsiteX1" fmla="*/ 325000 h 606722"/>
                <a:gd name="connsiteY1" fmla="*/ 325000 h 606722"/>
                <a:gd name="connsiteX2" fmla="*/ 325000 h 606722"/>
                <a:gd name="connsiteY2" fmla="*/ 325000 h 606722"/>
                <a:gd name="connsiteX3" fmla="*/ 325000 h 606722"/>
                <a:gd name="connsiteY3" fmla="*/ 325000 h 606722"/>
                <a:gd name="connsiteX4" fmla="*/ 325000 h 606722"/>
                <a:gd name="connsiteY4" fmla="*/ 325000 h 606722"/>
                <a:gd name="connsiteX5" fmla="*/ 325000 h 606722"/>
                <a:gd name="connsiteY5" fmla="*/ 325000 h 606722"/>
                <a:gd name="connsiteX6" fmla="*/ 325000 h 606722"/>
                <a:gd name="connsiteY6" fmla="*/ 325000 h 606722"/>
                <a:gd name="connsiteX7" fmla="*/ 325000 h 606722"/>
                <a:gd name="connsiteY7" fmla="*/ 325000 h 606722"/>
                <a:gd name="connsiteX8" fmla="*/ 325000 h 606722"/>
                <a:gd name="connsiteY8" fmla="*/ 325000 h 606722"/>
                <a:gd name="connsiteX9" fmla="*/ 325000 h 606722"/>
                <a:gd name="connsiteY9" fmla="*/ 325000 h 606722"/>
                <a:gd name="connsiteX10" fmla="*/ 325000 h 606722"/>
                <a:gd name="connsiteY10" fmla="*/ 325000 h 606722"/>
                <a:gd name="connsiteX11" fmla="*/ 325000 h 606722"/>
                <a:gd name="connsiteY11" fmla="*/ 325000 h 606722"/>
                <a:gd name="connsiteX12" fmla="*/ 325000 h 606722"/>
                <a:gd name="connsiteY12" fmla="*/ 325000 h 606722"/>
                <a:gd name="connsiteX13" fmla="*/ 325000 h 606722"/>
                <a:gd name="connsiteY13" fmla="*/ 325000 h 606722"/>
                <a:gd name="connsiteX14" fmla="*/ 325000 h 606722"/>
                <a:gd name="connsiteY14" fmla="*/ 325000 h 606722"/>
                <a:gd name="connsiteX15" fmla="*/ 325000 h 606722"/>
                <a:gd name="connsiteY15" fmla="*/ 325000 h 606722"/>
                <a:gd name="connsiteX16" fmla="*/ 325000 h 606722"/>
                <a:gd name="connsiteY16" fmla="*/ 325000 h 606722"/>
                <a:gd name="connsiteX17" fmla="*/ 325000 h 606722"/>
                <a:gd name="connsiteY17" fmla="*/ 325000 h 606722"/>
                <a:gd name="connsiteX18" fmla="*/ 325000 h 606722"/>
                <a:gd name="connsiteY18" fmla="*/ 325000 h 606722"/>
                <a:gd name="connsiteX19" fmla="*/ 325000 h 606722"/>
                <a:gd name="connsiteY19" fmla="*/ 325000 h 606722"/>
                <a:gd name="connsiteX20" fmla="*/ 325000 h 606722"/>
                <a:gd name="connsiteY20" fmla="*/ 325000 h 606722"/>
                <a:gd name="connsiteX21" fmla="*/ 325000 h 606722"/>
                <a:gd name="connsiteY21" fmla="*/ 325000 h 606722"/>
                <a:gd name="connsiteX22" fmla="*/ 325000 h 606722"/>
                <a:gd name="connsiteY22" fmla="*/ 325000 h 606722"/>
                <a:gd name="connsiteX23" fmla="*/ 325000 h 606722"/>
                <a:gd name="connsiteY23" fmla="*/ 325000 h 606722"/>
                <a:gd name="connsiteX24" fmla="*/ 325000 h 606722"/>
                <a:gd name="connsiteY24" fmla="*/ 325000 h 606722"/>
                <a:gd name="connsiteX25" fmla="*/ 325000 h 606722"/>
                <a:gd name="connsiteY25" fmla="*/ 325000 h 606722"/>
                <a:gd name="connsiteX26" fmla="*/ 325000 h 606722"/>
                <a:gd name="connsiteY26" fmla="*/ 325000 h 606722"/>
                <a:gd name="connsiteX27" fmla="*/ 325000 h 606722"/>
                <a:gd name="connsiteY27" fmla="*/ 325000 h 606722"/>
                <a:gd name="connsiteX28" fmla="*/ 325000 h 606722"/>
                <a:gd name="connsiteY28" fmla="*/ 325000 h 606722"/>
                <a:gd name="connsiteX29" fmla="*/ 325000 h 606722"/>
                <a:gd name="connsiteY29" fmla="*/ 325000 h 606722"/>
                <a:gd name="connsiteX30" fmla="*/ 325000 h 606722"/>
                <a:gd name="connsiteY30" fmla="*/ 325000 h 606722"/>
                <a:gd name="connsiteX31" fmla="*/ 325000 h 606722"/>
                <a:gd name="connsiteY31" fmla="*/ 325000 h 606722"/>
                <a:gd name="connsiteX32" fmla="*/ 325000 h 606722"/>
                <a:gd name="connsiteY32" fmla="*/ 325000 h 606722"/>
                <a:gd name="connsiteX33" fmla="*/ 325000 h 606722"/>
                <a:gd name="connsiteY33" fmla="*/ 325000 h 606722"/>
                <a:gd name="connsiteX34" fmla="*/ 325000 h 606722"/>
                <a:gd name="connsiteY34" fmla="*/ 325000 h 606722"/>
                <a:gd name="connsiteX35" fmla="*/ 325000 h 606722"/>
                <a:gd name="connsiteY35" fmla="*/ 325000 h 606722"/>
                <a:gd name="connsiteX36" fmla="*/ 325000 h 606722"/>
                <a:gd name="connsiteY36" fmla="*/ 325000 h 606722"/>
                <a:gd name="connsiteX37" fmla="*/ 325000 h 606722"/>
                <a:gd name="connsiteY37" fmla="*/ 325000 h 606722"/>
                <a:gd name="connsiteX38" fmla="*/ 325000 h 606722"/>
                <a:gd name="connsiteY38" fmla="*/ 325000 h 606722"/>
                <a:gd name="connsiteX39" fmla="*/ 325000 h 606722"/>
                <a:gd name="connsiteY39" fmla="*/ 325000 h 606722"/>
                <a:gd name="connsiteX40" fmla="*/ 325000 h 606722"/>
                <a:gd name="connsiteY40" fmla="*/ 325000 h 606722"/>
                <a:gd name="connsiteX41" fmla="*/ 325000 h 606722"/>
                <a:gd name="connsiteY41" fmla="*/ 325000 h 606722"/>
                <a:gd name="connsiteX42" fmla="*/ 325000 h 606722"/>
                <a:gd name="connsiteY42" fmla="*/ 325000 h 606722"/>
                <a:gd name="connsiteX43" fmla="*/ 325000 h 606722"/>
                <a:gd name="connsiteY43" fmla="*/ 325000 h 606722"/>
                <a:gd name="connsiteX44" fmla="*/ 325000 h 606722"/>
                <a:gd name="connsiteY44" fmla="*/ 325000 h 606722"/>
                <a:gd name="connsiteX45" fmla="*/ 325000 h 606722"/>
                <a:gd name="connsiteY45" fmla="*/ 325000 h 606722"/>
                <a:gd name="connsiteX46" fmla="*/ 325000 h 606722"/>
                <a:gd name="connsiteY46" fmla="*/ 325000 h 606722"/>
                <a:gd name="connsiteX47" fmla="*/ 325000 h 606722"/>
                <a:gd name="connsiteY47" fmla="*/ 325000 h 606722"/>
                <a:gd name="connsiteX48" fmla="*/ 325000 h 606722"/>
                <a:gd name="connsiteY48" fmla="*/ 325000 h 606722"/>
                <a:gd name="connsiteX49" fmla="*/ 325000 h 606722"/>
                <a:gd name="connsiteY49" fmla="*/ 325000 h 606722"/>
                <a:gd name="connsiteX50" fmla="*/ 325000 h 606722"/>
                <a:gd name="connsiteY50" fmla="*/ 325000 h 606722"/>
                <a:gd name="connsiteX51" fmla="*/ 325000 h 606722"/>
                <a:gd name="connsiteY51" fmla="*/ 325000 h 606722"/>
                <a:gd name="connsiteX52" fmla="*/ 325000 h 606722"/>
                <a:gd name="connsiteY52" fmla="*/ 325000 h 606722"/>
                <a:gd name="connsiteX53" fmla="*/ 325000 h 606722"/>
                <a:gd name="connsiteY53" fmla="*/ 325000 h 606722"/>
                <a:gd name="connsiteX54" fmla="*/ 325000 h 606722"/>
                <a:gd name="connsiteY54" fmla="*/ 325000 h 606722"/>
                <a:gd name="connsiteX55" fmla="*/ 325000 h 606722"/>
                <a:gd name="connsiteY55" fmla="*/ 325000 h 606722"/>
                <a:gd name="connsiteX56" fmla="*/ 325000 h 606722"/>
                <a:gd name="connsiteY56" fmla="*/ 325000 h 606722"/>
                <a:gd name="connsiteX57" fmla="*/ 325000 h 606722"/>
                <a:gd name="connsiteY57" fmla="*/ 325000 h 606722"/>
                <a:gd name="connsiteX58" fmla="*/ 325000 h 606722"/>
                <a:gd name="connsiteY58" fmla="*/ 325000 h 606722"/>
                <a:gd name="connsiteX59" fmla="*/ 325000 h 606722"/>
                <a:gd name="connsiteY59" fmla="*/ 325000 h 606722"/>
                <a:gd name="connsiteX60" fmla="*/ 325000 h 606722"/>
                <a:gd name="connsiteY60" fmla="*/ 325000 h 606722"/>
                <a:gd name="connsiteX61" fmla="*/ 325000 h 606722"/>
                <a:gd name="connsiteY61" fmla="*/ 325000 h 606722"/>
                <a:gd name="connsiteX62" fmla="*/ 325000 h 606722"/>
                <a:gd name="connsiteY62" fmla="*/ 325000 h 606722"/>
                <a:gd name="connsiteX63" fmla="*/ 325000 h 606722"/>
                <a:gd name="connsiteY63" fmla="*/ 325000 h 606722"/>
                <a:gd name="connsiteX64" fmla="*/ 325000 h 606722"/>
                <a:gd name="connsiteY64" fmla="*/ 325000 h 606722"/>
                <a:gd name="connsiteX65" fmla="*/ 325000 h 606722"/>
                <a:gd name="connsiteY65" fmla="*/ 325000 h 606722"/>
                <a:gd name="connsiteX66" fmla="*/ 325000 h 606722"/>
                <a:gd name="connsiteY66" fmla="*/ 325000 h 606722"/>
                <a:gd name="connsiteX67" fmla="*/ 325000 h 606722"/>
                <a:gd name="connsiteY67" fmla="*/ 32500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557537" h="606298">
                  <a:moveTo>
                    <a:pt x="366184" y="364051"/>
                  </a:moveTo>
                  <a:lnTo>
                    <a:pt x="366184" y="393606"/>
                  </a:lnTo>
                  <a:lnTo>
                    <a:pt x="398711" y="393606"/>
                  </a:lnTo>
                  <a:cubicBezTo>
                    <a:pt x="400736" y="393606"/>
                    <a:pt x="402634" y="393228"/>
                    <a:pt x="404280" y="392470"/>
                  </a:cubicBezTo>
                  <a:cubicBezTo>
                    <a:pt x="406052" y="391838"/>
                    <a:pt x="407570" y="390701"/>
                    <a:pt x="408836" y="389438"/>
                  </a:cubicBezTo>
                  <a:cubicBezTo>
                    <a:pt x="410102" y="388175"/>
                    <a:pt x="411114" y="386533"/>
                    <a:pt x="411874" y="384765"/>
                  </a:cubicBezTo>
                  <a:cubicBezTo>
                    <a:pt x="412633" y="382997"/>
                    <a:pt x="413013" y="381102"/>
                    <a:pt x="413013" y="379081"/>
                  </a:cubicBezTo>
                  <a:cubicBezTo>
                    <a:pt x="413013" y="377061"/>
                    <a:pt x="412633" y="375166"/>
                    <a:pt x="412000" y="373271"/>
                  </a:cubicBezTo>
                  <a:cubicBezTo>
                    <a:pt x="411241" y="371503"/>
                    <a:pt x="410355" y="369861"/>
                    <a:pt x="409216" y="368472"/>
                  </a:cubicBezTo>
                  <a:cubicBezTo>
                    <a:pt x="407950" y="367083"/>
                    <a:pt x="406685" y="365946"/>
                    <a:pt x="405039" y="365188"/>
                  </a:cubicBezTo>
                  <a:cubicBezTo>
                    <a:pt x="403520" y="364430"/>
                    <a:pt x="401749" y="364051"/>
                    <a:pt x="399850" y="364051"/>
                  </a:cubicBezTo>
                  <a:close/>
                  <a:moveTo>
                    <a:pt x="252703" y="318961"/>
                  </a:moveTo>
                  <a:lnTo>
                    <a:pt x="252703" y="392975"/>
                  </a:lnTo>
                  <a:lnTo>
                    <a:pt x="271678" y="392975"/>
                  </a:lnTo>
                  <a:cubicBezTo>
                    <a:pt x="277117" y="392975"/>
                    <a:pt x="281798" y="392091"/>
                    <a:pt x="285972" y="390196"/>
                  </a:cubicBezTo>
                  <a:cubicBezTo>
                    <a:pt x="290147" y="388302"/>
                    <a:pt x="293689" y="385649"/>
                    <a:pt x="296472" y="382365"/>
                  </a:cubicBezTo>
                  <a:cubicBezTo>
                    <a:pt x="299255" y="378955"/>
                    <a:pt x="301405" y="375040"/>
                    <a:pt x="302923" y="370493"/>
                  </a:cubicBezTo>
                  <a:cubicBezTo>
                    <a:pt x="304441" y="365946"/>
                    <a:pt x="305200" y="361020"/>
                    <a:pt x="305200" y="355841"/>
                  </a:cubicBezTo>
                  <a:cubicBezTo>
                    <a:pt x="305200" y="350410"/>
                    <a:pt x="304441" y="345484"/>
                    <a:pt x="302923" y="340938"/>
                  </a:cubicBezTo>
                  <a:cubicBezTo>
                    <a:pt x="301405" y="336391"/>
                    <a:pt x="299255" y="332475"/>
                    <a:pt x="296472" y="329191"/>
                  </a:cubicBezTo>
                  <a:cubicBezTo>
                    <a:pt x="293562" y="325907"/>
                    <a:pt x="290020" y="323381"/>
                    <a:pt x="285846" y="321613"/>
                  </a:cubicBezTo>
                  <a:cubicBezTo>
                    <a:pt x="281671" y="319845"/>
                    <a:pt x="276991" y="318961"/>
                    <a:pt x="271678" y="318961"/>
                  </a:cubicBezTo>
                  <a:close/>
                  <a:moveTo>
                    <a:pt x="366184" y="318455"/>
                  </a:moveTo>
                  <a:lnTo>
                    <a:pt x="366184" y="346748"/>
                  </a:lnTo>
                  <a:lnTo>
                    <a:pt x="395420" y="346748"/>
                  </a:lnTo>
                  <a:cubicBezTo>
                    <a:pt x="399091" y="346748"/>
                    <a:pt x="402255" y="345484"/>
                    <a:pt x="404786" y="342958"/>
                  </a:cubicBezTo>
                  <a:cubicBezTo>
                    <a:pt x="407444" y="340432"/>
                    <a:pt x="408710" y="336896"/>
                    <a:pt x="408710" y="332475"/>
                  </a:cubicBezTo>
                  <a:cubicBezTo>
                    <a:pt x="408710" y="328181"/>
                    <a:pt x="407444" y="324771"/>
                    <a:pt x="405166" y="322244"/>
                  </a:cubicBezTo>
                  <a:cubicBezTo>
                    <a:pt x="402761" y="319718"/>
                    <a:pt x="399850" y="318455"/>
                    <a:pt x="396306" y="318455"/>
                  </a:cubicBezTo>
                  <a:close/>
                  <a:moveTo>
                    <a:pt x="344288" y="299762"/>
                  </a:moveTo>
                  <a:lnTo>
                    <a:pt x="404533" y="299762"/>
                  </a:lnTo>
                  <a:cubicBezTo>
                    <a:pt x="408456" y="299762"/>
                    <a:pt x="412000" y="300646"/>
                    <a:pt x="415164" y="302288"/>
                  </a:cubicBezTo>
                  <a:cubicBezTo>
                    <a:pt x="418329" y="303930"/>
                    <a:pt x="421113" y="306204"/>
                    <a:pt x="423265" y="308856"/>
                  </a:cubicBezTo>
                  <a:cubicBezTo>
                    <a:pt x="425543" y="311509"/>
                    <a:pt x="427188" y="314666"/>
                    <a:pt x="428454" y="318076"/>
                  </a:cubicBezTo>
                  <a:cubicBezTo>
                    <a:pt x="429719" y="321487"/>
                    <a:pt x="430226" y="324897"/>
                    <a:pt x="430226" y="328433"/>
                  </a:cubicBezTo>
                  <a:cubicBezTo>
                    <a:pt x="430226" y="333864"/>
                    <a:pt x="428833" y="339043"/>
                    <a:pt x="426176" y="343843"/>
                  </a:cubicBezTo>
                  <a:cubicBezTo>
                    <a:pt x="423391" y="348642"/>
                    <a:pt x="419341" y="352179"/>
                    <a:pt x="414025" y="354578"/>
                  </a:cubicBezTo>
                  <a:cubicBezTo>
                    <a:pt x="420480" y="356473"/>
                    <a:pt x="425669" y="359883"/>
                    <a:pt x="429340" y="364683"/>
                  </a:cubicBezTo>
                  <a:cubicBezTo>
                    <a:pt x="433137" y="369609"/>
                    <a:pt x="435035" y="375798"/>
                    <a:pt x="435035" y="383123"/>
                  </a:cubicBezTo>
                  <a:cubicBezTo>
                    <a:pt x="435035" y="387923"/>
                    <a:pt x="434023" y="392091"/>
                    <a:pt x="432124" y="395627"/>
                  </a:cubicBezTo>
                  <a:cubicBezTo>
                    <a:pt x="430226" y="399290"/>
                    <a:pt x="427694" y="402321"/>
                    <a:pt x="424277" y="404721"/>
                  </a:cubicBezTo>
                  <a:cubicBezTo>
                    <a:pt x="420986" y="407121"/>
                    <a:pt x="417189" y="409016"/>
                    <a:pt x="412760" y="410279"/>
                  </a:cubicBezTo>
                  <a:cubicBezTo>
                    <a:pt x="408330" y="411542"/>
                    <a:pt x="403647" y="412173"/>
                    <a:pt x="398711" y="412173"/>
                  </a:cubicBezTo>
                  <a:lnTo>
                    <a:pt x="344288" y="412173"/>
                  </a:lnTo>
                  <a:close/>
                  <a:moveTo>
                    <a:pt x="230819" y="299762"/>
                  </a:moveTo>
                  <a:lnTo>
                    <a:pt x="271678" y="299762"/>
                  </a:lnTo>
                  <a:cubicBezTo>
                    <a:pt x="280912" y="299762"/>
                    <a:pt x="288882" y="301278"/>
                    <a:pt x="295839" y="304183"/>
                  </a:cubicBezTo>
                  <a:cubicBezTo>
                    <a:pt x="302797" y="307088"/>
                    <a:pt x="308616" y="311130"/>
                    <a:pt x="313170" y="316182"/>
                  </a:cubicBezTo>
                  <a:cubicBezTo>
                    <a:pt x="317850" y="321234"/>
                    <a:pt x="321392" y="327170"/>
                    <a:pt x="323669" y="333991"/>
                  </a:cubicBezTo>
                  <a:cubicBezTo>
                    <a:pt x="326072" y="340811"/>
                    <a:pt x="327211" y="348137"/>
                    <a:pt x="327211" y="355841"/>
                  </a:cubicBezTo>
                  <a:cubicBezTo>
                    <a:pt x="327211" y="364304"/>
                    <a:pt x="325819" y="372135"/>
                    <a:pt x="323289" y="378955"/>
                  </a:cubicBezTo>
                  <a:cubicBezTo>
                    <a:pt x="320760" y="385902"/>
                    <a:pt x="316965" y="391838"/>
                    <a:pt x="312158" y="396764"/>
                  </a:cubicBezTo>
                  <a:cubicBezTo>
                    <a:pt x="307224" y="401564"/>
                    <a:pt x="301405" y="405479"/>
                    <a:pt x="294574" y="408132"/>
                  </a:cubicBezTo>
                  <a:cubicBezTo>
                    <a:pt x="287743" y="410784"/>
                    <a:pt x="280153" y="412173"/>
                    <a:pt x="271678" y="412173"/>
                  </a:cubicBezTo>
                  <a:lnTo>
                    <a:pt x="230819" y="412173"/>
                  </a:lnTo>
                  <a:close/>
                  <a:moveTo>
                    <a:pt x="152608" y="259192"/>
                  </a:moveTo>
                  <a:lnTo>
                    <a:pt x="152608" y="465966"/>
                  </a:lnTo>
                  <a:lnTo>
                    <a:pt x="506921" y="465966"/>
                  </a:lnTo>
                  <a:lnTo>
                    <a:pt x="506921" y="259192"/>
                  </a:lnTo>
                  <a:close/>
                  <a:moveTo>
                    <a:pt x="0" y="0"/>
                  </a:moveTo>
                  <a:lnTo>
                    <a:pt x="332422" y="0"/>
                  </a:lnTo>
                  <a:lnTo>
                    <a:pt x="472502" y="131112"/>
                  </a:lnTo>
                  <a:lnTo>
                    <a:pt x="472502" y="208667"/>
                  </a:lnTo>
                  <a:lnTo>
                    <a:pt x="557537" y="208667"/>
                  </a:lnTo>
                  <a:lnTo>
                    <a:pt x="557537" y="516490"/>
                  </a:lnTo>
                  <a:lnTo>
                    <a:pt x="472502" y="516490"/>
                  </a:lnTo>
                  <a:lnTo>
                    <a:pt x="472502" y="606298"/>
                  </a:lnTo>
                  <a:lnTo>
                    <a:pt x="0" y="606298"/>
                  </a:ln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18" name="圆角矩形 117"/>
            <p:cNvSpPr/>
            <p:nvPr/>
          </p:nvSpPr>
          <p:spPr bwMode="auto">
            <a:xfrm>
              <a:off x="2673158" y="4037515"/>
              <a:ext cx="2307262" cy="612704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2731389" y="4117043"/>
            <a:ext cx="2307262" cy="612704"/>
            <a:chOff x="2673158" y="4037515"/>
            <a:chExt cx="2307262" cy="612704"/>
          </a:xfrm>
        </p:grpSpPr>
        <p:sp>
          <p:nvSpPr>
            <p:cNvPr id="120" name="linux-penguin_37737"/>
            <p:cNvSpPr>
              <a:spLocks noChangeAspect="1"/>
            </p:cNvSpPr>
            <p:nvPr/>
          </p:nvSpPr>
          <p:spPr bwMode="auto">
            <a:xfrm>
              <a:off x="2934076" y="4060262"/>
              <a:ext cx="443923" cy="522014"/>
            </a:xfrm>
            <a:custGeom>
              <a:avLst/>
              <a:gdLst>
                <a:gd name="connsiteX0" fmla="*/ 133117 w 517049"/>
                <a:gd name="connsiteY0" fmla="*/ 289095 h 608003"/>
                <a:gd name="connsiteX1" fmla="*/ 131046 w 517049"/>
                <a:gd name="connsiteY1" fmla="*/ 290129 h 608003"/>
                <a:gd name="connsiteX2" fmla="*/ 129533 w 517049"/>
                <a:gd name="connsiteY2" fmla="*/ 294345 h 608003"/>
                <a:gd name="connsiteX3" fmla="*/ 127701 w 517049"/>
                <a:gd name="connsiteY3" fmla="*/ 298879 h 608003"/>
                <a:gd name="connsiteX4" fmla="*/ 124275 w 517049"/>
                <a:gd name="connsiteY4" fmla="*/ 303334 h 608003"/>
                <a:gd name="connsiteX5" fmla="*/ 123957 w 517049"/>
                <a:gd name="connsiteY5" fmla="*/ 307391 h 608003"/>
                <a:gd name="connsiteX6" fmla="*/ 128179 w 517049"/>
                <a:gd name="connsiteY6" fmla="*/ 305004 h 608003"/>
                <a:gd name="connsiteX7" fmla="*/ 132400 w 517049"/>
                <a:gd name="connsiteY7" fmla="*/ 298879 h 608003"/>
                <a:gd name="connsiteX8" fmla="*/ 133117 w 517049"/>
                <a:gd name="connsiteY8" fmla="*/ 296572 h 608003"/>
                <a:gd name="connsiteX9" fmla="*/ 133754 w 517049"/>
                <a:gd name="connsiteY9" fmla="*/ 294504 h 608003"/>
                <a:gd name="connsiteX10" fmla="*/ 134312 w 517049"/>
                <a:gd name="connsiteY10" fmla="*/ 292993 h 608003"/>
                <a:gd name="connsiteX11" fmla="*/ 134471 w 517049"/>
                <a:gd name="connsiteY11" fmla="*/ 291640 h 608003"/>
                <a:gd name="connsiteX12" fmla="*/ 134471 w 517049"/>
                <a:gd name="connsiteY12" fmla="*/ 290606 h 608003"/>
                <a:gd name="connsiteX13" fmla="*/ 134153 w 517049"/>
                <a:gd name="connsiteY13" fmla="*/ 289731 h 608003"/>
                <a:gd name="connsiteX14" fmla="*/ 133117 w 517049"/>
                <a:gd name="connsiteY14" fmla="*/ 289095 h 608003"/>
                <a:gd name="connsiteX15" fmla="*/ 332174 w 517049"/>
                <a:gd name="connsiteY15" fmla="*/ 180673 h 608003"/>
                <a:gd name="connsiteX16" fmla="*/ 330820 w 517049"/>
                <a:gd name="connsiteY16" fmla="*/ 181230 h 608003"/>
                <a:gd name="connsiteX17" fmla="*/ 333209 w 517049"/>
                <a:gd name="connsiteY17" fmla="*/ 195946 h 608003"/>
                <a:gd name="connsiteX18" fmla="*/ 346432 w 517049"/>
                <a:gd name="connsiteY18" fmla="*/ 206605 h 608003"/>
                <a:gd name="connsiteX19" fmla="*/ 351370 w 517049"/>
                <a:gd name="connsiteY19" fmla="*/ 203901 h 608003"/>
                <a:gd name="connsiteX20" fmla="*/ 352565 w 517049"/>
                <a:gd name="connsiteY20" fmla="*/ 197139 h 608003"/>
                <a:gd name="connsiteX21" fmla="*/ 350335 w 517049"/>
                <a:gd name="connsiteY21" fmla="*/ 193242 h 608003"/>
                <a:gd name="connsiteX22" fmla="*/ 345954 w 517049"/>
                <a:gd name="connsiteY22" fmla="*/ 191571 h 608003"/>
                <a:gd name="connsiteX23" fmla="*/ 341015 w 517049"/>
                <a:gd name="connsiteY23" fmla="*/ 189662 h 608003"/>
                <a:gd name="connsiteX24" fmla="*/ 337749 w 517049"/>
                <a:gd name="connsiteY24" fmla="*/ 186958 h 608003"/>
                <a:gd name="connsiteX25" fmla="*/ 335439 w 517049"/>
                <a:gd name="connsiteY25" fmla="*/ 184253 h 608003"/>
                <a:gd name="connsiteX26" fmla="*/ 333528 w 517049"/>
                <a:gd name="connsiteY26" fmla="*/ 182026 h 608003"/>
                <a:gd name="connsiteX27" fmla="*/ 332174 w 517049"/>
                <a:gd name="connsiteY27" fmla="*/ 180673 h 608003"/>
                <a:gd name="connsiteX28" fmla="*/ 242500 w 517049"/>
                <a:gd name="connsiteY28" fmla="*/ 140480 h 608003"/>
                <a:gd name="connsiteX29" fmla="*/ 253367 w 517049"/>
                <a:gd name="connsiteY29" fmla="*/ 141115 h 608003"/>
                <a:gd name="connsiteX30" fmla="*/ 252336 w 517049"/>
                <a:gd name="connsiteY30" fmla="*/ 144206 h 608003"/>
                <a:gd name="connsiteX31" fmla="*/ 248449 w 517049"/>
                <a:gd name="connsiteY31" fmla="*/ 141987 h 608003"/>
                <a:gd name="connsiteX32" fmla="*/ 242500 w 517049"/>
                <a:gd name="connsiteY32" fmla="*/ 140480 h 608003"/>
                <a:gd name="connsiteX33" fmla="*/ 219386 w 517049"/>
                <a:gd name="connsiteY33" fmla="*/ 139434 h 608003"/>
                <a:gd name="connsiteX34" fmla="*/ 222812 w 517049"/>
                <a:gd name="connsiteY34" fmla="*/ 139434 h 608003"/>
                <a:gd name="connsiteX35" fmla="*/ 217554 w 517049"/>
                <a:gd name="connsiteY35" fmla="*/ 143006 h 608003"/>
                <a:gd name="connsiteX36" fmla="*/ 214606 w 517049"/>
                <a:gd name="connsiteY36" fmla="*/ 146182 h 608003"/>
                <a:gd name="connsiteX37" fmla="*/ 212933 w 517049"/>
                <a:gd name="connsiteY37" fmla="*/ 144515 h 608003"/>
                <a:gd name="connsiteX38" fmla="*/ 219386 w 517049"/>
                <a:gd name="connsiteY38" fmla="*/ 139434 h 608003"/>
                <a:gd name="connsiteX39" fmla="*/ 205443 w 517049"/>
                <a:gd name="connsiteY39" fmla="*/ 115048 h 608003"/>
                <a:gd name="connsiteX40" fmla="*/ 202417 w 517049"/>
                <a:gd name="connsiteY40" fmla="*/ 117434 h 608003"/>
                <a:gd name="connsiteX41" fmla="*/ 204089 w 517049"/>
                <a:gd name="connsiteY41" fmla="*/ 119423 h 608003"/>
                <a:gd name="connsiteX42" fmla="*/ 206479 w 517049"/>
                <a:gd name="connsiteY42" fmla="*/ 124514 h 608003"/>
                <a:gd name="connsiteX43" fmla="*/ 209187 w 517049"/>
                <a:gd name="connsiteY43" fmla="*/ 131355 h 608003"/>
                <a:gd name="connsiteX44" fmla="*/ 210223 w 517049"/>
                <a:gd name="connsiteY44" fmla="*/ 130321 h 608003"/>
                <a:gd name="connsiteX45" fmla="*/ 209346 w 517049"/>
                <a:gd name="connsiteY45" fmla="*/ 120139 h 608003"/>
                <a:gd name="connsiteX46" fmla="*/ 205443 w 517049"/>
                <a:gd name="connsiteY46" fmla="*/ 115048 h 608003"/>
                <a:gd name="connsiteX47" fmla="*/ 283584 w 517049"/>
                <a:gd name="connsiteY47" fmla="*/ 112979 h 608003"/>
                <a:gd name="connsiteX48" fmla="*/ 281195 w 517049"/>
                <a:gd name="connsiteY48" fmla="*/ 115366 h 608003"/>
                <a:gd name="connsiteX49" fmla="*/ 282549 w 517049"/>
                <a:gd name="connsiteY49" fmla="*/ 116082 h 608003"/>
                <a:gd name="connsiteX50" fmla="*/ 288682 w 517049"/>
                <a:gd name="connsiteY50" fmla="*/ 126582 h 608003"/>
                <a:gd name="connsiteX51" fmla="*/ 291391 w 517049"/>
                <a:gd name="connsiteY51" fmla="*/ 125866 h 608003"/>
                <a:gd name="connsiteX52" fmla="*/ 292107 w 517049"/>
                <a:gd name="connsiteY52" fmla="*/ 124911 h 608003"/>
                <a:gd name="connsiteX53" fmla="*/ 290355 w 517049"/>
                <a:gd name="connsiteY53" fmla="*/ 118229 h 608003"/>
                <a:gd name="connsiteX54" fmla="*/ 286691 w 517049"/>
                <a:gd name="connsiteY54" fmla="*/ 114014 h 608003"/>
                <a:gd name="connsiteX55" fmla="*/ 283584 w 517049"/>
                <a:gd name="connsiteY55" fmla="*/ 112979 h 608003"/>
                <a:gd name="connsiteX56" fmla="*/ 281513 w 517049"/>
                <a:gd name="connsiteY56" fmla="*/ 86252 h 608003"/>
                <a:gd name="connsiteX57" fmla="*/ 251324 w 517049"/>
                <a:gd name="connsiteY57" fmla="*/ 131673 h 608003"/>
                <a:gd name="connsiteX58" fmla="*/ 251006 w 517049"/>
                <a:gd name="connsiteY58" fmla="*/ 136764 h 608003"/>
                <a:gd name="connsiteX59" fmla="*/ 240969 w 517049"/>
                <a:gd name="connsiteY59" fmla="*/ 133184 h 608003"/>
                <a:gd name="connsiteX60" fmla="*/ 229738 w 517049"/>
                <a:gd name="connsiteY60" fmla="*/ 133423 h 608003"/>
                <a:gd name="connsiteX61" fmla="*/ 224481 w 517049"/>
                <a:gd name="connsiteY61" fmla="*/ 131673 h 608003"/>
                <a:gd name="connsiteX62" fmla="*/ 219064 w 517049"/>
                <a:gd name="connsiteY62" fmla="*/ 101127 h 608003"/>
                <a:gd name="connsiteX63" fmla="*/ 203771 w 517049"/>
                <a:gd name="connsiteY63" fmla="*/ 89593 h 608003"/>
                <a:gd name="connsiteX64" fmla="*/ 189672 w 517049"/>
                <a:gd name="connsiteY64" fmla="*/ 98979 h 608003"/>
                <a:gd name="connsiteX65" fmla="*/ 184016 w 517049"/>
                <a:gd name="connsiteY65" fmla="*/ 119104 h 608003"/>
                <a:gd name="connsiteX66" fmla="*/ 185211 w 517049"/>
                <a:gd name="connsiteY66" fmla="*/ 131673 h 608003"/>
                <a:gd name="connsiteX67" fmla="*/ 189672 w 517049"/>
                <a:gd name="connsiteY67" fmla="*/ 144400 h 608003"/>
                <a:gd name="connsiteX68" fmla="*/ 194929 w 517049"/>
                <a:gd name="connsiteY68" fmla="*/ 149014 h 608003"/>
                <a:gd name="connsiteX69" fmla="*/ 200345 w 517049"/>
                <a:gd name="connsiteY69" fmla="*/ 144241 h 608003"/>
                <a:gd name="connsiteX70" fmla="*/ 197956 w 517049"/>
                <a:gd name="connsiteY70" fmla="*/ 141537 h 608003"/>
                <a:gd name="connsiteX71" fmla="*/ 192699 w 517049"/>
                <a:gd name="connsiteY71" fmla="*/ 136605 h 608003"/>
                <a:gd name="connsiteX72" fmla="*/ 189513 w 517049"/>
                <a:gd name="connsiteY72" fmla="*/ 125230 h 608003"/>
                <a:gd name="connsiteX73" fmla="*/ 192539 w 517049"/>
                <a:gd name="connsiteY73" fmla="*/ 112661 h 608003"/>
                <a:gd name="connsiteX74" fmla="*/ 204089 w 517049"/>
                <a:gd name="connsiteY74" fmla="*/ 107968 h 608003"/>
                <a:gd name="connsiteX75" fmla="*/ 213250 w 517049"/>
                <a:gd name="connsiteY75" fmla="*/ 115048 h 608003"/>
                <a:gd name="connsiteX76" fmla="*/ 216515 w 517049"/>
                <a:gd name="connsiteY76" fmla="*/ 128332 h 608003"/>
                <a:gd name="connsiteX77" fmla="*/ 215958 w 517049"/>
                <a:gd name="connsiteY77" fmla="*/ 135730 h 608003"/>
                <a:gd name="connsiteX78" fmla="*/ 205443 w 517049"/>
                <a:gd name="connsiteY78" fmla="*/ 145593 h 608003"/>
                <a:gd name="connsiteX79" fmla="*/ 196124 w 517049"/>
                <a:gd name="connsiteY79" fmla="*/ 153548 h 608003"/>
                <a:gd name="connsiteX80" fmla="*/ 189114 w 517049"/>
                <a:gd name="connsiteY80" fmla="*/ 157764 h 608003"/>
                <a:gd name="connsiteX81" fmla="*/ 183857 w 517049"/>
                <a:gd name="connsiteY81" fmla="*/ 166991 h 608003"/>
                <a:gd name="connsiteX82" fmla="*/ 186406 w 517049"/>
                <a:gd name="connsiteY82" fmla="*/ 173037 h 608003"/>
                <a:gd name="connsiteX83" fmla="*/ 194929 w 517049"/>
                <a:gd name="connsiteY83" fmla="*/ 179719 h 608003"/>
                <a:gd name="connsiteX84" fmla="*/ 200345 w 517049"/>
                <a:gd name="connsiteY84" fmla="*/ 186162 h 608003"/>
                <a:gd name="connsiteX85" fmla="*/ 206638 w 517049"/>
                <a:gd name="connsiteY85" fmla="*/ 190537 h 608003"/>
                <a:gd name="connsiteX86" fmla="*/ 218666 w 517049"/>
                <a:gd name="connsiteY86" fmla="*/ 192764 h 608003"/>
                <a:gd name="connsiteX87" fmla="*/ 253316 w 517049"/>
                <a:gd name="connsiteY87" fmla="*/ 187673 h 608003"/>
                <a:gd name="connsiteX88" fmla="*/ 261122 w 517049"/>
                <a:gd name="connsiteY88" fmla="*/ 185287 h 608003"/>
                <a:gd name="connsiteX89" fmla="*/ 272911 w 517049"/>
                <a:gd name="connsiteY89" fmla="*/ 181707 h 608003"/>
                <a:gd name="connsiteX90" fmla="*/ 282868 w 517049"/>
                <a:gd name="connsiteY90" fmla="*/ 177332 h 608003"/>
                <a:gd name="connsiteX91" fmla="*/ 290036 w 517049"/>
                <a:gd name="connsiteY91" fmla="*/ 171366 h 608003"/>
                <a:gd name="connsiteX92" fmla="*/ 296807 w 517049"/>
                <a:gd name="connsiteY92" fmla="*/ 168662 h 608003"/>
                <a:gd name="connsiteX93" fmla="*/ 299037 w 517049"/>
                <a:gd name="connsiteY93" fmla="*/ 171526 h 608003"/>
                <a:gd name="connsiteX94" fmla="*/ 298002 w 517049"/>
                <a:gd name="connsiteY94" fmla="*/ 175582 h 608003"/>
                <a:gd name="connsiteX95" fmla="*/ 292426 w 517049"/>
                <a:gd name="connsiteY95" fmla="*/ 178844 h 608003"/>
                <a:gd name="connsiteX96" fmla="*/ 273229 w 517049"/>
                <a:gd name="connsiteY96" fmla="*/ 186162 h 608003"/>
                <a:gd name="connsiteX97" fmla="*/ 257776 w 517049"/>
                <a:gd name="connsiteY97" fmla="*/ 192764 h 608003"/>
                <a:gd name="connsiteX98" fmla="*/ 233960 w 517049"/>
                <a:gd name="connsiteY98" fmla="*/ 200560 h 608003"/>
                <a:gd name="connsiteX99" fmla="*/ 207116 w 517049"/>
                <a:gd name="connsiteY99" fmla="*/ 199844 h 608003"/>
                <a:gd name="connsiteX100" fmla="*/ 204089 w 517049"/>
                <a:gd name="connsiteY100" fmla="*/ 200560 h 608003"/>
                <a:gd name="connsiteX101" fmla="*/ 209904 w 517049"/>
                <a:gd name="connsiteY101" fmla="*/ 207003 h 608003"/>
                <a:gd name="connsiteX102" fmla="*/ 232606 w 517049"/>
                <a:gd name="connsiteY102" fmla="*/ 214481 h 608003"/>
                <a:gd name="connsiteX103" fmla="*/ 244872 w 517049"/>
                <a:gd name="connsiteY103" fmla="*/ 212094 h 608003"/>
                <a:gd name="connsiteX104" fmla="*/ 257059 w 517049"/>
                <a:gd name="connsiteY104" fmla="*/ 207321 h 608003"/>
                <a:gd name="connsiteX105" fmla="*/ 268450 w 517049"/>
                <a:gd name="connsiteY105" fmla="*/ 201355 h 608003"/>
                <a:gd name="connsiteX106" fmla="*/ 278646 w 517049"/>
                <a:gd name="connsiteY106" fmla="*/ 195628 h 608003"/>
                <a:gd name="connsiteX107" fmla="*/ 287010 w 517049"/>
                <a:gd name="connsiteY107" fmla="*/ 191571 h 608003"/>
                <a:gd name="connsiteX108" fmla="*/ 292904 w 517049"/>
                <a:gd name="connsiteY108" fmla="*/ 190696 h 608003"/>
                <a:gd name="connsiteX109" fmla="*/ 295851 w 517049"/>
                <a:gd name="connsiteY109" fmla="*/ 194435 h 608003"/>
                <a:gd name="connsiteX110" fmla="*/ 295453 w 517049"/>
                <a:gd name="connsiteY110" fmla="*/ 195946 h 608003"/>
                <a:gd name="connsiteX111" fmla="*/ 294099 w 517049"/>
                <a:gd name="connsiteY111" fmla="*/ 197696 h 608003"/>
                <a:gd name="connsiteX112" fmla="*/ 292107 w 517049"/>
                <a:gd name="connsiteY112" fmla="*/ 199208 h 608003"/>
                <a:gd name="connsiteX113" fmla="*/ 289240 w 517049"/>
                <a:gd name="connsiteY113" fmla="*/ 200878 h 608003"/>
                <a:gd name="connsiteX114" fmla="*/ 286133 w 517049"/>
                <a:gd name="connsiteY114" fmla="*/ 202389 h 608003"/>
                <a:gd name="connsiteX115" fmla="*/ 282788 w 517049"/>
                <a:gd name="connsiteY115" fmla="*/ 204060 h 608003"/>
                <a:gd name="connsiteX116" fmla="*/ 279522 w 517049"/>
                <a:gd name="connsiteY116" fmla="*/ 205651 h 608003"/>
                <a:gd name="connsiteX117" fmla="*/ 256582 w 517049"/>
                <a:gd name="connsiteY117" fmla="*/ 220526 h 608003"/>
                <a:gd name="connsiteX118" fmla="*/ 233960 w 517049"/>
                <a:gd name="connsiteY118" fmla="*/ 235163 h 608003"/>
                <a:gd name="connsiteX119" fmla="*/ 217312 w 517049"/>
                <a:gd name="connsiteY119" fmla="*/ 235481 h 608003"/>
                <a:gd name="connsiteX120" fmla="*/ 195965 w 517049"/>
                <a:gd name="connsiteY120" fmla="*/ 210742 h 608003"/>
                <a:gd name="connsiteX121" fmla="*/ 187441 w 517049"/>
                <a:gd name="connsiteY121" fmla="*/ 203264 h 608003"/>
                <a:gd name="connsiteX122" fmla="*/ 187123 w 517049"/>
                <a:gd name="connsiteY122" fmla="*/ 206685 h 608003"/>
                <a:gd name="connsiteX123" fmla="*/ 182025 w 517049"/>
                <a:gd name="connsiteY123" fmla="*/ 225856 h 608003"/>
                <a:gd name="connsiteX124" fmla="*/ 171989 w 517049"/>
                <a:gd name="connsiteY124" fmla="*/ 244629 h 608003"/>
                <a:gd name="connsiteX125" fmla="*/ 164820 w 517049"/>
                <a:gd name="connsiteY125" fmla="*/ 264356 h 608003"/>
                <a:gd name="connsiteX126" fmla="*/ 168802 w 517049"/>
                <a:gd name="connsiteY126" fmla="*/ 285674 h 608003"/>
                <a:gd name="connsiteX127" fmla="*/ 147535 w 517049"/>
                <a:gd name="connsiteY127" fmla="*/ 316220 h 608003"/>
                <a:gd name="connsiteX128" fmla="*/ 131365 w 517049"/>
                <a:gd name="connsiteY128" fmla="*/ 364028 h 608003"/>
                <a:gd name="connsiteX129" fmla="*/ 130887 w 517049"/>
                <a:gd name="connsiteY129" fmla="*/ 387494 h 608003"/>
                <a:gd name="connsiteX130" fmla="*/ 129055 w 517049"/>
                <a:gd name="connsiteY130" fmla="*/ 407460 h 608003"/>
                <a:gd name="connsiteX131" fmla="*/ 119178 w 517049"/>
                <a:gd name="connsiteY131" fmla="*/ 408494 h 608003"/>
                <a:gd name="connsiteX132" fmla="*/ 106911 w 517049"/>
                <a:gd name="connsiteY132" fmla="*/ 376596 h 608003"/>
                <a:gd name="connsiteX133" fmla="*/ 108265 w 517049"/>
                <a:gd name="connsiteY133" fmla="*/ 357584 h 608003"/>
                <a:gd name="connsiteX134" fmla="*/ 107946 w 517049"/>
                <a:gd name="connsiteY134" fmla="*/ 351459 h 608003"/>
                <a:gd name="connsiteX135" fmla="*/ 106592 w 517049"/>
                <a:gd name="connsiteY135" fmla="*/ 353209 h 608003"/>
                <a:gd name="connsiteX136" fmla="*/ 110017 w 517049"/>
                <a:gd name="connsiteY136" fmla="*/ 409528 h 608003"/>
                <a:gd name="connsiteX137" fmla="*/ 118461 w 517049"/>
                <a:gd name="connsiteY137" fmla="*/ 418994 h 608003"/>
                <a:gd name="connsiteX138" fmla="*/ 126665 w 517049"/>
                <a:gd name="connsiteY138" fmla="*/ 425835 h 608003"/>
                <a:gd name="connsiteX139" fmla="*/ 161952 w 517049"/>
                <a:gd name="connsiteY139" fmla="*/ 456540 h 608003"/>
                <a:gd name="connsiteX140" fmla="*/ 193575 w 517049"/>
                <a:gd name="connsiteY140" fmla="*/ 482472 h 608003"/>
                <a:gd name="connsiteX141" fmla="*/ 199549 w 517049"/>
                <a:gd name="connsiteY141" fmla="*/ 495359 h 608003"/>
                <a:gd name="connsiteX142" fmla="*/ 194770 w 517049"/>
                <a:gd name="connsiteY142" fmla="*/ 509916 h 608003"/>
                <a:gd name="connsiteX143" fmla="*/ 179317 w 517049"/>
                <a:gd name="connsiteY143" fmla="*/ 517711 h 608003"/>
                <a:gd name="connsiteX144" fmla="*/ 189194 w 517049"/>
                <a:gd name="connsiteY144" fmla="*/ 532825 h 608003"/>
                <a:gd name="connsiteX145" fmla="*/ 198673 w 517049"/>
                <a:gd name="connsiteY145" fmla="*/ 551121 h 608003"/>
                <a:gd name="connsiteX146" fmla="*/ 201062 w 517049"/>
                <a:gd name="connsiteY146" fmla="*/ 575064 h 608003"/>
                <a:gd name="connsiteX147" fmla="*/ 203452 w 517049"/>
                <a:gd name="connsiteY147" fmla="*/ 543882 h 608003"/>
                <a:gd name="connsiteX148" fmla="*/ 199868 w 517049"/>
                <a:gd name="connsiteY148" fmla="*/ 538393 h 608003"/>
                <a:gd name="connsiteX149" fmla="*/ 196602 w 517049"/>
                <a:gd name="connsiteY149" fmla="*/ 534336 h 608003"/>
                <a:gd name="connsiteX150" fmla="*/ 195965 w 517049"/>
                <a:gd name="connsiteY150" fmla="*/ 532348 h 608003"/>
                <a:gd name="connsiteX151" fmla="*/ 200345 w 517049"/>
                <a:gd name="connsiteY151" fmla="*/ 529086 h 608003"/>
                <a:gd name="connsiteX152" fmla="*/ 207196 w 517049"/>
                <a:gd name="connsiteY152" fmla="*/ 529961 h 608003"/>
                <a:gd name="connsiteX153" fmla="*/ 263591 w 517049"/>
                <a:gd name="connsiteY153" fmla="*/ 542132 h 608003"/>
                <a:gd name="connsiteX154" fmla="*/ 323651 w 517049"/>
                <a:gd name="connsiteY154" fmla="*/ 512620 h 608003"/>
                <a:gd name="connsiteX155" fmla="*/ 335201 w 517049"/>
                <a:gd name="connsiteY155" fmla="*/ 502438 h 608003"/>
                <a:gd name="connsiteX156" fmla="*/ 338626 w 517049"/>
                <a:gd name="connsiteY156" fmla="*/ 520098 h 608003"/>
                <a:gd name="connsiteX157" fmla="*/ 330820 w 517049"/>
                <a:gd name="connsiteY157" fmla="*/ 551280 h 608003"/>
                <a:gd name="connsiteX158" fmla="*/ 328749 w 517049"/>
                <a:gd name="connsiteY158" fmla="*/ 564007 h 608003"/>
                <a:gd name="connsiteX159" fmla="*/ 336953 w 517049"/>
                <a:gd name="connsiteY159" fmla="*/ 569337 h 608003"/>
                <a:gd name="connsiteX160" fmla="*/ 341891 w 517049"/>
                <a:gd name="connsiteY160" fmla="*/ 543166 h 608003"/>
                <a:gd name="connsiteX161" fmla="*/ 346432 w 517049"/>
                <a:gd name="connsiteY161" fmla="*/ 512620 h 608003"/>
                <a:gd name="connsiteX162" fmla="*/ 344281 w 517049"/>
                <a:gd name="connsiteY162" fmla="*/ 487722 h 608003"/>
                <a:gd name="connsiteX163" fmla="*/ 341653 w 517049"/>
                <a:gd name="connsiteY163" fmla="*/ 454870 h 608003"/>
                <a:gd name="connsiteX164" fmla="*/ 349459 w 517049"/>
                <a:gd name="connsiteY164" fmla="*/ 430926 h 608003"/>
                <a:gd name="connsiteX165" fmla="*/ 366823 w 517049"/>
                <a:gd name="connsiteY165" fmla="*/ 424801 h 608003"/>
                <a:gd name="connsiteX166" fmla="*/ 378533 w 517049"/>
                <a:gd name="connsiteY166" fmla="*/ 406824 h 608003"/>
                <a:gd name="connsiteX167" fmla="*/ 403146 w 517049"/>
                <a:gd name="connsiteY167" fmla="*/ 403244 h 608003"/>
                <a:gd name="connsiteX168" fmla="*/ 423537 w 517049"/>
                <a:gd name="connsiteY168" fmla="*/ 410880 h 608003"/>
                <a:gd name="connsiteX169" fmla="*/ 404819 w 517049"/>
                <a:gd name="connsiteY169" fmla="*/ 396642 h 608003"/>
                <a:gd name="connsiteX170" fmla="*/ 407367 w 517049"/>
                <a:gd name="connsiteY170" fmla="*/ 387335 h 608003"/>
                <a:gd name="connsiteX171" fmla="*/ 409120 w 517049"/>
                <a:gd name="connsiteY171" fmla="*/ 378505 h 608003"/>
                <a:gd name="connsiteX172" fmla="*/ 410076 w 517049"/>
                <a:gd name="connsiteY172" fmla="*/ 371187 h 608003"/>
                <a:gd name="connsiteX173" fmla="*/ 410235 w 517049"/>
                <a:gd name="connsiteY173" fmla="*/ 363550 h 608003"/>
                <a:gd name="connsiteX174" fmla="*/ 409916 w 517049"/>
                <a:gd name="connsiteY174" fmla="*/ 356948 h 608003"/>
                <a:gd name="connsiteX175" fmla="*/ 408722 w 517049"/>
                <a:gd name="connsiteY175" fmla="*/ 349471 h 608003"/>
                <a:gd name="connsiteX176" fmla="*/ 407367 w 517049"/>
                <a:gd name="connsiteY176" fmla="*/ 342550 h 608003"/>
                <a:gd name="connsiteX177" fmla="*/ 405695 w 517049"/>
                <a:gd name="connsiteY177" fmla="*/ 334039 h 608003"/>
                <a:gd name="connsiteX178" fmla="*/ 403863 w 517049"/>
                <a:gd name="connsiteY178" fmla="*/ 325050 h 608003"/>
                <a:gd name="connsiteX179" fmla="*/ 387852 w 517049"/>
                <a:gd name="connsiteY179" fmla="*/ 290129 h 608003"/>
                <a:gd name="connsiteX180" fmla="*/ 363398 w 517049"/>
                <a:gd name="connsiteY180" fmla="*/ 264674 h 608003"/>
                <a:gd name="connsiteX181" fmla="*/ 382754 w 517049"/>
                <a:gd name="connsiteY181" fmla="*/ 292834 h 608003"/>
                <a:gd name="connsiteX182" fmla="*/ 401075 w 517049"/>
                <a:gd name="connsiteY182" fmla="*/ 387176 h 608003"/>
                <a:gd name="connsiteX183" fmla="*/ 384108 w 517049"/>
                <a:gd name="connsiteY183" fmla="*/ 401414 h 608003"/>
                <a:gd name="connsiteX184" fmla="*/ 371045 w 517049"/>
                <a:gd name="connsiteY184" fmla="*/ 395130 h 608003"/>
                <a:gd name="connsiteX185" fmla="*/ 368337 w 517049"/>
                <a:gd name="connsiteY185" fmla="*/ 366812 h 608003"/>
                <a:gd name="connsiteX186" fmla="*/ 364434 w 517049"/>
                <a:gd name="connsiteY186" fmla="*/ 330459 h 608003"/>
                <a:gd name="connsiteX187" fmla="*/ 357822 w 517049"/>
                <a:gd name="connsiteY187" fmla="*/ 307072 h 608003"/>
                <a:gd name="connsiteX188" fmla="*/ 351211 w 517049"/>
                <a:gd name="connsiteY188" fmla="*/ 291640 h 608003"/>
                <a:gd name="connsiteX189" fmla="*/ 345874 w 517049"/>
                <a:gd name="connsiteY189" fmla="*/ 283368 h 608003"/>
                <a:gd name="connsiteX190" fmla="*/ 341493 w 517049"/>
                <a:gd name="connsiteY190" fmla="*/ 278277 h 608003"/>
                <a:gd name="connsiteX191" fmla="*/ 338944 w 517049"/>
                <a:gd name="connsiteY191" fmla="*/ 275890 h 608003"/>
                <a:gd name="connsiteX192" fmla="*/ 328430 w 517049"/>
                <a:gd name="connsiteY192" fmla="*/ 240890 h 608003"/>
                <a:gd name="connsiteX193" fmla="*/ 318393 w 517049"/>
                <a:gd name="connsiteY193" fmla="*/ 221958 h 608003"/>
                <a:gd name="connsiteX194" fmla="*/ 310428 w 517049"/>
                <a:gd name="connsiteY194" fmla="*/ 210742 h 608003"/>
                <a:gd name="connsiteX195" fmla="*/ 305330 w 517049"/>
                <a:gd name="connsiteY195" fmla="*/ 197139 h 608003"/>
                <a:gd name="connsiteX196" fmla="*/ 307321 w 517049"/>
                <a:gd name="connsiteY196" fmla="*/ 179003 h 608003"/>
                <a:gd name="connsiteX197" fmla="*/ 308915 w 517049"/>
                <a:gd name="connsiteY197" fmla="*/ 162219 h 608003"/>
                <a:gd name="connsiteX198" fmla="*/ 293780 w 517049"/>
                <a:gd name="connsiteY198" fmla="*/ 153707 h 608003"/>
                <a:gd name="connsiteX199" fmla="*/ 278646 w 517049"/>
                <a:gd name="connsiteY199" fmla="*/ 147662 h 608003"/>
                <a:gd name="connsiteX200" fmla="*/ 266618 w 517049"/>
                <a:gd name="connsiteY200" fmla="*/ 142173 h 608003"/>
                <a:gd name="connsiteX201" fmla="*/ 262874 w 517049"/>
                <a:gd name="connsiteY201" fmla="*/ 133343 h 608003"/>
                <a:gd name="connsiteX202" fmla="*/ 265583 w 517049"/>
                <a:gd name="connsiteY202" fmla="*/ 116082 h 608003"/>
                <a:gd name="connsiteX203" fmla="*/ 277770 w 517049"/>
                <a:gd name="connsiteY203" fmla="*/ 106934 h 608003"/>
                <a:gd name="connsiteX204" fmla="*/ 295134 w 517049"/>
                <a:gd name="connsiteY204" fmla="*/ 117116 h 608003"/>
                <a:gd name="connsiteX205" fmla="*/ 296488 w 517049"/>
                <a:gd name="connsiteY205" fmla="*/ 136764 h 608003"/>
                <a:gd name="connsiteX206" fmla="*/ 295851 w 517049"/>
                <a:gd name="connsiteY206" fmla="*/ 145752 h 608003"/>
                <a:gd name="connsiteX207" fmla="*/ 305967 w 517049"/>
                <a:gd name="connsiteY207" fmla="*/ 145912 h 608003"/>
                <a:gd name="connsiteX208" fmla="*/ 310428 w 517049"/>
                <a:gd name="connsiteY208" fmla="*/ 133741 h 608003"/>
                <a:gd name="connsiteX209" fmla="*/ 310428 w 517049"/>
                <a:gd name="connsiteY209" fmla="*/ 121173 h 608003"/>
                <a:gd name="connsiteX210" fmla="*/ 305808 w 517049"/>
                <a:gd name="connsiteY210" fmla="*/ 104229 h 608003"/>
                <a:gd name="connsiteX211" fmla="*/ 298719 w 517049"/>
                <a:gd name="connsiteY211" fmla="*/ 93888 h 608003"/>
                <a:gd name="connsiteX212" fmla="*/ 290753 w 517049"/>
                <a:gd name="connsiteY212" fmla="*/ 88797 h 608003"/>
                <a:gd name="connsiteX213" fmla="*/ 281513 w 517049"/>
                <a:gd name="connsiteY213" fmla="*/ 86252 h 608003"/>
                <a:gd name="connsiteX214" fmla="*/ 295134 w 517049"/>
                <a:gd name="connsiteY214" fmla="*/ 34626 h 608003"/>
                <a:gd name="connsiteX215" fmla="*/ 291231 w 517049"/>
                <a:gd name="connsiteY215" fmla="*/ 37172 h 608003"/>
                <a:gd name="connsiteX216" fmla="*/ 290913 w 517049"/>
                <a:gd name="connsiteY216" fmla="*/ 41626 h 608003"/>
                <a:gd name="connsiteX217" fmla="*/ 290753 w 517049"/>
                <a:gd name="connsiteY217" fmla="*/ 45842 h 608003"/>
                <a:gd name="connsiteX218" fmla="*/ 288682 w 517049"/>
                <a:gd name="connsiteY218" fmla="*/ 49422 h 608003"/>
                <a:gd name="connsiteX219" fmla="*/ 286691 w 517049"/>
                <a:gd name="connsiteY219" fmla="*/ 52445 h 608003"/>
                <a:gd name="connsiteX220" fmla="*/ 287647 w 517049"/>
                <a:gd name="connsiteY220" fmla="*/ 55308 h 608003"/>
                <a:gd name="connsiteX221" fmla="*/ 290355 w 517049"/>
                <a:gd name="connsiteY221" fmla="*/ 55308 h 608003"/>
                <a:gd name="connsiteX222" fmla="*/ 294099 w 517049"/>
                <a:gd name="connsiteY222" fmla="*/ 52286 h 608003"/>
                <a:gd name="connsiteX223" fmla="*/ 299197 w 517049"/>
                <a:gd name="connsiteY223" fmla="*/ 49183 h 608003"/>
                <a:gd name="connsiteX224" fmla="*/ 302303 w 517049"/>
                <a:gd name="connsiteY224" fmla="*/ 48865 h 608003"/>
                <a:gd name="connsiteX225" fmla="*/ 307401 w 517049"/>
                <a:gd name="connsiteY225" fmla="*/ 48229 h 608003"/>
                <a:gd name="connsiteX226" fmla="*/ 310428 w 517049"/>
                <a:gd name="connsiteY226" fmla="*/ 45842 h 608003"/>
                <a:gd name="connsiteX227" fmla="*/ 309552 w 517049"/>
                <a:gd name="connsiteY227" fmla="*/ 44172 h 608003"/>
                <a:gd name="connsiteX228" fmla="*/ 306525 w 517049"/>
                <a:gd name="connsiteY228" fmla="*/ 41785 h 608003"/>
                <a:gd name="connsiteX229" fmla="*/ 303259 w 517049"/>
                <a:gd name="connsiteY229" fmla="*/ 39717 h 608003"/>
                <a:gd name="connsiteX230" fmla="*/ 295134 w 517049"/>
                <a:gd name="connsiteY230" fmla="*/ 34626 h 608003"/>
                <a:gd name="connsiteX231" fmla="*/ 247262 w 517049"/>
                <a:gd name="connsiteY231" fmla="*/ 24 h 608003"/>
                <a:gd name="connsiteX232" fmla="*/ 283266 w 517049"/>
                <a:gd name="connsiteY232" fmla="*/ 4637 h 608003"/>
                <a:gd name="connsiteX233" fmla="*/ 313455 w 517049"/>
                <a:gd name="connsiteY233" fmla="*/ 18717 h 608003"/>
                <a:gd name="connsiteX234" fmla="*/ 344600 w 517049"/>
                <a:gd name="connsiteY234" fmla="*/ 59922 h 608003"/>
                <a:gd name="connsiteX235" fmla="*/ 354636 w 517049"/>
                <a:gd name="connsiteY235" fmla="*/ 109957 h 608003"/>
                <a:gd name="connsiteX236" fmla="*/ 364752 w 517049"/>
                <a:gd name="connsiteY236" fmla="*/ 182582 h 608003"/>
                <a:gd name="connsiteX237" fmla="*/ 409996 w 517049"/>
                <a:gd name="connsiteY237" fmla="*/ 256481 h 608003"/>
                <a:gd name="connsiteX238" fmla="*/ 443770 w 517049"/>
                <a:gd name="connsiteY238" fmla="*/ 311845 h 608003"/>
                <a:gd name="connsiteX239" fmla="*/ 464002 w 517049"/>
                <a:gd name="connsiteY239" fmla="*/ 376596 h 608003"/>
                <a:gd name="connsiteX240" fmla="*/ 465675 w 517049"/>
                <a:gd name="connsiteY240" fmla="*/ 405312 h 608003"/>
                <a:gd name="connsiteX241" fmla="*/ 461612 w 517049"/>
                <a:gd name="connsiteY241" fmla="*/ 424085 h 608003"/>
                <a:gd name="connsiteX242" fmla="*/ 454842 w 517049"/>
                <a:gd name="connsiteY242" fmla="*/ 431562 h 608003"/>
                <a:gd name="connsiteX243" fmla="*/ 446796 w 517049"/>
                <a:gd name="connsiteY243" fmla="*/ 438006 h 608003"/>
                <a:gd name="connsiteX244" fmla="*/ 437636 w 517049"/>
                <a:gd name="connsiteY244" fmla="*/ 450017 h 608003"/>
                <a:gd name="connsiteX245" fmla="*/ 423936 w 517049"/>
                <a:gd name="connsiteY245" fmla="*/ 461392 h 608003"/>
                <a:gd name="connsiteX246" fmla="*/ 403146 w 517049"/>
                <a:gd name="connsiteY246" fmla="*/ 466165 h 608003"/>
                <a:gd name="connsiteX247" fmla="*/ 392472 w 517049"/>
                <a:gd name="connsiteY247" fmla="*/ 464495 h 608003"/>
                <a:gd name="connsiteX248" fmla="*/ 384825 w 517049"/>
                <a:gd name="connsiteY248" fmla="*/ 459881 h 608003"/>
                <a:gd name="connsiteX249" fmla="*/ 380285 w 517049"/>
                <a:gd name="connsiteY249" fmla="*/ 454631 h 608003"/>
                <a:gd name="connsiteX250" fmla="*/ 376302 w 517049"/>
                <a:gd name="connsiteY250" fmla="*/ 447710 h 608003"/>
                <a:gd name="connsiteX251" fmla="*/ 373275 w 517049"/>
                <a:gd name="connsiteY251" fmla="*/ 441108 h 608003"/>
                <a:gd name="connsiteX252" fmla="*/ 359336 w 517049"/>
                <a:gd name="connsiteY252" fmla="*/ 430926 h 608003"/>
                <a:gd name="connsiteX253" fmla="*/ 349857 w 517049"/>
                <a:gd name="connsiteY253" fmla="*/ 447551 h 608003"/>
                <a:gd name="connsiteX254" fmla="*/ 352247 w 517049"/>
                <a:gd name="connsiteY254" fmla="*/ 480404 h 608003"/>
                <a:gd name="connsiteX255" fmla="*/ 352565 w 517049"/>
                <a:gd name="connsiteY255" fmla="*/ 546586 h 608003"/>
                <a:gd name="connsiteX256" fmla="*/ 358699 w 517049"/>
                <a:gd name="connsiteY256" fmla="*/ 580632 h 608003"/>
                <a:gd name="connsiteX257" fmla="*/ 383471 w 517049"/>
                <a:gd name="connsiteY257" fmla="*/ 591848 h 608003"/>
                <a:gd name="connsiteX258" fmla="*/ 412386 w 517049"/>
                <a:gd name="connsiteY258" fmla="*/ 579837 h 608003"/>
                <a:gd name="connsiteX259" fmla="*/ 442734 w 517049"/>
                <a:gd name="connsiteY259" fmla="*/ 557246 h 608003"/>
                <a:gd name="connsiteX260" fmla="*/ 477941 w 517049"/>
                <a:gd name="connsiteY260" fmla="*/ 542848 h 608003"/>
                <a:gd name="connsiteX261" fmla="*/ 504068 w 517049"/>
                <a:gd name="connsiteY261" fmla="*/ 530438 h 608003"/>
                <a:gd name="connsiteX262" fmla="*/ 510361 w 517049"/>
                <a:gd name="connsiteY262" fmla="*/ 518745 h 608003"/>
                <a:gd name="connsiteX263" fmla="*/ 501838 w 517049"/>
                <a:gd name="connsiteY263" fmla="*/ 509120 h 608003"/>
                <a:gd name="connsiteX264" fmla="*/ 484393 w 517049"/>
                <a:gd name="connsiteY264" fmla="*/ 501086 h 608003"/>
                <a:gd name="connsiteX265" fmla="*/ 467586 w 517049"/>
                <a:gd name="connsiteY265" fmla="*/ 484858 h 608003"/>
                <a:gd name="connsiteX266" fmla="*/ 462488 w 517049"/>
                <a:gd name="connsiteY266" fmla="*/ 460199 h 608003"/>
                <a:gd name="connsiteX267" fmla="*/ 467746 w 517049"/>
                <a:gd name="connsiteY267" fmla="*/ 444131 h 608003"/>
                <a:gd name="connsiteX268" fmla="*/ 470454 w 517049"/>
                <a:gd name="connsiteY268" fmla="*/ 463301 h 608003"/>
                <a:gd name="connsiteX269" fmla="*/ 475392 w 517049"/>
                <a:gd name="connsiteY269" fmla="*/ 477063 h 608003"/>
                <a:gd name="connsiteX270" fmla="*/ 482322 w 517049"/>
                <a:gd name="connsiteY270" fmla="*/ 486688 h 608003"/>
                <a:gd name="connsiteX271" fmla="*/ 489491 w 517049"/>
                <a:gd name="connsiteY271" fmla="*/ 493131 h 608003"/>
                <a:gd name="connsiteX272" fmla="*/ 496740 w 517049"/>
                <a:gd name="connsiteY272" fmla="*/ 497586 h 608003"/>
                <a:gd name="connsiteX273" fmla="*/ 502395 w 517049"/>
                <a:gd name="connsiteY273" fmla="*/ 500768 h 608003"/>
                <a:gd name="connsiteX274" fmla="*/ 512910 w 517049"/>
                <a:gd name="connsiteY274" fmla="*/ 509120 h 608003"/>
                <a:gd name="connsiteX275" fmla="*/ 516972 w 517049"/>
                <a:gd name="connsiteY275" fmla="*/ 517234 h 608003"/>
                <a:gd name="connsiteX276" fmla="*/ 516096 w 517049"/>
                <a:gd name="connsiteY276" fmla="*/ 524870 h 608003"/>
                <a:gd name="connsiteX277" fmla="*/ 510839 w 517049"/>
                <a:gd name="connsiteY277" fmla="*/ 532348 h 608003"/>
                <a:gd name="connsiteX278" fmla="*/ 502873 w 517049"/>
                <a:gd name="connsiteY278" fmla="*/ 538950 h 608003"/>
                <a:gd name="connsiteX279" fmla="*/ 492677 w 517049"/>
                <a:gd name="connsiteY279" fmla="*/ 545234 h 608003"/>
                <a:gd name="connsiteX280" fmla="*/ 482004 w 517049"/>
                <a:gd name="connsiteY280" fmla="*/ 550802 h 608003"/>
                <a:gd name="connsiteX281" fmla="*/ 471091 w 517049"/>
                <a:gd name="connsiteY281" fmla="*/ 556052 h 608003"/>
                <a:gd name="connsiteX282" fmla="*/ 461931 w 517049"/>
                <a:gd name="connsiteY282" fmla="*/ 560507 h 608003"/>
                <a:gd name="connsiteX283" fmla="*/ 432857 w 517049"/>
                <a:gd name="connsiteY283" fmla="*/ 579519 h 608003"/>
                <a:gd name="connsiteX284" fmla="*/ 407208 w 517049"/>
                <a:gd name="connsiteY284" fmla="*/ 601155 h 608003"/>
                <a:gd name="connsiteX285" fmla="*/ 384108 w 517049"/>
                <a:gd name="connsiteY285" fmla="*/ 607837 h 608003"/>
                <a:gd name="connsiteX286" fmla="*/ 353919 w 517049"/>
                <a:gd name="connsiteY286" fmla="*/ 602905 h 608003"/>
                <a:gd name="connsiteX287" fmla="*/ 343883 w 517049"/>
                <a:gd name="connsiteY287" fmla="*/ 594951 h 608003"/>
                <a:gd name="connsiteX288" fmla="*/ 338307 w 517049"/>
                <a:gd name="connsiteY288" fmla="*/ 586280 h 608003"/>
                <a:gd name="connsiteX289" fmla="*/ 330820 w 517049"/>
                <a:gd name="connsiteY289" fmla="*/ 579678 h 608003"/>
                <a:gd name="connsiteX290" fmla="*/ 314809 w 517049"/>
                <a:gd name="connsiteY290" fmla="*/ 576416 h 608003"/>
                <a:gd name="connsiteX291" fmla="*/ 270680 w 517049"/>
                <a:gd name="connsiteY291" fmla="*/ 576098 h 608003"/>
                <a:gd name="connsiteX292" fmla="*/ 251324 w 517049"/>
                <a:gd name="connsiteY292" fmla="*/ 576575 h 608003"/>
                <a:gd name="connsiteX293" fmla="*/ 231570 w 517049"/>
                <a:gd name="connsiteY293" fmla="*/ 577450 h 608003"/>
                <a:gd name="connsiteX294" fmla="*/ 204567 w 517049"/>
                <a:gd name="connsiteY294" fmla="*/ 582541 h 608003"/>
                <a:gd name="connsiteX295" fmla="*/ 186406 w 517049"/>
                <a:gd name="connsiteY295" fmla="*/ 592723 h 608003"/>
                <a:gd name="connsiteX296" fmla="*/ 171670 w 517049"/>
                <a:gd name="connsiteY296" fmla="*/ 602428 h 608003"/>
                <a:gd name="connsiteX297" fmla="*/ 153509 w 517049"/>
                <a:gd name="connsiteY297" fmla="*/ 606326 h 608003"/>
                <a:gd name="connsiteX298" fmla="*/ 115752 w 517049"/>
                <a:gd name="connsiteY298" fmla="*/ 595746 h 608003"/>
                <a:gd name="connsiteX299" fmla="*/ 66207 w 517049"/>
                <a:gd name="connsiteY299" fmla="*/ 581189 h 608003"/>
                <a:gd name="connsiteX300" fmla="*/ 48843 w 517049"/>
                <a:gd name="connsiteY300" fmla="*/ 577928 h 608003"/>
                <a:gd name="connsiteX301" fmla="*/ 31876 w 517049"/>
                <a:gd name="connsiteY301" fmla="*/ 574905 h 608003"/>
                <a:gd name="connsiteX302" fmla="*/ 18415 w 517049"/>
                <a:gd name="connsiteY302" fmla="*/ 571723 h 608003"/>
                <a:gd name="connsiteX303" fmla="*/ 7024 w 517049"/>
                <a:gd name="connsiteY303" fmla="*/ 566791 h 608003"/>
                <a:gd name="connsiteX304" fmla="*/ 1289 w 517049"/>
                <a:gd name="connsiteY304" fmla="*/ 560109 h 608003"/>
                <a:gd name="connsiteX305" fmla="*/ 3679 w 517049"/>
                <a:gd name="connsiteY305" fmla="*/ 537598 h 608003"/>
                <a:gd name="connsiteX306" fmla="*/ 9812 w 517049"/>
                <a:gd name="connsiteY306" fmla="*/ 519063 h 608003"/>
                <a:gd name="connsiteX307" fmla="*/ 8458 w 517049"/>
                <a:gd name="connsiteY307" fmla="*/ 505540 h 608003"/>
                <a:gd name="connsiteX308" fmla="*/ 5033 w 517049"/>
                <a:gd name="connsiteY308" fmla="*/ 491143 h 608003"/>
                <a:gd name="connsiteX309" fmla="*/ 3519 w 517049"/>
                <a:gd name="connsiteY309" fmla="*/ 478733 h 608003"/>
                <a:gd name="connsiteX310" fmla="*/ 7104 w 517049"/>
                <a:gd name="connsiteY310" fmla="*/ 469586 h 608003"/>
                <a:gd name="connsiteX311" fmla="*/ 26460 w 517049"/>
                <a:gd name="connsiteY311" fmla="*/ 464813 h 608003"/>
                <a:gd name="connsiteX312" fmla="*/ 46772 w 517049"/>
                <a:gd name="connsiteY312" fmla="*/ 460756 h 608003"/>
                <a:gd name="connsiteX313" fmla="*/ 61109 w 517049"/>
                <a:gd name="connsiteY313" fmla="*/ 448904 h 608003"/>
                <a:gd name="connsiteX314" fmla="*/ 65172 w 517049"/>
                <a:gd name="connsiteY314" fmla="*/ 431562 h 608003"/>
                <a:gd name="connsiteX315" fmla="*/ 54259 w 517049"/>
                <a:gd name="connsiteY315" fmla="*/ 467517 h 608003"/>
                <a:gd name="connsiteX316" fmla="*/ 26062 w 517049"/>
                <a:gd name="connsiteY316" fmla="*/ 472608 h 608003"/>
                <a:gd name="connsiteX317" fmla="*/ 11485 w 517049"/>
                <a:gd name="connsiteY317" fmla="*/ 476029 h 608003"/>
                <a:gd name="connsiteX318" fmla="*/ 13157 w 517049"/>
                <a:gd name="connsiteY318" fmla="*/ 495359 h 608003"/>
                <a:gd name="connsiteX319" fmla="*/ 15866 w 517049"/>
                <a:gd name="connsiteY319" fmla="*/ 501484 h 608003"/>
                <a:gd name="connsiteX320" fmla="*/ 18813 w 517049"/>
                <a:gd name="connsiteY320" fmla="*/ 507529 h 608003"/>
                <a:gd name="connsiteX321" fmla="*/ 20326 w 517049"/>
                <a:gd name="connsiteY321" fmla="*/ 513336 h 608003"/>
                <a:gd name="connsiteX322" fmla="*/ 20645 w 517049"/>
                <a:gd name="connsiteY322" fmla="*/ 520813 h 608003"/>
                <a:gd name="connsiteX323" fmla="*/ 14910 w 517049"/>
                <a:gd name="connsiteY323" fmla="*/ 537439 h 608003"/>
                <a:gd name="connsiteX324" fmla="*/ 10131 w 517049"/>
                <a:gd name="connsiteY324" fmla="*/ 553666 h 608003"/>
                <a:gd name="connsiteX325" fmla="*/ 22716 w 517049"/>
                <a:gd name="connsiteY325" fmla="*/ 562496 h 608003"/>
                <a:gd name="connsiteX326" fmla="*/ 51392 w 517049"/>
                <a:gd name="connsiteY326" fmla="*/ 568780 h 608003"/>
                <a:gd name="connsiteX327" fmla="*/ 85165 w 517049"/>
                <a:gd name="connsiteY327" fmla="*/ 575780 h 608003"/>
                <a:gd name="connsiteX328" fmla="*/ 110336 w 517049"/>
                <a:gd name="connsiteY328" fmla="*/ 583178 h 608003"/>
                <a:gd name="connsiteX329" fmla="*/ 138374 w 517049"/>
                <a:gd name="connsiteY329" fmla="*/ 591053 h 608003"/>
                <a:gd name="connsiteX330" fmla="*/ 157252 w 517049"/>
                <a:gd name="connsiteY330" fmla="*/ 592405 h 608003"/>
                <a:gd name="connsiteX331" fmla="*/ 179157 w 517049"/>
                <a:gd name="connsiteY331" fmla="*/ 582860 h 608003"/>
                <a:gd name="connsiteX332" fmla="*/ 186964 w 517049"/>
                <a:gd name="connsiteY332" fmla="*/ 566632 h 608003"/>
                <a:gd name="connsiteX333" fmla="*/ 184415 w 517049"/>
                <a:gd name="connsiteY333" fmla="*/ 546746 h 608003"/>
                <a:gd name="connsiteX334" fmla="*/ 177963 w 517049"/>
                <a:gd name="connsiteY334" fmla="*/ 529086 h 608003"/>
                <a:gd name="connsiteX335" fmla="*/ 171112 w 517049"/>
                <a:gd name="connsiteY335" fmla="*/ 516757 h 608003"/>
                <a:gd name="connsiteX336" fmla="*/ 113761 w 517049"/>
                <a:gd name="connsiteY336" fmla="*/ 434585 h 608003"/>
                <a:gd name="connsiteX337" fmla="*/ 75368 w 517049"/>
                <a:gd name="connsiteY337" fmla="*/ 421062 h 608003"/>
                <a:gd name="connsiteX338" fmla="*/ 70270 w 517049"/>
                <a:gd name="connsiteY338" fmla="*/ 415971 h 608003"/>
                <a:gd name="connsiteX339" fmla="*/ 69553 w 517049"/>
                <a:gd name="connsiteY339" fmla="*/ 403085 h 608003"/>
                <a:gd name="connsiteX340" fmla="*/ 72978 w 517049"/>
                <a:gd name="connsiteY340" fmla="*/ 385426 h 608003"/>
                <a:gd name="connsiteX341" fmla="*/ 81103 w 517049"/>
                <a:gd name="connsiteY341" fmla="*/ 369516 h 608003"/>
                <a:gd name="connsiteX342" fmla="*/ 88590 w 517049"/>
                <a:gd name="connsiteY342" fmla="*/ 355278 h 608003"/>
                <a:gd name="connsiteX343" fmla="*/ 97591 w 517049"/>
                <a:gd name="connsiteY343" fmla="*/ 330777 h 608003"/>
                <a:gd name="connsiteX344" fmla="*/ 107628 w 517049"/>
                <a:gd name="connsiteY344" fmla="*/ 304368 h 608003"/>
                <a:gd name="connsiteX345" fmla="*/ 117823 w 517049"/>
                <a:gd name="connsiteY345" fmla="*/ 283686 h 608003"/>
                <a:gd name="connsiteX346" fmla="*/ 131046 w 517049"/>
                <a:gd name="connsiteY346" fmla="*/ 265311 h 608003"/>
                <a:gd name="connsiteX347" fmla="*/ 173183 w 517049"/>
                <a:gd name="connsiteY347" fmla="*/ 199208 h 608003"/>
                <a:gd name="connsiteX348" fmla="*/ 167767 w 517049"/>
                <a:gd name="connsiteY348" fmla="*/ 94047 h 608003"/>
                <a:gd name="connsiteX349" fmla="*/ 175892 w 517049"/>
                <a:gd name="connsiteY349" fmla="*/ 42660 h 608003"/>
                <a:gd name="connsiteX350" fmla="*/ 211895 w 517049"/>
                <a:gd name="connsiteY350" fmla="*/ 7183 h 608003"/>
                <a:gd name="connsiteX351" fmla="*/ 247262 w 517049"/>
                <a:gd name="connsiteY351" fmla="*/ 24 h 60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</a:cxnLst>
              <a:rect l="l" t="t" r="r" b="b"/>
              <a:pathLst>
                <a:path w="517049" h="608003">
                  <a:moveTo>
                    <a:pt x="133117" y="289095"/>
                  </a:moveTo>
                  <a:cubicBezTo>
                    <a:pt x="132161" y="288856"/>
                    <a:pt x="131524" y="289175"/>
                    <a:pt x="131046" y="290129"/>
                  </a:cubicBezTo>
                  <a:cubicBezTo>
                    <a:pt x="130648" y="291004"/>
                    <a:pt x="130090" y="292436"/>
                    <a:pt x="129533" y="294345"/>
                  </a:cubicBezTo>
                  <a:cubicBezTo>
                    <a:pt x="128975" y="296254"/>
                    <a:pt x="128338" y="297766"/>
                    <a:pt x="127701" y="298879"/>
                  </a:cubicBezTo>
                  <a:cubicBezTo>
                    <a:pt x="126984" y="300072"/>
                    <a:pt x="125869" y="301504"/>
                    <a:pt x="124275" y="303334"/>
                  </a:cubicBezTo>
                  <a:cubicBezTo>
                    <a:pt x="122682" y="305561"/>
                    <a:pt x="122603" y="306993"/>
                    <a:pt x="123957" y="307391"/>
                  </a:cubicBezTo>
                  <a:cubicBezTo>
                    <a:pt x="124833" y="307629"/>
                    <a:pt x="126267" y="306834"/>
                    <a:pt x="128179" y="305004"/>
                  </a:cubicBezTo>
                  <a:cubicBezTo>
                    <a:pt x="130090" y="303254"/>
                    <a:pt x="131524" y="301186"/>
                    <a:pt x="132400" y="298879"/>
                  </a:cubicBezTo>
                  <a:cubicBezTo>
                    <a:pt x="132639" y="298243"/>
                    <a:pt x="132878" y="297447"/>
                    <a:pt x="133117" y="296572"/>
                  </a:cubicBezTo>
                  <a:cubicBezTo>
                    <a:pt x="133356" y="295618"/>
                    <a:pt x="133595" y="294981"/>
                    <a:pt x="133754" y="294504"/>
                  </a:cubicBezTo>
                  <a:cubicBezTo>
                    <a:pt x="133993" y="294027"/>
                    <a:pt x="134153" y="293550"/>
                    <a:pt x="134312" y="292993"/>
                  </a:cubicBezTo>
                  <a:cubicBezTo>
                    <a:pt x="134392" y="292436"/>
                    <a:pt x="134471" y="291959"/>
                    <a:pt x="134471" y="291640"/>
                  </a:cubicBezTo>
                  <a:lnTo>
                    <a:pt x="134471" y="290606"/>
                  </a:lnTo>
                  <a:cubicBezTo>
                    <a:pt x="134471" y="290288"/>
                    <a:pt x="134312" y="289970"/>
                    <a:pt x="134153" y="289731"/>
                  </a:cubicBezTo>
                  <a:cubicBezTo>
                    <a:pt x="133914" y="289493"/>
                    <a:pt x="133595" y="289334"/>
                    <a:pt x="133117" y="289095"/>
                  </a:cubicBezTo>
                  <a:close/>
                  <a:moveTo>
                    <a:pt x="332174" y="180673"/>
                  </a:moveTo>
                  <a:cubicBezTo>
                    <a:pt x="331935" y="180594"/>
                    <a:pt x="331536" y="180753"/>
                    <a:pt x="330820" y="181230"/>
                  </a:cubicBezTo>
                  <a:cubicBezTo>
                    <a:pt x="327633" y="184810"/>
                    <a:pt x="328430" y="189742"/>
                    <a:pt x="333209" y="195946"/>
                  </a:cubicBezTo>
                  <a:cubicBezTo>
                    <a:pt x="337988" y="202151"/>
                    <a:pt x="342369" y="205730"/>
                    <a:pt x="346432" y="206605"/>
                  </a:cubicBezTo>
                  <a:cubicBezTo>
                    <a:pt x="348503" y="206844"/>
                    <a:pt x="350096" y="205969"/>
                    <a:pt x="351370" y="203901"/>
                  </a:cubicBezTo>
                  <a:cubicBezTo>
                    <a:pt x="352645" y="201912"/>
                    <a:pt x="353043" y="199605"/>
                    <a:pt x="352565" y="197139"/>
                  </a:cubicBezTo>
                  <a:cubicBezTo>
                    <a:pt x="352087" y="195310"/>
                    <a:pt x="351370" y="194037"/>
                    <a:pt x="350335" y="193242"/>
                  </a:cubicBezTo>
                  <a:cubicBezTo>
                    <a:pt x="349379" y="192446"/>
                    <a:pt x="347866" y="191889"/>
                    <a:pt x="345954" y="191571"/>
                  </a:cubicBezTo>
                  <a:cubicBezTo>
                    <a:pt x="344042" y="191173"/>
                    <a:pt x="342369" y="190617"/>
                    <a:pt x="341015" y="189662"/>
                  </a:cubicBezTo>
                  <a:cubicBezTo>
                    <a:pt x="339900" y="189026"/>
                    <a:pt x="338785" y="188071"/>
                    <a:pt x="337749" y="186958"/>
                  </a:cubicBezTo>
                  <a:cubicBezTo>
                    <a:pt x="336794" y="185844"/>
                    <a:pt x="335997" y="184889"/>
                    <a:pt x="335439" y="184253"/>
                  </a:cubicBezTo>
                  <a:cubicBezTo>
                    <a:pt x="334802" y="183537"/>
                    <a:pt x="334245" y="182821"/>
                    <a:pt x="333528" y="182026"/>
                  </a:cubicBezTo>
                  <a:cubicBezTo>
                    <a:pt x="332891" y="181230"/>
                    <a:pt x="332413" y="180832"/>
                    <a:pt x="332174" y="180673"/>
                  </a:cubicBezTo>
                  <a:close/>
                  <a:moveTo>
                    <a:pt x="242500" y="140480"/>
                  </a:moveTo>
                  <a:cubicBezTo>
                    <a:pt x="247894" y="138023"/>
                    <a:pt x="251543" y="138182"/>
                    <a:pt x="253367" y="141115"/>
                  </a:cubicBezTo>
                  <a:cubicBezTo>
                    <a:pt x="254002" y="142462"/>
                    <a:pt x="253685" y="143493"/>
                    <a:pt x="252336" y="144206"/>
                  </a:cubicBezTo>
                  <a:cubicBezTo>
                    <a:pt x="251384" y="144444"/>
                    <a:pt x="250115" y="143651"/>
                    <a:pt x="248449" y="141987"/>
                  </a:cubicBezTo>
                  <a:cubicBezTo>
                    <a:pt x="246704" y="140322"/>
                    <a:pt x="244800" y="139767"/>
                    <a:pt x="242500" y="140480"/>
                  </a:cubicBezTo>
                  <a:close/>
                  <a:moveTo>
                    <a:pt x="219386" y="139434"/>
                  </a:moveTo>
                  <a:lnTo>
                    <a:pt x="222812" y="139434"/>
                  </a:lnTo>
                  <a:cubicBezTo>
                    <a:pt x="220263" y="139672"/>
                    <a:pt x="218510" y="140863"/>
                    <a:pt x="217554" y="143006"/>
                  </a:cubicBezTo>
                  <a:cubicBezTo>
                    <a:pt x="216518" y="145150"/>
                    <a:pt x="215562" y="146182"/>
                    <a:pt x="214606" y="146182"/>
                  </a:cubicBezTo>
                  <a:cubicBezTo>
                    <a:pt x="213491" y="146420"/>
                    <a:pt x="212933" y="145864"/>
                    <a:pt x="212933" y="144515"/>
                  </a:cubicBezTo>
                  <a:cubicBezTo>
                    <a:pt x="212933" y="141816"/>
                    <a:pt x="215084" y="140148"/>
                    <a:pt x="219386" y="139434"/>
                  </a:cubicBezTo>
                  <a:close/>
                  <a:moveTo>
                    <a:pt x="205443" y="115048"/>
                  </a:moveTo>
                  <a:cubicBezTo>
                    <a:pt x="203452" y="114570"/>
                    <a:pt x="202417" y="115366"/>
                    <a:pt x="202417" y="117434"/>
                  </a:cubicBezTo>
                  <a:cubicBezTo>
                    <a:pt x="202894" y="118548"/>
                    <a:pt x="203452" y="119264"/>
                    <a:pt x="204089" y="119423"/>
                  </a:cubicBezTo>
                  <a:cubicBezTo>
                    <a:pt x="206399" y="119423"/>
                    <a:pt x="207196" y="121173"/>
                    <a:pt x="206479" y="124514"/>
                  </a:cubicBezTo>
                  <a:cubicBezTo>
                    <a:pt x="205842" y="129048"/>
                    <a:pt x="206718" y="131355"/>
                    <a:pt x="209187" y="131355"/>
                  </a:cubicBezTo>
                  <a:cubicBezTo>
                    <a:pt x="209904" y="131355"/>
                    <a:pt x="210223" y="130957"/>
                    <a:pt x="210223" y="130321"/>
                  </a:cubicBezTo>
                  <a:cubicBezTo>
                    <a:pt x="210860" y="126502"/>
                    <a:pt x="210621" y="123082"/>
                    <a:pt x="209346" y="120139"/>
                  </a:cubicBezTo>
                  <a:cubicBezTo>
                    <a:pt x="208152" y="117195"/>
                    <a:pt x="206798" y="115525"/>
                    <a:pt x="205443" y="115048"/>
                  </a:cubicBezTo>
                  <a:close/>
                  <a:moveTo>
                    <a:pt x="283584" y="112979"/>
                  </a:moveTo>
                  <a:cubicBezTo>
                    <a:pt x="280398" y="113218"/>
                    <a:pt x="279602" y="114014"/>
                    <a:pt x="281195" y="115366"/>
                  </a:cubicBezTo>
                  <a:cubicBezTo>
                    <a:pt x="281673" y="115604"/>
                    <a:pt x="282151" y="115843"/>
                    <a:pt x="282549" y="116082"/>
                  </a:cubicBezTo>
                  <a:cubicBezTo>
                    <a:pt x="285735" y="116957"/>
                    <a:pt x="287806" y="120457"/>
                    <a:pt x="288682" y="126582"/>
                  </a:cubicBezTo>
                  <a:cubicBezTo>
                    <a:pt x="288682" y="127218"/>
                    <a:pt x="289638" y="127059"/>
                    <a:pt x="291391" y="125866"/>
                  </a:cubicBezTo>
                  <a:lnTo>
                    <a:pt x="292107" y="124911"/>
                  </a:lnTo>
                  <a:cubicBezTo>
                    <a:pt x="292107" y="122366"/>
                    <a:pt x="291550" y="120218"/>
                    <a:pt x="290355" y="118229"/>
                  </a:cubicBezTo>
                  <a:cubicBezTo>
                    <a:pt x="289240" y="116320"/>
                    <a:pt x="288045" y="114968"/>
                    <a:pt x="286691" y="114014"/>
                  </a:cubicBezTo>
                  <a:cubicBezTo>
                    <a:pt x="285257" y="113139"/>
                    <a:pt x="284301" y="112820"/>
                    <a:pt x="283584" y="112979"/>
                  </a:cubicBezTo>
                  <a:close/>
                  <a:moveTo>
                    <a:pt x="281513" y="86252"/>
                  </a:moveTo>
                  <a:cubicBezTo>
                    <a:pt x="257298" y="88002"/>
                    <a:pt x="247262" y="103195"/>
                    <a:pt x="251324" y="131673"/>
                  </a:cubicBezTo>
                  <a:cubicBezTo>
                    <a:pt x="251324" y="135093"/>
                    <a:pt x="251165" y="136764"/>
                    <a:pt x="251006" y="136764"/>
                  </a:cubicBezTo>
                  <a:cubicBezTo>
                    <a:pt x="248935" y="134775"/>
                    <a:pt x="245589" y="133582"/>
                    <a:pt x="240969" y="133184"/>
                  </a:cubicBezTo>
                  <a:cubicBezTo>
                    <a:pt x="236270" y="132866"/>
                    <a:pt x="232526" y="132946"/>
                    <a:pt x="229738" y="133423"/>
                  </a:cubicBezTo>
                  <a:cubicBezTo>
                    <a:pt x="226870" y="133821"/>
                    <a:pt x="225118" y="133264"/>
                    <a:pt x="224481" y="131673"/>
                  </a:cubicBezTo>
                  <a:cubicBezTo>
                    <a:pt x="224720" y="118786"/>
                    <a:pt x="222888" y="108604"/>
                    <a:pt x="219064" y="101127"/>
                  </a:cubicBezTo>
                  <a:cubicBezTo>
                    <a:pt x="215161" y="93729"/>
                    <a:pt x="210063" y="89831"/>
                    <a:pt x="203771" y="89593"/>
                  </a:cubicBezTo>
                  <a:cubicBezTo>
                    <a:pt x="197637" y="89434"/>
                    <a:pt x="192938" y="92536"/>
                    <a:pt x="189672" y="98979"/>
                  </a:cubicBezTo>
                  <a:cubicBezTo>
                    <a:pt x="186406" y="105423"/>
                    <a:pt x="184494" y="112104"/>
                    <a:pt x="184016" y="119104"/>
                  </a:cubicBezTo>
                  <a:cubicBezTo>
                    <a:pt x="183857" y="122525"/>
                    <a:pt x="184255" y="126741"/>
                    <a:pt x="185211" y="131673"/>
                  </a:cubicBezTo>
                  <a:cubicBezTo>
                    <a:pt x="186247" y="136684"/>
                    <a:pt x="187760" y="140900"/>
                    <a:pt x="189672" y="144400"/>
                  </a:cubicBezTo>
                  <a:cubicBezTo>
                    <a:pt x="191584" y="147900"/>
                    <a:pt x="193336" y="149412"/>
                    <a:pt x="194929" y="149014"/>
                  </a:cubicBezTo>
                  <a:cubicBezTo>
                    <a:pt x="197159" y="148298"/>
                    <a:pt x="198991" y="146707"/>
                    <a:pt x="200345" y="144241"/>
                  </a:cubicBezTo>
                  <a:cubicBezTo>
                    <a:pt x="201222" y="142173"/>
                    <a:pt x="200425" y="141298"/>
                    <a:pt x="197956" y="141537"/>
                  </a:cubicBezTo>
                  <a:cubicBezTo>
                    <a:pt x="196363" y="141537"/>
                    <a:pt x="194610" y="139866"/>
                    <a:pt x="192699" y="136605"/>
                  </a:cubicBezTo>
                  <a:cubicBezTo>
                    <a:pt x="190787" y="133343"/>
                    <a:pt x="189672" y="129525"/>
                    <a:pt x="189513" y="125230"/>
                  </a:cubicBezTo>
                  <a:cubicBezTo>
                    <a:pt x="189274" y="120298"/>
                    <a:pt x="190229" y="116082"/>
                    <a:pt x="192539" y="112661"/>
                  </a:cubicBezTo>
                  <a:cubicBezTo>
                    <a:pt x="194770" y="109320"/>
                    <a:pt x="198673" y="107729"/>
                    <a:pt x="204089" y="107968"/>
                  </a:cubicBezTo>
                  <a:cubicBezTo>
                    <a:pt x="207913" y="107968"/>
                    <a:pt x="211019" y="110275"/>
                    <a:pt x="213250" y="115048"/>
                  </a:cubicBezTo>
                  <a:cubicBezTo>
                    <a:pt x="215480" y="119820"/>
                    <a:pt x="216595" y="124195"/>
                    <a:pt x="216515" y="128332"/>
                  </a:cubicBezTo>
                  <a:cubicBezTo>
                    <a:pt x="216356" y="132389"/>
                    <a:pt x="216197" y="134855"/>
                    <a:pt x="215958" y="135730"/>
                  </a:cubicBezTo>
                  <a:cubicBezTo>
                    <a:pt x="211019" y="139150"/>
                    <a:pt x="207514" y="142412"/>
                    <a:pt x="205443" y="145593"/>
                  </a:cubicBezTo>
                  <a:cubicBezTo>
                    <a:pt x="203611" y="148298"/>
                    <a:pt x="200505" y="151003"/>
                    <a:pt x="196124" y="153548"/>
                  </a:cubicBezTo>
                  <a:cubicBezTo>
                    <a:pt x="191663" y="156173"/>
                    <a:pt x="189353" y="157605"/>
                    <a:pt x="189114" y="157764"/>
                  </a:cubicBezTo>
                  <a:cubicBezTo>
                    <a:pt x="186167" y="160946"/>
                    <a:pt x="184415" y="164048"/>
                    <a:pt x="183857" y="166991"/>
                  </a:cubicBezTo>
                  <a:cubicBezTo>
                    <a:pt x="183299" y="169935"/>
                    <a:pt x="184176" y="171923"/>
                    <a:pt x="186406" y="173037"/>
                  </a:cubicBezTo>
                  <a:cubicBezTo>
                    <a:pt x="189592" y="174866"/>
                    <a:pt x="192380" y="177094"/>
                    <a:pt x="194929" y="179719"/>
                  </a:cubicBezTo>
                  <a:cubicBezTo>
                    <a:pt x="197398" y="182264"/>
                    <a:pt x="199230" y="184412"/>
                    <a:pt x="200345" y="186162"/>
                  </a:cubicBezTo>
                  <a:cubicBezTo>
                    <a:pt x="201461" y="187832"/>
                    <a:pt x="203611" y="189264"/>
                    <a:pt x="206638" y="190537"/>
                  </a:cubicBezTo>
                  <a:cubicBezTo>
                    <a:pt x="209665" y="191810"/>
                    <a:pt x="213727" y="192526"/>
                    <a:pt x="218666" y="192764"/>
                  </a:cubicBezTo>
                  <a:cubicBezTo>
                    <a:pt x="229340" y="193162"/>
                    <a:pt x="240890" y="191492"/>
                    <a:pt x="253316" y="187673"/>
                  </a:cubicBezTo>
                  <a:cubicBezTo>
                    <a:pt x="253794" y="187435"/>
                    <a:pt x="256422" y="186639"/>
                    <a:pt x="261122" y="185287"/>
                  </a:cubicBezTo>
                  <a:cubicBezTo>
                    <a:pt x="265901" y="183935"/>
                    <a:pt x="269804" y="182742"/>
                    <a:pt x="272911" y="181707"/>
                  </a:cubicBezTo>
                  <a:cubicBezTo>
                    <a:pt x="275938" y="180673"/>
                    <a:pt x="279283" y="179242"/>
                    <a:pt x="282868" y="177332"/>
                  </a:cubicBezTo>
                  <a:cubicBezTo>
                    <a:pt x="286532" y="175423"/>
                    <a:pt x="288921" y="173435"/>
                    <a:pt x="290036" y="171366"/>
                  </a:cubicBezTo>
                  <a:cubicBezTo>
                    <a:pt x="292107" y="168185"/>
                    <a:pt x="294338" y="167310"/>
                    <a:pt x="296807" y="168662"/>
                  </a:cubicBezTo>
                  <a:cubicBezTo>
                    <a:pt x="297922" y="169298"/>
                    <a:pt x="298719" y="170332"/>
                    <a:pt x="299037" y="171526"/>
                  </a:cubicBezTo>
                  <a:cubicBezTo>
                    <a:pt x="299356" y="172798"/>
                    <a:pt x="299037" y="174151"/>
                    <a:pt x="298002" y="175582"/>
                  </a:cubicBezTo>
                  <a:cubicBezTo>
                    <a:pt x="296966" y="177094"/>
                    <a:pt x="295134" y="178128"/>
                    <a:pt x="292426" y="178844"/>
                  </a:cubicBezTo>
                  <a:cubicBezTo>
                    <a:pt x="287886" y="180196"/>
                    <a:pt x="281513" y="182662"/>
                    <a:pt x="273229" y="186162"/>
                  </a:cubicBezTo>
                  <a:cubicBezTo>
                    <a:pt x="264945" y="189662"/>
                    <a:pt x="259768" y="191810"/>
                    <a:pt x="257776" y="192764"/>
                  </a:cubicBezTo>
                  <a:cubicBezTo>
                    <a:pt x="247820" y="197060"/>
                    <a:pt x="239854" y="199605"/>
                    <a:pt x="233960" y="200560"/>
                  </a:cubicBezTo>
                  <a:cubicBezTo>
                    <a:pt x="228304" y="201674"/>
                    <a:pt x="219383" y="201435"/>
                    <a:pt x="207116" y="199844"/>
                  </a:cubicBezTo>
                  <a:cubicBezTo>
                    <a:pt x="204886" y="199446"/>
                    <a:pt x="203850" y="199605"/>
                    <a:pt x="204089" y="200560"/>
                  </a:cubicBezTo>
                  <a:cubicBezTo>
                    <a:pt x="204328" y="201435"/>
                    <a:pt x="206240" y="203583"/>
                    <a:pt x="209904" y="207003"/>
                  </a:cubicBezTo>
                  <a:cubicBezTo>
                    <a:pt x="215560" y="212174"/>
                    <a:pt x="223127" y="214719"/>
                    <a:pt x="232606" y="214481"/>
                  </a:cubicBezTo>
                  <a:cubicBezTo>
                    <a:pt x="236509" y="214242"/>
                    <a:pt x="240571" y="213446"/>
                    <a:pt x="244872" y="212094"/>
                  </a:cubicBezTo>
                  <a:cubicBezTo>
                    <a:pt x="249174" y="210742"/>
                    <a:pt x="253236" y="209151"/>
                    <a:pt x="257059" y="207321"/>
                  </a:cubicBezTo>
                  <a:cubicBezTo>
                    <a:pt x="260963" y="205492"/>
                    <a:pt x="264706" y="203583"/>
                    <a:pt x="268450" y="201355"/>
                  </a:cubicBezTo>
                  <a:cubicBezTo>
                    <a:pt x="272194" y="199287"/>
                    <a:pt x="275619" y="197299"/>
                    <a:pt x="278646" y="195628"/>
                  </a:cubicBezTo>
                  <a:cubicBezTo>
                    <a:pt x="281752" y="193958"/>
                    <a:pt x="284461" y="192605"/>
                    <a:pt x="287010" y="191571"/>
                  </a:cubicBezTo>
                  <a:cubicBezTo>
                    <a:pt x="289479" y="190537"/>
                    <a:pt x="291470" y="190219"/>
                    <a:pt x="292904" y="190696"/>
                  </a:cubicBezTo>
                  <a:cubicBezTo>
                    <a:pt x="294417" y="191173"/>
                    <a:pt x="295373" y="192367"/>
                    <a:pt x="295851" y="194435"/>
                  </a:cubicBezTo>
                  <a:cubicBezTo>
                    <a:pt x="295851" y="194912"/>
                    <a:pt x="295692" y="195389"/>
                    <a:pt x="295453" y="195946"/>
                  </a:cubicBezTo>
                  <a:cubicBezTo>
                    <a:pt x="295294" y="196503"/>
                    <a:pt x="294816" y="197060"/>
                    <a:pt x="294099" y="197696"/>
                  </a:cubicBezTo>
                  <a:cubicBezTo>
                    <a:pt x="293462" y="198253"/>
                    <a:pt x="292745" y="198730"/>
                    <a:pt x="292107" y="199208"/>
                  </a:cubicBezTo>
                  <a:cubicBezTo>
                    <a:pt x="291391" y="199605"/>
                    <a:pt x="290435" y="200162"/>
                    <a:pt x="289240" y="200878"/>
                  </a:cubicBezTo>
                  <a:cubicBezTo>
                    <a:pt x="287965" y="201514"/>
                    <a:pt x="286930" y="202071"/>
                    <a:pt x="286133" y="202389"/>
                  </a:cubicBezTo>
                  <a:cubicBezTo>
                    <a:pt x="285337" y="202708"/>
                    <a:pt x="284222" y="203344"/>
                    <a:pt x="282788" y="204060"/>
                  </a:cubicBezTo>
                  <a:cubicBezTo>
                    <a:pt x="281274" y="204855"/>
                    <a:pt x="280239" y="205412"/>
                    <a:pt x="279522" y="205651"/>
                  </a:cubicBezTo>
                  <a:cubicBezTo>
                    <a:pt x="273150" y="208833"/>
                    <a:pt x="265503" y="213765"/>
                    <a:pt x="256582" y="220526"/>
                  </a:cubicBezTo>
                  <a:cubicBezTo>
                    <a:pt x="247660" y="227367"/>
                    <a:pt x="240093" y="232219"/>
                    <a:pt x="233960" y="235163"/>
                  </a:cubicBezTo>
                  <a:cubicBezTo>
                    <a:pt x="227906" y="238106"/>
                    <a:pt x="222330" y="238185"/>
                    <a:pt x="217312" y="235481"/>
                  </a:cubicBezTo>
                  <a:cubicBezTo>
                    <a:pt x="212612" y="233015"/>
                    <a:pt x="205443" y="224742"/>
                    <a:pt x="195965" y="210742"/>
                  </a:cubicBezTo>
                  <a:cubicBezTo>
                    <a:pt x="190946" y="203742"/>
                    <a:pt x="188158" y="201196"/>
                    <a:pt x="187441" y="203264"/>
                  </a:cubicBezTo>
                  <a:cubicBezTo>
                    <a:pt x="187203" y="203901"/>
                    <a:pt x="187123" y="205094"/>
                    <a:pt x="187123" y="206685"/>
                  </a:cubicBezTo>
                  <a:cubicBezTo>
                    <a:pt x="187123" y="212333"/>
                    <a:pt x="185450" y="218696"/>
                    <a:pt x="182025" y="225856"/>
                  </a:cubicBezTo>
                  <a:cubicBezTo>
                    <a:pt x="178600" y="232935"/>
                    <a:pt x="175254" y="239219"/>
                    <a:pt x="171989" y="244629"/>
                  </a:cubicBezTo>
                  <a:cubicBezTo>
                    <a:pt x="168723" y="250038"/>
                    <a:pt x="166333" y="256640"/>
                    <a:pt x="164820" y="264356"/>
                  </a:cubicBezTo>
                  <a:cubicBezTo>
                    <a:pt x="163386" y="271992"/>
                    <a:pt x="164660" y="279152"/>
                    <a:pt x="168802" y="285674"/>
                  </a:cubicBezTo>
                  <a:cubicBezTo>
                    <a:pt x="163545" y="287027"/>
                    <a:pt x="156456" y="297209"/>
                    <a:pt x="147535" y="316220"/>
                  </a:cubicBezTo>
                  <a:cubicBezTo>
                    <a:pt x="138613" y="335232"/>
                    <a:pt x="133197" y="351141"/>
                    <a:pt x="131365" y="364028"/>
                  </a:cubicBezTo>
                  <a:cubicBezTo>
                    <a:pt x="130966" y="368164"/>
                    <a:pt x="130807" y="375960"/>
                    <a:pt x="130887" y="387494"/>
                  </a:cubicBezTo>
                  <a:cubicBezTo>
                    <a:pt x="130966" y="399028"/>
                    <a:pt x="130409" y="405710"/>
                    <a:pt x="129055" y="407460"/>
                  </a:cubicBezTo>
                  <a:cubicBezTo>
                    <a:pt x="127223" y="412949"/>
                    <a:pt x="123957" y="413267"/>
                    <a:pt x="119178" y="408494"/>
                  </a:cubicBezTo>
                  <a:cubicBezTo>
                    <a:pt x="111929" y="401494"/>
                    <a:pt x="107867" y="390835"/>
                    <a:pt x="106911" y="376596"/>
                  </a:cubicBezTo>
                  <a:cubicBezTo>
                    <a:pt x="106513" y="370312"/>
                    <a:pt x="106911" y="363948"/>
                    <a:pt x="108265" y="357584"/>
                  </a:cubicBezTo>
                  <a:cubicBezTo>
                    <a:pt x="109221" y="353289"/>
                    <a:pt x="109061" y="351300"/>
                    <a:pt x="107946" y="351459"/>
                  </a:cubicBezTo>
                  <a:lnTo>
                    <a:pt x="106592" y="353209"/>
                  </a:lnTo>
                  <a:cubicBezTo>
                    <a:pt x="98467" y="367925"/>
                    <a:pt x="99583" y="386698"/>
                    <a:pt x="110017" y="409528"/>
                  </a:cubicBezTo>
                  <a:cubicBezTo>
                    <a:pt x="111133" y="412233"/>
                    <a:pt x="113920" y="415415"/>
                    <a:pt x="118461" y="418994"/>
                  </a:cubicBezTo>
                  <a:cubicBezTo>
                    <a:pt x="123001" y="422653"/>
                    <a:pt x="125709" y="424881"/>
                    <a:pt x="126665" y="425835"/>
                  </a:cubicBezTo>
                  <a:cubicBezTo>
                    <a:pt x="131205" y="431006"/>
                    <a:pt x="142915" y="441267"/>
                    <a:pt x="161952" y="456540"/>
                  </a:cubicBezTo>
                  <a:cubicBezTo>
                    <a:pt x="180989" y="471733"/>
                    <a:pt x="191504" y="480404"/>
                    <a:pt x="193575" y="482472"/>
                  </a:cubicBezTo>
                  <a:cubicBezTo>
                    <a:pt x="197159" y="485813"/>
                    <a:pt x="199151" y="490188"/>
                    <a:pt x="199549" y="495359"/>
                  </a:cubicBezTo>
                  <a:cubicBezTo>
                    <a:pt x="199868" y="500529"/>
                    <a:pt x="198274" y="505381"/>
                    <a:pt x="194770" y="509916"/>
                  </a:cubicBezTo>
                  <a:cubicBezTo>
                    <a:pt x="191265" y="514450"/>
                    <a:pt x="186087" y="517075"/>
                    <a:pt x="179317" y="517711"/>
                  </a:cubicBezTo>
                  <a:cubicBezTo>
                    <a:pt x="181149" y="521132"/>
                    <a:pt x="184415" y="526143"/>
                    <a:pt x="189194" y="532825"/>
                  </a:cubicBezTo>
                  <a:cubicBezTo>
                    <a:pt x="193893" y="539507"/>
                    <a:pt x="197080" y="545632"/>
                    <a:pt x="198673" y="551121"/>
                  </a:cubicBezTo>
                  <a:cubicBezTo>
                    <a:pt x="200266" y="556689"/>
                    <a:pt x="201062" y="564643"/>
                    <a:pt x="201062" y="575064"/>
                  </a:cubicBezTo>
                  <a:cubicBezTo>
                    <a:pt x="211497" y="569655"/>
                    <a:pt x="212294" y="559234"/>
                    <a:pt x="203452" y="543882"/>
                  </a:cubicBezTo>
                  <a:cubicBezTo>
                    <a:pt x="202496" y="542052"/>
                    <a:pt x="201301" y="540223"/>
                    <a:pt x="199868" y="538393"/>
                  </a:cubicBezTo>
                  <a:cubicBezTo>
                    <a:pt x="198354" y="536643"/>
                    <a:pt x="197319" y="535291"/>
                    <a:pt x="196602" y="534336"/>
                  </a:cubicBezTo>
                  <a:cubicBezTo>
                    <a:pt x="195965" y="533461"/>
                    <a:pt x="195726" y="532745"/>
                    <a:pt x="195965" y="532348"/>
                  </a:cubicBezTo>
                  <a:cubicBezTo>
                    <a:pt x="196602" y="531234"/>
                    <a:pt x="198115" y="530120"/>
                    <a:pt x="200345" y="529086"/>
                  </a:cubicBezTo>
                  <a:cubicBezTo>
                    <a:pt x="202655" y="528052"/>
                    <a:pt x="204886" y="528370"/>
                    <a:pt x="207196" y="529961"/>
                  </a:cubicBezTo>
                  <a:cubicBezTo>
                    <a:pt x="217551" y="541734"/>
                    <a:pt x="236349" y="545791"/>
                    <a:pt x="263591" y="542132"/>
                  </a:cubicBezTo>
                  <a:cubicBezTo>
                    <a:pt x="293701" y="538791"/>
                    <a:pt x="313694" y="528927"/>
                    <a:pt x="323651" y="512620"/>
                  </a:cubicBezTo>
                  <a:cubicBezTo>
                    <a:pt x="328908" y="504029"/>
                    <a:pt x="332731" y="500688"/>
                    <a:pt x="335201" y="502438"/>
                  </a:cubicBezTo>
                  <a:cubicBezTo>
                    <a:pt x="337988" y="503790"/>
                    <a:pt x="339104" y="509677"/>
                    <a:pt x="338626" y="520098"/>
                  </a:cubicBezTo>
                  <a:cubicBezTo>
                    <a:pt x="338387" y="525745"/>
                    <a:pt x="335838" y="536166"/>
                    <a:pt x="330820" y="551280"/>
                  </a:cubicBezTo>
                  <a:cubicBezTo>
                    <a:pt x="328749" y="556530"/>
                    <a:pt x="328111" y="560746"/>
                    <a:pt x="328749" y="564007"/>
                  </a:cubicBezTo>
                  <a:cubicBezTo>
                    <a:pt x="329465" y="567348"/>
                    <a:pt x="332174" y="569098"/>
                    <a:pt x="336953" y="569337"/>
                  </a:cubicBezTo>
                  <a:cubicBezTo>
                    <a:pt x="337590" y="564962"/>
                    <a:pt x="339263" y="556291"/>
                    <a:pt x="341891" y="543166"/>
                  </a:cubicBezTo>
                  <a:cubicBezTo>
                    <a:pt x="344440" y="530041"/>
                    <a:pt x="346034" y="519859"/>
                    <a:pt x="346432" y="512620"/>
                  </a:cubicBezTo>
                  <a:cubicBezTo>
                    <a:pt x="346910" y="507927"/>
                    <a:pt x="346193" y="499575"/>
                    <a:pt x="344281" y="487722"/>
                  </a:cubicBezTo>
                  <a:cubicBezTo>
                    <a:pt x="342290" y="475870"/>
                    <a:pt x="341493" y="464892"/>
                    <a:pt x="341653" y="454870"/>
                  </a:cubicBezTo>
                  <a:cubicBezTo>
                    <a:pt x="341891" y="444767"/>
                    <a:pt x="344520" y="436812"/>
                    <a:pt x="349459" y="430926"/>
                  </a:cubicBezTo>
                  <a:cubicBezTo>
                    <a:pt x="352884" y="426869"/>
                    <a:pt x="358619" y="424801"/>
                    <a:pt x="366823" y="424801"/>
                  </a:cubicBezTo>
                  <a:cubicBezTo>
                    <a:pt x="366983" y="416449"/>
                    <a:pt x="370965" y="410483"/>
                    <a:pt x="378533" y="406824"/>
                  </a:cubicBezTo>
                  <a:cubicBezTo>
                    <a:pt x="386100" y="403244"/>
                    <a:pt x="394304" y="402051"/>
                    <a:pt x="403146" y="403244"/>
                  </a:cubicBezTo>
                  <a:cubicBezTo>
                    <a:pt x="411987" y="404517"/>
                    <a:pt x="418758" y="407062"/>
                    <a:pt x="423537" y="410880"/>
                  </a:cubicBezTo>
                  <a:cubicBezTo>
                    <a:pt x="423537" y="406824"/>
                    <a:pt x="417324" y="402051"/>
                    <a:pt x="404819" y="396642"/>
                  </a:cubicBezTo>
                  <a:cubicBezTo>
                    <a:pt x="405774" y="393301"/>
                    <a:pt x="406571" y="390198"/>
                    <a:pt x="407367" y="387335"/>
                  </a:cubicBezTo>
                  <a:cubicBezTo>
                    <a:pt x="408164" y="384471"/>
                    <a:pt x="408722" y="381528"/>
                    <a:pt x="409120" y="378505"/>
                  </a:cubicBezTo>
                  <a:cubicBezTo>
                    <a:pt x="409439" y="375482"/>
                    <a:pt x="409757" y="373016"/>
                    <a:pt x="410076" y="371187"/>
                  </a:cubicBezTo>
                  <a:cubicBezTo>
                    <a:pt x="410474" y="369437"/>
                    <a:pt x="410474" y="366891"/>
                    <a:pt x="410235" y="363550"/>
                  </a:cubicBezTo>
                  <a:cubicBezTo>
                    <a:pt x="410076" y="360289"/>
                    <a:pt x="409916" y="358062"/>
                    <a:pt x="409916" y="356948"/>
                  </a:cubicBezTo>
                  <a:cubicBezTo>
                    <a:pt x="409916" y="355834"/>
                    <a:pt x="409518" y="353368"/>
                    <a:pt x="408722" y="349471"/>
                  </a:cubicBezTo>
                  <a:cubicBezTo>
                    <a:pt x="407925" y="345652"/>
                    <a:pt x="407527" y="343346"/>
                    <a:pt x="407367" y="342550"/>
                  </a:cubicBezTo>
                  <a:cubicBezTo>
                    <a:pt x="407288" y="341755"/>
                    <a:pt x="406730" y="338891"/>
                    <a:pt x="405695" y="334039"/>
                  </a:cubicBezTo>
                  <a:cubicBezTo>
                    <a:pt x="404659" y="329186"/>
                    <a:pt x="404022" y="326164"/>
                    <a:pt x="403863" y="325050"/>
                  </a:cubicBezTo>
                  <a:cubicBezTo>
                    <a:pt x="401553" y="314232"/>
                    <a:pt x="396216" y="302538"/>
                    <a:pt x="387852" y="290129"/>
                  </a:cubicBezTo>
                  <a:cubicBezTo>
                    <a:pt x="379488" y="277720"/>
                    <a:pt x="371284" y="269208"/>
                    <a:pt x="363398" y="264674"/>
                  </a:cubicBezTo>
                  <a:cubicBezTo>
                    <a:pt x="368815" y="269208"/>
                    <a:pt x="375267" y="278595"/>
                    <a:pt x="382754" y="292834"/>
                  </a:cubicBezTo>
                  <a:cubicBezTo>
                    <a:pt x="402429" y="329504"/>
                    <a:pt x="408562" y="360925"/>
                    <a:pt x="401075" y="387176"/>
                  </a:cubicBezTo>
                  <a:cubicBezTo>
                    <a:pt x="398605" y="396244"/>
                    <a:pt x="392950" y="400937"/>
                    <a:pt x="384108" y="401414"/>
                  </a:cubicBezTo>
                  <a:cubicBezTo>
                    <a:pt x="377099" y="402289"/>
                    <a:pt x="372718" y="400221"/>
                    <a:pt x="371045" y="395130"/>
                  </a:cubicBezTo>
                  <a:cubicBezTo>
                    <a:pt x="369372" y="390039"/>
                    <a:pt x="368416" y="380573"/>
                    <a:pt x="368337" y="366812"/>
                  </a:cubicBezTo>
                  <a:cubicBezTo>
                    <a:pt x="368177" y="352971"/>
                    <a:pt x="366903" y="340880"/>
                    <a:pt x="364434" y="330459"/>
                  </a:cubicBezTo>
                  <a:cubicBezTo>
                    <a:pt x="362363" y="321709"/>
                    <a:pt x="360212" y="313834"/>
                    <a:pt x="357822" y="307072"/>
                  </a:cubicBezTo>
                  <a:cubicBezTo>
                    <a:pt x="355433" y="300311"/>
                    <a:pt x="353202" y="295140"/>
                    <a:pt x="351211" y="291640"/>
                  </a:cubicBezTo>
                  <a:cubicBezTo>
                    <a:pt x="349140" y="288140"/>
                    <a:pt x="347388" y="285356"/>
                    <a:pt x="345874" y="283368"/>
                  </a:cubicBezTo>
                  <a:cubicBezTo>
                    <a:pt x="344440" y="281299"/>
                    <a:pt x="342927" y="279629"/>
                    <a:pt x="341493" y="278277"/>
                  </a:cubicBezTo>
                  <a:cubicBezTo>
                    <a:pt x="340059" y="276845"/>
                    <a:pt x="339183" y="276129"/>
                    <a:pt x="338944" y="275890"/>
                  </a:cubicBezTo>
                  <a:cubicBezTo>
                    <a:pt x="335758" y="261890"/>
                    <a:pt x="332253" y="250197"/>
                    <a:pt x="328430" y="240890"/>
                  </a:cubicBezTo>
                  <a:cubicBezTo>
                    <a:pt x="324527" y="231663"/>
                    <a:pt x="321261" y="225299"/>
                    <a:pt x="318393" y="221958"/>
                  </a:cubicBezTo>
                  <a:cubicBezTo>
                    <a:pt x="315526" y="218537"/>
                    <a:pt x="312897" y="214799"/>
                    <a:pt x="310428" y="210742"/>
                  </a:cubicBezTo>
                  <a:cubicBezTo>
                    <a:pt x="307879" y="206685"/>
                    <a:pt x="306206" y="202151"/>
                    <a:pt x="305330" y="197139"/>
                  </a:cubicBezTo>
                  <a:cubicBezTo>
                    <a:pt x="304374" y="192446"/>
                    <a:pt x="305091" y="186401"/>
                    <a:pt x="307321" y="179003"/>
                  </a:cubicBezTo>
                  <a:cubicBezTo>
                    <a:pt x="309631" y="171685"/>
                    <a:pt x="310109" y="166037"/>
                    <a:pt x="308915" y="162219"/>
                  </a:cubicBezTo>
                  <a:cubicBezTo>
                    <a:pt x="307640" y="158400"/>
                    <a:pt x="302622" y="155537"/>
                    <a:pt x="293780" y="153707"/>
                  </a:cubicBezTo>
                  <a:cubicBezTo>
                    <a:pt x="290355" y="153071"/>
                    <a:pt x="285337" y="151003"/>
                    <a:pt x="278646" y="147662"/>
                  </a:cubicBezTo>
                  <a:cubicBezTo>
                    <a:pt x="271955" y="144241"/>
                    <a:pt x="267972" y="142412"/>
                    <a:pt x="266618" y="142173"/>
                  </a:cubicBezTo>
                  <a:cubicBezTo>
                    <a:pt x="264786" y="141934"/>
                    <a:pt x="263511" y="139071"/>
                    <a:pt x="262874" y="133343"/>
                  </a:cubicBezTo>
                  <a:cubicBezTo>
                    <a:pt x="262157" y="127695"/>
                    <a:pt x="263113" y="121968"/>
                    <a:pt x="265583" y="116082"/>
                  </a:cubicBezTo>
                  <a:cubicBezTo>
                    <a:pt x="268052" y="110195"/>
                    <a:pt x="272114" y="107173"/>
                    <a:pt x="277770" y="106934"/>
                  </a:cubicBezTo>
                  <a:cubicBezTo>
                    <a:pt x="286213" y="106218"/>
                    <a:pt x="291948" y="109638"/>
                    <a:pt x="295134" y="117116"/>
                  </a:cubicBezTo>
                  <a:cubicBezTo>
                    <a:pt x="298321" y="124593"/>
                    <a:pt x="298719" y="131116"/>
                    <a:pt x="296488" y="136764"/>
                  </a:cubicBezTo>
                  <a:cubicBezTo>
                    <a:pt x="294019" y="141059"/>
                    <a:pt x="293780" y="144082"/>
                    <a:pt x="295851" y="145752"/>
                  </a:cubicBezTo>
                  <a:cubicBezTo>
                    <a:pt x="297843" y="147423"/>
                    <a:pt x="301268" y="147503"/>
                    <a:pt x="305967" y="145912"/>
                  </a:cubicBezTo>
                  <a:cubicBezTo>
                    <a:pt x="308915" y="145037"/>
                    <a:pt x="310428" y="140980"/>
                    <a:pt x="310428" y="133741"/>
                  </a:cubicBezTo>
                  <a:lnTo>
                    <a:pt x="310428" y="121173"/>
                  </a:lnTo>
                  <a:cubicBezTo>
                    <a:pt x="309313" y="114411"/>
                    <a:pt x="307720" y="108763"/>
                    <a:pt x="305808" y="104229"/>
                  </a:cubicBezTo>
                  <a:cubicBezTo>
                    <a:pt x="303896" y="99695"/>
                    <a:pt x="301507" y="96195"/>
                    <a:pt x="298719" y="93888"/>
                  </a:cubicBezTo>
                  <a:cubicBezTo>
                    <a:pt x="295851" y="91502"/>
                    <a:pt x="293223" y="89752"/>
                    <a:pt x="290753" y="88797"/>
                  </a:cubicBezTo>
                  <a:cubicBezTo>
                    <a:pt x="288204" y="87763"/>
                    <a:pt x="285178" y="86888"/>
                    <a:pt x="281513" y="86252"/>
                  </a:cubicBezTo>
                  <a:close/>
                  <a:moveTo>
                    <a:pt x="295134" y="34626"/>
                  </a:moveTo>
                  <a:cubicBezTo>
                    <a:pt x="293143" y="34865"/>
                    <a:pt x="291789" y="35740"/>
                    <a:pt x="291231" y="37172"/>
                  </a:cubicBezTo>
                  <a:cubicBezTo>
                    <a:pt x="290674" y="38683"/>
                    <a:pt x="290594" y="40115"/>
                    <a:pt x="290913" y="41626"/>
                  </a:cubicBezTo>
                  <a:cubicBezTo>
                    <a:pt x="291231" y="43058"/>
                    <a:pt x="291152" y="44490"/>
                    <a:pt x="290753" y="45842"/>
                  </a:cubicBezTo>
                  <a:cubicBezTo>
                    <a:pt x="290514" y="46717"/>
                    <a:pt x="289797" y="47911"/>
                    <a:pt x="288682" y="49422"/>
                  </a:cubicBezTo>
                  <a:cubicBezTo>
                    <a:pt x="287567" y="50854"/>
                    <a:pt x="286850" y="51888"/>
                    <a:pt x="286691" y="52445"/>
                  </a:cubicBezTo>
                  <a:cubicBezTo>
                    <a:pt x="286452" y="53001"/>
                    <a:pt x="286771" y="53956"/>
                    <a:pt x="287647" y="55308"/>
                  </a:cubicBezTo>
                  <a:cubicBezTo>
                    <a:pt x="288603" y="56024"/>
                    <a:pt x="289479" y="56024"/>
                    <a:pt x="290355" y="55308"/>
                  </a:cubicBezTo>
                  <a:cubicBezTo>
                    <a:pt x="291311" y="54672"/>
                    <a:pt x="292506" y="53638"/>
                    <a:pt x="294099" y="52286"/>
                  </a:cubicBezTo>
                  <a:cubicBezTo>
                    <a:pt x="295692" y="50933"/>
                    <a:pt x="297444" y="49899"/>
                    <a:pt x="299197" y="49183"/>
                  </a:cubicBezTo>
                  <a:cubicBezTo>
                    <a:pt x="299436" y="49024"/>
                    <a:pt x="300471" y="48865"/>
                    <a:pt x="302303" y="48865"/>
                  </a:cubicBezTo>
                  <a:cubicBezTo>
                    <a:pt x="304056" y="48865"/>
                    <a:pt x="305808" y="48626"/>
                    <a:pt x="307401" y="48229"/>
                  </a:cubicBezTo>
                  <a:cubicBezTo>
                    <a:pt x="308994" y="47751"/>
                    <a:pt x="309950" y="46956"/>
                    <a:pt x="310428" y="45842"/>
                  </a:cubicBezTo>
                  <a:cubicBezTo>
                    <a:pt x="310428" y="45365"/>
                    <a:pt x="310109" y="44808"/>
                    <a:pt x="309552" y="44172"/>
                  </a:cubicBezTo>
                  <a:cubicBezTo>
                    <a:pt x="308994" y="43456"/>
                    <a:pt x="307959" y="42660"/>
                    <a:pt x="306525" y="41785"/>
                  </a:cubicBezTo>
                  <a:cubicBezTo>
                    <a:pt x="305011" y="40910"/>
                    <a:pt x="303976" y="40195"/>
                    <a:pt x="303259" y="39717"/>
                  </a:cubicBezTo>
                  <a:cubicBezTo>
                    <a:pt x="299914" y="36297"/>
                    <a:pt x="297205" y="34626"/>
                    <a:pt x="295134" y="34626"/>
                  </a:cubicBezTo>
                  <a:close/>
                  <a:moveTo>
                    <a:pt x="247262" y="24"/>
                  </a:moveTo>
                  <a:cubicBezTo>
                    <a:pt x="259210" y="-215"/>
                    <a:pt x="271238" y="1376"/>
                    <a:pt x="283266" y="4637"/>
                  </a:cubicBezTo>
                  <a:cubicBezTo>
                    <a:pt x="295294" y="7899"/>
                    <a:pt x="305330" y="12592"/>
                    <a:pt x="313455" y="18717"/>
                  </a:cubicBezTo>
                  <a:cubicBezTo>
                    <a:pt x="326439" y="28183"/>
                    <a:pt x="336794" y="41945"/>
                    <a:pt x="344600" y="59922"/>
                  </a:cubicBezTo>
                  <a:cubicBezTo>
                    <a:pt x="352406" y="77899"/>
                    <a:pt x="355751" y="94604"/>
                    <a:pt x="354636" y="109957"/>
                  </a:cubicBezTo>
                  <a:cubicBezTo>
                    <a:pt x="353441" y="131434"/>
                    <a:pt x="356867" y="155616"/>
                    <a:pt x="364752" y="182582"/>
                  </a:cubicBezTo>
                  <a:cubicBezTo>
                    <a:pt x="372479" y="208117"/>
                    <a:pt x="387534" y="232776"/>
                    <a:pt x="409996" y="256481"/>
                  </a:cubicBezTo>
                  <a:cubicBezTo>
                    <a:pt x="422422" y="269845"/>
                    <a:pt x="433653" y="288300"/>
                    <a:pt x="443770" y="311845"/>
                  </a:cubicBezTo>
                  <a:cubicBezTo>
                    <a:pt x="453806" y="335311"/>
                    <a:pt x="460577" y="356948"/>
                    <a:pt x="464002" y="376596"/>
                  </a:cubicBezTo>
                  <a:cubicBezTo>
                    <a:pt x="465754" y="387732"/>
                    <a:pt x="466391" y="397278"/>
                    <a:pt x="465675" y="405312"/>
                  </a:cubicBezTo>
                  <a:cubicBezTo>
                    <a:pt x="464958" y="413346"/>
                    <a:pt x="463604" y="419630"/>
                    <a:pt x="461612" y="424085"/>
                  </a:cubicBezTo>
                  <a:cubicBezTo>
                    <a:pt x="459541" y="428619"/>
                    <a:pt x="457311" y="431085"/>
                    <a:pt x="454842" y="431562"/>
                  </a:cubicBezTo>
                  <a:cubicBezTo>
                    <a:pt x="452532" y="432040"/>
                    <a:pt x="449903" y="434187"/>
                    <a:pt x="446796" y="438006"/>
                  </a:cubicBezTo>
                  <a:cubicBezTo>
                    <a:pt x="443770" y="441824"/>
                    <a:pt x="440743" y="445881"/>
                    <a:pt x="437636" y="450017"/>
                  </a:cubicBezTo>
                  <a:cubicBezTo>
                    <a:pt x="434609" y="454233"/>
                    <a:pt x="429989" y="458051"/>
                    <a:pt x="423936" y="461392"/>
                  </a:cubicBezTo>
                  <a:cubicBezTo>
                    <a:pt x="417802" y="464813"/>
                    <a:pt x="410872" y="466404"/>
                    <a:pt x="403146" y="466165"/>
                  </a:cubicBezTo>
                  <a:cubicBezTo>
                    <a:pt x="399083" y="465926"/>
                    <a:pt x="395499" y="465370"/>
                    <a:pt x="392472" y="464495"/>
                  </a:cubicBezTo>
                  <a:cubicBezTo>
                    <a:pt x="389445" y="463620"/>
                    <a:pt x="386896" y="462029"/>
                    <a:pt x="384825" y="459881"/>
                  </a:cubicBezTo>
                  <a:cubicBezTo>
                    <a:pt x="382754" y="457733"/>
                    <a:pt x="381241" y="455983"/>
                    <a:pt x="380285" y="454631"/>
                  </a:cubicBezTo>
                  <a:cubicBezTo>
                    <a:pt x="379249" y="453279"/>
                    <a:pt x="377895" y="450972"/>
                    <a:pt x="376302" y="447710"/>
                  </a:cubicBezTo>
                  <a:cubicBezTo>
                    <a:pt x="374789" y="444449"/>
                    <a:pt x="373753" y="442222"/>
                    <a:pt x="373275" y="441108"/>
                  </a:cubicBezTo>
                  <a:cubicBezTo>
                    <a:pt x="368337" y="432676"/>
                    <a:pt x="363637" y="429335"/>
                    <a:pt x="359336" y="430926"/>
                  </a:cubicBezTo>
                  <a:cubicBezTo>
                    <a:pt x="355035" y="432517"/>
                    <a:pt x="351848" y="438006"/>
                    <a:pt x="349857" y="447551"/>
                  </a:cubicBezTo>
                  <a:cubicBezTo>
                    <a:pt x="347786" y="457017"/>
                    <a:pt x="348582" y="467995"/>
                    <a:pt x="352247" y="480404"/>
                  </a:cubicBezTo>
                  <a:cubicBezTo>
                    <a:pt x="356787" y="496234"/>
                    <a:pt x="356867" y="518347"/>
                    <a:pt x="352565" y="546586"/>
                  </a:cubicBezTo>
                  <a:cubicBezTo>
                    <a:pt x="350335" y="561302"/>
                    <a:pt x="352326" y="572678"/>
                    <a:pt x="358699" y="580632"/>
                  </a:cubicBezTo>
                  <a:cubicBezTo>
                    <a:pt x="364991" y="588666"/>
                    <a:pt x="373275" y="592405"/>
                    <a:pt x="383471" y="591848"/>
                  </a:cubicBezTo>
                  <a:cubicBezTo>
                    <a:pt x="393667" y="591291"/>
                    <a:pt x="403305" y="587314"/>
                    <a:pt x="412386" y="579837"/>
                  </a:cubicBezTo>
                  <a:cubicBezTo>
                    <a:pt x="425688" y="568700"/>
                    <a:pt x="435884" y="561223"/>
                    <a:pt x="442734" y="557246"/>
                  </a:cubicBezTo>
                  <a:cubicBezTo>
                    <a:pt x="449664" y="553268"/>
                    <a:pt x="461373" y="548496"/>
                    <a:pt x="477941" y="542848"/>
                  </a:cubicBezTo>
                  <a:cubicBezTo>
                    <a:pt x="489890" y="538791"/>
                    <a:pt x="498651" y="534654"/>
                    <a:pt x="504068" y="530438"/>
                  </a:cubicBezTo>
                  <a:cubicBezTo>
                    <a:pt x="509485" y="526302"/>
                    <a:pt x="511635" y="522404"/>
                    <a:pt x="510361" y="518745"/>
                  </a:cubicBezTo>
                  <a:cubicBezTo>
                    <a:pt x="509086" y="515166"/>
                    <a:pt x="506298" y="511904"/>
                    <a:pt x="501838" y="509120"/>
                  </a:cubicBezTo>
                  <a:cubicBezTo>
                    <a:pt x="497457" y="506256"/>
                    <a:pt x="491642" y="503631"/>
                    <a:pt x="484393" y="501086"/>
                  </a:cubicBezTo>
                  <a:cubicBezTo>
                    <a:pt x="476906" y="498620"/>
                    <a:pt x="471330" y="493211"/>
                    <a:pt x="467586" y="484858"/>
                  </a:cubicBezTo>
                  <a:cubicBezTo>
                    <a:pt x="463843" y="476506"/>
                    <a:pt x="462090" y="468313"/>
                    <a:pt x="462488" y="460199"/>
                  </a:cubicBezTo>
                  <a:cubicBezTo>
                    <a:pt x="462807" y="452244"/>
                    <a:pt x="464559" y="446835"/>
                    <a:pt x="467746" y="444131"/>
                  </a:cubicBezTo>
                  <a:cubicBezTo>
                    <a:pt x="467985" y="451131"/>
                    <a:pt x="468861" y="457495"/>
                    <a:pt x="470454" y="463301"/>
                  </a:cubicBezTo>
                  <a:cubicBezTo>
                    <a:pt x="472047" y="469029"/>
                    <a:pt x="473640" y="473642"/>
                    <a:pt x="475392" y="477063"/>
                  </a:cubicBezTo>
                  <a:cubicBezTo>
                    <a:pt x="477065" y="480404"/>
                    <a:pt x="479375" y="483665"/>
                    <a:pt x="482322" y="486688"/>
                  </a:cubicBezTo>
                  <a:cubicBezTo>
                    <a:pt x="485270" y="489711"/>
                    <a:pt x="487659" y="491938"/>
                    <a:pt x="489491" y="493131"/>
                  </a:cubicBezTo>
                  <a:cubicBezTo>
                    <a:pt x="491244" y="494404"/>
                    <a:pt x="493713" y="495836"/>
                    <a:pt x="496740" y="497586"/>
                  </a:cubicBezTo>
                  <a:cubicBezTo>
                    <a:pt x="499846" y="499256"/>
                    <a:pt x="501678" y="500370"/>
                    <a:pt x="502395" y="500768"/>
                  </a:cubicBezTo>
                  <a:cubicBezTo>
                    <a:pt x="506936" y="503472"/>
                    <a:pt x="510440" y="506256"/>
                    <a:pt x="512910" y="509120"/>
                  </a:cubicBezTo>
                  <a:cubicBezTo>
                    <a:pt x="515379" y="511904"/>
                    <a:pt x="516733" y="514609"/>
                    <a:pt x="516972" y="517234"/>
                  </a:cubicBezTo>
                  <a:cubicBezTo>
                    <a:pt x="517211" y="519859"/>
                    <a:pt x="516892" y="522325"/>
                    <a:pt x="516096" y="524870"/>
                  </a:cubicBezTo>
                  <a:cubicBezTo>
                    <a:pt x="515299" y="527336"/>
                    <a:pt x="513547" y="529802"/>
                    <a:pt x="510839" y="532348"/>
                  </a:cubicBezTo>
                  <a:cubicBezTo>
                    <a:pt x="508130" y="534814"/>
                    <a:pt x="505502" y="537041"/>
                    <a:pt x="502873" y="538950"/>
                  </a:cubicBezTo>
                  <a:cubicBezTo>
                    <a:pt x="500245" y="540859"/>
                    <a:pt x="496899" y="542927"/>
                    <a:pt x="492677" y="545234"/>
                  </a:cubicBezTo>
                  <a:cubicBezTo>
                    <a:pt x="488456" y="547461"/>
                    <a:pt x="484951" y="549291"/>
                    <a:pt x="482004" y="550802"/>
                  </a:cubicBezTo>
                  <a:cubicBezTo>
                    <a:pt x="479057" y="552314"/>
                    <a:pt x="475392" y="554064"/>
                    <a:pt x="471091" y="556052"/>
                  </a:cubicBezTo>
                  <a:cubicBezTo>
                    <a:pt x="466790" y="558121"/>
                    <a:pt x="463763" y="559552"/>
                    <a:pt x="461931" y="560507"/>
                  </a:cubicBezTo>
                  <a:cubicBezTo>
                    <a:pt x="453328" y="564802"/>
                    <a:pt x="443610" y="571087"/>
                    <a:pt x="432857" y="579519"/>
                  </a:cubicBezTo>
                  <a:cubicBezTo>
                    <a:pt x="422104" y="587871"/>
                    <a:pt x="413581" y="595110"/>
                    <a:pt x="407208" y="601155"/>
                  </a:cubicBezTo>
                  <a:cubicBezTo>
                    <a:pt x="403385" y="604814"/>
                    <a:pt x="395658" y="607042"/>
                    <a:pt x="384108" y="607837"/>
                  </a:cubicBezTo>
                  <a:cubicBezTo>
                    <a:pt x="372558" y="608553"/>
                    <a:pt x="362522" y="606962"/>
                    <a:pt x="353919" y="602905"/>
                  </a:cubicBezTo>
                  <a:cubicBezTo>
                    <a:pt x="349857" y="600837"/>
                    <a:pt x="346511" y="598212"/>
                    <a:pt x="343883" y="594951"/>
                  </a:cubicBezTo>
                  <a:cubicBezTo>
                    <a:pt x="341254" y="591610"/>
                    <a:pt x="339422" y="588746"/>
                    <a:pt x="338307" y="586280"/>
                  </a:cubicBezTo>
                  <a:cubicBezTo>
                    <a:pt x="337112" y="583814"/>
                    <a:pt x="334643" y="581587"/>
                    <a:pt x="330820" y="579678"/>
                  </a:cubicBezTo>
                  <a:cubicBezTo>
                    <a:pt x="326916" y="577689"/>
                    <a:pt x="321659" y="576655"/>
                    <a:pt x="314809" y="576416"/>
                  </a:cubicBezTo>
                  <a:cubicBezTo>
                    <a:pt x="304852" y="576178"/>
                    <a:pt x="290116" y="576098"/>
                    <a:pt x="270680" y="576098"/>
                  </a:cubicBezTo>
                  <a:cubicBezTo>
                    <a:pt x="266379" y="576098"/>
                    <a:pt x="259927" y="576257"/>
                    <a:pt x="251324" y="576575"/>
                  </a:cubicBezTo>
                  <a:cubicBezTo>
                    <a:pt x="242722" y="576973"/>
                    <a:pt x="236110" y="577212"/>
                    <a:pt x="231570" y="577450"/>
                  </a:cubicBezTo>
                  <a:cubicBezTo>
                    <a:pt x="221613" y="577689"/>
                    <a:pt x="212612" y="579360"/>
                    <a:pt x="204567" y="582541"/>
                  </a:cubicBezTo>
                  <a:cubicBezTo>
                    <a:pt x="196522" y="585723"/>
                    <a:pt x="190468" y="589064"/>
                    <a:pt x="186406" y="592723"/>
                  </a:cubicBezTo>
                  <a:cubicBezTo>
                    <a:pt x="182344" y="596303"/>
                    <a:pt x="177405" y="599564"/>
                    <a:pt x="171670" y="602428"/>
                  </a:cubicBezTo>
                  <a:cubicBezTo>
                    <a:pt x="165855" y="605212"/>
                    <a:pt x="159801" y="606485"/>
                    <a:pt x="153509" y="606326"/>
                  </a:cubicBezTo>
                  <a:cubicBezTo>
                    <a:pt x="146897" y="606087"/>
                    <a:pt x="134312" y="602587"/>
                    <a:pt x="115752" y="595746"/>
                  </a:cubicBezTo>
                  <a:cubicBezTo>
                    <a:pt x="97193" y="588985"/>
                    <a:pt x="80625" y="584132"/>
                    <a:pt x="66207" y="581189"/>
                  </a:cubicBezTo>
                  <a:cubicBezTo>
                    <a:pt x="61826" y="580314"/>
                    <a:pt x="56091" y="579200"/>
                    <a:pt x="48843" y="577928"/>
                  </a:cubicBezTo>
                  <a:cubicBezTo>
                    <a:pt x="41594" y="576734"/>
                    <a:pt x="35939" y="575700"/>
                    <a:pt x="31876" y="574905"/>
                  </a:cubicBezTo>
                  <a:cubicBezTo>
                    <a:pt x="27814" y="574109"/>
                    <a:pt x="23274" y="573075"/>
                    <a:pt x="18415" y="571723"/>
                  </a:cubicBezTo>
                  <a:cubicBezTo>
                    <a:pt x="13556" y="570291"/>
                    <a:pt x="9812" y="568700"/>
                    <a:pt x="7024" y="566791"/>
                  </a:cubicBezTo>
                  <a:cubicBezTo>
                    <a:pt x="4316" y="564802"/>
                    <a:pt x="2404" y="562655"/>
                    <a:pt x="1289" y="560109"/>
                  </a:cubicBezTo>
                  <a:cubicBezTo>
                    <a:pt x="-1021" y="554939"/>
                    <a:pt x="-224" y="547461"/>
                    <a:pt x="3679" y="537598"/>
                  </a:cubicBezTo>
                  <a:cubicBezTo>
                    <a:pt x="7502" y="527734"/>
                    <a:pt x="9573" y="521609"/>
                    <a:pt x="9812" y="519063"/>
                  </a:cubicBezTo>
                  <a:cubicBezTo>
                    <a:pt x="9971" y="515484"/>
                    <a:pt x="9573" y="510950"/>
                    <a:pt x="8458" y="505540"/>
                  </a:cubicBezTo>
                  <a:cubicBezTo>
                    <a:pt x="7263" y="500131"/>
                    <a:pt x="6148" y="495279"/>
                    <a:pt x="5033" y="491143"/>
                  </a:cubicBezTo>
                  <a:cubicBezTo>
                    <a:pt x="3918" y="486927"/>
                    <a:pt x="3360" y="482790"/>
                    <a:pt x="3519" y="478733"/>
                  </a:cubicBezTo>
                  <a:cubicBezTo>
                    <a:pt x="3599" y="474677"/>
                    <a:pt x="4794" y="471574"/>
                    <a:pt x="7104" y="469586"/>
                  </a:cubicBezTo>
                  <a:cubicBezTo>
                    <a:pt x="10210" y="466881"/>
                    <a:pt x="16662" y="465290"/>
                    <a:pt x="26460" y="464813"/>
                  </a:cubicBezTo>
                  <a:cubicBezTo>
                    <a:pt x="36178" y="464336"/>
                    <a:pt x="42948" y="462983"/>
                    <a:pt x="46772" y="460756"/>
                  </a:cubicBezTo>
                  <a:cubicBezTo>
                    <a:pt x="53622" y="456699"/>
                    <a:pt x="58322" y="452722"/>
                    <a:pt x="61109" y="448904"/>
                  </a:cubicBezTo>
                  <a:cubicBezTo>
                    <a:pt x="63818" y="445006"/>
                    <a:pt x="65172" y="439278"/>
                    <a:pt x="65172" y="431562"/>
                  </a:cubicBezTo>
                  <a:cubicBezTo>
                    <a:pt x="69951" y="448108"/>
                    <a:pt x="66287" y="460040"/>
                    <a:pt x="54259" y="467517"/>
                  </a:cubicBezTo>
                  <a:cubicBezTo>
                    <a:pt x="47011" y="472052"/>
                    <a:pt x="37611" y="473722"/>
                    <a:pt x="26062" y="472608"/>
                  </a:cubicBezTo>
                  <a:cubicBezTo>
                    <a:pt x="18415" y="471972"/>
                    <a:pt x="13556" y="473086"/>
                    <a:pt x="11485" y="476029"/>
                  </a:cubicBezTo>
                  <a:cubicBezTo>
                    <a:pt x="8538" y="479449"/>
                    <a:pt x="9095" y="485893"/>
                    <a:pt x="13157" y="495359"/>
                  </a:cubicBezTo>
                  <a:cubicBezTo>
                    <a:pt x="13635" y="496711"/>
                    <a:pt x="14512" y="498779"/>
                    <a:pt x="15866" y="501484"/>
                  </a:cubicBezTo>
                  <a:cubicBezTo>
                    <a:pt x="17220" y="504188"/>
                    <a:pt x="18176" y="506177"/>
                    <a:pt x="18813" y="507529"/>
                  </a:cubicBezTo>
                  <a:cubicBezTo>
                    <a:pt x="19371" y="508961"/>
                    <a:pt x="19848" y="510870"/>
                    <a:pt x="20326" y="513336"/>
                  </a:cubicBezTo>
                  <a:cubicBezTo>
                    <a:pt x="20725" y="515802"/>
                    <a:pt x="20884" y="518347"/>
                    <a:pt x="20645" y="520813"/>
                  </a:cubicBezTo>
                  <a:cubicBezTo>
                    <a:pt x="20645" y="524154"/>
                    <a:pt x="18733" y="529723"/>
                    <a:pt x="14910" y="537439"/>
                  </a:cubicBezTo>
                  <a:cubicBezTo>
                    <a:pt x="11007" y="545075"/>
                    <a:pt x="9414" y="550564"/>
                    <a:pt x="10131" y="553666"/>
                  </a:cubicBezTo>
                  <a:cubicBezTo>
                    <a:pt x="10768" y="557564"/>
                    <a:pt x="14990" y="560507"/>
                    <a:pt x="22716" y="562496"/>
                  </a:cubicBezTo>
                  <a:cubicBezTo>
                    <a:pt x="27177" y="563848"/>
                    <a:pt x="36815" y="565996"/>
                    <a:pt x="51392" y="568780"/>
                  </a:cubicBezTo>
                  <a:cubicBezTo>
                    <a:pt x="65968" y="571644"/>
                    <a:pt x="77279" y="573950"/>
                    <a:pt x="85165" y="575780"/>
                  </a:cubicBezTo>
                  <a:cubicBezTo>
                    <a:pt x="90661" y="577132"/>
                    <a:pt x="99025" y="579598"/>
                    <a:pt x="110336" y="583178"/>
                  </a:cubicBezTo>
                  <a:cubicBezTo>
                    <a:pt x="121647" y="586837"/>
                    <a:pt x="130966" y="589462"/>
                    <a:pt x="138374" y="591053"/>
                  </a:cubicBezTo>
                  <a:cubicBezTo>
                    <a:pt x="145703" y="592564"/>
                    <a:pt x="151995" y="593041"/>
                    <a:pt x="157252" y="592405"/>
                  </a:cubicBezTo>
                  <a:cubicBezTo>
                    <a:pt x="166970" y="591053"/>
                    <a:pt x="174219" y="587871"/>
                    <a:pt x="179157" y="582860"/>
                  </a:cubicBezTo>
                  <a:cubicBezTo>
                    <a:pt x="184016" y="577928"/>
                    <a:pt x="186565" y="572439"/>
                    <a:pt x="186964" y="566632"/>
                  </a:cubicBezTo>
                  <a:cubicBezTo>
                    <a:pt x="187282" y="560746"/>
                    <a:pt x="186406" y="554064"/>
                    <a:pt x="184415" y="546746"/>
                  </a:cubicBezTo>
                  <a:cubicBezTo>
                    <a:pt x="182344" y="539427"/>
                    <a:pt x="180193" y="533541"/>
                    <a:pt x="177963" y="529086"/>
                  </a:cubicBezTo>
                  <a:cubicBezTo>
                    <a:pt x="175653" y="524711"/>
                    <a:pt x="173422" y="520575"/>
                    <a:pt x="171112" y="516757"/>
                  </a:cubicBezTo>
                  <a:cubicBezTo>
                    <a:pt x="143711" y="473722"/>
                    <a:pt x="124594" y="446358"/>
                    <a:pt x="113761" y="434585"/>
                  </a:cubicBezTo>
                  <a:cubicBezTo>
                    <a:pt x="98308" y="417880"/>
                    <a:pt x="85563" y="413346"/>
                    <a:pt x="75368" y="421062"/>
                  </a:cubicBezTo>
                  <a:cubicBezTo>
                    <a:pt x="72819" y="423051"/>
                    <a:pt x="71146" y="421380"/>
                    <a:pt x="70270" y="415971"/>
                  </a:cubicBezTo>
                  <a:cubicBezTo>
                    <a:pt x="69553" y="412392"/>
                    <a:pt x="69314" y="408096"/>
                    <a:pt x="69553" y="403085"/>
                  </a:cubicBezTo>
                  <a:cubicBezTo>
                    <a:pt x="69792" y="396562"/>
                    <a:pt x="70907" y="390596"/>
                    <a:pt x="72978" y="385426"/>
                  </a:cubicBezTo>
                  <a:cubicBezTo>
                    <a:pt x="74969" y="380255"/>
                    <a:pt x="77757" y="374925"/>
                    <a:pt x="81103" y="369516"/>
                  </a:cubicBezTo>
                  <a:cubicBezTo>
                    <a:pt x="84528" y="364028"/>
                    <a:pt x="86997" y="359334"/>
                    <a:pt x="88590" y="355278"/>
                  </a:cubicBezTo>
                  <a:cubicBezTo>
                    <a:pt x="90422" y="350505"/>
                    <a:pt x="93370" y="342311"/>
                    <a:pt x="97591" y="330777"/>
                  </a:cubicBezTo>
                  <a:cubicBezTo>
                    <a:pt x="101813" y="319243"/>
                    <a:pt x="105158" y="310493"/>
                    <a:pt x="107628" y="304368"/>
                  </a:cubicBezTo>
                  <a:cubicBezTo>
                    <a:pt x="110097" y="298243"/>
                    <a:pt x="113522" y="291322"/>
                    <a:pt x="117823" y="283686"/>
                  </a:cubicBezTo>
                  <a:cubicBezTo>
                    <a:pt x="122125" y="275970"/>
                    <a:pt x="126506" y="269845"/>
                    <a:pt x="131046" y="265311"/>
                  </a:cubicBezTo>
                  <a:cubicBezTo>
                    <a:pt x="155978" y="233015"/>
                    <a:pt x="169997" y="210980"/>
                    <a:pt x="173183" y="199208"/>
                  </a:cubicBezTo>
                  <a:cubicBezTo>
                    <a:pt x="170475" y="173832"/>
                    <a:pt x="168643" y="138752"/>
                    <a:pt x="167767" y="94047"/>
                  </a:cubicBezTo>
                  <a:cubicBezTo>
                    <a:pt x="167289" y="73684"/>
                    <a:pt x="169997" y="56502"/>
                    <a:pt x="175892" y="42660"/>
                  </a:cubicBezTo>
                  <a:cubicBezTo>
                    <a:pt x="181786" y="28740"/>
                    <a:pt x="193814" y="16887"/>
                    <a:pt x="211895" y="7183"/>
                  </a:cubicBezTo>
                  <a:cubicBezTo>
                    <a:pt x="220737" y="2410"/>
                    <a:pt x="232526" y="24"/>
                    <a:pt x="247262" y="24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21" name="windows-symbol_71821"/>
            <p:cNvSpPr>
              <a:spLocks noChangeAspect="1"/>
            </p:cNvSpPr>
            <p:nvPr/>
          </p:nvSpPr>
          <p:spPr bwMode="auto">
            <a:xfrm>
              <a:off x="3595792" y="4045985"/>
              <a:ext cx="422887" cy="549536"/>
            </a:xfrm>
            <a:custGeom>
              <a:avLst/>
              <a:gdLst>
                <a:gd name="connsiteX0" fmla="*/ 242956 w 465661"/>
                <a:gd name="connsiteY0" fmla="*/ 324904 h 605119"/>
                <a:gd name="connsiteX1" fmla="*/ 455490 w 465661"/>
                <a:gd name="connsiteY1" fmla="*/ 324904 h 605119"/>
                <a:gd name="connsiteX2" fmla="*/ 465661 w 465661"/>
                <a:gd name="connsiteY2" fmla="*/ 335064 h 605119"/>
                <a:gd name="connsiteX3" fmla="*/ 465661 w 465661"/>
                <a:gd name="connsiteY3" fmla="*/ 595112 h 605119"/>
                <a:gd name="connsiteX4" fmla="*/ 461866 w 465661"/>
                <a:gd name="connsiteY4" fmla="*/ 602996 h 605119"/>
                <a:gd name="connsiteX5" fmla="*/ 455490 w 465661"/>
                <a:gd name="connsiteY5" fmla="*/ 605119 h 605119"/>
                <a:gd name="connsiteX6" fmla="*/ 453365 w 465661"/>
                <a:gd name="connsiteY6" fmla="*/ 604968 h 605119"/>
                <a:gd name="connsiteX7" fmla="*/ 240830 w 465661"/>
                <a:gd name="connsiteY7" fmla="*/ 559327 h 605119"/>
                <a:gd name="connsiteX8" fmla="*/ 232936 w 465661"/>
                <a:gd name="connsiteY8" fmla="*/ 549470 h 605119"/>
                <a:gd name="connsiteX9" fmla="*/ 232936 w 465661"/>
                <a:gd name="connsiteY9" fmla="*/ 335064 h 605119"/>
                <a:gd name="connsiteX10" fmla="*/ 242956 w 465661"/>
                <a:gd name="connsiteY10" fmla="*/ 324904 h 605119"/>
                <a:gd name="connsiteX11" fmla="*/ 10173 w 465661"/>
                <a:gd name="connsiteY11" fmla="*/ 324904 h 605119"/>
                <a:gd name="connsiteX12" fmla="*/ 177954 w 465661"/>
                <a:gd name="connsiteY12" fmla="*/ 324904 h 605119"/>
                <a:gd name="connsiteX13" fmla="*/ 188127 w 465661"/>
                <a:gd name="connsiteY13" fmla="*/ 335064 h 605119"/>
                <a:gd name="connsiteX14" fmla="*/ 188127 w 465661"/>
                <a:gd name="connsiteY14" fmla="*/ 539777 h 605119"/>
                <a:gd name="connsiteX15" fmla="*/ 184331 w 465661"/>
                <a:gd name="connsiteY15" fmla="*/ 547663 h 605119"/>
                <a:gd name="connsiteX16" fmla="*/ 177954 w 465661"/>
                <a:gd name="connsiteY16" fmla="*/ 549937 h 605119"/>
                <a:gd name="connsiteX17" fmla="*/ 175828 w 465661"/>
                <a:gd name="connsiteY17" fmla="*/ 549786 h 605119"/>
                <a:gd name="connsiteX18" fmla="*/ 8048 w 465661"/>
                <a:gd name="connsiteY18" fmla="*/ 513695 h 605119"/>
                <a:gd name="connsiteX19" fmla="*/ 0 w 465661"/>
                <a:gd name="connsiteY19" fmla="*/ 503839 h 605119"/>
                <a:gd name="connsiteX20" fmla="*/ 0 w 465661"/>
                <a:gd name="connsiteY20" fmla="*/ 335064 h 605119"/>
                <a:gd name="connsiteX21" fmla="*/ 10173 w 465661"/>
                <a:gd name="connsiteY21" fmla="*/ 324904 h 605119"/>
                <a:gd name="connsiteX22" fmla="*/ 175828 w 465661"/>
                <a:gd name="connsiteY22" fmla="*/ 55526 h 605119"/>
                <a:gd name="connsiteX23" fmla="*/ 184331 w 465661"/>
                <a:gd name="connsiteY23" fmla="*/ 57497 h 605119"/>
                <a:gd name="connsiteX24" fmla="*/ 188127 w 465661"/>
                <a:gd name="connsiteY24" fmla="*/ 65382 h 605119"/>
                <a:gd name="connsiteX25" fmla="*/ 188127 w 465661"/>
                <a:gd name="connsiteY25" fmla="*/ 270227 h 605119"/>
                <a:gd name="connsiteX26" fmla="*/ 177954 w 465661"/>
                <a:gd name="connsiteY26" fmla="*/ 280235 h 605119"/>
                <a:gd name="connsiteX27" fmla="*/ 10173 w 465661"/>
                <a:gd name="connsiteY27" fmla="*/ 280235 h 605119"/>
                <a:gd name="connsiteX28" fmla="*/ 0 w 465661"/>
                <a:gd name="connsiteY28" fmla="*/ 270227 h 605119"/>
                <a:gd name="connsiteX29" fmla="*/ 0 w 465661"/>
                <a:gd name="connsiteY29" fmla="*/ 101317 h 605119"/>
                <a:gd name="connsiteX30" fmla="*/ 8048 w 465661"/>
                <a:gd name="connsiteY30" fmla="*/ 91461 h 605119"/>
                <a:gd name="connsiteX31" fmla="*/ 453365 w 465661"/>
                <a:gd name="connsiteY31" fmla="*/ 203 h 605119"/>
                <a:gd name="connsiteX32" fmla="*/ 461866 w 465661"/>
                <a:gd name="connsiteY32" fmla="*/ 2326 h 605119"/>
                <a:gd name="connsiteX33" fmla="*/ 465661 w 465661"/>
                <a:gd name="connsiteY33" fmla="*/ 10210 h 605119"/>
                <a:gd name="connsiteX34" fmla="*/ 465661 w 465661"/>
                <a:gd name="connsiteY34" fmla="*/ 270229 h 605119"/>
                <a:gd name="connsiteX35" fmla="*/ 455490 w 465661"/>
                <a:gd name="connsiteY35" fmla="*/ 280236 h 605119"/>
                <a:gd name="connsiteX36" fmla="*/ 242956 w 465661"/>
                <a:gd name="connsiteY36" fmla="*/ 280236 h 605119"/>
                <a:gd name="connsiteX37" fmla="*/ 232936 w 465661"/>
                <a:gd name="connsiteY37" fmla="*/ 270229 h 605119"/>
                <a:gd name="connsiteX38" fmla="*/ 232936 w 465661"/>
                <a:gd name="connsiteY38" fmla="*/ 55846 h 605119"/>
                <a:gd name="connsiteX39" fmla="*/ 240830 w 465661"/>
                <a:gd name="connsiteY39" fmla="*/ 45839 h 605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65661" h="605119">
                  <a:moveTo>
                    <a:pt x="242956" y="324904"/>
                  </a:moveTo>
                  <a:lnTo>
                    <a:pt x="455490" y="324904"/>
                  </a:lnTo>
                  <a:cubicBezTo>
                    <a:pt x="461107" y="324904"/>
                    <a:pt x="465661" y="329453"/>
                    <a:pt x="465661" y="335064"/>
                  </a:cubicBezTo>
                  <a:lnTo>
                    <a:pt x="465661" y="595112"/>
                  </a:lnTo>
                  <a:cubicBezTo>
                    <a:pt x="465661" y="598144"/>
                    <a:pt x="464295" y="601025"/>
                    <a:pt x="461866" y="602996"/>
                  </a:cubicBezTo>
                  <a:cubicBezTo>
                    <a:pt x="460044" y="604361"/>
                    <a:pt x="457767" y="605119"/>
                    <a:pt x="455490" y="605119"/>
                  </a:cubicBezTo>
                  <a:cubicBezTo>
                    <a:pt x="454883" y="605119"/>
                    <a:pt x="454124" y="605119"/>
                    <a:pt x="453365" y="604968"/>
                  </a:cubicBezTo>
                  <a:lnTo>
                    <a:pt x="240830" y="559327"/>
                  </a:lnTo>
                  <a:cubicBezTo>
                    <a:pt x="236276" y="558265"/>
                    <a:pt x="232936" y="554171"/>
                    <a:pt x="232936" y="549470"/>
                  </a:cubicBezTo>
                  <a:lnTo>
                    <a:pt x="232936" y="335064"/>
                  </a:lnTo>
                  <a:cubicBezTo>
                    <a:pt x="232936" y="329453"/>
                    <a:pt x="237491" y="324904"/>
                    <a:pt x="242956" y="324904"/>
                  </a:cubicBezTo>
                  <a:close/>
                  <a:moveTo>
                    <a:pt x="10173" y="324904"/>
                  </a:moveTo>
                  <a:lnTo>
                    <a:pt x="177954" y="324904"/>
                  </a:lnTo>
                  <a:cubicBezTo>
                    <a:pt x="183572" y="324904"/>
                    <a:pt x="188127" y="329453"/>
                    <a:pt x="188127" y="335064"/>
                  </a:cubicBezTo>
                  <a:lnTo>
                    <a:pt x="188127" y="539777"/>
                  </a:lnTo>
                  <a:cubicBezTo>
                    <a:pt x="188127" y="542962"/>
                    <a:pt x="186761" y="545843"/>
                    <a:pt x="184331" y="547663"/>
                  </a:cubicBezTo>
                  <a:cubicBezTo>
                    <a:pt x="182509" y="549179"/>
                    <a:pt x="180232" y="549937"/>
                    <a:pt x="177954" y="549937"/>
                  </a:cubicBezTo>
                  <a:cubicBezTo>
                    <a:pt x="177347" y="549937"/>
                    <a:pt x="176588" y="549937"/>
                    <a:pt x="175828" y="549786"/>
                  </a:cubicBezTo>
                  <a:lnTo>
                    <a:pt x="8048" y="513695"/>
                  </a:lnTo>
                  <a:cubicBezTo>
                    <a:pt x="3341" y="512634"/>
                    <a:pt x="0" y="508540"/>
                    <a:pt x="0" y="503839"/>
                  </a:cubicBezTo>
                  <a:lnTo>
                    <a:pt x="0" y="335064"/>
                  </a:lnTo>
                  <a:cubicBezTo>
                    <a:pt x="0" y="329453"/>
                    <a:pt x="4555" y="324904"/>
                    <a:pt x="10173" y="324904"/>
                  </a:cubicBezTo>
                  <a:close/>
                  <a:moveTo>
                    <a:pt x="175828" y="55526"/>
                  </a:moveTo>
                  <a:cubicBezTo>
                    <a:pt x="178865" y="54920"/>
                    <a:pt x="181902" y="55526"/>
                    <a:pt x="184331" y="57497"/>
                  </a:cubicBezTo>
                  <a:cubicBezTo>
                    <a:pt x="186761" y="59469"/>
                    <a:pt x="188127" y="62349"/>
                    <a:pt x="188127" y="65382"/>
                  </a:cubicBezTo>
                  <a:lnTo>
                    <a:pt x="188127" y="270227"/>
                  </a:lnTo>
                  <a:cubicBezTo>
                    <a:pt x="188127" y="275686"/>
                    <a:pt x="183572" y="280235"/>
                    <a:pt x="177954" y="280235"/>
                  </a:cubicBezTo>
                  <a:lnTo>
                    <a:pt x="10173" y="280235"/>
                  </a:lnTo>
                  <a:cubicBezTo>
                    <a:pt x="4555" y="280235"/>
                    <a:pt x="0" y="275686"/>
                    <a:pt x="0" y="270227"/>
                  </a:cubicBezTo>
                  <a:lnTo>
                    <a:pt x="0" y="101317"/>
                  </a:lnTo>
                  <a:cubicBezTo>
                    <a:pt x="0" y="96617"/>
                    <a:pt x="3341" y="92523"/>
                    <a:pt x="8048" y="91461"/>
                  </a:cubicBezTo>
                  <a:close/>
                  <a:moveTo>
                    <a:pt x="453365" y="203"/>
                  </a:moveTo>
                  <a:cubicBezTo>
                    <a:pt x="456401" y="-403"/>
                    <a:pt x="459589" y="355"/>
                    <a:pt x="461866" y="2326"/>
                  </a:cubicBezTo>
                  <a:cubicBezTo>
                    <a:pt x="464295" y="4145"/>
                    <a:pt x="465661" y="7177"/>
                    <a:pt x="465661" y="10210"/>
                  </a:cubicBezTo>
                  <a:lnTo>
                    <a:pt x="465661" y="270229"/>
                  </a:lnTo>
                  <a:cubicBezTo>
                    <a:pt x="465661" y="275687"/>
                    <a:pt x="461107" y="280236"/>
                    <a:pt x="455490" y="280236"/>
                  </a:cubicBezTo>
                  <a:lnTo>
                    <a:pt x="242956" y="280236"/>
                  </a:lnTo>
                  <a:cubicBezTo>
                    <a:pt x="237491" y="280236"/>
                    <a:pt x="232936" y="275687"/>
                    <a:pt x="232936" y="270229"/>
                  </a:cubicBezTo>
                  <a:lnTo>
                    <a:pt x="232936" y="55846"/>
                  </a:lnTo>
                  <a:cubicBezTo>
                    <a:pt x="232936" y="50994"/>
                    <a:pt x="236276" y="46901"/>
                    <a:pt x="240830" y="45839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22" name="db_125916"/>
            <p:cNvSpPr>
              <a:spLocks noChangeAspect="1"/>
            </p:cNvSpPr>
            <p:nvPr/>
          </p:nvSpPr>
          <p:spPr bwMode="auto">
            <a:xfrm>
              <a:off x="4296716" y="4105459"/>
              <a:ext cx="438468" cy="476816"/>
            </a:xfrm>
            <a:custGeom>
              <a:avLst/>
              <a:gdLst>
                <a:gd name="connsiteX0" fmla="*/ 325000 h 606722"/>
                <a:gd name="connsiteY0" fmla="*/ 325000 h 606722"/>
                <a:gd name="connsiteX1" fmla="*/ 325000 h 606722"/>
                <a:gd name="connsiteY1" fmla="*/ 325000 h 606722"/>
                <a:gd name="connsiteX2" fmla="*/ 325000 h 606722"/>
                <a:gd name="connsiteY2" fmla="*/ 325000 h 606722"/>
                <a:gd name="connsiteX3" fmla="*/ 325000 h 606722"/>
                <a:gd name="connsiteY3" fmla="*/ 325000 h 606722"/>
                <a:gd name="connsiteX4" fmla="*/ 325000 h 606722"/>
                <a:gd name="connsiteY4" fmla="*/ 325000 h 606722"/>
                <a:gd name="connsiteX5" fmla="*/ 325000 h 606722"/>
                <a:gd name="connsiteY5" fmla="*/ 325000 h 606722"/>
                <a:gd name="connsiteX6" fmla="*/ 325000 h 606722"/>
                <a:gd name="connsiteY6" fmla="*/ 325000 h 606722"/>
                <a:gd name="connsiteX7" fmla="*/ 325000 h 606722"/>
                <a:gd name="connsiteY7" fmla="*/ 325000 h 606722"/>
                <a:gd name="connsiteX8" fmla="*/ 325000 h 606722"/>
                <a:gd name="connsiteY8" fmla="*/ 325000 h 606722"/>
                <a:gd name="connsiteX9" fmla="*/ 325000 h 606722"/>
                <a:gd name="connsiteY9" fmla="*/ 325000 h 606722"/>
                <a:gd name="connsiteX10" fmla="*/ 325000 h 606722"/>
                <a:gd name="connsiteY10" fmla="*/ 325000 h 606722"/>
                <a:gd name="connsiteX11" fmla="*/ 325000 h 606722"/>
                <a:gd name="connsiteY11" fmla="*/ 325000 h 606722"/>
                <a:gd name="connsiteX12" fmla="*/ 325000 h 606722"/>
                <a:gd name="connsiteY12" fmla="*/ 325000 h 606722"/>
                <a:gd name="connsiteX13" fmla="*/ 325000 h 606722"/>
                <a:gd name="connsiteY13" fmla="*/ 325000 h 606722"/>
                <a:gd name="connsiteX14" fmla="*/ 325000 h 606722"/>
                <a:gd name="connsiteY14" fmla="*/ 325000 h 606722"/>
                <a:gd name="connsiteX15" fmla="*/ 325000 h 606722"/>
                <a:gd name="connsiteY15" fmla="*/ 325000 h 606722"/>
                <a:gd name="connsiteX16" fmla="*/ 325000 h 606722"/>
                <a:gd name="connsiteY16" fmla="*/ 325000 h 606722"/>
                <a:gd name="connsiteX17" fmla="*/ 325000 h 606722"/>
                <a:gd name="connsiteY17" fmla="*/ 325000 h 606722"/>
                <a:gd name="connsiteX18" fmla="*/ 325000 h 606722"/>
                <a:gd name="connsiteY18" fmla="*/ 325000 h 606722"/>
                <a:gd name="connsiteX19" fmla="*/ 325000 h 606722"/>
                <a:gd name="connsiteY19" fmla="*/ 325000 h 606722"/>
                <a:gd name="connsiteX20" fmla="*/ 325000 h 606722"/>
                <a:gd name="connsiteY20" fmla="*/ 325000 h 606722"/>
                <a:gd name="connsiteX21" fmla="*/ 325000 h 606722"/>
                <a:gd name="connsiteY21" fmla="*/ 325000 h 606722"/>
                <a:gd name="connsiteX22" fmla="*/ 325000 h 606722"/>
                <a:gd name="connsiteY22" fmla="*/ 325000 h 606722"/>
                <a:gd name="connsiteX23" fmla="*/ 325000 h 606722"/>
                <a:gd name="connsiteY23" fmla="*/ 325000 h 606722"/>
                <a:gd name="connsiteX24" fmla="*/ 325000 h 606722"/>
                <a:gd name="connsiteY24" fmla="*/ 325000 h 606722"/>
                <a:gd name="connsiteX25" fmla="*/ 325000 h 606722"/>
                <a:gd name="connsiteY25" fmla="*/ 325000 h 606722"/>
                <a:gd name="connsiteX26" fmla="*/ 325000 h 606722"/>
                <a:gd name="connsiteY26" fmla="*/ 325000 h 606722"/>
                <a:gd name="connsiteX27" fmla="*/ 325000 h 606722"/>
                <a:gd name="connsiteY27" fmla="*/ 325000 h 606722"/>
                <a:gd name="connsiteX28" fmla="*/ 325000 h 606722"/>
                <a:gd name="connsiteY28" fmla="*/ 325000 h 606722"/>
                <a:gd name="connsiteX29" fmla="*/ 325000 h 606722"/>
                <a:gd name="connsiteY29" fmla="*/ 325000 h 606722"/>
                <a:gd name="connsiteX30" fmla="*/ 325000 h 606722"/>
                <a:gd name="connsiteY30" fmla="*/ 325000 h 606722"/>
                <a:gd name="connsiteX31" fmla="*/ 325000 h 606722"/>
                <a:gd name="connsiteY31" fmla="*/ 325000 h 606722"/>
                <a:gd name="connsiteX32" fmla="*/ 325000 h 606722"/>
                <a:gd name="connsiteY32" fmla="*/ 325000 h 606722"/>
                <a:gd name="connsiteX33" fmla="*/ 325000 h 606722"/>
                <a:gd name="connsiteY33" fmla="*/ 325000 h 606722"/>
                <a:gd name="connsiteX34" fmla="*/ 325000 h 606722"/>
                <a:gd name="connsiteY34" fmla="*/ 325000 h 606722"/>
                <a:gd name="connsiteX35" fmla="*/ 325000 h 606722"/>
                <a:gd name="connsiteY35" fmla="*/ 325000 h 606722"/>
                <a:gd name="connsiteX36" fmla="*/ 325000 h 606722"/>
                <a:gd name="connsiteY36" fmla="*/ 325000 h 606722"/>
                <a:gd name="connsiteX37" fmla="*/ 325000 h 606722"/>
                <a:gd name="connsiteY37" fmla="*/ 325000 h 606722"/>
                <a:gd name="connsiteX38" fmla="*/ 325000 h 606722"/>
                <a:gd name="connsiteY38" fmla="*/ 325000 h 606722"/>
                <a:gd name="connsiteX39" fmla="*/ 325000 h 606722"/>
                <a:gd name="connsiteY39" fmla="*/ 325000 h 606722"/>
                <a:gd name="connsiteX40" fmla="*/ 325000 h 606722"/>
                <a:gd name="connsiteY40" fmla="*/ 325000 h 606722"/>
                <a:gd name="connsiteX41" fmla="*/ 325000 h 606722"/>
                <a:gd name="connsiteY41" fmla="*/ 325000 h 606722"/>
                <a:gd name="connsiteX42" fmla="*/ 325000 h 606722"/>
                <a:gd name="connsiteY42" fmla="*/ 325000 h 606722"/>
                <a:gd name="connsiteX43" fmla="*/ 325000 h 606722"/>
                <a:gd name="connsiteY43" fmla="*/ 325000 h 606722"/>
                <a:gd name="connsiteX44" fmla="*/ 325000 h 606722"/>
                <a:gd name="connsiteY44" fmla="*/ 325000 h 606722"/>
                <a:gd name="connsiteX45" fmla="*/ 325000 h 606722"/>
                <a:gd name="connsiteY45" fmla="*/ 325000 h 606722"/>
                <a:gd name="connsiteX46" fmla="*/ 325000 h 606722"/>
                <a:gd name="connsiteY46" fmla="*/ 325000 h 606722"/>
                <a:gd name="connsiteX47" fmla="*/ 325000 h 606722"/>
                <a:gd name="connsiteY47" fmla="*/ 325000 h 606722"/>
                <a:gd name="connsiteX48" fmla="*/ 325000 h 606722"/>
                <a:gd name="connsiteY48" fmla="*/ 325000 h 606722"/>
                <a:gd name="connsiteX49" fmla="*/ 325000 h 606722"/>
                <a:gd name="connsiteY49" fmla="*/ 325000 h 606722"/>
                <a:gd name="connsiteX50" fmla="*/ 325000 h 606722"/>
                <a:gd name="connsiteY50" fmla="*/ 325000 h 606722"/>
                <a:gd name="connsiteX51" fmla="*/ 325000 h 606722"/>
                <a:gd name="connsiteY51" fmla="*/ 325000 h 606722"/>
                <a:gd name="connsiteX52" fmla="*/ 325000 h 606722"/>
                <a:gd name="connsiteY52" fmla="*/ 325000 h 606722"/>
                <a:gd name="connsiteX53" fmla="*/ 325000 h 606722"/>
                <a:gd name="connsiteY53" fmla="*/ 325000 h 606722"/>
                <a:gd name="connsiteX54" fmla="*/ 325000 h 606722"/>
                <a:gd name="connsiteY54" fmla="*/ 325000 h 606722"/>
                <a:gd name="connsiteX55" fmla="*/ 325000 h 606722"/>
                <a:gd name="connsiteY55" fmla="*/ 325000 h 606722"/>
                <a:gd name="connsiteX56" fmla="*/ 325000 h 606722"/>
                <a:gd name="connsiteY56" fmla="*/ 325000 h 606722"/>
                <a:gd name="connsiteX57" fmla="*/ 325000 h 606722"/>
                <a:gd name="connsiteY57" fmla="*/ 325000 h 606722"/>
                <a:gd name="connsiteX58" fmla="*/ 325000 h 606722"/>
                <a:gd name="connsiteY58" fmla="*/ 325000 h 606722"/>
                <a:gd name="connsiteX59" fmla="*/ 325000 h 606722"/>
                <a:gd name="connsiteY59" fmla="*/ 325000 h 606722"/>
                <a:gd name="connsiteX60" fmla="*/ 325000 h 606722"/>
                <a:gd name="connsiteY60" fmla="*/ 325000 h 606722"/>
                <a:gd name="connsiteX61" fmla="*/ 325000 h 606722"/>
                <a:gd name="connsiteY61" fmla="*/ 325000 h 606722"/>
                <a:gd name="connsiteX62" fmla="*/ 325000 h 606722"/>
                <a:gd name="connsiteY62" fmla="*/ 325000 h 606722"/>
                <a:gd name="connsiteX63" fmla="*/ 325000 h 606722"/>
                <a:gd name="connsiteY63" fmla="*/ 325000 h 606722"/>
                <a:gd name="connsiteX64" fmla="*/ 325000 h 606722"/>
                <a:gd name="connsiteY64" fmla="*/ 325000 h 606722"/>
                <a:gd name="connsiteX65" fmla="*/ 325000 h 606722"/>
                <a:gd name="connsiteY65" fmla="*/ 325000 h 606722"/>
                <a:gd name="connsiteX66" fmla="*/ 325000 h 606722"/>
                <a:gd name="connsiteY66" fmla="*/ 325000 h 606722"/>
                <a:gd name="connsiteX67" fmla="*/ 325000 h 606722"/>
                <a:gd name="connsiteY67" fmla="*/ 32500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557537" h="606298">
                  <a:moveTo>
                    <a:pt x="366184" y="364051"/>
                  </a:moveTo>
                  <a:lnTo>
                    <a:pt x="366184" y="393606"/>
                  </a:lnTo>
                  <a:lnTo>
                    <a:pt x="398711" y="393606"/>
                  </a:lnTo>
                  <a:cubicBezTo>
                    <a:pt x="400736" y="393606"/>
                    <a:pt x="402634" y="393228"/>
                    <a:pt x="404280" y="392470"/>
                  </a:cubicBezTo>
                  <a:cubicBezTo>
                    <a:pt x="406052" y="391838"/>
                    <a:pt x="407570" y="390701"/>
                    <a:pt x="408836" y="389438"/>
                  </a:cubicBezTo>
                  <a:cubicBezTo>
                    <a:pt x="410102" y="388175"/>
                    <a:pt x="411114" y="386533"/>
                    <a:pt x="411874" y="384765"/>
                  </a:cubicBezTo>
                  <a:cubicBezTo>
                    <a:pt x="412633" y="382997"/>
                    <a:pt x="413013" y="381102"/>
                    <a:pt x="413013" y="379081"/>
                  </a:cubicBezTo>
                  <a:cubicBezTo>
                    <a:pt x="413013" y="377061"/>
                    <a:pt x="412633" y="375166"/>
                    <a:pt x="412000" y="373271"/>
                  </a:cubicBezTo>
                  <a:cubicBezTo>
                    <a:pt x="411241" y="371503"/>
                    <a:pt x="410355" y="369861"/>
                    <a:pt x="409216" y="368472"/>
                  </a:cubicBezTo>
                  <a:cubicBezTo>
                    <a:pt x="407950" y="367083"/>
                    <a:pt x="406685" y="365946"/>
                    <a:pt x="405039" y="365188"/>
                  </a:cubicBezTo>
                  <a:cubicBezTo>
                    <a:pt x="403520" y="364430"/>
                    <a:pt x="401749" y="364051"/>
                    <a:pt x="399850" y="364051"/>
                  </a:cubicBezTo>
                  <a:close/>
                  <a:moveTo>
                    <a:pt x="252703" y="318961"/>
                  </a:moveTo>
                  <a:lnTo>
                    <a:pt x="252703" y="392975"/>
                  </a:lnTo>
                  <a:lnTo>
                    <a:pt x="271678" y="392975"/>
                  </a:lnTo>
                  <a:cubicBezTo>
                    <a:pt x="277117" y="392975"/>
                    <a:pt x="281798" y="392091"/>
                    <a:pt x="285972" y="390196"/>
                  </a:cubicBezTo>
                  <a:cubicBezTo>
                    <a:pt x="290147" y="388302"/>
                    <a:pt x="293689" y="385649"/>
                    <a:pt x="296472" y="382365"/>
                  </a:cubicBezTo>
                  <a:cubicBezTo>
                    <a:pt x="299255" y="378955"/>
                    <a:pt x="301405" y="375040"/>
                    <a:pt x="302923" y="370493"/>
                  </a:cubicBezTo>
                  <a:cubicBezTo>
                    <a:pt x="304441" y="365946"/>
                    <a:pt x="305200" y="361020"/>
                    <a:pt x="305200" y="355841"/>
                  </a:cubicBezTo>
                  <a:cubicBezTo>
                    <a:pt x="305200" y="350410"/>
                    <a:pt x="304441" y="345484"/>
                    <a:pt x="302923" y="340938"/>
                  </a:cubicBezTo>
                  <a:cubicBezTo>
                    <a:pt x="301405" y="336391"/>
                    <a:pt x="299255" y="332475"/>
                    <a:pt x="296472" y="329191"/>
                  </a:cubicBezTo>
                  <a:cubicBezTo>
                    <a:pt x="293562" y="325907"/>
                    <a:pt x="290020" y="323381"/>
                    <a:pt x="285846" y="321613"/>
                  </a:cubicBezTo>
                  <a:cubicBezTo>
                    <a:pt x="281671" y="319845"/>
                    <a:pt x="276991" y="318961"/>
                    <a:pt x="271678" y="318961"/>
                  </a:cubicBezTo>
                  <a:close/>
                  <a:moveTo>
                    <a:pt x="366184" y="318455"/>
                  </a:moveTo>
                  <a:lnTo>
                    <a:pt x="366184" y="346748"/>
                  </a:lnTo>
                  <a:lnTo>
                    <a:pt x="395420" y="346748"/>
                  </a:lnTo>
                  <a:cubicBezTo>
                    <a:pt x="399091" y="346748"/>
                    <a:pt x="402255" y="345484"/>
                    <a:pt x="404786" y="342958"/>
                  </a:cubicBezTo>
                  <a:cubicBezTo>
                    <a:pt x="407444" y="340432"/>
                    <a:pt x="408710" y="336896"/>
                    <a:pt x="408710" y="332475"/>
                  </a:cubicBezTo>
                  <a:cubicBezTo>
                    <a:pt x="408710" y="328181"/>
                    <a:pt x="407444" y="324771"/>
                    <a:pt x="405166" y="322244"/>
                  </a:cubicBezTo>
                  <a:cubicBezTo>
                    <a:pt x="402761" y="319718"/>
                    <a:pt x="399850" y="318455"/>
                    <a:pt x="396306" y="318455"/>
                  </a:cubicBezTo>
                  <a:close/>
                  <a:moveTo>
                    <a:pt x="344288" y="299762"/>
                  </a:moveTo>
                  <a:lnTo>
                    <a:pt x="404533" y="299762"/>
                  </a:lnTo>
                  <a:cubicBezTo>
                    <a:pt x="408456" y="299762"/>
                    <a:pt x="412000" y="300646"/>
                    <a:pt x="415164" y="302288"/>
                  </a:cubicBezTo>
                  <a:cubicBezTo>
                    <a:pt x="418329" y="303930"/>
                    <a:pt x="421113" y="306204"/>
                    <a:pt x="423265" y="308856"/>
                  </a:cubicBezTo>
                  <a:cubicBezTo>
                    <a:pt x="425543" y="311509"/>
                    <a:pt x="427188" y="314666"/>
                    <a:pt x="428454" y="318076"/>
                  </a:cubicBezTo>
                  <a:cubicBezTo>
                    <a:pt x="429719" y="321487"/>
                    <a:pt x="430226" y="324897"/>
                    <a:pt x="430226" y="328433"/>
                  </a:cubicBezTo>
                  <a:cubicBezTo>
                    <a:pt x="430226" y="333864"/>
                    <a:pt x="428833" y="339043"/>
                    <a:pt x="426176" y="343843"/>
                  </a:cubicBezTo>
                  <a:cubicBezTo>
                    <a:pt x="423391" y="348642"/>
                    <a:pt x="419341" y="352179"/>
                    <a:pt x="414025" y="354578"/>
                  </a:cubicBezTo>
                  <a:cubicBezTo>
                    <a:pt x="420480" y="356473"/>
                    <a:pt x="425669" y="359883"/>
                    <a:pt x="429340" y="364683"/>
                  </a:cubicBezTo>
                  <a:cubicBezTo>
                    <a:pt x="433137" y="369609"/>
                    <a:pt x="435035" y="375798"/>
                    <a:pt x="435035" y="383123"/>
                  </a:cubicBezTo>
                  <a:cubicBezTo>
                    <a:pt x="435035" y="387923"/>
                    <a:pt x="434023" y="392091"/>
                    <a:pt x="432124" y="395627"/>
                  </a:cubicBezTo>
                  <a:cubicBezTo>
                    <a:pt x="430226" y="399290"/>
                    <a:pt x="427694" y="402321"/>
                    <a:pt x="424277" y="404721"/>
                  </a:cubicBezTo>
                  <a:cubicBezTo>
                    <a:pt x="420986" y="407121"/>
                    <a:pt x="417189" y="409016"/>
                    <a:pt x="412760" y="410279"/>
                  </a:cubicBezTo>
                  <a:cubicBezTo>
                    <a:pt x="408330" y="411542"/>
                    <a:pt x="403647" y="412173"/>
                    <a:pt x="398711" y="412173"/>
                  </a:cubicBezTo>
                  <a:lnTo>
                    <a:pt x="344288" y="412173"/>
                  </a:lnTo>
                  <a:close/>
                  <a:moveTo>
                    <a:pt x="230819" y="299762"/>
                  </a:moveTo>
                  <a:lnTo>
                    <a:pt x="271678" y="299762"/>
                  </a:lnTo>
                  <a:cubicBezTo>
                    <a:pt x="280912" y="299762"/>
                    <a:pt x="288882" y="301278"/>
                    <a:pt x="295839" y="304183"/>
                  </a:cubicBezTo>
                  <a:cubicBezTo>
                    <a:pt x="302797" y="307088"/>
                    <a:pt x="308616" y="311130"/>
                    <a:pt x="313170" y="316182"/>
                  </a:cubicBezTo>
                  <a:cubicBezTo>
                    <a:pt x="317850" y="321234"/>
                    <a:pt x="321392" y="327170"/>
                    <a:pt x="323669" y="333991"/>
                  </a:cubicBezTo>
                  <a:cubicBezTo>
                    <a:pt x="326072" y="340811"/>
                    <a:pt x="327211" y="348137"/>
                    <a:pt x="327211" y="355841"/>
                  </a:cubicBezTo>
                  <a:cubicBezTo>
                    <a:pt x="327211" y="364304"/>
                    <a:pt x="325819" y="372135"/>
                    <a:pt x="323289" y="378955"/>
                  </a:cubicBezTo>
                  <a:cubicBezTo>
                    <a:pt x="320760" y="385902"/>
                    <a:pt x="316965" y="391838"/>
                    <a:pt x="312158" y="396764"/>
                  </a:cubicBezTo>
                  <a:cubicBezTo>
                    <a:pt x="307224" y="401564"/>
                    <a:pt x="301405" y="405479"/>
                    <a:pt x="294574" y="408132"/>
                  </a:cubicBezTo>
                  <a:cubicBezTo>
                    <a:pt x="287743" y="410784"/>
                    <a:pt x="280153" y="412173"/>
                    <a:pt x="271678" y="412173"/>
                  </a:cubicBezTo>
                  <a:lnTo>
                    <a:pt x="230819" y="412173"/>
                  </a:lnTo>
                  <a:close/>
                  <a:moveTo>
                    <a:pt x="152608" y="259192"/>
                  </a:moveTo>
                  <a:lnTo>
                    <a:pt x="152608" y="465966"/>
                  </a:lnTo>
                  <a:lnTo>
                    <a:pt x="506921" y="465966"/>
                  </a:lnTo>
                  <a:lnTo>
                    <a:pt x="506921" y="259192"/>
                  </a:lnTo>
                  <a:close/>
                  <a:moveTo>
                    <a:pt x="0" y="0"/>
                  </a:moveTo>
                  <a:lnTo>
                    <a:pt x="332422" y="0"/>
                  </a:lnTo>
                  <a:lnTo>
                    <a:pt x="472502" y="131112"/>
                  </a:lnTo>
                  <a:lnTo>
                    <a:pt x="472502" y="208667"/>
                  </a:lnTo>
                  <a:lnTo>
                    <a:pt x="557537" y="208667"/>
                  </a:lnTo>
                  <a:lnTo>
                    <a:pt x="557537" y="516490"/>
                  </a:lnTo>
                  <a:lnTo>
                    <a:pt x="472502" y="516490"/>
                  </a:lnTo>
                  <a:lnTo>
                    <a:pt x="472502" y="606298"/>
                  </a:lnTo>
                  <a:lnTo>
                    <a:pt x="0" y="606298"/>
                  </a:ln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23" name="圆角矩形 122"/>
            <p:cNvSpPr/>
            <p:nvPr/>
          </p:nvSpPr>
          <p:spPr bwMode="auto">
            <a:xfrm>
              <a:off x="2673158" y="4037515"/>
              <a:ext cx="2307262" cy="612704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124" name="十字形 123"/>
          <p:cNvSpPr/>
          <p:nvPr/>
        </p:nvSpPr>
        <p:spPr bwMode="auto">
          <a:xfrm rot="2700000">
            <a:off x="6049640" y="4254509"/>
            <a:ext cx="830630" cy="855482"/>
          </a:xfrm>
          <a:prstGeom prst="plus">
            <a:avLst>
              <a:gd name="adj" fmla="val 42555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5347540" y="3397682"/>
            <a:ext cx="2321072" cy="612704"/>
            <a:chOff x="5347540" y="3397682"/>
            <a:chExt cx="2321072" cy="612704"/>
          </a:xfrm>
        </p:grpSpPr>
        <p:sp>
          <p:nvSpPr>
            <p:cNvPr id="126" name="businessman-with-bars-stocks-graphic_30612"/>
            <p:cNvSpPr>
              <a:spLocks noChangeAspect="1"/>
            </p:cNvSpPr>
            <p:nvPr/>
          </p:nvSpPr>
          <p:spPr bwMode="auto">
            <a:xfrm>
              <a:off x="5495522" y="3480507"/>
              <a:ext cx="567762" cy="521022"/>
            </a:xfrm>
            <a:custGeom>
              <a:avLst/>
              <a:gdLst>
                <a:gd name="connsiteX0" fmla="*/ 350851 w 599171"/>
                <a:gd name="connsiteY0" fmla="*/ 405257 h 549846"/>
                <a:gd name="connsiteX1" fmla="*/ 394672 w 599171"/>
                <a:gd name="connsiteY1" fmla="*/ 405257 h 549846"/>
                <a:gd name="connsiteX2" fmla="*/ 394672 w 599171"/>
                <a:gd name="connsiteY2" fmla="*/ 528464 h 549846"/>
                <a:gd name="connsiteX3" fmla="*/ 350851 w 599171"/>
                <a:gd name="connsiteY3" fmla="*/ 528464 h 549846"/>
                <a:gd name="connsiteX4" fmla="*/ 418947 w 599171"/>
                <a:gd name="connsiteY4" fmla="*/ 362989 h 549846"/>
                <a:gd name="connsiteX5" fmla="*/ 462839 w 599171"/>
                <a:gd name="connsiteY5" fmla="*/ 362989 h 549846"/>
                <a:gd name="connsiteX6" fmla="*/ 462839 w 599171"/>
                <a:gd name="connsiteY6" fmla="*/ 528465 h 549846"/>
                <a:gd name="connsiteX7" fmla="*/ 418947 w 599171"/>
                <a:gd name="connsiteY7" fmla="*/ 528465 h 549846"/>
                <a:gd name="connsiteX8" fmla="*/ 487113 w 599171"/>
                <a:gd name="connsiteY8" fmla="*/ 320932 h 549846"/>
                <a:gd name="connsiteX9" fmla="*/ 531005 w 599171"/>
                <a:gd name="connsiteY9" fmla="*/ 320932 h 549846"/>
                <a:gd name="connsiteX10" fmla="*/ 531005 w 599171"/>
                <a:gd name="connsiteY10" fmla="*/ 528465 h 549846"/>
                <a:gd name="connsiteX11" fmla="*/ 487113 w 599171"/>
                <a:gd name="connsiteY11" fmla="*/ 528465 h 549846"/>
                <a:gd name="connsiteX12" fmla="*/ 555279 w 599171"/>
                <a:gd name="connsiteY12" fmla="*/ 278945 h 549846"/>
                <a:gd name="connsiteX13" fmla="*/ 599171 w 599171"/>
                <a:gd name="connsiteY13" fmla="*/ 278945 h 549846"/>
                <a:gd name="connsiteX14" fmla="*/ 599171 w 599171"/>
                <a:gd name="connsiteY14" fmla="*/ 528464 h 549846"/>
                <a:gd name="connsiteX15" fmla="*/ 555279 w 599171"/>
                <a:gd name="connsiteY15" fmla="*/ 528464 h 549846"/>
                <a:gd name="connsiteX16" fmla="*/ 257092 w 599171"/>
                <a:gd name="connsiteY16" fmla="*/ 0 h 549846"/>
                <a:gd name="connsiteX17" fmla="*/ 399061 w 599171"/>
                <a:gd name="connsiteY17" fmla="*/ 142037 h 549846"/>
                <a:gd name="connsiteX18" fmla="*/ 320591 w 599171"/>
                <a:gd name="connsiteY18" fmla="*/ 290261 h 549846"/>
                <a:gd name="connsiteX19" fmla="*/ 424874 w 599171"/>
                <a:gd name="connsiteY19" fmla="*/ 341559 h 549846"/>
                <a:gd name="connsiteX20" fmla="*/ 397512 w 599171"/>
                <a:gd name="connsiteY20" fmla="*/ 341559 h 549846"/>
                <a:gd name="connsiteX21" fmla="*/ 397512 w 599171"/>
                <a:gd name="connsiteY21" fmla="*/ 383578 h 549846"/>
                <a:gd name="connsiteX22" fmla="*/ 329367 w 599171"/>
                <a:gd name="connsiteY22" fmla="*/ 383578 h 549846"/>
                <a:gd name="connsiteX23" fmla="*/ 329367 w 599171"/>
                <a:gd name="connsiteY23" fmla="*/ 547526 h 549846"/>
                <a:gd name="connsiteX24" fmla="*/ 257092 w 599171"/>
                <a:gd name="connsiteY24" fmla="*/ 549846 h 549846"/>
                <a:gd name="connsiteX25" fmla="*/ 329109 w 599171"/>
                <a:gd name="connsiteY25" fmla="*/ 477925 h 549846"/>
                <a:gd name="connsiteX26" fmla="*/ 268450 w 599171"/>
                <a:gd name="connsiteY26" fmla="*/ 331506 h 549846"/>
                <a:gd name="connsiteX27" fmla="*/ 269224 w 599171"/>
                <a:gd name="connsiteY27" fmla="*/ 331506 h 549846"/>
                <a:gd name="connsiteX28" fmla="*/ 292714 w 599171"/>
                <a:gd name="connsiteY28" fmla="*/ 304439 h 549846"/>
                <a:gd name="connsiteX29" fmla="*/ 257092 w 599171"/>
                <a:gd name="connsiteY29" fmla="*/ 311141 h 549846"/>
                <a:gd name="connsiteX30" fmla="*/ 221471 w 599171"/>
                <a:gd name="connsiteY30" fmla="*/ 304439 h 549846"/>
                <a:gd name="connsiteX31" fmla="*/ 245219 w 599171"/>
                <a:gd name="connsiteY31" fmla="*/ 331506 h 549846"/>
                <a:gd name="connsiteX32" fmla="*/ 245735 w 599171"/>
                <a:gd name="connsiteY32" fmla="*/ 331506 h 549846"/>
                <a:gd name="connsiteX33" fmla="*/ 185075 w 599171"/>
                <a:gd name="connsiteY33" fmla="*/ 477925 h 549846"/>
                <a:gd name="connsiteX34" fmla="*/ 257092 w 599171"/>
                <a:gd name="connsiteY34" fmla="*/ 549846 h 549846"/>
                <a:gd name="connsiteX35" fmla="*/ 0 w 599171"/>
                <a:gd name="connsiteY35" fmla="*/ 486432 h 549846"/>
                <a:gd name="connsiteX36" fmla="*/ 193594 w 599171"/>
                <a:gd name="connsiteY36" fmla="*/ 290261 h 549846"/>
                <a:gd name="connsiteX37" fmla="*/ 115124 w 599171"/>
                <a:gd name="connsiteY37" fmla="*/ 142037 h 549846"/>
                <a:gd name="connsiteX38" fmla="*/ 257092 w 599171"/>
                <a:gd name="connsiteY38" fmla="*/ 0 h 54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99171" h="549846">
                  <a:moveTo>
                    <a:pt x="350851" y="405257"/>
                  </a:moveTo>
                  <a:lnTo>
                    <a:pt x="394672" y="405257"/>
                  </a:lnTo>
                  <a:lnTo>
                    <a:pt x="394672" y="528464"/>
                  </a:lnTo>
                  <a:lnTo>
                    <a:pt x="350851" y="528464"/>
                  </a:lnTo>
                  <a:close/>
                  <a:moveTo>
                    <a:pt x="418947" y="362989"/>
                  </a:moveTo>
                  <a:lnTo>
                    <a:pt x="462839" y="362989"/>
                  </a:lnTo>
                  <a:lnTo>
                    <a:pt x="462839" y="528465"/>
                  </a:lnTo>
                  <a:lnTo>
                    <a:pt x="418947" y="528465"/>
                  </a:lnTo>
                  <a:close/>
                  <a:moveTo>
                    <a:pt x="487113" y="320932"/>
                  </a:moveTo>
                  <a:lnTo>
                    <a:pt x="531005" y="320932"/>
                  </a:lnTo>
                  <a:lnTo>
                    <a:pt x="531005" y="528465"/>
                  </a:lnTo>
                  <a:lnTo>
                    <a:pt x="487113" y="528465"/>
                  </a:lnTo>
                  <a:close/>
                  <a:moveTo>
                    <a:pt x="555279" y="278945"/>
                  </a:moveTo>
                  <a:lnTo>
                    <a:pt x="599171" y="278945"/>
                  </a:lnTo>
                  <a:lnTo>
                    <a:pt x="599171" y="528464"/>
                  </a:lnTo>
                  <a:lnTo>
                    <a:pt x="555279" y="528464"/>
                  </a:lnTo>
                  <a:close/>
                  <a:moveTo>
                    <a:pt x="257092" y="0"/>
                  </a:moveTo>
                  <a:cubicBezTo>
                    <a:pt x="335562" y="0"/>
                    <a:pt x="399061" y="63672"/>
                    <a:pt x="399061" y="142037"/>
                  </a:cubicBezTo>
                  <a:cubicBezTo>
                    <a:pt x="399061" y="197460"/>
                    <a:pt x="367054" y="259069"/>
                    <a:pt x="320591" y="290261"/>
                  </a:cubicBezTo>
                  <a:cubicBezTo>
                    <a:pt x="359826" y="300314"/>
                    <a:pt x="395447" y="318875"/>
                    <a:pt x="424874" y="341559"/>
                  </a:cubicBezTo>
                  <a:lnTo>
                    <a:pt x="397512" y="341559"/>
                  </a:lnTo>
                  <a:lnTo>
                    <a:pt x="397512" y="383578"/>
                  </a:lnTo>
                  <a:lnTo>
                    <a:pt x="329367" y="383578"/>
                  </a:lnTo>
                  <a:lnTo>
                    <a:pt x="329367" y="547526"/>
                  </a:lnTo>
                  <a:cubicBezTo>
                    <a:pt x="305878" y="549073"/>
                    <a:pt x="281614" y="549846"/>
                    <a:pt x="257092" y="549846"/>
                  </a:cubicBezTo>
                  <a:lnTo>
                    <a:pt x="329109" y="477925"/>
                  </a:lnTo>
                  <a:lnTo>
                    <a:pt x="268450" y="331506"/>
                  </a:lnTo>
                  <a:lnTo>
                    <a:pt x="269224" y="331506"/>
                  </a:lnTo>
                  <a:lnTo>
                    <a:pt x="292714" y="304439"/>
                  </a:lnTo>
                  <a:cubicBezTo>
                    <a:pt x="281356" y="308563"/>
                    <a:pt x="269482" y="311141"/>
                    <a:pt x="257092" y="311141"/>
                  </a:cubicBezTo>
                  <a:cubicBezTo>
                    <a:pt x="244961" y="311141"/>
                    <a:pt x="233087" y="308563"/>
                    <a:pt x="221471" y="304439"/>
                  </a:cubicBezTo>
                  <a:lnTo>
                    <a:pt x="245219" y="331506"/>
                  </a:lnTo>
                  <a:lnTo>
                    <a:pt x="245735" y="331506"/>
                  </a:lnTo>
                  <a:lnTo>
                    <a:pt x="185075" y="477925"/>
                  </a:lnTo>
                  <a:lnTo>
                    <a:pt x="257092" y="549846"/>
                  </a:lnTo>
                  <a:cubicBezTo>
                    <a:pt x="128546" y="549846"/>
                    <a:pt x="0" y="528708"/>
                    <a:pt x="0" y="486432"/>
                  </a:cubicBezTo>
                  <a:cubicBezTo>
                    <a:pt x="0" y="415027"/>
                    <a:pt x="82342" y="318617"/>
                    <a:pt x="193594" y="290261"/>
                  </a:cubicBezTo>
                  <a:cubicBezTo>
                    <a:pt x="147131" y="259069"/>
                    <a:pt x="115124" y="197460"/>
                    <a:pt x="115124" y="142037"/>
                  </a:cubicBezTo>
                  <a:cubicBezTo>
                    <a:pt x="115124" y="63672"/>
                    <a:pt x="178622" y="0"/>
                    <a:pt x="257092" y="0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27" name="development_172421"/>
            <p:cNvSpPr>
              <a:spLocks noChangeAspect="1"/>
            </p:cNvSpPr>
            <p:nvPr/>
          </p:nvSpPr>
          <p:spPr bwMode="auto">
            <a:xfrm>
              <a:off x="6257092" y="3441465"/>
              <a:ext cx="517848" cy="517004"/>
            </a:xfrm>
            <a:custGeom>
              <a:avLst/>
              <a:gdLst>
                <a:gd name="connsiteX0" fmla="*/ 80515 w 606580"/>
                <a:gd name="connsiteY0" fmla="*/ 531428 h 605592"/>
                <a:gd name="connsiteX1" fmla="*/ 526135 w 606580"/>
                <a:gd name="connsiteY1" fmla="*/ 531428 h 605592"/>
                <a:gd name="connsiteX2" fmla="*/ 526135 w 606580"/>
                <a:gd name="connsiteY2" fmla="*/ 556196 h 605592"/>
                <a:gd name="connsiteX3" fmla="*/ 80515 w 606580"/>
                <a:gd name="connsiteY3" fmla="*/ 556196 h 605592"/>
                <a:gd name="connsiteX4" fmla="*/ 111423 w 606580"/>
                <a:gd name="connsiteY4" fmla="*/ 432636 h 605592"/>
                <a:gd name="connsiteX5" fmla="*/ 136191 w 606580"/>
                <a:gd name="connsiteY5" fmla="*/ 432636 h 605592"/>
                <a:gd name="connsiteX6" fmla="*/ 136191 w 606580"/>
                <a:gd name="connsiteY6" fmla="*/ 457263 h 605592"/>
                <a:gd name="connsiteX7" fmla="*/ 111423 w 606580"/>
                <a:gd name="connsiteY7" fmla="*/ 457263 h 605592"/>
                <a:gd name="connsiteX8" fmla="*/ 74305 w 606580"/>
                <a:gd name="connsiteY8" fmla="*/ 432636 h 605592"/>
                <a:gd name="connsiteX9" fmla="*/ 99073 w 606580"/>
                <a:gd name="connsiteY9" fmla="*/ 432636 h 605592"/>
                <a:gd name="connsiteX10" fmla="*/ 99073 w 606580"/>
                <a:gd name="connsiteY10" fmla="*/ 457263 h 605592"/>
                <a:gd name="connsiteX11" fmla="*/ 74305 w 606580"/>
                <a:gd name="connsiteY11" fmla="*/ 457263 h 605592"/>
                <a:gd name="connsiteX12" fmla="*/ 37117 w 606580"/>
                <a:gd name="connsiteY12" fmla="*/ 432636 h 605592"/>
                <a:gd name="connsiteX13" fmla="*/ 61956 w 606580"/>
                <a:gd name="connsiteY13" fmla="*/ 432636 h 605592"/>
                <a:gd name="connsiteX14" fmla="*/ 61956 w 606580"/>
                <a:gd name="connsiteY14" fmla="*/ 457263 h 605592"/>
                <a:gd name="connsiteX15" fmla="*/ 37117 w 606580"/>
                <a:gd name="connsiteY15" fmla="*/ 457263 h 605592"/>
                <a:gd name="connsiteX16" fmla="*/ 303336 w 606580"/>
                <a:gd name="connsiteY16" fmla="*/ 284288 h 605592"/>
                <a:gd name="connsiteX17" fmla="*/ 266196 w 606580"/>
                <a:gd name="connsiteY17" fmla="*/ 321365 h 605592"/>
                <a:gd name="connsiteX18" fmla="*/ 303336 w 606580"/>
                <a:gd name="connsiteY18" fmla="*/ 358443 h 605592"/>
                <a:gd name="connsiteX19" fmla="*/ 340477 w 606580"/>
                <a:gd name="connsiteY19" fmla="*/ 321365 h 605592"/>
                <a:gd name="connsiteX20" fmla="*/ 303336 w 606580"/>
                <a:gd name="connsiteY20" fmla="*/ 284288 h 605592"/>
                <a:gd name="connsiteX21" fmla="*/ 303336 w 606580"/>
                <a:gd name="connsiteY21" fmla="*/ 259539 h 605592"/>
                <a:gd name="connsiteX22" fmla="*/ 365176 w 606580"/>
                <a:gd name="connsiteY22" fmla="*/ 321365 h 605592"/>
                <a:gd name="connsiteX23" fmla="*/ 303336 w 606580"/>
                <a:gd name="connsiteY23" fmla="*/ 383099 h 605592"/>
                <a:gd name="connsiteX24" fmla="*/ 241404 w 606580"/>
                <a:gd name="connsiteY24" fmla="*/ 321365 h 605592"/>
                <a:gd name="connsiteX25" fmla="*/ 303336 w 606580"/>
                <a:gd name="connsiteY25" fmla="*/ 259539 h 605592"/>
                <a:gd name="connsiteX26" fmla="*/ 544694 w 606580"/>
                <a:gd name="connsiteY26" fmla="*/ 185375 h 605592"/>
                <a:gd name="connsiteX27" fmla="*/ 569392 w 606580"/>
                <a:gd name="connsiteY27" fmla="*/ 185375 h 605592"/>
                <a:gd name="connsiteX28" fmla="*/ 569392 w 606580"/>
                <a:gd name="connsiteY28" fmla="*/ 210143 h 605592"/>
                <a:gd name="connsiteX29" fmla="*/ 544694 w 606580"/>
                <a:gd name="connsiteY29" fmla="*/ 210143 h 605592"/>
                <a:gd name="connsiteX30" fmla="*/ 507577 w 606580"/>
                <a:gd name="connsiteY30" fmla="*/ 185375 h 605592"/>
                <a:gd name="connsiteX31" fmla="*/ 532275 w 606580"/>
                <a:gd name="connsiteY31" fmla="*/ 185375 h 605592"/>
                <a:gd name="connsiteX32" fmla="*/ 532275 w 606580"/>
                <a:gd name="connsiteY32" fmla="*/ 210143 h 605592"/>
                <a:gd name="connsiteX33" fmla="*/ 507577 w 606580"/>
                <a:gd name="connsiteY33" fmla="*/ 210143 h 605592"/>
                <a:gd name="connsiteX34" fmla="*/ 470459 w 606580"/>
                <a:gd name="connsiteY34" fmla="*/ 185375 h 605592"/>
                <a:gd name="connsiteX35" fmla="*/ 495157 w 606580"/>
                <a:gd name="connsiteY35" fmla="*/ 185375 h 605592"/>
                <a:gd name="connsiteX36" fmla="*/ 495157 w 606580"/>
                <a:gd name="connsiteY36" fmla="*/ 210143 h 605592"/>
                <a:gd name="connsiteX37" fmla="*/ 470459 w 606580"/>
                <a:gd name="connsiteY37" fmla="*/ 210143 h 605592"/>
                <a:gd name="connsiteX38" fmla="*/ 278547 w 606580"/>
                <a:gd name="connsiteY38" fmla="*/ 166870 h 605592"/>
                <a:gd name="connsiteX39" fmla="*/ 278547 w 606580"/>
                <a:gd name="connsiteY39" fmla="*/ 196998 h 605592"/>
                <a:gd name="connsiteX40" fmla="*/ 269727 w 606580"/>
                <a:gd name="connsiteY40" fmla="*/ 208863 h 605592"/>
                <a:gd name="connsiteX41" fmla="*/ 247443 w 606580"/>
                <a:gd name="connsiteY41" fmla="*/ 218041 h 605592"/>
                <a:gd name="connsiteX42" fmla="*/ 232774 w 606580"/>
                <a:gd name="connsiteY42" fmla="*/ 215908 h 605592"/>
                <a:gd name="connsiteX43" fmla="*/ 211419 w 606580"/>
                <a:gd name="connsiteY43" fmla="*/ 194680 h 605592"/>
                <a:gd name="connsiteX44" fmla="*/ 176416 w 606580"/>
                <a:gd name="connsiteY44" fmla="*/ 229628 h 605592"/>
                <a:gd name="connsiteX45" fmla="*/ 197678 w 606580"/>
                <a:gd name="connsiteY45" fmla="*/ 250949 h 605592"/>
                <a:gd name="connsiteX46" fmla="*/ 199813 w 606580"/>
                <a:gd name="connsiteY46" fmla="*/ 265596 h 605592"/>
                <a:gd name="connsiteX47" fmla="*/ 190621 w 606580"/>
                <a:gd name="connsiteY47" fmla="*/ 287844 h 605592"/>
                <a:gd name="connsiteX48" fmla="*/ 178737 w 606580"/>
                <a:gd name="connsiteY48" fmla="*/ 296650 h 605592"/>
                <a:gd name="connsiteX49" fmla="*/ 148562 w 606580"/>
                <a:gd name="connsiteY49" fmla="*/ 296650 h 605592"/>
                <a:gd name="connsiteX50" fmla="*/ 148562 w 606580"/>
                <a:gd name="connsiteY50" fmla="*/ 346060 h 605592"/>
                <a:gd name="connsiteX51" fmla="*/ 178737 w 606580"/>
                <a:gd name="connsiteY51" fmla="*/ 346060 h 605592"/>
                <a:gd name="connsiteX52" fmla="*/ 190621 w 606580"/>
                <a:gd name="connsiteY52" fmla="*/ 354866 h 605592"/>
                <a:gd name="connsiteX53" fmla="*/ 199813 w 606580"/>
                <a:gd name="connsiteY53" fmla="*/ 377114 h 605592"/>
                <a:gd name="connsiteX54" fmla="*/ 197678 w 606580"/>
                <a:gd name="connsiteY54" fmla="*/ 391761 h 605592"/>
                <a:gd name="connsiteX55" fmla="*/ 176416 w 606580"/>
                <a:gd name="connsiteY55" fmla="*/ 413175 h 605592"/>
                <a:gd name="connsiteX56" fmla="*/ 211419 w 606580"/>
                <a:gd name="connsiteY56" fmla="*/ 448123 h 605592"/>
                <a:gd name="connsiteX57" fmla="*/ 232774 w 606580"/>
                <a:gd name="connsiteY57" fmla="*/ 426802 h 605592"/>
                <a:gd name="connsiteX58" fmla="*/ 241501 w 606580"/>
                <a:gd name="connsiteY58" fmla="*/ 423186 h 605592"/>
                <a:gd name="connsiteX59" fmla="*/ 247443 w 606580"/>
                <a:gd name="connsiteY59" fmla="*/ 424762 h 605592"/>
                <a:gd name="connsiteX60" fmla="*/ 269727 w 606580"/>
                <a:gd name="connsiteY60" fmla="*/ 433847 h 605592"/>
                <a:gd name="connsiteX61" fmla="*/ 278547 w 606580"/>
                <a:gd name="connsiteY61" fmla="*/ 445712 h 605592"/>
                <a:gd name="connsiteX62" fmla="*/ 278547 w 606580"/>
                <a:gd name="connsiteY62" fmla="*/ 475840 h 605592"/>
                <a:gd name="connsiteX63" fmla="*/ 328034 w 606580"/>
                <a:gd name="connsiteY63" fmla="*/ 475840 h 605592"/>
                <a:gd name="connsiteX64" fmla="*/ 328034 w 606580"/>
                <a:gd name="connsiteY64" fmla="*/ 445712 h 605592"/>
                <a:gd name="connsiteX65" fmla="*/ 336854 w 606580"/>
                <a:gd name="connsiteY65" fmla="*/ 433847 h 605592"/>
                <a:gd name="connsiteX66" fmla="*/ 359138 w 606580"/>
                <a:gd name="connsiteY66" fmla="*/ 424762 h 605592"/>
                <a:gd name="connsiteX67" fmla="*/ 373807 w 606580"/>
                <a:gd name="connsiteY67" fmla="*/ 426802 h 605592"/>
                <a:gd name="connsiteX68" fmla="*/ 395255 w 606580"/>
                <a:gd name="connsiteY68" fmla="*/ 448030 h 605592"/>
                <a:gd name="connsiteX69" fmla="*/ 430258 w 606580"/>
                <a:gd name="connsiteY69" fmla="*/ 413082 h 605592"/>
                <a:gd name="connsiteX70" fmla="*/ 408903 w 606580"/>
                <a:gd name="connsiteY70" fmla="*/ 391761 h 605592"/>
                <a:gd name="connsiteX71" fmla="*/ 406861 w 606580"/>
                <a:gd name="connsiteY71" fmla="*/ 377114 h 605592"/>
                <a:gd name="connsiteX72" fmla="*/ 415960 w 606580"/>
                <a:gd name="connsiteY72" fmla="*/ 354866 h 605592"/>
                <a:gd name="connsiteX73" fmla="*/ 427844 w 606580"/>
                <a:gd name="connsiteY73" fmla="*/ 346060 h 605592"/>
                <a:gd name="connsiteX74" fmla="*/ 458019 w 606580"/>
                <a:gd name="connsiteY74" fmla="*/ 346060 h 605592"/>
                <a:gd name="connsiteX75" fmla="*/ 458019 w 606580"/>
                <a:gd name="connsiteY75" fmla="*/ 296650 h 605592"/>
                <a:gd name="connsiteX76" fmla="*/ 427844 w 606580"/>
                <a:gd name="connsiteY76" fmla="*/ 296650 h 605592"/>
                <a:gd name="connsiteX77" fmla="*/ 415960 w 606580"/>
                <a:gd name="connsiteY77" fmla="*/ 287844 h 605592"/>
                <a:gd name="connsiteX78" fmla="*/ 406861 w 606580"/>
                <a:gd name="connsiteY78" fmla="*/ 265596 h 605592"/>
                <a:gd name="connsiteX79" fmla="*/ 408903 w 606580"/>
                <a:gd name="connsiteY79" fmla="*/ 250949 h 605592"/>
                <a:gd name="connsiteX80" fmla="*/ 430165 w 606580"/>
                <a:gd name="connsiteY80" fmla="*/ 229628 h 605592"/>
                <a:gd name="connsiteX81" fmla="*/ 395162 w 606580"/>
                <a:gd name="connsiteY81" fmla="*/ 194680 h 605592"/>
                <a:gd name="connsiteX82" fmla="*/ 373807 w 606580"/>
                <a:gd name="connsiteY82" fmla="*/ 215908 h 605592"/>
                <a:gd name="connsiteX83" fmla="*/ 359138 w 606580"/>
                <a:gd name="connsiteY83" fmla="*/ 218041 h 605592"/>
                <a:gd name="connsiteX84" fmla="*/ 336854 w 606580"/>
                <a:gd name="connsiteY84" fmla="*/ 208863 h 605592"/>
                <a:gd name="connsiteX85" fmla="*/ 328034 w 606580"/>
                <a:gd name="connsiteY85" fmla="*/ 196998 h 605592"/>
                <a:gd name="connsiteX86" fmla="*/ 328034 w 606580"/>
                <a:gd name="connsiteY86" fmla="*/ 166870 h 605592"/>
                <a:gd name="connsiteX87" fmla="*/ 278547 w 606580"/>
                <a:gd name="connsiteY87" fmla="*/ 142119 h 605592"/>
                <a:gd name="connsiteX88" fmla="*/ 328034 w 606580"/>
                <a:gd name="connsiteY88" fmla="*/ 142119 h 605592"/>
                <a:gd name="connsiteX89" fmla="*/ 352824 w 606580"/>
                <a:gd name="connsiteY89" fmla="*/ 166870 h 605592"/>
                <a:gd name="connsiteX90" fmla="*/ 352824 w 606580"/>
                <a:gd name="connsiteY90" fmla="*/ 188098 h 605592"/>
                <a:gd name="connsiteX91" fmla="*/ 362666 w 606580"/>
                <a:gd name="connsiteY91" fmla="*/ 192177 h 605592"/>
                <a:gd name="connsiteX92" fmla="*/ 377800 w 606580"/>
                <a:gd name="connsiteY92" fmla="*/ 177160 h 605592"/>
                <a:gd name="connsiteX93" fmla="*/ 395255 w 606580"/>
                <a:gd name="connsiteY93" fmla="*/ 169929 h 605592"/>
                <a:gd name="connsiteX94" fmla="*/ 412710 w 606580"/>
                <a:gd name="connsiteY94" fmla="*/ 177160 h 605592"/>
                <a:gd name="connsiteX95" fmla="*/ 447713 w 606580"/>
                <a:gd name="connsiteY95" fmla="*/ 212108 h 605592"/>
                <a:gd name="connsiteX96" fmla="*/ 454955 w 606580"/>
                <a:gd name="connsiteY96" fmla="*/ 229628 h 605592"/>
                <a:gd name="connsiteX97" fmla="*/ 447713 w 606580"/>
                <a:gd name="connsiteY97" fmla="*/ 247056 h 605592"/>
                <a:gd name="connsiteX98" fmla="*/ 432765 w 606580"/>
                <a:gd name="connsiteY98" fmla="*/ 262073 h 605592"/>
                <a:gd name="connsiteX99" fmla="*/ 436757 w 606580"/>
                <a:gd name="connsiteY99" fmla="*/ 271899 h 605592"/>
                <a:gd name="connsiteX100" fmla="*/ 458019 w 606580"/>
                <a:gd name="connsiteY100" fmla="*/ 271899 h 605592"/>
                <a:gd name="connsiteX101" fmla="*/ 482809 w 606580"/>
                <a:gd name="connsiteY101" fmla="*/ 296650 h 605592"/>
                <a:gd name="connsiteX102" fmla="*/ 482809 w 606580"/>
                <a:gd name="connsiteY102" fmla="*/ 346060 h 605592"/>
                <a:gd name="connsiteX103" fmla="*/ 458019 w 606580"/>
                <a:gd name="connsiteY103" fmla="*/ 370811 h 605592"/>
                <a:gd name="connsiteX104" fmla="*/ 436757 w 606580"/>
                <a:gd name="connsiteY104" fmla="*/ 370811 h 605592"/>
                <a:gd name="connsiteX105" fmla="*/ 432765 w 606580"/>
                <a:gd name="connsiteY105" fmla="*/ 380637 h 605592"/>
                <a:gd name="connsiteX106" fmla="*/ 447806 w 606580"/>
                <a:gd name="connsiteY106" fmla="*/ 395747 h 605592"/>
                <a:gd name="connsiteX107" fmla="*/ 454955 w 606580"/>
                <a:gd name="connsiteY107" fmla="*/ 413175 h 605592"/>
                <a:gd name="connsiteX108" fmla="*/ 447713 w 606580"/>
                <a:gd name="connsiteY108" fmla="*/ 430602 h 605592"/>
                <a:gd name="connsiteX109" fmla="*/ 412710 w 606580"/>
                <a:gd name="connsiteY109" fmla="*/ 465550 h 605592"/>
                <a:gd name="connsiteX110" fmla="*/ 395255 w 606580"/>
                <a:gd name="connsiteY110" fmla="*/ 472781 h 605592"/>
                <a:gd name="connsiteX111" fmla="*/ 377707 w 606580"/>
                <a:gd name="connsiteY111" fmla="*/ 465550 h 605592"/>
                <a:gd name="connsiteX112" fmla="*/ 362666 w 606580"/>
                <a:gd name="connsiteY112" fmla="*/ 450626 h 605592"/>
                <a:gd name="connsiteX113" fmla="*/ 352824 w 606580"/>
                <a:gd name="connsiteY113" fmla="*/ 454612 h 605592"/>
                <a:gd name="connsiteX114" fmla="*/ 352824 w 606580"/>
                <a:gd name="connsiteY114" fmla="*/ 475840 h 605592"/>
                <a:gd name="connsiteX115" fmla="*/ 328034 w 606580"/>
                <a:gd name="connsiteY115" fmla="*/ 500591 h 605592"/>
                <a:gd name="connsiteX116" fmla="*/ 278547 w 606580"/>
                <a:gd name="connsiteY116" fmla="*/ 500591 h 605592"/>
                <a:gd name="connsiteX117" fmla="*/ 253757 w 606580"/>
                <a:gd name="connsiteY117" fmla="*/ 475840 h 605592"/>
                <a:gd name="connsiteX118" fmla="*/ 253757 w 606580"/>
                <a:gd name="connsiteY118" fmla="*/ 454612 h 605592"/>
                <a:gd name="connsiteX119" fmla="*/ 243915 w 606580"/>
                <a:gd name="connsiteY119" fmla="*/ 450626 h 605592"/>
                <a:gd name="connsiteX120" fmla="*/ 228874 w 606580"/>
                <a:gd name="connsiteY120" fmla="*/ 465643 h 605592"/>
                <a:gd name="connsiteX121" fmla="*/ 211419 w 606580"/>
                <a:gd name="connsiteY121" fmla="*/ 472781 h 605592"/>
                <a:gd name="connsiteX122" fmla="*/ 193871 w 606580"/>
                <a:gd name="connsiteY122" fmla="*/ 465550 h 605592"/>
                <a:gd name="connsiteX123" fmla="*/ 158868 w 606580"/>
                <a:gd name="connsiteY123" fmla="*/ 430602 h 605592"/>
                <a:gd name="connsiteX124" fmla="*/ 151626 w 606580"/>
                <a:gd name="connsiteY124" fmla="*/ 413175 h 605592"/>
                <a:gd name="connsiteX125" fmla="*/ 158868 w 606580"/>
                <a:gd name="connsiteY125" fmla="*/ 395654 h 605592"/>
                <a:gd name="connsiteX126" fmla="*/ 173909 w 606580"/>
                <a:gd name="connsiteY126" fmla="*/ 380637 h 605592"/>
                <a:gd name="connsiteX127" fmla="*/ 169824 w 606580"/>
                <a:gd name="connsiteY127" fmla="*/ 370811 h 605592"/>
                <a:gd name="connsiteX128" fmla="*/ 148562 w 606580"/>
                <a:gd name="connsiteY128" fmla="*/ 370811 h 605592"/>
                <a:gd name="connsiteX129" fmla="*/ 123772 w 606580"/>
                <a:gd name="connsiteY129" fmla="*/ 346060 h 605592"/>
                <a:gd name="connsiteX130" fmla="*/ 123772 w 606580"/>
                <a:gd name="connsiteY130" fmla="*/ 296650 h 605592"/>
                <a:gd name="connsiteX131" fmla="*/ 148562 w 606580"/>
                <a:gd name="connsiteY131" fmla="*/ 271899 h 605592"/>
                <a:gd name="connsiteX132" fmla="*/ 169824 w 606580"/>
                <a:gd name="connsiteY132" fmla="*/ 271899 h 605592"/>
                <a:gd name="connsiteX133" fmla="*/ 173909 w 606580"/>
                <a:gd name="connsiteY133" fmla="*/ 262073 h 605592"/>
                <a:gd name="connsiteX134" fmla="*/ 158868 w 606580"/>
                <a:gd name="connsiteY134" fmla="*/ 247056 h 605592"/>
                <a:gd name="connsiteX135" fmla="*/ 151626 w 606580"/>
                <a:gd name="connsiteY135" fmla="*/ 229628 h 605592"/>
                <a:gd name="connsiteX136" fmla="*/ 158868 w 606580"/>
                <a:gd name="connsiteY136" fmla="*/ 212108 h 605592"/>
                <a:gd name="connsiteX137" fmla="*/ 193871 w 606580"/>
                <a:gd name="connsiteY137" fmla="*/ 177160 h 605592"/>
                <a:gd name="connsiteX138" fmla="*/ 211419 w 606580"/>
                <a:gd name="connsiteY138" fmla="*/ 169929 h 605592"/>
                <a:gd name="connsiteX139" fmla="*/ 228874 w 606580"/>
                <a:gd name="connsiteY139" fmla="*/ 177160 h 605592"/>
                <a:gd name="connsiteX140" fmla="*/ 243915 w 606580"/>
                <a:gd name="connsiteY140" fmla="*/ 192177 h 605592"/>
                <a:gd name="connsiteX141" fmla="*/ 253757 w 606580"/>
                <a:gd name="connsiteY141" fmla="*/ 188098 h 605592"/>
                <a:gd name="connsiteX142" fmla="*/ 253757 w 606580"/>
                <a:gd name="connsiteY142" fmla="*/ 166870 h 605592"/>
                <a:gd name="connsiteX143" fmla="*/ 278547 w 606580"/>
                <a:gd name="connsiteY143" fmla="*/ 142119 h 605592"/>
                <a:gd name="connsiteX144" fmla="*/ 24791 w 606580"/>
                <a:gd name="connsiteY144" fmla="*/ 111237 h 605592"/>
                <a:gd name="connsiteX145" fmla="*/ 24791 w 606580"/>
                <a:gd name="connsiteY145" fmla="*/ 580935 h 605592"/>
                <a:gd name="connsiteX146" fmla="*/ 581882 w 606580"/>
                <a:gd name="connsiteY146" fmla="*/ 580935 h 605592"/>
                <a:gd name="connsiteX147" fmla="*/ 581882 w 606580"/>
                <a:gd name="connsiteY147" fmla="*/ 111237 h 605592"/>
                <a:gd name="connsiteX148" fmla="*/ 513716 w 606580"/>
                <a:gd name="connsiteY148" fmla="*/ 43257 h 605592"/>
                <a:gd name="connsiteX149" fmla="*/ 557043 w 606580"/>
                <a:gd name="connsiteY149" fmla="*/ 43257 h 605592"/>
                <a:gd name="connsiteX150" fmla="*/ 557043 w 606580"/>
                <a:gd name="connsiteY150" fmla="*/ 67955 h 605592"/>
                <a:gd name="connsiteX151" fmla="*/ 513716 w 606580"/>
                <a:gd name="connsiteY151" fmla="*/ 67955 h 605592"/>
                <a:gd name="connsiteX152" fmla="*/ 111423 w 606580"/>
                <a:gd name="connsiteY152" fmla="*/ 43257 h 605592"/>
                <a:gd name="connsiteX153" fmla="*/ 154750 w 606580"/>
                <a:gd name="connsiteY153" fmla="*/ 43257 h 605592"/>
                <a:gd name="connsiteX154" fmla="*/ 154750 w 606580"/>
                <a:gd name="connsiteY154" fmla="*/ 67955 h 605592"/>
                <a:gd name="connsiteX155" fmla="*/ 111423 w 606580"/>
                <a:gd name="connsiteY155" fmla="*/ 67955 h 605592"/>
                <a:gd name="connsiteX156" fmla="*/ 49466 w 606580"/>
                <a:gd name="connsiteY156" fmla="*/ 43257 h 605592"/>
                <a:gd name="connsiteX157" fmla="*/ 92864 w 606580"/>
                <a:gd name="connsiteY157" fmla="*/ 43257 h 605592"/>
                <a:gd name="connsiteX158" fmla="*/ 92864 w 606580"/>
                <a:gd name="connsiteY158" fmla="*/ 67955 h 605592"/>
                <a:gd name="connsiteX159" fmla="*/ 49466 w 606580"/>
                <a:gd name="connsiteY159" fmla="*/ 67955 h 605592"/>
                <a:gd name="connsiteX160" fmla="*/ 24791 w 606580"/>
                <a:gd name="connsiteY160" fmla="*/ 24750 h 605592"/>
                <a:gd name="connsiteX161" fmla="*/ 24791 w 606580"/>
                <a:gd name="connsiteY161" fmla="*/ 86487 h 605592"/>
                <a:gd name="connsiteX162" fmla="*/ 581882 w 606580"/>
                <a:gd name="connsiteY162" fmla="*/ 86487 h 605592"/>
                <a:gd name="connsiteX163" fmla="*/ 581882 w 606580"/>
                <a:gd name="connsiteY163" fmla="*/ 24750 h 605592"/>
                <a:gd name="connsiteX164" fmla="*/ 24791 w 606580"/>
                <a:gd name="connsiteY164" fmla="*/ 0 h 605592"/>
                <a:gd name="connsiteX165" fmla="*/ 581882 w 606580"/>
                <a:gd name="connsiteY165" fmla="*/ 0 h 605592"/>
                <a:gd name="connsiteX166" fmla="*/ 606580 w 606580"/>
                <a:gd name="connsiteY166" fmla="*/ 24750 h 605592"/>
                <a:gd name="connsiteX167" fmla="*/ 606580 w 606580"/>
                <a:gd name="connsiteY167" fmla="*/ 580935 h 605592"/>
                <a:gd name="connsiteX168" fmla="*/ 581882 w 606580"/>
                <a:gd name="connsiteY168" fmla="*/ 605592 h 605592"/>
                <a:gd name="connsiteX169" fmla="*/ 24791 w 606580"/>
                <a:gd name="connsiteY169" fmla="*/ 605592 h 605592"/>
                <a:gd name="connsiteX170" fmla="*/ 0 w 606580"/>
                <a:gd name="connsiteY170" fmla="*/ 580935 h 605592"/>
                <a:gd name="connsiteX171" fmla="*/ 0 w 606580"/>
                <a:gd name="connsiteY171" fmla="*/ 24750 h 605592"/>
                <a:gd name="connsiteX172" fmla="*/ 24791 w 606580"/>
                <a:gd name="connsiteY172" fmla="*/ 0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606580" h="605592">
                  <a:moveTo>
                    <a:pt x="80515" y="531428"/>
                  </a:moveTo>
                  <a:lnTo>
                    <a:pt x="526135" y="531428"/>
                  </a:lnTo>
                  <a:lnTo>
                    <a:pt x="526135" y="556196"/>
                  </a:lnTo>
                  <a:lnTo>
                    <a:pt x="80515" y="556196"/>
                  </a:lnTo>
                  <a:close/>
                  <a:moveTo>
                    <a:pt x="111423" y="432636"/>
                  </a:moveTo>
                  <a:lnTo>
                    <a:pt x="136191" y="432636"/>
                  </a:lnTo>
                  <a:lnTo>
                    <a:pt x="136191" y="457263"/>
                  </a:lnTo>
                  <a:lnTo>
                    <a:pt x="111423" y="457263"/>
                  </a:lnTo>
                  <a:close/>
                  <a:moveTo>
                    <a:pt x="74305" y="432636"/>
                  </a:moveTo>
                  <a:lnTo>
                    <a:pt x="99073" y="432636"/>
                  </a:lnTo>
                  <a:lnTo>
                    <a:pt x="99073" y="457263"/>
                  </a:lnTo>
                  <a:lnTo>
                    <a:pt x="74305" y="457263"/>
                  </a:lnTo>
                  <a:close/>
                  <a:moveTo>
                    <a:pt x="37117" y="432636"/>
                  </a:moveTo>
                  <a:lnTo>
                    <a:pt x="61956" y="432636"/>
                  </a:lnTo>
                  <a:lnTo>
                    <a:pt x="61956" y="457263"/>
                  </a:lnTo>
                  <a:lnTo>
                    <a:pt x="37117" y="457263"/>
                  </a:lnTo>
                  <a:close/>
                  <a:moveTo>
                    <a:pt x="303336" y="284288"/>
                  </a:moveTo>
                  <a:cubicBezTo>
                    <a:pt x="282816" y="284288"/>
                    <a:pt x="266196" y="300880"/>
                    <a:pt x="266196" y="321365"/>
                  </a:cubicBezTo>
                  <a:cubicBezTo>
                    <a:pt x="266196" y="341758"/>
                    <a:pt x="282816" y="358443"/>
                    <a:pt x="303336" y="358443"/>
                  </a:cubicBezTo>
                  <a:cubicBezTo>
                    <a:pt x="323764" y="358443"/>
                    <a:pt x="340477" y="341758"/>
                    <a:pt x="340477" y="321365"/>
                  </a:cubicBezTo>
                  <a:cubicBezTo>
                    <a:pt x="340477" y="300880"/>
                    <a:pt x="323764" y="284288"/>
                    <a:pt x="303336" y="284288"/>
                  </a:cubicBezTo>
                  <a:close/>
                  <a:moveTo>
                    <a:pt x="303336" y="259539"/>
                  </a:moveTo>
                  <a:cubicBezTo>
                    <a:pt x="337413" y="259539"/>
                    <a:pt x="365176" y="287254"/>
                    <a:pt x="365176" y="321365"/>
                  </a:cubicBezTo>
                  <a:cubicBezTo>
                    <a:pt x="365176" y="355384"/>
                    <a:pt x="337413" y="383099"/>
                    <a:pt x="303336" y="383099"/>
                  </a:cubicBezTo>
                  <a:cubicBezTo>
                    <a:pt x="269167" y="383099"/>
                    <a:pt x="241404" y="355384"/>
                    <a:pt x="241404" y="321365"/>
                  </a:cubicBezTo>
                  <a:cubicBezTo>
                    <a:pt x="241404" y="287254"/>
                    <a:pt x="269167" y="259539"/>
                    <a:pt x="303336" y="259539"/>
                  </a:cubicBezTo>
                  <a:close/>
                  <a:moveTo>
                    <a:pt x="544694" y="185375"/>
                  </a:moveTo>
                  <a:lnTo>
                    <a:pt x="569392" y="185375"/>
                  </a:lnTo>
                  <a:lnTo>
                    <a:pt x="569392" y="210143"/>
                  </a:lnTo>
                  <a:lnTo>
                    <a:pt x="544694" y="210143"/>
                  </a:lnTo>
                  <a:close/>
                  <a:moveTo>
                    <a:pt x="507577" y="185375"/>
                  </a:moveTo>
                  <a:lnTo>
                    <a:pt x="532275" y="185375"/>
                  </a:lnTo>
                  <a:lnTo>
                    <a:pt x="532275" y="210143"/>
                  </a:lnTo>
                  <a:lnTo>
                    <a:pt x="507577" y="210143"/>
                  </a:lnTo>
                  <a:close/>
                  <a:moveTo>
                    <a:pt x="470459" y="185375"/>
                  </a:moveTo>
                  <a:lnTo>
                    <a:pt x="495157" y="185375"/>
                  </a:lnTo>
                  <a:lnTo>
                    <a:pt x="495157" y="210143"/>
                  </a:lnTo>
                  <a:lnTo>
                    <a:pt x="470459" y="210143"/>
                  </a:lnTo>
                  <a:close/>
                  <a:moveTo>
                    <a:pt x="278547" y="166870"/>
                  </a:moveTo>
                  <a:lnTo>
                    <a:pt x="278547" y="196998"/>
                  </a:lnTo>
                  <a:cubicBezTo>
                    <a:pt x="278547" y="202467"/>
                    <a:pt x="274926" y="207287"/>
                    <a:pt x="269727" y="208863"/>
                  </a:cubicBezTo>
                  <a:cubicBezTo>
                    <a:pt x="261556" y="211273"/>
                    <a:pt x="254128" y="214333"/>
                    <a:pt x="247443" y="218041"/>
                  </a:cubicBezTo>
                  <a:cubicBezTo>
                    <a:pt x="242708" y="220636"/>
                    <a:pt x="236673" y="219802"/>
                    <a:pt x="232774" y="215908"/>
                  </a:cubicBezTo>
                  <a:lnTo>
                    <a:pt x="211419" y="194680"/>
                  </a:lnTo>
                  <a:lnTo>
                    <a:pt x="176416" y="229628"/>
                  </a:lnTo>
                  <a:lnTo>
                    <a:pt x="197678" y="250949"/>
                  </a:lnTo>
                  <a:cubicBezTo>
                    <a:pt x="201577" y="254843"/>
                    <a:pt x="202413" y="260868"/>
                    <a:pt x="199813" y="265596"/>
                  </a:cubicBezTo>
                  <a:cubicBezTo>
                    <a:pt x="196192" y="272270"/>
                    <a:pt x="193035" y="279686"/>
                    <a:pt x="190621" y="287844"/>
                  </a:cubicBezTo>
                  <a:cubicBezTo>
                    <a:pt x="189043" y="293035"/>
                    <a:pt x="184215" y="296650"/>
                    <a:pt x="178737" y="296650"/>
                  </a:cubicBezTo>
                  <a:lnTo>
                    <a:pt x="148562" y="296650"/>
                  </a:lnTo>
                  <a:lnTo>
                    <a:pt x="148562" y="346060"/>
                  </a:lnTo>
                  <a:lnTo>
                    <a:pt x="178737" y="346060"/>
                  </a:lnTo>
                  <a:cubicBezTo>
                    <a:pt x="184215" y="346060"/>
                    <a:pt x="189043" y="349675"/>
                    <a:pt x="190621" y="354866"/>
                  </a:cubicBezTo>
                  <a:cubicBezTo>
                    <a:pt x="193035" y="363024"/>
                    <a:pt x="196099" y="370533"/>
                    <a:pt x="199813" y="377114"/>
                  </a:cubicBezTo>
                  <a:cubicBezTo>
                    <a:pt x="202413" y="381935"/>
                    <a:pt x="201577" y="387867"/>
                    <a:pt x="197678" y="391761"/>
                  </a:cubicBezTo>
                  <a:lnTo>
                    <a:pt x="176416" y="413175"/>
                  </a:lnTo>
                  <a:lnTo>
                    <a:pt x="211419" y="448123"/>
                  </a:lnTo>
                  <a:lnTo>
                    <a:pt x="232774" y="426802"/>
                  </a:lnTo>
                  <a:cubicBezTo>
                    <a:pt x="235188" y="424484"/>
                    <a:pt x="238344" y="423186"/>
                    <a:pt x="241501" y="423186"/>
                  </a:cubicBezTo>
                  <a:cubicBezTo>
                    <a:pt x="243544" y="423186"/>
                    <a:pt x="245586" y="423742"/>
                    <a:pt x="247443" y="424762"/>
                  </a:cubicBezTo>
                  <a:cubicBezTo>
                    <a:pt x="254128" y="428377"/>
                    <a:pt x="261556" y="431437"/>
                    <a:pt x="269727" y="433847"/>
                  </a:cubicBezTo>
                  <a:cubicBezTo>
                    <a:pt x="274926" y="435423"/>
                    <a:pt x="278547" y="440243"/>
                    <a:pt x="278547" y="445712"/>
                  </a:cubicBezTo>
                  <a:lnTo>
                    <a:pt x="278547" y="475840"/>
                  </a:lnTo>
                  <a:lnTo>
                    <a:pt x="328034" y="475840"/>
                  </a:lnTo>
                  <a:lnTo>
                    <a:pt x="328034" y="445712"/>
                  </a:lnTo>
                  <a:cubicBezTo>
                    <a:pt x="328034" y="440243"/>
                    <a:pt x="331655" y="435423"/>
                    <a:pt x="336854" y="433847"/>
                  </a:cubicBezTo>
                  <a:cubicBezTo>
                    <a:pt x="345025" y="431437"/>
                    <a:pt x="352546" y="428377"/>
                    <a:pt x="359138" y="424762"/>
                  </a:cubicBezTo>
                  <a:cubicBezTo>
                    <a:pt x="363966" y="422074"/>
                    <a:pt x="369908" y="422908"/>
                    <a:pt x="373807" y="426802"/>
                  </a:cubicBezTo>
                  <a:lnTo>
                    <a:pt x="395255" y="448030"/>
                  </a:lnTo>
                  <a:lnTo>
                    <a:pt x="430258" y="413082"/>
                  </a:lnTo>
                  <a:lnTo>
                    <a:pt x="408903" y="391761"/>
                  </a:lnTo>
                  <a:cubicBezTo>
                    <a:pt x="405004" y="387867"/>
                    <a:pt x="404168" y="381935"/>
                    <a:pt x="406861" y="377114"/>
                  </a:cubicBezTo>
                  <a:cubicBezTo>
                    <a:pt x="410482" y="370533"/>
                    <a:pt x="413546" y="363024"/>
                    <a:pt x="415960" y="354866"/>
                  </a:cubicBezTo>
                  <a:cubicBezTo>
                    <a:pt x="417538" y="349675"/>
                    <a:pt x="422366" y="346060"/>
                    <a:pt x="427844" y="346060"/>
                  </a:cubicBezTo>
                  <a:lnTo>
                    <a:pt x="458019" y="346060"/>
                  </a:lnTo>
                  <a:lnTo>
                    <a:pt x="458019" y="296650"/>
                  </a:lnTo>
                  <a:lnTo>
                    <a:pt x="427844" y="296650"/>
                  </a:lnTo>
                  <a:cubicBezTo>
                    <a:pt x="422366" y="296650"/>
                    <a:pt x="417538" y="293035"/>
                    <a:pt x="415960" y="287844"/>
                  </a:cubicBezTo>
                  <a:cubicBezTo>
                    <a:pt x="413546" y="279686"/>
                    <a:pt x="410482" y="272270"/>
                    <a:pt x="406861" y="265596"/>
                  </a:cubicBezTo>
                  <a:cubicBezTo>
                    <a:pt x="404168" y="260868"/>
                    <a:pt x="405004" y="254843"/>
                    <a:pt x="408903" y="250949"/>
                  </a:cubicBezTo>
                  <a:lnTo>
                    <a:pt x="430165" y="229628"/>
                  </a:lnTo>
                  <a:lnTo>
                    <a:pt x="395162" y="194680"/>
                  </a:lnTo>
                  <a:lnTo>
                    <a:pt x="373807" y="215908"/>
                  </a:lnTo>
                  <a:cubicBezTo>
                    <a:pt x="369908" y="219802"/>
                    <a:pt x="363966" y="220636"/>
                    <a:pt x="359138" y="218041"/>
                  </a:cubicBezTo>
                  <a:cubicBezTo>
                    <a:pt x="352546" y="214425"/>
                    <a:pt x="345025" y="211273"/>
                    <a:pt x="336854" y="208863"/>
                  </a:cubicBezTo>
                  <a:cubicBezTo>
                    <a:pt x="331655" y="207287"/>
                    <a:pt x="328034" y="202467"/>
                    <a:pt x="328034" y="196998"/>
                  </a:cubicBezTo>
                  <a:lnTo>
                    <a:pt x="328034" y="166870"/>
                  </a:lnTo>
                  <a:close/>
                  <a:moveTo>
                    <a:pt x="278547" y="142119"/>
                  </a:moveTo>
                  <a:lnTo>
                    <a:pt x="328034" y="142119"/>
                  </a:lnTo>
                  <a:cubicBezTo>
                    <a:pt x="341682" y="142119"/>
                    <a:pt x="352824" y="153243"/>
                    <a:pt x="352824" y="166870"/>
                  </a:cubicBezTo>
                  <a:lnTo>
                    <a:pt x="352824" y="188098"/>
                  </a:lnTo>
                  <a:cubicBezTo>
                    <a:pt x="356167" y="189396"/>
                    <a:pt x="359509" y="190694"/>
                    <a:pt x="362666" y="192177"/>
                  </a:cubicBezTo>
                  <a:lnTo>
                    <a:pt x="377800" y="177160"/>
                  </a:lnTo>
                  <a:cubicBezTo>
                    <a:pt x="382442" y="172525"/>
                    <a:pt x="388663" y="169929"/>
                    <a:pt x="395255" y="169929"/>
                  </a:cubicBezTo>
                  <a:cubicBezTo>
                    <a:pt x="401847" y="169929"/>
                    <a:pt x="408068" y="172525"/>
                    <a:pt x="412710" y="177160"/>
                  </a:cubicBezTo>
                  <a:lnTo>
                    <a:pt x="447713" y="212108"/>
                  </a:lnTo>
                  <a:cubicBezTo>
                    <a:pt x="452448" y="216835"/>
                    <a:pt x="454955" y="223046"/>
                    <a:pt x="454955" y="229628"/>
                  </a:cubicBezTo>
                  <a:cubicBezTo>
                    <a:pt x="454955" y="236210"/>
                    <a:pt x="452448" y="242421"/>
                    <a:pt x="447713" y="247056"/>
                  </a:cubicBezTo>
                  <a:lnTo>
                    <a:pt x="432765" y="262073"/>
                  </a:lnTo>
                  <a:cubicBezTo>
                    <a:pt x="434158" y="265318"/>
                    <a:pt x="435550" y="268562"/>
                    <a:pt x="436757" y="271899"/>
                  </a:cubicBezTo>
                  <a:lnTo>
                    <a:pt x="458019" y="271899"/>
                  </a:lnTo>
                  <a:cubicBezTo>
                    <a:pt x="471667" y="271899"/>
                    <a:pt x="482809" y="283023"/>
                    <a:pt x="482809" y="296650"/>
                  </a:cubicBezTo>
                  <a:lnTo>
                    <a:pt x="482809" y="346060"/>
                  </a:lnTo>
                  <a:cubicBezTo>
                    <a:pt x="482809" y="359687"/>
                    <a:pt x="471667" y="370811"/>
                    <a:pt x="458019" y="370811"/>
                  </a:cubicBezTo>
                  <a:lnTo>
                    <a:pt x="436757" y="370811"/>
                  </a:lnTo>
                  <a:cubicBezTo>
                    <a:pt x="435550" y="374148"/>
                    <a:pt x="434158" y="377485"/>
                    <a:pt x="432765" y="380637"/>
                  </a:cubicBezTo>
                  <a:lnTo>
                    <a:pt x="447806" y="395747"/>
                  </a:lnTo>
                  <a:cubicBezTo>
                    <a:pt x="452448" y="400382"/>
                    <a:pt x="454955" y="406593"/>
                    <a:pt x="454955" y="413175"/>
                  </a:cubicBezTo>
                  <a:cubicBezTo>
                    <a:pt x="454955" y="419756"/>
                    <a:pt x="452448" y="425967"/>
                    <a:pt x="447713" y="430602"/>
                  </a:cubicBezTo>
                  <a:lnTo>
                    <a:pt x="412710" y="465550"/>
                  </a:lnTo>
                  <a:cubicBezTo>
                    <a:pt x="408068" y="470278"/>
                    <a:pt x="401847" y="472781"/>
                    <a:pt x="395255" y="472781"/>
                  </a:cubicBezTo>
                  <a:cubicBezTo>
                    <a:pt x="388663" y="472781"/>
                    <a:pt x="382442" y="470278"/>
                    <a:pt x="377707" y="465550"/>
                  </a:cubicBezTo>
                  <a:lnTo>
                    <a:pt x="362666" y="450626"/>
                  </a:lnTo>
                  <a:cubicBezTo>
                    <a:pt x="359509" y="452016"/>
                    <a:pt x="356167" y="453407"/>
                    <a:pt x="352824" y="454612"/>
                  </a:cubicBezTo>
                  <a:lnTo>
                    <a:pt x="352824" y="475840"/>
                  </a:lnTo>
                  <a:cubicBezTo>
                    <a:pt x="352824" y="489467"/>
                    <a:pt x="341682" y="500591"/>
                    <a:pt x="328034" y="500591"/>
                  </a:cubicBezTo>
                  <a:lnTo>
                    <a:pt x="278547" y="500591"/>
                  </a:lnTo>
                  <a:cubicBezTo>
                    <a:pt x="264899" y="500591"/>
                    <a:pt x="253757" y="489467"/>
                    <a:pt x="253757" y="475840"/>
                  </a:cubicBezTo>
                  <a:lnTo>
                    <a:pt x="253757" y="454612"/>
                  </a:lnTo>
                  <a:cubicBezTo>
                    <a:pt x="250414" y="453407"/>
                    <a:pt x="247165" y="452016"/>
                    <a:pt x="243915" y="450626"/>
                  </a:cubicBezTo>
                  <a:lnTo>
                    <a:pt x="228874" y="465643"/>
                  </a:lnTo>
                  <a:cubicBezTo>
                    <a:pt x="224232" y="470278"/>
                    <a:pt x="218011" y="472781"/>
                    <a:pt x="211419" y="472781"/>
                  </a:cubicBezTo>
                  <a:cubicBezTo>
                    <a:pt x="204827" y="472781"/>
                    <a:pt x="198606" y="470278"/>
                    <a:pt x="193871" y="465550"/>
                  </a:cubicBezTo>
                  <a:lnTo>
                    <a:pt x="158868" y="430602"/>
                  </a:lnTo>
                  <a:cubicBezTo>
                    <a:pt x="154226" y="425967"/>
                    <a:pt x="151626" y="419756"/>
                    <a:pt x="151626" y="413175"/>
                  </a:cubicBezTo>
                  <a:cubicBezTo>
                    <a:pt x="151626" y="406593"/>
                    <a:pt x="154226" y="400382"/>
                    <a:pt x="158868" y="395654"/>
                  </a:cubicBezTo>
                  <a:lnTo>
                    <a:pt x="173909" y="380637"/>
                  </a:lnTo>
                  <a:cubicBezTo>
                    <a:pt x="172424" y="377485"/>
                    <a:pt x="171124" y="374148"/>
                    <a:pt x="169824" y="370811"/>
                  </a:cubicBezTo>
                  <a:lnTo>
                    <a:pt x="148562" y="370811"/>
                  </a:lnTo>
                  <a:cubicBezTo>
                    <a:pt x="134914" y="370811"/>
                    <a:pt x="123772" y="359687"/>
                    <a:pt x="123772" y="346060"/>
                  </a:cubicBezTo>
                  <a:lnTo>
                    <a:pt x="123772" y="296650"/>
                  </a:lnTo>
                  <a:cubicBezTo>
                    <a:pt x="123772" y="283023"/>
                    <a:pt x="134914" y="271899"/>
                    <a:pt x="148562" y="271899"/>
                  </a:cubicBezTo>
                  <a:lnTo>
                    <a:pt x="169824" y="271899"/>
                  </a:lnTo>
                  <a:cubicBezTo>
                    <a:pt x="171124" y="268562"/>
                    <a:pt x="172424" y="265318"/>
                    <a:pt x="173909" y="262073"/>
                  </a:cubicBezTo>
                  <a:lnTo>
                    <a:pt x="158868" y="247056"/>
                  </a:lnTo>
                  <a:cubicBezTo>
                    <a:pt x="154226" y="242421"/>
                    <a:pt x="151626" y="236210"/>
                    <a:pt x="151626" y="229628"/>
                  </a:cubicBezTo>
                  <a:cubicBezTo>
                    <a:pt x="151626" y="223046"/>
                    <a:pt x="154226" y="216835"/>
                    <a:pt x="158868" y="212108"/>
                  </a:cubicBezTo>
                  <a:lnTo>
                    <a:pt x="193871" y="177160"/>
                  </a:lnTo>
                  <a:cubicBezTo>
                    <a:pt x="198606" y="172525"/>
                    <a:pt x="204827" y="169929"/>
                    <a:pt x="211419" y="169929"/>
                  </a:cubicBezTo>
                  <a:cubicBezTo>
                    <a:pt x="218011" y="169929"/>
                    <a:pt x="224232" y="172525"/>
                    <a:pt x="228874" y="177160"/>
                  </a:cubicBezTo>
                  <a:lnTo>
                    <a:pt x="243915" y="192177"/>
                  </a:lnTo>
                  <a:cubicBezTo>
                    <a:pt x="247165" y="190694"/>
                    <a:pt x="250414" y="189396"/>
                    <a:pt x="253757" y="188098"/>
                  </a:cubicBezTo>
                  <a:lnTo>
                    <a:pt x="253757" y="166870"/>
                  </a:lnTo>
                  <a:cubicBezTo>
                    <a:pt x="253757" y="153243"/>
                    <a:pt x="264899" y="142119"/>
                    <a:pt x="278547" y="142119"/>
                  </a:cubicBezTo>
                  <a:close/>
                  <a:moveTo>
                    <a:pt x="24791" y="111237"/>
                  </a:moveTo>
                  <a:lnTo>
                    <a:pt x="24791" y="580935"/>
                  </a:lnTo>
                  <a:lnTo>
                    <a:pt x="581882" y="580935"/>
                  </a:lnTo>
                  <a:lnTo>
                    <a:pt x="581882" y="111237"/>
                  </a:lnTo>
                  <a:close/>
                  <a:moveTo>
                    <a:pt x="513716" y="43257"/>
                  </a:moveTo>
                  <a:lnTo>
                    <a:pt x="557043" y="43257"/>
                  </a:lnTo>
                  <a:lnTo>
                    <a:pt x="557043" y="67955"/>
                  </a:lnTo>
                  <a:lnTo>
                    <a:pt x="513716" y="67955"/>
                  </a:lnTo>
                  <a:close/>
                  <a:moveTo>
                    <a:pt x="111423" y="43257"/>
                  </a:moveTo>
                  <a:lnTo>
                    <a:pt x="154750" y="43257"/>
                  </a:lnTo>
                  <a:lnTo>
                    <a:pt x="154750" y="67955"/>
                  </a:lnTo>
                  <a:lnTo>
                    <a:pt x="111423" y="67955"/>
                  </a:lnTo>
                  <a:close/>
                  <a:moveTo>
                    <a:pt x="49466" y="43257"/>
                  </a:moveTo>
                  <a:lnTo>
                    <a:pt x="92864" y="43257"/>
                  </a:lnTo>
                  <a:lnTo>
                    <a:pt x="92864" y="67955"/>
                  </a:lnTo>
                  <a:lnTo>
                    <a:pt x="49466" y="67955"/>
                  </a:lnTo>
                  <a:close/>
                  <a:moveTo>
                    <a:pt x="24791" y="24750"/>
                  </a:moveTo>
                  <a:lnTo>
                    <a:pt x="24791" y="86487"/>
                  </a:lnTo>
                  <a:lnTo>
                    <a:pt x="581882" y="86487"/>
                  </a:lnTo>
                  <a:lnTo>
                    <a:pt x="581882" y="24750"/>
                  </a:lnTo>
                  <a:close/>
                  <a:moveTo>
                    <a:pt x="24791" y="0"/>
                  </a:moveTo>
                  <a:lnTo>
                    <a:pt x="581882" y="0"/>
                  </a:lnTo>
                  <a:cubicBezTo>
                    <a:pt x="595531" y="0"/>
                    <a:pt x="606580" y="11124"/>
                    <a:pt x="606580" y="24750"/>
                  </a:cubicBezTo>
                  <a:lnTo>
                    <a:pt x="606580" y="580935"/>
                  </a:lnTo>
                  <a:cubicBezTo>
                    <a:pt x="606580" y="594561"/>
                    <a:pt x="595531" y="605592"/>
                    <a:pt x="581882" y="605592"/>
                  </a:cubicBezTo>
                  <a:lnTo>
                    <a:pt x="24791" y="605592"/>
                  </a:lnTo>
                  <a:cubicBezTo>
                    <a:pt x="11142" y="605592"/>
                    <a:pt x="0" y="594561"/>
                    <a:pt x="0" y="580935"/>
                  </a:cubicBezTo>
                  <a:lnTo>
                    <a:pt x="0" y="24750"/>
                  </a:lnTo>
                  <a:cubicBezTo>
                    <a:pt x="0" y="11124"/>
                    <a:pt x="11142" y="0"/>
                    <a:pt x="24791" y="0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28" name="memory_92959"/>
            <p:cNvSpPr>
              <a:spLocks noChangeAspect="1"/>
            </p:cNvSpPr>
            <p:nvPr/>
          </p:nvSpPr>
          <p:spPr bwMode="auto">
            <a:xfrm>
              <a:off x="6995738" y="3486500"/>
              <a:ext cx="478071" cy="443107"/>
            </a:xfrm>
            <a:custGeom>
              <a:avLst/>
              <a:gdLst>
                <a:gd name="T0" fmla="*/ 4031 w 4031"/>
                <a:gd name="T1" fmla="*/ 1578 h 3743"/>
                <a:gd name="T2" fmla="*/ 3344 w 4031"/>
                <a:gd name="T3" fmla="*/ 1378 h 3743"/>
                <a:gd name="T4" fmla="*/ 3831 w 4031"/>
                <a:gd name="T5" fmla="*/ 1218 h 3743"/>
                <a:gd name="T6" fmla="*/ 3831 w 4031"/>
                <a:gd name="T7" fmla="*/ 818 h 3743"/>
                <a:gd name="T8" fmla="*/ 3083 w 4031"/>
                <a:gd name="T9" fmla="*/ 698 h 3743"/>
                <a:gd name="T10" fmla="*/ 3064 w 4031"/>
                <a:gd name="T11" fmla="*/ 200 h 3743"/>
                <a:gd name="T12" fmla="*/ 2664 w 4031"/>
                <a:gd name="T13" fmla="*/ 200 h 3743"/>
                <a:gd name="T14" fmla="*/ 2491 w 4031"/>
                <a:gd name="T15" fmla="*/ 698 h 3743"/>
                <a:gd name="T16" fmla="*/ 2291 w 4031"/>
                <a:gd name="T17" fmla="*/ 0 h 3743"/>
                <a:gd name="T18" fmla="*/ 2091 w 4031"/>
                <a:gd name="T19" fmla="*/ 698 h 3743"/>
                <a:gd name="T20" fmla="*/ 1931 w 4031"/>
                <a:gd name="T21" fmla="*/ 200 h 3743"/>
                <a:gd name="T22" fmla="*/ 1531 w 4031"/>
                <a:gd name="T23" fmla="*/ 200 h 3743"/>
                <a:gd name="T24" fmla="*/ 1358 w 4031"/>
                <a:gd name="T25" fmla="*/ 698 h 3743"/>
                <a:gd name="T26" fmla="*/ 1158 w 4031"/>
                <a:gd name="T27" fmla="*/ 0 h 3743"/>
                <a:gd name="T28" fmla="*/ 958 w 4031"/>
                <a:gd name="T29" fmla="*/ 698 h 3743"/>
                <a:gd name="T30" fmla="*/ 728 w 4031"/>
                <a:gd name="T31" fmla="*/ 818 h 3743"/>
                <a:gd name="T32" fmla="*/ 0 w 4031"/>
                <a:gd name="T33" fmla="*/ 1018 h 3743"/>
                <a:gd name="T34" fmla="*/ 678 w 4031"/>
                <a:gd name="T35" fmla="*/ 1218 h 3743"/>
                <a:gd name="T36" fmla="*/ 200 w 4031"/>
                <a:gd name="T37" fmla="*/ 1378 h 3743"/>
                <a:gd name="T38" fmla="*/ 200 w 4031"/>
                <a:gd name="T39" fmla="*/ 1778 h 3743"/>
                <a:gd name="T40" fmla="*/ 678 w 4031"/>
                <a:gd name="T41" fmla="*/ 1951 h 3743"/>
                <a:gd name="T42" fmla="*/ 0 w 4031"/>
                <a:gd name="T43" fmla="*/ 2151 h 3743"/>
                <a:gd name="T44" fmla="*/ 678 w 4031"/>
                <a:gd name="T45" fmla="*/ 2351 h 3743"/>
                <a:gd name="T46" fmla="*/ 200 w 4031"/>
                <a:gd name="T47" fmla="*/ 2525 h 3743"/>
                <a:gd name="T48" fmla="*/ 200 w 4031"/>
                <a:gd name="T49" fmla="*/ 2925 h 3743"/>
                <a:gd name="T50" fmla="*/ 951 w 4031"/>
                <a:gd name="T51" fmla="*/ 3045 h 3743"/>
                <a:gd name="T52" fmla="*/ 958 w 4031"/>
                <a:gd name="T53" fmla="*/ 3543 h 3743"/>
                <a:gd name="T54" fmla="*/ 1358 w 4031"/>
                <a:gd name="T55" fmla="*/ 3543 h 3743"/>
                <a:gd name="T56" fmla="*/ 1531 w 4031"/>
                <a:gd name="T57" fmla="*/ 3045 h 3743"/>
                <a:gd name="T58" fmla="*/ 1731 w 4031"/>
                <a:gd name="T59" fmla="*/ 3743 h 3743"/>
                <a:gd name="T60" fmla="*/ 1931 w 4031"/>
                <a:gd name="T61" fmla="*/ 3045 h 3743"/>
                <a:gd name="T62" fmla="*/ 2091 w 4031"/>
                <a:gd name="T63" fmla="*/ 3543 h 3743"/>
                <a:gd name="T64" fmla="*/ 2491 w 4031"/>
                <a:gd name="T65" fmla="*/ 3543 h 3743"/>
                <a:gd name="T66" fmla="*/ 2664 w 4031"/>
                <a:gd name="T67" fmla="*/ 3045 h 3743"/>
                <a:gd name="T68" fmla="*/ 2864 w 4031"/>
                <a:gd name="T69" fmla="*/ 3743 h 3743"/>
                <a:gd name="T70" fmla="*/ 3064 w 4031"/>
                <a:gd name="T71" fmla="*/ 3045 h 3743"/>
                <a:gd name="T72" fmla="*/ 3306 w 4031"/>
                <a:gd name="T73" fmla="*/ 2925 h 3743"/>
                <a:gd name="T74" fmla="*/ 4031 w 4031"/>
                <a:gd name="T75" fmla="*/ 2725 h 3743"/>
                <a:gd name="T76" fmla="*/ 3344 w 4031"/>
                <a:gd name="T77" fmla="*/ 2525 h 3743"/>
                <a:gd name="T78" fmla="*/ 3831 w 4031"/>
                <a:gd name="T79" fmla="*/ 2351 h 3743"/>
                <a:gd name="T80" fmla="*/ 3831 w 4031"/>
                <a:gd name="T81" fmla="*/ 1951 h 3743"/>
                <a:gd name="T82" fmla="*/ 3344 w 4031"/>
                <a:gd name="T83" fmla="*/ 1778 h 3743"/>
                <a:gd name="T84" fmla="*/ 2758 w 4031"/>
                <a:gd name="T85" fmla="*/ 2525 h 3743"/>
                <a:gd name="T86" fmla="*/ 1278 w 4031"/>
                <a:gd name="T87" fmla="*/ 1218 h 3743"/>
                <a:gd name="T88" fmla="*/ 2758 w 4031"/>
                <a:gd name="T89" fmla="*/ 2525 h 3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031" h="3743">
                  <a:moveTo>
                    <a:pt x="3831" y="1778"/>
                  </a:moveTo>
                  <a:cubicBezTo>
                    <a:pt x="3941" y="1778"/>
                    <a:pt x="4031" y="1688"/>
                    <a:pt x="4031" y="1578"/>
                  </a:cubicBezTo>
                  <a:cubicBezTo>
                    <a:pt x="4031" y="1468"/>
                    <a:pt x="3941" y="1378"/>
                    <a:pt x="3831" y="1378"/>
                  </a:cubicBezTo>
                  <a:lnTo>
                    <a:pt x="3344" y="1378"/>
                  </a:lnTo>
                  <a:lnTo>
                    <a:pt x="3344" y="1218"/>
                  </a:lnTo>
                  <a:lnTo>
                    <a:pt x="3831" y="1218"/>
                  </a:lnTo>
                  <a:cubicBezTo>
                    <a:pt x="3941" y="1218"/>
                    <a:pt x="4031" y="1128"/>
                    <a:pt x="4031" y="1018"/>
                  </a:cubicBezTo>
                  <a:cubicBezTo>
                    <a:pt x="4031" y="908"/>
                    <a:pt x="3941" y="818"/>
                    <a:pt x="3831" y="818"/>
                  </a:cubicBezTo>
                  <a:lnTo>
                    <a:pt x="3306" y="818"/>
                  </a:lnTo>
                  <a:cubicBezTo>
                    <a:pt x="3259" y="738"/>
                    <a:pt x="3176" y="698"/>
                    <a:pt x="3083" y="698"/>
                  </a:cubicBezTo>
                  <a:lnTo>
                    <a:pt x="3064" y="698"/>
                  </a:lnTo>
                  <a:lnTo>
                    <a:pt x="3064" y="200"/>
                  </a:lnTo>
                  <a:cubicBezTo>
                    <a:pt x="3064" y="89"/>
                    <a:pt x="2975" y="0"/>
                    <a:pt x="2864" y="0"/>
                  </a:cubicBezTo>
                  <a:cubicBezTo>
                    <a:pt x="2754" y="0"/>
                    <a:pt x="2664" y="89"/>
                    <a:pt x="2664" y="200"/>
                  </a:cubicBezTo>
                  <a:lnTo>
                    <a:pt x="2664" y="698"/>
                  </a:lnTo>
                  <a:lnTo>
                    <a:pt x="2491" y="698"/>
                  </a:lnTo>
                  <a:lnTo>
                    <a:pt x="2491" y="200"/>
                  </a:lnTo>
                  <a:cubicBezTo>
                    <a:pt x="2491" y="89"/>
                    <a:pt x="2401" y="0"/>
                    <a:pt x="2291" y="0"/>
                  </a:cubicBezTo>
                  <a:cubicBezTo>
                    <a:pt x="2180" y="0"/>
                    <a:pt x="2091" y="89"/>
                    <a:pt x="2091" y="200"/>
                  </a:cubicBezTo>
                  <a:lnTo>
                    <a:pt x="2091" y="698"/>
                  </a:lnTo>
                  <a:lnTo>
                    <a:pt x="1931" y="698"/>
                  </a:lnTo>
                  <a:lnTo>
                    <a:pt x="1931" y="200"/>
                  </a:lnTo>
                  <a:cubicBezTo>
                    <a:pt x="1931" y="89"/>
                    <a:pt x="1841" y="0"/>
                    <a:pt x="1731" y="0"/>
                  </a:cubicBezTo>
                  <a:cubicBezTo>
                    <a:pt x="1620" y="0"/>
                    <a:pt x="1531" y="89"/>
                    <a:pt x="1531" y="200"/>
                  </a:cubicBezTo>
                  <a:lnTo>
                    <a:pt x="1531" y="698"/>
                  </a:lnTo>
                  <a:lnTo>
                    <a:pt x="1358" y="698"/>
                  </a:lnTo>
                  <a:lnTo>
                    <a:pt x="1358" y="200"/>
                  </a:lnTo>
                  <a:cubicBezTo>
                    <a:pt x="1358" y="89"/>
                    <a:pt x="1268" y="0"/>
                    <a:pt x="1158" y="0"/>
                  </a:cubicBezTo>
                  <a:cubicBezTo>
                    <a:pt x="1047" y="0"/>
                    <a:pt x="958" y="89"/>
                    <a:pt x="958" y="200"/>
                  </a:cubicBezTo>
                  <a:lnTo>
                    <a:pt x="958" y="698"/>
                  </a:lnTo>
                  <a:lnTo>
                    <a:pt x="951" y="698"/>
                  </a:lnTo>
                  <a:cubicBezTo>
                    <a:pt x="858" y="698"/>
                    <a:pt x="776" y="738"/>
                    <a:pt x="728" y="818"/>
                  </a:cubicBezTo>
                  <a:lnTo>
                    <a:pt x="200" y="818"/>
                  </a:lnTo>
                  <a:cubicBezTo>
                    <a:pt x="90" y="818"/>
                    <a:pt x="0" y="908"/>
                    <a:pt x="0" y="1018"/>
                  </a:cubicBezTo>
                  <a:cubicBezTo>
                    <a:pt x="0" y="1128"/>
                    <a:pt x="90" y="1218"/>
                    <a:pt x="200" y="1218"/>
                  </a:cubicBezTo>
                  <a:lnTo>
                    <a:pt x="678" y="1218"/>
                  </a:lnTo>
                  <a:lnTo>
                    <a:pt x="678" y="1378"/>
                  </a:lnTo>
                  <a:lnTo>
                    <a:pt x="200" y="1378"/>
                  </a:lnTo>
                  <a:cubicBezTo>
                    <a:pt x="90" y="1378"/>
                    <a:pt x="0" y="1468"/>
                    <a:pt x="0" y="1578"/>
                  </a:cubicBezTo>
                  <a:cubicBezTo>
                    <a:pt x="0" y="1688"/>
                    <a:pt x="90" y="1778"/>
                    <a:pt x="200" y="1778"/>
                  </a:cubicBezTo>
                  <a:lnTo>
                    <a:pt x="678" y="1778"/>
                  </a:lnTo>
                  <a:lnTo>
                    <a:pt x="678" y="1951"/>
                  </a:lnTo>
                  <a:lnTo>
                    <a:pt x="200" y="1951"/>
                  </a:lnTo>
                  <a:cubicBezTo>
                    <a:pt x="90" y="1951"/>
                    <a:pt x="0" y="2041"/>
                    <a:pt x="0" y="2151"/>
                  </a:cubicBezTo>
                  <a:cubicBezTo>
                    <a:pt x="0" y="2262"/>
                    <a:pt x="90" y="2351"/>
                    <a:pt x="200" y="2351"/>
                  </a:cubicBezTo>
                  <a:lnTo>
                    <a:pt x="678" y="2351"/>
                  </a:lnTo>
                  <a:lnTo>
                    <a:pt x="678" y="2525"/>
                  </a:lnTo>
                  <a:lnTo>
                    <a:pt x="200" y="2525"/>
                  </a:lnTo>
                  <a:cubicBezTo>
                    <a:pt x="90" y="2525"/>
                    <a:pt x="0" y="2614"/>
                    <a:pt x="0" y="2725"/>
                  </a:cubicBezTo>
                  <a:cubicBezTo>
                    <a:pt x="0" y="2835"/>
                    <a:pt x="90" y="2925"/>
                    <a:pt x="200" y="2925"/>
                  </a:cubicBezTo>
                  <a:lnTo>
                    <a:pt x="728" y="2925"/>
                  </a:lnTo>
                  <a:cubicBezTo>
                    <a:pt x="776" y="2991"/>
                    <a:pt x="858" y="3045"/>
                    <a:pt x="951" y="3045"/>
                  </a:cubicBezTo>
                  <a:lnTo>
                    <a:pt x="958" y="3045"/>
                  </a:lnTo>
                  <a:lnTo>
                    <a:pt x="958" y="3543"/>
                  </a:lnTo>
                  <a:cubicBezTo>
                    <a:pt x="958" y="3654"/>
                    <a:pt x="1047" y="3743"/>
                    <a:pt x="1158" y="3743"/>
                  </a:cubicBezTo>
                  <a:cubicBezTo>
                    <a:pt x="1268" y="3743"/>
                    <a:pt x="1358" y="3654"/>
                    <a:pt x="1358" y="3543"/>
                  </a:cubicBezTo>
                  <a:lnTo>
                    <a:pt x="1358" y="3045"/>
                  </a:lnTo>
                  <a:lnTo>
                    <a:pt x="1531" y="3045"/>
                  </a:lnTo>
                  <a:lnTo>
                    <a:pt x="1531" y="3543"/>
                  </a:lnTo>
                  <a:cubicBezTo>
                    <a:pt x="1531" y="3654"/>
                    <a:pt x="1620" y="3743"/>
                    <a:pt x="1731" y="3743"/>
                  </a:cubicBezTo>
                  <a:cubicBezTo>
                    <a:pt x="1841" y="3743"/>
                    <a:pt x="1931" y="3654"/>
                    <a:pt x="1931" y="3543"/>
                  </a:cubicBezTo>
                  <a:lnTo>
                    <a:pt x="1931" y="3045"/>
                  </a:lnTo>
                  <a:lnTo>
                    <a:pt x="2091" y="3045"/>
                  </a:lnTo>
                  <a:lnTo>
                    <a:pt x="2091" y="3543"/>
                  </a:lnTo>
                  <a:cubicBezTo>
                    <a:pt x="2091" y="3654"/>
                    <a:pt x="2180" y="3743"/>
                    <a:pt x="2291" y="3743"/>
                  </a:cubicBezTo>
                  <a:cubicBezTo>
                    <a:pt x="2401" y="3743"/>
                    <a:pt x="2491" y="3654"/>
                    <a:pt x="2491" y="3543"/>
                  </a:cubicBezTo>
                  <a:lnTo>
                    <a:pt x="2491" y="3045"/>
                  </a:lnTo>
                  <a:lnTo>
                    <a:pt x="2664" y="3045"/>
                  </a:lnTo>
                  <a:lnTo>
                    <a:pt x="2664" y="3543"/>
                  </a:lnTo>
                  <a:cubicBezTo>
                    <a:pt x="2664" y="3654"/>
                    <a:pt x="2754" y="3743"/>
                    <a:pt x="2864" y="3743"/>
                  </a:cubicBezTo>
                  <a:cubicBezTo>
                    <a:pt x="2975" y="3743"/>
                    <a:pt x="3064" y="3654"/>
                    <a:pt x="3064" y="3543"/>
                  </a:cubicBezTo>
                  <a:lnTo>
                    <a:pt x="3064" y="3045"/>
                  </a:lnTo>
                  <a:lnTo>
                    <a:pt x="3083" y="3045"/>
                  </a:lnTo>
                  <a:cubicBezTo>
                    <a:pt x="3176" y="3045"/>
                    <a:pt x="3259" y="2991"/>
                    <a:pt x="3306" y="2925"/>
                  </a:cubicBezTo>
                  <a:lnTo>
                    <a:pt x="3831" y="2925"/>
                  </a:lnTo>
                  <a:cubicBezTo>
                    <a:pt x="3941" y="2925"/>
                    <a:pt x="4031" y="2835"/>
                    <a:pt x="4031" y="2725"/>
                  </a:cubicBezTo>
                  <a:cubicBezTo>
                    <a:pt x="4031" y="2614"/>
                    <a:pt x="3941" y="2525"/>
                    <a:pt x="3831" y="2525"/>
                  </a:cubicBezTo>
                  <a:lnTo>
                    <a:pt x="3344" y="2525"/>
                  </a:lnTo>
                  <a:lnTo>
                    <a:pt x="3344" y="2351"/>
                  </a:lnTo>
                  <a:lnTo>
                    <a:pt x="3831" y="2351"/>
                  </a:lnTo>
                  <a:cubicBezTo>
                    <a:pt x="3941" y="2351"/>
                    <a:pt x="4031" y="2262"/>
                    <a:pt x="4031" y="2151"/>
                  </a:cubicBezTo>
                  <a:cubicBezTo>
                    <a:pt x="4031" y="2041"/>
                    <a:pt x="3941" y="1951"/>
                    <a:pt x="3831" y="1951"/>
                  </a:cubicBezTo>
                  <a:lnTo>
                    <a:pt x="3344" y="1951"/>
                  </a:lnTo>
                  <a:lnTo>
                    <a:pt x="3344" y="1778"/>
                  </a:lnTo>
                  <a:lnTo>
                    <a:pt x="3831" y="1778"/>
                  </a:lnTo>
                  <a:close/>
                  <a:moveTo>
                    <a:pt x="2758" y="2525"/>
                  </a:moveTo>
                  <a:lnTo>
                    <a:pt x="1278" y="2525"/>
                  </a:lnTo>
                  <a:lnTo>
                    <a:pt x="1278" y="1218"/>
                  </a:lnTo>
                  <a:lnTo>
                    <a:pt x="2758" y="1218"/>
                  </a:lnTo>
                  <a:lnTo>
                    <a:pt x="2758" y="2525"/>
                  </a:ln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29" name="圆角矩形 128"/>
            <p:cNvSpPr/>
            <p:nvPr/>
          </p:nvSpPr>
          <p:spPr bwMode="auto">
            <a:xfrm>
              <a:off x="5347540" y="3397682"/>
              <a:ext cx="2321072" cy="612704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7834478" y="4768492"/>
            <a:ext cx="2321072" cy="612704"/>
            <a:chOff x="5343039" y="4754952"/>
            <a:chExt cx="2321072" cy="612704"/>
          </a:xfrm>
        </p:grpSpPr>
        <p:sp>
          <p:nvSpPr>
            <p:cNvPr id="131" name="圆角矩形 130"/>
            <p:cNvSpPr/>
            <p:nvPr/>
          </p:nvSpPr>
          <p:spPr bwMode="auto">
            <a:xfrm>
              <a:off x="5343039" y="4754952"/>
              <a:ext cx="2321072" cy="612704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  <p:grpSp>
          <p:nvGrpSpPr>
            <p:cNvPr id="132" name="组合 18649"/>
            <p:cNvGrpSpPr/>
            <p:nvPr/>
          </p:nvGrpSpPr>
          <p:grpSpPr>
            <a:xfrm>
              <a:off x="6066960" y="4814655"/>
              <a:ext cx="743123" cy="552579"/>
              <a:chOff x="1320800" y="873125"/>
              <a:chExt cx="557213" cy="414338"/>
            </a:xfrm>
            <a:solidFill>
              <a:srgbClr val="02CCCC"/>
            </a:solidFill>
          </p:grpSpPr>
          <p:sp>
            <p:nvSpPr>
              <p:cNvPr id="133" name="Freeform 26"/>
              <p:cNvSpPr>
                <a:spLocks noEditPoints="1"/>
              </p:cNvSpPr>
              <p:nvPr/>
            </p:nvSpPr>
            <p:spPr bwMode="auto">
              <a:xfrm>
                <a:off x="1725613" y="893763"/>
                <a:ext cx="152400" cy="373063"/>
              </a:xfrm>
              <a:custGeom>
                <a:avLst/>
                <a:gdLst>
                  <a:gd name="T0" fmla="*/ 156 w 180"/>
                  <a:gd name="T1" fmla="*/ 122 h 438"/>
                  <a:gd name="T2" fmla="*/ 156 w 180"/>
                  <a:gd name="T3" fmla="*/ 122 h 438"/>
                  <a:gd name="T4" fmla="*/ 24 w 180"/>
                  <a:gd name="T5" fmla="*/ 122 h 438"/>
                  <a:gd name="T6" fmla="*/ 24 w 180"/>
                  <a:gd name="T7" fmla="*/ 24 h 438"/>
                  <a:gd name="T8" fmla="*/ 156 w 180"/>
                  <a:gd name="T9" fmla="*/ 24 h 438"/>
                  <a:gd name="T10" fmla="*/ 156 w 180"/>
                  <a:gd name="T11" fmla="*/ 122 h 438"/>
                  <a:gd name="T12" fmla="*/ 24 w 180"/>
                  <a:gd name="T13" fmla="*/ 127 h 438"/>
                  <a:gd name="T14" fmla="*/ 24 w 180"/>
                  <a:gd name="T15" fmla="*/ 127 h 438"/>
                  <a:gd name="T16" fmla="*/ 156 w 180"/>
                  <a:gd name="T17" fmla="*/ 127 h 438"/>
                  <a:gd name="T18" fmla="*/ 156 w 180"/>
                  <a:gd name="T19" fmla="*/ 212 h 438"/>
                  <a:gd name="T20" fmla="*/ 24 w 180"/>
                  <a:gd name="T21" fmla="*/ 212 h 438"/>
                  <a:gd name="T22" fmla="*/ 24 w 180"/>
                  <a:gd name="T23" fmla="*/ 127 h 438"/>
                  <a:gd name="T24" fmla="*/ 156 w 180"/>
                  <a:gd name="T25" fmla="*/ 305 h 438"/>
                  <a:gd name="T26" fmla="*/ 156 w 180"/>
                  <a:gd name="T27" fmla="*/ 305 h 438"/>
                  <a:gd name="T28" fmla="*/ 24 w 180"/>
                  <a:gd name="T29" fmla="*/ 305 h 438"/>
                  <a:gd name="T30" fmla="*/ 24 w 180"/>
                  <a:gd name="T31" fmla="*/ 217 h 438"/>
                  <a:gd name="T32" fmla="*/ 156 w 180"/>
                  <a:gd name="T33" fmla="*/ 217 h 438"/>
                  <a:gd name="T34" fmla="*/ 156 w 180"/>
                  <a:gd name="T35" fmla="*/ 305 h 438"/>
                  <a:gd name="T36" fmla="*/ 24 w 180"/>
                  <a:gd name="T37" fmla="*/ 310 h 438"/>
                  <a:gd name="T38" fmla="*/ 24 w 180"/>
                  <a:gd name="T39" fmla="*/ 310 h 438"/>
                  <a:gd name="T40" fmla="*/ 156 w 180"/>
                  <a:gd name="T41" fmla="*/ 310 h 438"/>
                  <a:gd name="T42" fmla="*/ 156 w 180"/>
                  <a:gd name="T43" fmla="*/ 413 h 438"/>
                  <a:gd name="T44" fmla="*/ 24 w 180"/>
                  <a:gd name="T45" fmla="*/ 413 h 438"/>
                  <a:gd name="T46" fmla="*/ 24 w 180"/>
                  <a:gd name="T47" fmla="*/ 310 h 438"/>
                  <a:gd name="T48" fmla="*/ 12 w 180"/>
                  <a:gd name="T49" fmla="*/ 438 h 438"/>
                  <a:gd name="T50" fmla="*/ 12 w 180"/>
                  <a:gd name="T51" fmla="*/ 438 h 438"/>
                  <a:gd name="T52" fmla="*/ 168 w 180"/>
                  <a:gd name="T53" fmla="*/ 438 h 438"/>
                  <a:gd name="T54" fmla="*/ 180 w 180"/>
                  <a:gd name="T55" fmla="*/ 425 h 438"/>
                  <a:gd name="T56" fmla="*/ 180 w 180"/>
                  <a:gd name="T57" fmla="*/ 12 h 438"/>
                  <a:gd name="T58" fmla="*/ 168 w 180"/>
                  <a:gd name="T59" fmla="*/ 0 h 438"/>
                  <a:gd name="T60" fmla="*/ 12 w 180"/>
                  <a:gd name="T61" fmla="*/ 0 h 438"/>
                  <a:gd name="T62" fmla="*/ 0 w 180"/>
                  <a:gd name="T63" fmla="*/ 12 h 438"/>
                  <a:gd name="T64" fmla="*/ 0 w 180"/>
                  <a:gd name="T65" fmla="*/ 425 h 438"/>
                  <a:gd name="T66" fmla="*/ 12 w 180"/>
                  <a:gd name="T67" fmla="*/ 438 h 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80" h="438">
                    <a:moveTo>
                      <a:pt x="156" y="122"/>
                    </a:moveTo>
                    <a:lnTo>
                      <a:pt x="156" y="122"/>
                    </a:lnTo>
                    <a:lnTo>
                      <a:pt x="24" y="122"/>
                    </a:lnTo>
                    <a:lnTo>
                      <a:pt x="24" y="24"/>
                    </a:lnTo>
                    <a:lnTo>
                      <a:pt x="156" y="24"/>
                    </a:lnTo>
                    <a:lnTo>
                      <a:pt x="156" y="122"/>
                    </a:lnTo>
                    <a:close/>
                    <a:moveTo>
                      <a:pt x="24" y="127"/>
                    </a:moveTo>
                    <a:lnTo>
                      <a:pt x="24" y="127"/>
                    </a:lnTo>
                    <a:lnTo>
                      <a:pt x="156" y="127"/>
                    </a:lnTo>
                    <a:lnTo>
                      <a:pt x="156" y="212"/>
                    </a:lnTo>
                    <a:lnTo>
                      <a:pt x="24" y="212"/>
                    </a:lnTo>
                    <a:lnTo>
                      <a:pt x="24" y="127"/>
                    </a:lnTo>
                    <a:close/>
                    <a:moveTo>
                      <a:pt x="156" y="305"/>
                    </a:moveTo>
                    <a:lnTo>
                      <a:pt x="156" y="305"/>
                    </a:lnTo>
                    <a:lnTo>
                      <a:pt x="24" y="305"/>
                    </a:lnTo>
                    <a:lnTo>
                      <a:pt x="24" y="217"/>
                    </a:lnTo>
                    <a:lnTo>
                      <a:pt x="156" y="217"/>
                    </a:lnTo>
                    <a:lnTo>
                      <a:pt x="156" y="305"/>
                    </a:lnTo>
                    <a:close/>
                    <a:moveTo>
                      <a:pt x="24" y="310"/>
                    </a:moveTo>
                    <a:lnTo>
                      <a:pt x="24" y="310"/>
                    </a:lnTo>
                    <a:lnTo>
                      <a:pt x="156" y="310"/>
                    </a:lnTo>
                    <a:lnTo>
                      <a:pt x="156" y="413"/>
                    </a:lnTo>
                    <a:lnTo>
                      <a:pt x="24" y="413"/>
                    </a:lnTo>
                    <a:lnTo>
                      <a:pt x="24" y="310"/>
                    </a:lnTo>
                    <a:close/>
                    <a:moveTo>
                      <a:pt x="12" y="438"/>
                    </a:moveTo>
                    <a:lnTo>
                      <a:pt x="12" y="438"/>
                    </a:lnTo>
                    <a:lnTo>
                      <a:pt x="168" y="438"/>
                    </a:lnTo>
                    <a:cubicBezTo>
                      <a:pt x="175" y="438"/>
                      <a:pt x="180" y="432"/>
                      <a:pt x="180" y="425"/>
                    </a:cubicBezTo>
                    <a:lnTo>
                      <a:pt x="180" y="12"/>
                    </a:lnTo>
                    <a:cubicBezTo>
                      <a:pt x="180" y="5"/>
                      <a:pt x="175" y="0"/>
                      <a:pt x="168" y="0"/>
                    </a:cubicBezTo>
                    <a:lnTo>
                      <a:pt x="12" y="0"/>
                    </a:lnTo>
                    <a:cubicBezTo>
                      <a:pt x="5" y="0"/>
                      <a:pt x="0" y="5"/>
                      <a:pt x="0" y="12"/>
                    </a:cubicBezTo>
                    <a:lnTo>
                      <a:pt x="0" y="425"/>
                    </a:lnTo>
                    <a:cubicBezTo>
                      <a:pt x="0" y="432"/>
                      <a:pt x="5" y="438"/>
                      <a:pt x="12" y="43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Freeform 27"/>
              <p:cNvSpPr>
                <a:spLocks noEditPoints="1"/>
              </p:cNvSpPr>
              <p:nvPr/>
            </p:nvSpPr>
            <p:spPr bwMode="auto">
              <a:xfrm>
                <a:off x="1757363" y="933450"/>
                <a:ext cx="88900" cy="47625"/>
              </a:xfrm>
              <a:custGeom>
                <a:avLst/>
                <a:gdLst>
                  <a:gd name="T0" fmla="*/ 9 w 104"/>
                  <a:gd name="T1" fmla="*/ 13 h 55"/>
                  <a:gd name="T2" fmla="*/ 9 w 104"/>
                  <a:gd name="T3" fmla="*/ 13 h 55"/>
                  <a:gd name="T4" fmla="*/ 10 w 104"/>
                  <a:gd name="T5" fmla="*/ 10 h 55"/>
                  <a:gd name="T6" fmla="*/ 93 w 104"/>
                  <a:gd name="T7" fmla="*/ 10 h 55"/>
                  <a:gd name="T8" fmla="*/ 94 w 104"/>
                  <a:gd name="T9" fmla="*/ 13 h 55"/>
                  <a:gd name="T10" fmla="*/ 94 w 104"/>
                  <a:gd name="T11" fmla="*/ 42 h 55"/>
                  <a:gd name="T12" fmla="*/ 93 w 104"/>
                  <a:gd name="T13" fmla="*/ 45 h 55"/>
                  <a:gd name="T14" fmla="*/ 11 w 104"/>
                  <a:gd name="T15" fmla="*/ 45 h 55"/>
                  <a:gd name="T16" fmla="*/ 9 w 104"/>
                  <a:gd name="T17" fmla="*/ 42 h 55"/>
                  <a:gd name="T18" fmla="*/ 9 w 104"/>
                  <a:gd name="T19" fmla="*/ 13 h 55"/>
                  <a:gd name="T20" fmla="*/ 10 w 104"/>
                  <a:gd name="T21" fmla="*/ 55 h 55"/>
                  <a:gd name="T22" fmla="*/ 10 w 104"/>
                  <a:gd name="T23" fmla="*/ 55 h 55"/>
                  <a:gd name="T24" fmla="*/ 93 w 104"/>
                  <a:gd name="T25" fmla="*/ 55 h 55"/>
                  <a:gd name="T26" fmla="*/ 104 w 104"/>
                  <a:gd name="T27" fmla="*/ 42 h 55"/>
                  <a:gd name="T28" fmla="*/ 104 w 104"/>
                  <a:gd name="T29" fmla="*/ 13 h 55"/>
                  <a:gd name="T30" fmla="*/ 93 w 104"/>
                  <a:gd name="T31" fmla="*/ 0 h 55"/>
                  <a:gd name="T32" fmla="*/ 10 w 104"/>
                  <a:gd name="T33" fmla="*/ 0 h 55"/>
                  <a:gd name="T34" fmla="*/ 0 w 104"/>
                  <a:gd name="T35" fmla="*/ 13 h 55"/>
                  <a:gd name="T36" fmla="*/ 0 w 104"/>
                  <a:gd name="T37" fmla="*/ 42 h 55"/>
                  <a:gd name="T38" fmla="*/ 10 w 104"/>
                  <a:gd name="T3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" y="13"/>
                    </a:moveTo>
                    <a:lnTo>
                      <a:pt x="9" y="13"/>
                    </a:lnTo>
                    <a:cubicBezTo>
                      <a:pt x="9" y="11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1"/>
                      <a:pt x="94" y="13"/>
                    </a:cubicBezTo>
                    <a:lnTo>
                      <a:pt x="94" y="42"/>
                    </a:lnTo>
                    <a:cubicBezTo>
                      <a:pt x="94" y="44"/>
                      <a:pt x="94" y="45"/>
                      <a:pt x="93" y="45"/>
                    </a:cubicBezTo>
                    <a:lnTo>
                      <a:pt x="11" y="45"/>
                    </a:lnTo>
                    <a:cubicBezTo>
                      <a:pt x="10" y="45"/>
                      <a:pt x="9" y="44"/>
                      <a:pt x="9" y="42"/>
                    </a:cubicBezTo>
                    <a:lnTo>
                      <a:pt x="9" y="13"/>
                    </a:lnTo>
                    <a:close/>
                    <a:moveTo>
                      <a:pt x="10" y="55"/>
                    </a:moveTo>
                    <a:lnTo>
                      <a:pt x="10" y="55"/>
                    </a:lnTo>
                    <a:lnTo>
                      <a:pt x="93" y="55"/>
                    </a:lnTo>
                    <a:cubicBezTo>
                      <a:pt x="100" y="55"/>
                      <a:pt x="104" y="49"/>
                      <a:pt x="104" y="42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2"/>
                    </a:lnTo>
                    <a:cubicBezTo>
                      <a:pt x="0" y="49"/>
                      <a:pt x="4" y="55"/>
                      <a:pt x="10" y="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Freeform 28"/>
              <p:cNvSpPr>
                <a:spLocks noEditPoints="1"/>
              </p:cNvSpPr>
              <p:nvPr/>
            </p:nvSpPr>
            <p:spPr bwMode="auto">
              <a:xfrm>
                <a:off x="1757363" y="1014413"/>
                <a:ext cx="88900" cy="47625"/>
              </a:xfrm>
              <a:custGeom>
                <a:avLst/>
                <a:gdLst>
                  <a:gd name="T0" fmla="*/ 94 w 104"/>
                  <a:gd name="T1" fmla="*/ 43 h 55"/>
                  <a:gd name="T2" fmla="*/ 94 w 104"/>
                  <a:gd name="T3" fmla="*/ 43 h 55"/>
                  <a:gd name="T4" fmla="*/ 93 w 104"/>
                  <a:gd name="T5" fmla="*/ 46 h 55"/>
                  <a:gd name="T6" fmla="*/ 11 w 104"/>
                  <a:gd name="T7" fmla="*/ 46 h 55"/>
                  <a:gd name="T8" fmla="*/ 9 w 104"/>
                  <a:gd name="T9" fmla="*/ 43 h 55"/>
                  <a:gd name="T10" fmla="*/ 9 w 104"/>
                  <a:gd name="T11" fmla="*/ 13 h 55"/>
                  <a:gd name="T12" fmla="*/ 10 w 104"/>
                  <a:gd name="T13" fmla="*/ 10 h 55"/>
                  <a:gd name="T14" fmla="*/ 93 w 104"/>
                  <a:gd name="T15" fmla="*/ 10 h 55"/>
                  <a:gd name="T16" fmla="*/ 94 w 104"/>
                  <a:gd name="T17" fmla="*/ 13 h 55"/>
                  <a:gd name="T18" fmla="*/ 94 w 104"/>
                  <a:gd name="T19" fmla="*/ 43 h 55"/>
                  <a:gd name="T20" fmla="*/ 93 w 104"/>
                  <a:gd name="T21" fmla="*/ 0 h 55"/>
                  <a:gd name="T22" fmla="*/ 93 w 104"/>
                  <a:gd name="T23" fmla="*/ 0 h 55"/>
                  <a:gd name="T24" fmla="*/ 10 w 104"/>
                  <a:gd name="T25" fmla="*/ 0 h 55"/>
                  <a:gd name="T26" fmla="*/ 0 w 104"/>
                  <a:gd name="T27" fmla="*/ 13 h 55"/>
                  <a:gd name="T28" fmla="*/ 0 w 104"/>
                  <a:gd name="T29" fmla="*/ 43 h 55"/>
                  <a:gd name="T30" fmla="*/ 10 w 104"/>
                  <a:gd name="T31" fmla="*/ 55 h 55"/>
                  <a:gd name="T32" fmla="*/ 93 w 104"/>
                  <a:gd name="T33" fmla="*/ 55 h 55"/>
                  <a:gd name="T34" fmla="*/ 104 w 104"/>
                  <a:gd name="T35" fmla="*/ 43 h 55"/>
                  <a:gd name="T36" fmla="*/ 104 w 104"/>
                  <a:gd name="T37" fmla="*/ 13 h 55"/>
                  <a:gd name="T38" fmla="*/ 93 w 104"/>
                  <a:gd name="T3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4" y="43"/>
                    </a:moveTo>
                    <a:lnTo>
                      <a:pt x="94" y="43"/>
                    </a:lnTo>
                    <a:cubicBezTo>
                      <a:pt x="94" y="44"/>
                      <a:pt x="94" y="45"/>
                      <a:pt x="93" y="46"/>
                    </a:cubicBezTo>
                    <a:lnTo>
                      <a:pt x="11" y="46"/>
                    </a:lnTo>
                    <a:cubicBezTo>
                      <a:pt x="10" y="46"/>
                      <a:pt x="9" y="44"/>
                      <a:pt x="9" y="43"/>
                    </a:cubicBezTo>
                    <a:lnTo>
                      <a:pt x="9" y="13"/>
                    </a:lnTo>
                    <a:cubicBezTo>
                      <a:pt x="9" y="12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2"/>
                      <a:pt x="94" y="13"/>
                    </a:cubicBezTo>
                    <a:lnTo>
                      <a:pt x="94" y="43"/>
                    </a:lnTo>
                    <a:close/>
                    <a:moveTo>
                      <a:pt x="93" y="0"/>
                    </a:moveTo>
                    <a:lnTo>
                      <a:pt x="93" y="0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3"/>
                    </a:lnTo>
                    <a:cubicBezTo>
                      <a:pt x="0" y="50"/>
                      <a:pt x="4" y="55"/>
                      <a:pt x="10" y="55"/>
                    </a:cubicBezTo>
                    <a:lnTo>
                      <a:pt x="93" y="55"/>
                    </a:lnTo>
                    <a:cubicBezTo>
                      <a:pt x="100" y="55"/>
                      <a:pt x="104" y="50"/>
                      <a:pt x="104" y="43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Freeform 29"/>
              <p:cNvSpPr>
                <a:spLocks noEditPoints="1"/>
              </p:cNvSpPr>
              <p:nvPr/>
            </p:nvSpPr>
            <p:spPr bwMode="auto">
              <a:xfrm>
                <a:off x="1757363" y="1090613"/>
                <a:ext cx="88900" cy="47625"/>
              </a:xfrm>
              <a:custGeom>
                <a:avLst/>
                <a:gdLst>
                  <a:gd name="T0" fmla="*/ 9 w 104"/>
                  <a:gd name="T1" fmla="*/ 13 h 55"/>
                  <a:gd name="T2" fmla="*/ 9 w 104"/>
                  <a:gd name="T3" fmla="*/ 13 h 55"/>
                  <a:gd name="T4" fmla="*/ 10 w 104"/>
                  <a:gd name="T5" fmla="*/ 10 h 55"/>
                  <a:gd name="T6" fmla="*/ 93 w 104"/>
                  <a:gd name="T7" fmla="*/ 10 h 55"/>
                  <a:gd name="T8" fmla="*/ 94 w 104"/>
                  <a:gd name="T9" fmla="*/ 13 h 55"/>
                  <a:gd name="T10" fmla="*/ 94 w 104"/>
                  <a:gd name="T11" fmla="*/ 42 h 55"/>
                  <a:gd name="T12" fmla="*/ 93 w 104"/>
                  <a:gd name="T13" fmla="*/ 45 h 55"/>
                  <a:gd name="T14" fmla="*/ 11 w 104"/>
                  <a:gd name="T15" fmla="*/ 45 h 55"/>
                  <a:gd name="T16" fmla="*/ 9 w 104"/>
                  <a:gd name="T17" fmla="*/ 42 h 55"/>
                  <a:gd name="T18" fmla="*/ 9 w 104"/>
                  <a:gd name="T19" fmla="*/ 13 h 55"/>
                  <a:gd name="T20" fmla="*/ 10 w 104"/>
                  <a:gd name="T21" fmla="*/ 55 h 55"/>
                  <a:gd name="T22" fmla="*/ 10 w 104"/>
                  <a:gd name="T23" fmla="*/ 55 h 55"/>
                  <a:gd name="T24" fmla="*/ 93 w 104"/>
                  <a:gd name="T25" fmla="*/ 55 h 55"/>
                  <a:gd name="T26" fmla="*/ 104 w 104"/>
                  <a:gd name="T27" fmla="*/ 42 h 55"/>
                  <a:gd name="T28" fmla="*/ 104 w 104"/>
                  <a:gd name="T29" fmla="*/ 13 h 55"/>
                  <a:gd name="T30" fmla="*/ 93 w 104"/>
                  <a:gd name="T31" fmla="*/ 0 h 55"/>
                  <a:gd name="T32" fmla="*/ 10 w 104"/>
                  <a:gd name="T33" fmla="*/ 0 h 55"/>
                  <a:gd name="T34" fmla="*/ 0 w 104"/>
                  <a:gd name="T35" fmla="*/ 13 h 55"/>
                  <a:gd name="T36" fmla="*/ 0 w 104"/>
                  <a:gd name="T37" fmla="*/ 42 h 55"/>
                  <a:gd name="T38" fmla="*/ 10 w 104"/>
                  <a:gd name="T3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4" h="55">
                    <a:moveTo>
                      <a:pt x="9" y="13"/>
                    </a:moveTo>
                    <a:lnTo>
                      <a:pt x="9" y="13"/>
                    </a:lnTo>
                    <a:cubicBezTo>
                      <a:pt x="9" y="11"/>
                      <a:pt x="10" y="10"/>
                      <a:pt x="10" y="10"/>
                    </a:cubicBezTo>
                    <a:lnTo>
                      <a:pt x="93" y="10"/>
                    </a:lnTo>
                    <a:cubicBezTo>
                      <a:pt x="94" y="10"/>
                      <a:pt x="94" y="11"/>
                      <a:pt x="94" y="13"/>
                    </a:cubicBezTo>
                    <a:lnTo>
                      <a:pt x="94" y="42"/>
                    </a:lnTo>
                    <a:cubicBezTo>
                      <a:pt x="94" y="44"/>
                      <a:pt x="94" y="45"/>
                      <a:pt x="93" y="45"/>
                    </a:cubicBezTo>
                    <a:lnTo>
                      <a:pt x="11" y="45"/>
                    </a:lnTo>
                    <a:cubicBezTo>
                      <a:pt x="10" y="45"/>
                      <a:pt x="9" y="44"/>
                      <a:pt x="9" y="42"/>
                    </a:cubicBezTo>
                    <a:lnTo>
                      <a:pt x="9" y="13"/>
                    </a:lnTo>
                    <a:close/>
                    <a:moveTo>
                      <a:pt x="10" y="55"/>
                    </a:moveTo>
                    <a:lnTo>
                      <a:pt x="10" y="55"/>
                    </a:lnTo>
                    <a:lnTo>
                      <a:pt x="93" y="55"/>
                    </a:lnTo>
                    <a:cubicBezTo>
                      <a:pt x="100" y="55"/>
                      <a:pt x="104" y="49"/>
                      <a:pt x="104" y="42"/>
                    </a:cubicBezTo>
                    <a:lnTo>
                      <a:pt x="104" y="13"/>
                    </a:lnTo>
                    <a:cubicBezTo>
                      <a:pt x="104" y="6"/>
                      <a:pt x="100" y="0"/>
                      <a:pt x="93" y="0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2"/>
                    </a:lnTo>
                    <a:cubicBezTo>
                      <a:pt x="0" y="49"/>
                      <a:pt x="4" y="55"/>
                      <a:pt x="10" y="5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Freeform 30"/>
              <p:cNvSpPr>
                <a:spLocks noEditPoints="1"/>
              </p:cNvSpPr>
              <p:nvPr/>
            </p:nvSpPr>
            <p:spPr bwMode="auto">
              <a:xfrm>
                <a:off x="1320800" y="873125"/>
                <a:ext cx="374650" cy="414338"/>
              </a:xfrm>
              <a:custGeom>
                <a:avLst/>
                <a:gdLst>
                  <a:gd name="T0" fmla="*/ 310 w 440"/>
                  <a:gd name="T1" fmla="*/ 162 h 488"/>
                  <a:gd name="T2" fmla="*/ 310 w 440"/>
                  <a:gd name="T3" fmla="*/ 68 h 488"/>
                  <a:gd name="T4" fmla="*/ 137 w 440"/>
                  <a:gd name="T5" fmla="*/ 360 h 488"/>
                  <a:gd name="T6" fmla="*/ 137 w 440"/>
                  <a:gd name="T7" fmla="*/ 463 h 488"/>
                  <a:gd name="T8" fmla="*/ 137 w 440"/>
                  <a:gd name="T9" fmla="*/ 135 h 488"/>
                  <a:gd name="T10" fmla="*/ 231 w 440"/>
                  <a:gd name="T11" fmla="*/ 150 h 488"/>
                  <a:gd name="T12" fmla="*/ 231 w 440"/>
                  <a:gd name="T13" fmla="*/ 250 h 488"/>
                  <a:gd name="T14" fmla="*/ 231 w 440"/>
                  <a:gd name="T15" fmla="*/ 155 h 488"/>
                  <a:gd name="T16" fmla="*/ 310 w 440"/>
                  <a:gd name="T17" fmla="*/ 250 h 488"/>
                  <a:gd name="T18" fmla="*/ 310 w 440"/>
                  <a:gd name="T19" fmla="*/ 167 h 488"/>
                  <a:gd name="T20" fmla="*/ 371 w 440"/>
                  <a:gd name="T21" fmla="*/ 176 h 488"/>
                  <a:gd name="T22" fmla="*/ 325 w 440"/>
                  <a:gd name="T23" fmla="*/ 169 h 488"/>
                  <a:gd name="T24" fmla="*/ 371 w 440"/>
                  <a:gd name="T25" fmla="*/ 171 h 488"/>
                  <a:gd name="T26" fmla="*/ 371 w 440"/>
                  <a:gd name="T27" fmla="*/ 83 h 488"/>
                  <a:gd name="T28" fmla="*/ 420 w 440"/>
                  <a:gd name="T29" fmla="*/ 179 h 488"/>
                  <a:gd name="T30" fmla="*/ 420 w 440"/>
                  <a:gd name="T31" fmla="*/ 95 h 488"/>
                  <a:gd name="T32" fmla="*/ 386 w 440"/>
                  <a:gd name="T33" fmla="*/ 337 h 488"/>
                  <a:gd name="T34" fmla="*/ 386 w 440"/>
                  <a:gd name="T35" fmla="*/ 420 h 488"/>
                  <a:gd name="T36" fmla="*/ 325 w 440"/>
                  <a:gd name="T37" fmla="*/ 342 h 488"/>
                  <a:gd name="T38" fmla="*/ 325 w 440"/>
                  <a:gd name="T39" fmla="*/ 431 h 488"/>
                  <a:gd name="T40" fmla="*/ 310 w 440"/>
                  <a:gd name="T41" fmla="*/ 344 h 488"/>
                  <a:gd name="T42" fmla="*/ 245 w 440"/>
                  <a:gd name="T43" fmla="*/ 350 h 488"/>
                  <a:gd name="T44" fmla="*/ 371 w 440"/>
                  <a:gd name="T45" fmla="*/ 333 h 488"/>
                  <a:gd name="T46" fmla="*/ 371 w 440"/>
                  <a:gd name="T47" fmla="*/ 256 h 488"/>
                  <a:gd name="T48" fmla="*/ 420 w 440"/>
                  <a:gd name="T49" fmla="*/ 256 h 488"/>
                  <a:gd name="T50" fmla="*/ 386 w 440"/>
                  <a:gd name="T51" fmla="*/ 256 h 488"/>
                  <a:gd name="T52" fmla="*/ 420 w 440"/>
                  <a:gd name="T53" fmla="*/ 251 h 488"/>
                  <a:gd name="T54" fmla="*/ 420 w 440"/>
                  <a:gd name="T55" fmla="*/ 184 h 488"/>
                  <a:gd name="T56" fmla="*/ 245 w 440"/>
                  <a:gd name="T57" fmla="*/ 255 h 488"/>
                  <a:gd name="T58" fmla="*/ 245 w 440"/>
                  <a:gd name="T59" fmla="*/ 345 h 488"/>
                  <a:gd name="T60" fmla="*/ 137 w 440"/>
                  <a:gd name="T61" fmla="*/ 254 h 488"/>
                  <a:gd name="T62" fmla="*/ 137 w 440"/>
                  <a:gd name="T63" fmla="*/ 355 h 488"/>
                  <a:gd name="T64" fmla="*/ 25 w 440"/>
                  <a:gd name="T65" fmla="*/ 354 h 488"/>
                  <a:gd name="T66" fmla="*/ 38 w 440"/>
                  <a:gd name="T67" fmla="*/ 24 h 488"/>
                  <a:gd name="T68" fmla="*/ 112 w 440"/>
                  <a:gd name="T69" fmla="*/ 463 h 488"/>
                  <a:gd name="T70" fmla="*/ 38 w 440"/>
                  <a:gd name="T71" fmla="*/ 425 h 488"/>
                  <a:gd name="T72" fmla="*/ 0 w 440"/>
                  <a:gd name="T73" fmla="*/ 403 h 488"/>
                  <a:gd name="T74" fmla="*/ 25 w 440"/>
                  <a:gd name="T75" fmla="*/ 488 h 488"/>
                  <a:gd name="T76" fmla="*/ 132 w 440"/>
                  <a:gd name="T77" fmla="*/ 488 h 488"/>
                  <a:gd name="T78" fmla="*/ 432 w 440"/>
                  <a:gd name="T79" fmla="*/ 436 h 488"/>
                  <a:gd name="T80" fmla="*/ 436 w 440"/>
                  <a:gd name="T81" fmla="*/ 78 h 488"/>
                  <a:gd name="T82" fmla="*/ 245 w 440"/>
                  <a:gd name="T83" fmla="*/ 26 h 488"/>
                  <a:gd name="T84" fmla="*/ 132 w 440"/>
                  <a:gd name="T85" fmla="*/ 0 h 488"/>
                  <a:gd name="T86" fmla="*/ 13 w 440"/>
                  <a:gd name="T87" fmla="*/ 306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0" h="488">
                    <a:moveTo>
                      <a:pt x="310" y="68"/>
                    </a:moveTo>
                    <a:lnTo>
                      <a:pt x="310" y="68"/>
                    </a:lnTo>
                    <a:lnTo>
                      <a:pt x="310" y="162"/>
                    </a:lnTo>
                    <a:lnTo>
                      <a:pt x="245" y="152"/>
                    </a:lnTo>
                    <a:lnTo>
                      <a:pt x="245" y="52"/>
                    </a:lnTo>
                    <a:lnTo>
                      <a:pt x="310" y="68"/>
                    </a:lnTo>
                    <a:close/>
                    <a:moveTo>
                      <a:pt x="137" y="463"/>
                    </a:moveTo>
                    <a:lnTo>
                      <a:pt x="137" y="463"/>
                    </a:lnTo>
                    <a:lnTo>
                      <a:pt x="137" y="360"/>
                    </a:lnTo>
                    <a:lnTo>
                      <a:pt x="231" y="351"/>
                    </a:lnTo>
                    <a:lnTo>
                      <a:pt x="231" y="447"/>
                    </a:lnTo>
                    <a:lnTo>
                      <a:pt x="137" y="463"/>
                    </a:lnTo>
                    <a:lnTo>
                      <a:pt x="137" y="463"/>
                    </a:lnTo>
                    <a:close/>
                    <a:moveTo>
                      <a:pt x="137" y="135"/>
                    </a:moveTo>
                    <a:lnTo>
                      <a:pt x="137" y="135"/>
                    </a:lnTo>
                    <a:lnTo>
                      <a:pt x="137" y="26"/>
                    </a:lnTo>
                    <a:lnTo>
                      <a:pt x="231" y="49"/>
                    </a:lnTo>
                    <a:lnTo>
                      <a:pt x="231" y="150"/>
                    </a:lnTo>
                    <a:lnTo>
                      <a:pt x="137" y="135"/>
                    </a:lnTo>
                    <a:close/>
                    <a:moveTo>
                      <a:pt x="231" y="250"/>
                    </a:moveTo>
                    <a:lnTo>
                      <a:pt x="231" y="250"/>
                    </a:lnTo>
                    <a:lnTo>
                      <a:pt x="137" y="249"/>
                    </a:lnTo>
                    <a:lnTo>
                      <a:pt x="137" y="140"/>
                    </a:lnTo>
                    <a:lnTo>
                      <a:pt x="231" y="155"/>
                    </a:lnTo>
                    <a:lnTo>
                      <a:pt x="231" y="250"/>
                    </a:lnTo>
                    <a:close/>
                    <a:moveTo>
                      <a:pt x="310" y="250"/>
                    </a:moveTo>
                    <a:lnTo>
                      <a:pt x="310" y="250"/>
                    </a:lnTo>
                    <a:lnTo>
                      <a:pt x="245" y="250"/>
                    </a:lnTo>
                    <a:lnTo>
                      <a:pt x="245" y="157"/>
                    </a:lnTo>
                    <a:lnTo>
                      <a:pt x="310" y="167"/>
                    </a:lnTo>
                    <a:lnTo>
                      <a:pt x="310" y="250"/>
                    </a:lnTo>
                    <a:close/>
                    <a:moveTo>
                      <a:pt x="371" y="176"/>
                    </a:moveTo>
                    <a:lnTo>
                      <a:pt x="371" y="176"/>
                    </a:lnTo>
                    <a:lnTo>
                      <a:pt x="371" y="251"/>
                    </a:lnTo>
                    <a:lnTo>
                      <a:pt x="325" y="250"/>
                    </a:lnTo>
                    <a:lnTo>
                      <a:pt x="325" y="169"/>
                    </a:lnTo>
                    <a:lnTo>
                      <a:pt x="371" y="176"/>
                    </a:lnTo>
                    <a:close/>
                    <a:moveTo>
                      <a:pt x="371" y="171"/>
                    </a:moveTo>
                    <a:lnTo>
                      <a:pt x="371" y="171"/>
                    </a:lnTo>
                    <a:lnTo>
                      <a:pt x="325" y="164"/>
                    </a:lnTo>
                    <a:lnTo>
                      <a:pt x="325" y="72"/>
                    </a:lnTo>
                    <a:lnTo>
                      <a:pt x="371" y="83"/>
                    </a:lnTo>
                    <a:lnTo>
                      <a:pt x="371" y="171"/>
                    </a:lnTo>
                    <a:close/>
                    <a:moveTo>
                      <a:pt x="420" y="179"/>
                    </a:moveTo>
                    <a:lnTo>
                      <a:pt x="420" y="179"/>
                    </a:lnTo>
                    <a:lnTo>
                      <a:pt x="386" y="174"/>
                    </a:lnTo>
                    <a:lnTo>
                      <a:pt x="386" y="87"/>
                    </a:lnTo>
                    <a:lnTo>
                      <a:pt x="420" y="95"/>
                    </a:lnTo>
                    <a:lnTo>
                      <a:pt x="420" y="179"/>
                    </a:lnTo>
                    <a:close/>
                    <a:moveTo>
                      <a:pt x="386" y="337"/>
                    </a:moveTo>
                    <a:lnTo>
                      <a:pt x="386" y="337"/>
                    </a:lnTo>
                    <a:lnTo>
                      <a:pt x="420" y="334"/>
                    </a:lnTo>
                    <a:lnTo>
                      <a:pt x="420" y="414"/>
                    </a:lnTo>
                    <a:lnTo>
                      <a:pt x="386" y="420"/>
                    </a:lnTo>
                    <a:lnTo>
                      <a:pt x="386" y="337"/>
                    </a:lnTo>
                    <a:close/>
                    <a:moveTo>
                      <a:pt x="325" y="342"/>
                    </a:moveTo>
                    <a:lnTo>
                      <a:pt x="325" y="342"/>
                    </a:lnTo>
                    <a:lnTo>
                      <a:pt x="371" y="338"/>
                    </a:lnTo>
                    <a:lnTo>
                      <a:pt x="371" y="423"/>
                    </a:lnTo>
                    <a:lnTo>
                      <a:pt x="325" y="431"/>
                    </a:lnTo>
                    <a:lnTo>
                      <a:pt x="325" y="342"/>
                    </a:lnTo>
                    <a:close/>
                    <a:moveTo>
                      <a:pt x="310" y="344"/>
                    </a:moveTo>
                    <a:lnTo>
                      <a:pt x="310" y="344"/>
                    </a:lnTo>
                    <a:lnTo>
                      <a:pt x="310" y="433"/>
                    </a:lnTo>
                    <a:lnTo>
                      <a:pt x="245" y="444"/>
                    </a:lnTo>
                    <a:lnTo>
                      <a:pt x="245" y="350"/>
                    </a:lnTo>
                    <a:lnTo>
                      <a:pt x="310" y="344"/>
                    </a:lnTo>
                    <a:close/>
                    <a:moveTo>
                      <a:pt x="371" y="333"/>
                    </a:moveTo>
                    <a:lnTo>
                      <a:pt x="371" y="333"/>
                    </a:lnTo>
                    <a:lnTo>
                      <a:pt x="325" y="338"/>
                    </a:lnTo>
                    <a:lnTo>
                      <a:pt x="325" y="255"/>
                    </a:lnTo>
                    <a:lnTo>
                      <a:pt x="371" y="256"/>
                    </a:lnTo>
                    <a:lnTo>
                      <a:pt x="371" y="333"/>
                    </a:lnTo>
                    <a:close/>
                    <a:moveTo>
                      <a:pt x="420" y="256"/>
                    </a:moveTo>
                    <a:lnTo>
                      <a:pt x="420" y="256"/>
                    </a:lnTo>
                    <a:lnTo>
                      <a:pt x="420" y="329"/>
                    </a:lnTo>
                    <a:lnTo>
                      <a:pt x="386" y="332"/>
                    </a:lnTo>
                    <a:lnTo>
                      <a:pt x="386" y="256"/>
                    </a:lnTo>
                    <a:lnTo>
                      <a:pt x="420" y="256"/>
                    </a:lnTo>
                    <a:close/>
                    <a:moveTo>
                      <a:pt x="420" y="251"/>
                    </a:moveTo>
                    <a:lnTo>
                      <a:pt x="420" y="251"/>
                    </a:lnTo>
                    <a:lnTo>
                      <a:pt x="386" y="251"/>
                    </a:lnTo>
                    <a:lnTo>
                      <a:pt x="386" y="179"/>
                    </a:lnTo>
                    <a:lnTo>
                      <a:pt x="420" y="184"/>
                    </a:lnTo>
                    <a:lnTo>
                      <a:pt x="420" y="251"/>
                    </a:lnTo>
                    <a:close/>
                    <a:moveTo>
                      <a:pt x="245" y="255"/>
                    </a:moveTo>
                    <a:lnTo>
                      <a:pt x="245" y="255"/>
                    </a:lnTo>
                    <a:lnTo>
                      <a:pt x="310" y="255"/>
                    </a:lnTo>
                    <a:lnTo>
                      <a:pt x="310" y="339"/>
                    </a:lnTo>
                    <a:lnTo>
                      <a:pt x="245" y="345"/>
                    </a:lnTo>
                    <a:lnTo>
                      <a:pt x="245" y="255"/>
                    </a:lnTo>
                    <a:close/>
                    <a:moveTo>
                      <a:pt x="137" y="254"/>
                    </a:moveTo>
                    <a:lnTo>
                      <a:pt x="137" y="254"/>
                    </a:lnTo>
                    <a:lnTo>
                      <a:pt x="231" y="255"/>
                    </a:lnTo>
                    <a:lnTo>
                      <a:pt x="231" y="346"/>
                    </a:lnTo>
                    <a:lnTo>
                      <a:pt x="137" y="355"/>
                    </a:lnTo>
                    <a:lnTo>
                      <a:pt x="137" y="254"/>
                    </a:lnTo>
                    <a:close/>
                    <a:moveTo>
                      <a:pt x="25" y="354"/>
                    </a:moveTo>
                    <a:lnTo>
                      <a:pt x="25" y="354"/>
                    </a:lnTo>
                    <a:cubicBezTo>
                      <a:pt x="39" y="354"/>
                      <a:pt x="51" y="343"/>
                      <a:pt x="51" y="329"/>
                    </a:cubicBezTo>
                    <a:cubicBezTo>
                      <a:pt x="51" y="319"/>
                      <a:pt x="46" y="311"/>
                      <a:pt x="38" y="306"/>
                    </a:cubicBezTo>
                    <a:lnTo>
                      <a:pt x="38" y="24"/>
                    </a:lnTo>
                    <a:lnTo>
                      <a:pt x="112" y="24"/>
                    </a:lnTo>
                    <a:cubicBezTo>
                      <a:pt x="112" y="24"/>
                      <a:pt x="112" y="25"/>
                      <a:pt x="112" y="25"/>
                    </a:cubicBezTo>
                    <a:lnTo>
                      <a:pt x="112" y="463"/>
                    </a:lnTo>
                    <a:cubicBezTo>
                      <a:pt x="112" y="463"/>
                      <a:pt x="112" y="463"/>
                      <a:pt x="112" y="464"/>
                    </a:cubicBezTo>
                    <a:lnTo>
                      <a:pt x="38" y="464"/>
                    </a:lnTo>
                    <a:lnTo>
                      <a:pt x="38" y="425"/>
                    </a:lnTo>
                    <a:cubicBezTo>
                      <a:pt x="46" y="421"/>
                      <a:pt x="51" y="413"/>
                      <a:pt x="51" y="403"/>
                    </a:cubicBezTo>
                    <a:cubicBezTo>
                      <a:pt x="51" y="389"/>
                      <a:pt x="40" y="377"/>
                      <a:pt x="26" y="377"/>
                    </a:cubicBezTo>
                    <a:cubicBezTo>
                      <a:pt x="11" y="377"/>
                      <a:pt x="0" y="389"/>
                      <a:pt x="0" y="403"/>
                    </a:cubicBezTo>
                    <a:cubicBezTo>
                      <a:pt x="0" y="412"/>
                      <a:pt x="5" y="421"/>
                      <a:pt x="13" y="425"/>
                    </a:cubicBezTo>
                    <a:lnTo>
                      <a:pt x="13" y="476"/>
                    </a:lnTo>
                    <a:cubicBezTo>
                      <a:pt x="13" y="483"/>
                      <a:pt x="19" y="488"/>
                      <a:pt x="25" y="488"/>
                    </a:cubicBezTo>
                    <a:lnTo>
                      <a:pt x="124" y="488"/>
                    </a:lnTo>
                    <a:cubicBezTo>
                      <a:pt x="126" y="488"/>
                      <a:pt x="127" y="488"/>
                      <a:pt x="128" y="488"/>
                    </a:cubicBezTo>
                    <a:cubicBezTo>
                      <a:pt x="129" y="488"/>
                      <a:pt x="131" y="488"/>
                      <a:pt x="132" y="488"/>
                    </a:cubicBezTo>
                    <a:lnTo>
                      <a:pt x="133" y="488"/>
                    </a:lnTo>
                    <a:lnTo>
                      <a:pt x="428" y="438"/>
                    </a:lnTo>
                    <a:cubicBezTo>
                      <a:pt x="429" y="438"/>
                      <a:pt x="431" y="437"/>
                      <a:pt x="432" y="436"/>
                    </a:cubicBezTo>
                    <a:cubicBezTo>
                      <a:pt x="437" y="435"/>
                      <a:pt x="440" y="431"/>
                      <a:pt x="440" y="427"/>
                    </a:cubicBezTo>
                    <a:lnTo>
                      <a:pt x="440" y="85"/>
                    </a:lnTo>
                    <a:cubicBezTo>
                      <a:pt x="440" y="82"/>
                      <a:pt x="438" y="79"/>
                      <a:pt x="436" y="78"/>
                    </a:cubicBezTo>
                    <a:cubicBezTo>
                      <a:pt x="435" y="75"/>
                      <a:pt x="432" y="73"/>
                      <a:pt x="429" y="72"/>
                    </a:cubicBezTo>
                    <a:lnTo>
                      <a:pt x="245" y="27"/>
                    </a:lnTo>
                    <a:lnTo>
                      <a:pt x="245" y="26"/>
                    </a:lnTo>
                    <a:lnTo>
                      <a:pt x="243" y="26"/>
                    </a:lnTo>
                    <a:lnTo>
                      <a:pt x="135" y="1"/>
                    </a:lnTo>
                    <a:lnTo>
                      <a:pt x="132" y="0"/>
                    </a:lnTo>
                    <a:lnTo>
                      <a:pt x="25" y="0"/>
                    </a:lnTo>
                    <a:cubicBezTo>
                      <a:pt x="19" y="0"/>
                      <a:pt x="13" y="5"/>
                      <a:pt x="13" y="12"/>
                    </a:cubicBezTo>
                    <a:lnTo>
                      <a:pt x="13" y="306"/>
                    </a:lnTo>
                    <a:cubicBezTo>
                      <a:pt x="5" y="311"/>
                      <a:pt x="0" y="319"/>
                      <a:pt x="0" y="329"/>
                    </a:cubicBezTo>
                    <a:cubicBezTo>
                      <a:pt x="0" y="343"/>
                      <a:pt x="11" y="354"/>
                      <a:pt x="25" y="3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Freeform 31"/>
              <p:cNvSpPr>
                <a:spLocks noEditPoints="1"/>
              </p:cNvSpPr>
              <p:nvPr/>
            </p:nvSpPr>
            <p:spPr bwMode="auto">
              <a:xfrm>
                <a:off x="1452563" y="923925"/>
                <a:ext cx="50800" cy="57150"/>
              </a:xfrm>
              <a:custGeom>
                <a:avLst/>
                <a:gdLst>
                  <a:gd name="T0" fmla="*/ 49 w 59"/>
                  <a:gd name="T1" fmla="*/ 54 h 67"/>
                  <a:gd name="T2" fmla="*/ 49 w 59"/>
                  <a:gd name="T3" fmla="*/ 54 h 67"/>
                  <a:gd name="T4" fmla="*/ 48 w 59"/>
                  <a:gd name="T5" fmla="*/ 57 h 67"/>
                  <a:gd name="T6" fmla="*/ 11 w 59"/>
                  <a:gd name="T7" fmla="*/ 53 h 67"/>
                  <a:gd name="T8" fmla="*/ 10 w 59"/>
                  <a:gd name="T9" fmla="*/ 48 h 67"/>
                  <a:gd name="T10" fmla="*/ 10 w 59"/>
                  <a:gd name="T11" fmla="*/ 14 h 67"/>
                  <a:gd name="T12" fmla="*/ 10 w 59"/>
                  <a:gd name="T13" fmla="*/ 10 h 67"/>
                  <a:gd name="T14" fmla="*/ 47 w 59"/>
                  <a:gd name="T15" fmla="*/ 20 h 67"/>
                  <a:gd name="T16" fmla="*/ 49 w 59"/>
                  <a:gd name="T17" fmla="*/ 23 h 67"/>
                  <a:gd name="T18" fmla="*/ 49 w 59"/>
                  <a:gd name="T19" fmla="*/ 54 h 67"/>
                  <a:gd name="T20" fmla="*/ 50 w 59"/>
                  <a:gd name="T21" fmla="*/ 10 h 67"/>
                  <a:gd name="T22" fmla="*/ 50 w 59"/>
                  <a:gd name="T23" fmla="*/ 10 h 67"/>
                  <a:gd name="T24" fmla="*/ 11 w 59"/>
                  <a:gd name="T25" fmla="*/ 0 h 67"/>
                  <a:gd name="T26" fmla="*/ 10 w 59"/>
                  <a:gd name="T27" fmla="*/ 0 h 67"/>
                  <a:gd name="T28" fmla="*/ 0 w 59"/>
                  <a:gd name="T29" fmla="*/ 14 h 67"/>
                  <a:gd name="T30" fmla="*/ 0 w 59"/>
                  <a:gd name="T31" fmla="*/ 48 h 67"/>
                  <a:gd name="T32" fmla="*/ 2 w 59"/>
                  <a:gd name="T33" fmla="*/ 57 h 67"/>
                  <a:gd name="T34" fmla="*/ 9 w 59"/>
                  <a:gd name="T35" fmla="*/ 63 h 67"/>
                  <a:gd name="T36" fmla="*/ 9 w 59"/>
                  <a:gd name="T37" fmla="*/ 63 h 67"/>
                  <a:gd name="T38" fmla="*/ 48 w 59"/>
                  <a:gd name="T39" fmla="*/ 67 h 67"/>
                  <a:gd name="T40" fmla="*/ 49 w 59"/>
                  <a:gd name="T41" fmla="*/ 67 h 67"/>
                  <a:gd name="T42" fmla="*/ 59 w 59"/>
                  <a:gd name="T43" fmla="*/ 54 h 67"/>
                  <a:gd name="T44" fmla="*/ 59 w 59"/>
                  <a:gd name="T45" fmla="*/ 23 h 67"/>
                  <a:gd name="T46" fmla="*/ 50 w 59"/>
                  <a:gd name="T47" fmla="*/ 1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9" h="67">
                    <a:moveTo>
                      <a:pt x="49" y="54"/>
                    </a:moveTo>
                    <a:lnTo>
                      <a:pt x="49" y="54"/>
                    </a:lnTo>
                    <a:cubicBezTo>
                      <a:pt x="49" y="56"/>
                      <a:pt x="48" y="57"/>
                      <a:pt x="48" y="57"/>
                    </a:cubicBezTo>
                    <a:lnTo>
                      <a:pt x="11" y="53"/>
                    </a:lnTo>
                    <a:cubicBezTo>
                      <a:pt x="10" y="52"/>
                      <a:pt x="10" y="51"/>
                      <a:pt x="10" y="48"/>
                    </a:cubicBezTo>
                    <a:lnTo>
                      <a:pt x="10" y="14"/>
                    </a:lnTo>
                    <a:cubicBezTo>
                      <a:pt x="10" y="12"/>
                      <a:pt x="10" y="11"/>
                      <a:pt x="10" y="10"/>
                    </a:cubicBezTo>
                    <a:lnTo>
                      <a:pt x="47" y="20"/>
                    </a:lnTo>
                    <a:cubicBezTo>
                      <a:pt x="48" y="20"/>
                      <a:pt x="49" y="21"/>
                      <a:pt x="49" y="23"/>
                    </a:cubicBezTo>
                    <a:lnTo>
                      <a:pt x="49" y="54"/>
                    </a:lnTo>
                    <a:close/>
                    <a:moveTo>
                      <a:pt x="50" y="10"/>
                    </a:moveTo>
                    <a:lnTo>
                      <a:pt x="50" y="10"/>
                    </a:lnTo>
                    <a:lnTo>
                      <a:pt x="11" y="0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2"/>
                      <a:pt x="1" y="55"/>
                      <a:pt x="2" y="57"/>
                    </a:cubicBezTo>
                    <a:cubicBezTo>
                      <a:pt x="4" y="61"/>
                      <a:pt x="7" y="63"/>
                      <a:pt x="9" y="63"/>
                    </a:cubicBezTo>
                    <a:lnTo>
                      <a:pt x="9" y="63"/>
                    </a:lnTo>
                    <a:lnTo>
                      <a:pt x="48" y="67"/>
                    </a:lnTo>
                    <a:lnTo>
                      <a:pt x="49" y="67"/>
                    </a:lnTo>
                    <a:cubicBezTo>
                      <a:pt x="54" y="67"/>
                      <a:pt x="59" y="61"/>
                      <a:pt x="59" y="54"/>
                    </a:cubicBezTo>
                    <a:lnTo>
                      <a:pt x="59" y="23"/>
                    </a:lnTo>
                    <a:cubicBezTo>
                      <a:pt x="59" y="16"/>
                      <a:pt x="54" y="11"/>
                      <a:pt x="50" y="1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Freeform 32"/>
              <p:cNvSpPr>
                <a:spLocks noEditPoints="1"/>
              </p:cNvSpPr>
              <p:nvPr/>
            </p:nvSpPr>
            <p:spPr bwMode="auto">
              <a:xfrm>
                <a:off x="1538288" y="944563"/>
                <a:ext cx="41275" cy="49213"/>
              </a:xfrm>
              <a:custGeom>
                <a:avLst/>
                <a:gdLst>
                  <a:gd name="T0" fmla="*/ 10 w 49"/>
                  <a:gd name="T1" fmla="*/ 13 h 58"/>
                  <a:gd name="T2" fmla="*/ 10 w 49"/>
                  <a:gd name="T3" fmla="*/ 13 h 58"/>
                  <a:gd name="T4" fmla="*/ 10 w 49"/>
                  <a:gd name="T5" fmla="*/ 11 h 58"/>
                  <a:gd name="T6" fmla="*/ 38 w 49"/>
                  <a:gd name="T7" fmla="*/ 19 h 58"/>
                  <a:gd name="T8" fmla="*/ 39 w 49"/>
                  <a:gd name="T9" fmla="*/ 22 h 58"/>
                  <a:gd name="T10" fmla="*/ 39 w 49"/>
                  <a:gd name="T11" fmla="*/ 45 h 58"/>
                  <a:gd name="T12" fmla="*/ 38 w 49"/>
                  <a:gd name="T13" fmla="*/ 48 h 58"/>
                  <a:gd name="T14" fmla="*/ 11 w 49"/>
                  <a:gd name="T15" fmla="*/ 44 h 58"/>
                  <a:gd name="T16" fmla="*/ 10 w 49"/>
                  <a:gd name="T17" fmla="*/ 40 h 58"/>
                  <a:gd name="T18" fmla="*/ 10 w 49"/>
                  <a:gd name="T19" fmla="*/ 13 h 58"/>
                  <a:gd name="T20" fmla="*/ 2 w 49"/>
                  <a:gd name="T21" fmla="*/ 49 h 58"/>
                  <a:gd name="T22" fmla="*/ 2 w 49"/>
                  <a:gd name="T23" fmla="*/ 49 h 58"/>
                  <a:gd name="T24" fmla="*/ 9 w 49"/>
                  <a:gd name="T25" fmla="*/ 53 h 58"/>
                  <a:gd name="T26" fmla="*/ 38 w 49"/>
                  <a:gd name="T27" fmla="*/ 58 h 58"/>
                  <a:gd name="T28" fmla="*/ 39 w 49"/>
                  <a:gd name="T29" fmla="*/ 57 h 58"/>
                  <a:gd name="T30" fmla="*/ 49 w 49"/>
                  <a:gd name="T31" fmla="*/ 45 h 58"/>
                  <a:gd name="T32" fmla="*/ 49 w 49"/>
                  <a:gd name="T33" fmla="*/ 22 h 58"/>
                  <a:gd name="T34" fmla="*/ 40 w 49"/>
                  <a:gd name="T35" fmla="*/ 9 h 58"/>
                  <a:gd name="T36" fmla="*/ 11 w 49"/>
                  <a:gd name="T37" fmla="*/ 1 h 58"/>
                  <a:gd name="T38" fmla="*/ 10 w 49"/>
                  <a:gd name="T39" fmla="*/ 0 h 58"/>
                  <a:gd name="T40" fmla="*/ 0 w 49"/>
                  <a:gd name="T41" fmla="*/ 13 h 58"/>
                  <a:gd name="T42" fmla="*/ 0 w 49"/>
                  <a:gd name="T43" fmla="*/ 40 h 58"/>
                  <a:gd name="T44" fmla="*/ 2 w 49"/>
                  <a:gd name="T45" fmla="*/ 4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9" h="58">
                    <a:moveTo>
                      <a:pt x="10" y="13"/>
                    </a:moveTo>
                    <a:lnTo>
                      <a:pt x="10" y="13"/>
                    </a:lnTo>
                    <a:cubicBezTo>
                      <a:pt x="10" y="12"/>
                      <a:pt x="10" y="11"/>
                      <a:pt x="10" y="11"/>
                    </a:cubicBezTo>
                    <a:lnTo>
                      <a:pt x="38" y="19"/>
                    </a:lnTo>
                    <a:cubicBezTo>
                      <a:pt x="38" y="19"/>
                      <a:pt x="39" y="20"/>
                      <a:pt x="39" y="22"/>
                    </a:cubicBezTo>
                    <a:lnTo>
                      <a:pt x="39" y="45"/>
                    </a:lnTo>
                    <a:cubicBezTo>
                      <a:pt x="39" y="46"/>
                      <a:pt x="38" y="47"/>
                      <a:pt x="38" y="48"/>
                    </a:cubicBezTo>
                    <a:lnTo>
                      <a:pt x="11" y="44"/>
                    </a:lnTo>
                    <a:cubicBezTo>
                      <a:pt x="10" y="44"/>
                      <a:pt x="10" y="42"/>
                      <a:pt x="10" y="40"/>
                    </a:cubicBezTo>
                    <a:lnTo>
                      <a:pt x="10" y="13"/>
                    </a:lnTo>
                    <a:close/>
                    <a:moveTo>
                      <a:pt x="2" y="49"/>
                    </a:moveTo>
                    <a:lnTo>
                      <a:pt x="2" y="49"/>
                    </a:lnTo>
                    <a:cubicBezTo>
                      <a:pt x="4" y="52"/>
                      <a:pt x="6" y="53"/>
                      <a:pt x="9" y="53"/>
                    </a:cubicBezTo>
                    <a:lnTo>
                      <a:pt x="38" y="58"/>
                    </a:lnTo>
                    <a:lnTo>
                      <a:pt x="39" y="57"/>
                    </a:lnTo>
                    <a:cubicBezTo>
                      <a:pt x="44" y="57"/>
                      <a:pt x="49" y="52"/>
                      <a:pt x="49" y="45"/>
                    </a:cubicBezTo>
                    <a:lnTo>
                      <a:pt x="49" y="22"/>
                    </a:lnTo>
                    <a:cubicBezTo>
                      <a:pt x="49" y="15"/>
                      <a:pt x="44" y="10"/>
                      <a:pt x="40" y="9"/>
                    </a:cubicBezTo>
                    <a:lnTo>
                      <a:pt x="11" y="1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3"/>
                    </a:cubicBezTo>
                    <a:lnTo>
                      <a:pt x="0" y="40"/>
                    </a:lnTo>
                    <a:cubicBezTo>
                      <a:pt x="0" y="43"/>
                      <a:pt x="1" y="46"/>
                      <a:pt x="2" y="4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Freeform 33"/>
              <p:cNvSpPr>
                <a:spLocks noEditPoints="1"/>
              </p:cNvSpPr>
              <p:nvPr/>
            </p:nvSpPr>
            <p:spPr bwMode="auto">
              <a:xfrm>
                <a:off x="1452563" y="1014413"/>
                <a:ext cx="50800" cy="52388"/>
              </a:xfrm>
              <a:custGeom>
                <a:avLst/>
                <a:gdLst>
                  <a:gd name="T0" fmla="*/ 10 w 59"/>
                  <a:gd name="T1" fmla="*/ 14 h 62"/>
                  <a:gd name="T2" fmla="*/ 10 w 59"/>
                  <a:gd name="T3" fmla="*/ 14 h 62"/>
                  <a:gd name="T4" fmla="*/ 10 w 59"/>
                  <a:gd name="T5" fmla="*/ 10 h 62"/>
                  <a:gd name="T6" fmla="*/ 47 w 59"/>
                  <a:gd name="T7" fmla="*/ 13 h 62"/>
                  <a:gd name="T8" fmla="*/ 49 w 59"/>
                  <a:gd name="T9" fmla="*/ 17 h 62"/>
                  <a:gd name="T10" fmla="*/ 49 w 59"/>
                  <a:gd name="T11" fmla="*/ 49 h 62"/>
                  <a:gd name="T12" fmla="*/ 48 w 59"/>
                  <a:gd name="T13" fmla="*/ 52 h 62"/>
                  <a:gd name="T14" fmla="*/ 11 w 59"/>
                  <a:gd name="T15" fmla="*/ 52 h 62"/>
                  <a:gd name="T16" fmla="*/ 10 w 59"/>
                  <a:gd name="T17" fmla="*/ 48 h 62"/>
                  <a:gd name="T18" fmla="*/ 10 w 59"/>
                  <a:gd name="T19" fmla="*/ 14 h 62"/>
                  <a:gd name="T20" fmla="*/ 10 w 59"/>
                  <a:gd name="T21" fmla="*/ 62 h 62"/>
                  <a:gd name="T22" fmla="*/ 10 w 59"/>
                  <a:gd name="T23" fmla="*/ 62 h 62"/>
                  <a:gd name="T24" fmla="*/ 49 w 59"/>
                  <a:gd name="T25" fmla="*/ 62 h 62"/>
                  <a:gd name="T26" fmla="*/ 59 w 59"/>
                  <a:gd name="T27" fmla="*/ 49 h 62"/>
                  <a:gd name="T28" fmla="*/ 59 w 59"/>
                  <a:gd name="T29" fmla="*/ 17 h 62"/>
                  <a:gd name="T30" fmla="*/ 49 w 59"/>
                  <a:gd name="T31" fmla="*/ 3 h 62"/>
                  <a:gd name="T32" fmla="*/ 10 w 59"/>
                  <a:gd name="T33" fmla="*/ 0 h 62"/>
                  <a:gd name="T34" fmla="*/ 0 w 59"/>
                  <a:gd name="T35" fmla="*/ 14 h 62"/>
                  <a:gd name="T36" fmla="*/ 0 w 59"/>
                  <a:gd name="T37" fmla="*/ 48 h 62"/>
                  <a:gd name="T38" fmla="*/ 10 w 59"/>
                  <a:gd name="T39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" h="62">
                    <a:moveTo>
                      <a:pt x="10" y="14"/>
                    </a:moveTo>
                    <a:lnTo>
                      <a:pt x="10" y="14"/>
                    </a:lnTo>
                    <a:cubicBezTo>
                      <a:pt x="10" y="12"/>
                      <a:pt x="10" y="10"/>
                      <a:pt x="10" y="10"/>
                    </a:cubicBezTo>
                    <a:lnTo>
                      <a:pt x="47" y="13"/>
                    </a:lnTo>
                    <a:cubicBezTo>
                      <a:pt x="48" y="13"/>
                      <a:pt x="49" y="15"/>
                      <a:pt x="49" y="17"/>
                    </a:cubicBezTo>
                    <a:lnTo>
                      <a:pt x="49" y="49"/>
                    </a:lnTo>
                    <a:cubicBezTo>
                      <a:pt x="49" y="51"/>
                      <a:pt x="48" y="52"/>
                      <a:pt x="48" y="52"/>
                    </a:cubicBezTo>
                    <a:lnTo>
                      <a:pt x="11" y="52"/>
                    </a:lnTo>
                    <a:cubicBezTo>
                      <a:pt x="10" y="52"/>
                      <a:pt x="10" y="50"/>
                      <a:pt x="10" y="48"/>
                    </a:cubicBezTo>
                    <a:lnTo>
                      <a:pt x="10" y="14"/>
                    </a:lnTo>
                    <a:close/>
                    <a:moveTo>
                      <a:pt x="10" y="62"/>
                    </a:moveTo>
                    <a:lnTo>
                      <a:pt x="10" y="62"/>
                    </a:lnTo>
                    <a:lnTo>
                      <a:pt x="49" y="62"/>
                    </a:lnTo>
                    <a:cubicBezTo>
                      <a:pt x="54" y="61"/>
                      <a:pt x="59" y="56"/>
                      <a:pt x="59" y="49"/>
                    </a:cubicBezTo>
                    <a:lnTo>
                      <a:pt x="59" y="17"/>
                    </a:lnTo>
                    <a:cubicBezTo>
                      <a:pt x="59" y="10"/>
                      <a:pt x="54" y="4"/>
                      <a:pt x="49" y="3"/>
                    </a:cubicBez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6"/>
                      <a:pt x="4" y="62"/>
                      <a:pt x="10" y="62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1" name="Freeform 34"/>
              <p:cNvSpPr>
                <a:spLocks noEditPoints="1"/>
              </p:cNvSpPr>
              <p:nvPr/>
            </p:nvSpPr>
            <p:spPr bwMode="auto">
              <a:xfrm>
                <a:off x="1538288" y="1023938"/>
                <a:ext cx="41275" cy="46038"/>
              </a:xfrm>
              <a:custGeom>
                <a:avLst/>
                <a:gdLst>
                  <a:gd name="T0" fmla="*/ 10 w 49"/>
                  <a:gd name="T1" fmla="*/ 12 h 54"/>
                  <a:gd name="T2" fmla="*/ 10 w 49"/>
                  <a:gd name="T3" fmla="*/ 12 h 54"/>
                  <a:gd name="T4" fmla="*/ 10 w 49"/>
                  <a:gd name="T5" fmla="*/ 10 h 54"/>
                  <a:gd name="T6" fmla="*/ 38 w 49"/>
                  <a:gd name="T7" fmla="*/ 14 h 54"/>
                  <a:gd name="T8" fmla="*/ 39 w 49"/>
                  <a:gd name="T9" fmla="*/ 16 h 54"/>
                  <a:gd name="T10" fmla="*/ 39 w 49"/>
                  <a:gd name="T11" fmla="*/ 42 h 54"/>
                  <a:gd name="T12" fmla="*/ 38 w 49"/>
                  <a:gd name="T13" fmla="*/ 44 h 54"/>
                  <a:gd name="T14" fmla="*/ 10 w 49"/>
                  <a:gd name="T15" fmla="*/ 44 h 54"/>
                  <a:gd name="T16" fmla="*/ 10 w 49"/>
                  <a:gd name="T17" fmla="*/ 41 h 54"/>
                  <a:gd name="T18" fmla="*/ 10 w 49"/>
                  <a:gd name="T19" fmla="*/ 12 h 54"/>
                  <a:gd name="T20" fmla="*/ 10 w 49"/>
                  <a:gd name="T21" fmla="*/ 54 h 54"/>
                  <a:gd name="T22" fmla="*/ 10 w 49"/>
                  <a:gd name="T23" fmla="*/ 54 h 54"/>
                  <a:gd name="T24" fmla="*/ 39 w 49"/>
                  <a:gd name="T25" fmla="*/ 54 h 54"/>
                  <a:gd name="T26" fmla="*/ 49 w 49"/>
                  <a:gd name="T27" fmla="*/ 42 h 54"/>
                  <a:gd name="T28" fmla="*/ 49 w 49"/>
                  <a:gd name="T29" fmla="*/ 16 h 54"/>
                  <a:gd name="T30" fmla="*/ 39 w 49"/>
                  <a:gd name="T31" fmla="*/ 4 h 54"/>
                  <a:gd name="T32" fmla="*/ 10 w 49"/>
                  <a:gd name="T33" fmla="*/ 0 h 54"/>
                  <a:gd name="T34" fmla="*/ 0 w 49"/>
                  <a:gd name="T35" fmla="*/ 12 h 54"/>
                  <a:gd name="T36" fmla="*/ 0 w 49"/>
                  <a:gd name="T37" fmla="*/ 41 h 54"/>
                  <a:gd name="T38" fmla="*/ 10 w 49"/>
                  <a:gd name="T39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" h="54">
                    <a:moveTo>
                      <a:pt x="10" y="12"/>
                    </a:moveTo>
                    <a:lnTo>
                      <a:pt x="10" y="12"/>
                    </a:lnTo>
                    <a:cubicBezTo>
                      <a:pt x="10" y="11"/>
                      <a:pt x="10" y="10"/>
                      <a:pt x="10" y="10"/>
                    </a:cubicBezTo>
                    <a:lnTo>
                      <a:pt x="38" y="14"/>
                    </a:lnTo>
                    <a:cubicBezTo>
                      <a:pt x="38" y="14"/>
                      <a:pt x="39" y="15"/>
                      <a:pt x="39" y="16"/>
                    </a:cubicBezTo>
                    <a:lnTo>
                      <a:pt x="39" y="42"/>
                    </a:lnTo>
                    <a:cubicBezTo>
                      <a:pt x="39" y="43"/>
                      <a:pt x="38" y="44"/>
                      <a:pt x="38" y="44"/>
                    </a:cubicBezTo>
                    <a:lnTo>
                      <a:pt x="10" y="44"/>
                    </a:lnTo>
                    <a:cubicBezTo>
                      <a:pt x="10" y="43"/>
                      <a:pt x="10" y="42"/>
                      <a:pt x="10" y="41"/>
                    </a:cubicBezTo>
                    <a:lnTo>
                      <a:pt x="10" y="12"/>
                    </a:lnTo>
                    <a:close/>
                    <a:moveTo>
                      <a:pt x="10" y="54"/>
                    </a:moveTo>
                    <a:lnTo>
                      <a:pt x="10" y="54"/>
                    </a:lnTo>
                    <a:lnTo>
                      <a:pt x="39" y="54"/>
                    </a:lnTo>
                    <a:cubicBezTo>
                      <a:pt x="44" y="53"/>
                      <a:pt x="49" y="48"/>
                      <a:pt x="49" y="42"/>
                    </a:cubicBezTo>
                    <a:lnTo>
                      <a:pt x="49" y="16"/>
                    </a:lnTo>
                    <a:cubicBezTo>
                      <a:pt x="49" y="10"/>
                      <a:pt x="44" y="5"/>
                      <a:pt x="39" y="4"/>
                    </a:cubicBezTo>
                    <a:lnTo>
                      <a:pt x="10" y="0"/>
                    </a:lnTo>
                    <a:cubicBezTo>
                      <a:pt x="4" y="0"/>
                      <a:pt x="0" y="5"/>
                      <a:pt x="0" y="12"/>
                    </a:cubicBezTo>
                    <a:lnTo>
                      <a:pt x="0" y="41"/>
                    </a:lnTo>
                    <a:cubicBezTo>
                      <a:pt x="0" y="48"/>
                      <a:pt x="4" y="54"/>
                      <a:pt x="10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2" name="Freeform 35"/>
              <p:cNvSpPr>
                <a:spLocks noEditPoints="1"/>
              </p:cNvSpPr>
              <p:nvPr/>
            </p:nvSpPr>
            <p:spPr bwMode="auto">
              <a:xfrm>
                <a:off x="1452563" y="1104900"/>
                <a:ext cx="50800" cy="52388"/>
              </a:xfrm>
              <a:custGeom>
                <a:avLst/>
                <a:gdLst>
                  <a:gd name="T0" fmla="*/ 49 w 59"/>
                  <a:gd name="T1" fmla="*/ 47 h 62"/>
                  <a:gd name="T2" fmla="*/ 49 w 59"/>
                  <a:gd name="T3" fmla="*/ 47 h 62"/>
                  <a:gd name="T4" fmla="*/ 48 w 59"/>
                  <a:gd name="T5" fmla="*/ 50 h 62"/>
                  <a:gd name="T6" fmla="*/ 11 w 59"/>
                  <a:gd name="T7" fmla="*/ 52 h 62"/>
                  <a:gd name="T8" fmla="*/ 10 w 59"/>
                  <a:gd name="T9" fmla="*/ 48 h 62"/>
                  <a:gd name="T10" fmla="*/ 10 w 59"/>
                  <a:gd name="T11" fmla="*/ 14 h 62"/>
                  <a:gd name="T12" fmla="*/ 10 w 59"/>
                  <a:gd name="T13" fmla="*/ 10 h 62"/>
                  <a:gd name="T14" fmla="*/ 47 w 59"/>
                  <a:gd name="T15" fmla="*/ 11 h 62"/>
                  <a:gd name="T16" fmla="*/ 49 w 59"/>
                  <a:gd name="T17" fmla="*/ 14 h 62"/>
                  <a:gd name="T18" fmla="*/ 49 w 59"/>
                  <a:gd name="T19" fmla="*/ 47 h 62"/>
                  <a:gd name="T20" fmla="*/ 49 w 59"/>
                  <a:gd name="T21" fmla="*/ 1 h 62"/>
                  <a:gd name="T22" fmla="*/ 49 w 59"/>
                  <a:gd name="T23" fmla="*/ 1 h 62"/>
                  <a:gd name="T24" fmla="*/ 10 w 59"/>
                  <a:gd name="T25" fmla="*/ 0 h 62"/>
                  <a:gd name="T26" fmla="*/ 0 w 59"/>
                  <a:gd name="T27" fmla="*/ 14 h 62"/>
                  <a:gd name="T28" fmla="*/ 0 w 59"/>
                  <a:gd name="T29" fmla="*/ 48 h 62"/>
                  <a:gd name="T30" fmla="*/ 10 w 59"/>
                  <a:gd name="T31" fmla="*/ 62 h 62"/>
                  <a:gd name="T32" fmla="*/ 49 w 59"/>
                  <a:gd name="T33" fmla="*/ 60 h 62"/>
                  <a:gd name="T34" fmla="*/ 59 w 59"/>
                  <a:gd name="T35" fmla="*/ 47 h 62"/>
                  <a:gd name="T36" fmla="*/ 59 w 59"/>
                  <a:gd name="T37" fmla="*/ 14 h 62"/>
                  <a:gd name="T38" fmla="*/ 49 w 59"/>
                  <a:gd name="T39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9" h="62">
                    <a:moveTo>
                      <a:pt x="49" y="47"/>
                    </a:moveTo>
                    <a:lnTo>
                      <a:pt x="49" y="47"/>
                    </a:lnTo>
                    <a:cubicBezTo>
                      <a:pt x="49" y="49"/>
                      <a:pt x="48" y="50"/>
                      <a:pt x="48" y="50"/>
                    </a:cubicBezTo>
                    <a:lnTo>
                      <a:pt x="11" y="52"/>
                    </a:lnTo>
                    <a:cubicBezTo>
                      <a:pt x="10" y="52"/>
                      <a:pt x="10" y="50"/>
                      <a:pt x="10" y="48"/>
                    </a:cubicBezTo>
                    <a:lnTo>
                      <a:pt x="10" y="14"/>
                    </a:lnTo>
                    <a:cubicBezTo>
                      <a:pt x="10" y="12"/>
                      <a:pt x="10" y="11"/>
                      <a:pt x="10" y="10"/>
                    </a:cubicBezTo>
                    <a:lnTo>
                      <a:pt x="47" y="11"/>
                    </a:lnTo>
                    <a:cubicBezTo>
                      <a:pt x="48" y="11"/>
                      <a:pt x="49" y="12"/>
                      <a:pt x="49" y="14"/>
                    </a:cubicBezTo>
                    <a:lnTo>
                      <a:pt x="49" y="47"/>
                    </a:lnTo>
                    <a:close/>
                    <a:moveTo>
                      <a:pt x="49" y="1"/>
                    </a:moveTo>
                    <a:lnTo>
                      <a:pt x="49" y="1"/>
                    </a:lnTo>
                    <a:lnTo>
                      <a:pt x="10" y="0"/>
                    </a:lnTo>
                    <a:cubicBezTo>
                      <a:pt x="4" y="0"/>
                      <a:pt x="0" y="6"/>
                      <a:pt x="0" y="14"/>
                    </a:cubicBezTo>
                    <a:lnTo>
                      <a:pt x="0" y="48"/>
                    </a:lnTo>
                    <a:cubicBezTo>
                      <a:pt x="0" y="56"/>
                      <a:pt x="4" y="62"/>
                      <a:pt x="10" y="62"/>
                    </a:cubicBezTo>
                    <a:lnTo>
                      <a:pt x="49" y="60"/>
                    </a:lnTo>
                    <a:cubicBezTo>
                      <a:pt x="54" y="59"/>
                      <a:pt x="59" y="54"/>
                      <a:pt x="59" y="47"/>
                    </a:cubicBezTo>
                    <a:lnTo>
                      <a:pt x="59" y="14"/>
                    </a:lnTo>
                    <a:cubicBezTo>
                      <a:pt x="59" y="8"/>
                      <a:pt x="54" y="2"/>
                      <a:pt x="49" y="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Freeform 36"/>
              <p:cNvSpPr>
                <a:spLocks noEditPoints="1"/>
              </p:cNvSpPr>
              <p:nvPr/>
            </p:nvSpPr>
            <p:spPr bwMode="auto">
              <a:xfrm>
                <a:off x="1536700" y="1104900"/>
                <a:ext cx="42862" cy="46038"/>
              </a:xfrm>
              <a:custGeom>
                <a:avLst/>
                <a:gdLst>
                  <a:gd name="T0" fmla="*/ 10 w 50"/>
                  <a:gd name="T1" fmla="*/ 43 h 53"/>
                  <a:gd name="T2" fmla="*/ 10 w 50"/>
                  <a:gd name="T3" fmla="*/ 43 h 53"/>
                  <a:gd name="T4" fmla="*/ 10 w 50"/>
                  <a:gd name="T5" fmla="*/ 40 h 53"/>
                  <a:gd name="T6" fmla="*/ 10 w 50"/>
                  <a:gd name="T7" fmla="*/ 12 h 53"/>
                  <a:gd name="T8" fmla="*/ 10 w 50"/>
                  <a:gd name="T9" fmla="*/ 10 h 53"/>
                  <a:gd name="T10" fmla="*/ 40 w 50"/>
                  <a:gd name="T11" fmla="*/ 10 h 53"/>
                  <a:gd name="T12" fmla="*/ 40 w 50"/>
                  <a:gd name="T13" fmla="*/ 12 h 53"/>
                  <a:gd name="T14" fmla="*/ 40 w 50"/>
                  <a:gd name="T15" fmla="*/ 39 h 53"/>
                  <a:gd name="T16" fmla="*/ 40 w 50"/>
                  <a:gd name="T17" fmla="*/ 41 h 53"/>
                  <a:gd name="T18" fmla="*/ 10 w 50"/>
                  <a:gd name="T19" fmla="*/ 43 h 53"/>
                  <a:gd name="T20" fmla="*/ 41 w 50"/>
                  <a:gd name="T21" fmla="*/ 0 h 53"/>
                  <a:gd name="T22" fmla="*/ 41 w 50"/>
                  <a:gd name="T23" fmla="*/ 0 h 53"/>
                  <a:gd name="T24" fmla="*/ 9 w 50"/>
                  <a:gd name="T25" fmla="*/ 0 h 53"/>
                  <a:gd name="T26" fmla="*/ 0 w 50"/>
                  <a:gd name="T27" fmla="*/ 12 h 53"/>
                  <a:gd name="T28" fmla="*/ 0 w 50"/>
                  <a:gd name="T29" fmla="*/ 40 h 53"/>
                  <a:gd name="T30" fmla="*/ 9 w 50"/>
                  <a:gd name="T31" fmla="*/ 53 h 53"/>
                  <a:gd name="T32" fmla="*/ 41 w 50"/>
                  <a:gd name="T33" fmla="*/ 50 h 53"/>
                  <a:gd name="T34" fmla="*/ 50 w 50"/>
                  <a:gd name="T35" fmla="*/ 39 h 53"/>
                  <a:gd name="T36" fmla="*/ 50 w 50"/>
                  <a:gd name="T37" fmla="*/ 12 h 53"/>
                  <a:gd name="T38" fmla="*/ 41 w 50"/>
                  <a:gd name="T3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0" h="53">
                    <a:moveTo>
                      <a:pt x="10" y="43"/>
                    </a:moveTo>
                    <a:lnTo>
                      <a:pt x="10" y="43"/>
                    </a:lnTo>
                    <a:cubicBezTo>
                      <a:pt x="10" y="42"/>
                      <a:pt x="10" y="41"/>
                      <a:pt x="10" y="40"/>
                    </a:cubicBezTo>
                    <a:lnTo>
                      <a:pt x="10" y="12"/>
                    </a:lnTo>
                    <a:cubicBezTo>
                      <a:pt x="10" y="11"/>
                      <a:pt x="10" y="10"/>
                      <a:pt x="10" y="10"/>
                    </a:cubicBezTo>
                    <a:lnTo>
                      <a:pt x="40" y="10"/>
                    </a:lnTo>
                    <a:cubicBezTo>
                      <a:pt x="40" y="11"/>
                      <a:pt x="40" y="11"/>
                      <a:pt x="40" y="12"/>
                    </a:cubicBezTo>
                    <a:lnTo>
                      <a:pt x="40" y="39"/>
                    </a:lnTo>
                    <a:cubicBezTo>
                      <a:pt x="40" y="40"/>
                      <a:pt x="40" y="41"/>
                      <a:pt x="40" y="41"/>
                    </a:cubicBezTo>
                    <a:lnTo>
                      <a:pt x="10" y="43"/>
                    </a:lnTo>
                    <a:close/>
                    <a:moveTo>
                      <a:pt x="41" y="0"/>
                    </a:moveTo>
                    <a:lnTo>
                      <a:pt x="41" y="0"/>
                    </a:lnTo>
                    <a:lnTo>
                      <a:pt x="9" y="0"/>
                    </a:lnTo>
                    <a:cubicBezTo>
                      <a:pt x="4" y="0"/>
                      <a:pt x="0" y="5"/>
                      <a:pt x="0" y="12"/>
                    </a:cubicBezTo>
                    <a:lnTo>
                      <a:pt x="0" y="40"/>
                    </a:lnTo>
                    <a:cubicBezTo>
                      <a:pt x="0" y="47"/>
                      <a:pt x="4" y="53"/>
                      <a:pt x="9" y="53"/>
                    </a:cubicBezTo>
                    <a:lnTo>
                      <a:pt x="41" y="50"/>
                    </a:lnTo>
                    <a:cubicBezTo>
                      <a:pt x="46" y="50"/>
                      <a:pt x="50" y="45"/>
                      <a:pt x="50" y="39"/>
                    </a:cubicBezTo>
                    <a:lnTo>
                      <a:pt x="50" y="12"/>
                    </a:lnTo>
                    <a:cubicBezTo>
                      <a:pt x="50" y="6"/>
                      <a:pt x="47" y="1"/>
                      <a:pt x="41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Freeform 37"/>
              <p:cNvSpPr>
                <a:spLocks/>
              </p:cNvSpPr>
              <p:nvPr/>
            </p:nvSpPr>
            <p:spPr bwMode="auto">
              <a:xfrm>
                <a:off x="1450975" y="1193800"/>
                <a:ext cx="53975" cy="17463"/>
              </a:xfrm>
              <a:custGeom>
                <a:avLst/>
                <a:gdLst>
                  <a:gd name="T0" fmla="*/ 6 w 64"/>
                  <a:gd name="T1" fmla="*/ 21 h 21"/>
                  <a:gd name="T2" fmla="*/ 6 w 64"/>
                  <a:gd name="T3" fmla="*/ 21 h 21"/>
                  <a:gd name="T4" fmla="*/ 58 w 64"/>
                  <a:gd name="T5" fmla="*/ 16 h 21"/>
                  <a:gd name="T6" fmla="*/ 64 w 64"/>
                  <a:gd name="T7" fmla="*/ 7 h 21"/>
                  <a:gd name="T8" fmla="*/ 58 w 64"/>
                  <a:gd name="T9" fmla="*/ 0 h 21"/>
                  <a:gd name="T10" fmla="*/ 6 w 64"/>
                  <a:gd name="T11" fmla="*/ 5 h 21"/>
                  <a:gd name="T12" fmla="*/ 0 w 64"/>
                  <a:gd name="T13" fmla="*/ 13 h 21"/>
                  <a:gd name="T14" fmla="*/ 6 w 64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21">
                    <a:moveTo>
                      <a:pt x="6" y="21"/>
                    </a:moveTo>
                    <a:lnTo>
                      <a:pt x="6" y="21"/>
                    </a:lnTo>
                    <a:lnTo>
                      <a:pt x="58" y="16"/>
                    </a:lnTo>
                    <a:cubicBezTo>
                      <a:pt x="61" y="16"/>
                      <a:pt x="64" y="12"/>
                      <a:pt x="64" y="7"/>
                    </a:cubicBezTo>
                    <a:cubicBezTo>
                      <a:pt x="64" y="3"/>
                      <a:pt x="61" y="0"/>
                      <a:pt x="58" y="0"/>
                    </a:cubicBezTo>
                    <a:lnTo>
                      <a:pt x="6" y="5"/>
                    </a:lnTo>
                    <a:cubicBezTo>
                      <a:pt x="3" y="5"/>
                      <a:pt x="0" y="9"/>
                      <a:pt x="0" y="13"/>
                    </a:cubicBezTo>
                    <a:cubicBezTo>
                      <a:pt x="0" y="17"/>
                      <a:pt x="3" y="21"/>
                      <a:pt x="6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5" name="Freeform 38"/>
              <p:cNvSpPr>
                <a:spLocks/>
              </p:cNvSpPr>
              <p:nvPr/>
            </p:nvSpPr>
            <p:spPr bwMode="auto">
              <a:xfrm>
                <a:off x="1450975" y="1217613"/>
                <a:ext cx="53975" cy="20638"/>
              </a:xfrm>
              <a:custGeom>
                <a:avLst/>
                <a:gdLst>
                  <a:gd name="T0" fmla="*/ 58 w 64"/>
                  <a:gd name="T1" fmla="*/ 0 h 23"/>
                  <a:gd name="T2" fmla="*/ 58 w 64"/>
                  <a:gd name="T3" fmla="*/ 0 h 23"/>
                  <a:gd name="T4" fmla="*/ 58 w 64"/>
                  <a:gd name="T5" fmla="*/ 0 h 23"/>
                  <a:gd name="T6" fmla="*/ 6 w 64"/>
                  <a:gd name="T7" fmla="*/ 7 h 23"/>
                  <a:gd name="T8" fmla="*/ 0 w 64"/>
                  <a:gd name="T9" fmla="*/ 15 h 23"/>
                  <a:gd name="T10" fmla="*/ 6 w 64"/>
                  <a:gd name="T11" fmla="*/ 23 h 23"/>
                  <a:gd name="T12" fmla="*/ 6 w 64"/>
                  <a:gd name="T13" fmla="*/ 23 h 23"/>
                  <a:gd name="T14" fmla="*/ 58 w 64"/>
                  <a:gd name="T15" fmla="*/ 16 h 23"/>
                  <a:gd name="T16" fmla="*/ 64 w 64"/>
                  <a:gd name="T17" fmla="*/ 8 h 23"/>
                  <a:gd name="T18" fmla="*/ 58 w 64"/>
                  <a:gd name="T1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23">
                    <a:moveTo>
                      <a:pt x="58" y="0"/>
                    </a:moveTo>
                    <a:lnTo>
                      <a:pt x="58" y="0"/>
                    </a:lnTo>
                    <a:lnTo>
                      <a:pt x="58" y="0"/>
                    </a:lnTo>
                    <a:lnTo>
                      <a:pt x="6" y="7"/>
                    </a:lnTo>
                    <a:cubicBezTo>
                      <a:pt x="3" y="7"/>
                      <a:pt x="0" y="11"/>
                      <a:pt x="0" y="15"/>
                    </a:cubicBezTo>
                    <a:cubicBezTo>
                      <a:pt x="0" y="20"/>
                      <a:pt x="3" y="23"/>
                      <a:pt x="6" y="23"/>
                    </a:cubicBezTo>
                    <a:lnTo>
                      <a:pt x="6" y="23"/>
                    </a:lnTo>
                    <a:lnTo>
                      <a:pt x="58" y="16"/>
                    </a:lnTo>
                    <a:cubicBezTo>
                      <a:pt x="62" y="16"/>
                      <a:pt x="64" y="12"/>
                      <a:pt x="64" y="8"/>
                    </a:cubicBezTo>
                    <a:cubicBezTo>
                      <a:pt x="64" y="3"/>
                      <a:pt x="62" y="0"/>
                      <a:pt x="5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Freeform 39"/>
              <p:cNvSpPr>
                <a:spLocks/>
              </p:cNvSpPr>
              <p:nvPr/>
            </p:nvSpPr>
            <p:spPr bwMode="auto">
              <a:xfrm>
                <a:off x="1536700" y="1185863"/>
                <a:ext cx="41275" cy="14288"/>
              </a:xfrm>
              <a:custGeom>
                <a:avLst/>
                <a:gdLst>
                  <a:gd name="T0" fmla="*/ 4 w 48"/>
                  <a:gd name="T1" fmla="*/ 16 h 16"/>
                  <a:gd name="T2" fmla="*/ 4 w 48"/>
                  <a:gd name="T3" fmla="*/ 16 h 16"/>
                  <a:gd name="T4" fmla="*/ 4 w 48"/>
                  <a:gd name="T5" fmla="*/ 16 h 16"/>
                  <a:gd name="T6" fmla="*/ 44 w 48"/>
                  <a:gd name="T7" fmla="*/ 12 h 16"/>
                  <a:gd name="T8" fmla="*/ 48 w 48"/>
                  <a:gd name="T9" fmla="*/ 6 h 16"/>
                  <a:gd name="T10" fmla="*/ 44 w 48"/>
                  <a:gd name="T11" fmla="*/ 0 h 16"/>
                  <a:gd name="T12" fmla="*/ 4 w 48"/>
                  <a:gd name="T13" fmla="*/ 4 h 16"/>
                  <a:gd name="T14" fmla="*/ 0 w 48"/>
                  <a:gd name="T15" fmla="*/ 10 h 16"/>
                  <a:gd name="T16" fmla="*/ 4 w 48"/>
                  <a:gd name="T1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6">
                    <a:moveTo>
                      <a:pt x="4" y="16"/>
                    </a:moveTo>
                    <a:lnTo>
                      <a:pt x="4" y="16"/>
                    </a:lnTo>
                    <a:lnTo>
                      <a:pt x="4" y="16"/>
                    </a:lnTo>
                    <a:lnTo>
                      <a:pt x="44" y="12"/>
                    </a:lnTo>
                    <a:cubicBezTo>
                      <a:pt x="46" y="12"/>
                      <a:pt x="48" y="9"/>
                      <a:pt x="48" y="6"/>
                    </a:cubicBezTo>
                    <a:cubicBezTo>
                      <a:pt x="48" y="3"/>
                      <a:pt x="46" y="0"/>
                      <a:pt x="44" y="0"/>
                    </a:cubicBezTo>
                    <a:lnTo>
                      <a:pt x="4" y="4"/>
                    </a:lnTo>
                    <a:cubicBezTo>
                      <a:pt x="2" y="4"/>
                      <a:pt x="0" y="7"/>
                      <a:pt x="0" y="10"/>
                    </a:cubicBezTo>
                    <a:cubicBezTo>
                      <a:pt x="0" y="14"/>
                      <a:pt x="2" y="16"/>
                      <a:pt x="4" y="1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Freeform 40"/>
              <p:cNvSpPr>
                <a:spLocks/>
              </p:cNvSpPr>
              <p:nvPr/>
            </p:nvSpPr>
            <p:spPr bwMode="auto">
              <a:xfrm>
                <a:off x="1536700" y="1204913"/>
                <a:ext cx="41275" cy="15875"/>
              </a:xfrm>
              <a:custGeom>
                <a:avLst/>
                <a:gdLst>
                  <a:gd name="T0" fmla="*/ 44 w 48"/>
                  <a:gd name="T1" fmla="*/ 0 h 18"/>
                  <a:gd name="T2" fmla="*/ 44 w 48"/>
                  <a:gd name="T3" fmla="*/ 0 h 18"/>
                  <a:gd name="T4" fmla="*/ 44 w 48"/>
                  <a:gd name="T5" fmla="*/ 0 h 18"/>
                  <a:gd name="T6" fmla="*/ 4 w 48"/>
                  <a:gd name="T7" fmla="*/ 6 h 18"/>
                  <a:gd name="T8" fmla="*/ 0 w 48"/>
                  <a:gd name="T9" fmla="*/ 12 h 18"/>
                  <a:gd name="T10" fmla="*/ 4 w 48"/>
                  <a:gd name="T11" fmla="*/ 18 h 18"/>
                  <a:gd name="T12" fmla="*/ 4 w 48"/>
                  <a:gd name="T13" fmla="*/ 18 h 18"/>
                  <a:gd name="T14" fmla="*/ 44 w 48"/>
                  <a:gd name="T15" fmla="*/ 12 h 18"/>
                  <a:gd name="T16" fmla="*/ 48 w 48"/>
                  <a:gd name="T17" fmla="*/ 6 h 18"/>
                  <a:gd name="T18" fmla="*/ 44 w 48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18">
                    <a:moveTo>
                      <a:pt x="44" y="0"/>
                    </a:moveTo>
                    <a:lnTo>
                      <a:pt x="44" y="0"/>
                    </a:lnTo>
                    <a:lnTo>
                      <a:pt x="44" y="0"/>
                    </a:lnTo>
                    <a:lnTo>
                      <a:pt x="4" y="6"/>
                    </a:lnTo>
                    <a:cubicBezTo>
                      <a:pt x="2" y="6"/>
                      <a:pt x="0" y="9"/>
                      <a:pt x="0" y="12"/>
                    </a:cubicBezTo>
                    <a:cubicBezTo>
                      <a:pt x="0" y="15"/>
                      <a:pt x="2" y="18"/>
                      <a:pt x="4" y="18"/>
                    </a:cubicBezTo>
                    <a:lnTo>
                      <a:pt x="4" y="18"/>
                    </a:lnTo>
                    <a:lnTo>
                      <a:pt x="44" y="12"/>
                    </a:lnTo>
                    <a:cubicBezTo>
                      <a:pt x="46" y="12"/>
                      <a:pt x="48" y="10"/>
                      <a:pt x="48" y="6"/>
                    </a:cubicBezTo>
                    <a:cubicBezTo>
                      <a:pt x="48" y="3"/>
                      <a:pt x="46" y="0"/>
                      <a:pt x="44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Freeform 41"/>
              <p:cNvSpPr>
                <a:spLocks noEditPoints="1"/>
              </p:cNvSpPr>
              <p:nvPr/>
            </p:nvSpPr>
            <p:spPr bwMode="auto">
              <a:xfrm>
                <a:off x="1603375" y="960438"/>
                <a:ext cx="28575" cy="38100"/>
              </a:xfrm>
              <a:custGeom>
                <a:avLst/>
                <a:gdLst>
                  <a:gd name="T0" fmla="*/ 7 w 34"/>
                  <a:gd name="T1" fmla="*/ 12 h 45"/>
                  <a:gd name="T2" fmla="*/ 7 w 34"/>
                  <a:gd name="T3" fmla="*/ 12 h 45"/>
                  <a:gd name="T4" fmla="*/ 8 w 34"/>
                  <a:gd name="T5" fmla="*/ 8 h 45"/>
                  <a:gd name="T6" fmla="*/ 25 w 34"/>
                  <a:gd name="T7" fmla="*/ 14 h 45"/>
                  <a:gd name="T8" fmla="*/ 27 w 34"/>
                  <a:gd name="T9" fmla="*/ 18 h 45"/>
                  <a:gd name="T10" fmla="*/ 27 w 34"/>
                  <a:gd name="T11" fmla="*/ 34 h 45"/>
                  <a:gd name="T12" fmla="*/ 26 w 34"/>
                  <a:gd name="T13" fmla="*/ 37 h 45"/>
                  <a:gd name="T14" fmla="*/ 8 w 34"/>
                  <a:gd name="T15" fmla="*/ 36 h 45"/>
                  <a:gd name="T16" fmla="*/ 7 w 34"/>
                  <a:gd name="T17" fmla="*/ 31 h 45"/>
                  <a:gd name="T18" fmla="*/ 7 w 34"/>
                  <a:gd name="T19" fmla="*/ 12 h 45"/>
                  <a:gd name="T20" fmla="*/ 1 w 34"/>
                  <a:gd name="T21" fmla="*/ 39 h 45"/>
                  <a:gd name="T22" fmla="*/ 1 w 34"/>
                  <a:gd name="T23" fmla="*/ 39 h 45"/>
                  <a:gd name="T24" fmla="*/ 7 w 34"/>
                  <a:gd name="T25" fmla="*/ 43 h 45"/>
                  <a:gd name="T26" fmla="*/ 27 w 34"/>
                  <a:gd name="T27" fmla="*/ 45 h 45"/>
                  <a:gd name="T28" fmla="*/ 27 w 34"/>
                  <a:gd name="T29" fmla="*/ 45 h 45"/>
                  <a:gd name="T30" fmla="*/ 34 w 34"/>
                  <a:gd name="T31" fmla="*/ 34 h 45"/>
                  <a:gd name="T32" fmla="*/ 34 w 34"/>
                  <a:gd name="T33" fmla="*/ 18 h 45"/>
                  <a:gd name="T34" fmla="*/ 28 w 34"/>
                  <a:gd name="T35" fmla="*/ 7 h 45"/>
                  <a:gd name="T36" fmla="*/ 8 w 34"/>
                  <a:gd name="T37" fmla="*/ 0 h 45"/>
                  <a:gd name="T38" fmla="*/ 7 w 34"/>
                  <a:gd name="T39" fmla="*/ 0 h 45"/>
                  <a:gd name="T40" fmla="*/ 0 w 34"/>
                  <a:gd name="T41" fmla="*/ 12 h 45"/>
                  <a:gd name="T42" fmla="*/ 0 w 34"/>
                  <a:gd name="T43" fmla="*/ 31 h 45"/>
                  <a:gd name="T44" fmla="*/ 1 w 34"/>
                  <a:gd name="T45" fmla="*/ 3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5">
                    <a:moveTo>
                      <a:pt x="7" y="12"/>
                    </a:moveTo>
                    <a:lnTo>
                      <a:pt x="7" y="12"/>
                    </a:lnTo>
                    <a:cubicBezTo>
                      <a:pt x="7" y="10"/>
                      <a:pt x="8" y="9"/>
                      <a:pt x="8" y="8"/>
                    </a:cubicBezTo>
                    <a:lnTo>
                      <a:pt x="25" y="14"/>
                    </a:lnTo>
                    <a:cubicBezTo>
                      <a:pt x="26" y="14"/>
                      <a:pt x="27" y="16"/>
                      <a:pt x="27" y="18"/>
                    </a:cubicBezTo>
                    <a:lnTo>
                      <a:pt x="27" y="34"/>
                    </a:lnTo>
                    <a:cubicBezTo>
                      <a:pt x="27" y="36"/>
                      <a:pt x="26" y="37"/>
                      <a:pt x="26" y="37"/>
                    </a:cubicBezTo>
                    <a:lnTo>
                      <a:pt x="8" y="36"/>
                    </a:lnTo>
                    <a:cubicBezTo>
                      <a:pt x="8" y="35"/>
                      <a:pt x="7" y="34"/>
                      <a:pt x="7" y="31"/>
                    </a:cubicBezTo>
                    <a:lnTo>
                      <a:pt x="7" y="12"/>
                    </a:lnTo>
                    <a:close/>
                    <a:moveTo>
                      <a:pt x="1" y="39"/>
                    </a:moveTo>
                    <a:lnTo>
                      <a:pt x="1" y="39"/>
                    </a:lnTo>
                    <a:cubicBezTo>
                      <a:pt x="3" y="43"/>
                      <a:pt x="6" y="43"/>
                      <a:pt x="7" y="43"/>
                    </a:cubicBezTo>
                    <a:lnTo>
                      <a:pt x="27" y="45"/>
                    </a:lnTo>
                    <a:lnTo>
                      <a:pt x="27" y="45"/>
                    </a:lnTo>
                    <a:cubicBezTo>
                      <a:pt x="31" y="45"/>
                      <a:pt x="34" y="40"/>
                      <a:pt x="34" y="34"/>
                    </a:cubicBezTo>
                    <a:lnTo>
                      <a:pt x="34" y="18"/>
                    </a:lnTo>
                    <a:cubicBezTo>
                      <a:pt x="34" y="13"/>
                      <a:pt x="32" y="7"/>
                      <a:pt x="28" y="7"/>
                    </a:cubicBezTo>
                    <a:lnTo>
                      <a:pt x="8" y="0"/>
                    </a:lnTo>
                    <a:lnTo>
                      <a:pt x="7" y="0"/>
                    </a:lnTo>
                    <a:cubicBezTo>
                      <a:pt x="3" y="0"/>
                      <a:pt x="0" y="5"/>
                      <a:pt x="0" y="12"/>
                    </a:cubicBezTo>
                    <a:lnTo>
                      <a:pt x="0" y="31"/>
                    </a:lnTo>
                    <a:cubicBezTo>
                      <a:pt x="0" y="34"/>
                      <a:pt x="1" y="37"/>
                      <a:pt x="1" y="3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Freeform 42"/>
              <p:cNvSpPr>
                <a:spLocks noEditPoints="1"/>
              </p:cNvSpPr>
              <p:nvPr/>
            </p:nvSpPr>
            <p:spPr bwMode="auto">
              <a:xfrm>
                <a:off x="1603375" y="1033463"/>
                <a:ext cx="28575" cy="39688"/>
              </a:xfrm>
              <a:custGeom>
                <a:avLst/>
                <a:gdLst>
                  <a:gd name="T0" fmla="*/ 7 w 34"/>
                  <a:gd name="T1" fmla="*/ 12 h 47"/>
                  <a:gd name="T2" fmla="*/ 7 w 34"/>
                  <a:gd name="T3" fmla="*/ 12 h 47"/>
                  <a:gd name="T4" fmla="*/ 8 w 34"/>
                  <a:gd name="T5" fmla="*/ 8 h 47"/>
                  <a:gd name="T6" fmla="*/ 25 w 34"/>
                  <a:gd name="T7" fmla="*/ 12 h 47"/>
                  <a:gd name="T8" fmla="*/ 27 w 34"/>
                  <a:gd name="T9" fmla="*/ 16 h 47"/>
                  <a:gd name="T10" fmla="*/ 27 w 34"/>
                  <a:gd name="T11" fmla="*/ 36 h 47"/>
                  <a:gd name="T12" fmla="*/ 26 w 34"/>
                  <a:gd name="T13" fmla="*/ 40 h 47"/>
                  <a:gd name="T14" fmla="*/ 8 w 34"/>
                  <a:gd name="T15" fmla="*/ 40 h 47"/>
                  <a:gd name="T16" fmla="*/ 7 w 34"/>
                  <a:gd name="T17" fmla="*/ 36 h 47"/>
                  <a:gd name="T18" fmla="*/ 7 w 34"/>
                  <a:gd name="T19" fmla="*/ 12 h 47"/>
                  <a:gd name="T20" fmla="*/ 7 w 34"/>
                  <a:gd name="T21" fmla="*/ 47 h 47"/>
                  <a:gd name="T22" fmla="*/ 7 w 34"/>
                  <a:gd name="T23" fmla="*/ 47 h 47"/>
                  <a:gd name="T24" fmla="*/ 27 w 34"/>
                  <a:gd name="T25" fmla="*/ 47 h 47"/>
                  <a:gd name="T26" fmla="*/ 34 w 34"/>
                  <a:gd name="T27" fmla="*/ 36 h 47"/>
                  <a:gd name="T28" fmla="*/ 34 w 34"/>
                  <a:gd name="T29" fmla="*/ 16 h 47"/>
                  <a:gd name="T30" fmla="*/ 27 w 34"/>
                  <a:gd name="T31" fmla="*/ 5 h 47"/>
                  <a:gd name="T32" fmla="*/ 8 w 34"/>
                  <a:gd name="T33" fmla="*/ 1 h 47"/>
                  <a:gd name="T34" fmla="*/ 7 w 34"/>
                  <a:gd name="T35" fmla="*/ 0 h 47"/>
                  <a:gd name="T36" fmla="*/ 0 w 34"/>
                  <a:gd name="T37" fmla="*/ 12 h 47"/>
                  <a:gd name="T38" fmla="*/ 0 w 34"/>
                  <a:gd name="T39" fmla="*/ 36 h 47"/>
                  <a:gd name="T40" fmla="*/ 7 w 34"/>
                  <a:gd name="T41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" h="47">
                    <a:moveTo>
                      <a:pt x="7" y="12"/>
                    </a:moveTo>
                    <a:lnTo>
                      <a:pt x="7" y="12"/>
                    </a:lnTo>
                    <a:cubicBezTo>
                      <a:pt x="7" y="10"/>
                      <a:pt x="8" y="9"/>
                      <a:pt x="8" y="8"/>
                    </a:cubicBezTo>
                    <a:lnTo>
                      <a:pt x="25" y="12"/>
                    </a:lnTo>
                    <a:cubicBezTo>
                      <a:pt x="26" y="13"/>
                      <a:pt x="27" y="14"/>
                      <a:pt x="27" y="16"/>
                    </a:cubicBezTo>
                    <a:lnTo>
                      <a:pt x="27" y="36"/>
                    </a:lnTo>
                    <a:cubicBezTo>
                      <a:pt x="27" y="38"/>
                      <a:pt x="26" y="40"/>
                      <a:pt x="26" y="40"/>
                    </a:cubicBezTo>
                    <a:lnTo>
                      <a:pt x="8" y="40"/>
                    </a:lnTo>
                    <a:cubicBezTo>
                      <a:pt x="8" y="39"/>
                      <a:pt x="7" y="38"/>
                      <a:pt x="7" y="36"/>
                    </a:cubicBezTo>
                    <a:lnTo>
                      <a:pt x="7" y="12"/>
                    </a:lnTo>
                    <a:close/>
                    <a:moveTo>
                      <a:pt x="7" y="47"/>
                    </a:moveTo>
                    <a:lnTo>
                      <a:pt x="7" y="47"/>
                    </a:lnTo>
                    <a:lnTo>
                      <a:pt x="27" y="47"/>
                    </a:lnTo>
                    <a:cubicBezTo>
                      <a:pt x="31" y="47"/>
                      <a:pt x="34" y="42"/>
                      <a:pt x="34" y="36"/>
                    </a:cubicBezTo>
                    <a:lnTo>
                      <a:pt x="34" y="16"/>
                    </a:lnTo>
                    <a:cubicBezTo>
                      <a:pt x="34" y="11"/>
                      <a:pt x="31" y="6"/>
                      <a:pt x="27" y="5"/>
                    </a:cubicBezTo>
                    <a:lnTo>
                      <a:pt x="8" y="1"/>
                    </a:lnTo>
                    <a:lnTo>
                      <a:pt x="7" y="0"/>
                    </a:lnTo>
                    <a:cubicBezTo>
                      <a:pt x="3" y="0"/>
                      <a:pt x="0" y="5"/>
                      <a:pt x="0" y="12"/>
                    </a:cubicBezTo>
                    <a:lnTo>
                      <a:pt x="0" y="36"/>
                    </a:lnTo>
                    <a:cubicBezTo>
                      <a:pt x="0" y="42"/>
                      <a:pt x="3" y="47"/>
                      <a:pt x="7" y="4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Freeform 43"/>
              <p:cNvSpPr>
                <a:spLocks noEditPoints="1"/>
              </p:cNvSpPr>
              <p:nvPr/>
            </p:nvSpPr>
            <p:spPr bwMode="auto">
              <a:xfrm>
                <a:off x="1601788" y="1108075"/>
                <a:ext cx="30162" cy="38100"/>
              </a:xfrm>
              <a:custGeom>
                <a:avLst/>
                <a:gdLst>
                  <a:gd name="T0" fmla="*/ 7 w 35"/>
                  <a:gd name="T1" fmla="*/ 11 h 45"/>
                  <a:gd name="T2" fmla="*/ 7 w 35"/>
                  <a:gd name="T3" fmla="*/ 11 h 45"/>
                  <a:gd name="T4" fmla="*/ 8 w 35"/>
                  <a:gd name="T5" fmla="*/ 7 h 45"/>
                  <a:gd name="T6" fmla="*/ 27 w 35"/>
                  <a:gd name="T7" fmla="*/ 8 h 45"/>
                  <a:gd name="T8" fmla="*/ 27 w 35"/>
                  <a:gd name="T9" fmla="*/ 11 h 45"/>
                  <a:gd name="T10" fmla="*/ 27 w 35"/>
                  <a:gd name="T11" fmla="*/ 33 h 45"/>
                  <a:gd name="T12" fmla="*/ 27 w 35"/>
                  <a:gd name="T13" fmla="*/ 36 h 45"/>
                  <a:gd name="T14" fmla="*/ 8 w 35"/>
                  <a:gd name="T15" fmla="*/ 38 h 45"/>
                  <a:gd name="T16" fmla="*/ 7 w 35"/>
                  <a:gd name="T17" fmla="*/ 34 h 45"/>
                  <a:gd name="T18" fmla="*/ 7 w 35"/>
                  <a:gd name="T19" fmla="*/ 11 h 45"/>
                  <a:gd name="T20" fmla="*/ 6 w 35"/>
                  <a:gd name="T21" fmla="*/ 45 h 45"/>
                  <a:gd name="T22" fmla="*/ 6 w 35"/>
                  <a:gd name="T23" fmla="*/ 45 h 45"/>
                  <a:gd name="T24" fmla="*/ 28 w 35"/>
                  <a:gd name="T25" fmla="*/ 43 h 45"/>
                  <a:gd name="T26" fmla="*/ 35 w 35"/>
                  <a:gd name="T27" fmla="*/ 33 h 45"/>
                  <a:gd name="T28" fmla="*/ 35 w 35"/>
                  <a:gd name="T29" fmla="*/ 11 h 45"/>
                  <a:gd name="T30" fmla="*/ 28 w 35"/>
                  <a:gd name="T31" fmla="*/ 1 h 45"/>
                  <a:gd name="T32" fmla="*/ 7 w 35"/>
                  <a:gd name="T33" fmla="*/ 0 h 45"/>
                  <a:gd name="T34" fmla="*/ 6 w 35"/>
                  <a:gd name="T35" fmla="*/ 0 h 45"/>
                  <a:gd name="T36" fmla="*/ 0 w 35"/>
                  <a:gd name="T37" fmla="*/ 11 h 45"/>
                  <a:gd name="T38" fmla="*/ 0 w 35"/>
                  <a:gd name="T39" fmla="*/ 34 h 45"/>
                  <a:gd name="T40" fmla="*/ 6 w 35"/>
                  <a:gd name="T41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45">
                    <a:moveTo>
                      <a:pt x="7" y="11"/>
                    </a:moveTo>
                    <a:lnTo>
                      <a:pt x="7" y="11"/>
                    </a:lnTo>
                    <a:cubicBezTo>
                      <a:pt x="7" y="9"/>
                      <a:pt x="7" y="8"/>
                      <a:pt x="8" y="7"/>
                    </a:cubicBezTo>
                    <a:lnTo>
                      <a:pt x="27" y="8"/>
                    </a:lnTo>
                    <a:cubicBezTo>
                      <a:pt x="27" y="9"/>
                      <a:pt x="27" y="10"/>
                      <a:pt x="27" y="11"/>
                    </a:cubicBezTo>
                    <a:lnTo>
                      <a:pt x="27" y="33"/>
                    </a:lnTo>
                    <a:cubicBezTo>
                      <a:pt x="27" y="34"/>
                      <a:pt x="27" y="35"/>
                      <a:pt x="27" y="36"/>
                    </a:cubicBezTo>
                    <a:lnTo>
                      <a:pt x="8" y="38"/>
                    </a:lnTo>
                    <a:cubicBezTo>
                      <a:pt x="7" y="37"/>
                      <a:pt x="7" y="36"/>
                      <a:pt x="7" y="34"/>
                    </a:cubicBezTo>
                    <a:lnTo>
                      <a:pt x="7" y="11"/>
                    </a:lnTo>
                    <a:close/>
                    <a:moveTo>
                      <a:pt x="6" y="45"/>
                    </a:moveTo>
                    <a:lnTo>
                      <a:pt x="6" y="45"/>
                    </a:lnTo>
                    <a:lnTo>
                      <a:pt x="28" y="43"/>
                    </a:lnTo>
                    <a:cubicBezTo>
                      <a:pt x="32" y="43"/>
                      <a:pt x="35" y="38"/>
                      <a:pt x="35" y="33"/>
                    </a:cubicBezTo>
                    <a:lnTo>
                      <a:pt x="35" y="11"/>
                    </a:lnTo>
                    <a:cubicBezTo>
                      <a:pt x="35" y="7"/>
                      <a:pt x="33" y="1"/>
                      <a:pt x="28" y="1"/>
                    </a:cubicBezTo>
                    <a:lnTo>
                      <a:pt x="7" y="0"/>
                    </a:lnTo>
                    <a:lnTo>
                      <a:pt x="6" y="0"/>
                    </a:lnTo>
                    <a:cubicBezTo>
                      <a:pt x="2" y="0"/>
                      <a:pt x="0" y="4"/>
                      <a:pt x="0" y="11"/>
                    </a:cubicBezTo>
                    <a:lnTo>
                      <a:pt x="0" y="34"/>
                    </a:lnTo>
                    <a:cubicBezTo>
                      <a:pt x="0" y="41"/>
                      <a:pt x="2" y="45"/>
                      <a:pt x="6" y="4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Freeform 44"/>
              <p:cNvSpPr>
                <a:spLocks/>
              </p:cNvSpPr>
              <p:nvPr/>
            </p:nvSpPr>
            <p:spPr bwMode="auto">
              <a:xfrm>
                <a:off x="1603375" y="1177925"/>
                <a:ext cx="26987" cy="12700"/>
              </a:xfrm>
              <a:custGeom>
                <a:avLst/>
                <a:gdLst>
                  <a:gd name="T0" fmla="*/ 3 w 33"/>
                  <a:gd name="T1" fmla="*/ 14 h 14"/>
                  <a:gd name="T2" fmla="*/ 3 w 33"/>
                  <a:gd name="T3" fmla="*/ 14 h 14"/>
                  <a:gd name="T4" fmla="*/ 3 w 33"/>
                  <a:gd name="T5" fmla="*/ 14 h 14"/>
                  <a:gd name="T6" fmla="*/ 30 w 33"/>
                  <a:gd name="T7" fmla="*/ 11 h 14"/>
                  <a:gd name="T8" fmla="*/ 33 w 33"/>
                  <a:gd name="T9" fmla="*/ 6 h 14"/>
                  <a:gd name="T10" fmla="*/ 30 w 33"/>
                  <a:gd name="T11" fmla="*/ 0 h 14"/>
                  <a:gd name="T12" fmla="*/ 3 w 33"/>
                  <a:gd name="T13" fmla="*/ 3 h 14"/>
                  <a:gd name="T14" fmla="*/ 0 w 33"/>
                  <a:gd name="T15" fmla="*/ 9 h 14"/>
                  <a:gd name="T16" fmla="*/ 3 w 33"/>
                  <a:gd name="T1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14">
                    <a:moveTo>
                      <a:pt x="3" y="14"/>
                    </a:moveTo>
                    <a:lnTo>
                      <a:pt x="3" y="14"/>
                    </a:lnTo>
                    <a:lnTo>
                      <a:pt x="3" y="14"/>
                    </a:lnTo>
                    <a:lnTo>
                      <a:pt x="30" y="11"/>
                    </a:lnTo>
                    <a:cubicBezTo>
                      <a:pt x="31" y="11"/>
                      <a:pt x="33" y="9"/>
                      <a:pt x="33" y="6"/>
                    </a:cubicBezTo>
                    <a:cubicBezTo>
                      <a:pt x="33" y="3"/>
                      <a:pt x="31" y="0"/>
                      <a:pt x="30" y="0"/>
                    </a:cubicBezTo>
                    <a:lnTo>
                      <a:pt x="3" y="3"/>
                    </a:lnTo>
                    <a:cubicBezTo>
                      <a:pt x="1" y="3"/>
                      <a:pt x="0" y="6"/>
                      <a:pt x="0" y="9"/>
                    </a:cubicBezTo>
                    <a:cubicBezTo>
                      <a:pt x="0" y="12"/>
                      <a:pt x="1" y="14"/>
                      <a:pt x="3" y="1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Freeform 45"/>
              <p:cNvSpPr>
                <a:spLocks/>
              </p:cNvSpPr>
              <p:nvPr/>
            </p:nvSpPr>
            <p:spPr bwMode="auto">
              <a:xfrm>
                <a:off x="1603375" y="1196975"/>
                <a:ext cx="26987" cy="12700"/>
              </a:xfrm>
              <a:custGeom>
                <a:avLst/>
                <a:gdLst>
                  <a:gd name="T0" fmla="*/ 30 w 33"/>
                  <a:gd name="T1" fmla="*/ 0 h 15"/>
                  <a:gd name="T2" fmla="*/ 30 w 33"/>
                  <a:gd name="T3" fmla="*/ 0 h 15"/>
                  <a:gd name="T4" fmla="*/ 3 w 33"/>
                  <a:gd name="T5" fmla="*/ 4 h 15"/>
                  <a:gd name="T6" fmla="*/ 0 w 33"/>
                  <a:gd name="T7" fmla="*/ 9 h 15"/>
                  <a:gd name="T8" fmla="*/ 3 w 33"/>
                  <a:gd name="T9" fmla="*/ 15 h 15"/>
                  <a:gd name="T10" fmla="*/ 3 w 33"/>
                  <a:gd name="T11" fmla="*/ 15 h 15"/>
                  <a:gd name="T12" fmla="*/ 30 w 33"/>
                  <a:gd name="T13" fmla="*/ 11 h 15"/>
                  <a:gd name="T14" fmla="*/ 33 w 33"/>
                  <a:gd name="T15" fmla="*/ 5 h 15"/>
                  <a:gd name="T16" fmla="*/ 30 w 33"/>
                  <a:gd name="T1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15">
                    <a:moveTo>
                      <a:pt x="30" y="0"/>
                    </a:moveTo>
                    <a:lnTo>
                      <a:pt x="30" y="0"/>
                    </a:lnTo>
                    <a:lnTo>
                      <a:pt x="3" y="4"/>
                    </a:lnTo>
                    <a:cubicBezTo>
                      <a:pt x="1" y="4"/>
                      <a:pt x="0" y="6"/>
                      <a:pt x="0" y="9"/>
                    </a:cubicBezTo>
                    <a:cubicBezTo>
                      <a:pt x="0" y="13"/>
                      <a:pt x="1" y="15"/>
                      <a:pt x="3" y="15"/>
                    </a:cubicBezTo>
                    <a:lnTo>
                      <a:pt x="3" y="15"/>
                    </a:lnTo>
                    <a:lnTo>
                      <a:pt x="30" y="11"/>
                    </a:lnTo>
                    <a:cubicBezTo>
                      <a:pt x="31" y="11"/>
                      <a:pt x="33" y="8"/>
                      <a:pt x="33" y="5"/>
                    </a:cubicBezTo>
                    <a:cubicBezTo>
                      <a:pt x="33" y="2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Freeform 46"/>
              <p:cNvSpPr>
                <a:spLocks/>
              </p:cNvSpPr>
              <p:nvPr/>
            </p:nvSpPr>
            <p:spPr bwMode="auto">
              <a:xfrm>
                <a:off x="1652588" y="1177925"/>
                <a:ext cx="19050" cy="9525"/>
              </a:xfrm>
              <a:custGeom>
                <a:avLst/>
                <a:gdLst>
                  <a:gd name="T0" fmla="*/ 2 w 22"/>
                  <a:gd name="T1" fmla="*/ 10 h 10"/>
                  <a:gd name="T2" fmla="*/ 2 w 22"/>
                  <a:gd name="T3" fmla="*/ 10 h 10"/>
                  <a:gd name="T4" fmla="*/ 20 w 22"/>
                  <a:gd name="T5" fmla="*/ 8 h 10"/>
                  <a:gd name="T6" fmla="*/ 22 w 22"/>
                  <a:gd name="T7" fmla="*/ 4 h 10"/>
                  <a:gd name="T8" fmla="*/ 20 w 22"/>
                  <a:gd name="T9" fmla="*/ 0 h 10"/>
                  <a:gd name="T10" fmla="*/ 2 w 22"/>
                  <a:gd name="T11" fmla="*/ 2 h 10"/>
                  <a:gd name="T12" fmla="*/ 0 w 22"/>
                  <a:gd name="T13" fmla="*/ 6 h 10"/>
                  <a:gd name="T14" fmla="*/ 2 w 22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10">
                    <a:moveTo>
                      <a:pt x="2" y="10"/>
                    </a:moveTo>
                    <a:lnTo>
                      <a:pt x="2" y="10"/>
                    </a:lnTo>
                    <a:lnTo>
                      <a:pt x="20" y="8"/>
                    </a:lnTo>
                    <a:cubicBezTo>
                      <a:pt x="22" y="8"/>
                      <a:pt x="22" y="6"/>
                      <a:pt x="22" y="4"/>
                    </a:cubicBezTo>
                    <a:cubicBezTo>
                      <a:pt x="22" y="2"/>
                      <a:pt x="22" y="0"/>
                      <a:pt x="20" y="0"/>
                    </a:cubicBezTo>
                    <a:lnTo>
                      <a:pt x="2" y="2"/>
                    </a:lnTo>
                    <a:cubicBezTo>
                      <a:pt x="1" y="2"/>
                      <a:pt x="0" y="4"/>
                      <a:pt x="0" y="6"/>
                    </a:cubicBezTo>
                    <a:cubicBezTo>
                      <a:pt x="0" y="8"/>
                      <a:pt x="1" y="10"/>
                      <a:pt x="2" y="1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Freeform 47"/>
              <p:cNvSpPr>
                <a:spLocks/>
              </p:cNvSpPr>
              <p:nvPr/>
            </p:nvSpPr>
            <p:spPr bwMode="auto">
              <a:xfrm>
                <a:off x="1652588" y="1190625"/>
                <a:ext cx="19050" cy="9525"/>
              </a:xfrm>
              <a:custGeom>
                <a:avLst/>
                <a:gdLst>
                  <a:gd name="T0" fmla="*/ 20 w 22"/>
                  <a:gd name="T1" fmla="*/ 0 h 11"/>
                  <a:gd name="T2" fmla="*/ 20 w 22"/>
                  <a:gd name="T3" fmla="*/ 0 h 11"/>
                  <a:gd name="T4" fmla="*/ 2 w 22"/>
                  <a:gd name="T5" fmla="*/ 3 h 11"/>
                  <a:gd name="T6" fmla="*/ 0 w 22"/>
                  <a:gd name="T7" fmla="*/ 7 h 11"/>
                  <a:gd name="T8" fmla="*/ 2 w 22"/>
                  <a:gd name="T9" fmla="*/ 11 h 11"/>
                  <a:gd name="T10" fmla="*/ 2 w 22"/>
                  <a:gd name="T11" fmla="*/ 11 h 11"/>
                  <a:gd name="T12" fmla="*/ 20 w 22"/>
                  <a:gd name="T13" fmla="*/ 8 h 11"/>
                  <a:gd name="T14" fmla="*/ 22 w 22"/>
                  <a:gd name="T15" fmla="*/ 4 h 11"/>
                  <a:gd name="T16" fmla="*/ 20 w 22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11">
                    <a:moveTo>
                      <a:pt x="20" y="0"/>
                    </a:moveTo>
                    <a:lnTo>
                      <a:pt x="20" y="0"/>
                    </a:lnTo>
                    <a:lnTo>
                      <a:pt x="2" y="3"/>
                    </a:lnTo>
                    <a:cubicBezTo>
                      <a:pt x="1" y="3"/>
                      <a:pt x="0" y="5"/>
                      <a:pt x="0" y="7"/>
                    </a:cubicBezTo>
                    <a:cubicBezTo>
                      <a:pt x="0" y="9"/>
                      <a:pt x="1" y="11"/>
                      <a:pt x="2" y="11"/>
                    </a:cubicBezTo>
                    <a:lnTo>
                      <a:pt x="2" y="11"/>
                    </a:lnTo>
                    <a:lnTo>
                      <a:pt x="20" y="8"/>
                    </a:lnTo>
                    <a:cubicBezTo>
                      <a:pt x="22" y="8"/>
                      <a:pt x="22" y="6"/>
                      <a:pt x="22" y="4"/>
                    </a:cubicBezTo>
                    <a:cubicBezTo>
                      <a:pt x="22" y="2"/>
                      <a:pt x="22" y="0"/>
                      <a:pt x="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Freeform 48"/>
              <p:cNvSpPr>
                <a:spLocks noEditPoints="1"/>
              </p:cNvSpPr>
              <p:nvPr/>
            </p:nvSpPr>
            <p:spPr bwMode="auto">
              <a:xfrm>
                <a:off x="1654175" y="976313"/>
                <a:ext cx="19050" cy="26988"/>
              </a:xfrm>
              <a:custGeom>
                <a:avLst/>
                <a:gdLst>
                  <a:gd name="T0" fmla="*/ 5 w 23"/>
                  <a:gd name="T1" fmla="*/ 8 h 31"/>
                  <a:gd name="T2" fmla="*/ 5 w 23"/>
                  <a:gd name="T3" fmla="*/ 8 h 31"/>
                  <a:gd name="T4" fmla="*/ 5 w 23"/>
                  <a:gd name="T5" fmla="*/ 5 h 31"/>
                  <a:gd name="T6" fmla="*/ 17 w 23"/>
                  <a:gd name="T7" fmla="*/ 9 h 31"/>
                  <a:gd name="T8" fmla="*/ 18 w 23"/>
                  <a:gd name="T9" fmla="*/ 12 h 31"/>
                  <a:gd name="T10" fmla="*/ 18 w 23"/>
                  <a:gd name="T11" fmla="*/ 23 h 31"/>
                  <a:gd name="T12" fmla="*/ 17 w 23"/>
                  <a:gd name="T13" fmla="*/ 26 h 31"/>
                  <a:gd name="T14" fmla="*/ 5 w 23"/>
                  <a:gd name="T15" fmla="*/ 24 h 31"/>
                  <a:gd name="T16" fmla="*/ 5 w 23"/>
                  <a:gd name="T17" fmla="*/ 21 h 31"/>
                  <a:gd name="T18" fmla="*/ 5 w 23"/>
                  <a:gd name="T19" fmla="*/ 8 h 31"/>
                  <a:gd name="T20" fmla="*/ 1 w 23"/>
                  <a:gd name="T21" fmla="*/ 26 h 31"/>
                  <a:gd name="T22" fmla="*/ 1 w 23"/>
                  <a:gd name="T23" fmla="*/ 26 h 31"/>
                  <a:gd name="T24" fmla="*/ 4 w 23"/>
                  <a:gd name="T25" fmla="*/ 29 h 31"/>
                  <a:gd name="T26" fmla="*/ 5 w 23"/>
                  <a:gd name="T27" fmla="*/ 29 h 31"/>
                  <a:gd name="T28" fmla="*/ 18 w 23"/>
                  <a:gd name="T29" fmla="*/ 31 h 31"/>
                  <a:gd name="T30" fmla="*/ 18 w 23"/>
                  <a:gd name="T31" fmla="*/ 30 h 31"/>
                  <a:gd name="T32" fmla="*/ 23 w 23"/>
                  <a:gd name="T33" fmla="*/ 23 h 31"/>
                  <a:gd name="T34" fmla="*/ 23 w 23"/>
                  <a:gd name="T35" fmla="*/ 12 h 31"/>
                  <a:gd name="T36" fmla="*/ 19 w 23"/>
                  <a:gd name="T37" fmla="*/ 4 h 31"/>
                  <a:gd name="T38" fmla="*/ 5 w 23"/>
                  <a:gd name="T39" fmla="*/ 0 h 31"/>
                  <a:gd name="T40" fmla="*/ 4 w 23"/>
                  <a:gd name="T41" fmla="*/ 0 h 31"/>
                  <a:gd name="T42" fmla="*/ 0 w 23"/>
                  <a:gd name="T43" fmla="*/ 8 h 31"/>
                  <a:gd name="T44" fmla="*/ 0 w 23"/>
                  <a:gd name="T45" fmla="*/ 21 h 31"/>
                  <a:gd name="T46" fmla="*/ 1 w 23"/>
                  <a:gd name="T47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3" h="31">
                    <a:moveTo>
                      <a:pt x="5" y="8"/>
                    </a:moveTo>
                    <a:lnTo>
                      <a:pt x="5" y="8"/>
                    </a:lnTo>
                    <a:cubicBezTo>
                      <a:pt x="5" y="6"/>
                      <a:pt x="5" y="5"/>
                      <a:pt x="5" y="5"/>
                    </a:cubicBezTo>
                    <a:lnTo>
                      <a:pt x="17" y="9"/>
                    </a:lnTo>
                    <a:cubicBezTo>
                      <a:pt x="17" y="9"/>
                      <a:pt x="18" y="10"/>
                      <a:pt x="18" y="12"/>
                    </a:cubicBezTo>
                    <a:lnTo>
                      <a:pt x="18" y="23"/>
                    </a:lnTo>
                    <a:cubicBezTo>
                      <a:pt x="18" y="24"/>
                      <a:pt x="18" y="25"/>
                      <a:pt x="17" y="26"/>
                    </a:cubicBezTo>
                    <a:lnTo>
                      <a:pt x="5" y="24"/>
                    </a:lnTo>
                    <a:cubicBezTo>
                      <a:pt x="5" y="24"/>
                      <a:pt x="5" y="23"/>
                      <a:pt x="5" y="21"/>
                    </a:cubicBezTo>
                    <a:lnTo>
                      <a:pt x="5" y="8"/>
                    </a:lnTo>
                    <a:close/>
                    <a:moveTo>
                      <a:pt x="1" y="26"/>
                    </a:moveTo>
                    <a:lnTo>
                      <a:pt x="1" y="26"/>
                    </a:lnTo>
                    <a:cubicBezTo>
                      <a:pt x="2" y="29"/>
                      <a:pt x="4" y="29"/>
                      <a:pt x="4" y="29"/>
                    </a:cubicBezTo>
                    <a:lnTo>
                      <a:pt x="5" y="29"/>
                    </a:lnTo>
                    <a:lnTo>
                      <a:pt x="18" y="31"/>
                    </a:lnTo>
                    <a:lnTo>
                      <a:pt x="18" y="30"/>
                    </a:lnTo>
                    <a:cubicBezTo>
                      <a:pt x="21" y="30"/>
                      <a:pt x="23" y="27"/>
                      <a:pt x="23" y="23"/>
                    </a:cubicBezTo>
                    <a:lnTo>
                      <a:pt x="23" y="12"/>
                    </a:lnTo>
                    <a:cubicBezTo>
                      <a:pt x="23" y="8"/>
                      <a:pt x="21" y="5"/>
                      <a:pt x="19" y="4"/>
                    </a:cubicBezTo>
                    <a:lnTo>
                      <a:pt x="5" y="0"/>
                    </a:lnTo>
                    <a:lnTo>
                      <a:pt x="4" y="0"/>
                    </a:lnTo>
                    <a:cubicBezTo>
                      <a:pt x="2" y="0"/>
                      <a:pt x="0" y="3"/>
                      <a:pt x="0" y="8"/>
                    </a:cubicBezTo>
                    <a:lnTo>
                      <a:pt x="0" y="21"/>
                    </a:lnTo>
                    <a:cubicBezTo>
                      <a:pt x="0" y="23"/>
                      <a:pt x="0" y="25"/>
                      <a:pt x="1" y="2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6" name="Freeform 49"/>
              <p:cNvSpPr>
                <a:spLocks noEditPoints="1"/>
              </p:cNvSpPr>
              <p:nvPr/>
            </p:nvSpPr>
            <p:spPr bwMode="auto">
              <a:xfrm>
                <a:off x="1654175" y="1047750"/>
                <a:ext cx="19050" cy="25400"/>
              </a:xfrm>
              <a:custGeom>
                <a:avLst/>
                <a:gdLst>
                  <a:gd name="T0" fmla="*/ 5 w 22"/>
                  <a:gd name="T1" fmla="*/ 7 h 30"/>
                  <a:gd name="T2" fmla="*/ 5 w 22"/>
                  <a:gd name="T3" fmla="*/ 7 h 30"/>
                  <a:gd name="T4" fmla="*/ 6 w 22"/>
                  <a:gd name="T5" fmla="*/ 5 h 30"/>
                  <a:gd name="T6" fmla="*/ 17 w 22"/>
                  <a:gd name="T7" fmla="*/ 8 h 30"/>
                  <a:gd name="T8" fmla="*/ 17 w 22"/>
                  <a:gd name="T9" fmla="*/ 10 h 30"/>
                  <a:gd name="T10" fmla="*/ 17 w 22"/>
                  <a:gd name="T11" fmla="*/ 23 h 30"/>
                  <a:gd name="T12" fmla="*/ 17 w 22"/>
                  <a:gd name="T13" fmla="*/ 25 h 30"/>
                  <a:gd name="T14" fmla="*/ 6 w 22"/>
                  <a:gd name="T15" fmla="*/ 25 h 30"/>
                  <a:gd name="T16" fmla="*/ 5 w 22"/>
                  <a:gd name="T17" fmla="*/ 22 h 30"/>
                  <a:gd name="T18" fmla="*/ 5 w 22"/>
                  <a:gd name="T19" fmla="*/ 7 h 30"/>
                  <a:gd name="T20" fmla="*/ 5 w 22"/>
                  <a:gd name="T21" fmla="*/ 30 h 30"/>
                  <a:gd name="T22" fmla="*/ 5 w 22"/>
                  <a:gd name="T23" fmla="*/ 30 h 30"/>
                  <a:gd name="T24" fmla="*/ 17 w 22"/>
                  <a:gd name="T25" fmla="*/ 30 h 30"/>
                  <a:gd name="T26" fmla="*/ 22 w 22"/>
                  <a:gd name="T27" fmla="*/ 23 h 30"/>
                  <a:gd name="T28" fmla="*/ 22 w 22"/>
                  <a:gd name="T29" fmla="*/ 10 h 30"/>
                  <a:gd name="T30" fmla="*/ 18 w 22"/>
                  <a:gd name="T31" fmla="*/ 3 h 30"/>
                  <a:gd name="T32" fmla="*/ 6 w 22"/>
                  <a:gd name="T33" fmla="*/ 0 h 30"/>
                  <a:gd name="T34" fmla="*/ 5 w 22"/>
                  <a:gd name="T35" fmla="*/ 0 h 30"/>
                  <a:gd name="T36" fmla="*/ 0 w 22"/>
                  <a:gd name="T37" fmla="*/ 7 h 30"/>
                  <a:gd name="T38" fmla="*/ 0 w 22"/>
                  <a:gd name="T39" fmla="*/ 22 h 30"/>
                  <a:gd name="T40" fmla="*/ 5 w 22"/>
                  <a:gd name="T4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2" h="30">
                    <a:moveTo>
                      <a:pt x="5" y="7"/>
                    </a:moveTo>
                    <a:lnTo>
                      <a:pt x="5" y="7"/>
                    </a:lnTo>
                    <a:cubicBezTo>
                      <a:pt x="5" y="6"/>
                      <a:pt x="5" y="5"/>
                      <a:pt x="6" y="5"/>
                    </a:cubicBezTo>
                    <a:lnTo>
                      <a:pt x="17" y="8"/>
                    </a:lnTo>
                    <a:cubicBezTo>
                      <a:pt x="17" y="8"/>
                      <a:pt x="17" y="9"/>
                      <a:pt x="17" y="10"/>
                    </a:cubicBezTo>
                    <a:lnTo>
                      <a:pt x="17" y="23"/>
                    </a:lnTo>
                    <a:cubicBezTo>
                      <a:pt x="17" y="24"/>
                      <a:pt x="17" y="24"/>
                      <a:pt x="17" y="25"/>
                    </a:cubicBezTo>
                    <a:lnTo>
                      <a:pt x="6" y="25"/>
                    </a:lnTo>
                    <a:cubicBezTo>
                      <a:pt x="5" y="24"/>
                      <a:pt x="5" y="24"/>
                      <a:pt x="5" y="22"/>
                    </a:cubicBezTo>
                    <a:lnTo>
                      <a:pt x="5" y="7"/>
                    </a:lnTo>
                    <a:close/>
                    <a:moveTo>
                      <a:pt x="5" y="30"/>
                    </a:moveTo>
                    <a:lnTo>
                      <a:pt x="5" y="30"/>
                    </a:lnTo>
                    <a:lnTo>
                      <a:pt x="17" y="30"/>
                    </a:lnTo>
                    <a:cubicBezTo>
                      <a:pt x="20" y="29"/>
                      <a:pt x="22" y="26"/>
                      <a:pt x="22" y="23"/>
                    </a:cubicBezTo>
                    <a:lnTo>
                      <a:pt x="22" y="10"/>
                    </a:lnTo>
                    <a:cubicBezTo>
                      <a:pt x="22" y="6"/>
                      <a:pt x="20" y="3"/>
                      <a:pt x="18" y="3"/>
                    </a:cubicBezTo>
                    <a:lnTo>
                      <a:pt x="6" y="0"/>
                    </a:lnTo>
                    <a:lnTo>
                      <a:pt x="5" y="0"/>
                    </a:lnTo>
                    <a:cubicBezTo>
                      <a:pt x="2" y="0"/>
                      <a:pt x="0" y="3"/>
                      <a:pt x="0" y="7"/>
                    </a:cubicBezTo>
                    <a:lnTo>
                      <a:pt x="0" y="22"/>
                    </a:lnTo>
                    <a:cubicBezTo>
                      <a:pt x="0" y="27"/>
                      <a:pt x="2" y="30"/>
                      <a:pt x="5" y="3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7" name="Freeform 50"/>
              <p:cNvSpPr>
                <a:spLocks noEditPoints="1"/>
              </p:cNvSpPr>
              <p:nvPr/>
            </p:nvSpPr>
            <p:spPr bwMode="auto">
              <a:xfrm>
                <a:off x="1652588" y="1111250"/>
                <a:ext cx="20637" cy="25400"/>
              </a:xfrm>
              <a:custGeom>
                <a:avLst/>
                <a:gdLst>
                  <a:gd name="T0" fmla="*/ 5 w 23"/>
                  <a:gd name="T1" fmla="*/ 8 h 30"/>
                  <a:gd name="T2" fmla="*/ 5 w 23"/>
                  <a:gd name="T3" fmla="*/ 8 h 30"/>
                  <a:gd name="T4" fmla="*/ 5 w 23"/>
                  <a:gd name="T5" fmla="*/ 5 h 30"/>
                  <a:gd name="T6" fmla="*/ 17 w 23"/>
                  <a:gd name="T7" fmla="*/ 6 h 30"/>
                  <a:gd name="T8" fmla="*/ 18 w 23"/>
                  <a:gd name="T9" fmla="*/ 8 h 30"/>
                  <a:gd name="T10" fmla="*/ 18 w 23"/>
                  <a:gd name="T11" fmla="*/ 22 h 30"/>
                  <a:gd name="T12" fmla="*/ 17 w 23"/>
                  <a:gd name="T13" fmla="*/ 24 h 30"/>
                  <a:gd name="T14" fmla="*/ 5 w 23"/>
                  <a:gd name="T15" fmla="*/ 25 h 30"/>
                  <a:gd name="T16" fmla="*/ 5 w 23"/>
                  <a:gd name="T17" fmla="*/ 22 h 30"/>
                  <a:gd name="T18" fmla="*/ 5 w 23"/>
                  <a:gd name="T19" fmla="*/ 8 h 30"/>
                  <a:gd name="T20" fmla="*/ 4 w 23"/>
                  <a:gd name="T21" fmla="*/ 30 h 30"/>
                  <a:gd name="T22" fmla="*/ 4 w 23"/>
                  <a:gd name="T23" fmla="*/ 30 h 30"/>
                  <a:gd name="T24" fmla="*/ 18 w 23"/>
                  <a:gd name="T25" fmla="*/ 28 h 30"/>
                  <a:gd name="T26" fmla="*/ 23 w 23"/>
                  <a:gd name="T27" fmla="*/ 22 h 30"/>
                  <a:gd name="T28" fmla="*/ 23 w 23"/>
                  <a:gd name="T29" fmla="*/ 8 h 30"/>
                  <a:gd name="T30" fmla="*/ 18 w 23"/>
                  <a:gd name="T31" fmla="*/ 1 h 30"/>
                  <a:gd name="T32" fmla="*/ 5 w 23"/>
                  <a:gd name="T33" fmla="*/ 0 h 30"/>
                  <a:gd name="T34" fmla="*/ 4 w 23"/>
                  <a:gd name="T35" fmla="*/ 0 h 30"/>
                  <a:gd name="T36" fmla="*/ 0 w 23"/>
                  <a:gd name="T37" fmla="*/ 8 h 30"/>
                  <a:gd name="T38" fmla="*/ 0 w 23"/>
                  <a:gd name="T39" fmla="*/ 22 h 30"/>
                  <a:gd name="T40" fmla="*/ 4 w 23"/>
                  <a:gd name="T4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" h="30">
                    <a:moveTo>
                      <a:pt x="5" y="8"/>
                    </a:moveTo>
                    <a:lnTo>
                      <a:pt x="5" y="8"/>
                    </a:lnTo>
                    <a:cubicBezTo>
                      <a:pt x="5" y="7"/>
                      <a:pt x="5" y="6"/>
                      <a:pt x="5" y="5"/>
                    </a:cubicBezTo>
                    <a:lnTo>
                      <a:pt x="17" y="6"/>
                    </a:lnTo>
                    <a:cubicBezTo>
                      <a:pt x="17" y="6"/>
                      <a:pt x="18" y="7"/>
                      <a:pt x="18" y="8"/>
                    </a:cubicBezTo>
                    <a:lnTo>
                      <a:pt x="18" y="22"/>
                    </a:lnTo>
                    <a:cubicBezTo>
                      <a:pt x="18" y="23"/>
                      <a:pt x="18" y="23"/>
                      <a:pt x="17" y="24"/>
                    </a:cubicBezTo>
                    <a:lnTo>
                      <a:pt x="5" y="25"/>
                    </a:lnTo>
                    <a:cubicBezTo>
                      <a:pt x="5" y="24"/>
                      <a:pt x="5" y="24"/>
                      <a:pt x="5" y="22"/>
                    </a:cubicBezTo>
                    <a:lnTo>
                      <a:pt x="5" y="8"/>
                    </a:lnTo>
                    <a:close/>
                    <a:moveTo>
                      <a:pt x="4" y="30"/>
                    </a:moveTo>
                    <a:lnTo>
                      <a:pt x="4" y="30"/>
                    </a:lnTo>
                    <a:lnTo>
                      <a:pt x="18" y="28"/>
                    </a:lnTo>
                    <a:cubicBezTo>
                      <a:pt x="21" y="28"/>
                      <a:pt x="23" y="25"/>
                      <a:pt x="23" y="22"/>
                    </a:cubicBezTo>
                    <a:lnTo>
                      <a:pt x="23" y="8"/>
                    </a:lnTo>
                    <a:cubicBezTo>
                      <a:pt x="23" y="5"/>
                      <a:pt x="21" y="1"/>
                      <a:pt x="18" y="1"/>
                    </a:cubicBezTo>
                    <a:lnTo>
                      <a:pt x="5" y="0"/>
                    </a:lnTo>
                    <a:lnTo>
                      <a:pt x="4" y="0"/>
                    </a:lnTo>
                    <a:cubicBezTo>
                      <a:pt x="2" y="0"/>
                      <a:pt x="0" y="3"/>
                      <a:pt x="0" y="8"/>
                    </a:cubicBezTo>
                    <a:lnTo>
                      <a:pt x="0" y="22"/>
                    </a:lnTo>
                    <a:cubicBezTo>
                      <a:pt x="0" y="27"/>
                      <a:pt x="2" y="30"/>
                      <a:pt x="4" y="3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8" name="Freeform 51"/>
              <p:cNvSpPr>
                <a:spLocks/>
              </p:cNvSpPr>
              <p:nvPr/>
            </p:nvSpPr>
            <p:spPr bwMode="auto">
              <a:xfrm>
                <a:off x="1762125" y="1182688"/>
                <a:ext cx="79375" cy="15875"/>
              </a:xfrm>
              <a:custGeom>
                <a:avLst/>
                <a:gdLst>
                  <a:gd name="T0" fmla="*/ 88 w 94"/>
                  <a:gd name="T1" fmla="*/ 0 h 19"/>
                  <a:gd name="T2" fmla="*/ 88 w 94"/>
                  <a:gd name="T3" fmla="*/ 0 h 19"/>
                  <a:gd name="T4" fmla="*/ 6 w 94"/>
                  <a:gd name="T5" fmla="*/ 0 h 19"/>
                  <a:gd name="T6" fmla="*/ 0 w 94"/>
                  <a:gd name="T7" fmla="*/ 9 h 19"/>
                  <a:gd name="T8" fmla="*/ 6 w 94"/>
                  <a:gd name="T9" fmla="*/ 19 h 19"/>
                  <a:gd name="T10" fmla="*/ 88 w 94"/>
                  <a:gd name="T11" fmla="*/ 19 h 19"/>
                  <a:gd name="T12" fmla="*/ 94 w 94"/>
                  <a:gd name="T13" fmla="*/ 9 h 19"/>
                  <a:gd name="T14" fmla="*/ 88 w 94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19">
                    <a:moveTo>
                      <a:pt x="88" y="0"/>
                    </a:moveTo>
                    <a:lnTo>
                      <a:pt x="88" y="0"/>
                    </a:lnTo>
                    <a:lnTo>
                      <a:pt x="6" y="0"/>
                    </a:lnTo>
                    <a:cubicBezTo>
                      <a:pt x="3" y="0"/>
                      <a:pt x="0" y="4"/>
                      <a:pt x="0" y="9"/>
                    </a:cubicBezTo>
                    <a:cubicBezTo>
                      <a:pt x="0" y="14"/>
                      <a:pt x="3" y="19"/>
                      <a:pt x="6" y="19"/>
                    </a:cubicBezTo>
                    <a:lnTo>
                      <a:pt x="88" y="19"/>
                    </a:lnTo>
                    <a:cubicBezTo>
                      <a:pt x="91" y="19"/>
                      <a:pt x="94" y="14"/>
                      <a:pt x="94" y="9"/>
                    </a:cubicBezTo>
                    <a:cubicBezTo>
                      <a:pt x="94" y="4"/>
                      <a:pt x="91" y="0"/>
                      <a:pt x="8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Freeform 52"/>
              <p:cNvSpPr>
                <a:spLocks/>
              </p:cNvSpPr>
              <p:nvPr/>
            </p:nvSpPr>
            <p:spPr bwMode="auto">
              <a:xfrm>
                <a:off x="1762125" y="1214438"/>
                <a:ext cx="79375" cy="15875"/>
              </a:xfrm>
              <a:custGeom>
                <a:avLst/>
                <a:gdLst>
                  <a:gd name="T0" fmla="*/ 88 w 94"/>
                  <a:gd name="T1" fmla="*/ 0 h 19"/>
                  <a:gd name="T2" fmla="*/ 88 w 94"/>
                  <a:gd name="T3" fmla="*/ 0 h 19"/>
                  <a:gd name="T4" fmla="*/ 6 w 94"/>
                  <a:gd name="T5" fmla="*/ 0 h 19"/>
                  <a:gd name="T6" fmla="*/ 0 w 94"/>
                  <a:gd name="T7" fmla="*/ 9 h 19"/>
                  <a:gd name="T8" fmla="*/ 6 w 94"/>
                  <a:gd name="T9" fmla="*/ 19 h 19"/>
                  <a:gd name="T10" fmla="*/ 88 w 94"/>
                  <a:gd name="T11" fmla="*/ 19 h 19"/>
                  <a:gd name="T12" fmla="*/ 94 w 94"/>
                  <a:gd name="T13" fmla="*/ 9 h 19"/>
                  <a:gd name="T14" fmla="*/ 88 w 94"/>
                  <a:gd name="T1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4" h="19">
                    <a:moveTo>
                      <a:pt x="88" y="0"/>
                    </a:moveTo>
                    <a:lnTo>
                      <a:pt x="88" y="0"/>
                    </a:lnTo>
                    <a:lnTo>
                      <a:pt x="6" y="0"/>
                    </a:lnTo>
                    <a:cubicBezTo>
                      <a:pt x="3" y="0"/>
                      <a:pt x="0" y="4"/>
                      <a:pt x="0" y="9"/>
                    </a:cubicBezTo>
                    <a:cubicBezTo>
                      <a:pt x="0" y="14"/>
                      <a:pt x="3" y="19"/>
                      <a:pt x="6" y="19"/>
                    </a:cubicBezTo>
                    <a:lnTo>
                      <a:pt x="88" y="19"/>
                    </a:lnTo>
                    <a:cubicBezTo>
                      <a:pt x="91" y="19"/>
                      <a:pt x="94" y="14"/>
                      <a:pt x="94" y="9"/>
                    </a:cubicBezTo>
                    <a:cubicBezTo>
                      <a:pt x="94" y="4"/>
                      <a:pt x="91" y="0"/>
                      <a:pt x="88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defTabSz="543689">
                  <a:defRPr/>
                </a:pPr>
                <a:endParaRPr lang="zh-CN" altLang="en-US" sz="3201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60" name="组合 159"/>
          <p:cNvGrpSpPr/>
          <p:nvPr/>
        </p:nvGrpSpPr>
        <p:grpSpPr>
          <a:xfrm>
            <a:off x="7838979" y="3411222"/>
            <a:ext cx="2321072" cy="612704"/>
            <a:chOff x="5347540" y="3397682"/>
            <a:chExt cx="2321072" cy="612704"/>
          </a:xfrm>
        </p:grpSpPr>
        <p:sp>
          <p:nvSpPr>
            <p:cNvPr id="161" name="businessman-with-bars-stocks-graphic_30612"/>
            <p:cNvSpPr>
              <a:spLocks noChangeAspect="1"/>
            </p:cNvSpPr>
            <p:nvPr/>
          </p:nvSpPr>
          <p:spPr bwMode="auto">
            <a:xfrm>
              <a:off x="5495522" y="3480507"/>
              <a:ext cx="567762" cy="521022"/>
            </a:xfrm>
            <a:custGeom>
              <a:avLst/>
              <a:gdLst>
                <a:gd name="connsiteX0" fmla="*/ 350851 w 599171"/>
                <a:gd name="connsiteY0" fmla="*/ 405257 h 549846"/>
                <a:gd name="connsiteX1" fmla="*/ 394672 w 599171"/>
                <a:gd name="connsiteY1" fmla="*/ 405257 h 549846"/>
                <a:gd name="connsiteX2" fmla="*/ 394672 w 599171"/>
                <a:gd name="connsiteY2" fmla="*/ 528464 h 549846"/>
                <a:gd name="connsiteX3" fmla="*/ 350851 w 599171"/>
                <a:gd name="connsiteY3" fmla="*/ 528464 h 549846"/>
                <a:gd name="connsiteX4" fmla="*/ 418947 w 599171"/>
                <a:gd name="connsiteY4" fmla="*/ 362989 h 549846"/>
                <a:gd name="connsiteX5" fmla="*/ 462839 w 599171"/>
                <a:gd name="connsiteY5" fmla="*/ 362989 h 549846"/>
                <a:gd name="connsiteX6" fmla="*/ 462839 w 599171"/>
                <a:gd name="connsiteY6" fmla="*/ 528465 h 549846"/>
                <a:gd name="connsiteX7" fmla="*/ 418947 w 599171"/>
                <a:gd name="connsiteY7" fmla="*/ 528465 h 549846"/>
                <a:gd name="connsiteX8" fmla="*/ 487113 w 599171"/>
                <a:gd name="connsiteY8" fmla="*/ 320932 h 549846"/>
                <a:gd name="connsiteX9" fmla="*/ 531005 w 599171"/>
                <a:gd name="connsiteY9" fmla="*/ 320932 h 549846"/>
                <a:gd name="connsiteX10" fmla="*/ 531005 w 599171"/>
                <a:gd name="connsiteY10" fmla="*/ 528465 h 549846"/>
                <a:gd name="connsiteX11" fmla="*/ 487113 w 599171"/>
                <a:gd name="connsiteY11" fmla="*/ 528465 h 549846"/>
                <a:gd name="connsiteX12" fmla="*/ 555279 w 599171"/>
                <a:gd name="connsiteY12" fmla="*/ 278945 h 549846"/>
                <a:gd name="connsiteX13" fmla="*/ 599171 w 599171"/>
                <a:gd name="connsiteY13" fmla="*/ 278945 h 549846"/>
                <a:gd name="connsiteX14" fmla="*/ 599171 w 599171"/>
                <a:gd name="connsiteY14" fmla="*/ 528464 h 549846"/>
                <a:gd name="connsiteX15" fmla="*/ 555279 w 599171"/>
                <a:gd name="connsiteY15" fmla="*/ 528464 h 549846"/>
                <a:gd name="connsiteX16" fmla="*/ 257092 w 599171"/>
                <a:gd name="connsiteY16" fmla="*/ 0 h 549846"/>
                <a:gd name="connsiteX17" fmla="*/ 399061 w 599171"/>
                <a:gd name="connsiteY17" fmla="*/ 142037 h 549846"/>
                <a:gd name="connsiteX18" fmla="*/ 320591 w 599171"/>
                <a:gd name="connsiteY18" fmla="*/ 290261 h 549846"/>
                <a:gd name="connsiteX19" fmla="*/ 424874 w 599171"/>
                <a:gd name="connsiteY19" fmla="*/ 341559 h 549846"/>
                <a:gd name="connsiteX20" fmla="*/ 397512 w 599171"/>
                <a:gd name="connsiteY20" fmla="*/ 341559 h 549846"/>
                <a:gd name="connsiteX21" fmla="*/ 397512 w 599171"/>
                <a:gd name="connsiteY21" fmla="*/ 383578 h 549846"/>
                <a:gd name="connsiteX22" fmla="*/ 329367 w 599171"/>
                <a:gd name="connsiteY22" fmla="*/ 383578 h 549846"/>
                <a:gd name="connsiteX23" fmla="*/ 329367 w 599171"/>
                <a:gd name="connsiteY23" fmla="*/ 547526 h 549846"/>
                <a:gd name="connsiteX24" fmla="*/ 257092 w 599171"/>
                <a:gd name="connsiteY24" fmla="*/ 549846 h 549846"/>
                <a:gd name="connsiteX25" fmla="*/ 329109 w 599171"/>
                <a:gd name="connsiteY25" fmla="*/ 477925 h 549846"/>
                <a:gd name="connsiteX26" fmla="*/ 268450 w 599171"/>
                <a:gd name="connsiteY26" fmla="*/ 331506 h 549846"/>
                <a:gd name="connsiteX27" fmla="*/ 269224 w 599171"/>
                <a:gd name="connsiteY27" fmla="*/ 331506 h 549846"/>
                <a:gd name="connsiteX28" fmla="*/ 292714 w 599171"/>
                <a:gd name="connsiteY28" fmla="*/ 304439 h 549846"/>
                <a:gd name="connsiteX29" fmla="*/ 257092 w 599171"/>
                <a:gd name="connsiteY29" fmla="*/ 311141 h 549846"/>
                <a:gd name="connsiteX30" fmla="*/ 221471 w 599171"/>
                <a:gd name="connsiteY30" fmla="*/ 304439 h 549846"/>
                <a:gd name="connsiteX31" fmla="*/ 245219 w 599171"/>
                <a:gd name="connsiteY31" fmla="*/ 331506 h 549846"/>
                <a:gd name="connsiteX32" fmla="*/ 245735 w 599171"/>
                <a:gd name="connsiteY32" fmla="*/ 331506 h 549846"/>
                <a:gd name="connsiteX33" fmla="*/ 185075 w 599171"/>
                <a:gd name="connsiteY33" fmla="*/ 477925 h 549846"/>
                <a:gd name="connsiteX34" fmla="*/ 257092 w 599171"/>
                <a:gd name="connsiteY34" fmla="*/ 549846 h 549846"/>
                <a:gd name="connsiteX35" fmla="*/ 0 w 599171"/>
                <a:gd name="connsiteY35" fmla="*/ 486432 h 549846"/>
                <a:gd name="connsiteX36" fmla="*/ 193594 w 599171"/>
                <a:gd name="connsiteY36" fmla="*/ 290261 h 549846"/>
                <a:gd name="connsiteX37" fmla="*/ 115124 w 599171"/>
                <a:gd name="connsiteY37" fmla="*/ 142037 h 549846"/>
                <a:gd name="connsiteX38" fmla="*/ 257092 w 599171"/>
                <a:gd name="connsiteY38" fmla="*/ 0 h 54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99171" h="549846">
                  <a:moveTo>
                    <a:pt x="350851" y="405257"/>
                  </a:moveTo>
                  <a:lnTo>
                    <a:pt x="394672" y="405257"/>
                  </a:lnTo>
                  <a:lnTo>
                    <a:pt x="394672" y="528464"/>
                  </a:lnTo>
                  <a:lnTo>
                    <a:pt x="350851" y="528464"/>
                  </a:lnTo>
                  <a:close/>
                  <a:moveTo>
                    <a:pt x="418947" y="362989"/>
                  </a:moveTo>
                  <a:lnTo>
                    <a:pt x="462839" y="362989"/>
                  </a:lnTo>
                  <a:lnTo>
                    <a:pt x="462839" y="528465"/>
                  </a:lnTo>
                  <a:lnTo>
                    <a:pt x="418947" y="528465"/>
                  </a:lnTo>
                  <a:close/>
                  <a:moveTo>
                    <a:pt x="487113" y="320932"/>
                  </a:moveTo>
                  <a:lnTo>
                    <a:pt x="531005" y="320932"/>
                  </a:lnTo>
                  <a:lnTo>
                    <a:pt x="531005" y="528465"/>
                  </a:lnTo>
                  <a:lnTo>
                    <a:pt x="487113" y="528465"/>
                  </a:lnTo>
                  <a:close/>
                  <a:moveTo>
                    <a:pt x="555279" y="278945"/>
                  </a:moveTo>
                  <a:lnTo>
                    <a:pt x="599171" y="278945"/>
                  </a:lnTo>
                  <a:lnTo>
                    <a:pt x="599171" y="528464"/>
                  </a:lnTo>
                  <a:lnTo>
                    <a:pt x="555279" y="528464"/>
                  </a:lnTo>
                  <a:close/>
                  <a:moveTo>
                    <a:pt x="257092" y="0"/>
                  </a:moveTo>
                  <a:cubicBezTo>
                    <a:pt x="335562" y="0"/>
                    <a:pt x="399061" y="63672"/>
                    <a:pt x="399061" y="142037"/>
                  </a:cubicBezTo>
                  <a:cubicBezTo>
                    <a:pt x="399061" y="197460"/>
                    <a:pt x="367054" y="259069"/>
                    <a:pt x="320591" y="290261"/>
                  </a:cubicBezTo>
                  <a:cubicBezTo>
                    <a:pt x="359826" y="300314"/>
                    <a:pt x="395447" y="318875"/>
                    <a:pt x="424874" y="341559"/>
                  </a:cubicBezTo>
                  <a:lnTo>
                    <a:pt x="397512" y="341559"/>
                  </a:lnTo>
                  <a:lnTo>
                    <a:pt x="397512" y="383578"/>
                  </a:lnTo>
                  <a:lnTo>
                    <a:pt x="329367" y="383578"/>
                  </a:lnTo>
                  <a:lnTo>
                    <a:pt x="329367" y="547526"/>
                  </a:lnTo>
                  <a:cubicBezTo>
                    <a:pt x="305878" y="549073"/>
                    <a:pt x="281614" y="549846"/>
                    <a:pt x="257092" y="549846"/>
                  </a:cubicBezTo>
                  <a:lnTo>
                    <a:pt x="329109" y="477925"/>
                  </a:lnTo>
                  <a:lnTo>
                    <a:pt x="268450" y="331506"/>
                  </a:lnTo>
                  <a:lnTo>
                    <a:pt x="269224" y="331506"/>
                  </a:lnTo>
                  <a:lnTo>
                    <a:pt x="292714" y="304439"/>
                  </a:lnTo>
                  <a:cubicBezTo>
                    <a:pt x="281356" y="308563"/>
                    <a:pt x="269482" y="311141"/>
                    <a:pt x="257092" y="311141"/>
                  </a:cubicBezTo>
                  <a:cubicBezTo>
                    <a:pt x="244961" y="311141"/>
                    <a:pt x="233087" y="308563"/>
                    <a:pt x="221471" y="304439"/>
                  </a:cubicBezTo>
                  <a:lnTo>
                    <a:pt x="245219" y="331506"/>
                  </a:lnTo>
                  <a:lnTo>
                    <a:pt x="245735" y="331506"/>
                  </a:lnTo>
                  <a:lnTo>
                    <a:pt x="185075" y="477925"/>
                  </a:lnTo>
                  <a:lnTo>
                    <a:pt x="257092" y="549846"/>
                  </a:lnTo>
                  <a:cubicBezTo>
                    <a:pt x="128546" y="549846"/>
                    <a:pt x="0" y="528708"/>
                    <a:pt x="0" y="486432"/>
                  </a:cubicBezTo>
                  <a:cubicBezTo>
                    <a:pt x="0" y="415027"/>
                    <a:pt x="82342" y="318617"/>
                    <a:pt x="193594" y="290261"/>
                  </a:cubicBezTo>
                  <a:cubicBezTo>
                    <a:pt x="147131" y="259069"/>
                    <a:pt x="115124" y="197460"/>
                    <a:pt x="115124" y="142037"/>
                  </a:cubicBezTo>
                  <a:cubicBezTo>
                    <a:pt x="115124" y="63672"/>
                    <a:pt x="178622" y="0"/>
                    <a:pt x="257092" y="0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62" name="development_172421"/>
            <p:cNvSpPr>
              <a:spLocks noChangeAspect="1"/>
            </p:cNvSpPr>
            <p:nvPr/>
          </p:nvSpPr>
          <p:spPr bwMode="auto">
            <a:xfrm>
              <a:off x="6257092" y="3441465"/>
              <a:ext cx="517848" cy="517004"/>
            </a:xfrm>
            <a:custGeom>
              <a:avLst/>
              <a:gdLst>
                <a:gd name="connsiteX0" fmla="*/ 80515 w 606580"/>
                <a:gd name="connsiteY0" fmla="*/ 531428 h 605592"/>
                <a:gd name="connsiteX1" fmla="*/ 526135 w 606580"/>
                <a:gd name="connsiteY1" fmla="*/ 531428 h 605592"/>
                <a:gd name="connsiteX2" fmla="*/ 526135 w 606580"/>
                <a:gd name="connsiteY2" fmla="*/ 556196 h 605592"/>
                <a:gd name="connsiteX3" fmla="*/ 80515 w 606580"/>
                <a:gd name="connsiteY3" fmla="*/ 556196 h 605592"/>
                <a:gd name="connsiteX4" fmla="*/ 111423 w 606580"/>
                <a:gd name="connsiteY4" fmla="*/ 432636 h 605592"/>
                <a:gd name="connsiteX5" fmla="*/ 136191 w 606580"/>
                <a:gd name="connsiteY5" fmla="*/ 432636 h 605592"/>
                <a:gd name="connsiteX6" fmla="*/ 136191 w 606580"/>
                <a:gd name="connsiteY6" fmla="*/ 457263 h 605592"/>
                <a:gd name="connsiteX7" fmla="*/ 111423 w 606580"/>
                <a:gd name="connsiteY7" fmla="*/ 457263 h 605592"/>
                <a:gd name="connsiteX8" fmla="*/ 74305 w 606580"/>
                <a:gd name="connsiteY8" fmla="*/ 432636 h 605592"/>
                <a:gd name="connsiteX9" fmla="*/ 99073 w 606580"/>
                <a:gd name="connsiteY9" fmla="*/ 432636 h 605592"/>
                <a:gd name="connsiteX10" fmla="*/ 99073 w 606580"/>
                <a:gd name="connsiteY10" fmla="*/ 457263 h 605592"/>
                <a:gd name="connsiteX11" fmla="*/ 74305 w 606580"/>
                <a:gd name="connsiteY11" fmla="*/ 457263 h 605592"/>
                <a:gd name="connsiteX12" fmla="*/ 37117 w 606580"/>
                <a:gd name="connsiteY12" fmla="*/ 432636 h 605592"/>
                <a:gd name="connsiteX13" fmla="*/ 61956 w 606580"/>
                <a:gd name="connsiteY13" fmla="*/ 432636 h 605592"/>
                <a:gd name="connsiteX14" fmla="*/ 61956 w 606580"/>
                <a:gd name="connsiteY14" fmla="*/ 457263 h 605592"/>
                <a:gd name="connsiteX15" fmla="*/ 37117 w 606580"/>
                <a:gd name="connsiteY15" fmla="*/ 457263 h 605592"/>
                <a:gd name="connsiteX16" fmla="*/ 303336 w 606580"/>
                <a:gd name="connsiteY16" fmla="*/ 284288 h 605592"/>
                <a:gd name="connsiteX17" fmla="*/ 266196 w 606580"/>
                <a:gd name="connsiteY17" fmla="*/ 321365 h 605592"/>
                <a:gd name="connsiteX18" fmla="*/ 303336 w 606580"/>
                <a:gd name="connsiteY18" fmla="*/ 358443 h 605592"/>
                <a:gd name="connsiteX19" fmla="*/ 340477 w 606580"/>
                <a:gd name="connsiteY19" fmla="*/ 321365 h 605592"/>
                <a:gd name="connsiteX20" fmla="*/ 303336 w 606580"/>
                <a:gd name="connsiteY20" fmla="*/ 284288 h 605592"/>
                <a:gd name="connsiteX21" fmla="*/ 303336 w 606580"/>
                <a:gd name="connsiteY21" fmla="*/ 259539 h 605592"/>
                <a:gd name="connsiteX22" fmla="*/ 365176 w 606580"/>
                <a:gd name="connsiteY22" fmla="*/ 321365 h 605592"/>
                <a:gd name="connsiteX23" fmla="*/ 303336 w 606580"/>
                <a:gd name="connsiteY23" fmla="*/ 383099 h 605592"/>
                <a:gd name="connsiteX24" fmla="*/ 241404 w 606580"/>
                <a:gd name="connsiteY24" fmla="*/ 321365 h 605592"/>
                <a:gd name="connsiteX25" fmla="*/ 303336 w 606580"/>
                <a:gd name="connsiteY25" fmla="*/ 259539 h 605592"/>
                <a:gd name="connsiteX26" fmla="*/ 544694 w 606580"/>
                <a:gd name="connsiteY26" fmla="*/ 185375 h 605592"/>
                <a:gd name="connsiteX27" fmla="*/ 569392 w 606580"/>
                <a:gd name="connsiteY27" fmla="*/ 185375 h 605592"/>
                <a:gd name="connsiteX28" fmla="*/ 569392 w 606580"/>
                <a:gd name="connsiteY28" fmla="*/ 210143 h 605592"/>
                <a:gd name="connsiteX29" fmla="*/ 544694 w 606580"/>
                <a:gd name="connsiteY29" fmla="*/ 210143 h 605592"/>
                <a:gd name="connsiteX30" fmla="*/ 507577 w 606580"/>
                <a:gd name="connsiteY30" fmla="*/ 185375 h 605592"/>
                <a:gd name="connsiteX31" fmla="*/ 532275 w 606580"/>
                <a:gd name="connsiteY31" fmla="*/ 185375 h 605592"/>
                <a:gd name="connsiteX32" fmla="*/ 532275 w 606580"/>
                <a:gd name="connsiteY32" fmla="*/ 210143 h 605592"/>
                <a:gd name="connsiteX33" fmla="*/ 507577 w 606580"/>
                <a:gd name="connsiteY33" fmla="*/ 210143 h 605592"/>
                <a:gd name="connsiteX34" fmla="*/ 470459 w 606580"/>
                <a:gd name="connsiteY34" fmla="*/ 185375 h 605592"/>
                <a:gd name="connsiteX35" fmla="*/ 495157 w 606580"/>
                <a:gd name="connsiteY35" fmla="*/ 185375 h 605592"/>
                <a:gd name="connsiteX36" fmla="*/ 495157 w 606580"/>
                <a:gd name="connsiteY36" fmla="*/ 210143 h 605592"/>
                <a:gd name="connsiteX37" fmla="*/ 470459 w 606580"/>
                <a:gd name="connsiteY37" fmla="*/ 210143 h 605592"/>
                <a:gd name="connsiteX38" fmla="*/ 278547 w 606580"/>
                <a:gd name="connsiteY38" fmla="*/ 166870 h 605592"/>
                <a:gd name="connsiteX39" fmla="*/ 278547 w 606580"/>
                <a:gd name="connsiteY39" fmla="*/ 196998 h 605592"/>
                <a:gd name="connsiteX40" fmla="*/ 269727 w 606580"/>
                <a:gd name="connsiteY40" fmla="*/ 208863 h 605592"/>
                <a:gd name="connsiteX41" fmla="*/ 247443 w 606580"/>
                <a:gd name="connsiteY41" fmla="*/ 218041 h 605592"/>
                <a:gd name="connsiteX42" fmla="*/ 232774 w 606580"/>
                <a:gd name="connsiteY42" fmla="*/ 215908 h 605592"/>
                <a:gd name="connsiteX43" fmla="*/ 211419 w 606580"/>
                <a:gd name="connsiteY43" fmla="*/ 194680 h 605592"/>
                <a:gd name="connsiteX44" fmla="*/ 176416 w 606580"/>
                <a:gd name="connsiteY44" fmla="*/ 229628 h 605592"/>
                <a:gd name="connsiteX45" fmla="*/ 197678 w 606580"/>
                <a:gd name="connsiteY45" fmla="*/ 250949 h 605592"/>
                <a:gd name="connsiteX46" fmla="*/ 199813 w 606580"/>
                <a:gd name="connsiteY46" fmla="*/ 265596 h 605592"/>
                <a:gd name="connsiteX47" fmla="*/ 190621 w 606580"/>
                <a:gd name="connsiteY47" fmla="*/ 287844 h 605592"/>
                <a:gd name="connsiteX48" fmla="*/ 178737 w 606580"/>
                <a:gd name="connsiteY48" fmla="*/ 296650 h 605592"/>
                <a:gd name="connsiteX49" fmla="*/ 148562 w 606580"/>
                <a:gd name="connsiteY49" fmla="*/ 296650 h 605592"/>
                <a:gd name="connsiteX50" fmla="*/ 148562 w 606580"/>
                <a:gd name="connsiteY50" fmla="*/ 346060 h 605592"/>
                <a:gd name="connsiteX51" fmla="*/ 178737 w 606580"/>
                <a:gd name="connsiteY51" fmla="*/ 346060 h 605592"/>
                <a:gd name="connsiteX52" fmla="*/ 190621 w 606580"/>
                <a:gd name="connsiteY52" fmla="*/ 354866 h 605592"/>
                <a:gd name="connsiteX53" fmla="*/ 199813 w 606580"/>
                <a:gd name="connsiteY53" fmla="*/ 377114 h 605592"/>
                <a:gd name="connsiteX54" fmla="*/ 197678 w 606580"/>
                <a:gd name="connsiteY54" fmla="*/ 391761 h 605592"/>
                <a:gd name="connsiteX55" fmla="*/ 176416 w 606580"/>
                <a:gd name="connsiteY55" fmla="*/ 413175 h 605592"/>
                <a:gd name="connsiteX56" fmla="*/ 211419 w 606580"/>
                <a:gd name="connsiteY56" fmla="*/ 448123 h 605592"/>
                <a:gd name="connsiteX57" fmla="*/ 232774 w 606580"/>
                <a:gd name="connsiteY57" fmla="*/ 426802 h 605592"/>
                <a:gd name="connsiteX58" fmla="*/ 241501 w 606580"/>
                <a:gd name="connsiteY58" fmla="*/ 423186 h 605592"/>
                <a:gd name="connsiteX59" fmla="*/ 247443 w 606580"/>
                <a:gd name="connsiteY59" fmla="*/ 424762 h 605592"/>
                <a:gd name="connsiteX60" fmla="*/ 269727 w 606580"/>
                <a:gd name="connsiteY60" fmla="*/ 433847 h 605592"/>
                <a:gd name="connsiteX61" fmla="*/ 278547 w 606580"/>
                <a:gd name="connsiteY61" fmla="*/ 445712 h 605592"/>
                <a:gd name="connsiteX62" fmla="*/ 278547 w 606580"/>
                <a:gd name="connsiteY62" fmla="*/ 475840 h 605592"/>
                <a:gd name="connsiteX63" fmla="*/ 328034 w 606580"/>
                <a:gd name="connsiteY63" fmla="*/ 475840 h 605592"/>
                <a:gd name="connsiteX64" fmla="*/ 328034 w 606580"/>
                <a:gd name="connsiteY64" fmla="*/ 445712 h 605592"/>
                <a:gd name="connsiteX65" fmla="*/ 336854 w 606580"/>
                <a:gd name="connsiteY65" fmla="*/ 433847 h 605592"/>
                <a:gd name="connsiteX66" fmla="*/ 359138 w 606580"/>
                <a:gd name="connsiteY66" fmla="*/ 424762 h 605592"/>
                <a:gd name="connsiteX67" fmla="*/ 373807 w 606580"/>
                <a:gd name="connsiteY67" fmla="*/ 426802 h 605592"/>
                <a:gd name="connsiteX68" fmla="*/ 395255 w 606580"/>
                <a:gd name="connsiteY68" fmla="*/ 448030 h 605592"/>
                <a:gd name="connsiteX69" fmla="*/ 430258 w 606580"/>
                <a:gd name="connsiteY69" fmla="*/ 413082 h 605592"/>
                <a:gd name="connsiteX70" fmla="*/ 408903 w 606580"/>
                <a:gd name="connsiteY70" fmla="*/ 391761 h 605592"/>
                <a:gd name="connsiteX71" fmla="*/ 406861 w 606580"/>
                <a:gd name="connsiteY71" fmla="*/ 377114 h 605592"/>
                <a:gd name="connsiteX72" fmla="*/ 415960 w 606580"/>
                <a:gd name="connsiteY72" fmla="*/ 354866 h 605592"/>
                <a:gd name="connsiteX73" fmla="*/ 427844 w 606580"/>
                <a:gd name="connsiteY73" fmla="*/ 346060 h 605592"/>
                <a:gd name="connsiteX74" fmla="*/ 458019 w 606580"/>
                <a:gd name="connsiteY74" fmla="*/ 346060 h 605592"/>
                <a:gd name="connsiteX75" fmla="*/ 458019 w 606580"/>
                <a:gd name="connsiteY75" fmla="*/ 296650 h 605592"/>
                <a:gd name="connsiteX76" fmla="*/ 427844 w 606580"/>
                <a:gd name="connsiteY76" fmla="*/ 296650 h 605592"/>
                <a:gd name="connsiteX77" fmla="*/ 415960 w 606580"/>
                <a:gd name="connsiteY77" fmla="*/ 287844 h 605592"/>
                <a:gd name="connsiteX78" fmla="*/ 406861 w 606580"/>
                <a:gd name="connsiteY78" fmla="*/ 265596 h 605592"/>
                <a:gd name="connsiteX79" fmla="*/ 408903 w 606580"/>
                <a:gd name="connsiteY79" fmla="*/ 250949 h 605592"/>
                <a:gd name="connsiteX80" fmla="*/ 430165 w 606580"/>
                <a:gd name="connsiteY80" fmla="*/ 229628 h 605592"/>
                <a:gd name="connsiteX81" fmla="*/ 395162 w 606580"/>
                <a:gd name="connsiteY81" fmla="*/ 194680 h 605592"/>
                <a:gd name="connsiteX82" fmla="*/ 373807 w 606580"/>
                <a:gd name="connsiteY82" fmla="*/ 215908 h 605592"/>
                <a:gd name="connsiteX83" fmla="*/ 359138 w 606580"/>
                <a:gd name="connsiteY83" fmla="*/ 218041 h 605592"/>
                <a:gd name="connsiteX84" fmla="*/ 336854 w 606580"/>
                <a:gd name="connsiteY84" fmla="*/ 208863 h 605592"/>
                <a:gd name="connsiteX85" fmla="*/ 328034 w 606580"/>
                <a:gd name="connsiteY85" fmla="*/ 196998 h 605592"/>
                <a:gd name="connsiteX86" fmla="*/ 328034 w 606580"/>
                <a:gd name="connsiteY86" fmla="*/ 166870 h 605592"/>
                <a:gd name="connsiteX87" fmla="*/ 278547 w 606580"/>
                <a:gd name="connsiteY87" fmla="*/ 142119 h 605592"/>
                <a:gd name="connsiteX88" fmla="*/ 328034 w 606580"/>
                <a:gd name="connsiteY88" fmla="*/ 142119 h 605592"/>
                <a:gd name="connsiteX89" fmla="*/ 352824 w 606580"/>
                <a:gd name="connsiteY89" fmla="*/ 166870 h 605592"/>
                <a:gd name="connsiteX90" fmla="*/ 352824 w 606580"/>
                <a:gd name="connsiteY90" fmla="*/ 188098 h 605592"/>
                <a:gd name="connsiteX91" fmla="*/ 362666 w 606580"/>
                <a:gd name="connsiteY91" fmla="*/ 192177 h 605592"/>
                <a:gd name="connsiteX92" fmla="*/ 377800 w 606580"/>
                <a:gd name="connsiteY92" fmla="*/ 177160 h 605592"/>
                <a:gd name="connsiteX93" fmla="*/ 395255 w 606580"/>
                <a:gd name="connsiteY93" fmla="*/ 169929 h 605592"/>
                <a:gd name="connsiteX94" fmla="*/ 412710 w 606580"/>
                <a:gd name="connsiteY94" fmla="*/ 177160 h 605592"/>
                <a:gd name="connsiteX95" fmla="*/ 447713 w 606580"/>
                <a:gd name="connsiteY95" fmla="*/ 212108 h 605592"/>
                <a:gd name="connsiteX96" fmla="*/ 454955 w 606580"/>
                <a:gd name="connsiteY96" fmla="*/ 229628 h 605592"/>
                <a:gd name="connsiteX97" fmla="*/ 447713 w 606580"/>
                <a:gd name="connsiteY97" fmla="*/ 247056 h 605592"/>
                <a:gd name="connsiteX98" fmla="*/ 432765 w 606580"/>
                <a:gd name="connsiteY98" fmla="*/ 262073 h 605592"/>
                <a:gd name="connsiteX99" fmla="*/ 436757 w 606580"/>
                <a:gd name="connsiteY99" fmla="*/ 271899 h 605592"/>
                <a:gd name="connsiteX100" fmla="*/ 458019 w 606580"/>
                <a:gd name="connsiteY100" fmla="*/ 271899 h 605592"/>
                <a:gd name="connsiteX101" fmla="*/ 482809 w 606580"/>
                <a:gd name="connsiteY101" fmla="*/ 296650 h 605592"/>
                <a:gd name="connsiteX102" fmla="*/ 482809 w 606580"/>
                <a:gd name="connsiteY102" fmla="*/ 346060 h 605592"/>
                <a:gd name="connsiteX103" fmla="*/ 458019 w 606580"/>
                <a:gd name="connsiteY103" fmla="*/ 370811 h 605592"/>
                <a:gd name="connsiteX104" fmla="*/ 436757 w 606580"/>
                <a:gd name="connsiteY104" fmla="*/ 370811 h 605592"/>
                <a:gd name="connsiteX105" fmla="*/ 432765 w 606580"/>
                <a:gd name="connsiteY105" fmla="*/ 380637 h 605592"/>
                <a:gd name="connsiteX106" fmla="*/ 447806 w 606580"/>
                <a:gd name="connsiteY106" fmla="*/ 395747 h 605592"/>
                <a:gd name="connsiteX107" fmla="*/ 454955 w 606580"/>
                <a:gd name="connsiteY107" fmla="*/ 413175 h 605592"/>
                <a:gd name="connsiteX108" fmla="*/ 447713 w 606580"/>
                <a:gd name="connsiteY108" fmla="*/ 430602 h 605592"/>
                <a:gd name="connsiteX109" fmla="*/ 412710 w 606580"/>
                <a:gd name="connsiteY109" fmla="*/ 465550 h 605592"/>
                <a:gd name="connsiteX110" fmla="*/ 395255 w 606580"/>
                <a:gd name="connsiteY110" fmla="*/ 472781 h 605592"/>
                <a:gd name="connsiteX111" fmla="*/ 377707 w 606580"/>
                <a:gd name="connsiteY111" fmla="*/ 465550 h 605592"/>
                <a:gd name="connsiteX112" fmla="*/ 362666 w 606580"/>
                <a:gd name="connsiteY112" fmla="*/ 450626 h 605592"/>
                <a:gd name="connsiteX113" fmla="*/ 352824 w 606580"/>
                <a:gd name="connsiteY113" fmla="*/ 454612 h 605592"/>
                <a:gd name="connsiteX114" fmla="*/ 352824 w 606580"/>
                <a:gd name="connsiteY114" fmla="*/ 475840 h 605592"/>
                <a:gd name="connsiteX115" fmla="*/ 328034 w 606580"/>
                <a:gd name="connsiteY115" fmla="*/ 500591 h 605592"/>
                <a:gd name="connsiteX116" fmla="*/ 278547 w 606580"/>
                <a:gd name="connsiteY116" fmla="*/ 500591 h 605592"/>
                <a:gd name="connsiteX117" fmla="*/ 253757 w 606580"/>
                <a:gd name="connsiteY117" fmla="*/ 475840 h 605592"/>
                <a:gd name="connsiteX118" fmla="*/ 253757 w 606580"/>
                <a:gd name="connsiteY118" fmla="*/ 454612 h 605592"/>
                <a:gd name="connsiteX119" fmla="*/ 243915 w 606580"/>
                <a:gd name="connsiteY119" fmla="*/ 450626 h 605592"/>
                <a:gd name="connsiteX120" fmla="*/ 228874 w 606580"/>
                <a:gd name="connsiteY120" fmla="*/ 465643 h 605592"/>
                <a:gd name="connsiteX121" fmla="*/ 211419 w 606580"/>
                <a:gd name="connsiteY121" fmla="*/ 472781 h 605592"/>
                <a:gd name="connsiteX122" fmla="*/ 193871 w 606580"/>
                <a:gd name="connsiteY122" fmla="*/ 465550 h 605592"/>
                <a:gd name="connsiteX123" fmla="*/ 158868 w 606580"/>
                <a:gd name="connsiteY123" fmla="*/ 430602 h 605592"/>
                <a:gd name="connsiteX124" fmla="*/ 151626 w 606580"/>
                <a:gd name="connsiteY124" fmla="*/ 413175 h 605592"/>
                <a:gd name="connsiteX125" fmla="*/ 158868 w 606580"/>
                <a:gd name="connsiteY125" fmla="*/ 395654 h 605592"/>
                <a:gd name="connsiteX126" fmla="*/ 173909 w 606580"/>
                <a:gd name="connsiteY126" fmla="*/ 380637 h 605592"/>
                <a:gd name="connsiteX127" fmla="*/ 169824 w 606580"/>
                <a:gd name="connsiteY127" fmla="*/ 370811 h 605592"/>
                <a:gd name="connsiteX128" fmla="*/ 148562 w 606580"/>
                <a:gd name="connsiteY128" fmla="*/ 370811 h 605592"/>
                <a:gd name="connsiteX129" fmla="*/ 123772 w 606580"/>
                <a:gd name="connsiteY129" fmla="*/ 346060 h 605592"/>
                <a:gd name="connsiteX130" fmla="*/ 123772 w 606580"/>
                <a:gd name="connsiteY130" fmla="*/ 296650 h 605592"/>
                <a:gd name="connsiteX131" fmla="*/ 148562 w 606580"/>
                <a:gd name="connsiteY131" fmla="*/ 271899 h 605592"/>
                <a:gd name="connsiteX132" fmla="*/ 169824 w 606580"/>
                <a:gd name="connsiteY132" fmla="*/ 271899 h 605592"/>
                <a:gd name="connsiteX133" fmla="*/ 173909 w 606580"/>
                <a:gd name="connsiteY133" fmla="*/ 262073 h 605592"/>
                <a:gd name="connsiteX134" fmla="*/ 158868 w 606580"/>
                <a:gd name="connsiteY134" fmla="*/ 247056 h 605592"/>
                <a:gd name="connsiteX135" fmla="*/ 151626 w 606580"/>
                <a:gd name="connsiteY135" fmla="*/ 229628 h 605592"/>
                <a:gd name="connsiteX136" fmla="*/ 158868 w 606580"/>
                <a:gd name="connsiteY136" fmla="*/ 212108 h 605592"/>
                <a:gd name="connsiteX137" fmla="*/ 193871 w 606580"/>
                <a:gd name="connsiteY137" fmla="*/ 177160 h 605592"/>
                <a:gd name="connsiteX138" fmla="*/ 211419 w 606580"/>
                <a:gd name="connsiteY138" fmla="*/ 169929 h 605592"/>
                <a:gd name="connsiteX139" fmla="*/ 228874 w 606580"/>
                <a:gd name="connsiteY139" fmla="*/ 177160 h 605592"/>
                <a:gd name="connsiteX140" fmla="*/ 243915 w 606580"/>
                <a:gd name="connsiteY140" fmla="*/ 192177 h 605592"/>
                <a:gd name="connsiteX141" fmla="*/ 253757 w 606580"/>
                <a:gd name="connsiteY141" fmla="*/ 188098 h 605592"/>
                <a:gd name="connsiteX142" fmla="*/ 253757 w 606580"/>
                <a:gd name="connsiteY142" fmla="*/ 166870 h 605592"/>
                <a:gd name="connsiteX143" fmla="*/ 278547 w 606580"/>
                <a:gd name="connsiteY143" fmla="*/ 142119 h 605592"/>
                <a:gd name="connsiteX144" fmla="*/ 24791 w 606580"/>
                <a:gd name="connsiteY144" fmla="*/ 111237 h 605592"/>
                <a:gd name="connsiteX145" fmla="*/ 24791 w 606580"/>
                <a:gd name="connsiteY145" fmla="*/ 580935 h 605592"/>
                <a:gd name="connsiteX146" fmla="*/ 581882 w 606580"/>
                <a:gd name="connsiteY146" fmla="*/ 580935 h 605592"/>
                <a:gd name="connsiteX147" fmla="*/ 581882 w 606580"/>
                <a:gd name="connsiteY147" fmla="*/ 111237 h 605592"/>
                <a:gd name="connsiteX148" fmla="*/ 513716 w 606580"/>
                <a:gd name="connsiteY148" fmla="*/ 43257 h 605592"/>
                <a:gd name="connsiteX149" fmla="*/ 557043 w 606580"/>
                <a:gd name="connsiteY149" fmla="*/ 43257 h 605592"/>
                <a:gd name="connsiteX150" fmla="*/ 557043 w 606580"/>
                <a:gd name="connsiteY150" fmla="*/ 67955 h 605592"/>
                <a:gd name="connsiteX151" fmla="*/ 513716 w 606580"/>
                <a:gd name="connsiteY151" fmla="*/ 67955 h 605592"/>
                <a:gd name="connsiteX152" fmla="*/ 111423 w 606580"/>
                <a:gd name="connsiteY152" fmla="*/ 43257 h 605592"/>
                <a:gd name="connsiteX153" fmla="*/ 154750 w 606580"/>
                <a:gd name="connsiteY153" fmla="*/ 43257 h 605592"/>
                <a:gd name="connsiteX154" fmla="*/ 154750 w 606580"/>
                <a:gd name="connsiteY154" fmla="*/ 67955 h 605592"/>
                <a:gd name="connsiteX155" fmla="*/ 111423 w 606580"/>
                <a:gd name="connsiteY155" fmla="*/ 67955 h 605592"/>
                <a:gd name="connsiteX156" fmla="*/ 49466 w 606580"/>
                <a:gd name="connsiteY156" fmla="*/ 43257 h 605592"/>
                <a:gd name="connsiteX157" fmla="*/ 92864 w 606580"/>
                <a:gd name="connsiteY157" fmla="*/ 43257 h 605592"/>
                <a:gd name="connsiteX158" fmla="*/ 92864 w 606580"/>
                <a:gd name="connsiteY158" fmla="*/ 67955 h 605592"/>
                <a:gd name="connsiteX159" fmla="*/ 49466 w 606580"/>
                <a:gd name="connsiteY159" fmla="*/ 67955 h 605592"/>
                <a:gd name="connsiteX160" fmla="*/ 24791 w 606580"/>
                <a:gd name="connsiteY160" fmla="*/ 24750 h 605592"/>
                <a:gd name="connsiteX161" fmla="*/ 24791 w 606580"/>
                <a:gd name="connsiteY161" fmla="*/ 86487 h 605592"/>
                <a:gd name="connsiteX162" fmla="*/ 581882 w 606580"/>
                <a:gd name="connsiteY162" fmla="*/ 86487 h 605592"/>
                <a:gd name="connsiteX163" fmla="*/ 581882 w 606580"/>
                <a:gd name="connsiteY163" fmla="*/ 24750 h 605592"/>
                <a:gd name="connsiteX164" fmla="*/ 24791 w 606580"/>
                <a:gd name="connsiteY164" fmla="*/ 0 h 605592"/>
                <a:gd name="connsiteX165" fmla="*/ 581882 w 606580"/>
                <a:gd name="connsiteY165" fmla="*/ 0 h 605592"/>
                <a:gd name="connsiteX166" fmla="*/ 606580 w 606580"/>
                <a:gd name="connsiteY166" fmla="*/ 24750 h 605592"/>
                <a:gd name="connsiteX167" fmla="*/ 606580 w 606580"/>
                <a:gd name="connsiteY167" fmla="*/ 580935 h 605592"/>
                <a:gd name="connsiteX168" fmla="*/ 581882 w 606580"/>
                <a:gd name="connsiteY168" fmla="*/ 605592 h 605592"/>
                <a:gd name="connsiteX169" fmla="*/ 24791 w 606580"/>
                <a:gd name="connsiteY169" fmla="*/ 605592 h 605592"/>
                <a:gd name="connsiteX170" fmla="*/ 0 w 606580"/>
                <a:gd name="connsiteY170" fmla="*/ 580935 h 605592"/>
                <a:gd name="connsiteX171" fmla="*/ 0 w 606580"/>
                <a:gd name="connsiteY171" fmla="*/ 24750 h 605592"/>
                <a:gd name="connsiteX172" fmla="*/ 24791 w 606580"/>
                <a:gd name="connsiteY172" fmla="*/ 0 h 60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606580" h="605592">
                  <a:moveTo>
                    <a:pt x="80515" y="531428"/>
                  </a:moveTo>
                  <a:lnTo>
                    <a:pt x="526135" y="531428"/>
                  </a:lnTo>
                  <a:lnTo>
                    <a:pt x="526135" y="556196"/>
                  </a:lnTo>
                  <a:lnTo>
                    <a:pt x="80515" y="556196"/>
                  </a:lnTo>
                  <a:close/>
                  <a:moveTo>
                    <a:pt x="111423" y="432636"/>
                  </a:moveTo>
                  <a:lnTo>
                    <a:pt x="136191" y="432636"/>
                  </a:lnTo>
                  <a:lnTo>
                    <a:pt x="136191" y="457263"/>
                  </a:lnTo>
                  <a:lnTo>
                    <a:pt x="111423" y="457263"/>
                  </a:lnTo>
                  <a:close/>
                  <a:moveTo>
                    <a:pt x="74305" y="432636"/>
                  </a:moveTo>
                  <a:lnTo>
                    <a:pt x="99073" y="432636"/>
                  </a:lnTo>
                  <a:lnTo>
                    <a:pt x="99073" y="457263"/>
                  </a:lnTo>
                  <a:lnTo>
                    <a:pt x="74305" y="457263"/>
                  </a:lnTo>
                  <a:close/>
                  <a:moveTo>
                    <a:pt x="37117" y="432636"/>
                  </a:moveTo>
                  <a:lnTo>
                    <a:pt x="61956" y="432636"/>
                  </a:lnTo>
                  <a:lnTo>
                    <a:pt x="61956" y="457263"/>
                  </a:lnTo>
                  <a:lnTo>
                    <a:pt x="37117" y="457263"/>
                  </a:lnTo>
                  <a:close/>
                  <a:moveTo>
                    <a:pt x="303336" y="284288"/>
                  </a:moveTo>
                  <a:cubicBezTo>
                    <a:pt x="282816" y="284288"/>
                    <a:pt x="266196" y="300880"/>
                    <a:pt x="266196" y="321365"/>
                  </a:cubicBezTo>
                  <a:cubicBezTo>
                    <a:pt x="266196" y="341758"/>
                    <a:pt x="282816" y="358443"/>
                    <a:pt x="303336" y="358443"/>
                  </a:cubicBezTo>
                  <a:cubicBezTo>
                    <a:pt x="323764" y="358443"/>
                    <a:pt x="340477" y="341758"/>
                    <a:pt x="340477" y="321365"/>
                  </a:cubicBezTo>
                  <a:cubicBezTo>
                    <a:pt x="340477" y="300880"/>
                    <a:pt x="323764" y="284288"/>
                    <a:pt x="303336" y="284288"/>
                  </a:cubicBezTo>
                  <a:close/>
                  <a:moveTo>
                    <a:pt x="303336" y="259539"/>
                  </a:moveTo>
                  <a:cubicBezTo>
                    <a:pt x="337413" y="259539"/>
                    <a:pt x="365176" y="287254"/>
                    <a:pt x="365176" y="321365"/>
                  </a:cubicBezTo>
                  <a:cubicBezTo>
                    <a:pt x="365176" y="355384"/>
                    <a:pt x="337413" y="383099"/>
                    <a:pt x="303336" y="383099"/>
                  </a:cubicBezTo>
                  <a:cubicBezTo>
                    <a:pt x="269167" y="383099"/>
                    <a:pt x="241404" y="355384"/>
                    <a:pt x="241404" y="321365"/>
                  </a:cubicBezTo>
                  <a:cubicBezTo>
                    <a:pt x="241404" y="287254"/>
                    <a:pt x="269167" y="259539"/>
                    <a:pt x="303336" y="259539"/>
                  </a:cubicBezTo>
                  <a:close/>
                  <a:moveTo>
                    <a:pt x="544694" y="185375"/>
                  </a:moveTo>
                  <a:lnTo>
                    <a:pt x="569392" y="185375"/>
                  </a:lnTo>
                  <a:lnTo>
                    <a:pt x="569392" y="210143"/>
                  </a:lnTo>
                  <a:lnTo>
                    <a:pt x="544694" y="210143"/>
                  </a:lnTo>
                  <a:close/>
                  <a:moveTo>
                    <a:pt x="507577" y="185375"/>
                  </a:moveTo>
                  <a:lnTo>
                    <a:pt x="532275" y="185375"/>
                  </a:lnTo>
                  <a:lnTo>
                    <a:pt x="532275" y="210143"/>
                  </a:lnTo>
                  <a:lnTo>
                    <a:pt x="507577" y="210143"/>
                  </a:lnTo>
                  <a:close/>
                  <a:moveTo>
                    <a:pt x="470459" y="185375"/>
                  </a:moveTo>
                  <a:lnTo>
                    <a:pt x="495157" y="185375"/>
                  </a:lnTo>
                  <a:lnTo>
                    <a:pt x="495157" y="210143"/>
                  </a:lnTo>
                  <a:lnTo>
                    <a:pt x="470459" y="210143"/>
                  </a:lnTo>
                  <a:close/>
                  <a:moveTo>
                    <a:pt x="278547" y="166870"/>
                  </a:moveTo>
                  <a:lnTo>
                    <a:pt x="278547" y="196998"/>
                  </a:lnTo>
                  <a:cubicBezTo>
                    <a:pt x="278547" y="202467"/>
                    <a:pt x="274926" y="207287"/>
                    <a:pt x="269727" y="208863"/>
                  </a:cubicBezTo>
                  <a:cubicBezTo>
                    <a:pt x="261556" y="211273"/>
                    <a:pt x="254128" y="214333"/>
                    <a:pt x="247443" y="218041"/>
                  </a:cubicBezTo>
                  <a:cubicBezTo>
                    <a:pt x="242708" y="220636"/>
                    <a:pt x="236673" y="219802"/>
                    <a:pt x="232774" y="215908"/>
                  </a:cubicBezTo>
                  <a:lnTo>
                    <a:pt x="211419" y="194680"/>
                  </a:lnTo>
                  <a:lnTo>
                    <a:pt x="176416" y="229628"/>
                  </a:lnTo>
                  <a:lnTo>
                    <a:pt x="197678" y="250949"/>
                  </a:lnTo>
                  <a:cubicBezTo>
                    <a:pt x="201577" y="254843"/>
                    <a:pt x="202413" y="260868"/>
                    <a:pt x="199813" y="265596"/>
                  </a:cubicBezTo>
                  <a:cubicBezTo>
                    <a:pt x="196192" y="272270"/>
                    <a:pt x="193035" y="279686"/>
                    <a:pt x="190621" y="287844"/>
                  </a:cubicBezTo>
                  <a:cubicBezTo>
                    <a:pt x="189043" y="293035"/>
                    <a:pt x="184215" y="296650"/>
                    <a:pt x="178737" y="296650"/>
                  </a:cubicBezTo>
                  <a:lnTo>
                    <a:pt x="148562" y="296650"/>
                  </a:lnTo>
                  <a:lnTo>
                    <a:pt x="148562" y="346060"/>
                  </a:lnTo>
                  <a:lnTo>
                    <a:pt x="178737" y="346060"/>
                  </a:lnTo>
                  <a:cubicBezTo>
                    <a:pt x="184215" y="346060"/>
                    <a:pt x="189043" y="349675"/>
                    <a:pt x="190621" y="354866"/>
                  </a:cubicBezTo>
                  <a:cubicBezTo>
                    <a:pt x="193035" y="363024"/>
                    <a:pt x="196099" y="370533"/>
                    <a:pt x="199813" y="377114"/>
                  </a:cubicBezTo>
                  <a:cubicBezTo>
                    <a:pt x="202413" y="381935"/>
                    <a:pt x="201577" y="387867"/>
                    <a:pt x="197678" y="391761"/>
                  </a:cubicBezTo>
                  <a:lnTo>
                    <a:pt x="176416" y="413175"/>
                  </a:lnTo>
                  <a:lnTo>
                    <a:pt x="211419" y="448123"/>
                  </a:lnTo>
                  <a:lnTo>
                    <a:pt x="232774" y="426802"/>
                  </a:lnTo>
                  <a:cubicBezTo>
                    <a:pt x="235188" y="424484"/>
                    <a:pt x="238344" y="423186"/>
                    <a:pt x="241501" y="423186"/>
                  </a:cubicBezTo>
                  <a:cubicBezTo>
                    <a:pt x="243544" y="423186"/>
                    <a:pt x="245586" y="423742"/>
                    <a:pt x="247443" y="424762"/>
                  </a:cubicBezTo>
                  <a:cubicBezTo>
                    <a:pt x="254128" y="428377"/>
                    <a:pt x="261556" y="431437"/>
                    <a:pt x="269727" y="433847"/>
                  </a:cubicBezTo>
                  <a:cubicBezTo>
                    <a:pt x="274926" y="435423"/>
                    <a:pt x="278547" y="440243"/>
                    <a:pt x="278547" y="445712"/>
                  </a:cubicBezTo>
                  <a:lnTo>
                    <a:pt x="278547" y="475840"/>
                  </a:lnTo>
                  <a:lnTo>
                    <a:pt x="328034" y="475840"/>
                  </a:lnTo>
                  <a:lnTo>
                    <a:pt x="328034" y="445712"/>
                  </a:lnTo>
                  <a:cubicBezTo>
                    <a:pt x="328034" y="440243"/>
                    <a:pt x="331655" y="435423"/>
                    <a:pt x="336854" y="433847"/>
                  </a:cubicBezTo>
                  <a:cubicBezTo>
                    <a:pt x="345025" y="431437"/>
                    <a:pt x="352546" y="428377"/>
                    <a:pt x="359138" y="424762"/>
                  </a:cubicBezTo>
                  <a:cubicBezTo>
                    <a:pt x="363966" y="422074"/>
                    <a:pt x="369908" y="422908"/>
                    <a:pt x="373807" y="426802"/>
                  </a:cubicBezTo>
                  <a:lnTo>
                    <a:pt x="395255" y="448030"/>
                  </a:lnTo>
                  <a:lnTo>
                    <a:pt x="430258" y="413082"/>
                  </a:lnTo>
                  <a:lnTo>
                    <a:pt x="408903" y="391761"/>
                  </a:lnTo>
                  <a:cubicBezTo>
                    <a:pt x="405004" y="387867"/>
                    <a:pt x="404168" y="381935"/>
                    <a:pt x="406861" y="377114"/>
                  </a:cubicBezTo>
                  <a:cubicBezTo>
                    <a:pt x="410482" y="370533"/>
                    <a:pt x="413546" y="363024"/>
                    <a:pt x="415960" y="354866"/>
                  </a:cubicBezTo>
                  <a:cubicBezTo>
                    <a:pt x="417538" y="349675"/>
                    <a:pt x="422366" y="346060"/>
                    <a:pt x="427844" y="346060"/>
                  </a:cubicBezTo>
                  <a:lnTo>
                    <a:pt x="458019" y="346060"/>
                  </a:lnTo>
                  <a:lnTo>
                    <a:pt x="458019" y="296650"/>
                  </a:lnTo>
                  <a:lnTo>
                    <a:pt x="427844" y="296650"/>
                  </a:lnTo>
                  <a:cubicBezTo>
                    <a:pt x="422366" y="296650"/>
                    <a:pt x="417538" y="293035"/>
                    <a:pt x="415960" y="287844"/>
                  </a:cubicBezTo>
                  <a:cubicBezTo>
                    <a:pt x="413546" y="279686"/>
                    <a:pt x="410482" y="272270"/>
                    <a:pt x="406861" y="265596"/>
                  </a:cubicBezTo>
                  <a:cubicBezTo>
                    <a:pt x="404168" y="260868"/>
                    <a:pt x="405004" y="254843"/>
                    <a:pt x="408903" y="250949"/>
                  </a:cubicBezTo>
                  <a:lnTo>
                    <a:pt x="430165" y="229628"/>
                  </a:lnTo>
                  <a:lnTo>
                    <a:pt x="395162" y="194680"/>
                  </a:lnTo>
                  <a:lnTo>
                    <a:pt x="373807" y="215908"/>
                  </a:lnTo>
                  <a:cubicBezTo>
                    <a:pt x="369908" y="219802"/>
                    <a:pt x="363966" y="220636"/>
                    <a:pt x="359138" y="218041"/>
                  </a:cubicBezTo>
                  <a:cubicBezTo>
                    <a:pt x="352546" y="214425"/>
                    <a:pt x="345025" y="211273"/>
                    <a:pt x="336854" y="208863"/>
                  </a:cubicBezTo>
                  <a:cubicBezTo>
                    <a:pt x="331655" y="207287"/>
                    <a:pt x="328034" y="202467"/>
                    <a:pt x="328034" y="196998"/>
                  </a:cubicBezTo>
                  <a:lnTo>
                    <a:pt x="328034" y="166870"/>
                  </a:lnTo>
                  <a:close/>
                  <a:moveTo>
                    <a:pt x="278547" y="142119"/>
                  </a:moveTo>
                  <a:lnTo>
                    <a:pt x="328034" y="142119"/>
                  </a:lnTo>
                  <a:cubicBezTo>
                    <a:pt x="341682" y="142119"/>
                    <a:pt x="352824" y="153243"/>
                    <a:pt x="352824" y="166870"/>
                  </a:cubicBezTo>
                  <a:lnTo>
                    <a:pt x="352824" y="188098"/>
                  </a:lnTo>
                  <a:cubicBezTo>
                    <a:pt x="356167" y="189396"/>
                    <a:pt x="359509" y="190694"/>
                    <a:pt x="362666" y="192177"/>
                  </a:cubicBezTo>
                  <a:lnTo>
                    <a:pt x="377800" y="177160"/>
                  </a:lnTo>
                  <a:cubicBezTo>
                    <a:pt x="382442" y="172525"/>
                    <a:pt x="388663" y="169929"/>
                    <a:pt x="395255" y="169929"/>
                  </a:cubicBezTo>
                  <a:cubicBezTo>
                    <a:pt x="401847" y="169929"/>
                    <a:pt x="408068" y="172525"/>
                    <a:pt x="412710" y="177160"/>
                  </a:cubicBezTo>
                  <a:lnTo>
                    <a:pt x="447713" y="212108"/>
                  </a:lnTo>
                  <a:cubicBezTo>
                    <a:pt x="452448" y="216835"/>
                    <a:pt x="454955" y="223046"/>
                    <a:pt x="454955" y="229628"/>
                  </a:cubicBezTo>
                  <a:cubicBezTo>
                    <a:pt x="454955" y="236210"/>
                    <a:pt x="452448" y="242421"/>
                    <a:pt x="447713" y="247056"/>
                  </a:cubicBezTo>
                  <a:lnTo>
                    <a:pt x="432765" y="262073"/>
                  </a:lnTo>
                  <a:cubicBezTo>
                    <a:pt x="434158" y="265318"/>
                    <a:pt x="435550" y="268562"/>
                    <a:pt x="436757" y="271899"/>
                  </a:cubicBezTo>
                  <a:lnTo>
                    <a:pt x="458019" y="271899"/>
                  </a:lnTo>
                  <a:cubicBezTo>
                    <a:pt x="471667" y="271899"/>
                    <a:pt x="482809" y="283023"/>
                    <a:pt x="482809" y="296650"/>
                  </a:cubicBezTo>
                  <a:lnTo>
                    <a:pt x="482809" y="346060"/>
                  </a:lnTo>
                  <a:cubicBezTo>
                    <a:pt x="482809" y="359687"/>
                    <a:pt x="471667" y="370811"/>
                    <a:pt x="458019" y="370811"/>
                  </a:cubicBezTo>
                  <a:lnTo>
                    <a:pt x="436757" y="370811"/>
                  </a:lnTo>
                  <a:cubicBezTo>
                    <a:pt x="435550" y="374148"/>
                    <a:pt x="434158" y="377485"/>
                    <a:pt x="432765" y="380637"/>
                  </a:cubicBezTo>
                  <a:lnTo>
                    <a:pt x="447806" y="395747"/>
                  </a:lnTo>
                  <a:cubicBezTo>
                    <a:pt x="452448" y="400382"/>
                    <a:pt x="454955" y="406593"/>
                    <a:pt x="454955" y="413175"/>
                  </a:cubicBezTo>
                  <a:cubicBezTo>
                    <a:pt x="454955" y="419756"/>
                    <a:pt x="452448" y="425967"/>
                    <a:pt x="447713" y="430602"/>
                  </a:cubicBezTo>
                  <a:lnTo>
                    <a:pt x="412710" y="465550"/>
                  </a:lnTo>
                  <a:cubicBezTo>
                    <a:pt x="408068" y="470278"/>
                    <a:pt x="401847" y="472781"/>
                    <a:pt x="395255" y="472781"/>
                  </a:cubicBezTo>
                  <a:cubicBezTo>
                    <a:pt x="388663" y="472781"/>
                    <a:pt x="382442" y="470278"/>
                    <a:pt x="377707" y="465550"/>
                  </a:cubicBezTo>
                  <a:lnTo>
                    <a:pt x="362666" y="450626"/>
                  </a:lnTo>
                  <a:cubicBezTo>
                    <a:pt x="359509" y="452016"/>
                    <a:pt x="356167" y="453407"/>
                    <a:pt x="352824" y="454612"/>
                  </a:cubicBezTo>
                  <a:lnTo>
                    <a:pt x="352824" y="475840"/>
                  </a:lnTo>
                  <a:cubicBezTo>
                    <a:pt x="352824" y="489467"/>
                    <a:pt x="341682" y="500591"/>
                    <a:pt x="328034" y="500591"/>
                  </a:cubicBezTo>
                  <a:lnTo>
                    <a:pt x="278547" y="500591"/>
                  </a:lnTo>
                  <a:cubicBezTo>
                    <a:pt x="264899" y="500591"/>
                    <a:pt x="253757" y="489467"/>
                    <a:pt x="253757" y="475840"/>
                  </a:cubicBezTo>
                  <a:lnTo>
                    <a:pt x="253757" y="454612"/>
                  </a:lnTo>
                  <a:cubicBezTo>
                    <a:pt x="250414" y="453407"/>
                    <a:pt x="247165" y="452016"/>
                    <a:pt x="243915" y="450626"/>
                  </a:cubicBezTo>
                  <a:lnTo>
                    <a:pt x="228874" y="465643"/>
                  </a:lnTo>
                  <a:cubicBezTo>
                    <a:pt x="224232" y="470278"/>
                    <a:pt x="218011" y="472781"/>
                    <a:pt x="211419" y="472781"/>
                  </a:cubicBezTo>
                  <a:cubicBezTo>
                    <a:pt x="204827" y="472781"/>
                    <a:pt x="198606" y="470278"/>
                    <a:pt x="193871" y="465550"/>
                  </a:cubicBezTo>
                  <a:lnTo>
                    <a:pt x="158868" y="430602"/>
                  </a:lnTo>
                  <a:cubicBezTo>
                    <a:pt x="154226" y="425967"/>
                    <a:pt x="151626" y="419756"/>
                    <a:pt x="151626" y="413175"/>
                  </a:cubicBezTo>
                  <a:cubicBezTo>
                    <a:pt x="151626" y="406593"/>
                    <a:pt x="154226" y="400382"/>
                    <a:pt x="158868" y="395654"/>
                  </a:cubicBezTo>
                  <a:lnTo>
                    <a:pt x="173909" y="380637"/>
                  </a:lnTo>
                  <a:cubicBezTo>
                    <a:pt x="172424" y="377485"/>
                    <a:pt x="171124" y="374148"/>
                    <a:pt x="169824" y="370811"/>
                  </a:cubicBezTo>
                  <a:lnTo>
                    <a:pt x="148562" y="370811"/>
                  </a:lnTo>
                  <a:cubicBezTo>
                    <a:pt x="134914" y="370811"/>
                    <a:pt x="123772" y="359687"/>
                    <a:pt x="123772" y="346060"/>
                  </a:cubicBezTo>
                  <a:lnTo>
                    <a:pt x="123772" y="296650"/>
                  </a:lnTo>
                  <a:cubicBezTo>
                    <a:pt x="123772" y="283023"/>
                    <a:pt x="134914" y="271899"/>
                    <a:pt x="148562" y="271899"/>
                  </a:cubicBezTo>
                  <a:lnTo>
                    <a:pt x="169824" y="271899"/>
                  </a:lnTo>
                  <a:cubicBezTo>
                    <a:pt x="171124" y="268562"/>
                    <a:pt x="172424" y="265318"/>
                    <a:pt x="173909" y="262073"/>
                  </a:cubicBezTo>
                  <a:lnTo>
                    <a:pt x="158868" y="247056"/>
                  </a:lnTo>
                  <a:cubicBezTo>
                    <a:pt x="154226" y="242421"/>
                    <a:pt x="151626" y="236210"/>
                    <a:pt x="151626" y="229628"/>
                  </a:cubicBezTo>
                  <a:cubicBezTo>
                    <a:pt x="151626" y="223046"/>
                    <a:pt x="154226" y="216835"/>
                    <a:pt x="158868" y="212108"/>
                  </a:cubicBezTo>
                  <a:lnTo>
                    <a:pt x="193871" y="177160"/>
                  </a:lnTo>
                  <a:cubicBezTo>
                    <a:pt x="198606" y="172525"/>
                    <a:pt x="204827" y="169929"/>
                    <a:pt x="211419" y="169929"/>
                  </a:cubicBezTo>
                  <a:cubicBezTo>
                    <a:pt x="218011" y="169929"/>
                    <a:pt x="224232" y="172525"/>
                    <a:pt x="228874" y="177160"/>
                  </a:cubicBezTo>
                  <a:lnTo>
                    <a:pt x="243915" y="192177"/>
                  </a:lnTo>
                  <a:cubicBezTo>
                    <a:pt x="247165" y="190694"/>
                    <a:pt x="250414" y="189396"/>
                    <a:pt x="253757" y="188098"/>
                  </a:cubicBezTo>
                  <a:lnTo>
                    <a:pt x="253757" y="166870"/>
                  </a:lnTo>
                  <a:cubicBezTo>
                    <a:pt x="253757" y="153243"/>
                    <a:pt x="264899" y="142119"/>
                    <a:pt x="278547" y="142119"/>
                  </a:cubicBezTo>
                  <a:close/>
                  <a:moveTo>
                    <a:pt x="24791" y="111237"/>
                  </a:moveTo>
                  <a:lnTo>
                    <a:pt x="24791" y="580935"/>
                  </a:lnTo>
                  <a:lnTo>
                    <a:pt x="581882" y="580935"/>
                  </a:lnTo>
                  <a:lnTo>
                    <a:pt x="581882" y="111237"/>
                  </a:lnTo>
                  <a:close/>
                  <a:moveTo>
                    <a:pt x="513716" y="43257"/>
                  </a:moveTo>
                  <a:lnTo>
                    <a:pt x="557043" y="43257"/>
                  </a:lnTo>
                  <a:lnTo>
                    <a:pt x="557043" y="67955"/>
                  </a:lnTo>
                  <a:lnTo>
                    <a:pt x="513716" y="67955"/>
                  </a:lnTo>
                  <a:close/>
                  <a:moveTo>
                    <a:pt x="111423" y="43257"/>
                  </a:moveTo>
                  <a:lnTo>
                    <a:pt x="154750" y="43257"/>
                  </a:lnTo>
                  <a:lnTo>
                    <a:pt x="154750" y="67955"/>
                  </a:lnTo>
                  <a:lnTo>
                    <a:pt x="111423" y="67955"/>
                  </a:lnTo>
                  <a:close/>
                  <a:moveTo>
                    <a:pt x="49466" y="43257"/>
                  </a:moveTo>
                  <a:lnTo>
                    <a:pt x="92864" y="43257"/>
                  </a:lnTo>
                  <a:lnTo>
                    <a:pt x="92864" y="67955"/>
                  </a:lnTo>
                  <a:lnTo>
                    <a:pt x="49466" y="67955"/>
                  </a:lnTo>
                  <a:close/>
                  <a:moveTo>
                    <a:pt x="24791" y="24750"/>
                  </a:moveTo>
                  <a:lnTo>
                    <a:pt x="24791" y="86487"/>
                  </a:lnTo>
                  <a:lnTo>
                    <a:pt x="581882" y="86487"/>
                  </a:lnTo>
                  <a:lnTo>
                    <a:pt x="581882" y="24750"/>
                  </a:lnTo>
                  <a:close/>
                  <a:moveTo>
                    <a:pt x="24791" y="0"/>
                  </a:moveTo>
                  <a:lnTo>
                    <a:pt x="581882" y="0"/>
                  </a:lnTo>
                  <a:cubicBezTo>
                    <a:pt x="595531" y="0"/>
                    <a:pt x="606580" y="11124"/>
                    <a:pt x="606580" y="24750"/>
                  </a:cubicBezTo>
                  <a:lnTo>
                    <a:pt x="606580" y="580935"/>
                  </a:lnTo>
                  <a:cubicBezTo>
                    <a:pt x="606580" y="594561"/>
                    <a:pt x="595531" y="605592"/>
                    <a:pt x="581882" y="605592"/>
                  </a:cubicBezTo>
                  <a:lnTo>
                    <a:pt x="24791" y="605592"/>
                  </a:lnTo>
                  <a:cubicBezTo>
                    <a:pt x="11142" y="605592"/>
                    <a:pt x="0" y="594561"/>
                    <a:pt x="0" y="580935"/>
                  </a:cubicBezTo>
                  <a:lnTo>
                    <a:pt x="0" y="24750"/>
                  </a:lnTo>
                  <a:cubicBezTo>
                    <a:pt x="0" y="11124"/>
                    <a:pt x="11142" y="0"/>
                    <a:pt x="24791" y="0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63" name="memory_92959"/>
            <p:cNvSpPr>
              <a:spLocks noChangeAspect="1"/>
            </p:cNvSpPr>
            <p:nvPr/>
          </p:nvSpPr>
          <p:spPr bwMode="auto">
            <a:xfrm>
              <a:off x="6995738" y="3486500"/>
              <a:ext cx="478071" cy="443107"/>
            </a:xfrm>
            <a:custGeom>
              <a:avLst/>
              <a:gdLst>
                <a:gd name="T0" fmla="*/ 4031 w 4031"/>
                <a:gd name="T1" fmla="*/ 1578 h 3743"/>
                <a:gd name="T2" fmla="*/ 3344 w 4031"/>
                <a:gd name="T3" fmla="*/ 1378 h 3743"/>
                <a:gd name="T4" fmla="*/ 3831 w 4031"/>
                <a:gd name="T5" fmla="*/ 1218 h 3743"/>
                <a:gd name="T6" fmla="*/ 3831 w 4031"/>
                <a:gd name="T7" fmla="*/ 818 h 3743"/>
                <a:gd name="T8" fmla="*/ 3083 w 4031"/>
                <a:gd name="T9" fmla="*/ 698 h 3743"/>
                <a:gd name="T10" fmla="*/ 3064 w 4031"/>
                <a:gd name="T11" fmla="*/ 200 h 3743"/>
                <a:gd name="T12" fmla="*/ 2664 w 4031"/>
                <a:gd name="T13" fmla="*/ 200 h 3743"/>
                <a:gd name="T14" fmla="*/ 2491 w 4031"/>
                <a:gd name="T15" fmla="*/ 698 h 3743"/>
                <a:gd name="T16" fmla="*/ 2291 w 4031"/>
                <a:gd name="T17" fmla="*/ 0 h 3743"/>
                <a:gd name="T18" fmla="*/ 2091 w 4031"/>
                <a:gd name="T19" fmla="*/ 698 h 3743"/>
                <a:gd name="T20" fmla="*/ 1931 w 4031"/>
                <a:gd name="T21" fmla="*/ 200 h 3743"/>
                <a:gd name="T22" fmla="*/ 1531 w 4031"/>
                <a:gd name="T23" fmla="*/ 200 h 3743"/>
                <a:gd name="T24" fmla="*/ 1358 w 4031"/>
                <a:gd name="T25" fmla="*/ 698 h 3743"/>
                <a:gd name="T26" fmla="*/ 1158 w 4031"/>
                <a:gd name="T27" fmla="*/ 0 h 3743"/>
                <a:gd name="T28" fmla="*/ 958 w 4031"/>
                <a:gd name="T29" fmla="*/ 698 h 3743"/>
                <a:gd name="T30" fmla="*/ 728 w 4031"/>
                <a:gd name="T31" fmla="*/ 818 h 3743"/>
                <a:gd name="T32" fmla="*/ 0 w 4031"/>
                <a:gd name="T33" fmla="*/ 1018 h 3743"/>
                <a:gd name="T34" fmla="*/ 678 w 4031"/>
                <a:gd name="T35" fmla="*/ 1218 h 3743"/>
                <a:gd name="T36" fmla="*/ 200 w 4031"/>
                <a:gd name="T37" fmla="*/ 1378 h 3743"/>
                <a:gd name="T38" fmla="*/ 200 w 4031"/>
                <a:gd name="T39" fmla="*/ 1778 h 3743"/>
                <a:gd name="T40" fmla="*/ 678 w 4031"/>
                <a:gd name="T41" fmla="*/ 1951 h 3743"/>
                <a:gd name="T42" fmla="*/ 0 w 4031"/>
                <a:gd name="T43" fmla="*/ 2151 h 3743"/>
                <a:gd name="T44" fmla="*/ 678 w 4031"/>
                <a:gd name="T45" fmla="*/ 2351 h 3743"/>
                <a:gd name="T46" fmla="*/ 200 w 4031"/>
                <a:gd name="T47" fmla="*/ 2525 h 3743"/>
                <a:gd name="T48" fmla="*/ 200 w 4031"/>
                <a:gd name="T49" fmla="*/ 2925 h 3743"/>
                <a:gd name="T50" fmla="*/ 951 w 4031"/>
                <a:gd name="T51" fmla="*/ 3045 h 3743"/>
                <a:gd name="T52" fmla="*/ 958 w 4031"/>
                <a:gd name="T53" fmla="*/ 3543 h 3743"/>
                <a:gd name="T54" fmla="*/ 1358 w 4031"/>
                <a:gd name="T55" fmla="*/ 3543 h 3743"/>
                <a:gd name="T56" fmla="*/ 1531 w 4031"/>
                <a:gd name="T57" fmla="*/ 3045 h 3743"/>
                <a:gd name="T58" fmla="*/ 1731 w 4031"/>
                <a:gd name="T59" fmla="*/ 3743 h 3743"/>
                <a:gd name="T60" fmla="*/ 1931 w 4031"/>
                <a:gd name="T61" fmla="*/ 3045 h 3743"/>
                <a:gd name="T62" fmla="*/ 2091 w 4031"/>
                <a:gd name="T63" fmla="*/ 3543 h 3743"/>
                <a:gd name="T64" fmla="*/ 2491 w 4031"/>
                <a:gd name="T65" fmla="*/ 3543 h 3743"/>
                <a:gd name="T66" fmla="*/ 2664 w 4031"/>
                <a:gd name="T67" fmla="*/ 3045 h 3743"/>
                <a:gd name="T68" fmla="*/ 2864 w 4031"/>
                <a:gd name="T69" fmla="*/ 3743 h 3743"/>
                <a:gd name="T70" fmla="*/ 3064 w 4031"/>
                <a:gd name="T71" fmla="*/ 3045 h 3743"/>
                <a:gd name="T72" fmla="*/ 3306 w 4031"/>
                <a:gd name="T73" fmla="*/ 2925 h 3743"/>
                <a:gd name="T74" fmla="*/ 4031 w 4031"/>
                <a:gd name="T75" fmla="*/ 2725 h 3743"/>
                <a:gd name="T76" fmla="*/ 3344 w 4031"/>
                <a:gd name="T77" fmla="*/ 2525 h 3743"/>
                <a:gd name="T78" fmla="*/ 3831 w 4031"/>
                <a:gd name="T79" fmla="*/ 2351 h 3743"/>
                <a:gd name="T80" fmla="*/ 3831 w 4031"/>
                <a:gd name="T81" fmla="*/ 1951 h 3743"/>
                <a:gd name="T82" fmla="*/ 3344 w 4031"/>
                <a:gd name="T83" fmla="*/ 1778 h 3743"/>
                <a:gd name="T84" fmla="*/ 2758 w 4031"/>
                <a:gd name="T85" fmla="*/ 2525 h 3743"/>
                <a:gd name="T86" fmla="*/ 1278 w 4031"/>
                <a:gd name="T87" fmla="*/ 1218 h 3743"/>
                <a:gd name="T88" fmla="*/ 2758 w 4031"/>
                <a:gd name="T89" fmla="*/ 2525 h 3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031" h="3743">
                  <a:moveTo>
                    <a:pt x="3831" y="1778"/>
                  </a:moveTo>
                  <a:cubicBezTo>
                    <a:pt x="3941" y="1778"/>
                    <a:pt x="4031" y="1688"/>
                    <a:pt x="4031" y="1578"/>
                  </a:cubicBezTo>
                  <a:cubicBezTo>
                    <a:pt x="4031" y="1468"/>
                    <a:pt x="3941" y="1378"/>
                    <a:pt x="3831" y="1378"/>
                  </a:cubicBezTo>
                  <a:lnTo>
                    <a:pt x="3344" y="1378"/>
                  </a:lnTo>
                  <a:lnTo>
                    <a:pt x="3344" y="1218"/>
                  </a:lnTo>
                  <a:lnTo>
                    <a:pt x="3831" y="1218"/>
                  </a:lnTo>
                  <a:cubicBezTo>
                    <a:pt x="3941" y="1218"/>
                    <a:pt x="4031" y="1128"/>
                    <a:pt x="4031" y="1018"/>
                  </a:cubicBezTo>
                  <a:cubicBezTo>
                    <a:pt x="4031" y="908"/>
                    <a:pt x="3941" y="818"/>
                    <a:pt x="3831" y="818"/>
                  </a:cubicBezTo>
                  <a:lnTo>
                    <a:pt x="3306" y="818"/>
                  </a:lnTo>
                  <a:cubicBezTo>
                    <a:pt x="3259" y="738"/>
                    <a:pt x="3176" y="698"/>
                    <a:pt x="3083" y="698"/>
                  </a:cubicBezTo>
                  <a:lnTo>
                    <a:pt x="3064" y="698"/>
                  </a:lnTo>
                  <a:lnTo>
                    <a:pt x="3064" y="200"/>
                  </a:lnTo>
                  <a:cubicBezTo>
                    <a:pt x="3064" y="89"/>
                    <a:pt x="2975" y="0"/>
                    <a:pt x="2864" y="0"/>
                  </a:cubicBezTo>
                  <a:cubicBezTo>
                    <a:pt x="2754" y="0"/>
                    <a:pt x="2664" y="89"/>
                    <a:pt x="2664" y="200"/>
                  </a:cubicBezTo>
                  <a:lnTo>
                    <a:pt x="2664" y="698"/>
                  </a:lnTo>
                  <a:lnTo>
                    <a:pt x="2491" y="698"/>
                  </a:lnTo>
                  <a:lnTo>
                    <a:pt x="2491" y="200"/>
                  </a:lnTo>
                  <a:cubicBezTo>
                    <a:pt x="2491" y="89"/>
                    <a:pt x="2401" y="0"/>
                    <a:pt x="2291" y="0"/>
                  </a:cubicBezTo>
                  <a:cubicBezTo>
                    <a:pt x="2180" y="0"/>
                    <a:pt x="2091" y="89"/>
                    <a:pt x="2091" y="200"/>
                  </a:cubicBezTo>
                  <a:lnTo>
                    <a:pt x="2091" y="698"/>
                  </a:lnTo>
                  <a:lnTo>
                    <a:pt x="1931" y="698"/>
                  </a:lnTo>
                  <a:lnTo>
                    <a:pt x="1931" y="200"/>
                  </a:lnTo>
                  <a:cubicBezTo>
                    <a:pt x="1931" y="89"/>
                    <a:pt x="1841" y="0"/>
                    <a:pt x="1731" y="0"/>
                  </a:cubicBezTo>
                  <a:cubicBezTo>
                    <a:pt x="1620" y="0"/>
                    <a:pt x="1531" y="89"/>
                    <a:pt x="1531" y="200"/>
                  </a:cubicBezTo>
                  <a:lnTo>
                    <a:pt x="1531" y="698"/>
                  </a:lnTo>
                  <a:lnTo>
                    <a:pt x="1358" y="698"/>
                  </a:lnTo>
                  <a:lnTo>
                    <a:pt x="1358" y="200"/>
                  </a:lnTo>
                  <a:cubicBezTo>
                    <a:pt x="1358" y="89"/>
                    <a:pt x="1268" y="0"/>
                    <a:pt x="1158" y="0"/>
                  </a:cubicBezTo>
                  <a:cubicBezTo>
                    <a:pt x="1047" y="0"/>
                    <a:pt x="958" y="89"/>
                    <a:pt x="958" y="200"/>
                  </a:cubicBezTo>
                  <a:lnTo>
                    <a:pt x="958" y="698"/>
                  </a:lnTo>
                  <a:lnTo>
                    <a:pt x="951" y="698"/>
                  </a:lnTo>
                  <a:cubicBezTo>
                    <a:pt x="858" y="698"/>
                    <a:pt x="776" y="738"/>
                    <a:pt x="728" y="818"/>
                  </a:cubicBezTo>
                  <a:lnTo>
                    <a:pt x="200" y="818"/>
                  </a:lnTo>
                  <a:cubicBezTo>
                    <a:pt x="90" y="818"/>
                    <a:pt x="0" y="908"/>
                    <a:pt x="0" y="1018"/>
                  </a:cubicBezTo>
                  <a:cubicBezTo>
                    <a:pt x="0" y="1128"/>
                    <a:pt x="90" y="1218"/>
                    <a:pt x="200" y="1218"/>
                  </a:cubicBezTo>
                  <a:lnTo>
                    <a:pt x="678" y="1218"/>
                  </a:lnTo>
                  <a:lnTo>
                    <a:pt x="678" y="1378"/>
                  </a:lnTo>
                  <a:lnTo>
                    <a:pt x="200" y="1378"/>
                  </a:lnTo>
                  <a:cubicBezTo>
                    <a:pt x="90" y="1378"/>
                    <a:pt x="0" y="1468"/>
                    <a:pt x="0" y="1578"/>
                  </a:cubicBezTo>
                  <a:cubicBezTo>
                    <a:pt x="0" y="1688"/>
                    <a:pt x="90" y="1778"/>
                    <a:pt x="200" y="1778"/>
                  </a:cubicBezTo>
                  <a:lnTo>
                    <a:pt x="678" y="1778"/>
                  </a:lnTo>
                  <a:lnTo>
                    <a:pt x="678" y="1951"/>
                  </a:lnTo>
                  <a:lnTo>
                    <a:pt x="200" y="1951"/>
                  </a:lnTo>
                  <a:cubicBezTo>
                    <a:pt x="90" y="1951"/>
                    <a:pt x="0" y="2041"/>
                    <a:pt x="0" y="2151"/>
                  </a:cubicBezTo>
                  <a:cubicBezTo>
                    <a:pt x="0" y="2262"/>
                    <a:pt x="90" y="2351"/>
                    <a:pt x="200" y="2351"/>
                  </a:cubicBezTo>
                  <a:lnTo>
                    <a:pt x="678" y="2351"/>
                  </a:lnTo>
                  <a:lnTo>
                    <a:pt x="678" y="2525"/>
                  </a:lnTo>
                  <a:lnTo>
                    <a:pt x="200" y="2525"/>
                  </a:lnTo>
                  <a:cubicBezTo>
                    <a:pt x="90" y="2525"/>
                    <a:pt x="0" y="2614"/>
                    <a:pt x="0" y="2725"/>
                  </a:cubicBezTo>
                  <a:cubicBezTo>
                    <a:pt x="0" y="2835"/>
                    <a:pt x="90" y="2925"/>
                    <a:pt x="200" y="2925"/>
                  </a:cubicBezTo>
                  <a:lnTo>
                    <a:pt x="728" y="2925"/>
                  </a:lnTo>
                  <a:cubicBezTo>
                    <a:pt x="776" y="2991"/>
                    <a:pt x="858" y="3045"/>
                    <a:pt x="951" y="3045"/>
                  </a:cubicBezTo>
                  <a:lnTo>
                    <a:pt x="958" y="3045"/>
                  </a:lnTo>
                  <a:lnTo>
                    <a:pt x="958" y="3543"/>
                  </a:lnTo>
                  <a:cubicBezTo>
                    <a:pt x="958" y="3654"/>
                    <a:pt x="1047" y="3743"/>
                    <a:pt x="1158" y="3743"/>
                  </a:cubicBezTo>
                  <a:cubicBezTo>
                    <a:pt x="1268" y="3743"/>
                    <a:pt x="1358" y="3654"/>
                    <a:pt x="1358" y="3543"/>
                  </a:cubicBezTo>
                  <a:lnTo>
                    <a:pt x="1358" y="3045"/>
                  </a:lnTo>
                  <a:lnTo>
                    <a:pt x="1531" y="3045"/>
                  </a:lnTo>
                  <a:lnTo>
                    <a:pt x="1531" y="3543"/>
                  </a:lnTo>
                  <a:cubicBezTo>
                    <a:pt x="1531" y="3654"/>
                    <a:pt x="1620" y="3743"/>
                    <a:pt x="1731" y="3743"/>
                  </a:cubicBezTo>
                  <a:cubicBezTo>
                    <a:pt x="1841" y="3743"/>
                    <a:pt x="1931" y="3654"/>
                    <a:pt x="1931" y="3543"/>
                  </a:cubicBezTo>
                  <a:lnTo>
                    <a:pt x="1931" y="3045"/>
                  </a:lnTo>
                  <a:lnTo>
                    <a:pt x="2091" y="3045"/>
                  </a:lnTo>
                  <a:lnTo>
                    <a:pt x="2091" y="3543"/>
                  </a:lnTo>
                  <a:cubicBezTo>
                    <a:pt x="2091" y="3654"/>
                    <a:pt x="2180" y="3743"/>
                    <a:pt x="2291" y="3743"/>
                  </a:cubicBezTo>
                  <a:cubicBezTo>
                    <a:pt x="2401" y="3743"/>
                    <a:pt x="2491" y="3654"/>
                    <a:pt x="2491" y="3543"/>
                  </a:cubicBezTo>
                  <a:lnTo>
                    <a:pt x="2491" y="3045"/>
                  </a:lnTo>
                  <a:lnTo>
                    <a:pt x="2664" y="3045"/>
                  </a:lnTo>
                  <a:lnTo>
                    <a:pt x="2664" y="3543"/>
                  </a:lnTo>
                  <a:cubicBezTo>
                    <a:pt x="2664" y="3654"/>
                    <a:pt x="2754" y="3743"/>
                    <a:pt x="2864" y="3743"/>
                  </a:cubicBezTo>
                  <a:cubicBezTo>
                    <a:pt x="2975" y="3743"/>
                    <a:pt x="3064" y="3654"/>
                    <a:pt x="3064" y="3543"/>
                  </a:cubicBezTo>
                  <a:lnTo>
                    <a:pt x="3064" y="3045"/>
                  </a:lnTo>
                  <a:lnTo>
                    <a:pt x="3083" y="3045"/>
                  </a:lnTo>
                  <a:cubicBezTo>
                    <a:pt x="3176" y="3045"/>
                    <a:pt x="3259" y="2991"/>
                    <a:pt x="3306" y="2925"/>
                  </a:cubicBezTo>
                  <a:lnTo>
                    <a:pt x="3831" y="2925"/>
                  </a:lnTo>
                  <a:cubicBezTo>
                    <a:pt x="3941" y="2925"/>
                    <a:pt x="4031" y="2835"/>
                    <a:pt x="4031" y="2725"/>
                  </a:cubicBezTo>
                  <a:cubicBezTo>
                    <a:pt x="4031" y="2614"/>
                    <a:pt x="3941" y="2525"/>
                    <a:pt x="3831" y="2525"/>
                  </a:cubicBezTo>
                  <a:lnTo>
                    <a:pt x="3344" y="2525"/>
                  </a:lnTo>
                  <a:lnTo>
                    <a:pt x="3344" y="2351"/>
                  </a:lnTo>
                  <a:lnTo>
                    <a:pt x="3831" y="2351"/>
                  </a:lnTo>
                  <a:cubicBezTo>
                    <a:pt x="3941" y="2351"/>
                    <a:pt x="4031" y="2262"/>
                    <a:pt x="4031" y="2151"/>
                  </a:cubicBezTo>
                  <a:cubicBezTo>
                    <a:pt x="4031" y="2041"/>
                    <a:pt x="3941" y="1951"/>
                    <a:pt x="3831" y="1951"/>
                  </a:cubicBezTo>
                  <a:lnTo>
                    <a:pt x="3344" y="1951"/>
                  </a:lnTo>
                  <a:lnTo>
                    <a:pt x="3344" y="1778"/>
                  </a:lnTo>
                  <a:lnTo>
                    <a:pt x="3831" y="1778"/>
                  </a:lnTo>
                  <a:close/>
                  <a:moveTo>
                    <a:pt x="2758" y="2525"/>
                  </a:moveTo>
                  <a:lnTo>
                    <a:pt x="1278" y="2525"/>
                  </a:lnTo>
                  <a:lnTo>
                    <a:pt x="1278" y="1218"/>
                  </a:lnTo>
                  <a:lnTo>
                    <a:pt x="2758" y="1218"/>
                  </a:lnTo>
                  <a:lnTo>
                    <a:pt x="2758" y="2525"/>
                  </a:ln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64" name="圆角矩形 163"/>
            <p:cNvSpPr/>
            <p:nvPr/>
          </p:nvSpPr>
          <p:spPr bwMode="auto">
            <a:xfrm>
              <a:off x="5347540" y="3397682"/>
              <a:ext cx="2321072" cy="612704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165" name="圆角矩形 164"/>
          <p:cNvSpPr/>
          <p:nvPr/>
        </p:nvSpPr>
        <p:spPr bwMode="auto">
          <a:xfrm>
            <a:off x="7857190" y="2779724"/>
            <a:ext cx="2307262" cy="61270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grpSp>
        <p:nvGrpSpPr>
          <p:cNvPr id="166" name="组合 165"/>
          <p:cNvGrpSpPr/>
          <p:nvPr/>
        </p:nvGrpSpPr>
        <p:grpSpPr>
          <a:xfrm>
            <a:off x="7834478" y="4115027"/>
            <a:ext cx="2307262" cy="612704"/>
            <a:chOff x="2673158" y="4037515"/>
            <a:chExt cx="2307262" cy="612704"/>
          </a:xfrm>
        </p:grpSpPr>
        <p:sp>
          <p:nvSpPr>
            <p:cNvPr id="167" name="linux-penguin_37737"/>
            <p:cNvSpPr>
              <a:spLocks noChangeAspect="1"/>
            </p:cNvSpPr>
            <p:nvPr/>
          </p:nvSpPr>
          <p:spPr bwMode="auto">
            <a:xfrm>
              <a:off x="2934076" y="4060262"/>
              <a:ext cx="443923" cy="522014"/>
            </a:xfrm>
            <a:custGeom>
              <a:avLst/>
              <a:gdLst>
                <a:gd name="connsiteX0" fmla="*/ 133117 w 517049"/>
                <a:gd name="connsiteY0" fmla="*/ 289095 h 608003"/>
                <a:gd name="connsiteX1" fmla="*/ 131046 w 517049"/>
                <a:gd name="connsiteY1" fmla="*/ 290129 h 608003"/>
                <a:gd name="connsiteX2" fmla="*/ 129533 w 517049"/>
                <a:gd name="connsiteY2" fmla="*/ 294345 h 608003"/>
                <a:gd name="connsiteX3" fmla="*/ 127701 w 517049"/>
                <a:gd name="connsiteY3" fmla="*/ 298879 h 608003"/>
                <a:gd name="connsiteX4" fmla="*/ 124275 w 517049"/>
                <a:gd name="connsiteY4" fmla="*/ 303334 h 608003"/>
                <a:gd name="connsiteX5" fmla="*/ 123957 w 517049"/>
                <a:gd name="connsiteY5" fmla="*/ 307391 h 608003"/>
                <a:gd name="connsiteX6" fmla="*/ 128179 w 517049"/>
                <a:gd name="connsiteY6" fmla="*/ 305004 h 608003"/>
                <a:gd name="connsiteX7" fmla="*/ 132400 w 517049"/>
                <a:gd name="connsiteY7" fmla="*/ 298879 h 608003"/>
                <a:gd name="connsiteX8" fmla="*/ 133117 w 517049"/>
                <a:gd name="connsiteY8" fmla="*/ 296572 h 608003"/>
                <a:gd name="connsiteX9" fmla="*/ 133754 w 517049"/>
                <a:gd name="connsiteY9" fmla="*/ 294504 h 608003"/>
                <a:gd name="connsiteX10" fmla="*/ 134312 w 517049"/>
                <a:gd name="connsiteY10" fmla="*/ 292993 h 608003"/>
                <a:gd name="connsiteX11" fmla="*/ 134471 w 517049"/>
                <a:gd name="connsiteY11" fmla="*/ 291640 h 608003"/>
                <a:gd name="connsiteX12" fmla="*/ 134471 w 517049"/>
                <a:gd name="connsiteY12" fmla="*/ 290606 h 608003"/>
                <a:gd name="connsiteX13" fmla="*/ 134153 w 517049"/>
                <a:gd name="connsiteY13" fmla="*/ 289731 h 608003"/>
                <a:gd name="connsiteX14" fmla="*/ 133117 w 517049"/>
                <a:gd name="connsiteY14" fmla="*/ 289095 h 608003"/>
                <a:gd name="connsiteX15" fmla="*/ 332174 w 517049"/>
                <a:gd name="connsiteY15" fmla="*/ 180673 h 608003"/>
                <a:gd name="connsiteX16" fmla="*/ 330820 w 517049"/>
                <a:gd name="connsiteY16" fmla="*/ 181230 h 608003"/>
                <a:gd name="connsiteX17" fmla="*/ 333209 w 517049"/>
                <a:gd name="connsiteY17" fmla="*/ 195946 h 608003"/>
                <a:gd name="connsiteX18" fmla="*/ 346432 w 517049"/>
                <a:gd name="connsiteY18" fmla="*/ 206605 h 608003"/>
                <a:gd name="connsiteX19" fmla="*/ 351370 w 517049"/>
                <a:gd name="connsiteY19" fmla="*/ 203901 h 608003"/>
                <a:gd name="connsiteX20" fmla="*/ 352565 w 517049"/>
                <a:gd name="connsiteY20" fmla="*/ 197139 h 608003"/>
                <a:gd name="connsiteX21" fmla="*/ 350335 w 517049"/>
                <a:gd name="connsiteY21" fmla="*/ 193242 h 608003"/>
                <a:gd name="connsiteX22" fmla="*/ 345954 w 517049"/>
                <a:gd name="connsiteY22" fmla="*/ 191571 h 608003"/>
                <a:gd name="connsiteX23" fmla="*/ 341015 w 517049"/>
                <a:gd name="connsiteY23" fmla="*/ 189662 h 608003"/>
                <a:gd name="connsiteX24" fmla="*/ 337749 w 517049"/>
                <a:gd name="connsiteY24" fmla="*/ 186958 h 608003"/>
                <a:gd name="connsiteX25" fmla="*/ 335439 w 517049"/>
                <a:gd name="connsiteY25" fmla="*/ 184253 h 608003"/>
                <a:gd name="connsiteX26" fmla="*/ 333528 w 517049"/>
                <a:gd name="connsiteY26" fmla="*/ 182026 h 608003"/>
                <a:gd name="connsiteX27" fmla="*/ 332174 w 517049"/>
                <a:gd name="connsiteY27" fmla="*/ 180673 h 608003"/>
                <a:gd name="connsiteX28" fmla="*/ 242500 w 517049"/>
                <a:gd name="connsiteY28" fmla="*/ 140480 h 608003"/>
                <a:gd name="connsiteX29" fmla="*/ 253367 w 517049"/>
                <a:gd name="connsiteY29" fmla="*/ 141115 h 608003"/>
                <a:gd name="connsiteX30" fmla="*/ 252336 w 517049"/>
                <a:gd name="connsiteY30" fmla="*/ 144206 h 608003"/>
                <a:gd name="connsiteX31" fmla="*/ 248449 w 517049"/>
                <a:gd name="connsiteY31" fmla="*/ 141987 h 608003"/>
                <a:gd name="connsiteX32" fmla="*/ 242500 w 517049"/>
                <a:gd name="connsiteY32" fmla="*/ 140480 h 608003"/>
                <a:gd name="connsiteX33" fmla="*/ 219386 w 517049"/>
                <a:gd name="connsiteY33" fmla="*/ 139434 h 608003"/>
                <a:gd name="connsiteX34" fmla="*/ 222812 w 517049"/>
                <a:gd name="connsiteY34" fmla="*/ 139434 h 608003"/>
                <a:gd name="connsiteX35" fmla="*/ 217554 w 517049"/>
                <a:gd name="connsiteY35" fmla="*/ 143006 h 608003"/>
                <a:gd name="connsiteX36" fmla="*/ 214606 w 517049"/>
                <a:gd name="connsiteY36" fmla="*/ 146182 h 608003"/>
                <a:gd name="connsiteX37" fmla="*/ 212933 w 517049"/>
                <a:gd name="connsiteY37" fmla="*/ 144515 h 608003"/>
                <a:gd name="connsiteX38" fmla="*/ 219386 w 517049"/>
                <a:gd name="connsiteY38" fmla="*/ 139434 h 608003"/>
                <a:gd name="connsiteX39" fmla="*/ 205443 w 517049"/>
                <a:gd name="connsiteY39" fmla="*/ 115048 h 608003"/>
                <a:gd name="connsiteX40" fmla="*/ 202417 w 517049"/>
                <a:gd name="connsiteY40" fmla="*/ 117434 h 608003"/>
                <a:gd name="connsiteX41" fmla="*/ 204089 w 517049"/>
                <a:gd name="connsiteY41" fmla="*/ 119423 h 608003"/>
                <a:gd name="connsiteX42" fmla="*/ 206479 w 517049"/>
                <a:gd name="connsiteY42" fmla="*/ 124514 h 608003"/>
                <a:gd name="connsiteX43" fmla="*/ 209187 w 517049"/>
                <a:gd name="connsiteY43" fmla="*/ 131355 h 608003"/>
                <a:gd name="connsiteX44" fmla="*/ 210223 w 517049"/>
                <a:gd name="connsiteY44" fmla="*/ 130321 h 608003"/>
                <a:gd name="connsiteX45" fmla="*/ 209346 w 517049"/>
                <a:gd name="connsiteY45" fmla="*/ 120139 h 608003"/>
                <a:gd name="connsiteX46" fmla="*/ 205443 w 517049"/>
                <a:gd name="connsiteY46" fmla="*/ 115048 h 608003"/>
                <a:gd name="connsiteX47" fmla="*/ 283584 w 517049"/>
                <a:gd name="connsiteY47" fmla="*/ 112979 h 608003"/>
                <a:gd name="connsiteX48" fmla="*/ 281195 w 517049"/>
                <a:gd name="connsiteY48" fmla="*/ 115366 h 608003"/>
                <a:gd name="connsiteX49" fmla="*/ 282549 w 517049"/>
                <a:gd name="connsiteY49" fmla="*/ 116082 h 608003"/>
                <a:gd name="connsiteX50" fmla="*/ 288682 w 517049"/>
                <a:gd name="connsiteY50" fmla="*/ 126582 h 608003"/>
                <a:gd name="connsiteX51" fmla="*/ 291391 w 517049"/>
                <a:gd name="connsiteY51" fmla="*/ 125866 h 608003"/>
                <a:gd name="connsiteX52" fmla="*/ 292107 w 517049"/>
                <a:gd name="connsiteY52" fmla="*/ 124911 h 608003"/>
                <a:gd name="connsiteX53" fmla="*/ 290355 w 517049"/>
                <a:gd name="connsiteY53" fmla="*/ 118229 h 608003"/>
                <a:gd name="connsiteX54" fmla="*/ 286691 w 517049"/>
                <a:gd name="connsiteY54" fmla="*/ 114014 h 608003"/>
                <a:gd name="connsiteX55" fmla="*/ 283584 w 517049"/>
                <a:gd name="connsiteY55" fmla="*/ 112979 h 608003"/>
                <a:gd name="connsiteX56" fmla="*/ 281513 w 517049"/>
                <a:gd name="connsiteY56" fmla="*/ 86252 h 608003"/>
                <a:gd name="connsiteX57" fmla="*/ 251324 w 517049"/>
                <a:gd name="connsiteY57" fmla="*/ 131673 h 608003"/>
                <a:gd name="connsiteX58" fmla="*/ 251006 w 517049"/>
                <a:gd name="connsiteY58" fmla="*/ 136764 h 608003"/>
                <a:gd name="connsiteX59" fmla="*/ 240969 w 517049"/>
                <a:gd name="connsiteY59" fmla="*/ 133184 h 608003"/>
                <a:gd name="connsiteX60" fmla="*/ 229738 w 517049"/>
                <a:gd name="connsiteY60" fmla="*/ 133423 h 608003"/>
                <a:gd name="connsiteX61" fmla="*/ 224481 w 517049"/>
                <a:gd name="connsiteY61" fmla="*/ 131673 h 608003"/>
                <a:gd name="connsiteX62" fmla="*/ 219064 w 517049"/>
                <a:gd name="connsiteY62" fmla="*/ 101127 h 608003"/>
                <a:gd name="connsiteX63" fmla="*/ 203771 w 517049"/>
                <a:gd name="connsiteY63" fmla="*/ 89593 h 608003"/>
                <a:gd name="connsiteX64" fmla="*/ 189672 w 517049"/>
                <a:gd name="connsiteY64" fmla="*/ 98979 h 608003"/>
                <a:gd name="connsiteX65" fmla="*/ 184016 w 517049"/>
                <a:gd name="connsiteY65" fmla="*/ 119104 h 608003"/>
                <a:gd name="connsiteX66" fmla="*/ 185211 w 517049"/>
                <a:gd name="connsiteY66" fmla="*/ 131673 h 608003"/>
                <a:gd name="connsiteX67" fmla="*/ 189672 w 517049"/>
                <a:gd name="connsiteY67" fmla="*/ 144400 h 608003"/>
                <a:gd name="connsiteX68" fmla="*/ 194929 w 517049"/>
                <a:gd name="connsiteY68" fmla="*/ 149014 h 608003"/>
                <a:gd name="connsiteX69" fmla="*/ 200345 w 517049"/>
                <a:gd name="connsiteY69" fmla="*/ 144241 h 608003"/>
                <a:gd name="connsiteX70" fmla="*/ 197956 w 517049"/>
                <a:gd name="connsiteY70" fmla="*/ 141537 h 608003"/>
                <a:gd name="connsiteX71" fmla="*/ 192699 w 517049"/>
                <a:gd name="connsiteY71" fmla="*/ 136605 h 608003"/>
                <a:gd name="connsiteX72" fmla="*/ 189513 w 517049"/>
                <a:gd name="connsiteY72" fmla="*/ 125230 h 608003"/>
                <a:gd name="connsiteX73" fmla="*/ 192539 w 517049"/>
                <a:gd name="connsiteY73" fmla="*/ 112661 h 608003"/>
                <a:gd name="connsiteX74" fmla="*/ 204089 w 517049"/>
                <a:gd name="connsiteY74" fmla="*/ 107968 h 608003"/>
                <a:gd name="connsiteX75" fmla="*/ 213250 w 517049"/>
                <a:gd name="connsiteY75" fmla="*/ 115048 h 608003"/>
                <a:gd name="connsiteX76" fmla="*/ 216515 w 517049"/>
                <a:gd name="connsiteY76" fmla="*/ 128332 h 608003"/>
                <a:gd name="connsiteX77" fmla="*/ 215958 w 517049"/>
                <a:gd name="connsiteY77" fmla="*/ 135730 h 608003"/>
                <a:gd name="connsiteX78" fmla="*/ 205443 w 517049"/>
                <a:gd name="connsiteY78" fmla="*/ 145593 h 608003"/>
                <a:gd name="connsiteX79" fmla="*/ 196124 w 517049"/>
                <a:gd name="connsiteY79" fmla="*/ 153548 h 608003"/>
                <a:gd name="connsiteX80" fmla="*/ 189114 w 517049"/>
                <a:gd name="connsiteY80" fmla="*/ 157764 h 608003"/>
                <a:gd name="connsiteX81" fmla="*/ 183857 w 517049"/>
                <a:gd name="connsiteY81" fmla="*/ 166991 h 608003"/>
                <a:gd name="connsiteX82" fmla="*/ 186406 w 517049"/>
                <a:gd name="connsiteY82" fmla="*/ 173037 h 608003"/>
                <a:gd name="connsiteX83" fmla="*/ 194929 w 517049"/>
                <a:gd name="connsiteY83" fmla="*/ 179719 h 608003"/>
                <a:gd name="connsiteX84" fmla="*/ 200345 w 517049"/>
                <a:gd name="connsiteY84" fmla="*/ 186162 h 608003"/>
                <a:gd name="connsiteX85" fmla="*/ 206638 w 517049"/>
                <a:gd name="connsiteY85" fmla="*/ 190537 h 608003"/>
                <a:gd name="connsiteX86" fmla="*/ 218666 w 517049"/>
                <a:gd name="connsiteY86" fmla="*/ 192764 h 608003"/>
                <a:gd name="connsiteX87" fmla="*/ 253316 w 517049"/>
                <a:gd name="connsiteY87" fmla="*/ 187673 h 608003"/>
                <a:gd name="connsiteX88" fmla="*/ 261122 w 517049"/>
                <a:gd name="connsiteY88" fmla="*/ 185287 h 608003"/>
                <a:gd name="connsiteX89" fmla="*/ 272911 w 517049"/>
                <a:gd name="connsiteY89" fmla="*/ 181707 h 608003"/>
                <a:gd name="connsiteX90" fmla="*/ 282868 w 517049"/>
                <a:gd name="connsiteY90" fmla="*/ 177332 h 608003"/>
                <a:gd name="connsiteX91" fmla="*/ 290036 w 517049"/>
                <a:gd name="connsiteY91" fmla="*/ 171366 h 608003"/>
                <a:gd name="connsiteX92" fmla="*/ 296807 w 517049"/>
                <a:gd name="connsiteY92" fmla="*/ 168662 h 608003"/>
                <a:gd name="connsiteX93" fmla="*/ 299037 w 517049"/>
                <a:gd name="connsiteY93" fmla="*/ 171526 h 608003"/>
                <a:gd name="connsiteX94" fmla="*/ 298002 w 517049"/>
                <a:gd name="connsiteY94" fmla="*/ 175582 h 608003"/>
                <a:gd name="connsiteX95" fmla="*/ 292426 w 517049"/>
                <a:gd name="connsiteY95" fmla="*/ 178844 h 608003"/>
                <a:gd name="connsiteX96" fmla="*/ 273229 w 517049"/>
                <a:gd name="connsiteY96" fmla="*/ 186162 h 608003"/>
                <a:gd name="connsiteX97" fmla="*/ 257776 w 517049"/>
                <a:gd name="connsiteY97" fmla="*/ 192764 h 608003"/>
                <a:gd name="connsiteX98" fmla="*/ 233960 w 517049"/>
                <a:gd name="connsiteY98" fmla="*/ 200560 h 608003"/>
                <a:gd name="connsiteX99" fmla="*/ 207116 w 517049"/>
                <a:gd name="connsiteY99" fmla="*/ 199844 h 608003"/>
                <a:gd name="connsiteX100" fmla="*/ 204089 w 517049"/>
                <a:gd name="connsiteY100" fmla="*/ 200560 h 608003"/>
                <a:gd name="connsiteX101" fmla="*/ 209904 w 517049"/>
                <a:gd name="connsiteY101" fmla="*/ 207003 h 608003"/>
                <a:gd name="connsiteX102" fmla="*/ 232606 w 517049"/>
                <a:gd name="connsiteY102" fmla="*/ 214481 h 608003"/>
                <a:gd name="connsiteX103" fmla="*/ 244872 w 517049"/>
                <a:gd name="connsiteY103" fmla="*/ 212094 h 608003"/>
                <a:gd name="connsiteX104" fmla="*/ 257059 w 517049"/>
                <a:gd name="connsiteY104" fmla="*/ 207321 h 608003"/>
                <a:gd name="connsiteX105" fmla="*/ 268450 w 517049"/>
                <a:gd name="connsiteY105" fmla="*/ 201355 h 608003"/>
                <a:gd name="connsiteX106" fmla="*/ 278646 w 517049"/>
                <a:gd name="connsiteY106" fmla="*/ 195628 h 608003"/>
                <a:gd name="connsiteX107" fmla="*/ 287010 w 517049"/>
                <a:gd name="connsiteY107" fmla="*/ 191571 h 608003"/>
                <a:gd name="connsiteX108" fmla="*/ 292904 w 517049"/>
                <a:gd name="connsiteY108" fmla="*/ 190696 h 608003"/>
                <a:gd name="connsiteX109" fmla="*/ 295851 w 517049"/>
                <a:gd name="connsiteY109" fmla="*/ 194435 h 608003"/>
                <a:gd name="connsiteX110" fmla="*/ 295453 w 517049"/>
                <a:gd name="connsiteY110" fmla="*/ 195946 h 608003"/>
                <a:gd name="connsiteX111" fmla="*/ 294099 w 517049"/>
                <a:gd name="connsiteY111" fmla="*/ 197696 h 608003"/>
                <a:gd name="connsiteX112" fmla="*/ 292107 w 517049"/>
                <a:gd name="connsiteY112" fmla="*/ 199208 h 608003"/>
                <a:gd name="connsiteX113" fmla="*/ 289240 w 517049"/>
                <a:gd name="connsiteY113" fmla="*/ 200878 h 608003"/>
                <a:gd name="connsiteX114" fmla="*/ 286133 w 517049"/>
                <a:gd name="connsiteY114" fmla="*/ 202389 h 608003"/>
                <a:gd name="connsiteX115" fmla="*/ 282788 w 517049"/>
                <a:gd name="connsiteY115" fmla="*/ 204060 h 608003"/>
                <a:gd name="connsiteX116" fmla="*/ 279522 w 517049"/>
                <a:gd name="connsiteY116" fmla="*/ 205651 h 608003"/>
                <a:gd name="connsiteX117" fmla="*/ 256582 w 517049"/>
                <a:gd name="connsiteY117" fmla="*/ 220526 h 608003"/>
                <a:gd name="connsiteX118" fmla="*/ 233960 w 517049"/>
                <a:gd name="connsiteY118" fmla="*/ 235163 h 608003"/>
                <a:gd name="connsiteX119" fmla="*/ 217312 w 517049"/>
                <a:gd name="connsiteY119" fmla="*/ 235481 h 608003"/>
                <a:gd name="connsiteX120" fmla="*/ 195965 w 517049"/>
                <a:gd name="connsiteY120" fmla="*/ 210742 h 608003"/>
                <a:gd name="connsiteX121" fmla="*/ 187441 w 517049"/>
                <a:gd name="connsiteY121" fmla="*/ 203264 h 608003"/>
                <a:gd name="connsiteX122" fmla="*/ 187123 w 517049"/>
                <a:gd name="connsiteY122" fmla="*/ 206685 h 608003"/>
                <a:gd name="connsiteX123" fmla="*/ 182025 w 517049"/>
                <a:gd name="connsiteY123" fmla="*/ 225856 h 608003"/>
                <a:gd name="connsiteX124" fmla="*/ 171989 w 517049"/>
                <a:gd name="connsiteY124" fmla="*/ 244629 h 608003"/>
                <a:gd name="connsiteX125" fmla="*/ 164820 w 517049"/>
                <a:gd name="connsiteY125" fmla="*/ 264356 h 608003"/>
                <a:gd name="connsiteX126" fmla="*/ 168802 w 517049"/>
                <a:gd name="connsiteY126" fmla="*/ 285674 h 608003"/>
                <a:gd name="connsiteX127" fmla="*/ 147535 w 517049"/>
                <a:gd name="connsiteY127" fmla="*/ 316220 h 608003"/>
                <a:gd name="connsiteX128" fmla="*/ 131365 w 517049"/>
                <a:gd name="connsiteY128" fmla="*/ 364028 h 608003"/>
                <a:gd name="connsiteX129" fmla="*/ 130887 w 517049"/>
                <a:gd name="connsiteY129" fmla="*/ 387494 h 608003"/>
                <a:gd name="connsiteX130" fmla="*/ 129055 w 517049"/>
                <a:gd name="connsiteY130" fmla="*/ 407460 h 608003"/>
                <a:gd name="connsiteX131" fmla="*/ 119178 w 517049"/>
                <a:gd name="connsiteY131" fmla="*/ 408494 h 608003"/>
                <a:gd name="connsiteX132" fmla="*/ 106911 w 517049"/>
                <a:gd name="connsiteY132" fmla="*/ 376596 h 608003"/>
                <a:gd name="connsiteX133" fmla="*/ 108265 w 517049"/>
                <a:gd name="connsiteY133" fmla="*/ 357584 h 608003"/>
                <a:gd name="connsiteX134" fmla="*/ 107946 w 517049"/>
                <a:gd name="connsiteY134" fmla="*/ 351459 h 608003"/>
                <a:gd name="connsiteX135" fmla="*/ 106592 w 517049"/>
                <a:gd name="connsiteY135" fmla="*/ 353209 h 608003"/>
                <a:gd name="connsiteX136" fmla="*/ 110017 w 517049"/>
                <a:gd name="connsiteY136" fmla="*/ 409528 h 608003"/>
                <a:gd name="connsiteX137" fmla="*/ 118461 w 517049"/>
                <a:gd name="connsiteY137" fmla="*/ 418994 h 608003"/>
                <a:gd name="connsiteX138" fmla="*/ 126665 w 517049"/>
                <a:gd name="connsiteY138" fmla="*/ 425835 h 608003"/>
                <a:gd name="connsiteX139" fmla="*/ 161952 w 517049"/>
                <a:gd name="connsiteY139" fmla="*/ 456540 h 608003"/>
                <a:gd name="connsiteX140" fmla="*/ 193575 w 517049"/>
                <a:gd name="connsiteY140" fmla="*/ 482472 h 608003"/>
                <a:gd name="connsiteX141" fmla="*/ 199549 w 517049"/>
                <a:gd name="connsiteY141" fmla="*/ 495359 h 608003"/>
                <a:gd name="connsiteX142" fmla="*/ 194770 w 517049"/>
                <a:gd name="connsiteY142" fmla="*/ 509916 h 608003"/>
                <a:gd name="connsiteX143" fmla="*/ 179317 w 517049"/>
                <a:gd name="connsiteY143" fmla="*/ 517711 h 608003"/>
                <a:gd name="connsiteX144" fmla="*/ 189194 w 517049"/>
                <a:gd name="connsiteY144" fmla="*/ 532825 h 608003"/>
                <a:gd name="connsiteX145" fmla="*/ 198673 w 517049"/>
                <a:gd name="connsiteY145" fmla="*/ 551121 h 608003"/>
                <a:gd name="connsiteX146" fmla="*/ 201062 w 517049"/>
                <a:gd name="connsiteY146" fmla="*/ 575064 h 608003"/>
                <a:gd name="connsiteX147" fmla="*/ 203452 w 517049"/>
                <a:gd name="connsiteY147" fmla="*/ 543882 h 608003"/>
                <a:gd name="connsiteX148" fmla="*/ 199868 w 517049"/>
                <a:gd name="connsiteY148" fmla="*/ 538393 h 608003"/>
                <a:gd name="connsiteX149" fmla="*/ 196602 w 517049"/>
                <a:gd name="connsiteY149" fmla="*/ 534336 h 608003"/>
                <a:gd name="connsiteX150" fmla="*/ 195965 w 517049"/>
                <a:gd name="connsiteY150" fmla="*/ 532348 h 608003"/>
                <a:gd name="connsiteX151" fmla="*/ 200345 w 517049"/>
                <a:gd name="connsiteY151" fmla="*/ 529086 h 608003"/>
                <a:gd name="connsiteX152" fmla="*/ 207196 w 517049"/>
                <a:gd name="connsiteY152" fmla="*/ 529961 h 608003"/>
                <a:gd name="connsiteX153" fmla="*/ 263591 w 517049"/>
                <a:gd name="connsiteY153" fmla="*/ 542132 h 608003"/>
                <a:gd name="connsiteX154" fmla="*/ 323651 w 517049"/>
                <a:gd name="connsiteY154" fmla="*/ 512620 h 608003"/>
                <a:gd name="connsiteX155" fmla="*/ 335201 w 517049"/>
                <a:gd name="connsiteY155" fmla="*/ 502438 h 608003"/>
                <a:gd name="connsiteX156" fmla="*/ 338626 w 517049"/>
                <a:gd name="connsiteY156" fmla="*/ 520098 h 608003"/>
                <a:gd name="connsiteX157" fmla="*/ 330820 w 517049"/>
                <a:gd name="connsiteY157" fmla="*/ 551280 h 608003"/>
                <a:gd name="connsiteX158" fmla="*/ 328749 w 517049"/>
                <a:gd name="connsiteY158" fmla="*/ 564007 h 608003"/>
                <a:gd name="connsiteX159" fmla="*/ 336953 w 517049"/>
                <a:gd name="connsiteY159" fmla="*/ 569337 h 608003"/>
                <a:gd name="connsiteX160" fmla="*/ 341891 w 517049"/>
                <a:gd name="connsiteY160" fmla="*/ 543166 h 608003"/>
                <a:gd name="connsiteX161" fmla="*/ 346432 w 517049"/>
                <a:gd name="connsiteY161" fmla="*/ 512620 h 608003"/>
                <a:gd name="connsiteX162" fmla="*/ 344281 w 517049"/>
                <a:gd name="connsiteY162" fmla="*/ 487722 h 608003"/>
                <a:gd name="connsiteX163" fmla="*/ 341653 w 517049"/>
                <a:gd name="connsiteY163" fmla="*/ 454870 h 608003"/>
                <a:gd name="connsiteX164" fmla="*/ 349459 w 517049"/>
                <a:gd name="connsiteY164" fmla="*/ 430926 h 608003"/>
                <a:gd name="connsiteX165" fmla="*/ 366823 w 517049"/>
                <a:gd name="connsiteY165" fmla="*/ 424801 h 608003"/>
                <a:gd name="connsiteX166" fmla="*/ 378533 w 517049"/>
                <a:gd name="connsiteY166" fmla="*/ 406824 h 608003"/>
                <a:gd name="connsiteX167" fmla="*/ 403146 w 517049"/>
                <a:gd name="connsiteY167" fmla="*/ 403244 h 608003"/>
                <a:gd name="connsiteX168" fmla="*/ 423537 w 517049"/>
                <a:gd name="connsiteY168" fmla="*/ 410880 h 608003"/>
                <a:gd name="connsiteX169" fmla="*/ 404819 w 517049"/>
                <a:gd name="connsiteY169" fmla="*/ 396642 h 608003"/>
                <a:gd name="connsiteX170" fmla="*/ 407367 w 517049"/>
                <a:gd name="connsiteY170" fmla="*/ 387335 h 608003"/>
                <a:gd name="connsiteX171" fmla="*/ 409120 w 517049"/>
                <a:gd name="connsiteY171" fmla="*/ 378505 h 608003"/>
                <a:gd name="connsiteX172" fmla="*/ 410076 w 517049"/>
                <a:gd name="connsiteY172" fmla="*/ 371187 h 608003"/>
                <a:gd name="connsiteX173" fmla="*/ 410235 w 517049"/>
                <a:gd name="connsiteY173" fmla="*/ 363550 h 608003"/>
                <a:gd name="connsiteX174" fmla="*/ 409916 w 517049"/>
                <a:gd name="connsiteY174" fmla="*/ 356948 h 608003"/>
                <a:gd name="connsiteX175" fmla="*/ 408722 w 517049"/>
                <a:gd name="connsiteY175" fmla="*/ 349471 h 608003"/>
                <a:gd name="connsiteX176" fmla="*/ 407367 w 517049"/>
                <a:gd name="connsiteY176" fmla="*/ 342550 h 608003"/>
                <a:gd name="connsiteX177" fmla="*/ 405695 w 517049"/>
                <a:gd name="connsiteY177" fmla="*/ 334039 h 608003"/>
                <a:gd name="connsiteX178" fmla="*/ 403863 w 517049"/>
                <a:gd name="connsiteY178" fmla="*/ 325050 h 608003"/>
                <a:gd name="connsiteX179" fmla="*/ 387852 w 517049"/>
                <a:gd name="connsiteY179" fmla="*/ 290129 h 608003"/>
                <a:gd name="connsiteX180" fmla="*/ 363398 w 517049"/>
                <a:gd name="connsiteY180" fmla="*/ 264674 h 608003"/>
                <a:gd name="connsiteX181" fmla="*/ 382754 w 517049"/>
                <a:gd name="connsiteY181" fmla="*/ 292834 h 608003"/>
                <a:gd name="connsiteX182" fmla="*/ 401075 w 517049"/>
                <a:gd name="connsiteY182" fmla="*/ 387176 h 608003"/>
                <a:gd name="connsiteX183" fmla="*/ 384108 w 517049"/>
                <a:gd name="connsiteY183" fmla="*/ 401414 h 608003"/>
                <a:gd name="connsiteX184" fmla="*/ 371045 w 517049"/>
                <a:gd name="connsiteY184" fmla="*/ 395130 h 608003"/>
                <a:gd name="connsiteX185" fmla="*/ 368337 w 517049"/>
                <a:gd name="connsiteY185" fmla="*/ 366812 h 608003"/>
                <a:gd name="connsiteX186" fmla="*/ 364434 w 517049"/>
                <a:gd name="connsiteY186" fmla="*/ 330459 h 608003"/>
                <a:gd name="connsiteX187" fmla="*/ 357822 w 517049"/>
                <a:gd name="connsiteY187" fmla="*/ 307072 h 608003"/>
                <a:gd name="connsiteX188" fmla="*/ 351211 w 517049"/>
                <a:gd name="connsiteY188" fmla="*/ 291640 h 608003"/>
                <a:gd name="connsiteX189" fmla="*/ 345874 w 517049"/>
                <a:gd name="connsiteY189" fmla="*/ 283368 h 608003"/>
                <a:gd name="connsiteX190" fmla="*/ 341493 w 517049"/>
                <a:gd name="connsiteY190" fmla="*/ 278277 h 608003"/>
                <a:gd name="connsiteX191" fmla="*/ 338944 w 517049"/>
                <a:gd name="connsiteY191" fmla="*/ 275890 h 608003"/>
                <a:gd name="connsiteX192" fmla="*/ 328430 w 517049"/>
                <a:gd name="connsiteY192" fmla="*/ 240890 h 608003"/>
                <a:gd name="connsiteX193" fmla="*/ 318393 w 517049"/>
                <a:gd name="connsiteY193" fmla="*/ 221958 h 608003"/>
                <a:gd name="connsiteX194" fmla="*/ 310428 w 517049"/>
                <a:gd name="connsiteY194" fmla="*/ 210742 h 608003"/>
                <a:gd name="connsiteX195" fmla="*/ 305330 w 517049"/>
                <a:gd name="connsiteY195" fmla="*/ 197139 h 608003"/>
                <a:gd name="connsiteX196" fmla="*/ 307321 w 517049"/>
                <a:gd name="connsiteY196" fmla="*/ 179003 h 608003"/>
                <a:gd name="connsiteX197" fmla="*/ 308915 w 517049"/>
                <a:gd name="connsiteY197" fmla="*/ 162219 h 608003"/>
                <a:gd name="connsiteX198" fmla="*/ 293780 w 517049"/>
                <a:gd name="connsiteY198" fmla="*/ 153707 h 608003"/>
                <a:gd name="connsiteX199" fmla="*/ 278646 w 517049"/>
                <a:gd name="connsiteY199" fmla="*/ 147662 h 608003"/>
                <a:gd name="connsiteX200" fmla="*/ 266618 w 517049"/>
                <a:gd name="connsiteY200" fmla="*/ 142173 h 608003"/>
                <a:gd name="connsiteX201" fmla="*/ 262874 w 517049"/>
                <a:gd name="connsiteY201" fmla="*/ 133343 h 608003"/>
                <a:gd name="connsiteX202" fmla="*/ 265583 w 517049"/>
                <a:gd name="connsiteY202" fmla="*/ 116082 h 608003"/>
                <a:gd name="connsiteX203" fmla="*/ 277770 w 517049"/>
                <a:gd name="connsiteY203" fmla="*/ 106934 h 608003"/>
                <a:gd name="connsiteX204" fmla="*/ 295134 w 517049"/>
                <a:gd name="connsiteY204" fmla="*/ 117116 h 608003"/>
                <a:gd name="connsiteX205" fmla="*/ 296488 w 517049"/>
                <a:gd name="connsiteY205" fmla="*/ 136764 h 608003"/>
                <a:gd name="connsiteX206" fmla="*/ 295851 w 517049"/>
                <a:gd name="connsiteY206" fmla="*/ 145752 h 608003"/>
                <a:gd name="connsiteX207" fmla="*/ 305967 w 517049"/>
                <a:gd name="connsiteY207" fmla="*/ 145912 h 608003"/>
                <a:gd name="connsiteX208" fmla="*/ 310428 w 517049"/>
                <a:gd name="connsiteY208" fmla="*/ 133741 h 608003"/>
                <a:gd name="connsiteX209" fmla="*/ 310428 w 517049"/>
                <a:gd name="connsiteY209" fmla="*/ 121173 h 608003"/>
                <a:gd name="connsiteX210" fmla="*/ 305808 w 517049"/>
                <a:gd name="connsiteY210" fmla="*/ 104229 h 608003"/>
                <a:gd name="connsiteX211" fmla="*/ 298719 w 517049"/>
                <a:gd name="connsiteY211" fmla="*/ 93888 h 608003"/>
                <a:gd name="connsiteX212" fmla="*/ 290753 w 517049"/>
                <a:gd name="connsiteY212" fmla="*/ 88797 h 608003"/>
                <a:gd name="connsiteX213" fmla="*/ 281513 w 517049"/>
                <a:gd name="connsiteY213" fmla="*/ 86252 h 608003"/>
                <a:gd name="connsiteX214" fmla="*/ 295134 w 517049"/>
                <a:gd name="connsiteY214" fmla="*/ 34626 h 608003"/>
                <a:gd name="connsiteX215" fmla="*/ 291231 w 517049"/>
                <a:gd name="connsiteY215" fmla="*/ 37172 h 608003"/>
                <a:gd name="connsiteX216" fmla="*/ 290913 w 517049"/>
                <a:gd name="connsiteY216" fmla="*/ 41626 h 608003"/>
                <a:gd name="connsiteX217" fmla="*/ 290753 w 517049"/>
                <a:gd name="connsiteY217" fmla="*/ 45842 h 608003"/>
                <a:gd name="connsiteX218" fmla="*/ 288682 w 517049"/>
                <a:gd name="connsiteY218" fmla="*/ 49422 h 608003"/>
                <a:gd name="connsiteX219" fmla="*/ 286691 w 517049"/>
                <a:gd name="connsiteY219" fmla="*/ 52445 h 608003"/>
                <a:gd name="connsiteX220" fmla="*/ 287647 w 517049"/>
                <a:gd name="connsiteY220" fmla="*/ 55308 h 608003"/>
                <a:gd name="connsiteX221" fmla="*/ 290355 w 517049"/>
                <a:gd name="connsiteY221" fmla="*/ 55308 h 608003"/>
                <a:gd name="connsiteX222" fmla="*/ 294099 w 517049"/>
                <a:gd name="connsiteY222" fmla="*/ 52286 h 608003"/>
                <a:gd name="connsiteX223" fmla="*/ 299197 w 517049"/>
                <a:gd name="connsiteY223" fmla="*/ 49183 h 608003"/>
                <a:gd name="connsiteX224" fmla="*/ 302303 w 517049"/>
                <a:gd name="connsiteY224" fmla="*/ 48865 h 608003"/>
                <a:gd name="connsiteX225" fmla="*/ 307401 w 517049"/>
                <a:gd name="connsiteY225" fmla="*/ 48229 h 608003"/>
                <a:gd name="connsiteX226" fmla="*/ 310428 w 517049"/>
                <a:gd name="connsiteY226" fmla="*/ 45842 h 608003"/>
                <a:gd name="connsiteX227" fmla="*/ 309552 w 517049"/>
                <a:gd name="connsiteY227" fmla="*/ 44172 h 608003"/>
                <a:gd name="connsiteX228" fmla="*/ 306525 w 517049"/>
                <a:gd name="connsiteY228" fmla="*/ 41785 h 608003"/>
                <a:gd name="connsiteX229" fmla="*/ 303259 w 517049"/>
                <a:gd name="connsiteY229" fmla="*/ 39717 h 608003"/>
                <a:gd name="connsiteX230" fmla="*/ 295134 w 517049"/>
                <a:gd name="connsiteY230" fmla="*/ 34626 h 608003"/>
                <a:gd name="connsiteX231" fmla="*/ 247262 w 517049"/>
                <a:gd name="connsiteY231" fmla="*/ 24 h 608003"/>
                <a:gd name="connsiteX232" fmla="*/ 283266 w 517049"/>
                <a:gd name="connsiteY232" fmla="*/ 4637 h 608003"/>
                <a:gd name="connsiteX233" fmla="*/ 313455 w 517049"/>
                <a:gd name="connsiteY233" fmla="*/ 18717 h 608003"/>
                <a:gd name="connsiteX234" fmla="*/ 344600 w 517049"/>
                <a:gd name="connsiteY234" fmla="*/ 59922 h 608003"/>
                <a:gd name="connsiteX235" fmla="*/ 354636 w 517049"/>
                <a:gd name="connsiteY235" fmla="*/ 109957 h 608003"/>
                <a:gd name="connsiteX236" fmla="*/ 364752 w 517049"/>
                <a:gd name="connsiteY236" fmla="*/ 182582 h 608003"/>
                <a:gd name="connsiteX237" fmla="*/ 409996 w 517049"/>
                <a:gd name="connsiteY237" fmla="*/ 256481 h 608003"/>
                <a:gd name="connsiteX238" fmla="*/ 443770 w 517049"/>
                <a:gd name="connsiteY238" fmla="*/ 311845 h 608003"/>
                <a:gd name="connsiteX239" fmla="*/ 464002 w 517049"/>
                <a:gd name="connsiteY239" fmla="*/ 376596 h 608003"/>
                <a:gd name="connsiteX240" fmla="*/ 465675 w 517049"/>
                <a:gd name="connsiteY240" fmla="*/ 405312 h 608003"/>
                <a:gd name="connsiteX241" fmla="*/ 461612 w 517049"/>
                <a:gd name="connsiteY241" fmla="*/ 424085 h 608003"/>
                <a:gd name="connsiteX242" fmla="*/ 454842 w 517049"/>
                <a:gd name="connsiteY242" fmla="*/ 431562 h 608003"/>
                <a:gd name="connsiteX243" fmla="*/ 446796 w 517049"/>
                <a:gd name="connsiteY243" fmla="*/ 438006 h 608003"/>
                <a:gd name="connsiteX244" fmla="*/ 437636 w 517049"/>
                <a:gd name="connsiteY244" fmla="*/ 450017 h 608003"/>
                <a:gd name="connsiteX245" fmla="*/ 423936 w 517049"/>
                <a:gd name="connsiteY245" fmla="*/ 461392 h 608003"/>
                <a:gd name="connsiteX246" fmla="*/ 403146 w 517049"/>
                <a:gd name="connsiteY246" fmla="*/ 466165 h 608003"/>
                <a:gd name="connsiteX247" fmla="*/ 392472 w 517049"/>
                <a:gd name="connsiteY247" fmla="*/ 464495 h 608003"/>
                <a:gd name="connsiteX248" fmla="*/ 384825 w 517049"/>
                <a:gd name="connsiteY248" fmla="*/ 459881 h 608003"/>
                <a:gd name="connsiteX249" fmla="*/ 380285 w 517049"/>
                <a:gd name="connsiteY249" fmla="*/ 454631 h 608003"/>
                <a:gd name="connsiteX250" fmla="*/ 376302 w 517049"/>
                <a:gd name="connsiteY250" fmla="*/ 447710 h 608003"/>
                <a:gd name="connsiteX251" fmla="*/ 373275 w 517049"/>
                <a:gd name="connsiteY251" fmla="*/ 441108 h 608003"/>
                <a:gd name="connsiteX252" fmla="*/ 359336 w 517049"/>
                <a:gd name="connsiteY252" fmla="*/ 430926 h 608003"/>
                <a:gd name="connsiteX253" fmla="*/ 349857 w 517049"/>
                <a:gd name="connsiteY253" fmla="*/ 447551 h 608003"/>
                <a:gd name="connsiteX254" fmla="*/ 352247 w 517049"/>
                <a:gd name="connsiteY254" fmla="*/ 480404 h 608003"/>
                <a:gd name="connsiteX255" fmla="*/ 352565 w 517049"/>
                <a:gd name="connsiteY255" fmla="*/ 546586 h 608003"/>
                <a:gd name="connsiteX256" fmla="*/ 358699 w 517049"/>
                <a:gd name="connsiteY256" fmla="*/ 580632 h 608003"/>
                <a:gd name="connsiteX257" fmla="*/ 383471 w 517049"/>
                <a:gd name="connsiteY257" fmla="*/ 591848 h 608003"/>
                <a:gd name="connsiteX258" fmla="*/ 412386 w 517049"/>
                <a:gd name="connsiteY258" fmla="*/ 579837 h 608003"/>
                <a:gd name="connsiteX259" fmla="*/ 442734 w 517049"/>
                <a:gd name="connsiteY259" fmla="*/ 557246 h 608003"/>
                <a:gd name="connsiteX260" fmla="*/ 477941 w 517049"/>
                <a:gd name="connsiteY260" fmla="*/ 542848 h 608003"/>
                <a:gd name="connsiteX261" fmla="*/ 504068 w 517049"/>
                <a:gd name="connsiteY261" fmla="*/ 530438 h 608003"/>
                <a:gd name="connsiteX262" fmla="*/ 510361 w 517049"/>
                <a:gd name="connsiteY262" fmla="*/ 518745 h 608003"/>
                <a:gd name="connsiteX263" fmla="*/ 501838 w 517049"/>
                <a:gd name="connsiteY263" fmla="*/ 509120 h 608003"/>
                <a:gd name="connsiteX264" fmla="*/ 484393 w 517049"/>
                <a:gd name="connsiteY264" fmla="*/ 501086 h 608003"/>
                <a:gd name="connsiteX265" fmla="*/ 467586 w 517049"/>
                <a:gd name="connsiteY265" fmla="*/ 484858 h 608003"/>
                <a:gd name="connsiteX266" fmla="*/ 462488 w 517049"/>
                <a:gd name="connsiteY266" fmla="*/ 460199 h 608003"/>
                <a:gd name="connsiteX267" fmla="*/ 467746 w 517049"/>
                <a:gd name="connsiteY267" fmla="*/ 444131 h 608003"/>
                <a:gd name="connsiteX268" fmla="*/ 470454 w 517049"/>
                <a:gd name="connsiteY268" fmla="*/ 463301 h 608003"/>
                <a:gd name="connsiteX269" fmla="*/ 475392 w 517049"/>
                <a:gd name="connsiteY269" fmla="*/ 477063 h 608003"/>
                <a:gd name="connsiteX270" fmla="*/ 482322 w 517049"/>
                <a:gd name="connsiteY270" fmla="*/ 486688 h 608003"/>
                <a:gd name="connsiteX271" fmla="*/ 489491 w 517049"/>
                <a:gd name="connsiteY271" fmla="*/ 493131 h 608003"/>
                <a:gd name="connsiteX272" fmla="*/ 496740 w 517049"/>
                <a:gd name="connsiteY272" fmla="*/ 497586 h 608003"/>
                <a:gd name="connsiteX273" fmla="*/ 502395 w 517049"/>
                <a:gd name="connsiteY273" fmla="*/ 500768 h 608003"/>
                <a:gd name="connsiteX274" fmla="*/ 512910 w 517049"/>
                <a:gd name="connsiteY274" fmla="*/ 509120 h 608003"/>
                <a:gd name="connsiteX275" fmla="*/ 516972 w 517049"/>
                <a:gd name="connsiteY275" fmla="*/ 517234 h 608003"/>
                <a:gd name="connsiteX276" fmla="*/ 516096 w 517049"/>
                <a:gd name="connsiteY276" fmla="*/ 524870 h 608003"/>
                <a:gd name="connsiteX277" fmla="*/ 510839 w 517049"/>
                <a:gd name="connsiteY277" fmla="*/ 532348 h 608003"/>
                <a:gd name="connsiteX278" fmla="*/ 502873 w 517049"/>
                <a:gd name="connsiteY278" fmla="*/ 538950 h 608003"/>
                <a:gd name="connsiteX279" fmla="*/ 492677 w 517049"/>
                <a:gd name="connsiteY279" fmla="*/ 545234 h 608003"/>
                <a:gd name="connsiteX280" fmla="*/ 482004 w 517049"/>
                <a:gd name="connsiteY280" fmla="*/ 550802 h 608003"/>
                <a:gd name="connsiteX281" fmla="*/ 471091 w 517049"/>
                <a:gd name="connsiteY281" fmla="*/ 556052 h 608003"/>
                <a:gd name="connsiteX282" fmla="*/ 461931 w 517049"/>
                <a:gd name="connsiteY282" fmla="*/ 560507 h 608003"/>
                <a:gd name="connsiteX283" fmla="*/ 432857 w 517049"/>
                <a:gd name="connsiteY283" fmla="*/ 579519 h 608003"/>
                <a:gd name="connsiteX284" fmla="*/ 407208 w 517049"/>
                <a:gd name="connsiteY284" fmla="*/ 601155 h 608003"/>
                <a:gd name="connsiteX285" fmla="*/ 384108 w 517049"/>
                <a:gd name="connsiteY285" fmla="*/ 607837 h 608003"/>
                <a:gd name="connsiteX286" fmla="*/ 353919 w 517049"/>
                <a:gd name="connsiteY286" fmla="*/ 602905 h 608003"/>
                <a:gd name="connsiteX287" fmla="*/ 343883 w 517049"/>
                <a:gd name="connsiteY287" fmla="*/ 594951 h 608003"/>
                <a:gd name="connsiteX288" fmla="*/ 338307 w 517049"/>
                <a:gd name="connsiteY288" fmla="*/ 586280 h 608003"/>
                <a:gd name="connsiteX289" fmla="*/ 330820 w 517049"/>
                <a:gd name="connsiteY289" fmla="*/ 579678 h 608003"/>
                <a:gd name="connsiteX290" fmla="*/ 314809 w 517049"/>
                <a:gd name="connsiteY290" fmla="*/ 576416 h 608003"/>
                <a:gd name="connsiteX291" fmla="*/ 270680 w 517049"/>
                <a:gd name="connsiteY291" fmla="*/ 576098 h 608003"/>
                <a:gd name="connsiteX292" fmla="*/ 251324 w 517049"/>
                <a:gd name="connsiteY292" fmla="*/ 576575 h 608003"/>
                <a:gd name="connsiteX293" fmla="*/ 231570 w 517049"/>
                <a:gd name="connsiteY293" fmla="*/ 577450 h 608003"/>
                <a:gd name="connsiteX294" fmla="*/ 204567 w 517049"/>
                <a:gd name="connsiteY294" fmla="*/ 582541 h 608003"/>
                <a:gd name="connsiteX295" fmla="*/ 186406 w 517049"/>
                <a:gd name="connsiteY295" fmla="*/ 592723 h 608003"/>
                <a:gd name="connsiteX296" fmla="*/ 171670 w 517049"/>
                <a:gd name="connsiteY296" fmla="*/ 602428 h 608003"/>
                <a:gd name="connsiteX297" fmla="*/ 153509 w 517049"/>
                <a:gd name="connsiteY297" fmla="*/ 606326 h 608003"/>
                <a:gd name="connsiteX298" fmla="*/ 115752 w 517049"/>
                <a:gd name="connsiteY298" fmla="*/ 595746 h 608003"/>
                <a:gd name="connsiteX299" fmla="*/ 66207 w 517049"/>
                <a:gd name="connsiteY299" fmla="*/ 581189 h 608003"/>
                <a:gd name="connsiteX300" fmla="*/ 48843 w 517049"/>
                <a:gd name="connsiteY300" fmla="*/ 577928 h 608003"/>
                <a:gd name="connsiteX301" fmla="*/ 31876 w 517049"/>
                <a:gd name="connsiteY301" fmla="*/ 574905 h 608003"/>
                <a:gd name="connsiteX302" fmla="*/ 18415 w 517049"/>
                <a:gd name="connsiteY302" fmla="*/ 571723 h 608003"/>
                <a:gd name="connsiteX303" fmla="*/ 7024 w 517049"/>
                <a:gd name="connsiteY303" fmla="*/ 566791 h 608003"/>
                <a:gd name="connsiteX304" fmla="*/ 1289 w 517049"/>
                <a:gd name="connsiteY304" fmla="*/ 560109 h 608003"/>
                <a:gd name="connsiteX305" fmla="*/ 3679 w 517049"/>
                <a:gd name="connsiteY305" fmla="*/ 537598 h 608003"/>
                <a:gd name="connsiteX306" fmla="*/ 9812 w 517049"/>
                <a:gd name="connsiteY306" fmla="*/ 519063 h 608003"/>
                <a:gd name="connsiteX307" fmla="*/ 8458 w 517049"/>
                <a:gd name="connsiteY307" fmla="*/ 505540 h 608003"/>
                <a:gd name="connsiteX308" fmla="*/ 5033 w 517049"/>
                <a:gd name="connsiteY308" fmla="*/ 491143 h 608003"/>
                <a:gd name="connsiteX309" fmla="*/ 3519 w 517049"/>
                <a:gd name="connsiteY309" fmla="*/ 478733 h 608003"/>
                <a:gd name="connsiteX310" fmla="*/ 7104 w 517049"/>
                <a:gd name="connsiteY310" fmla="*/ 469586 h 608003"/>
                <a:gd name="connsiteX311" fmla="*/ 26460 w 517049"/>
                <a:gd name="connsiteY311" fmla="*/ 464813 h 608003"/>
                <a:gd name="connsiteX312" fmla="*/ 46772 w 517049"/>
                <a:gd name="connsiteY312" fmla="*/ 460756 h 608003"/>
                <a:gd name="connsiteX313" fmla="*/ 61109 w 517049"/>
                <a:gd name="connsiteY313" fmla="*/ 448904 h 608003"/>
                <a:gd name="connsiteX314" fmla="*/ 65172 w 517049"/>
                <a:gd name="connsiteY314" fmla="*/ 431562 h 608003"/>
                <a:gd name="connsiteX315" fmla="*/ 54259 w 517049"/>
                <a:gd name="connsiteY315" fmla="*/ 467517 h 608003"/>
                <a:gd name="connsiteX316" fmla="*/ 26062 w 517049"/>
                <a:gd name="connsiteY316" fmla="*/ 472608 h 608003"/>
                <a:gd name="connsiteX317" fmla="*/ 11485 w 517049"/>
                <a:gd name="connsiteY317" fmla="*/ 476029 h 608003"/>
                <a:gd name="connsiteX318" fmla="*/ 13157 w 517049"/>
                <a:gd name="connsiteY318" fmla="*/ 495359 h 608003"/>
                <a:gd name="connsiteX319" fmla="*/ 15866 w 517049"/>
                <a:gd name="connsiteY319" fmla="*/ 501484 h 608003"/>
                <a:gd name="connsiteX320" fmla="*/ 18813 w 517049"/>
                <a:gd name="connsiteY320" fmla="*/ 507529 h 608003"/>
                <a:gd name="connsiteX321" fmla="*/ 20326 w 517049"/>
                <a:gd name="connsiteY321" fmla="*/ 513336 h 608003"/>
                <a:gd name="connsiteX322" fmla="*/ 20645 w 517049"/>
                <a:gd name="connsiteY322" fmla="*/ 520813 h 608003"/>
                <a:gd name="connsiteX323" fmla="*/ 14910 w 517049"/>
                <a:gd name="connsiteY323" fmla="*/ 537439 h 608003"/>
                <a:gd name="connsiteX324" fmla="*/ 10131 w 517049"/>
                <a:gd name="connsiteY324" fmla="*/ 553666 h 608003"/>
                <a:gd name="connsiteX325" fmla="*/ 22716 w 517049"/>
                <a:gd name="connsiteY325" fmla="*/ 562496 h 608003"/>
                <a:gd name="connsiteX326" fmla="*/ 51392 w 517049"/>
                <a:gd name="connsiteY326" fmla="*/ 568780 h 608003"/>
                <a:gd name="connsiteX327" fmla="*/ 85165 w 517049"/>
                <a:gd name="connsiteY327" fmla="*/ 575780 h 608003"/>
                <a:gd name="connsiteX328" fmla="*/ 110336 w 517049"/>
                <a:gd name="connsiteY328" fmla="*/ 583178 h 608003"/>
                <a:gd name="connsiteX329" fmla="*/ 138374 w 517049"/>
                <a:gd name="connsiteY329" fmla="*/ 591053 h 608003"/>
                <a:gd name="connsiteX330" fmla="*/ 157252 w 517049"/>
                <a:gd name="connsiteY330" fmla="*/ 592405 h 608003"/>
                <a:gd name="connsiteX331" fmla="*/ 179157 w 517049"/>
                <a:gd name="connsiteY331" fmla="*/ 582860 h 608003"/>
                <a:gd name="connsiteX332" fmla="*/ 186964 w 517049"/>
                <a:gd name="connsiteY332" fmla="*/ 566632 h 608003"/>
                <a:gd name="connsiteX333" fmla="*/ 184415 w 517049"/>
                <a:gd name="connsiteY333" fmla="*/ 546746 h 608003"/>
                <a:gd name="connsiteX334" fmla="*/ 177963 w 517049"/>
                <a:gd name="connsiteY334" fmla="*/ 529086 h 608003"/>
                <a:gd name="connsiteX335" fmla="*/ 171112 w 517049"/>
                <a:gd name="connsiteY335" fmla="*/ 516757 h 608003"/>
                <a:gd name="connsiteX336" fmla="*/ 113761 w 517049"/>
                <a:gd name="connsiteY336" fmla="*/ 434585 h 608003"/>
                <a:gd name="connsiteX337" fmla="*/ 75368 w 517049"/>
                <a:gd name="connsiteY337" fmla="*/ 421062 h 608003"/>
                <a:gd name="connsiteX338" fmla="*/ 70270 w 517049"/>
                <a:gd name="connsiteY338" fmla="*/ 415971 h 608003"/>
                <a:gd name="connsiteX339" fmla="*/ 69553 w 517049"/>
                <a:gd name="connsiteY339" fmla="*/ 403085 h 608003"/>
                <a:gd name="connsiteX340" fmla="*/ 72978 w 517049"/>
                <a:gd name="connsiteY340" fmla="*/ 385426 h 608003"/>
                <a:gd name="connsiteX341" fmla="*/ 81103 w 517049"/>
                <a:gd name="connsiteY341" fmla="*/ 369516 h 608003"/>
                <a:gd name="connsiteX342" fmla="*/ 88590 w 517049"/>
                <a:gd name="connsiteY342" fmla="*/ 355278 h 608003"/>
                <a:gd name="connsiteX343" fmla="*/ 97591 w 517049"/>
                <a:gd name="connsiteY343" fmla="*/ 330777 h 608003"/>
                <a:gd name="connsiteX344" fmla="*/ 107628 w 517049"/>
                <a:gd name="connsiteY344" fmla="*/ 304368 h 608003"/>
                <a:gd name="connsiteX345" fmla="*/ 117823 w 517049"/>
                <a:gd name="connsiteY345" fmla="*/ 283686 h 608003"/>
                <a:gd name="connsiteX346" fmla="*/ 131046 w 517049"/>
                <a:gd name="connsiteY346" fmla="*/ 265311 h 608003"/>
                <a:gd name="connsiteX347" fmla="*/ 173183 w 517049"/>
                <a:gd name="connsiteY347" fmla="*/ 199208 h 608003"/>
                <a:gd name="connsiteX348" fmla="*/ 167767 w 517049"/>
                <a:gd name="connsiteY348" fmla="*/ 94047 h 608003"/>
                <a:gd name="connsiteX349" fmla="*/ 175892 w 517049"/>
                <a:gd name="connsiteY349" fmla="*/ 42660 h 608003"/>
                <a:gd name="connsiteX350" fmla="*/ 211895 w 517049"/>
                <a:gd name="connsiteY350" fmla="*/ 7183 h 608003"/>
                <a:gd name="connsiteX351" fmla="*/ 247262 w 517049"/>
                <a:gd name="connsiteY351" fmla="*/ 24 h 608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</a:cxnLst>
              <a:rect l="l" t="t" r="r" b="b"/>
              <a:pathLst>
                <a:path w="517049" h="608003">
                  <a:moveTo>
                    <a:pt x="133117" y="289095"/>
                  </a:moveTo>
                  <a:cubicBezTo>
                    <a:pt x="132161" y="288856"/>
                    <a:pt x="131524" y="289175"/>
                    <a:pt x="131046" y="290129"/>
                  </a:cubicBezTo>
                  <a:cubicBezTo>
                    <a:pt x="130648" y="291004"/>
                    <a:pt x="130090" y="292436"/>
                    <a:pt x="129533" y="294345"/>
                  </a:cubicBezTo>
                  <a:cubicBezTo>
                    <a:pt x="128975" y="296254"/>
                    <a:pt x="128338" y="297766"/>
                    <a:pt x="127701" y="298879"/>
                  </a:cubicBezTo>
                  <a:cubicBezTo>
                    <a:pt x="126984" y="300072"/>
                    <a:pt x="125869" y="301504"/>
                    <a:pt x="124275" y="303334"/>
                  </a:cubicBezTo>
                  <a:cubicBezTo>
                    <a:pt x="122682" y="305561"/>
                    <a:pt x="122603" y="306993"/>
                    <a:pt x="123957" y="307391"/>
                  </a:cubicBezTo>
                  <a:cubicBezTo>
                    <a:pt x="124833" y="307629"/>
                    <a:pt x="126267" y="306834"/>
                    <a:pt x="128179" y="305004"/>
                  </a:cubicBezTo>
                  <a:cubicBezTo>
                    <a:pt x="130090" y="303254"/>
                    <a:pt x="131524" y="301186"/>
                    <a:pt x="132400" y="298879"/>
                  </a:cubicBezTo>
                  <a:cubicBezTo>
                    <a:pt x="132639" y="298243"/>
                    <a:pt x="132878" y="297447"/>
                    <a:pt x="133117" y="296572"/>
                  </a:cubicBezTo>
                  <a:cubicBezTo>
                    <a:pt x="133356" y="295618"/>
                    <a:pt x="133595" y="294981"/>
                    <a:pt x="133754" y="294504"/>
                  </a:cubicBezTo>
                  <a:cubicBezTo>
                    <a:pt x="133993" y="294027"/>
                    <a:pt x="134153" y="293550"/>
                    <a:pt x="134312" y="292993"/>
                  </a:cubicBezTo>
                  <a:cubicBezTo>
                    <a:pt x="134392" y="292436"/>
                    <a:pt x="134471" y="291959"/>
                    <a:pt x="134471" y="291640"/>
                  </a:cubicBezTo>
                  <a:lnTo>
                    <a:pt x="134471" y="290606"/>
                  </a:lnTo>
                  <a:cubicBezTo>
                    <a:pt x="134471" y="290288"/>
                    <a:pt x="134312" y="289970"/>
                    <a:pt x="134153" y="289731"/>
                  </a:cubicBezTo>
                  <a:cubicBezTo>
                    <a:pt x="133914" y="289493"/>
                    <a:pt x="133595" y="289334"/>
                    <a:pt x="133117" y="289095"/>
                  </a:cubicBezTo>
                  <a:close/>
                  <a:moveTo>
                    <a:pt x="332174" y="180673"/>
                  </a:moveTo>
                  <a:cubicBezTo>
                    <a:pt x="331935" y="180594"/>
                    <a:pt x="331536" y="180753"/>
                    <a:pt x="330820" y="181230"/>
                  </a:cubicBezTo>
                  <a:cubicBezTo>
                    <a:pt x="327633" y="184810"/>
                    <a:pt x="328430" y="189742"/>
                    <a:pt x="333209" y="195946"/>
                  </a:cubicBezTo>
                  <a:cubicBezTo>
                    <a:pt x="337988" y="202151"/>
                    <a:pt x="342369" y="205730"/>
                    <a:pt x="346432" y="206605"/>
                  </a:cubicBezTo>
                  <a:cubicBezTo>
                    <a:pt x="348503" y="206844"/>
                    <a:pt x="350096" y="205969"/>
                    <a:pt x="351370" y="203901"/>
                  </a:cubicBezTo>
                  <a:cubicBezTo>
                    <a:pt x="352645" y="201912"/>
                    <a:pt x="353043" y="199605"/>
                    <a:pt x="352565" y="197139"/>
                  </a:cubicBezTo>
                  <a:cubicBezTo>
                    <a:pt x="352087" y="195310"/>
                    <a:pt x="351370" y="194037"/>
                    <a:pt x="350335" y="193242"/>
                  </a:cubicBezTo>
                  <a:cubicBezTo>
                    <a:pt x="349379" y="192446"/>
                    <a:pt x="347866" y="191889"/>
                    <a:pt x="345954" y="191571"/>
                  </a:cubicBezTo>
                  <a:cubicBezTo>
                    <a:pt x="344042" y="191173"/>
                    <a:pt x="342369" y="190617"/>
                    <a:pt x="341015" y="189662"/>
                  </a:cubicBezTo>
                  <a:cubicBezTo>
                    <a:pt x="339900" y="189026"/>
                    <a:pt x="338785" y="188071"/>
                    <a:pt x="337749" y="186958"/>
                  </a:cubicBezTo>
                  <a:cubicBezTo>
                    <a:pt x="336794" y="185844"/>
                    <a:pt x="335997" y="184889"/>
                    <a:pt x="335439" y="184253"/>
                  </a:cubicBezTo>
                  <a:cubicBezTo>
                    <a:pt x="334802" y="183537"/>
                    <a:pt x="334245" y="182821"/>
                    <a:pt x="333528" y="182026"/>
                  </a:cubicBezTo>
                  <a:cubicBezTo>
                    <a:pt x="332891" y="181230"/>
                    <a:pt x="332413" y="180832"/>
                    <a:pt x="332174" y="180673"/>
                  </a:cubicBezTo>
                  <a:close/>
                  <a:moveTo>
                    <a:pt x="242500" y="140480"/>
                  </a:moveTo>
                  <a:cubicBezTo>
                    <a:pt x="247894" y="138023"/>
                    <a:pt x="251543" y="138182"/>
                    <a:pt x="253367" y="141115"/>
                  </a:cubicBezTo>
                  <a:cubicBezTo>
                    <a:pt x="254002" y="142462"/>
                    <a:pt x="253685" y="143493"/>
                    <a:pt x="252336" y="144206"/>
                  </a:cubicBezTo>
                  <a:cubicBezTo>
                    <a:pt x="251384" y="144444"/>
                    <a:pt x="250115" y="143651"/>
                    <a:pt x="248449" y="141987"/>
                  </a:cubicBezTo>
                  <a:cubicBezTo>
                    <a:pt x="246704" y="140322"/>
                    <a:pt x="244800" y="139767"/>
                    <a:pt x="242500" y="140480"/>
                  </a:cubicBezTo>
                  <a:close/>
                  <a:moveTo>
                    <a:pt x="219386" y="139434"/>
                  </a:moveTo>
                  <a:lnTo>
                    <a:pt x="222812" y="139434"/>
                  </a:lnTo>
                  <a:cubicBezTo>
                    <a:pt x="220263" y="139672"/>
                    <a:pt x="218510" y="140863"/>
                    <a:pt x="217554" y="143006"/>
                  </a:cubicBezTo>
                  <a:cubicBezTo>
                    <a:pt x="216518" y="145150"/>
                    <a:pt x="215562" y="146182"/>
                    <a:pt x="214606" y="146182"/>
                  </a:cubicBezTo>
                  <a:cubicBezTo>
                    <a:pt x="213491" y="146420"/>
                    <a:pt x="212933" y="145864"/>
                    <a:pt x="212933" y="144515"/>
                  </a:cubicBezTo>
                  <a:cubicBezTo>
                    <a:pt x="212933" y="141816"/>
                    <a:pt x="215084" y="140148"/>
                    <a:pt x="219386" y="139434"/>
                  </a:cubicBezTo>
                  <a:close/>
                  <a:moveTo>
                    <a:pt x="205443" y="115048"/>
                  </a:moveTo>
                  <a:cubicBezTo>
                    <a:pt x="203452" y="114570"/>
                    <a:pt x="202417" y="115366"/>
                    <a:pt x="202417" y="117434"/>
                  </a:cubicBezTo>
                  <a:cubicBezTo>
                    <a:pt x="202894" y="118548"/>
                    <a:pt x="203452" y="119264"/>
                    <a:pt x="204089" y="119423"/>
                  </a:cubicBezTo>
                  <a:cubicBezTo>
                    <a:pt x="206399" y="119423"/>
                    <a:pt x="207196" y="121173"/>
                    <a:pt x="206479" y="124514"/>
                  </a:cubicBezTo>
                  <a:cubicBezTo>
                    <a:pt x="205842" y="129048"/>
                    <a:pt x="206718" y="131355"/>
                    <a:pt x="209187" y="131355"/>
                  </a:cubicBezTo>
                  <a:cubicBezTo>
                    <a:pt x="209904" y="131355"/>
                    <a:pt x="210223" y="130957"/>
                    <a:pt x="210223" y="130321"/>
                  </a:cubicBezTo>
                  <a:cubicBezTo>
                    <a:pt x="210860" y="126502"/>
                    <a:pt x="210621" y="123082"/>
                    <a:pt x="209346" y="120139"/>
                  </a:cubicBezTo>
                  <a:cubicBezTo>
                    <a:pt x="208152" y="117195"/>
                    <a:pt x="206798" y="115525"/>
                    <a:pt x="205443" y="115048"/>
                  </a:cubicBezTo>
                  <a:close/>
                  <a:moveTo>
                    <a:pt x="283584" y="112979"/>
                  </a:moveTo>
                  <a:cubicBezTo>
                    <a:pt x="280398" y="113218"/>
                    <a:pt x="279602" y="114014"/>
                    <a:pt x="281195" y="115366"/>
                  </a:cubicBezTo>
                  <a:cubicBezTo>
                    <a:pt x="281673" y="115604"/>
                    <a:pt x="282151" y="115843"/>
                    <a:pt x="282549" y="116082"/>
                  </a:cubicBezTo>
                  <a:cubicBezTo>
                    <a:pt x="285735" y="116957"/>
                    <a:pt x="287806" y="120457"/>
                    <a:pt x="288682" y="126582"/>
                  </a:cubicBezTo>
                  <a:cubicBezTo>
                    <a:pt x="288682" y="127218"/>
                    <a:pt x="289638" y="127059"/>
                    <a:pt x="291391" y="125866"/>
                  </a:cubicBezTo>
                  <a:lnTo>
                    <a:pt x="292107" y="124911"/>
                  </a:lnTo>
                  <a:cubicBezTo>
                    <a:pt x="292107" y="122366"/>
                    <a:pt x="291550" y="120218"/>
                    <a:pt x="290355" y="118229"/>
                  </a:cubicBezTo>
                  <a:cubicBezTo>
                    <a:pt x="289240" y="116320"/>
                    <a:pt x="288045" y="114968"/>
                    <a:pt x="286691" y="114014"/>
                  </a:cubicBezTo>
                  <a:cubicBezTo>
                    <a:pt x="285257" y="113139"/>
                    <a:pt x="284301" y="112820"/>
                    <a:pt x="283584" y="112979"/>
                  </a:cubicBezTo>
                  <a:close/>
                  <a:moveTo>
                    <a:pt x="281513" y="86252"/>
                  </a:moveTo>
                  <a:cubicBezTo>
                    <a:pt x="257298" y="88002"/>
                    <a:pt x="247262" y="103195"/>
                    <a:pt x="251324" y="131673"/>
                  </a:cubicBezTo>
                  <a:cubicBezTo>
                    <a:pt x="251324" y="135093"/>
                    <a:pt x="251165" y="136764"/>
                    <a:pt x="251006" y="136764"/>
                  </a:cubicBezTo>
                  <a:cubicBezTo>
                    <a:pt x="248935" y="134775"/>
                    <a:pt x="245589" y="133582"/>
                    <a:pt x="240969" y="133184"/>
                  </a:cubicBezTo>
                  <a:cubicBezTo>
                    <a:pt x="236270" y="132866"/>
                    <a:pt x="232526" y="132946"/>
                    <a:pt x="229738" y="133423"/>
                  </a:cubicBezTo>
                  <a:cubicBezTo>
                    <a:pt x="226870" y="133821"/>
                    <a:pt x="225118" y="133264"/>
                    <a:pt x="224481" y="131673"/>
                  </a:cubicBezTo>
                  <a:cubicBezTo>
                    <a:pt x="224720" y="118786"/>
                    <a:pt x="222888" y="108604"/>
                    <a:pt x="219064" y="101127"/>
                  </a:cubicBezTo>
                  <a:cubicBezTo>
                    <a:pt x="215161" y="93729"/>
                    <a:pt x="210063" y="89831"/>
                    <a:pt x="203771" y="89593"/>
                  </a:cubicBezTo>
                  <a:cubicBezTo>
                    <a:pt x="197637" y="89434"/>
                    <a:pt x="192938" y="92536"/>
                    <a:pt x="189672" y="98979"/>
                  </a:cubicBezTo>
                  <a:cubicBezTo>
                    <a:pt x="186406" y="105423"/>
                    <a:pt x="184494" y="112104"/>
                    <a:pt x="184016" y="119104"/>
                  </a:cubicBezTo>
                  <a:cubicBezTo>
                    <a:pt x="183857" y="122525"/>
                    <a:pt x="184255" y="126741"/>
                    <a:pt x="185211" y="131673"/>
                  </a:cubicBezTo>
                  <a:cubicBezTo>
                    <a:pt x="186247" y="136684"/>
                    <a:pt x="187760" y="140900"/>
                    <a:pt x="189672" y="144400"/>
                  </a:cubicBezTo>
                  <a:cubicBezTo>
                    <a:pt x="191584" y="147900"/>
                    <a:pt x="193336" y="149412"/>
                    <a:pt x="194929" y="149014"/>
                  </a:cubicBezTo>
                  <a:cubicBezTo>
                    <a:pt x="197159" y="148298"/>
                    <a:pt x="198991" y="146707"/>
                    <a:pt x="200345" y="144241"/>
                  </a:cubicBezTo>
                  <a:cubicBezTo>
                    <a:pt x="201222" y="142173"/>
                    <a:pt x="200425" y="141298"/>
                    <a:pt x="197956" y="141537"/>
                  </a:cubicBezTo>
                  <a:cubicBezTo>
                    <a:pt x="196363" y="141537"/>
                    <a:pt x="194610" y="139866"/>
                    <a:pt x="192699" y="136605"/>
                  </a:cubicBezTo>
                  <a:cubicBezTo>
                    <a:pt x="190787" y="133343"/>
                    <a:pt x="189672" y="129525"/>
                    <a:pt x="189513" y="125230"/>
                  </a:cubicBezTo>
                  <a:cubicBezTo>
                    <a:pt x="189274" y="120298"/>
                    <a:pt x="190229" y="116082"/>
                    <a:pt x="192539" y="112661"/>
                  </a:cubicBezTo>
                  <a:cubicBezTo>
                    <a:pt x="194770" y="109320"/>
                    <a:pt x="198673" y="107729"/>
                    <a:pt x="204089" y="107968"/>
                  </a:cubicBezTo>
                  <a:cubicBezTo>
                    <a:pt x="207913" y="107968"/>
                    <a:pt x="211019" y="110275"/>
                    <a:pt x="213250" y="115048"/>
                  </a:cubicBezTo>
                  <a:cubicBezTo>
                    <a:pt x="215480" y="119820"/>
                    <a:pt x="216595" y="124195"/>
                    <a:pt x="216515" y="128332"/>
                  </a:cubicBezTo>
                  <a:cubicBezTo>
                    <a:pt x="216356" y="132389"/>
                    <a:pt x="216197" y="134855"/>
                    <a:pt x="215958" y="135730"/>
                  </a:cubicBezTo>
                  <a:cubicBezTo>
                    <a:pt x="211019" y="139150"/>
                    <a:pt x="207514" y="142412"/>
                    <a:pt x="205443" y="145593"/>
                  </a:cubicBezTo>
                  <a:cubicBezTo>
                    <a:pt x="203611" y="148298"/>
                    <a:pt x="200505" y="151003"/>
                    <a:pt x="196124" y="153548"/>
                  </a:cubicBezTo>
                  <a:cubicBezTo>
                    <a:pt x="191663" y="156173"/>
                    <a:pt x="189353" y="157605"/>
                    <a:pt x="189114" y="157764"/>
                  </a:cubicBezTo>
                  <a:cubicBezTo>
                    <a:pt x="186167" y="160946"/>
                    <a:pt x="184415" y="164048"/>
                    <a:pt x="183857" y="166991"/>
                  </a:cubicBezTo>
                  <a:cubicBezTo>
                    <a:pt x="183299" y="169935"/>
                    <a:pt x="184176" y="171923"/>
                    <a:pt x="186406" y="173037"/>
                  </a:cubicBezTo>
                  <a:cubicBezTo>
                    <a:pt x="189592" y="174866"/>
                    <a:pt x="192380" y="177094"/>
                    <a:pt x="194929" y="179719"/>
                  </a:cubicBezTo>
                  <a:cubicBezTo>
                    <a:pt x="197398" y="182264"/>
                    <a:pt x="199230" y="184412"/>
                    <a:pt x="200345" y="186162"/>
                  </a:cubicBezTo>
                  <a:cubicBezTo>
                    <a:pt x="201461" y="187832"/>
                    <a:pt x="203611" y="189264"/>
                    <a:pt x="206638" y="190537"/>
                  </a:cubicBezTo>
                  <a:cubicBezTo>
                    <a:pt x="209665" y="191810"/>
                    <a:pt x="213727" y="192526"/>
                    <a:pt x="218666" y="192764"/>
                  </a:cubicBezTo>
                  <a:cubicBezTo>
                    <a:pt x="229340" y="193162"/>
                    <a:pt x="240890" y="191492"/>
                    <a:pt x="253316" y="187673"/>
                  </a:cubicBezTo>
                  <a:cubicBezTo>
                    <a:pt x="253794" y="187435"/>
                    <a:pt x="256422" y="186639"/>
                    <a:pt x="261122" y="185287"/>
                  </a:cubicBezTo>
                  <a:cubicBezTo>
                    <a:pt x="265901" y="183935"/>
                    <a:pt x="269804" y="182742"/>
                    <a:pt x="272911" y="181707"/>
                  </a:cubicBezTo>
                  <a:cubicBezTo>
                    <a:pt x="275938" y="180673"/>
                    <a:pt x="279283" y="179242"/>
                    <a:pt x="282868" y="177332"/>
                  </a:cubicBezTo>
                  <a:cubicBezTo>
                    <a:pt x="286532" y="175423"/>
                    <a:pt x="288921" y="173435"/>
                    <a:pt x="290036" y="171366"/>
                  </a:cubicBezTo>
                  <a:cubicBezTo>
                    <a:pt x="292107" y="168185"/>
                    <a:pt x="294338" y="167310"/>
                    <a:pt x="296807" y="168662"/>
                  </a:cubicBezTo>
                  <a:cubicBezTo>
                    <a:pt x="297922" y="169298"/>
                    <a:pt x="298719" y="170332"/>
                    <a:pt x="299037" y="171526"/>
                  </a:cubicBezTo>
                  <a:cubicBezTo>
                    <a:pt x="299356" y="172798"/>
                    <a:pt x="299037" y="174151"/>
                    <a:pt x="298002" y="175582"/>
                  </a:cubicBezTo>
                  <a:cubicBezTo>
                    <a:pt x="296966" y="177094"/>
                    <a:pt x="295134" y="178128"/>
                    <a:pt x="292426" y="178844"/>
                  </a:cubicBezTo>
                  <a:cubicBezTo>
                    <a:pt x="287886" y="180196"/>
                    <a:pt x="281513" y="182662"/>
                    <a:pt x="273229" y="186162"/>
                  </a:cubicBezTo>
                  <a:cubicBezTo>
                    <a:pt x="264945" y="189662"/>
                    <a:pt x="259768" y="191810"/>
                    <a:pt x="257776" y="192764"/>
                  </a:cubicBezTo>
                  <a:cubicBezTo>
                    <a:pt x="247820" y="197060"/>
                    <a:pt x="239854" y="199605"/>
                    <a:pt x="233960" y="200560"/>
                  </a:cubicBezTo>
                  <a:cubicBezTo>
                    <a:pt x="228304" y="201674"/>
                    <a:pt x="219383" y="201435"/>
                    <a:pt x="207116" y="199844"/>
                  </a:cubicBezTo>
                  <a:cubicBezTo>
                    <a:pt x="204886" y="199446"/>
                    <a:pt x="203850" y="199605"/>
                    <a:pt x="204089" y="200560"/>
                  </a:cubicBezTo>
                  <a:cubicBezTo>
                    <a:pt x="204328" y="201435"/>
                    <a:pt x="206240" y="203583"/>
                    <a:pt x="209904" y="207003"/>
                  </a:cubicBezTo>
                  <a:cubicBezTo>
                    <a:pt x="215560" y="212174"/>
                    <a:pt x="223127" y="214719"/>
                    <a:pt x="232606" y="214481"/>
                  </a:cubicBezTo>
                  <a:cubicBezTo>
                    <a:pt x="236509" y="214242"/>
                    <a:pt x="240571" y="213446"/>
                    <a:pt x="244872" y="212094"/>
                  </a:cubicBezTo>
                  <a:cubicBezTo>
                    <a:pt x="249174" y="210742"/>
                    <a:pt x="253236" y="209151"/>
                    <a:pt x="257059" y="207321"/>
                  </a:cubicBezTo>
                  <a:cubicBezTo>
                    <a:pt x="260963" y="205492"/>
                    <a:pt x="264706" y="203583"/>
                    <a:pt x="268450" y="201355"/>
                  </a:cubicBezTo>
                  <a:cubicBezTo>
                    <a:pt x="272194" y="199287"/>
                    <a:pt x="275619" y="197299"/>
                    <a:pt x="278646" y="195628"/>
                  </a:cubicBezTo>
                  <a:cubicBezTo>
                    <a:pt x="281752" y="193958"/>
                    <a:pt x="284461" y="192605"/>
                    <a:pt x="287010" y="191571"/>
                  </a:cubicBezTo>
                  <a:cubicBezTo>
                    <a:pt x="289479" y="190537"/>
                    <a:pt x="291470" y="190219"/>
                    <a:pt x="292904" y="190696"/>
                  </a:cubicBezTo>
                  <a:cubicBezTo>
                    <a:pt x="294417" y="191173"/>
                    <a:pt x="295373" y="192367"/>
                    <a:pt x="295851" y="194435"/>
                  </a:cubicBezTo>
                  <a:cubicBezTo>
                    <a:pt x="295851" y="194912"/>
                    <a:pt x="295692" y="195389"/>
                    <a:pt x="295453" y="195946"/>
                  </a:cubicBezTo>
                  <a:cubicBezTo>
                    <a:pt x="295294" y="196503"/>
                    <a:pt x="294816" y="197060"/>
                    <a:pt x="294099" y="197696"/>
                  </a:cubicBezTo>
                  <a:cubicBezTo>
                    <a:pt x="293462" y="198253"/>
                    <a:pt x="292745" y="198730"/>
                    <a:pt x="292107" y="199208"/>
                  </a:cubicBezTo>
                  <a:cubicBezTo>
                    <a:pt x="291391" y="199605"/>
                    <a:pt x="290435" y="200162"/>
                    <a:pt x="289240" y="200878"/>
                  </a:cubicBezTo>
                  <a:cubicBezTo>
                    <a:pt x="287965" y="201514"/>
                    <a:pt x="286930" y="202071"/>
                    <a:pt x="286133" y="202389"/>
                  </a:cubicBezTo>
                  <a:cubicBezTo>
                    <a:pt x="285337" y="202708"/>
                    <a:pt x="284222" y="203344"/>
                    <a:pt x="282788" y="204060"/>
                  </a:cubicBezTo>
                  <a:cubicBezTo>
                    <a:pt x="281274" y="204855"/>
                    <a:pt x="280239" y="205412"/>
                    <a:pt x="279522" y="205651"/>
                  </a:cubicBezTo>
                  <a:cubicBezTo>
                    <a:pt x="273150" y="208833"/>
                    <a:pt x="265503" y="213765"/>
                    <a:pt x="256582" y="220526"/>
                  </a:cubicBezTo>
                  <a:cubicBezTo>
                    <a:pt x="247660" y="227367"/>
                    <a:pt x="240093" y="232219"/>
                    <a:pt x="233960" y="235163"/>
                  </a:cubicBezTo>
                  <a:cubicBezTo>
                    <a:pt x="227906" y="238106"/>
                    <a:pt x="222330" y="238185"/>
                    <a:pt x="217312" y="235481"/>
                  </a:cubicBezTo>
                  <a:cubicBezTo>
                    <a:pt x="212612" y="233015"/>
                    <a:pt x="205443" y="224742"/>
                    <a:pt x="195965" y="210742"/>
                  </a:cubicBezTo>
                  <a:cubicBezTo>
                    <a:pt x="190946" y="203742"/>
                    <a:pt x="188158" y="201196"/>
                    <a:pt x="187441" y="203264"/>
                  </a:cubicBezTo>
                  <a:cubicBezTo>
                    <a:pt x="187203" y="203901"/>
                    <a:pt x="187123" y="205094"/>
                    <a:pt x="187123" y="206685"/>
                  </a:cubicBezTo>
                  <a:cubicBezTo>
                    <a:pt x="187123" y="212333"/>
                    <a:pt x="185450" y="218696"/>
                    <a:pt x="182025" y="225856"/>
                  </a:cubicBezTo>
                  <a:cubicBezTo>
                    <a:pt x="178600" y="232935"/>
                    <a:pt x="175254" y="239219"/>
                    <a:pt x="171989" y="244629"/>
                  </a:cubicBezTo>
                  <a:cubicBezTo>
                    <a:pt x="168723" y="250038"/>
                    <a:pt x="166333" y="256640"/>
                    <a:pt x="164820" y="264356"/>
                  </a:cubicBezTo>
                  <a:cubicBezTo>
                    <a:pt x="163386" y="271992"/>
                    <a:pt x="164660" y="279152"/>
                    <a:pt x="168802" y="285674"/>
                  </a:cubicBezTo>
                  <a:cubicBezTo>
                    <a:pt x="163545" y="287027"/>
                    <a:pt x="156456" y="297209"/>
                    <a:pt x="147535" y="316220"/>
                  </a:cubicBezTo>
                  <a:cubicBezTo>
                    <a:pt x="138613" y="335232"/>
                    <a:pt x="133197" y="351141"/>
                    <a:pt x="131365" y="364028"/>
                  </a:cubicBezTo>
                  <a:cubicBezTo>
                    <a:pt x="130966" y="368164"/>
                    <a:pt x="130807" y="375960"/>
                    <a:pt x="130887" y="387494"/>
                  </a:cubicBezTo>
                  <a:cubicBezTo>
                    <a:pt x="130966" y="399028"/>
                    <a:pt x="130409" y="405710"/>
                    <a:pt x="129055" y="407460"/>
                  </a:cubicBezTo>
                  <a:cubicBezTo>
                    <a:pt x="127223" y="412949"/>
                    <a:pt x="123957" y="413267"/>
                    <a:pt x="119178" y="408494"/>
                  </a:cubicBezTo>
                  <a:cubicBezTo>
                    <a:pt x="111929" y="401494"/>
                    <a:pt x="107867" y="390835"/>
                    <a:pt x="106911" y="376596"/>
                  </a:cubicBezTo>
                  <a:cubicBezTo>
                    <a:pt x="106513" y="370312"/>
                    <a:pt x="106911" y="363948"/>
                    <a:pt x="108265" y="357584"/>
                  </a:cubicBezTo>
                  <a:cubicBezTo>
                    <a:pt x="109221" y="353289"/>
                    <a:pt x="109061" y="351300"/>
                    <a:pt x="107946" y="351459"/>
                  </a:cubicBezTo>
                  <a:lnTo>
                    <a:pt x="106592" y="353209"/>
                  </a:lnTo>
                  <a:cubicBezTo>
                    <a:pt x="98467" y="367925"/>
                    <a:pt x="99583" y="386698"/>
                    <a:pt x="110017" y="409528"/>
                  </a:cubicBezTo>
                  <a:cubicBezTo>
                    <a:pt x="111133" y="412233"/>
                    <a:pt x="113920" y="415415"/>
                    <a:pt x="118461" y="418994"/>
                  </a:cubicBezTo>
                  <a:cubicBezTo>
                    <a:pt x="123001" y="422653"/>
                    <a:pt x="125709" y="424881"/>
                    <a:pt x="126665" y="425835"/>
                  </a:cubicBezTo>
                  <a:cubicBezTo>
                    <a:pt x="131205" y="431006"/>
                    <a:pt x="142915" y="441267"/>
                    <a:pt x="161952" y="456540"/>
                  </a:cubicBezTo>
                  <a:cubicBezTo>
                    <a:pt x="180989" y="471733"/>
                    <a:pt x="191504" y="480404"/>
                    <a:pt x="193575" y="482472"/>
                  </a:cubicBezTo>
                  <a:cubicBezTo>
                    <a:pt x="197159" y="485813"/>
                    <a:pt x="199151" y="490188"/>
                    <a:pt x="199549" y="495359"/>
                  </a:cubicBezTo>
                  <a:cubicBezTo>
                    <a:pt x="199868" y="500529"/>
                    <a:pt x="198274" y="505381"/>
                    <a:pt x="194770" y="509916"/>
                  </a:cubicBezTo>
                  <a:cubicBezTo>
                    <a:pt x="191265" y="514450"/>
                    <a:pt x="186087" y="517075"/>
                    <a:pt x="179317" y="517711"/>
                  </a:cubicBezTo>
                  <a:cubicBezTo>
                    <a:pt x="181149" y="521132"/>
                    <a:pt x="184415" y="526143"/>
                    <a:pt x="189194" y="532825"/>
                  </a:cubicBezTo>
                  <a:cubicBezTo>
                    <a:pt x="193893" y="539507"/>
                    <a:pt x="197080" y="545632"/>
                    <a:pt x="198673" y="551121"/>
                  </a:cubicBezTo>
                  <a:cubicBezTo>
                    <a:pt x="200266" y="556689"/>
                    <a:pt x="201062" y="564643"/>
                    <a:pt x="201062" y="575064"/>
                  </a:cubicBezTo>
                  <a:cubicBezTo>
                    <a:pt x="211497" y="569655"/>
                    <a:pt x="212294" y="559234"/>
                    <a:pt x="203452" y="543882"/>
                  </a:cubicBezTo>
                  <a:cubicBezTo>
                    <a:pt x="202496" y="542052"/>
                    <a:pt x="201301" y="540223"/>
                    <a:pt x="199868" y="538393"/>
                  </a:cubicBezTo>
                  <a:cubicBezTo>
                    <a:pt x="198354" y="536643"/>
                    <a:pt x="197319" y="535291"/>
                    <a:pt x="196602" y="534336"/>
                  </a:cubicBezTo>
                  <a:cubicBezTo>
                    <a:pt x="195965" y="533461"/>
                    <a:pt x="195726" y="532745"/>
                    <a:pt x="195965" y="532348"/>
                  </a:cubicBezTo>
                  <a:cubicBezTo>
                    <a:pt x="196602" y="531234"/>
                    <a:pt x="198115" y="530120"/>
                    <a:pt x="200345" y="529086"/>
                  </a:cubicBezTo>
                  <a:cubicBezTo>
                    <a:pt x="202655" y="528052"/>
                    <a:pt x="204886" y="528370"/>
                    <a:pt x="207196" y="529961"/>
                  </a:cubicBezTo>
                  <a:cubicBezTo>
                    <a:pt x="217551" y="541734"/>
                    <a:pt x="236349" y="545791"/>
                    <a:pt x="263591" y="542132"/>
                  </a:cubicBezTo>
                  <a:cubicBezTo>
                    <a:pt x="293701" y="538791"/>
                    <a:pt x="313694" y="528927"/>
                    <a:pt x="323651" y="512620"/>
                  </a:cubicBezTo>
                  <a:cubicBezTo>
                    <a:pt x="328908" y="504029"/>
                    <a:pt x="332731" y="500688"/>
                    <a:pt x="335201" y="502438"/>
                  </a:cubicBezTo>
                  <a:cubicBezTo>
                    <a:pt x="337988" y="503790"/>
                    <a:pt x="339104" y="509677"/>
                    <a:pt x="338626" y="520098"/>
                  </a:cubicBezTo>
                  <a:cubicBezTo>
                    <a:pt x="338387" y="525745"/>
                    <a:pt x="335838" y="536166"/>
                    <a:pt x="330820" y="551280"/>
                  </a:cubicBezTo>
                  <a:cubicBezTo>
                    <a:pt x="328749" y="556530"/>
                    <a:pt x="328111" y="560746"/>
                    <a:pt x="328749" y="564007"/>
                  </a:cubicBezTo>
                  <a:cubicBezTo>
                    <a:pt x="329465" y="567348"/>
                    <a:pt x="332174" y="569098"/>
                    <a:pt x="336953" y="569337"/>
                  </a:cubicBezTo>
                  <a:cubicBezTo>
                    <a:pt x="337590" y="564962"/>
                    <a:pt x="339263" y="556291"/>
                    <a:pt x="341891" y="543166"/>
                  </a:cubicBezTo>
                  <a:cubicBezTo>
                    <a:pt x="344440" y="530041"/>
                    <a:pt x="346034" y="519859"/>
                    <a:pt x="346432" y="512620"/>
                  </a:cubicBezTo>
                  <a:cubicBezTo>
                    <a:pt x="346910" y="507927"/>
                    <a:pt x="346193" y="499575"/>
                    <a:pt x="344281" y="487722"/>
                  </a:cubicBezTo>
                  <a:cubicBezTo>
                    <a:pt x="342290" y="475870"/>
                    <a:pt x="341493" y="464892"/>
                    <a:pt x="341653" y="454870"/>
                  </a:cubicBezTo>
                  <a:cubicBezTo>
                    <a:pt x="341891" y="444767"/>
                    <a:pt x="344520" y="436812"/>
                    <a:pt x="349459" y="430926"/>
                  </a:cubicBezTo>
                  <a:cubicBezTo>
                    <a:pt x="352884" y="426869"/>
                    <a:pt x="358619" y="424801"/>
                    <a:pt x="366823" y="424801"/>
                  </a:cubicBezTo>
                  <a:cubicBezTo>
                    <a:pt x="366983" y="416449"/>
                    <a:pt x="370965" y="410483"/>
                    <a:pt x="378533" y="406824"/>
                  </a:cubicBezTo>
                  <a:cubicBezTo>
                    <a:pt x="386100" y="403244"/>
                    <a:pt x="394304" y="402051"/>
                    <a:pt x="403146" y="403244"/>
                  </a:cubicBezTo>
                  <a:cubicBezTo>
                    <a:pt x="411987" y="404517"/>
                    <a:pt x="418758" y="407062"/>
                    <a:pt x="423537" y="410880"/>
                  </a:cubicBezTo>
                  <a:cubicBezTo>
                    <a:pt x="423537" y="406824"/>
                    <a:pt x="417324" y="402051"/>
                    <a:pt x="404819" y="396642"/>
                  </a:cubicBezTo>
                  <a:cubicBezTo>
                    <a:pt x="405774" y="393301"/>
                    <a:pt x="406571" y="390198"/>
                    <a:pt x="407367" y="387335"/>
                  </a:cubicBezTo>
                  <a:cubicBezTo>
                    <a:pt x="408164" y="384471"/>
                    <a:pt x="408722" y="381528"/>
                    <a:pt x="409120" y="378505"/>
                  </a:cubicBezTo>
                  <a:cubicBezTo>
                    <a:pt x="409439" y="375482"/>
                    <a:pt x="409757" y="373016"/>
                    <a:pt x="410076" y="371187"/>
                  </a:cubicBezTo>
                  <a:cubicBezTo>
                    <a:pt x="410474" y="369437"/>
                    <a:pt x="410474" y="366891"/>
                    <a:pt x="410235" y="363550"/>
                  </a:cubicBezTo>
                  <a:cubicBezTo>
                    <a:pt x="410076" y="360289"/>
                    <a:pt x="409916" y="358062"/>
                    <a:pt x="409916" y="356948"/>
                  </a:cubicBezTo>
                  <a:cubicBezTo>
                    <a:pt x="409916" y="355834"/>
                    <a:pt x="409518" y="353368"/>
                    <a:pt x="408722" y="349471"/>
                  </a:cubicBezTo>
                  <a:cubicBezTo>
                    <a:pt x="407925" y="345652"/>
                    <a:pt x="407527" y="343346"/>
                    <a:pt x="407367" y="342550"/>
                  </a:cubicBezTo>
                  <a:cubicBezTo>
                    <a:pt x="407288" y="341755"/>
                    <a:pt x="406730" y="338891"/>
                    <a:pt x="405695" y="334039"/>
                  </a:cubicBezTo>
                  <a:cubicBezTo>
                    <a:pt x="404659" y="329186"/>
                    <a:pt x="404022" y="326164"/>
                    <a:pt x="403863" y="325050"/>
                  </a:cubicBezTo>
                  <a:cubicBezTo>
                    <a:pt x="401553" y="314232"/>
                    <a:pt x="396216" y="302538"/>
                    <a:pt x="387852" y="290129"/>
                  </a:cubicBezTo>
                  <a:cubicBezTo>
                    <a:pt x="379488" y="277720"/>
                    <a:pt x="371284" y="269208"/>
                    <a:pt x="363398" y="264674"/>
                  </a:cubicBezTo>
                  <a:cubicBezTo>
                    <a:pt x="368815" y="269208"/>
                    <a:pt x="375267" y="278595"/>
                    <a:pt x="382754" y="292834"/>
                  </a:cubicBezTo>
                  <a:cubicBezTo>
                    <a:pt x="402429" y="329504"/>
                    <a:pt x="408562" y="360925"/>
                    <a:pt x="401075" y="387176"/>
                  </a:cubicBezTo>
                  <a:cubicBezTo>
                    <a:pt x="398605" y="396244"/>
                    <a:pt x="392950" y="400937"/>
                    <a:pt x="384108" y="401414"/>
                  </a:cubicBezTo>
                  <a:cubicBezTo>
                    <a:pt x="377099" y="402289"/>
                    <a:pt x="372718" y="400221"/>
                    <a:pt x="371045" y="395130"/>
                  </a:cubicBezTo>
                  <a:cubicBezTo>
                    <a:pt x="369372" y="390039"/>
                    <a:pt x="368416" y="380573"/>
                    <a:pt x="368337" y="366812"/>
                  </a:cubicBezTo>
                  <a:cubicBezTo>
                    <a:pt x="368177" y="352971"/>
                    <a:pt x="366903" y="340880"/>
                    <a:pt x="364434" y="330459"/>
                  </a:cubicBezTo>
                  <a:cubicBezTo>
                    <a:pt x="362363" y="321709"/>
                    <a:pt x="360212" y="313834"/>
                    <a:pt x="357822" y="307072"/>
                  </a:cubicBezTo>
                  <a:cubicBezTo>
                    <a:pt x="355433" y="300311"/>
                    <a:pt x="353202" y="295140"/>
                    <a:pt x="351211" y="291640"/>
                  </a:cubicBezTo>
                  <a:cubicBezTo>
                    <a:pt x="349140" y="288140"/>
                    <a:pt x="347388" y="285356"/>
                    <a:pt x="345874" y="283368"/>
                  </a:cubicBezTo>
                  <a:cubicBezTo>
                    <a:pt x="344440" y="281299"/>
                    <a:pt x="342927" y="279629"/>
                    <a:pt x="341493" y="278277"/>
                  </a:cubicBezTo>
                  <a:cubicBezTo>
                    <a:pt x="340059" y="276845"/>
                    <a:pt x="339183" y="276129"/>
                    <a:pt x="338944" y="275890"/>
                  </a:cubicBezTo>
                  <a:cubicBezTo>
                    <a:pt x="335758" y="261890"/>
                    <a:pt x="332253" y="250197"/>
                    <a:pt x="328430" y="240890"/>
                  </a:cubicBezTo>
                  <a:cubicBezTo>
                    <a:pt x="324527" y="231663"/>
                    <a:pt x="321261" y="225299"/>
                    <a:pt x="318393" y="221958"/>
                  </a:cubicBezTo>
                  <a:cubicBezTo>
                    <a:pt x="315526" y="218537"/>
                    <a:pt x="312897" y="214799"/>
                    <a:pt x="310428" y="210742"/>
                  </a:cubicBezTo>
                  <a:cubicBezTo>
                    <a:pt x="307879" y="206685"/>
                    <a:pt x="306206" y="202151"/>
                    <a:pt x="305330" y="197139"/>
                  </a:cubicBezTo>
                  <a:cubicBezTo>
                    <a:pt x="304374" y="192446"/>
                    <a:pt x="305091" y="186401"/>
                    <a:pt x="307321" y="179003"/>
                  </a:cubicBezTo>
                  <a:cubicBezTo>
                    <a:pt x="309631" y="171685"/>
                    <a:pt x="310109" y="166037"/>
                    <a:pt x="308915" y="162219"/>
                  </a:cubicBezTo>
                  <a:cubicBezTo>
                    <a:pt x="307640" y="158400"/>
                    <a:pt x="302622" y="155537"/>
                    <a:pt x="293780" y="153707"/>
                  </a:cubicBezTo>
                  <a:cubicBezTo>
                    <a:pt x="290355" y="153071"/>
                    <a:pt x="285337" y="151003"/>
                    <a:pt x="278646" y="147662"/>
                  </a:cubicBezTo>
                  <a:cubicBezTo>
                    <a:pt x="271955" y="144241"/>
                    <a:pt x="267972" y="142412"/>
                    <a:pt x="266618" y="142173"/>
                  </a:cubicBezTo>
                  <a:cubicBezTo>
                    <a:pt x="264786" y="141934"/>
                    <a:pt x="263511" y="139071"/>
                    <a:pt x="262874" y="133343"/>
                  </a:cubicBezTo>
                  <a:cubicBezTo>
                    <a:pt x="262157" y="127695"/>
                    <a:pt x="263113" y="121968"/>
                    <a:pt x="265583" y="116082"/>
                  </a:cubicBezTo>
                  <a:cubicBezTo>
                    <a:pt x="268052" y="110195"/>
                    <a:pt x="272114" y="107173"/>
                    <a:pt x="277770" y="106934"/>
                  </a:cubicBezTo>
                  <a:cubicBezTo>
                    <a:pt x="286213" y="106218"/>
                    <a:pt x="291948" y="109638"/>
                    <a:pt x="295134" y="117116"/>
                  </a:cubicBezTo>
                  <a:cubicBezTo>
                    <a:pt x="298321" y="124593"/>
                    <a:pt x="298719" y="131116"/>
                    <a:pt x="296488" y="136764"/>
                  </a:cubicBezTo>
                  <a:cubicBezTo>
                    <a:pt x="294019" y="141059"/>
                    <a:pt x="293780" y="144082"/>
                    <a:pt x="295851" y="145752"/>
                  </a:cubicBezTo>
                  <a:cubicBezTo>
                    <a:pt x="297843" y="147423"/>
                    <a:pt x="301268" y="147503"/>
                    <a:pt x="305967" y="145912"/>
                  </a:cubicBezTo>
                  <a:cubicBezTo>
                    <a:pt x="308915" y="145037"/>
                    <a:pt x="310428" y="140980"/>
                    <a:pt x="310428" y="133741"/>
                  </a:cubicBezTo>
                  <a:lnTo>
                    <a:pt x="310428" y="121173"/>
                  </a:lnTo>
                  <a:cubicBezTo>
                    <a:pt x="309313" y="114411"/>
                    <a:pt x="307720" y="108763"/>
                    <a:pt x="305808" y="104229"/>
                  </a:cubicBezTo>
                  <a:cubicBezTo>
                    <a:pt x="303896" y="99695"/>
                    <a:pt x="301507" y="96195"/>
                    <a:pt x="298719" y="93888"/>
                  </a:cubicBezTo>
                  <a:cubicBezTo>
                    <a:pt x="295851" y="91502"/>
                    <a:pt x="293223" y="89752"/>
                    <a:pt x="290753" y="88797"/>
                  </a:cubicBezTo>
                  <a:cubicBezTo>
                    <a:pt x="288204" y="87763"/>
                    <a:pt x="285178" y="86888"/>
                    <a:pt x="281513" y="86252"/>
                  </a:cubicBezTo>
                  <a:close/>
                  <a:moveTo>
                    <a:pt x="295134" y="34626"/>
                  </a:moveTo>
                  <a:cubicBezTo>
                    <a:pt x="293143" y="34865"/>
                    <a:pt x="291789" y="35740"/>
                    <a:pt x="291231" y="37172"/>
                  </a:cubicBezTo>
                  <a:cubicBezTo>
                    <a:pt x="290674" y="38683"/>
                    <a:pt x="290594" y="40115"/>
                    <a:pt x="290913" y="41626"/>
                  </a:cubicBezTo>
                  <a:cubicBezTo>
                    <a:pt x="291231" y="43058"/>
                    <a:pt x="291152" y="44490"/>
                    <a:pt x="290753" y="45842"/>
                  </a:cubicBezTo>
                  <a:cubicBezTo>
                    <a:pt x="290514" y="46717"/>
                    <a:pt x="289797" y="47911"/>
                    <a:pt x="288682" y="49422"/>
                  </a:cubicBezTo>
                  <a:cubicBezTo>
                    <a:pt x="287567" y="50854"/>
                    <a:pt x="286850" y="51888"/>
                    <a:pt x="286691" y="52445"/>
                  </a:cubicBezTo>
                  <a:cubicBezTo>
                    <a:pt x="286452" y="53001"/>
                    <a:pt x="286771" y="53956"/>
                    <a:pt x="287647" y="55308"/>
                  </a:cubicBezTo>
                  <a:cubicBezTo>
                    <a:pt x="288603" y="56024"/>
                    <a:pt x="289479" y="56024"/>
                    <a:pt x="290355" y="55308"/>
                  </a:cubicBezTo>
                  <a:cubicBezTo>
                    <a:pt x="291311" y="54672"/>
                    <a:pt x="292506" y="53638"/>
                    <a:pt x="294099" y="52286"/>
                  </a:cubicBezTo>
                  <a:cubicBezTo>
                    <a:pt x="295692" y="50933"/>
                    <a:pt x="297444" y="49899"/>
                    <a:pt x="299197" y="49183"/>
                  </a:cubicBezTo>
                  <a:cubicBezTo>
                    <a:pt x="299436" y="49024"/>
                    <a:pt x="300471" y="48865"/>
                    <a:pt x="302303" y="48865"/>
                  </a:cubicBezTo>
                  <a:cubicBezTo>
                    <a:pt x="304056" y="48865"/>
                    <a:pt x="305808" y="48626"/>
                    <a:pt x="307401" y="48229"/>
                  </a:cubicBezTo>
                  <a:cubicBezTo>
                    <a:pt x="308994" y="47751"/>
                    <a:pt x="309950" y="46956"/>
                    <a:pt x="310428" y="45842"/>
                  </a:cubicBezTo>
                  <a:cubicBezTo>
                    <a:pt x="310428" y="45365"/>
                    <a:pt x="310109" y="44808"/>
                    <a:pt x="309552" y="44172"/>
                  </a:cubicBezTo>
                  <a:cubicBezTo>
                    <a:pt x="308994" y="43456"/>
                    <a:pt x="307959" y="42660"/>
                    <a:pt x="306525" y="41785"/>
                  </a:cubicBezTo>
                  <a:cubicBezTo>
                    <a:pt x="305011" y="40910"/>
                    <a:pt x="303976" y="40195"/>
                    <a:pt x="303259" y="39717"/>
                  </a:cubicBezTo>
                  <a:cubicBezTo>
                    <a:pt x="299914" y="36297"/>
                    <a:pt x="297205" y="34626"/>
                    <a:pt x="295134" y="34626"/>
                  </a:cubicBezTo>
                  <a:close/>
                  <a:moveTo>
                    <a:pt x="247262" y="24"/>
                  </a:moveTo>
                  <a:cubicBezTo>
                    <a:pt x="259210" y="-215"/>
                    <a:pt x="271238" y="1376"/>
                    <a:pt x="283266" y="4637"/>
                  </a:cubicBezTo>
                  <a:cubicBezTo>
                    <a:pt x="295294" y="7899"/>
                    <a:pt x="305330" y="12592"/>
                    <a:pt x="313455" y="18717"/>
                  </a:cubicBezTo>
                  <a:cubicBezTo>
                    <a:pt x="326439" y="28183"/>
                    <a:pt x="336794" y="41945"/>
                    <a:pt x="344600" y="59922"/>
                  </a:cubicBezTo>
                  <a:cubicBezTo>
                    <a:pt x="352406" y="77899"/>
                    <a:pt x="355751" y="94604"/>
                    <a:pt x="354636" y="109957"/>
                  </a:cubicBezTo>
                  <a:cubicBezTo>
                    <a:pt x="353441" y="131434"/>
                    <a:pt x="356867" y="155616"/>
                    <a:pt x="364752" y="182582"/>
                  </a:cubicBezTo>
                  <a:cubicBezTo>
                    <a:pt x="372479" y="208117"/>
                    <a:pt x="387534" y="232776"/>
                    <a:pt x="409996" y="256481"/>
                  </a:cubicBezTo>
                  <a:cubicBezTo>
                    <a:pt x="422422" y="269845"/>
                    <a:pt x="433653" y="288300"/>
                    <a:pt x="443770" y="311845"/>
                  </a:cubicBezTo>
                  <a:cubicBezTo>
                    <a:pt x="453806" y="335311"/>
                    <a:pt x="460577" y="356948"/>
                    <a:pt x="464002" y="376596"/>
                  </a:cubicBezTo>
                  <a:cubicBezTo>
                    <a:pt x="465754" y="387732"/>
                    <a:pt x="466391" y="397278"/>
                    <a:pt x="465675" y="405312"/>
                  </a:cubicBezTo>
                  <a:cubicBezTo>
                    <a:pt x="464958" y="413346"/>
                    <a:pt x="463604" y="419630"/>
                    <a:pt x="461612" y="424085"/>
                  </a:cubicBezTo>
                  <a:cubicBezTo>
                    <a:pt x="459541" y="428619"/>
                    <a:pt x="457311" y="431085"/>
                    <a:pt x="454842" y="431562"/>
                  </a:cubicBezTo>
                  <a:cubicBezTo>
                    <a:pt x="452532" y="432040"/>
                    <a:pt x="449903" y="434187"/>
                    <a:pt x="446796" y="438006"/>
                  </a:cubicBezTo>
                  <a:cubicBezTo>
                    <a:pt x="443770" y="441824"/>
                    <a:pt x="440743" y="445881"/>
                    <a:pt x="437636" y="450017"/>
                  </a:cubicBezTo>
                  <a:cubicBezTo>
                    <a:pt x="434609" y="454233"/>
                    <a:pt x="429989" y="458051"/>
                    <a:pt x="423936" y="461392"/>
                  </a:cubicBezTo>
                  <a:cubicBezTo>
                    <a:pt x="417802" y="464813"/>
                    <a:pt x="410872" y="466404"/>
                    <a:pt x="403146" y="466165"/>
                  </a:cubicBezTo>
                  <a:cubicBezTo>
                    <a:pt x="399083" y="465926"/>
                    <a:pt x="395499" y="465370"/>
                    <a:pt x="392472" y="464495"/>
                  </a:cubicBezTo>
                  <a:cubicBezTo>
                    <a:pt x="389445" y="463620"/>
                    <a:pt x="386896" y="462029"/>
                    <a:pt x="384825" y="459881"/>
                  </a:cubicBezTo>
                  <a:cubicBezTo>
                    <a:pt x="382754" y="457733"/>
                    <a:pt x="381241" y="455983"/>
                    <a:pt x="380285" y="454631"/>
                  </a:cubicBezTo>
                  <a:cubicBezTo>
                    <a:pt x="379249" y="453279"/>
                    <a:pt x="377895" y="450972"/>
                    <a:pt x="376302" y="447710"/>
                  </a:cubicBezTo>
                  <a:cubicBezTo>
                    <a:pt x="374789" y="444449"/>
                    <a:pt x="373753" y="442222"/>
                    <a:pt x="373275" y="441108"/>
                  </a:cubicBezTo>
                  <a:cubicBezTo>
                    <a:pt x="368337" y="432676"/>
                    <a:pt x="363637" y="429335"/>
                    <a:pt x="359336" y="430926"/>
                  </a:cubicBezTo>
                  <a:cubicBezTo>
                    <a:pt x="355035" y="432517"/>
                    <a:pt x="351848" y="438006"/>
                    <a:pt x="349857" y="447551"/>
                  </a:cubicBezTo>
                  <a:cubicBezTo>
                    <a:pt x="347786" y="457017"/>
                    <a:pt x="348582" y="467995"/>
                    <a:pt x="352247" y="480404"/>
                  </a:cubicBezTo>
                  <a:cubicBezTo>
                    <a:pt x="356787" y="496234"/>
                    <a:pt x="356867" y="518347"/>
                    <a:pt x="352565" y="546586"/>
                  </a:cubicBezTo>
                  <a:cubicBezTo>
                    <a:pt x="350335" y="561302"/>
                    <a:pt x="352326" y="572678"/>
                    <a:pt x="358699" y="580632"/>
                  </a:cubicBezTo>
                  <a:cubicBezTo>
                    <a:pt x="364991" y="588666"/>
                    <a:pt x="373275" y="592405"/>
                    <a:pt x="383471" y="591848"/>
                  </a:cubicBezTo>
                  <a:cubicBezTo>
                    <a:pt x="393667" y="591291"/>
                    <a:pt x="403305" y="587314"/>
                    <a:pt x="412386" y="579837"/>
                  </a:cubicBezTo>
                  <a:cubicBezTo>
                    <a:pt x="425688" y="568700"/>
                    <a:pt x="435884" y="561223"/>
                    <a:pt x="442734" y="557246"/>
                  </a:cubicBezTo>
                  <a:cubicBezTo>
                    <a:pt x="449664" y="553268"/>
                    <a:pt x="461373" y="548496"/>
                    <a:pt x="477941" y="542848"/>
                  </a:cubicBezTo>
                  <a:cubicBezTo>
                    <a:pt x="489890" y="538791"/>
                    <a:pt x="498651" y="534654"/>
                    <a:pt x="504068" y="530438"/>
                  </a:cubicBezTo>
                  <a:cubicBezTo>
                    <a:pt x="509485" y="526302"/>
                    <a:pt x="511635" y="522404"/>
                    <a:pt x="510361" y="518745"/>
                  </a:cubicBezTo>
                  <a:cubicBezTo>
                    <a:pt x="509086" y="515166"/>
                    <a:pt x="506298" y="511904"/>
                    <a:pt x="501838" y="509120"/>
                  </a:cubicBezTo>
                  <a:cubicBezTo>
                    <a:pt x="497457" y="506256"/>
                    <a:pt x="491642" y="503631"/>
                    <a:pt x="484393" y="501086"/>
                  </a:cubicBezTo>
                  <a:cubicBezTo>
                    <a:pt x="476906" y="498620"/>
                    <a:pt x="471330" y="493211"/>
                    <a:pt x="467586" y="484858"/>
                  </a:cubicBezTo>
                  <a:cubicBezTo>
                    <a:pt x="463843" y="476506"/>
                    <a:pt x="462090" y="468313"/>
                    <a:pt x="462488" y="460199"/>
                  </a:cubicBezTo>
                  <a:cubicBezTo>
                    <a:pt x="462807" y="452244"/>
                    <a:pt x="464559" y="446835"/>
                    <a:pt x="467746" y="444131"/>
                  </a:cubicBezTo>
                  <a:cubicBezTo>
                    <a:pt x="467985" y="451131"/>
                    <a:pt x="468861" y="457495"/>
                    <a:pt x="470454" y="463301"/>
                  </a:cubicBezTo>
                  <a:cubicBezTo>
                    <a:pt x="472047" y="469029"/>
                    <a:pt x="473640" y="473642"/>
                    <a:pt x="475392" y="477063"/>
                  </a:cubicBezTo>
                  <a:cubicBezTo>
                    <a:pt x="477065" y="480404"/>
                    <a:pt x="479375" y="483665"/>
                    <a:pt x="482322" y="486688"/>
                  </a:cubicBezTo>
                  <a:cubicBezTo>
                    <a:pt x="485270" y="489711"/>
                    <a:pt x="487659" y="491938"/>
                    <a:pt x="489491" y="493131"/>
                  </a:cubicBezTo>
                  <a:cubicBezTo>
                    <a:pt x="491244" y="494404"/>
                    <a:pt x="493713" y="495836"/>
                    <a:pt x="496740" y="497586"/>
                  </a:cubicBezTo>
                  <a:cubicBezTo>
                    <a:pt x="499846" y="499256"/>
                    <a:pt x="501678" y="500370"/>
                    <a:pt x="502395" y="500768"/>
                  </a:cubicBezTo>
                  <a:cubicBezTo>
                    <a:pt x="506936" y="503472"/>
                    <a:pt x="510440" y="506256"/>
                    <a:pt x="512910" y="509120"/>
                  </a:cubicBezTo>
                  <a:cubicBezTo>
                    <a:pt x="515379" y="511904"/>
                    <a:pt x="516733" y="514609"/>
                    <a:pt x="516972" y="517234"/>
                  </a:cubicBezTo>
                  <a:cubicBezTo>
                    <a:pt x="517211" y="519859"/>
                    <a:pt x="516892" y="522325"/>
                    <a:pt x="516096" y="524870"/>
                  </a:cubicBezTo>
                  <a:cubicBezTo>
                    <a:pt x="515299" y="527336"/>
                    <a:pt x="513547" y="529802"/>
                    <a:pt x="510839" y="532348"/>
                  </a:cubicBezTo>
                  <a:cubicBezTo>
                    <a:pt x="508130" y="534814"/>
                    <a:pt x="505502" y="537041"/>
                    <a:pt x="502873" y="538950"/>
                  </a:cubicBezTo>
                  <a:cubicBezTo>
                    <a:pt x="500245" y="540859"/>
                    <a:pt x="496899" y="542927"/>
                    <a:pt x="492677" y="545234"/>
                  </a:cubicBezTo>
                  <a:cubicBezTo>
                    <a:pt x="488456" y="547461"/>
                    <a:pt x="484951" y="549291"/>
                    <a:pt x="482004" y="550802"/>
                  </a:cubicBezTo>
                  <a:cubicBezTo>
                    <a:pt x="479057" y="552314"/>
                    <a:pt x="475392" y="554064"/>
                    <a:pt x="471091" y="556052"/>
                  </a:cubicBezTo>
                  <a:cubicBezTo>
                    <a:pt x="466790" y="558121"/>
                    <a:pt x="463763" y="559552"/>
                    <a:pt x="461931" y="560507"/>
                  </a:cubicBezTo>
                  <a:cubicBezTo>
                    <a:pt x="453328" y="564802"/>
                    <a:pt x="443610" y="571087"/>
                    <a:pt x="432857" y="579519"/>
                  </a:cubicBezTo>
                  <a:cubicBezTo>
                    <a:pt x="422104" y="587871"/>
                    <a:pt x="413581" y="595110"/>
                    <a:pt x="407208" y="601155"/>
                  </a:cubicBezTo>
                  <a:cubicBezTo>
                    <a:pt x="403385" y="604814"/>
                    <a:pt x="395658" y="607042"/>
                    <a:pt x="384108" y="607837"/>
                  </a:cubicBezTo>
                  <a:cubicBezTo>
                    <a:pt x="372558" y="608553"/>
                    <a:pt x="362522" y="606962"/>
                    <a:pt x="353919" y="602905"/>
                  </a:cubicBezTo>
                  <a:cubicBezTo>
                    <a:pt x="349857" y="600837"/>
                    <a:pt x="346511" y="598212"/>
                    <a:pt x="343883" y="594951"/>
                  </a:cubicBezTo>
                  <a:cubicBezTo>
                    <a:pt x="341254" y="591610"/>
                    <a:pt x="339422" y="588746"/>
                    <a:pt x="338307" y="586280"/>
                  </a:cubicBezTo>
                  <a:cubicBezTo>
                    <a:pt x="337112" y="583814"/>
                    <a:pt x="334643" y="581587"/>
                    <a:pt x="330820" y="579678"/>
                  </a:cubicBezTo>
                  <a:cubicBezTo>
                    <a:pt x="326916" y="577689"/>
                    <a:pt x="321659" y="576655"/>
                    <a:pt x="314809" y="576416"/>
                  </a:cubicBezTo>
                  <a:cubicBezTo>
                    <a:pt x="304852" y="576178"/>
                    <a:pt x="290116" y="576098"/>
                    <a:pt x="270680" y="576098"/>
                  </a:cubicBezTo>
                  <a:cubicBezTo>
                    <a:pt x="266379" y="576098"/>
                    <a:pt x="259927" y="576257"/>
                    <a:pt x="251324" y="576575"/>
                  </a:cubicBezTo>
                  <a:cubicBezTo>
                    <a:pt x="242722" y="576973"/>
                    <a:pt x="236110" y="577212"/>
                    <a:pt x="231570" y="577450"/>
                  </a:cubicBezTo>
                  <a:cubicBezTo>
                    <a:pt x="221613" y="577689"/>
                    <a:pt x="212612" y="579360"/>
                    <a:pt x="204567" y="582541"/>
                  </a:cubicBezTo>
                  <a:cubicBezTo>
                    <a:pt x="196522" y="585723"/>
                    <a:pt x="190468" y="589064"/>
                    <a:pt x="186406" y="592723"/>
                  </a:cubicBezTo>
                  <a:cubicBezTo>
                    <a:pt x="182344" y="596303"/>
                    <a:pt x="177405" y="599564"/>
                    <a:pt x="171670" y="602428"/>
                  </a:cubicBezTo>
                  <a:cubicBezTo>
                    <a:pt x="165855" y="605212"/>
                    <a:pt x="159801" y="606485"/>
                    <a:pt x="153509" y="606326"/>
                  </a:cubicBezTo>
                  <a:cubicBezTo>
                    <a:pt x="146897" y="606087"/>
                    <a:pt x="134312" y="602587"/>
                    <a:pt x="115752" y="595746"/>
                  </a:cubicBezTo>
                  <a:cubicBezTo>
                    <a:pt x="97193" y="588985"/>
                    <a:pt x="80625" y="584132"/>
                    <a:pt x="66207" y="581189"/>
                  </a:cubicBezTo>
                  <a:cubicBezTo>
                    <a:pt x="61826" y="580314"/>
                    <a:pt x="56091" y="579200"/>
                    <a:pt x="48843" y="577928"/>
                  </a:cubicBezTo>
                  <a:cubicBezTo>
                    <a:pt x="41594" y="576734"/>
                    <a:pt x="35939" y="575700"/>
                    <a:pt x="31876" y="574905"/>
                  </a:cubicBezTo>
                  <a:cubicBezTo>
                    <a:pt x="27814" y="574109"/>
                    <a:pt x="23274" y="573075"/>
                    <a:pt x="18415" y="571723"/>
                  </a:cubicBezTo>
                  <a:cubicBezTo>
                    <a:pt x="13556" y="570291"/>
                    <a:pt x="9812" y="568700"/>
                    <a:pt x="7024" y="566791"/>
                  </a:cubicBezTo>
                  <a:cubicBezTo>
                    <a:pt x="4316" y="564802"/>
                    <a:pt x="2404" y="562655"/>
                    <a:pt x="1289" y="560109"/>
                  </a:cubicBezTo>
                  <a:cubicBezTo>
                    <a:pt x="-1021" y="554939"/>
                    <a:pt x="-224" y="547461"/>
                    <a:pt x="3679" y="537598"/>
                  </a:cubicBezTo>
                  <a:cubicBezTo>
                    <a:pt x="7502" y="527734"/>
                    <a:pt x="9573" y="521609"/>
                    <a:pt x="9812" y="519063"/>
                  </a:cubicBezTo>
                  <a:cubicBezTo>
                    <a:pt x="9971" y="515484"/>
                    <a:pt x="9573" y="510950"/>
                    <a:pt x="8458" y="505540"/>
                  </a:cubicBezTo>
                  <a:cubicBezTo>
                    <a:pt x="7263" y="500131"/>
                    <a:pt x="6148" y="495279"/>
                    <a:pt x="5033" y="491143"/>
                  </a:cubicBezTo>
                  <a:cubicBezTo>
                    <a:pt x="3918" y="486927"/>
                    <a:pt x="3360" y="482790"/>
                    <a:pt x="3519" y="478733"/>
                  </a:cubicBezTo>
                  <a:cubicBezTo>
                    <a:pt x="3599" y="474677"/>
                    <a:pt x="4794" y="471574"/>
                    <a:pt x="7104" y="469586"/>
                  </a:cubicBezTo>
                  <a:cubicBezTo>
                    <a:pt x="10210" y="466881"/>
                    <a:pt x="16662" y="465290"/>
                    <a:pt x="26460" y="464813"/>
                  </a:cubicBezTo>
                  <a:cubicBezTo>
                    <a:pt x="36178" y="464336"/>
                    <a:pt x="42948" y="462983"/>
                    <a:pt x="46772" y="460756"/>
                  </a:cubicBezTo>
                  <a:cubicBezTo>
                    <a:pt x="53622" y="456699"/>
                    <a:pt x="58322" y="452722"/>
                    <a:pt x="61109" y="448904"/>
                  </a:cubicBezTo>
                  <a:cubicBezTo>
                    <a:pt x="63818" y="445006"/>
                    <a:pt x="65172" y="439278"/>
                    <a:pt x="65172" y="431562"/>
                  </a:cubicBezTo>
                  <a:cubicBezTo>
                    <a:pt x="69951" y="448108"/>
                    <a:pt x="66287" y="460040"/>
                    <a:pt x="54259" y="467517"/>
                  </a:cubicBezTo>
                  <a:cubicBezTo>
                    <a:pt x="47011" y="472052"/>
                    <a:pt x="37611" y="473722"/>
                    <a:pt x="26062" y="472608"/>
                  </a:cubicBezTo>
                  <a:cubicBezTo>
                    <a:pt x="18415" y="471972"/>
                    <a:pt x="13556" y="473086"/>
                    <a:pt x="11485" y="476029"/>
                  </a:cubicBezTo>
                  <a:cubicBezTo>
                    <a:pt x="8538" y="479449"/>
                    <a:pt x="9095" y="485893"/>
                    <a:pt x="13157" y="495359"/>
                  </a:cubicBezTo>
                  <a:cubicBezTo>
                    <a:pt x="13635" y="496711"/>
                    <a:pt x="14512" y="498779"/>
                    <a:pt x="15866" y="501484"/>
                  </a:cubicBezTo>
                  <a:cubicBezTo>
                    <a:pt x="17220" y="504188"/>
                    <a:pt x="18176" y="506177"/>
                    <a:pt x="18813" y="507529"/>
                  </a:cubicBezTo>
                  <a:cubicBezTo>
                    <a:pt x="19371" y="508961"/>
                    <a:pt x="19848" y="510870"/>
                    <a:pt x="20326" y="513336"/>
                  </a:cubicBezTo>
                  <a:cubicBezTo>
                    <a:pt x="20725" y="515802"/>
                    <a:pt x="20884" y="518347"/>
                    <a:pt x="20645" y="520813"/>
                  </a:cubicBezTo>
                  <a:cubicBezTo>
                    <a:pt x="20645" y="524154"/>
                    <a:pt x="18733" y="529723"/>
                    <a:pt x="14910" y="537439"/>
                  </a:cubicBezTo>
                  <a:cubicBezTo>
                    <a:pt x="11007" y="545075"/>
                    <a:pt x="9414" y="550564"/>
                    <a:pt x="10131" y="553666"/>
                  </a:cubicBezTo>
                  <a:cubicBezTo>
                    <a:pt x="10768" y="557564"/>
                    <a:pt x="14990" y="560507"/>
                    <a:pt x="22716" y="562496"/>
                  </a:cubicBezTo>
                  <a:cubicBezTo>
                    <a:pt x="27177" y="563848"/>
                    <a:pt x="36815" y="565996"/>
                    <a:pt x="51392" y="568780"/>
                  </a:cubicBezTo>
                  <a:cubicBezTo>
                    <a:pt x="65968" y="571644"/>
                    <a:pt x="77279" y="573950"/>
                    <a:pt x="85165" y="575780"/>
                  </a:cubicBezTo>
                  <a:cubicBezTo>
                    <a:pt x="90661" y="577132"/>
                    <a:pt x="99025" y="579598"/>
                    <a:pt x="110336" y="583178"/>
                  </a:cubicBezTo>
                  <a:cubicBezTo>
                    <a:pt x="121647" y="586837"/>
                    <a:pt x="130966" y="589462"/>
                    <a:pt x="138374" y="591053"/>
                  </a:cubicBezTo>
                  <a:cubicBezTo>
                    <a:pt x="145703" y="592564"/>
                    <a:pt x="151995" y="593041"/>
                    <a:pt x="157252" y="592405"/>
                  </a:cubicBezTo>
                  <a:cubicBezTo>
                    <a:pt x="166970" y="591053"/>
                    <a:pt x="174219" y="587871"/>
                    <a:pt x="179157" y="582860"/>
                  </a:cubicBezTo>
                  <a:cubicBezTo>
                    <a:pt x="184016" y="577928"/>
                    <a:pt x="186565" y="572439"/>
                    <a:pt x="186964" y="566632"/>
                  </a:cubicBezTo>
                  <a:cubicBezTo>
                    <a:pt x="187282" y="560746"/>
                    <a:pt x="186406" y="554064"/>
                    <a:pt x="184415" y="546746"/>
                  </a:cubicBezTo>
                  <a:cubicBezTo>
                    <a:pt x="182344" y="539427"/>
                    <a:pt x="180193" y="533541"/>
                    <a:pt x="177963" y="529086"/>
                  </a:cubicBezTo>
                  <a:cubicBezTo>
                    <a:pt x="175653" y="524711"/>
                    <a:pt x="173422" y="520575"/>
                    <a:pt x="171112" y="516757"/>
                  </a:cubicBezTo>
                  <a:cubicBezTo>
                    <a:pt x="143711" y="473722"/>
                    <a:pt x="124594" y="446358"/>
                    <a:pt x="113761" y="434585"/>
                  </a:cubicBezTo>
                  <a:cubicBezTo>
                    <a:pt x="98308" y="417880"/>
                    <a:pt x="85563" y="413346"/>
                    <a:pt x="75368" y="421062"/>
                  </a:cubicBezTo>
                  <a:cubicBezTo>
                    <a:pt x="72819" y="423051"/>
                    <a:pt x="71146" y="421380"/>
                    <a:pt x="70270" y="415971"/>
                  </a:cubicBezTo>
                  <a:cubicBezTo>
                    <a:pt x="69553" y="412392"/>
                    <a:pt x="69314" y="408096"/>
                    <a:pt x="69553" y="403085"/>
                  </a:cubicBezTo>
                  <a:cubicBezTo>
                    <a:pt x="69792" y="396562"/>
                    <a:pt x="70907" y="390596"/>
                    <a:pt x="72978" y="385426"/>
                  </a:cubicBezTo>
                  <a:cubicBezTo>
                    <a:pt x="74969" y="380255"/>
                    <a:pt x="77757" y="374925"/>
                    <a:pt x="81103" y="369516"/>
                  </a:cubicBezTo>
                  <a:cubicBezTo>
                    <a:pt x="84528" y="364028"/>
                    <a:pt x="86997" y="359334"/>
                    <a:pt x="88590" y="355278"/>
                  </a:cubicBezTo>
                  <a:cubicBezTo>
                    <a:pt x="90422" y="350505"/>
                    <a:pt x="93370" y="342311"/>
                    <a:pt x="97591" y="330777"/>
                  </a:cubicBezTo>
                  <a:cubicBezTo>
                    <a:pt x="101813" y="319243"/>
                    <a:pt x="105158" y="310493"/>
                    <a:pt x="107628" y="304368"/>
                  </a:cubicBezTo>
                  <a:cubicBezTo>
                    <a:pt x="110097" y="298243"/>
                    <a:pt x="113522" y="291322"/>
                    <a:pt x="117823" y="283686"/>
                  </a:cubicBezTo>
                  <a:cubicBezTo>
                    <a:pt x="122125" y="275970"/>
                    <a:pt x="126506" y="269845"/>
                    <a:pt x="131046" y="265311"/>
                  </a:cubicBezTo>
                  <a:cubicBezTo>
                    <a:pt x="155978" y="233015"/>
                    <a:pt x="169997" y="210980"/>
                    <a:pt x="173183" y="199208"/>
                  </a:cubicBezTo>
                  <a:cubicBezTo>
                    <a:pt x="170475" y="173832"/>
                    <a:pt x="168643" y="138752"/>
                    <a:pt x="167767" y="94047"/>
                  </a:cubicBezTo>
                  <a:cubicBezTo>
                    <a:pt x="167289" y="73684"/>
                    <a:pt x="169997" y="56502"/>
                    <a:pt x="175892" y="42660"/>
                  </a:cubicBezTo>
                  <a:cubicBezTo>
                    <a:pt x="181786" y="28740"/>
                    <a:pt x="193814" y="16887"/>
                    <a:pt x="211895" y="7183"/>
                  </a:cubicBezTo>
                  <a:cubicBezTo>
                    <a:pt x="220737" y="2410"/>
                    <a:pt x="232526" y="24"/>
                    <a:pt x="247262" y="24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68" name="windows-symbol_71821"/>
            <p:cNvSpPr>
              <a:spLocks noChangeAspect="1"/>
            </p:cNvSpPr>
            <p:nvPr/>
          </p:nvSpPr>
          <p:spPr bwMode="auto">
            <a:xfrm>
              <a:off x="3595792" y="4045985"/>
              <a:ext cx="422887" cy="549536"/>
            </a:xfrm>
            <a:custGeom>
              <a:avLst/>
              <a:gdLst>
                <a:gd name="connsiteX0" fmla="*/ 242956 w 465661"/>
                <a:gd name="connsiteY0" fmla="*/ 324904 h 605119"/>
                <a:gd name="connsiteX1" fmla="*/ 455490 w 465661"/>
                <a:gd name="connsiteY1" fmla="*/ 324904 h 605119"/>
                <a:gd name="connsiteX2" fmla="*/ 465661 w 465661"/>
                <a:gd name="connsiteY2" fmla="*/ 335064 h 605119"/>
                <a:gd name="connsiteX3" fmla="*/ 465661 w 465661"/>
                <a:gd name="connsiteY3" fmla="*/ 595112 h 605119"/>
                <a:gd name="connsiteX4" fmla="*/ 461866 w 465661"/>
                <a:gd name="connsiteY4" fmla="*/ 602996 h 605119"/>
                <a:gd name="connsiteX5" fmla="*/ 455490 w 465661"/>
                <a:gd name="connsiteY5" fmla="*/ 605119 h 605119"/>
                <a:gd name="connsiteX6" fmla="*/ 453365 w 465661"/>
                <a:gd name="connsiteY6" fmla="*/ 604968 h 605119"/>
                <a:gd name="connsiteX7" fmla="*/ 240830 w 465661"/>
                <a:gd name="connsiteY7" fmla="*/ 559327 h 605119"/>
                <a:gd name="connsiteX8" fmla="*/ 232936 w 465661"/>
                <a:gd name="connsiteY8" fmla="*/ 549470 h 605119"/>
                <a:gd name="connsiteX9" fmla="*/ 232936 w 465661"/>
                <a:gd name="connsiteY9" fmla="*/ 335064 h 605119"/>
                <a:gd name="connsiteX10" fmla="*/ 242956 w 465661"/>
                <a:gd name="connsiteY10" fmla="*/ 324904 h 605119"/>
                <a:gd name="connsiteX11" fmla="*/ 10173 w 465661"/>
                <a:gd name="connsiteY11" fmla="*/ 324904 h 605119"/>
                <a:gd name="connsiteX12" fmla="*/ 177954 w 465661"/>
                <a:gd name="connsiteY12" fmla="*/ 324904 h 605119"/>
                <a:gd name="connsiteX13" fmla="*/ 188127 w 465661"/>
                <a:gd name="connsiteY13" fmla="*/ 335064 h 605119"/>
                <a:gd name="connsiteX14" fmla="*/ 188127 w 465661"/>
                <a:gd name="connsiteY14" fmla="*/ 539777 h 605119"/>
                <a:gd name="connsiteX15" fmla="*/ 184331 w 465661"/>
                <a:gd name="connsiteY15" fmla="*/ 547663 h 605119"/>
                <a:gd name="connsiteX16" fmla="*/ 177954 w 465661"/>
                <a:gd name="connsiteY16" fmla="*/ 549937 h 605119"/>
                <a:gd name="connsiteX17" fmla="*/ 175828 w 465661"/>
                <a:gd name="connsiteY17" fmla="*/ 549786 h 605119"/>
                <a:gd name="connsiteX18" fmla="*/ 8048 w 465661"/>
                <a:gd name="connsiteY18" fmla="*/ 513695 h 605119"/>
                <a:gd name="connsiteX19" fmla="*/ 0 w 465661"/>
                <a:gd name="connsiteY19" fmla="*/ 503839 h 605119"/>
                <a:gd name="connsiteX20" fmla="*/ 0 w 465661"/>
                <a:gd name="connsiteY20" fmla="*/ 335064 h 605119"/>
                <a:gd name="connsiteX21" fmla="*/ 10173 w 465661"/>
                <a:gd name="connsiteY21" fmla="*/ 324904 h 605119"/>
                <a:gd name="connsiteX22" fmla="*/ 175828 w 465661"/>
                <a:gd name="connsiteY22" fmla="*/ 55526 h 605119"/>
                <a:gd name="connsiteX23" fmla="*/ 184331 w 465661"/>
                <a:gd name="connsiteY23" fmla="*/ 57497 h 605119"/>
                <a:gd name="connsiteX24" fmla="*/ 188127 w 465661"/>
                <a:gd name="connsiteY24" fmla="*/ 65382 h 605119"/>
                <a:gd name="connsiteX25" fmla="*/ 188127 w 465661"/>
                <a:gd name="connsiteY25" fmla="*/ 270227 h 605119"/>
                <a:gd name="connsiteX26" fmla="*/ 177954 w 465661"/>
                <a:gd name="connsiteY26" fmla="*/ 280235 h 605119"/>
                <a:gd name="connsiteX27" fmla="*/ 10173 w 465661"/>
                <a:gd name="connsiteY27" fmla="*/ 280235 h 605119"/>
                <a:gd name="connsiteX28" fmla="*/ 0 w 465661"/>
                <a:gd name="connsiteY28" fmla="*/ 270227 h 605119"/>
                <a:gd name="connsiteX29" fmla="*/ 0 w 465661"/>
                <a:gd name="connsiteY29" fmla="*/ 101317 h 605119"/>
                <a:gd name="connsiteX30" fmla="*/ 8048 w 465661"/>
                <a:gd name="connsiteY30" fmla="*/ 91461 h 605119"/>
                <a:gd name="connsiteX31" fmla="*/ 453365 w 465661"/>
                <a:gd name="connsiteY31" fmla="*/ 203 h 605119"/>
                <a:gd name="connsiteX32" fmla="*/ 461866 w 465661"/>
                <a:gd name="connsiteY32" fmla="*/ 2326 h 605119"/>
                <a:gd name="connsiteX33" fmla="*/ 465661 w 465661"/>
                <a:gd name="connsiteY33" fmla="*/ 10210 h 605119"/>
                <a:gd name="connsiteX34" fmla="*/ 465661 w 465661"/>
                <a:gd name="connsiteY34" fmla="*/ 270229 h 605119"/>
                <a:gd name="connsiteX35" fmla="*/ 455490 w 465661"/>
                <a:gd name="connsiteY35" fmla="*/ 280236 h 605119"/>
                <a:gd name="connsiteX36" fmla="*/ 242956 w 465661"/>
                <a:gd name="connsiteY36" fmla="*/ 280236 h 605119"/>
                <a:gd name="connsiteX37" fmla="*/ 232936 w 465661"/>
                <a:gd name="connsiteY37" fmla="*/ 270229 h 605119"/>
                <a:gd name="connsiteX38" fmla="*/ 232936 w 465661"/>
                <a:gd name="connsiteY38" fmla="*/ 55846 h 605119"/>
                <a:gd name="connsiteX39" fmla="*/ 240830 w 465661"/>
                <a:gd name="connsiteY39" fmla="*/ 45839 h 605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65661" h="605119">
                  <a:moveTo>
                    <a:pt x="242956" y="324904"/>
                  </a:moveTo>
                  <a:lnTo>
                    <a:pt x="455490" y="324904"/>
                  </a:lnTo>
                  <a:cubicBezTo>
                    <a:pt x="461107" y="324904"/>
                    <a:pt x="465661" y="329453"/>
                    <a:pt x="465661" y="335064"/>
                  </a:cubicBezTo>
                  <a:lnTo>
                    <a:pt x="465661" y="595112"/>
                  </a:lnTo>
                  <a:cubicBezTo>
                    <a:pt x="465661" y="598144"/>
                    <a:pt x="464295" y="601025"/>
                    <a:pt x="461866" y="602996"/>
                  </a:cubicBezTo>
                  <a:cubicBezTo>
                    <a:pt x="460044" y="604361"/>
                    <a:pt x="457767" y="605119"/>
                    <a:pt x="455490" y="605119"/>
                  </a:cubicBezTo>
                  <a:cubicBezTo>
                    <a:pt x="454883" y="605119"/>
                    <a:pt x="454124" y="605119"/>
                    <a:pt x="453365" y="604968"/>
                  </a:cubicBezTo>
                  <a:lnTo>
                    <a:pt x="240830" y="559327"/>
                  </a:lnTo>
                  <a:cubicBezTo>
                    <a:pt x="236276" y="558265"/>
                    <a:pt x="232936" y="554171"/>
                    <a:pt x="232936" y="549470"/>
                  </a:cubicBezTo>
                  <a:lnTo>
                    <a:pt x="232936" y="335064"/>
                  </a:lnTo>
                  <a:cubicBezTo>
                    <a:pt x="232936" y="329453"/>
                    <a:pt x="237491" y="324904"/>
                    <a:pt x="242956" y="324904"/>
                  </a:cubicBezTo>
                  <a:close/>
                  <a:moveTo>
                    <a:pt x="10173" y="324904"/>
                  </a:moveTo>
                  <a:lnTo>
                    <a:pt x="177954" y="324904"/>
                  </a:lnTo>
                  <a:cubicBezTo>
                    <a:pt x="183572" y="324904"/>
                    <a:pt x="188127" y="329453"/>
                    <a:pt x="188127" y="335064"/>
                  </a:cubicBezTo>
                  <a:lnTo>
                    <a:pt x="188127" y="539777"/>
                  </a:lnTo>
                  <a:cubicBezTo>
                    <a:pt x="188127" y="542962"/>
                    <a:pt x="186761" y="545843"/>
                    <a:pt x="184331" y="547663"/>
                  </a:cubicBezTo>
                  <a:cubicBezTo>
                    <a:pt x="182509" y="549179"/>
                    <a:pt x="180232" y="549937"/>
                    <a:pt x="177954" y="549937"/>
                  </a:cubicBezTo>
                  <a:cubicBezTo>
                    <a:pt x="177347" y="549937"/>
                    <a:pt x="176588" y="549937"/>
                    <a:pt x="175828" y="549786"/>
                  </a:cubicBezTo>
                  <a:lnTo>
                    <a:pt x="8048" y="513695"/>
                  </a:lnTo>
                  <a:cubicBezTo>
                    <a:pt x="3341" y="512634"/>
                    <a:pt x="0" y="508540"/>
                    <a:pt x="0" y="503839"/>
                  </a:cubicBezTo>
                  <a:lnTo>
                    <a:pt x="0" y="335064"/>
                  </a:lnTo>
                  <a:cubicBezTo>
                    <a:pt x="0" y="329453"/>
                    <a:pt x="4555" y="324904"/>
                    <a:pt x="10173" y="324904"/>
                  </a:cubicBezTo>
                  <a:close/>
                  <a:moveTo>
                    <a:pt x="175828" y="55526"/>
                  </a:moveTo>
                  <a:cubicBezTo>
                    <a:pt x="178865" y="54920"/>
                    <a:pt x="181902" y="55526"/>
                    <a:pt x="184331" y="57497"/>
                  </a:cubicBezTo>
                  <a:cubicBezTo>
                    <a:pt x="186761" y="59469"/>
                    <a:pt x="188127" y="62349"/>
                    <a:pt x="188127" y="65382"/>
                  </a:cubicBezTo>
                  <a:lnTo>
                    <a:pt x="188127" y="270227"/>
                  </a:lnTo>
                  <a:cubicBezTo>
                    <a:pt x="188127" y="275686"/>
                    <a:pt x="183572" y="280235"/>
                    <a:pt x="177954" y="280235"/>
                  </a:cubicBezTo>
                  <a:lnTo>
                    <a:pt x="10173" y="280235"/>
                  </a:lnTo>
                  <a:cubicBezTo>
                    <a:pt x="4555" y="280235"/>
                    <a:pt x="0" y="275686"/>
                    <a:pt x="0" y="270227"/>
                  </a:cubicBezTo>
                  <a:lnTo>
                    <a:pt x="0" y="101317"/>
                  </a:lnTo>
                  <a:cubicBezTo>
                    <a:pt x="0" y="96617"/>
                    <a:pt x="3341" y="92523"/>
                    <a:pt x="8048" y="91461"/>
                  </a:cubicBezTo>
                  <a:close/>
                  <a:moveTo>
                    <a:pt x="453365" y="203"/>
                  </a:moveTo>
                  <a:cubicBezTo>
                    <a:pt x="456401" y="-403"/>
                    <a:pt x="459589" y="355"/>
                    <a:pt x="461866" y="2326"/>
                  </a:cubicBezTo>
                  <a:cubicBezTo>
                    <a:pt x="464295" y="4145"/>
                    <a:pt x="465661" y="7177"/>
                    <a:pt x="465661" y="10210"/>
                  </a:cubicBezTo>
                  <a:lnTo>
                    <a:pt x="465661" y="270229"/>
                  </a:lnTo>
                  <a:cubicBezTo>
                    <a:pt x="465661" y="275687"/>
                    <a:pt x="461107" y="280236"/>
                    <a:pt x="455490" y="280236"/>
                  </a:cubicBezTo>
                  <a:lnTo>
                    <a:pt x="242956" y="280236"/>
                  </a:lnTo>
                  <a:cubicBezTo>
                    <a:pt x="237491" y="280236"/>
                    <a:pt x="232936" y="275687"/>
                    <a:pt x="232936" y="270229"/>
                  </a:cubicBezTo>
                  <a:lnTo>
                    <a:pt x="232936" y="55846"/>
                  </a:lnTo>
                  <a:cubicBezTo>
                    <a:pt x="232936" y="50994"/>
                    <a:pt x="236276" y="46901"/>
                    <a:pt x="240830" y="45839"/>
                  </a:cubicBez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69" name="db_125916"/>
            <p:cNvSpPr>
              <a:spLocks noChangeAspect="1"/>
            </p:cNvSpPr>
            <p:nvPr/>
          </p:nvSpPr>
          <p:spPr bwMode="auto">
            <a:xfrm>
              <a:off x="4296716" y="4105459"/>
              <a:ext cx="438468" cy="476816"/>
            </a:xfrm>
            <a:custGeom>
              <a:avLst/>
              <a:gdLst>
                <a:gd name="connsiteX0" fmla="*/ 325000 h 606722"/>
                <a:gd name="connsiteY0" fmla="*/ 325000 h 606722"/>
                <a:gd name="connsiteX1" fmla="*/ 325000 h 606722"/>
                <a:gd name="connsiteY1" fmla="*/ 325000 h 606722"/>
                <a:gd name="connsiteX2" fmla="*/ 325000 h 606722"/>
                <a:gd name="connsiteY2" fmla="*/ 325000 h 606722"/>
                <a:gd name="connsiteX3" fmla="*/ 325000 h 606722"/>
                <a:gd name="connsiteY3" fmla="*/ 325000 h 606722"/>
                <a:gd name="connsiteX4" fmla="*/ 325000 h 606722"/>
                <a:gd name="connsiteY4" fmla="*/ 325000 h 606722"/>
                <a:gd name="connsiteX5" fmla="*/ 325000 h 606722"/>
                <a:gd name="connsiteY5" fmla="*/ 325000 h 606722"/>
                <a:gd name="connsiteX6" fmla="*/ 325000 h 606722"/>
                <a:gd name="connsiteY6" fmla="*/ 325000 h 606722"/>
                <a:gd name="connsiteX7" fmla="*/ 325000 h 606722"/>
                <a:gd name="connsiteY7" fmla="*/ 325000 h 606722"/>
                <a:gd name="connsiteX8" fmla="*/ 325000 h 606722"/>
                <a:gd name="connsiteY8" fmla="*/ 325000 h 606722"/>
                <a:gd name="connsiteX9" fmla="*/ 325000 h 606722"/>
                <a:gd name="connsiteY9" fmla="*/ 325000 h 606722"/>
                <a:gd name="connsiteX10" fmla="*/ 325000 h 606722"/>
                <a:gd name="connsiteY10" fmla="*/ 325000 h 606722"/>
                <a:gd name="connsiteX11" fmla="*/ 325000 h 606722"/>
                <a:gd name="connsiteY11" fmla="*/ 325000 h 606722"/>
                <a:gd name="connsiteX12" fmla="*/ 325000 h 606722"/>
                <a:gd name="connsiteY12" fmla="*/ 325000 h 606722"/>
                <a:gd name="connsiteX13" fmla="*/ 325000 h 606722"/>
                <a:gd name="connsiteY13" fmla="*/ 325000 h 606722"/>
                <a:gd name="connsiteX14" fmla="*/ 325000 h 606722"/>
                <a:gd name="connsiteY14" fmla="*/ 325000 h 606722"/>
                <a:gd name="connsiteX15" fmla="*/ 325000 h 606722"/>
                <a:gd name="connsiteY15" fmla="*/ 325000 h 606722"/>
                <a:gd name="connsiteX16" fmla="*/ 325000 h 606722"/>
                <a:gd name="connsiteY16" fmla="*/ 325000 h 606722"/>
                <a:gd name="connsiteX17" fmla="*/ 325000 h 606722"/>
                <a:gd name="connsiteY17" fmla="*/ 325000 h 606722"/>
                <a:gd name="connsiteX18" fmla="*/ 325000 h 606722"/>
                <a:gd name="connsiteY18" fmla="*/ 325000 h 606722"/>
                <a:gd name="connsiteX19" fmla="*/ 325000 h 606722"/>
                <a:gd name="connsiteY19" fmla="*/ 325000 h 606722"/>
                <a:gd name="connsiteX20" fmla="*/ 325000 h 606722"/>
                <a:gd name="connsiteY20" fmla="*/ 325000 h 606722"/>
                <a:gd name="connsiteX21" fmla="*/ 325000 h 606722"/>
                <a:gd name="connsiteY21" fmla="*/ 325000 h 606722"/>
                <a:gd name="connsiteX22" fmla="*/ 325000 h 606722"/>
                <a:gd name="connsiteY22" fmla="*/ 325000 h 606722"/>
                <a:gd name="connsiteX23" fmla="*/ 325000 h 606722"/>
                <a:gd name="connsiteY23" fmla="*/ 325000 h 606722"/>
                <a:gd name="connsiteX24" fmla="*/ 325000 h 606722"/>
                <a:gd name="connsiteY24" fmla="*/ 325000 h 606722"/>
                <a:gd name="connsiteX25" fmla="*/ 325000 h 606722"/>
                <a:gd name="connsiteY25" fmla="*/ 325000 h 606722"/>
                <a:gd name="connsiteX26" fmla="*/ 325000 h 606722"/>
                <a:gd name="connsiteY26" fmla="*/ 325000 h 606722"/>
                <a:gd name="connsiteX27" fmla="*/ 325000 h 606722"/>
                <a:gd name="connsiteY27" fmla="*/ 325000 h 606722"/>
                <a:gd name="connsiteX28" fmla="*/ 325000 h 606722"/>
                <a:gd name="connsiteY28" fmla="*/ 325000 h 606722"/>
                <a:gd name="connsiteX29" fmla="*/ 325000 h 606722"/>
                <a:gd name="connsiteY29" fmla="*/ 325000 h 606722"/>
                <a:gd name="connsiteX30" fmla="*/ 325000 h 606722"/>
                <a:gd name="connsiteY30" fmla="*/ 325000 h 606722"/>
                <a:gd name="connsiteX31" fmla="*/ 325000 h 606722"/>
                <a:gd name="connsiteY31" fmla="*/ 325000 h 606722"/>
                <a:gd name="connsiteX32" fmla="*/ 325000 h 606722"/>
                <a:gd name="connsiteY32" fmla="*/ 325000 h 606722"/>
                <a:gd name="connsiteX33" fmla="*/ 325000 h 606722"/>
                <a:gd name="connsiteY33" fmla="*/ 325000 h 606722"/>
                <a:gd name="connsiteX34" fmla="*/ 325000 h 606722"/>
                <a:gd name="connsiteY34" fmla="*/ 325000 h 606722"/>
                <a:gd name="connsiteX35" fmla="*/ 325000 h 606722"/>
                <a:gd name="connsiteY35" fmla="*/ 325000 h 606722"/>
                <a:gd name="connsiteX36" fmla="*/ 325000 h 606722"/>
                <a:gd name="connsiteY36" fmla="*/ 325000 h 606722"/>
                <a:gd name="connsiteX37" fmla="*/ 325000 h 606722"/>
                <a:gd name="connsiteY37" fmla="*/ 325000 h 606722"/>
                <a:gd name="connsiteX38" fmla="*/ 325000 h 606722"/>
                <a:gd name="connsiteY38" fmla="*/ 325000 h 606722"/>
                <a:gd name="connsiteX39" fmla="*/ 325000 h 606722"/>
                <a:gd name="connsiteY39" fmla="*/ 325000 h 606722"/>
                <a:gd name="connsiteX40" fmla="*/ 325000 h 606722"/>
                <a:gd name="connsiteY40" fmla="*/ 325000 h 606722"/>
                <a:gd name="connsiteX41" fmla="*/ 325000 h 606722"/>
                <a:gd name="connsiteY41" fmla="*/ 325000 h 606722"/>
                <a:gd name="connsiteX42" fmla="*/ 325000 h 606722"/>
                <a:gd name="connsiteY42" fmla="*/ 325000 h 606722"/>
                <a:gd name="connsiteX43" fmla="*/ 325000 h 606722"/>
                <a:gd name="connsiteY43" fmla="*/ 325000 h 606722"/>
                <a:gd name="connsiteX44" fmla="*/ 325000 h 606722"/>
                <a:gd name="connsiteY44" fmla="*/ 325000 h 606722"/>
                <a:gd name="connsiteX45" fmla="*/ 325000 h 606722"/>
                <a:gd name="connsiteY45" fmla="*/ 325000 h 606722"/>
                <a:gd name="connsiteX46" fmla="*/ 325000 h 606722"/>
                <a:gd name="connsiteY46" fmla="*/ 325000 h 606722"/>
                <a:gd name="connsiteX47" fmla="*/ 325000 h 606722"/>
                <a:gd name="connsiteY47" fmla="*/ 325000 h 606722"/>
                <a:gd name="connsiteX48" fmla="*/ 325000 h 606722"/>
                <a:gd name="connsiteY48" fmla="*/ 325000 h 606722"/>
                <a:gd name="connsiteX49" fmla="*/ 325000 h 606722"/>
                <a:gd name="connsiteY49" fmla="*/ 325000 h 606722"/>
                <a:gd name="connsiteX50" fmla="*/ 325000 h 606722"/>
                <a:gd name="connsiteY50" fmla="*/ 325000 h 606722"/>
                <a:gd name="connsiteX51" fmla="*/ 325000 h 606722"/>
                <a:gd name="connsiteY51" fmla="*/ 325000 h 606722"/>
                <a:gd name="connsiteX52" fmla="*/ 325000 h 606722"/>
                <a:gd name="connsiteY52" fmla="*/ 325000 h 606722"/>
                <a:gd name="connsiteX53" fmla="*/ 325000 h 606722"/>
                <a:gd name="connsiteY53" fmla="*/ 325000 h 606722"/>
                <a:gd name="connsiteX54" fmla="*/ 325000 h 606722"/>
                <a:gd name="connsiteY54" fmla="*/ 325000 h 606722"/>
                <a:gd name="connsiteX55" fmla="*/ 325000 h 606722"/>
                <a:gd name="connsiteY55" fmla="*/ 325000 h 606722"/>
                <a:gd name="connsiteX56" fmla="*/ 325000 h 606722"/>
                <a:gd name="connsiteY56" fmla="*/ 325000 h 606722"/>
                <a:gd name="connsiteX57" fmla="*/ 325000 h 606722"/>
                <a:gd name="connsiteY57" fmla="*/ 325000 h 606722"/>
                <a:gd name="connsiteX58" fmla="*/ 325000 h 606722"/>
                <a:gd name="connsiteY58" fmla="*/ 325000 h 606722"/>
                <a:gd name="connsiteX59" fmla="*/ 325000 h 606722"/>
                <a:gd name="connsiteY59" fmla="*/ 325000 h 606722"/>
                <a:gd name="connsiteX60" fmla="*/ 325000 h 606722"/>
                <a:gd name="connsiteY60" fmla="*/ 325000 h 606722"/>
                <a:gd name="connsiteX61" fmla="*/ 325000 h 606722"/>
                <a:gd name="connsiteY61" fmla="*/ 325000 h 606722"/>
                <a:gd name="connsiteX62" fmla="*/ 325000 h 606722"/>
                <a:gd name="connsiteY62" fmla="*/ 325000 h 606722"/>
                <a:gd name="connsiteX63" fmla="*/ 325000 h 606722"/>
                <a:gd name="connsiteY63" fmla="*/ 325000 h 606722"/>
                <a:gd name="connsiteX64" fmla="*/ 325000 h 606722"/>
                <a:gd name="connsiteY64" fmla="*/ 325000 h 606722"/>
                <a:gd name="connsiteX65" fmla="*/ 325000 h 606722"/>
                <a:gd name="connsiteY65" fmla="*/ 325000 h 606722"/>
                <a:gd name="connsiteX66" fmla="*/ 325000 h 606722"/>
                <a:gd name="connsiteY66" fmla="*/ 325000 h 606722"/>
                <a:gd name="connsiteX67" fmla="*/ 325000 h 606722"/>
                <a:gd name="connsiteY67" fmla="*/ 32500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557537" h="606298">
                  <a:moveTo>
                    <a:pt x="366184" y="364051"/>
                  </a:moveTo>
                  <a:lnTo>
                    <a:pt x="366184" y="393606"/>
                  </a:lnTo>
                  <a:lnTo>
                    <a:pt x="398711" y="393606"/>
                  </a:lnTo>
                  <a:cubicBezTo>
                    <a:pt x="400736" y="393606"/>
                    <a:pt x="402634" y="393228"/>
                    <a:pt x="404280" y="392470"/>
                  </a:cubicBezTo>
                  <a:cubicBezTo>
                    <a:pt x="406052" y="391838"/>
                    <a:pt x="407570" y="390701"/>
                    <a:pt x="408836" y="389438"/>
                  </a:cubicBezTo>
                  <a:cubicBezTo>
                    <a:pt x="410102" y="388175"/>
                    <a:pt x="411114" y="386533"/>
                    <a:pt x="411874" y="384765"/>
                  </a:cubicBezTo>
                  <a:cubicBezTo>
                    <a:pt x="412633" y="382997"/>
                    <a:pt x="413013" y="381102"/>
                    <a:pt x="413013" y="379081"/>
                  </a:cubicBezTo>
                  <a:cubicBezTo>
                    <a:pt x="413013" y="377061"/>
                    <a:pt x="412633" y="375166"/>
                    <a:pt x="412000" y="373271"/>
                  </a:cubicBezTo>
                  <a:cubicBezTo>
                    <a:pt x="411241" y="371503"/>
                    <a:pt x="410355" y="369861"/>
                    <a:pt x="409216" y="368472"/>
                  </a:cubicBezTo>
                  <a:cubicBezTo>
                    <a:pt x="407950" y="367083"/>
                    <a:pt x="406685" y="365946"/>
                    <a:pt x="405039" y="365188"/>
                  </a:cubicBezTo>
                  <a:cubicBezTo>
                    <a:pt x="403520" y="364430"/>
                    <a:pt x="401749" y="364051"/>
                    <a:pt x="399850" y="364051"/>
                  </a:cubicBezTo>
                  <a:close/>
                  <a:moveTo>
                    <a:pt x="252703" y="318961"/>
                  </a:moveTo>
                  <a:lnTo>
                    <a:pt x="252703" y="392975"/>
                  </a:lnTo>
                  <a:lnTo>
                    <a:pt x="271678" y="392975"/>
                  </a:lnTo>
                  <a:cubicBezTo>
                    <a:pt x="277117" y="392975"/>
                    <a:pt x="281798" y="392091"/>
                    <a:pt x="285972" y="390196"/>
                  </a:cubicBezTo>
                  <a:cubicBezTo>
                    <a:pt x="290147" y="388302"/>
                    <a:pt x="293689" y="385649"/>
                    <a:pt x="296472" y="382365"/>
                  </a:cubicBezTo>
                  <a:cubicBezTo>
                    <a:pt x="299255" y="378955"/>
                    <a:pt x="301405" y="375040"/>
                    <a:pt x="302923" y="370493"/>
                  </a:cubicBezTo>
                  <a:cubicBezTo>
                    <a:pt x="304441" y="365946"/>
                    <a:pt x="305200" y="361020"/>
                    <a:pt x="305200" y="355841"/>
                  </a:cubicBezTo>
                  <a:cubicBezTo>
                    <a:pt x="305200" y="350410"/>
                    <a:pt x="304441" y="345484"/>
                    <a:pt x="302923" y="340938"/>
                  </a:cubicBezTo>
                  <a:cubicBezTo>
                    <a:pt x="301405" y="336391"/>
                    <a:pt x="299255" y="332475"/>
                    <a:pt x="296472" y="329191"/>
                  </a:cubicBezTo>
                  <a:cubicBezTo>
                    <a:pt x="293562" y="325907"/>
                    <a:pt x="290020" y="323381"/>
                    <a:pt x="285846" y="321613"/>
                  </a:cubicBezTo>
                  <a:cubicBezTo>
                    <a:pt x="281671" y="319845"/>
                    <a:pt x="276991" y="318961"/>
                    <a:pt x="271678" y="318961"/>
                  </a:cubicBezTo>
                  <a:close/>
                  <a:moveTo>
                    <a:pt x="366184" y="318455"/>
                  </a:moveTo>
                  <a:lnTo>
                    <a:pt x="366184" y="346748"/>
                  </a:lnTo>
                  <a:lnTo>
                    <a:pt x="395420" y="346748"/>
                  </a:lnTo>
                  <a:cubicBezTo>
                    <a:pt x="399091" y="346748"/>
                    <a:pt x="402255" y="345484"/>
                    <a:pt x="404786" y="342958"/>
                  </a:cubicBezTo>
                  <a:cubicBezTo>
                    <a:pt x="407444" y="340432"/>
                    <a:pt x="408710" y="336896"/>
                    <a:pt x="408710" y="332475"/>
                  </a:cubicBezTo>
                  <a:cubicBezTo>
                    <a:pt x="408710" y="328181"/>
                    <a:pt x="407444" y="324771"/>
                    <a:pt x="405166" y="322244"/>
                  </a:cubicBezTo>
                  <a:cubicBezTo>
                    <a:pt x="402761" y="319718"/>
                    <a:pt x="399850" y="318455"/>
                    <a:pt x="396306" y="318455"/>
                  </a:cubicBezTo>
                  <a:close/>
                  <a:moveTo>
                    <a:pt x="344288" y="299762"/>
                  </a:moveTo>
                  <a:lnTo>
                    <a:pt x="404533" y="299762"/>
                  </a:lnTo>
                  <a:cubicBezTo>
                    <a:pt x="408456" y="299762"/>
                    <a:pt x="412000" y="300646"/>
                    <a:pt x="415164" y="302288"/>
                  </a:cubicBezTo>
                  <a:cubicBezTo>
                    <a:pt x="418329" y="303930"/>
                    <a:pt x="421113" y="306204"/>
                    <a:pt x="423265" y="308856"/>
                  </a:cubicBezTo>
                  <a:cubicBezTo>
                    <a:pt x="425543" y="311509"/>
                    <a:pt x="427188" y="314666"/>
                    <a:pt x="428454" y="318076"/>
                  </a:cubicBezTo>
                  <a:cubicBezTo>
                    <a:pt x="429719" y="321487"/>
                    <a:pt x="430226" y="324897"/>
                    <a:pt x="430226" y="328433"/>
                  </a:cubicBezTo>
                  <a:cubicBezTo>
                    <a:pt x="430226" y="333864"/>
                    <a:pt x="428833" y="339043"/>
                    <a:pt x="426176" y="343843"/>
                  </a:cubicBezTo>
                  <a:cubicBezTo>
                    <a:pt x="423391" y="348642"/>
                    <a:pt x="419341" y="352179"/>
                    <a:pt x="414025" y="354578"/>
                  </a:cubicBezTo>
                  <a:cubicBezTo>
                    <a:pt x="420480" y="356473"/>
                    <a:pt x="425669" y="359883"/>
                    <a:pt x="429340" y="364683"/>
                  </a:cubicBezTo>
                  <a:cubicBezTo>
                    <a:pt x="433137" y="369609"/>
                    <a:pt x="435035" y="375798"/>
                    <a:pt x="435035" y="383123"/>
                  </a:cubicBezTo>
                  <a:cubicBezTo>
                    <a:pt x="435035" y="387923"/>
                    <a:pt x="434023" y="392091"/>
                    <a:pt x="432124" y="395627"/>
                  </a:cubicBezTo>
                  <a:cubicBezTo>
                    <a:pt x="430226" y="399290"/>
                    <a:pt x="427694" y="402321"/>
                    <a:pt x="424277" y="404721"/>
                  </a:cubicBezTo>
                  <a:cubicBezTo>
                    <a:pt x="420986" y="407121"/>
                    <a:pt x="417189" y="409016"/>
                    <a:pt x="412760" y="410279"/>
                  </a:cubicBezTo>
                  <a:cubicBezTo>
                    <a:pt x="408330" y="411542"/>
                    <a:pt x="403647" y="412173"/>
                    <a:pt x="398711" y="412173"/>
                  </a:cubicBezTo>
                  <a:lnTo>
                    <a:pt x="344288" y="412173"/>
                  </a:lnTo>
                  <a:close/>
                  <a:moveTo>
                    <a:pt x="230819" y="299762"/>
                  </a:moveTo>
                  <a:lnTo>
                    <a:pt x="271678" y="299762"/>
                  </a:lnTo>
                  <a:cubicBezTo>
                    <a:pt x="280912" y="299762"/>
                    <a:pt x="288882" y="301278"/>
                    <a:pt x="295839" y="304183"/>
                  </a:cubicBezTo>
                  <a:cubicBezTo>
                    <a:pt x="302797" y="307088"/>
                    <a:pt x="308616" y="311130"/>
                    <a:pt x="313170" y="316182"/>
                  </a:cubicBezTo>
                  <a:cubicBezTo>
                    <a:pt x="317850" y="321234"/>
                    <a:pt x="321392" y="327170"/>
                    <a:pt x="323669" y="333991"/>
                  </a:cubicBezTo>
                  <a:cubicBezTo>
                    <a:pt x="326072" y="340811"/>
                    <a:pt x="327211" y="348137"/>
                    <a:pt x="327211" y="355841"/>
                  </a:cubicBezTo>
                  <a:cubicBezTo>
                    <a:pt x="327211" y="364304"/>
                    <a:pt x="325819" y="372135"/>
                    <a:pt x="323289" y="378955"/>
                  </a:cubicBezTo>
                  <a:cubicBezTo>
                    <a:pt x="320760" y="385902"/>
                    <a:pt x="316965" y="391838"/>
                    <a:pt x="312158" y="396764"/>
                  </a:cubicBezTo>
                  <a:cubicBezTo>
                    <a:pt x="307224" y="401564"/>
                    <a:pt x="301405" y="405479"/>
                    <a:pt x="294574" y="408132"/>
                  </a:cubicBezTo>
                  <a:cubicBezTo>
                    <a:pt x="287743" y="410784"/>
                    <a:pt x="280153" y="412173"/>
                    <a:pt x="271678" y="412173"/>
                  </a:cubicBezTo>
                  <a:lnTo>
                    <a:pt x="230819" y="412173"/>
                  </a:lnTo>
                  <a:close/>
                  <a:moveTo>
                    <a:pt x="152608" y="259192"/>
                  </a:moveTo>
                  <a:lnTo>
                    <a:pt x="152608" y="465966"/>
                  </a:lnTo>
                  <a:lnTo>
                    <a:pt x="506921" y="465966"/>
                  </a:lnTo>
                  <a:lnTo>
                    <a:pt x="506921" y="259192"/>
                  </a:lnTo>
                  <a:close/>
                  <a:moveTo>
                    <a:pt x="0" y="0"/>
                  </a:moveTo>
                  <a:lnTo>
                    <a:pt x="332422" y="0"/>
                  </a:lnTo>
                  <a:lnTo>
                    <a:pt x="472502" y="131112"/>
                  </a:lnTo>
                  <a:lnTo>
                    <a:pt x="472502" y="208667"/>
                  </a:lnTo>
                  <a:lnTo>
                    <a:pt x="557537" y="208667"/>
                  </a:lnTo>
                  <a:lnTo>
                    <a:pt x="557537" y="516490"/>
                  </a:lnTo>
                  <a:lnTo>
                    <a:pt x="472502" y="516490"/>
                  </a:lnTo>
                  <a:lnTo>
                    <a:pt x="472502" y="606298"/>
                  </a:lnTo>
                  <a:lnTo>
                    <a:pt x="0" y="606298"/>
                  </a:lnTo>
                  <a:close/>
                </a:path>
              </a:pathLst>
            </a:custGeom>
            <a:solidFill>
              <a:srgbClr val="02CCCC"/>
            </a:solidFill>
            <a:ln>
              <a:noFill/>
            </a:ln>
          </p:spPr>
        </p:sp>
        <p:sp>
          <p:nvSpPr>
            <p:cNvPr id="170" name="圆角矩形 169"/>
            <p:cNvSpPr/>
            <p:nvPr/>
          </p:nvSpPr>
          <p:spPr bwMode="auto">
            <a:xfrm>
              <a:off x="2673158" y="4037515"/>
              <a:ext cx="2307262" cy="612704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171" name="十字形 170"/>
          <p:cNvSpPr/>
          <p:nvPr/>
        </p:nvSpPr>
        <p:spPr bwMode="auto">
          <a:xfrm rot="2700000">
            <a:off x="8316359" y="3749244"/>
            <a:ext cx="1256632" cy="1294230"/>
          </a:xfrm>
          <a:prstGeom prst="plus">
            <a:avLst>
              <a:gd name="adj" fmla="val 43918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636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FaaS Characteristics</a:t>
            </a:r>
          </a:p>
        </p:txBody>
      </p:sp>
      <p:sp>
        <p:nvSpPr>
          <p:cNvPr id="22" name="泪滴形 21"/>
          <p:cNvSpPr/>
          <p:nvPr/>
        </p:nvSpPr>
        <p:spPr bwMode="auto">
          <a:xfrm>
            <a:off x="1163452" y="2564904"/>
            <a:ext cx="1764196" cy="1764196"/>
          </a:xfrm>
          <a:prstGeom prst="teardrop">
            <a:avLst/>
          </a:prstGeom>
          <a:solidFill>
            <a:schemeClr val="accent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0" name="泪滴形 29"/>
          <p:cNvSpPr/>
          <p:nvPr/>
        </p:nvSpPr>
        <p:spPr bwMode="auto">
          <a:xfrm>
            <a:off x="3032486" y="2564904"/>
            <a:ext cx="1764196" cy="1764196"/>
          </a:xfrm>
          <a:prstGeom prst="teardrop">
            <a:avLst/>
          </a:prstGeom>
          <a:solidFill>
            <a:srgbClr val="4890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1" name="泪滴形 30"/>
          <p:cNvSpPr/>
          <p:nvPr/>
        </p:nvSpPr>
        <p:spPr bwMode="auto">
          <a:xfrm>
            <a:off x="4901520" y="2564904"/>
            <a:ext cx="1764196" cy="1764196"/>
          </a:xfrm>
          <a:prstGeom prst="teardrop">
            <a:avLst/>
          </a:prstGeom>
          <a:solidFill>
            <a:srgbClr val="36A5A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2" name="泪滴形 31"/>
          <p:cNvSpPr/>
          <p:nvPr/>
        </p:nvSpPr>
        <p:spPr bwMode="auto">
          <a:xfrm>
            <a:off x="6770554" y="2564904"/>
            <a:ext cx="1764196" cy="1764196"/>
          </a:xfrm>
          <a:prstGeom prst="teardrop">
            <a:avLst/>
          </a:prstGeom>
          <a:solidFill>
            <a:srgbClr val="3CB7B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3" name="泪滴形 32"/>
          <p:cNvSpPr/>
          <p:nvPr/>
        </p:nvSpPr>
        <p:spPr bwMode="auto">
          <a:xfrm>
            <a:off x="8639588" y="2564904"/>
            <a:ext cx="1764196" cy="1764196"/>
          </a:xfrm>
          <a:prstGeom prst="teardrop">
            <a:avLst/>
          </a:prstGeom>
          <a:solidFill>
            <a:srgbClr val="60C9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 bwMode="auto">
          <a:xfrm>
            <a:off x="1362010" y="3064118"/>
            <a:ext cx="1440160" cy="7657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</a:rPr>
              <a:t>No need for O&amp;M</a:t>
            </a:r>
          </a:p>
        </p:txBody>
      </p:sp>
      <p:sp>
        <p:nvSpPr>
          <p:cNvPr id="35" name="文本框 34"/>
          <p:cNvSpPr txBox="1"/>
          <p:nvPr/>
        </p:nvSpPr>
        <p:spPr bwMode="auto">
          <a:xfrm>
            <a:off x="3107668" y="2780928"/>
            <a:ext cx="1670476" cy="11043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</a:rPr>
              <a:t>Able to focus on the code</a:t>
            </a:r>
          </a:p>
        </p:txBody>
      </p:sp>
      <p:sp>
        <p:nvSpPr>
          <p:cNvPr id="36" name="文本框 35"/>
          <p:cNvSpPr txBox="1"/>
          <p:nvPr/>
        </p:nvSpPr>
        <p:spPr bwMode="auto">
          <a:xfrm>
            <a:off x="4943872" y="2672916"/>
            <a:ext cx="1700752" cy="14428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Quick 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</a:rPr>
              <a:t>boot,</a:t>
            </a:r>
          </a:p>
          <a:p>
            <a:pPr algn="ctr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</a:rPr>
              <a:t>short life cycle</a:t>
            </a:r>
          </a:p>
        </p:txBody>
      </p:sp>
      <p:sp>
        <p:nvSpPr>
          <p:cNvPr id="37" name="文本框 36"/>
          <p:cNvSpPr txBox="1"/>
          <p:nvPr/>
        </p:nvSpPr>
        <p:spPr bwMode="auto">
          <a:xfrm>
            <a:off x="6676868" y="3064118"/>
            <a:ext cx="1898183" cy="7657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</a:rPr>
              <a:t>Infinite elasticity</a:t>
            </a:r>
          </a:p>
        </p:txBody>
      </p:sp>
      <p:sp>
        <p:nvSpPr>
          <p:cNvPr id="38" name="文本框 37"/>
          <p:cNvSpPr txBox="1"/>
          <p:nvPr/>
        </p:nvSpPr>
        <p:spPr bwMode="auto">
          <a:xfrm>
            <a:off x="8652284" y="3233395"/>
            <a:ext cx="1735047" cy="4272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Automated</a:t>
            </a:r>
            <a:endParaRPr lang="en-US" sz="2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05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BaaS Benefits</a:t>
            </a:r>
          </a:p>
        </p:txBody>
      </p:sp>
      <p:sp>
        <p:nvSpPr>
          <p:cNvPr id="50" name="双大括号 49"/>
          <p:cNvSpPr/>
          <p:nvPr/>
        </p:nvSpPr>
        <p:spPr bwMode="auto">
          <a:xfrm>
            <a:off x="1019436" y="1304764"/>
            <a:ext cx="3339440" cy="2242748"/>
          </a:xfrm>
          <a:prstGeom prst="bracePair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1" name="双大括号 50"/>
          <p:cNvSpPr/>
          <p:nvPr/>
        </p:nvSpPr>
        <p:spPr bwMode="auto">
          <a:xfrm>
            <a:off x="4488283" y="1304764"/>
            <a:ext cx="3339440" cy="2242748"/>
          </a:xfrm>
          <a:prstGeom prst="bracePair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2" name="双大括号 51"/>
          <p:cNvSpPr/>
          <p:nvPr/>
        </p:nvSpPr>
        <p:spPr bwMode="auto">
          <a:xfrm>
            <a:off x="7957129" y="1304764"/>
            <a:ext cx="3339440" cy="2242748"/>
          </a:xfrm>
          <a:prstGeom prst="bracePair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3" name="双大括号 52"/>
          <p:cNvSpPr/>
          <p:nvPr/>
        </p:nvSpPr>
        <p:spPr bwMode="auto">
          <a:xfrm>
            <a:off x="1006208" y="4036761"/>
            <a:ext cx="3339440" cy="2242748"/>
          </a:xfrm>
          <a:prstGeom prst="bracePair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4" name="双大括号 53"/>
          <p:cNvSpPr/>
          <p:nvPr/>
        </p:nvSpPr>
        <p:spPr bwMode="auto">
          <a:xfrm>
            <a:off x="4481668" y="4036761"/>
            <a:ext cx="3339440" cy="2242748"/>
          </a:xfrm>
          <a:prstGeom prst="bracePair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5" name="双大括号 54"/>
          <p:cNvSpPr/>
          <p:nvPr/>
        </p:nvSpPr>
        <p:spPr bwMode="auto">
          <a:xfrm>
            <a:off x="7957128" y="4036761"/>
            <a:ext cx="3339440" cy="2242748"/>
          </a:xfrm>
          <a:prstGeom prst="bracePair">
            <a:avLst/>
          </a:prstGeom>
          <a:noFill/>
          <a:ln w="28575" cap="flat" cmpd="sng" algn="ctr">
            <a:solidFill>
              <a:srgbClr val="02CC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 bwMode="auto">
          <a:xfrm>
            <a:off x="1235460" y="1387936"/>
            <a:ext cx="2875017" cy="19353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2CCCC"/>
                </a:solidFill>
                <a:latin typeface="Arial" panose="020B0604020202020204" pitchFamily="34" charset="0"/>
              </a:rPr>
              <a:t>Higher Efficiency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Arial" panose="020B0604020202020204" pitchFamily="34" charset="0"/>
              </a:rPr>
              <a:t>Reduces </a:t>
            </a:r>
            <a:r>
              <a:rPr lang="en-US" sz="1600" dirty="0">
                <a:latin typeface="Arial" panose="020B0604020202020204" pitchFamily="34" charset="0"/>
              </a:rPr>
              <a:t>costs associated with mobile application development environments and </a:t>
            </a:r>
            <a:r>
              <a:rPr lang="en-US" sz="1600" dirty="0" smtClean="0">
                <a:latin typeface="Arial" panose="020B0604020202020204" pitchFamily="34" charset="0"/>
              </a:rPr>
              <a:t>improves </a:t>
            </a:r>
            <a:r>
              <a:rPr lang="en-US" sz="1600" dirty="0">
                <a:latin typeface="Arial" panose="020B0604020202020204" pitchFamily="34" charset="0"/>
              </a:rPr>
              <a:t>efficiency.</a:t>
            </a:r>
          </a:p>
        </p:txBody>
      </p:sp>
      <p:sp>
        <p:nvSpPr>
          <p:cNvPr id="58" name="文本框 57"/>
          <p:cNvSpPr txBox="1"/>
          <p:nvPr/>
        </p:nvSpPr>
        <p:spPr bwMode="auto">
          <a:xfrm>
            <a:off x="4701196" y="1203271"/>
            <a:ext cx="2995908" cy="23046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2CCCC"/>
                </a:solidFill>
                <a:latin typeface="Arial" panose="020B0604020202020204" pitchFamily="34" charset="0"/>
              </a:rPr>
              <a:t>Faster TTM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Arial" panose="020B0604020202020204" pitchFamily="34" charset="0"/>
              </a:rPr>
              <a:t>Allows </a:t>
            </a:r>
            <a:r>
              <a:rPr lang="en-US" sz="1600" dirty="0">
                <a:latin typeface="Arial" panose="020B0604020202020204" pitchFamily="34" charset="0"/>
              </a:rPr>
              <a:t>developers to focus on their apps </a:t>
            </a:r>
            <a:r>
              <a:rPr lang="en-US" sz="1600" dirty="0" smtClean="0">
                <a:latin typeface="Arial" panose="020B0604020202020204" pitchFamily="34" charset="0"/>
              </a:rPr>
              <a:t>rather than backend </a:t>
            </a:r>
            <a:r>
              <a:rPr lang="en-US" sz="1600" dirty="0">
                <a:latin typeface="Arial" panose="020B0604020202020204" pitchFamily="34" charset="0"/>
              </a:rPr>
              <a:t>functions, and </a:t>
            </a:r>
            <a:r>
              <a:rPr lang="en-US" sz="1600" dirty="0" smtClean="0">
                <a:latin typeface="Arial" panose="020B0604020202020204" pitchFamily="34" charset="0"/>
              </a:rPr>
              <a:t>reduces operational </a:t>
            </a:r>
            <a:r>
              <a:rPr lang="en-US" sz="1600" dirty="0">
                <a:latin typeface="Arial" panose="020B0604020202020204" pitchFamily="34" charset="0"/>
              </a:rPr>
              <a:t>costs </a:t>
            </a:r>
            <a:r>
              <a:rPr lang="en-US" sz="1600" dirty="0" smtClean="0">
                <a:latin typeface="Arial" panose="020B0604020202020204" pitchFamily="34" charset="0"/>
              </a:rPr>
              <a:t>of apps after launching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9" name="文本框 58"/>
          <p:cNvSpPr txBox="1"/>
          <p:nvPr/>
        </p:nvSpPr>
        <p:spPr bwMode="auto">
          <a:xfrm>
            <a:off x="8199537" y="1340768"/>
            <a:ext cx="2837007" cy="1565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2CCCC"/>
                </a:solidFill>
                <a:latin typeface="Arial" panose="020B0604020202020204" pitchFamily="34" charset="0"/>
              </a:rPr>
              <a:t>Reduce Resources Needed to Launch Apps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Arial" panose="020B0604020202020204" pitchFamily="34" charset="0"/>
              </a:rPr>
              <a:t>Fewer developers </a:t>
            </a:r>
            <a:r>
              <a:rPr lang="en-US" sz="1600" dirty="0">
                <a:latin typeface="Arial" panose="020B0604020202020204" pitchFamily="34" charset="0"/>
              </a:rPr>
              <a:t>and </a:t>
            </a:r>
            <a:r>
              <a:rPr lang="en-US" sz="1600" dirty="0" smtClean="0">
                <a:latin typeface="Arial" panose="020B0604020202020204" pitchFamily="34" charset="0"/>
              </a:rPr>
              <a:t>IT </a:t>
            </a:r>
            <a:r>
              <a:rPr lang="en-US" sz="1600" dirty="0">
                <a:latin typeface="Arial" panose="020B0604020202020204" pitchFamily="34" charset="0"/>
              </a:rPr>
              <a:t>resources </a:t>
            </a:r>
            <a:r>
              <a:rPr lang="en-US" sz="1600" dirty="0" smtClean="0">
                <a:latin typeface="Arial" panose="020B0604020202020204" pitchFamily="34" charset="0"/>
              </a:rPr>
              <a:t>are required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0" name="文本框 59"/>
          <p:cNvSpPr txBox="1"/>
          <p:nvPr/>
        </p:nvSpPr>
        <p:spPr bwMode="auto">
          <a:xfrm>
            <a:off x="1235459" y="3988510"/>
            <a:ext cx="2875017" cy="23046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2CCCC"/>
                </a:solidFill>
                <a:latin typeface="Arial" panose="020B0604020202020204" pitchFamily="34" charset="0"/>
              </a:rPr>
              <a:t>Optimized for Mobile Phones and Tablets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Arial" panose="020B0604020202020204" pitchFamily="34" charset="0"/>
              </a:rPr>
              <a:t>BaaS providers have spent </a:t>
            </a:r>
            <a:r>
              <a:rPr lang="en-US" sz="1600" dirty="0" smtClean="0">
                <a:latin typeface="Arial" panose="020B0604020202020204" pitchFamily="34" charset="0"/>
              </a:rPr>
              <a:t>a considerable </a:t>
            </a:r>
            <a:r>
              <a:rPr lang="en-US" sz="1600" dirty="0">
                <a:latin typeface="Arial" panose="020B0604020202020204" pitchFamily="34" charset="0"/>
              </a:rPr>
              <a:t>amount of time and resources on optimizing mobile application data and networks.</a:t>
            </a:r>
          </a:p>
        </p:txBody>
      </p:sp>
      <p:sp>
        <p:nvSpPr>
          <p:cNvPr id="61" name="文本框 60"/>
          <p:cNvSpPr txBox="1"/>
          <p:nvPr/>
        </p:nvSpPr>
        <p:spPr bwMode="auto">
          <a:xfrm>
            <a:off x="4701196" y="3988509"/>
            <a:ext cx="2995908" cy="23046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2CCCC"/>
                </a:solidFill>
                <a:latin typeface="Arial" panose="020B0604020202020204" pitchFamily="34" charset="0"/>
              </a:rPr>
              <a:t>Secure and Elastic Infrastructure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Arial" panose="020B0604020202020204" pitchFamily="34" charset="0"/>
              </a:rPr>
              <a:t>BaaS provides bundled infrastructure services, </a:t>
            </a:r>
            <a:r>
              <a:rPr lang="en-US" sz="1600" dirty="0" smtClean="0">
                <a:latin typeface="Arial" panose="020B0604020202020204" pitchFamily="34" charset="0"/>
              </a:rPr>
              <a:t>relieving developers of the burden of ensuring </a:t>
            </a:r>
            <a:r>
              <a:rPr lang="en-US" sz="1600" dirty="0">
                <a:latin typeface="Arial" panose="020B0604020202020204" pitchFamily="34" charset="0"/>
              </a:rPr>
              <a:t>elasticity, security, and performance.</a:t>
            </a:r>
          </a:p>
        </p:txBody>
      </p:sp>
      <p:sp>
        <p:nvSpPr>
          <p:cNvPr id="62" name="文本框 61"/>
          <p:cNvSpPr txBox="1"/>
          <p:nvPr/>
        </p:nvSpPr>
        <p:spPr bwMode="auto">
          <a:xfrm>
            <a:off x="8246073" y="3988510"/>
            <a:ext cx="2840331" cy="23046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02CCCC"/>
                </a:solidFill>
                <a:latin typeface="Arial" panose="020B0604020202020204" pitchFamily="34" charset="0"/>
              </a:rPr>
              <a:t>A Full Collection of Common APIs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Arial" panose="020B0604020202020204" pitchFamily="34" charset="0"/>
              </a:rPr>
              <a:t>BaaS offers a full collection of commonly used third-party </a:t>
            </a:r>
            <a:r>
              <a:rPr lang="en-US" sz="1600" dirty="0" smtClean="0">
                <a:latin typeface="Arial" panose="020B0604020202020204" pitchFamily="34" charset="0"/>
              </a:rPr>
              <a:t>APIs, sparing </a:t>
            </a:r>
            <a:r>
              <a:rPr lang="en-US" sz="1600" dirty="0">
                <a:latin typeface="Arial" panose="020B0604020202020204" pitchFamily="34" charset="0"/>
              </a:rPr>
              <a:t>d</a:t>
            </a:r>
            <a:r>
              <a:rPr lang="en-US" sz="1600" dirty="0" smtClean="0">
                <a:latin typeface="Arial" panose="020B0604020202020204" pitchFamily="34" charset="0"/>
              </a:rPr>
              <a:t>evelopers the hassle of collecting these resources.</a:t>
            </a:r>
            <a:endParaRPr 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72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Which of the following is not an element of artificial intelligence? (   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</a:rPr>
              <a:t>      A. Big data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B. Cognitive analysis capability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C. Computing power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D. Scenario</a:t>
            </a:r>
          </a:p>
          <a:p>
            <a:pPr>
              <a:buFont typeface="+mj-lt"/>
              <a:buAutoNum type="arabicPeriod" startAt="2"/>
            </a:pPr>
            <a:r>
              <a:rPr lang="en-US" dirty="0">
                <a:latin typeface="Arial" panose="020B0604020202020204" pitchFamily="34" charset="0"/>
              </a:rPr>
              <a:t>The only function of the Internet of Things is to collect the data generated by connected objects.</a:t>
            </a:r>
          </a:p>
          <a:p>
            <a:pPr marL="0" indent="0" algn="l">
              <a:buNone/>
            </a:pPr>
            <a:r>
              <a:rPr lang="en-US" dirty="0">
                <a:latin typeface="Arial" panose="020B0604020202020204" pitchFamily="34" charset="0"/>
              </a:rPr>
              <a:t>      A. True</a:t>
            </a:r>
          </a:p>
          <a:p>
            <a:pPr marL="0" indent="0" algn="l">
              <a:buNone/>
            </a:pPr>
            <a:r>
              <a:rPr lang="en-US" dirty="0">
                <a:latin typeface="Arial" panose="020B0604020202020204" pitchFamily="34" charset="0"/>
              </a:rPr>
              <a:t>      B. False</a:t>
            </a:r>
            <a:br>
              <a:rPr lang="en-US" dirty="0">
                <a:latin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</a:endParaRPr>
          </a:p>
          <a:p>
            <a:pPr lvl="1"/>
            <a:endParaRPr lang="en-US" altLang="zh-CN" dirty="0" smtClean="0">
              <a:latin typeface="Arial" panose="020B0604020202020204" pitchFamily="34" charset="0"/>
            </a:endParaRPr>
          </a:p>
          <a:p>
            <a:pPr lvl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30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</a:rPr>
              <a:t>Fields Related to Cloud Computing 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Cloud </a:t>
            </a:r>
            <a:r>
              <a:rPr lang="en-US" dirty="0">
                <a:latin typeface="Arial" panose="020B0604020202020204" pitchFamily="34" charset="0"/>
              </a:rPr>
              <a:t>Computing Technologies</a:t>
            </a:r>
          </a:p>
          <a:p>
            <a:r>
              <a:rPr lang="en-US" dirty="0">
                <a:latin typeface="Arial" panose="020B0604020202020204" pitchFamily="34" charset="0"/>
              </a:rPr>
              <a:t>Cloud Computing Trends</a:t>
            </a:r>
          </a:p>
          <a:p>
            <a:r>
              <a:rPr lang="en-US" dirty="0">
                <a:latin typeface="Arial" panose="020B0604020202020204" pitchFamily="34" charset="0"/>
              </a:rPr>
              <a:t>Other Emerging Technologies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7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Huawei e-Learning website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http://support.huawei.com/learning/Index!toTrainIndex</a:t>
            </a:r>
          </a:p>
          <a:p>
            <a:r>
              <a:rPr lang="en-US" dirty="0">
                <a:latin typeface="Arial" panose="020B0604020202020204" pitchFamily="34" charset="0"/>
              </a:rPr>
              <a:t>Huawei Support case library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http://support.huawei.com/enterprise/servicecenter?lang=en</a:t>
            </a:r>
          </a:p>
          <a:p>
            <a:r>
              <a:rPr lang="en-US" dirty="0">
                <a:latin typeface="Arial" panose="020B0604020202020204" pitchFamily="34" charset="0"/>
              </a:rPr>
              <a:t>HCIA-Cloud Computing v4.0 online forum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https://forum.huawei.com/enterprise/en/Huawei-Official-Communication-Channel-HCNA-Cloud-Certification-Course/thread/456287-911</a:t>
            </a:r>
          </a:p>
          <a:p>
            <a:pPr marL="401637" lvl="1" indent="0"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1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21e0011-d5a0-42a3-9568-553a2897026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66a4184-93a3-4fa7-973f-19b23e98b0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1109466-9091-4a20-9600-46ce2bd2e6e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2b2b11df-ef91-4c70-8525-982d4c813e8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bbb6dab-2b45-442a-bd5e-6666f05cb96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4534b55-5785-41b2-bf61-042536063a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40c9c96f-e72d-480e-ac9e-9dbee23ddbf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c2158496-6631-401a-b9ea-e1a779adf8b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7b43d11f-0156-4bdc-9bd4-1b756cc7891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37b3b8fc-8cc3-4f39-8cb9-88871571bc6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ed4341d2-371d-491b-82fc-17c8840b410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f5de0c74-c7b2-437f-92da-f269c2a3859c"/>
</p:tagLst>
</file>

<file path=ppt/theme/theme1.xml><?xml version="1.0" encoding="utf-8"?>
<a:theme xmlns:a="http://schemas.openxmlformats.org/drawingml/2006/main" name="人才生态发展部-母版">
  <a:themeElements>
    <a:clrScheme name="default 6">
      <a:dk1>
        <a:srgbClr val="000000"/>
      </a:dk1>
      <a:lt1>
        <a:srgbClr val="FFFFFF"/>
      </a:lt1>
      <a:dk2>
        <a:srgbClr val="990000"/>
      </a:dk2>
      <a:lt2>
        <a:srgbClr val="CCCCCC"/>
      </a:lt2>
      <a:accent1>
        <a:srgbClr val="CCFF99"/>
      </a:accent1>
      <a:accent2>
        <a:srgbClr val="99CCCC"/>
      </a:accent2>
      <a:accent3>
        <a:srgbClr val="FFFFFF"/>
      </a:accent3>
      <a:accent4>
        <a:srgbClr val="000000"/>
      </a:accent4>
      <a:accent5>
        <a:srgbClr val="E2FFCA"/>
      </a:accent5>
      <a:accent6>
        <a:srgbClr val="8AB9B9"/>
      </a:accent6>
      <a:hlink>
        <a:srgbClr val="0099CC"/>
      </a:hlink>
      <a:folHlink>
        <a:srgbClr val="006699"/>
      </a:folHlink>
    </a:clrScheme>
    <a:fontScheme name="V3.0胶片模板字体">
      <a:majorFont>
        <a:latin typeface="微软雅黑"/>
        <a:ea typeface="黑体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t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Regular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t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Regular" pitchFamily="34" charset="0"/>
            <a:ea typeface="宋体" pitchFamily="2" charset="-122"/>
          </a:defRPr>
        </a:defPPr>
      </a:lstStyle>
    </a:lnDef>
    <a:txDef>
      <a:spPr bwMode="auto">
        <a:noFill/>
        <a:ln w="9525" algn="ctr">
          <a:noFill/>
          <a:miter lim="800000"/>
          <a:headEnd/>
          <a:tailEnd/>
        </a:ln>
      </a:spPr>
      <a:bodyPr vert="horz" wrap="square" lIns="87802" tIns="43901" rIns="87802" bIns="43901" numCol="1" anchor="ctr" anchorCtr="0" compatLnSpc="1">
        <a:prstTxWarp prst="textNoShape">
          <a:avLst/>
        </a:prstTxWarp>
      </a:bodyPr>
      <a:lstStyle>
        <a:defPPr>
          <a:defRPr dirty="0" smtClean="0"/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99CCCC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8A0000"/>
        </a:accent6>
        <a:hlink>
          <a:srgbClr val="009999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FF99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0000"/>
        </a:accent6>
        <a:hlink>
          <a:srgbClr val="6699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FFCC99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0000"/>
        </a:accent6>
        <a:hlink>
          <a:srgbClr val="FF99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FF9900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8A0000"/>
        </a:accent6>
        <a:hlink>
          <a:srgbClr val="99660A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CCFF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0000"/>
        </a:accent6>
        <a:hlink>
          <a:srgbClr val="006699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培训与认证部-母版">
  <a:themeElements>
    <a:clrScheme name="default 6">
      <a:dk1>
        <a:srgbClr val="000000"/>
      </a:dk1>
      <a:lt1>
        <a:srgbClr val="FFFFFF"/>
      </a:lt1>
      <a:dk2>
        <a:srgbClr val="990000"/>
      </a:dk2>
      <a:lt2>
        <a:srgbClr val="CCCCCC"/>
      </a:lt2>
      <a:accent1>
        <a:srgbClr val="CCFF99"/>
      </a:accent1>
      <a:accent2>
        <a:srgbClr val="99CCCC"/>
      </a:accent2>
      <a:accent3>
        <a:srgbClr val="FFFFFF"/>
      </a:accent3>
      <a:accent4>
        <a:srgbClr val="000000"/>
      </a:accent4>
      <a:accent5>
        <a:srgbClr val="E2FFCA"/>
      </a:accent5>
      <a:accent6>
        <a:srgbClr val="8AB9B9"/>
      </a:accent6>
      <a:hlink>
        <a:srgbClr val="0099CC"/>
      </a:hlink>
      <a:folHlink>
        <a:srgbClr val="006699"/>
      </a:folHlink>
    </a:clrScheme>
    <a:fontScheme name="default">
      <a:majorFont>
        <a:latin typeface="FrutigerNext LT Medium"/>
        <a:ea typeface="黑体"/>
        <a:cs typeface=""/>
      </a:majorFont>
      <a:minorFont>
        <a:latin typeface="FrutigerNext LT Regular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t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Regular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t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Regular" pitchFamily="34" charset="0"/>
            <a:ea typeface="宋体" pitchFamily="2" charset="-122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</a:spPr>
      <a:bodyPr wrap="none" lIns="99980" tIns="49986" rIns="99980" bIns="49986">
        <a:spAutoFit/>
      </a:bodyPr>
      <a:lstStyle>
        <a:defPPr algn="ctr" defTabSz="1001649" eaLnBrk="0" hangingPunct="0">
          <a:defRPr sz="1400" dirty="0" smtClean="0">
            <a:solidFill>
              <a:srgbClr val="000000"/>
            </a:solidFill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99CCCC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8A0000"/>
        </a:accent6>
        <a:hlink>
          <a:srgbClr val="009999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FF99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0000"/>
        </a:accent6>
        <a:hlink>
          <a:srgbClr val="6699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FFCC99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0000"/>
        </a:accent6>
        <a:hlink>
          <a:srgbClr val="FF9900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FF9900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8A0000"/>
        </a:accent6>
        <a:hlink>
          <a:srgbClr val="99660A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CCFF"/>
        </a:accent1>
        <a:accent2>
          <a:srgbClr val="990000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0000"/>
        </a:accent6>
        <a:hlink>
          <a:srgbClr val="006699"/>
        </a:hlink>
        <a:folHlink>
          <a:srgbClr val="99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CCCCCC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333E8A2F07A74D848136A2C03778F8" ma:contentTypeVersion="0" ma:contentTypeDescription="Create a new document." ma:contentTypeScope="" ma:versionID="23803ba2584bac4d8dcab8923b6ec39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E79C8355-F16A-497A-8A58-20FC0E1EE2C7}"/>
</file>

<file path=customXml/itemProps2.xml><?xml version="1.0" encoding="utf-8"?>
<ds:datastoreItem xmlns:ds="http://schemas.openxmlformats.org/officeDocument/2006/customXml" ds:itemID="{723E6701-3943-4A44-84F3-F772B5088830}"/>
</file>

<file path=customXml/itemProps3.xml><?xml version="1.0" encoding="utf-8"?>
<ds:datastoreItem xmlns:ds="http://schemas.openxmlformats.org/officeDocument/2006/customXml" ds:itemID="{EAE3093B-232B-4C15-AB25-7F1FBE13487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66052</TotalTime>
  <Words>1639</Words>
  <Application>Microsoft Office PowerPoint</Application>
  <PresentationFormat>宽屏</PresentationFormat>
  <Paragraphs>268</Paragraphs>
  <Slides>41</Slides>
  <Notes>12</Notes>
  <HiddenSlides>1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MS PGothic</vt:lpstr>
      <vt:lpstr>黑体</vt:lpstr>
      <vt:lpstr>华文细黑</vt:lpstr>
      <vt:lpstr>宋体</vt:lpstr>
      <vt:lpstr>宋体</vt:lpstr>
      <vt:lpstr>微软雅黑</vt:lpstr>
      <vt:lpstr>Arial</vt:lpstr>
      <vt:lpstr>Calibri</vt:lpstr>
      <vt:lpstr>Calibri Light</vt:lpstr>
      <vt:lpstr>FrutigerNext LT Light</vt:lpstr>
      <vt:lpstr>FrutigerNext LT Medium</vt:lpstr>
      <vt:lpstr>FrutigerNext LT Regular</vt:lpstr>
      <vt:lpstr>Tahoma</vt:lpstr>
      <vt:lpstr>Wingdings</vt:lpstr>
      <vt:lpstr>人才生态发展部-母版</vt:lpstr>
      <vt:lpstr>培训与认证部-母版</vt:lpstr>
      <vt:lpstr>Office Theme</vt:lpstr>
      <vt:lpstr>PowerPoint 演示文稿</vt:lpstr>
      <vt:lpstr>Cloud Computing Trends</vt:lpstr>
      <vt:lpstr>PowerPoint 演示文稿</vt:lpstr>
      <vt:lpstr>PowerPoint 演示文稿</vt:lpstr>
      <vt:lpstr>PowerPoint 演示文稿</vt:lpstr>
      <vt:lpstr>IoT</vt:lpstr>
      <vt:lpstr>Main IoT Technologies</vt:lpstr>
      <vt:lpstr>Big Data</vt:lpstr>
      <vt:lpstr>Characteristics of Big Data</vt:lpstr>
      <vt:lpstr>Big Data Processing</vt:lpstr>
      <vt:lpstr>Artificial Intelligence</vt:lpstr>
      <vt:lpstr>Elements of AI</vt:lpstr>
      <vt:lpstr>Cloud Computing, IoT, &amp; Big Data</vt:lpstr>
      <vt:lpstr>The 5G Era</vt:lpstr>
      <vt:lpstr>How 5G Works: Network Densification</vt:lpstr>
      <vt:lpstr>PowerPoint 演示文稿</vt:lpstr>
      <vt:lpstr>Containers</vt:lpstr>
      <vt:lpstr>Docker</vt:lpstr>
      <vt:lpstr>Docker Technology - Differences Between Containers and VMs (1)</vt:lpstr>
      <vt:lpstr>Docker Technology - Differences Between Containers and VMs (2)</vt:lpstr>
      <vt:lpstr>Docker Elements</vt:lpstr>
      <vt:lpstr>Docker Architecture</vt:lpstr>
      <vt:lpstr>OpenStack</vt:lpstr>
      <vt:lpstr>OpenStack Components</vt:lpstr>
      <vt:lpstr>PowerPoint 演示文稿</vt:lpstr>
      <vt:lpstr>Cloud Computing Trends</vt:lpstr>
      <vt:lpstr>PowerPoint 演示文稿</vt:lpstr>
      <vt:lpstr>Cloud Computing Extensions</vt:lpstr>
      <vt:lpstr>Fog Computing</vt:lpstr>
      <vt:lpstr>Edge Computing (1)</vt:lpstr>
      <vt:lpstr>Edge Computing (2)</vt:lpstr>
      <vt:lpstr>Microservices</vt:lpstr>
      <vt:lpstr>Pros and Cons of Microservices</vt:lpstr>
      <vt:lpstr>Serverless (1)</vt:lpstr>
      <vt:lpstr>Serverless (2)</vt:lpstr>
      <vt:lpstr>FaaS Characteristics</vt:lpstr>
      <vt:lpstr>BaaS Benefits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0</dc:title>
  <dc:creator>c37402</dc:creator>
  <cp:lastModifiedBy>yanglei (AE)</cp:lastModifiedBy>
  <cp:revision>2541</cp:revision>
  <dcterms:created xsi:type="dcterms:W3CDTF">2003-08-21T06:48:56Z</dcterms:created>
  <dcterms:modified xsi:type="dcterms:W3CDTF">2019-04-24T12:07:58Z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(11)3UhSoOyFRqszoDxskLpj5cCgHy0/Ke5a2v36AUt5KrgSjqJy4EvmEMiX5YGaXFvp9/UK33Tw_x000d_ RaJW6EwaME9+dHZpcw3Qvwx3X7+7GB6JsqeHubWWQ6I3ypfAK+5vZMWsyNDf33Q+yGzlBfYD_x000d_ OIxQyuEVYPacOcTgO0GGMLWMsFSrAduWXi7lDNFdBfllJdxWMbs3FZsryX4VjGFDgDu63a6N_x000d_ xu0BGaqu6EF4Ju8poQ</vt:lpwstr>
  </property>
  <property fmtid="{D5CDD505-2E9C-101B-9397-08002B2CF9AE}" pid="3" name="_ms_pID_7253431">
    <vt:lpwstr>BMOYFB6vneTRz7L1g0JJ22H5/isfqcfzh5pBpQdNEd/89Bu2iKf9rF_x000d_ 8op/8IkqLeMh+keGDgdcj0lWvNSDrOiKETLVLHKf0dAV/wbUZ1Pl7vsyjFd1JF5Sf0W2EphX_x000d_ kKThqtFyyfZrx1rpBmQNejSbMMFaLTOhJRIkS1kte6dPRjiNcn8xXAQwCfg3MVqEesS/QFUS_x000d_ 0434uENqVn3WpAxX7t7QHrSfmaRXx4stZ0aQ</vt:lpwstr>
  </property>
  <property fmtid="{D5CDD505-2E9C-101B-9397-08002B2CF9AE}" pid="4" name="_ms_pID_7253432">
    <vt:lpwstr>GlOhGokx+m1IQbE70sXTnuxTIMf68mvALZnx_x000d_ Ap3/iFwG1LihCpUCHf3Bn2ll5x23Yax8rhDQQtrN1FnZFQ+cIj2o+7GIyP6ibG2HnXSKhrF0_x000d_ vPb1zyvTEXDg5RRTl9mncM3qDJ57f7PknXx06TDv+x7A8WWQj9+kQijlJ2TzwFBui7LtkmpH_x000d_ +mYGiVPOsW+HAtEsl7A7QZExQOhpwhAKMowhwI7jB8gr0KFQzNskLY</vt:lpwstr>
  </property>
  <property fmtid="{D5CDD505-2E9C-101B-9397-08002B2CF9AE}" pid="5" name="_ms_pID_7253433">
    <vt:lpwstr>wdIY6NepULtXPaJiBT_x000d_ /NMRWPBa1Alrv+5zAztbQlwb14ItSrxj60fGWez57M9Y3Nc4tyEb941dzOsuIhoTncg4RVmX_x000d_ eIeh+kU6g7eOHI10wgRC7DyP2ooQ+zhQFN0L7N5Mhaj1f9/5QtY13CoxxVFyGTcNauHWJ/c/_x000d_ xy0hCj36m3LnI3+Mp3x+uuharMKms1ddOydlHr6th8+Xl0sscO+2Zg0PmeesnZ8SxgDRDgR/</vt:lpwstr>
  </property>
  <property fmtid="{D5CDD505-2E9C-101B-9397-08002B2CF9AE}" pid="6" name="_ms_pID_7253434">
    <vt:lpwstr>_x000d_ 06fuLz5Gs8F0062xWxQ4bNWmlQvUIY4ng3ooElJg7LpATs2N9FWODlMO09ItIhhhfBl71QoV_x000d_ TtICtiXbCRS8Mgf/00AXGY8En0/xvatrf6I7cF468IRRjRyCdV90XxXwVeExV5j1jZDrC2Jq_x000d_ l5GwJ4VyV9PDCqrI+drn/Y0ThOgfgW1VVXGo11fNi/vEjhI9/V83n6i9wMsMQkvlBqW/TwEs_x000d_ 6YoFjibjQLqH5ZQL</vt:lpwstr>
  </property>
  <property fmtid="{D5CDD505-2E9C-101B-9397-08002B2CF9AE}" pid="7" name="_ms_pID_7253435">
    <vt:lpwstr>aGcNmArSL7sKVRrXgCFeQCME3tSlGMGc1nn3F68Tlh0VzDGXMvPzk5kK_x000d_ zswiwHIYB5Bp7la8BzkurY4rONAlJzypOuUxaz8M6JW8maYWkfR3VJZ9uDKrtHfxmF7oTknV_x000d_ 0D0s5bhsrWyCgRnFkF9vpWQ0HdNdJ/2yrkO382WhWcp+N1RcxBubAoHCpm0gsHtQiWYFGoBM_x000d_ oL2nyqm6y/khwj5dIudnbisyKT+S1wWA/t</vt:lpwstr>
  </property>
  <property fmtid="{D5CDD505-2E9C-101B-9397-08002B2CF9AE}" pid="8" name="_ms_pID_7253436">
    <vt:lpwstr>TPllG6Veed9GUlfwC8cLvU8QTryE4UhobeLDXG_x000d_ ei/t7XTbTtZri5zsO3DNoARD9e5R0QxzxMu5us2xNAlqcl2eWKopk7Zmn3kTYohGakKPewGh_x000d_ +QpZycsMjFwTpwdQ8yEfaFYb67HvULkFee89Nr2/rJ/FIQdYMD2wcY1bIxGR3TNy2EhIqUh/_x000d_ 0UOiZ8P9lZw1EVxEj6INNKvwYGinwlBZGf2zpYz8UKIDbXx/LEzD</vt:lpwstr>
  </property>
  <property fmtid="{D5CDD505-2E9C-101B-9397-08002B2CF9AE}" pid="9" name="_ms_pID_7253437">
    <vt:lpwstr>ebjDDi5yUz3Atc4gUDb5_x000d_ +tv7+/b3L3sSem+xAm+C56IrhQpLVAKzS4HQh4O4UlqzYfcAOwFKAvwL4r6PwKKbnvmtnSvL_x000d_ fZ/ANFRbTWLaGmxYEefif/jPJGJYmp0uxtoD913402+R83n60akKT2NMT0MpTW3OvYxduzAB_x000d_ EQ2MqKNVY8rsHdLmLSoQxG0nO9feCHgC9YQHC85IolID0ED8MatySi5CL3Xn0lEqewCJQP</vt:lpwstr>
  </property>
  <property fmtid="{D5CDD505-2E9C-101B-9397-08002B2CF9AE}" pid="10" name="_ms_pID_7253438">
    <vt:lpwstr>ab_x000d_ PK8okltMeequt+iVcpdTAysW/K+KW8jBtQQllcDU8kVAs9MhO5sS3OhKCLlTLqy3BUamtgTs_x000d_ Jk3FN3LzrqdNsepuI/v+XhoJU/MWFWnfULsbESAO1BriRWfUJ/2S0GUIASb4l0oCNvkNmlxC_x000d_ 8lhvj9JQArDZg4yz3vBb400F0TLXD1E4n1bhjCvs56P9B4TP1zZ/O5FsGRAXJ+zl68+jNdVz_x000d_ kH+o8OlUWk4t9E</vt:lpwstr>
  </property>
  <property fmtid="{D5CDD505-2E9C-101B-9397-08002B2CF9AE}" pid="11" name="_ms_pID_7253439">
    <vt:lpwstr>gIXfEEoigI1CkVl4g0ENU/CyZuFKpB682zRrdiQadZJHgCspzF0zSSAXy4_x000d_ VKOo5XvgowQ73d4FADinc5+tJv8wHX1LsFToDkFhTzPJqbAUQX1vsQzGvZxlQr78WPj+SQIE_x000d_ fGxkVPlx+pDPs6rnSNZTbRUQwRlfuqU/DsssWUnWyv1gW04vkIWVpodKl604OJ1cms6HPzbe_x000d_ Mzwm3Gft3+DwKhutUMlITUa1+DZtcPe9</vt:lpwstr>
  </property>
  <property fmtid="{D5CDD505-2E9C-101B-9397-08002B2CF9AE}" pid="12" name="_ms_pID_72534310">
    <vt:lpwstr>9Yf9LGFXEnVCZfwfIBUFCxe3M9gP60jstDzRuK52_x000d_ Xcp8/qWzZGKHAdKR4PEqJ+oEpao/6Go6gc41a7KkCXK47Fwt7JL0XCUh</vt:lpwstr>
  </property>
  <property fmtid="{D5CDD505-2E9C-101B-9397-08002B2CF9AE}" pid="13" name="_new_ms_pID_72543">
    <vt:lpwstr>(4)jNL0gM28At52Ieaf1valQ0LhCJhckLvJxApn9P4IOGXs2CxMSeBUEQOsYE7UL6xHmrDTkB0U
8XrwX0U2eGOvdKAbibq/OwBogqOvwFaAolHRNqNy2szIx/vIxGV3RldByVnAXNghwAf/C+Ny
nC0kXXrwMXgmyFvH5Z6NNWCVsONiwda3mR+L5JpGhOxLoPqs7SuuHSITb197MVyCXsGsK2ms
+l0YVy49NdVVuXoIAG</vt:lpwstr>
  </property>
  <property fmtid="{D5CDD505-2E9C-101B-9397-08002B2CF9AE}" pid="14" name="_new_ms_pID_725431">
    <vt:lpwstr>WNXmtkOaoMvO+RtN+AF98axcECtcDzeutF/RA/MuVrkTeP8na2B2yy
m1HCyY09R6IPysdOkoFKaGF95jn8IPRP7dOExBbQlWgSPqEZNo21+gLMWeFfBt+6pUhKdwFx
7ZPjMNuUrMypYPEZngI1VIdsJf4NZKyTLKZJ0nK7WxKub3aP/MoU61sfNyyw1Icb4IGb7OFn
9w8sA6NUyvf/2CAmXCRdXcc6p9josuAb8E0f</vt:lpwstr>
  </property>
  <property fmtid="{D5CDD505-2E9C-101B-9397-08002B2CF9AE}" pid="15" name="_new_ms_pID_725432">
    <vt:lpwstr>VPOcRqDszuG9Ea/DM6UvbMLgh7KalquPd6s3
kDXgkxV66sccXBRFRpUSm24+++OZrzrFJlZ9+cTKshms+WpKgjZh/IhT4aCGlcWjlqWZhRut
yeE31Jc/cvQKXkucHQJfR38BDLb6HDqUWvPBQ8sa4eIzSeLgq189G0a1RIIGyCiIJjSWXf10
g2H9RhGj00eoqTF/R7ak+JOb3Uld8rKRh6p8+RZSbt3zCH/cPW7Uhk</vt:lpwstr>
  </property>
  <property fmtid="{D5CDD505-2E9C-101B-9397-08002B2CF9AE}" pid="16" name="_new_ms_pID_725433">
    <vt:lpwstr>w4/CdPx+g5NrTVBBFR
HKTc81zHE57lJ6Sfop/J3Md4zKo=</vt:lpwstr>
  </property>
  <property fmtid="{D5CDD505-2E9C-101B-9397-08002B2CF9AE}" pid="17" name="_2015_ms_pID_725343">
    <vt:lpwstr>(3)Xq/mDQeCN+AZEkYnWEzg4m0eSoJV7y+kjFIwtoJXKsjNWWPzTxf9egmS/1xArOIgwpJmdaoX
UrnO6PKprAQzIuQnx7sbh3X/Tw5uuCAL4KXVKDLu15jqiX0jDQXb8ih3wTM2yh28NPY6twpU
WT48qpSIMYgAXH0yQ+qm4qtaFv+Hr7PVa5JgqlTKxOLmsEsue6+PeAjy2/Qo9SQxddKxK/pX
kkEbWI9BsVXeI8XiZN</vt:lpwstr>
  </property>
  <property fmtid="{D5CDD505-2E9C-101B-9397-08002B2CF9AE}" pid="18" name="_2015_ms_pID_7253431">
    <vt:lpwstr>QmL2KKhyNvtC73bZ+NflupJjuksRc8MyZl9vYDJ8dTp51UKz4dd+Mn
y0vcBhUQxRrHpcgWh8kY7dp4mvDvD2zoTveQgduS+2Z5+4pclZv2QYP14e0KiVMcH1ZXUzgg
ELoxjhzMRgjTHFzv3RTggjAxvy04LnVPIUzguiHcLvwrwyqLWYyhysM76aJAREUN6yMBpg95
Cfj3Nors6uWbueD4m8FJEr/8WV7iD2V37Pbt</vt:lpwstr>
  </property>
  <property fmtid="{D5CDD505-2E9C-101B-9397-08002B2CF9AE}" pid="19" name="_2015_ms_pID_7253432">
    <vt:lpwstr>8UMvK2r8oBwTKoU1K5au8XaRe5bvcnoxCW7I
6hgpDBu6qdZ6SkaM7n+Lzp10FzUDCA==</vt:lpwstr>
  </property>
  <property fmtid="{D5CDD505-2E9C-101B-9397-08002B2CF9AE}" pid="20" name="ContentTypeId">
    <vt:lpwstr>0x01010077333E8A2F07A74D848136A2C03778F8</vt:lpwstr>
  </property>
  <property fmtid="{D5CDD505-2E9C-101B-9397-08002B2CF9AE}" pid="21" name="_readonly">
    <vt:lpwstr/>
  </property>
  <property fmtid="{D5CDD505-2E9C-101B-9397-08002B2CF9AE}" pid="22" name="_change">
    <vt:lpwstr/>
  </property>
  <property fmtid="{D5CDD505-2E9C-101B-9397-08002B2CF9AE}" pid="23" name="_full-control">
    <vt:lpwstr/>
  </property>
  <property fmtid="{D5CDD505-2E9C-101B-9397-08002B2CF9AE}" pid="24" name="sflag">
    <vt:lpwstr>1556085921</vt:lpwstr>
  </property>
</Properties>
</file>